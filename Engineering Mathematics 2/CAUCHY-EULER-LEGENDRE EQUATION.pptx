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96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606BB5-A517-4186-A84E-ABD2AEE62AE5}" v="1" dt="2022-04-29T09:38:14.101"/>
    <p1510:client id="{1906C01F-1FFD-42B4-29FB-EA240EE0101A}" v="2" dt="2022-05-03T05:53:01.750"/>
    <p1510:client id="{1D7BBA7B-8955-42BA-8195-6309B5177DBE}" v="1" dt="2022-05-09T04:31:53.521"/>
    <p1510:client id="{23AC5F82-92A4-4163-B135-F081284322F2}" v="2" dt="2022-04-30T06:16:25.060"/>
    <p1510:client id="{259A0E83-5080-4E68-B258-1E6BA4117884}" v="5" dt="2022-07-16T06:39:40.414"/>
    <p1510:client id="{25A7D8C0-7D2F-466C-9382-3E587AF50952}" v="1" dt="2022-05-09T04:13:28.716"/>
    <p1510:client id="{55A01B4C-064F-4E60-B30C-76EDD2995C47}" v="5" dt="2022-07-17T11:28:04.202"/>
    <p1510:client id="{60D7DE1F-F551-4EEC-A53C-B5289DD09422}" v="9" dt="2022-07-17T21:16:19.935"/>
    <p1510:client id="{6771BBF7-5318-4CC1-8935-119E550E8B10}" v="4" dt="2022-07-17T05:55:24.974"/>
    <p1510:client id="{68F2D85B-A966-4898-96EA-61597F204BFD}" v="1" dt="2022-07-17T12:36:51.005"/>
    <p1510:client id="{874E9D77-1780-4B88-BCDE-8A12DF69E8FA}" v="15" dt="2022-05-07T07:00:47.509"/>
    <p1510:client id="{8BDB8500-569B-4705-A2FE-7BE492B7D20C}" v="2" dt="2023-05-22T15:00:55.258"/>
    <p1510:client id="{93FE2BF7-2BF1-4CEC-847F-43ACA17169BC}" v="3" dt="2022-05-03T11:16:03.671"/>
    <p1510:client id="{94455BF5-0EEA-477F-8CBC-59E8D1CDF428}" v="6" dt="2022-07-17T22:06:49.933"/>
    <p1510:client id="{CC315BD1-DD95-4742-A87E-1EE665950370}" v="1" dt="2022-07-15T14:52:06.544"/>
    <p1510:client id="{F87789C6-2090-4D6E-ADAD-E259062F14CF}" v="2" dt="2022-05-04T18:15:27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KUMAR KHIRWAL(BTECH10595.21@bitmesra.ac.in)" userId="S::btech10595.21@bitmesra.ac.in::d3b53ce4-26d8-438c-9b63-16ba1c628a6a" providerId="AD" clId="Web-{60D7DE1F-F551-4EEC-A53C-B5289DD09422}"/>
    <pc:docChg chg="modSld sldOrd">
      <pc:chgData name="MANISH KUMAR KHIRWAL(BTECH10595.21@bitmesra.ac.in)" userId="S::btech10595.21@bitmesra.ac.in::d3b53ce4-26d8-438c-9b63-16ba1c628a6a" providerId="AD" clId="Web-{60D7DE1F-F551-4EEC-A53C-B5289DD09422}" dt="2022-07-17T21:16:19.935" v="8"/>
      <pc:docMkLst>
        <pc:docMk/>
      </pc:docMkLst>
      <pc:sldChg chg="delSp">
        <pc:chgData name="MANISH KUMAR KHIRWAL(BTECH10595.21@bitmesra.ac.in)" userId="S::btech10595.21@bitmesra.ac.in::d3b53ce4-26d8-438c-9b63-16ba1c628a6a" providerId="AD" clId="Web-{60D7DE1F-F551-4EEC-A53C-B5289DD09422}" dt="2022-07-17T21:15:58.278" v="6"/>
        <pc:sldMkLst>
          <pc:docMk/>
          <pc:sldMk cId="2868921621" sldId="257"/>
        </pc:sldMkLst>
        <pc:spChg chg="del">
          <ac:chgData name="MANISH KUMAR KHIRWAL(BTECH10595.21@bitmesra.ac.in)" userId="S::btech10595.21@bitmesra.ac.in::d3b53ce4-26d8-438c-9b63-16ba1c628a6a" providerId="AD" clId="Web-{60D7DE1F-F551-4EEC-A53C-B5289DD09422}" dt="2022-07-17T21:15:58.278" v="6"/>
          <ac:spMkLst>
            <pc:docMk/>
            <pc:sldMk cId="2868921621" sldId="257"/>
            <ac:spMk id="2" creationId="{00000000-0000-0000-0000-000000000000}"/>
          </ac:spMkLst>
        </pc:spChg>
        <pc:spChg chg="del">
          <ac:chgData name="MANISH KUMAR KHIRWAL(BTECH10595.21@bitmesra.ac.in)" userId="S::btech10595.21@bitmesra.ac.in::d3b53ce4-26d8-438c-9b63-16ba1c628a6a" providerId="AD" clId="Web-{60D7DE1F-F551-4EEC-A53C-B5289DD09422}" dt="2022-07-17T21:15:49.981" v="5"/>
          <ac:spMkLst>
            <pc:docMk/>
            <pc:sldMk cId="2868921621" sldId="257"/>
            <ac:spMk id="3" creationId="{00000000-0000-0000-0000-000000000000}"/>
          </ac:spMkLst>
        </pc:spChg>
      </pc:sldChg>
      <pc:sldChg chg="delSp">
        <pc:chgData name="MANISH KUMAR KHIRWAL(BTECH10595.21@bitmesra.ac.in)" userId="S::btech10595.21@bitmesra.ac.in::d3b53ce4-26d8-438c-9b63-16ba1c628a6a" providerId="AD" clId="Web-{60D7DE1F-F551-4EEC-A53C-B5289DD09422}" dt="2022-07-17T21:14:51.089" v="2"/>
        <pc:sldMkLst>
          <pc:docMk/>
          <pc:sldMk cId="3357488086" sldId="258"/>
        </pc:sldMkLst>
        <pc:spChg chg="del">
          <ac:chgData name="MANISH KUMAR KHIRWAL(BTECH10595.21@bitmesra.ac.in)" userId="S::btech10595.21@bitmesra.ac.in::d3b53ce4-26d8-438c-9b63-16ba1c628a6a" providerId="AD" clId="Web-{60D7DE1F-F551-4EEC-A53C-B5289DD09422}" dt="2022-07-17T21:14:51.089" v="2"/>
          <ac:spMkLst>
            <pc:docMk/>
            <pc:sldMk cId="3357488086" sldId="258"/>
            <ac:spMk id="2" creationId="{00000000-0000-0000-0000-000000000000}"/>
          </ac:spMkLst>
        </pc:spChg>
        <pc:spChg chg="del">
          <ac:chgData name="MANISH KUMAR KHIRWAL(BTECH10595.21@bitmesra.ac.in)" userId="S::btech10595.21@bitmesra.ac.in::d3b53ce4-26d8-438c-9b63-16ba1c628a6a" providerId="AD" clId="Web-{60D7DE1F-F551-4EEC-A53C-B5289DD09422}" dt="2022-07-17T21:14:46.886" v="1"/>
          <ac:spMkLst>
            <pc:docMk/>
            <pc:sldMk cId="3357488086" sldId="258"/>
            <ac:spMk id="3" creationId="{00000000-0000-0000-0000-000000000000}"/>
          </ac:spMkLst>
        </pc:spChg>
      </pc:sldChg>
      <pc:sldChg chg="delSp">
        <pc:chgData name="MANISH KUMAR KHIRWAL(BTECH10595.21@bitmesra.ac.in)" userId="S::btech10595.21@bitmesra.ac.in::d3b53ce4-26d8-438c-9b63-16ba1c628a6a" providerId="AD" clId="Web-{60D7DE1F-F551-4EEC-A53C-B5289DD09422}" dt="2022-07-17T21:15:23.090" v="4"/>
        <pc:sldMkLst>
          <pc:docMk/>
          <pc:sldMk cId="2500311148" sldId="259"/>
        </pc:sldMkLst>
        <pc:spChg chg="del">
          <ac:chgData name="MANISH KUMAR KHIRWAL(BTECH10595.21@bitmesra.ac.in)" userId="S::btech10595.21@bitmesra.ac.in::d3b53ce4-26d8-438c-9b63-16ba1c628a6a" providerId="AD" clId="Web-{60D7DE1F-F551-4EEC-A53C-B5289DD09422}" dt="2022-07-17T21:15:23.090" v="4"/>
          <ac:spMkLst>
            <pc:docMk/>
            <pc:sldMk cId="2500311148" sldId="259"/>
            <ac:spMk id="2" creationId="{00000000-0000-0000-0000-000000000000}"/>
          </ac:spMkLst>
        </pc:spChg>
        <pc:spChg chg="del">
          <ac:chgData name="MANISH KUMAR KHIRWAL(BTECH10595.21@bitmesra.ac.in)" userId="S::btech10595.21@bitmesra.ac.in::d3b53ce4-26d8-438c-9b63-16ba1c628a6a" providerId="AD" clId="Web-{60D7DE1F-F551-4EEC-A53C-B5289DD09422}" dt="2022-07-17T21:15:12.074" v="3"/>
          <ac:spMkLst>
            <pc:docMk/>
            <pc:sldMk cId="2500311148" sldId="259"/>
            <ac:spMk id="3" creationId="{00000000-0000-0000-0000-000000000000}"/>
          </ac:spMkLst>
        </pc:spChg>
      </pc:sldChg>
      <pc:sldChg chg="delSp">
        <pc:chgData name="MANISH KUMAR KHIRWAL(BTECH10595.21@bitmesra.ac.in)" userId="S::btech10595.21@bitmesra.ac.in::d3b53ce4-26d8-438c-9b63-16ba1c628a6a" providerId="AD" clId="Web-{60D7DE1F-F551-4EEC-A53C-B5289DD09422}" dt="2022-07-17T21:16:19.935" v="8"/>
        <pc:sldMkLst>
          <pc:docMk/>
          <pc:sldMk cId="3572836393" sldId="260"/>
        </pc:sldMkLst>
        <pc:spChg chg="del">
          <ac:chgData name="MANISH KUMAR KHIRWAL(BTECH10595.21@bitmesra.ac.in)" userId="S::btech10595.21@bitmesra.ac.in::d3b53ce4-26d8-438c-9b63-16ba1c628a6a" providerId="AD" clId="Web-{60D7DE1F-F551-4EEC-A53C-B5289DD09422}" dt="2022-07-17T21:16:19.935" v="8"/>
          <ac:spMkLst>
            <pc:docMk/>
            <pc:sldMk cId="3572836393" sldId="260"/>
            <ac:spMk id="2" creationId="{00000000-0000-0000-0000-000000000000}"/>
          </ac:spMkLst>
        </pc:spChg>
        <pc:spChg chg="del">
          <ac:chgData name="MANISH KUMAR KHIRWAL(BTECH10595.21@bitmesra.ac.in)" userId="S::btech10595.21@bitmesra.ac.in::d3b53ce4-26d8-438c-9b63-16ba1c628a6a" providerId="AD" clId="Web-{60D7DE1F-F551-4EEC-A53C-B5289DD09422}" dt="2022-07-17T21:16:10.653" v="7"/>
          <ac:spMkLst>
            <pc:docMk/>
            <pc:sldMk cId="3572836393" sldId="260"/>
            <ac:spMk id="3" creationId="{00000000-0000-0000-0000-000000000000}"/>
          </ac:spMkLst>
        </pc:spChg>
      </pc:sldChg>
      <pc:sldChg chg="ord">
        <pc:chgData name="MANISH KUMAR KHIRWAL(BTECH10595.21@bitmesra.ac.in)" userId="S::btech10595.21@bitmesra.ac.in::d3b53ce4-26d8-438c-9b63-16ba1c628a6a" providerId="AD" clId="Web-{60D7DE1F-F551-4EEC-A53C-B5289DD09422}" dt="2022-07-17T20:35:10" v="0"/>
        <pc:sldMkLst>
          <pc:docMk/>
          <pc:sldMk cId="2544541054" sldId="296"/>
        </pc:sldMkLst>
      </pc:sldChg>
    </pc:docChg>
  </pc:docChgLst>
  <pc:docChgLst>
    <pc:chgData name="SUMIT AGARWAL(BTECH10067.21@bitmesra.ac.in)" userId="S::btech10067.21@bitmesra.ac.in::276f6ef2-67bb-402b-9abb-9f4eea953946" providerId="AD" clId="Web-{23AC5F82-92A4-4163-B135-F081284322F2}"/>
    <pc:docChg chg="modSld">
      <pc:chgData name="SUMIT AGARWAL(BTECH10067.21@bitmesra.ac.in)" userId="S::btech10067.21@bitmesra.ac.in::276f6ef2-67bb-402b-9abb-9f4eea953946" providerId="AD" clId="Web-{23AC5F82-92A4-4163-B135-F081284322F2}" dt="2022-04-30T06:16:25.060" v="1" actId="20577"/>
      <pc:docMkLst>
        <pc:docMk/>
      </pc:docMkLst>
      <pc:sldChg chg="modSp">
        <pc:chgData name="SUMIT AGARWAL(BTECH10067.21@bitmesra.ac.in)" userId="S::btech10067.21@bitmesra.ac.in::276f6ef2-67bb-402b-9abb-9f4eea953946" providerId="AD" clId="Web-{23AC5F82-92A4-4163-B135-F081284322F2}" dt="2022-04-30T06:16:25.060" v="1" actId="20577"/>
        <pc:sldMkLst>
          <pc:docMk/>
          <pc:sldMk cId="3572836393" sldId="260"/>
        </pc:sldMkLst>
        <pc:spChg chg="mod">
          <ac:chgData name="SUMIT AGARWAL(BTECH10067.21@bitmesra.ac.in)" userId="S::btech10067.21@bitmesra.ac.in::276f6ef2-67bb-402b-9abb-9f4eea953946" providerId="AD" clId="Web-{23AC5F82-92A4-4163-B135-F081284322F2}" dt="2022-04-30T06:16:25.060" v="1" actId="20577"/>
          <ac:spMkLst>
            <pc:docMk/>
            <pc:sldMk cId="3572836393" sldId="260"/>
            <ac:spMk id="2" creationId="{00000000-0000-0000-0000-000000000000}"/>
          </ac:spMkLst>
        </pc:spChg>
      </pc:sldChg>
    </pc:docChg>
  </pc:docChgLst>
  <pc:docChgLst>
    <pc:chgData name="GUGULOTHU DINESH KUMAR(BTECH10505.21@bitmesra.ac.in)" userId="S::btech10505.21@bitmesra.ac.in::a1317938-7edc-4f26-a4b8-2ada9b1140c5" providerId="AD" clId="Web-{8BDB8500-569B-4705-A2FE-7BE492B7D20C}"/>
    <pc:docChg chg="modSld">
      <pc:chgData name="GUGULOTHU DINESH KUMAR(BTECH10505.21@bitmesra.ac.in)" userId="S::btech10505.21@bitmesra.ac.in::a1317938-7edc-4f26-a4b8-2ada9b1140c5" providerId="AD" clId="Web-{8BDB8500-569B-4705-A2FE-7BE492B7D20C}" dt="2023-05-22T15:00:55.243" v="1"/>
      <pc:docMkLst>
        <pc:docMk/>
      </pc:docMkLst>
      <pc:sldChg chg="delSp">
        <pc:chgData name="GUGULOTHU DINESH KUMAR(BTECH10505.21@bitmesra.ac.in)" userId="S::btech10505.21@bitmesra.ac.in::a1317938-7edc-4f26-a4b8-2ada9b1140c5" providerId="AD" clId="Web-{8BDB8500-569B-4705-A2FE-7BE492B7D20C}" dt="2023-05-22T15:00:55.243" v="1"/>
        <pc:sldMkLst>
          <pc:docMk/>
          <pc:sldMk cId="4074180102" sldId="261"/>
        </pc:sldMkLst>
        <pc:spChg chg="del">
          <ac:chgData name="GUGULOTHU DINESH KUMAR(BTECH10505.21@bitmesra.ac.in)" userId="S::btech10505.21@bitmesra.ac.in::a1317938-7edc-4f26-a4b8-2ada9b1140c5" providerId="AD" clId="Web-{8BDB8500-569B-4705-A2FE-7BE492B7D20C}" dt="2023-05-22T15:00:42.570" v="0"/>
          <ac:spMkLst>
            <pc:docMk/>
            <pc:sldMk cId="4074180102" sldId="261"/>
            <ac:spMk id="2" creationId="{00000000-0000-0000-0000-000000000000}"/>
          </ac:spMkLst>
        </pc:spChg>
        <pc:spChg chg="del">
          <ac:chgData name="GUGULOTHU DINESH KUMAR(BTECH10505.21@bitmesra.ac.in)" userId="S::btech10505.21@bitmesra.ac.in::a1317938-7edc-4f26-a4b8-2ada9b1140c5" providerId="AD" clId="Web-{8BDB8500-569B-4705-A2FE-7BE492B7D20C}" dt="2023-05-22T15:00:55.243" v="1"/>
          <ac:spMkLst>
            <pc:docMk/>
            <pc:sldMk cId="4074180102" sldId="261"/>
            <ac:spMk id="3" creationId="{00000000-0000-0000-0000-000000000000}"/>
          </ac:spMkLst>
        </pc:spChg>
      </pc:sldChg>
    </pc:docChg>
  </pc:docChgLst>
  <pc:docChgLst>
    <pc:chgData name="GAJENDRA AGARWAL(BTECH10307.21@bitmesra.ac.in)" userId="S::btech10307.21@bitmesra.ac.in::8b878f5a-8ef0-46dc-8d3f-2f07f155ffa2" providerId="AD" clId="Web-{874E9D77-1780-4B88-BCDE-8A12DF69E8FA}"/>
    <pc:docChg chg="addSld">
      <pc:chgData name="GAJENDRA AGARWAL(BTECH10307.21@bitmesra.ac.in)" userId="S::btech10307.21@bitmesra.ac.in::8b878f5a-8ef0-46dc-8d3f-2f07f155ffa2" providerId="AD" clId="Web-{874E9D77-1780-4B88-BCDE-8A12DF69E8FA}" dt="2022-05-07T07:00:47.509" v="14"/>
      <pc:docMkLst>
        <pc:docMk/>
      </pc:docMkLst>
      <pc:sldChg chg="new">
        <pc:chgData name="GAJENDRA AGARWAL(BTECH10307.21@bitmesra.ac.in)" userId="S::btech10307.21@bitmesra.ac.in::8b878f5a-8ef0-46dc-8d3f-2f07f155ffa2" providerId="AD" clId="Web-{874E9D77-1780-4B88-BCDE-8A12DF69E8FA}" dt="2022-05-07T07:00:45.478" v="0"/>
        <pc:sldMkLst>
          <pc:docMk/>
          <pc:sldMk cId="3211831786" sldId="281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6.384" v="1"/>
        <pc:sldMkLst>
          <pc:docMk/>
          <pc:sldMk cId="2738669910" sldId="282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6.416" v="2"/>
        <pc:sldMkLst>
          <pc:docMk/>
          <pc:sldMk cId="1046185071" sldId="283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6.463" v="3"/>
        <pc:sldMkLst>
          <pc:docMk/>
          <pc:sldMk cId="334826115" sldId="284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6.478" v="4"/>
        <pc:sldMkLst>
          <pc:docMk/>
          <pc:sldMk cId="1798572398" sldId="285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6.525" v="5"/>
        <pc:sldMkLst>
          <pc:docMk/>
          <pc:sldMk cId="3744592888" sldId="286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6.556" v="6"/>
        <pc:sldMkLst>
          <pc:docMk/>
          <pc:sldMk cId="1873528139" sldId="287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6.572" v="7"/>
        <pc:sldMkLst>
          <pc:docMk/>
          <pc:sldMk cId="1360312764" sldId="288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6.713" v="8"/>
        <pc:sldMkLst>
          <pc:docMk/>
          <pc:sldMk cId="1139541821" sldId="289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6.728" v="9"/>
        <pc:sldMkLst>
          <pc:docMk/>
          <pc:sldMk cId="2765324380" sldId="290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7.072" v="10"/>
        <pc:sldMkLst>
          <pc:docMk/>
          <pc:sldMk cId="2612629382" sldId="291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7.103" v="11"/>
        <pc:sldMkLst>
          <pc:docMk/>
          <pc:sldMk cId="4056051585" sldId="292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7.447" v="12"/>
        <pc:sldMkLst>
          <pc:docMk/>
          <pc:sldMk cId="449970811" sldId="293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7.478" v="13"/>
        <pc:sldMkLst>
          <pc:docMk/>
          <pc:sldMk cId="68117313" sldId="294"/>
        </pc:sldMkLst>
      </pc:sldChg>
      <pc:sldChg chg="new">
        <pc:chgData name="GAJENDRA AGARWAL(BTECH10307.21@bitmesra.ac.in)" userId="S::btech10307.21@bitmesra.ac.in::8b878f5a-8ef0-46dc-8d3f-2f07f155ffa2" providerId="AD" clId="Web-{874E9D77-1780-4B88-BCDE-8A12DF69E8FA}" dt="2022-05-07T07:00:47.509" v="14"/>
        <pc:sldMkLst>
          <pc:docMk/>
          <pc:sldMk cId="1071930170" sldId="295"/>
        </pc:sldMkLst>
      </pc:sldChg>
    </pc:docChg>
  </pc:docChgLst>
  <pc:docChgLst>
    <pc:chgData name="ARYA SHRESHTH(BTECH10093.21@bitmesra.ac.in)" userId="S::btech10093.21@bitmesra.ac.in::6073f004-678f-4052-bfd1-fbff8faddfa8" providerId="AD" clId="Web-{1D7BBA7B-8955-42BA-8195-6309B5177DBE}"/>
    <pc:docChg chg="modSld">
      <pc:chgData name="ARYA SHRESHTH(BTECH10093.21@bitmesra.ac.in)" userId="S::btech10093.21@bitmesra.ac.in::6073f004-678f-4052-bfd1-fbff8faddfa8" providerId="AD" clId="Web-{1D7BBA7B-8955-42BA-8195-6309B5177DBE}" dt="2022-05-09T04:31:53.521" v="0"/>
      <pc:docMkLst>
        <pc:docMk/>
      </pc:docMkLst>
      <pc:sldChg chg="addSp">
        <pc:chgData name="ARYA SHRESHTH(BTECH10093.21@bitmesra.ac.in)" userId="S::btech10093.21@bitmesra.ac.in::6073f004-678f-4052-bfd1-fbff8faddfa8" providerId="AD" clId="Web-{1D7BBA7B-8955-42BA-8195-6309B5177DBE}" dt="2022-05-09T04:31:53.521" v="0"/>
        <pc:sldMkLst>
          <pc:docMk/>
          <pc:sldMk cId="2535563309" sldId="256"/>
        </pc:sldMkLst>
        <pc:spChg chg="add">
          <ac:chgData name="ARYA SHRESHTH(BTECH10093.21@bitmesra.ac.in)" userId="S::btech10093.21@bitmesra.ac.in::6073f004-678f-4052-bfd1-fbff8faddfa8" providerId="AD" clId="Web-{1D7BBA7B-8955-42BA-8195-6309B5177DBE}" dt="2022-05-09T04:31:53.521" v="0"/>
          <ac:spMkLst>
            <pc:docMk/>
            <pc:sldMk cId="2535563309" sldId="256"/>
            <ac:spMk id="6" creationId="{713D2E6F-9243-8735-856F-B29B4FC54428}"/>
          </ac:spMkLst>
        </pc:spChg>
      </pc:sldChg>
    </pc:docChg>
  </pc:docChgLst>
  <pc:docChgLst>
    <pc:chgData name="SHIVAM SHARMA(BTECH10193.21@bitmesra.ac.in)" userId="S::btech10193.21@bitmesra.ac.in::eba7c897-202f-4a55-9f60-9e15682e06d6" providerId="AD" clId="Web-{259A0E83-5080-4E68-B258-1E6BA4117884}"/>
    <pc:docChg chg="modSld">
      <pc:chgData name="SHIVAM SHARMA(BTECH10193.21@bitmesra.ac.in)" userId="S::btech10193.21@bitmesra.ac.in::eba7c897-202f-4a55-9f60-9e15682e06d6" providerId="AD" clId="Web-{259A0E83-5080-4E68-B258-1E6BA4117884}" dt="2022-07-16T06:39:40.414" v="4" actId="1076"/>
      <pc:docMkLst>
        <pc:docMk/>
      </pc:docMkLst>
      <pc:sldChg chg="modSp">
        <pc:chgData name="SHIVAM SHARMA(BTECH10193.21@bitmesra.ac.in)" userId="S::btech10193.21@bitmesra.ac.in::eba7c897-202f-4a55-9f60-9e15682e06d6" providerId="AD" clId="Web-{259A0E83-5080-4E68-B258-1E6BA4117884}" dt="2022-07-16T06:39:40.414" v="4" actId="1076"/>
        <pc:sldMkLst>
          <pc:docMk/>
          <pc:sldMk cId="2535563309" sldId="256"/>
        </pc:sldMkLst>
        <pc:spChg chg="mod">
          <ac:chgData name="SHIVAM SHARMA(BTECH10193.21@bitmesra.ac.in)" userId="S::btech10193.21@bitmesra.ac.in::eba7c897-202f-4a55-9f60-9e15682e06d6" providerId="AD" clId="Web-{259A0E83-5080-4E68-B258-1E6BA4117884}" dt="2022-07-16T06:39:17.257" v="1" actId="14100"/>
          <ac:spMkLst>
            <pc:docMk/>
            <pc:sldMk cId="2535563309" sldId="256"/>
            <ac:spMk id="2" creationId="{00000000-0000-0000-0000-000000000000}"/>
          </ac:spMkLst>
        </pc:spChg>
        <pc:spChg chg="mod">
          <ac:chgData name="SHIVAM SHARMA(BTECH10193.21@bitmesra.ac.in)" userId="S::btech10193.21@bitmesra.ac.in::eba7c897-202f-4a55-9f60-9e15682e06d6" providerId="AD" clId="Web-{259A0E83-5080-4E68-B258-1E6BA4117884}" dt="2022-07-16T06:39:40.414" v="4" actId="1076"/>
          <ac:spMkLst>
            <pc:docMk/>
            <pc:sldMk cId="2535563309" sldId="256"/>
            <ac:spMk id="3" creationId="{00000000-0000-0000-0000-000000000000}"/>
          </ac:spMkLst>
        </pc:spChg>
        <pc:spChg chg="mod">
          <ac:chgData name="SHIVAM SHARMA(BTECH10193.21@bitmesra.ac.in)" userId="S::btech10193.21@bitmesra.ac.in::eba7c897-202f-4a55-9f60-9e15682e06d6" providerId="AD" clId="Web-{259A0E83-5080-4E68-B258-1E6BA4117884}" dt="2022-07-16T06:39:22.179" v="2" actId="1076"/>
          <ac:spMkLst>
            <pc:docMk/>
            <pc:sldMk cId="2535563309" sldId="256"/>
            <ac:spMk id="6" creationId="{713D2E6F-9243-8735-856F-B29B4FC54428}"/>
          </ac:spMkLst>
        </pc:spChg>
      </pc:sldChg>
    </pc:docChg>
  </pc:docChgLst>
  <pc:docChgLst>
    <pc:chgData name="MANISH KUMAR KHIRWAL(BTECH10595.21@bitmesra.ac.in)" userId="S::btech10595.21@bitmesra.ac.in::d3b53ce4-26d8-438c-9b63-16ba1c628a6a" providerId="AD" clId="Web-{94455BF5-0EEA-477F-8CBC-59E8D1CDF428}"/>
    <pc:docChg chg="modSld">
      <pc:chgData name="MANISH KUMAR KHIRWAL(BTECH10595.21@bitmesra.ac.in)" userId="S::btech10595.21@bitmesra.ac.in::d3b53ce4-26d8-438c-9b63-16ba1c628a6a" providerId="AD" clId="Web-{94455BF5-0EEA-477F-8CBC-59E8D1CDF428}" dt="2022-07-17T22:06:49.933" v="5"/>
      <pc:docMkLst>
        <pc:docMk/>
      </pc:docMkLst>
      <pc:sldChg chg="delSp">
        <pc:chgData name="MANISH KUMAR KHIRWAL(BTECH10595.21@bitmesra.ac.in)" userId="S::btech10595.21@bitmesra.ac.in::d3b53ce4-26d8-438c-9b63-16ba1c628a6a" providerId="AD" clId="Web-{94455BF5-0EEA-477F-8CBC-59E8D1CDF428}" dt="2022-07-17T21:59:08.738" v="1"/>
        <pc:sldMkLst>
          <pc:docMk/>
          <pc:sldMk cId="3220184883" sldId="266"/>
        </pc:sldMkLst>
        <pc:spChg chg="del">
          <ac:chgData name="MANISH KUMAR KHIRWAL(BTECH10595.21@bitmesra.ac.in)" userId="S::btech10595.21@bitmesra.ac.in::d3b53ce4-26d8-438c-9b63-16ba1c628a6a" providerId="AD" clId="Web-{94455BF5-0EEA-477F-8CBC-59E8D1CDF428}" dt="2022-07-17T21:59:01.347" v="0"/>
          <ac:spMkLst>
            <pc:docMk/>
            <pc:sldMk cId="3220184883" sldId="266"/>
            <ac:spMk id="2" creationId="{00000000-0000-0000-0000-000000000000}"/>
          </ac:spMkLst>
        </pc:spChg>
        <pc:spChg chg="del">
          <ac:chgData name="MANISH KUMAR KHIRWAL(BTECH10595.21@bitmesra.ac.in)" userId="S::btech10595.21@bitmesra.ac.in::d3b53ce4-26d8-438c-9b63-16ba1c628a6a" providerId="AD" clId="Web-{94455BF5-0EEA-477F-8CBC-59E8D1CDF428}" dt="2022-07-17T21:59:08.738" v="1"/>
          <ac:spMkLst>
            <pc:docMk/>
            <pc:sldMk cId="3220184883" sldId="266"/>
            <ac:spMk id="3" creationId="{00000000-0000-0000-0000-000000000000}"/>
          </ac:spMkLst>
        </pc:spChg>
      </pc:sldChg>
      <pc:sldChg chg="delSp">
        <pc:chgData name="MANISH KUMAR KHIRWAL(BTECH10595.21@bitmesra.ac.in)" userId="S::btech10595.21@bitmesra.ac.in::d3b53ce4-26d8-438c-9b63-16ba1c628a6a" providerId="AD" clId="Web-{94455BF5-0EEA-477F-8CBC-59E8D1CDF428}" dt="2022-07-17T22:04:25.352" v="3"/>
        <pc:sldMkLst>
          <pc:docMk/>
          <pc:sldMk cId="896199009" sldId="267"/>
        </pc:sldMkLst>
        <pc:spChg chg="del">
          <ac:chgData name="MANISH KUMAR KHIRWAL(BTECH10595.21@bitmesra.ac.in)" userId="S::btech10595.21@bitmesra.ac.in::d3b53ce4-26d8-438c-9b63-16ba1c628a6a" providerId="AD" clId="Web-{94455BF5-0EEA-477F-8CBC-59E8D1CDF428}" dt="2022-07-17T22:04:23.524" v="2"/>
          <ac:spMkLst>
            <pc:docMk/>
            <pc:sldMk cId="896199009" sldId="267"/>
            <ac:spMk id="2" creationId="{00000000-0000-0000-0000-000000000000}"/>
          </ac:spMkLst>
        </pc:spChg>
        <pc:spChg chg="del">
          <ac:chgData name="MANISH KUMAR KHIRWAL(BTECH10595.21@bitmesra.ac.in)" userId="S::btech10595.21@bitmesra.ac.in::d3b53ce4-26d8-438c-9b63-16ba1c628a6a" providerId="AD" clId="Web-{94455BF5-0EEA-477F-8CBC-59E8D1CDF428}" dt="2022-07-17T22:04:25.352" v="3"/>
          <ac:spMkLst>
            <pc:docMk/>
            <pc:sldMk cId="896199009" sldId="267"/>
            <ac:spMk id="3" creationId="{00000000-0000-0000-0000-000000000000}"/>
          </ac:spMkLst>
        </pc:spChg>
      </pc:sldChg>
      <pc:sldChg chg="delSp">
        <pc:chgData name="MANISH KUMAR KHIRWAL(BTECH10595.21@bitmesra.ac.in)" userId="S::btech10595.21@bitmesra.ac.in::d3b53ce4-26d8-438c-9b63-16ba1c628a6a" providerId="AD" clId="Web-{94455BF5-0EEA-477F-8CBC-59E8D1CDF428}" dt="2022-07-17T22:06:49.933" v="5"/>
        <pc:sldMkLst>
          <pc:docMk/>
          <pc:sldMk cId="3794798515" sldId="268"/>
        </pc:sldMkLst>
        <pc:spChg chg="del">
          <ac:chgData name="MANISH KUMAR KHIRWAL(BTECH10595.21@bitmesra.ac.in)" userId="S::btech10595.21@bitmesra.ac.in::d3b53ce4-26d8-438c-9b63-16ba1c628a6a" providerId="AD" clId="Web-{94455BF5-0EEA-477F-8CBC-59E8D1CDF428}" dt="2022-07-17T22:06:47.121" v="4"/>
          <ac:spMkLst>
            <pc:docMk/>
            <pc:sldMk cId="3794798515" sldId="268"/>
            <ac:spMk id="2" creationId="{00000000-0000-0000-0000-000000000000}"/>
          </ac:spMkLst>
        </pc:spChg>
        <pc:spChg chg="del">
          <ac:chgData name="MANISH KUMAR KHIRWAL(BTECH10595.21@bitmesra.ac.in)" userId="S::btech10595.21@bitmesra.ac.in::d3b53ce4-26d8-438c-9b63-16ba1c628a6a" providerId="AD" clId="Web-{94455BF5-0EEA-477F-8CBC-59E8D1CDF428}" dt="2022-07-17T22:06:49.933" v="5"/>
          <ac:spMkLst>
            <pc:docMk/>
            <pc:sldMk cId="3794798515" sldId="268"/>
            <ac:spMk id="3" creationId="{00000000-0000-0000-0000-000000000000}"/>
          </ac:spMkLst>
        </pc:spChg>
      </pc:sldChg>
    </pc:docChg>
  </pc:docChgLst>
  <pc:docChgLst>
    <pc:chgData name="RAGHUNANDAN GUPTA(BTECH10021.21@bitmesra.ac.in)" userId="S::btech10021.21@bitmesra.ac.in::356602b6-4f1d-413c-8e2d-4dab3878389d" providerId="AD" clId="Web-{CC315BD1-DD95-4742-A87E-1EE665950370}"/>
    <pc:docChg chg="modSld">
      <pc:chgData name="RAGHUNANDAN GUPTA(BTECH10021.21@bitmesra.ac.in)" userId="S::btech10021.21@bitmesra.ac.in::356602b6-4f1d-413c-8e2d-4dab3878389d" providerId="AD" clId="Web-{CC315BD1-DD95-4742-A87E-1EE665950370}" dt="2022-07-15T14:52:06.544" v="0" actId="1076"/>
      <pc:docMkLst>
        <pc:docMk/>
      </pc:docMkLst>
      <pc:sldChg chg="modSp">
        <pc:chgData name="RAGHUNANDAN GUPTA(BTECH10021.21@bitmesra.ac.in)" userId="S::btech10021.21@bitmesra.ac.in::356602b6-4f1d-413c-8e2d-4dab3878389d" providerId="AD" clId="Web-{CC315BD1-DD95-4742-A87E-1EE665950370}" dt="2022-07-15T14:52:06.544" v="0" actId="1076"/>
        <pc:sldMkLst>
          <pc:docMk/>
          <pc:sldMk cId="3220184883" sldId="266"/>
        </pc:sldMkLst>
        <pc:spChg chg="mod">
          <ac:chgData name="RAGHUNANDAN GUPTA(BTECH10021.21@bitmesra.ac.in)" userId="S::btech10021.21@bitmesra.ac.in::356602b6-4f1d-413c-8e2d-4dab3878389d" providerId="AD" clId="Web-{CC315BD1-DD95-4742-A87E-1EE665950370}" dt="2022-07-15T14:52:06.544" v="0" actId="1076"/>
          <ac:spMkLst>
            <pc:docMk/>
            <pc:sldMk cId="3220184883" sldId="266"/>
            <ac:spMk id="3" creationId="{00000000-0000-0000-0000-000000000000}"/>
          </ac:spMkLst>
        </pc:spChg>
      </pc:sldChg>
    </pc:docChg>
  </pc:docChgLst>
  <pc:docChgLst>
    <pc:chgData name="AMRIT YASHASVI LAL(BTECH10110.21@bitmesra.ac.in)" userId="S::btech10110.21@bitmesra.ac.in::a7ecd7d4-55b4-41e3-87ae-c02b513c7cfc" providerId="AD" clId="Web-{F87789C6-2090-4D6E-ADAD-E259062F14CF}"/>
    <pc:docChg chg="modSld">
      <pc:chgData name="AMRIT YASHASVI LAL(BTECH10110.21@bitmesra.ac.in)" userId="S::btech10110.21@bitmesra.ac.in::a7ecd7d4-55b4-41e3-87ae-c02b513c7cfc" providerId="AD" clId="Web-{F87789C6-2090-4D6E-ADAD-E259062F14CF}" dt="2022-05-04T18:15:27.468" v="1"/>
      <pc:docMkLst>
        <pc:docMk/>
      </pc:docMkLst>
      <pc:sldChg chg="addSp delSp">
        <pc:chgData name="AMRIT YASHASVI LAL(BTECH10110.21@bitmesra.ac.in)" userId="S::btech10110.21@bitmesra.ac.in::a7ecd7d4-55b4-41e3-87ae-c02b513c7cfc" providerId="AD" clId="Web-{F87789C6-2090-4D6E-ADAD-E259062F14CF}" dt="2022-05-04T18:15:27.468" v="1"/>
        <pc:sldMkLst>
          <pc:docMk/>
          <pc:sldMk cId="4074180102" sldId="261"/>
        </pc:sldMkLst>
        <pc:spChg chg="add del">
          <ac:chgData name="AMRIT YASHASVI LAL(BTECH10110.21@bitmesra.ac.in)" userId="S::btech10110.21@bitmesra.ac.in::a7ecd7d4-55b4-41e3-87ae-c02b513c7cfc" providerId="AD" clId="Web-{F87789C6-2090-4D6E-ADAD-E259062F14CF}" dt="2022-05-04T18:15:27.468" v="1"/>
          <ac:spMkLst>
            <pc:docMk/>
            <pc:sldMk cId="4074180102" sldId="261"/>
            <ac:spMk id="3" creationId="{00000000-0000-0000-0000-000000000000}"/>
          </ac:spMkLst>
        </pc:spChg>
      </pc:sldChg>
    </pc:docChg>
  </pc:docChgLst>
  <pc:docChgLst>
    <pc:chgData name="AKHILESH DILEEP PRATAPWAR(BTECH10305.21@bitmesra.ac.in)" userId="S::btech10305.21@bitmesra.ac.in::10694601-9689-4111-bb38-3a7a335546fb" providerId="AD" clId="Web-{6771BBF7-5318-4CC1-8935-119E550E8B10}"/>
    <pc:docChg chg="modSld">
      <pc:chgData name="AKHILESH DILEEP PRATAPWAR(BTECH10305.21@bitmesra.ac.in)" userId="S::btech10305.21@bitmesra.ac.in::10694601-9689-4111-bb38-3a7a335546fb" providerId="AD" clId="Web-{6771BBF7-5318-4CC1-8935-119E550E8B10}" dt="2022-07-17T05:55:24.974" v="3" actId="20577"/>
      <pc:docMkLst>
        <pc:docMk/>
      </pc:docMkLst>
      <pc:sldChg chg="addSp modSp">
        <pc:chgData name="AKHILESH DILEEP PRATAPWAR(BTECH10305.21@bitmesra.ac.in)" userId="S::btech10305.21@bitmesra.ac.in::10694601-9689-4111-bb38-3a7a335546fb" providerId="AD" clId="Web-{6771BBF7-5318-4CC1-8935-119E550E8B10}" dt="2022-07-17T05:55:24.974" v="3" actId="20577"/>
        <pc:sldMkLst>
          <pc:docMk/>
          <pc:sldMk cId="2535563309" sldId="256"/>
        </pc:sldMkLst>
        <pc:spChg chg="mod">
          <ac:chgData name="AKHILESH DILEEP PRATAPWAR(BTECH10305.21@bitmesra.ac.in)" userId="S::btech10305.21@bitmesra.ac.in::10694601-9689-4111-bb38-3a7a335546fb" providerId="AD" clId="Web-{6771BBF7-5318-4CC1-8935-119E550E8B10}" dt="2022-07-17T05:55:24.974" v="3" actId="20577"/>
          <ac:spMkLst>
            <pc:docMk/>
            <pc:sldMk cId="2535563309" sldId="256"/>
            <ac:spMk id="2" creationId="{00000000-0000-0000-0000-000000000000}"/>
          </ac:spMkLst>
        </pc:spChg>
        <pc:spChg chg="add">
          <ac:chgData name="AKHILESH DILEEP PRATAPWAR(BTECH10305.21@bitmesra.ac.in)" userId="S::btech10305.21@bitmesra.ac.in::10694601-9689-4111-bb38-3a7a335546fb" providerId="AD" clId="Web-{6771BBF7-5318-4CC1-8935-119E550E8B10}" dt="2022-07-17T05:55:24.849" v="0"/>
          <ac:spMkLst>
            <pc:docMk/>
            <pc:sldMk cId="2535563309" sldId="256"/>
            <ac:spMk id="7" creationId="{646702C7-622F-FBED-9BD2-A9C9A4238EEB}"/>
          </ac:spMkLst>
        </pc:spChg>
        <pc:spChg chg="add">
          <ac:chgData name="AKHILESH DILEEP PRATAPWAR(BTECH10305.21@bitmesra.ac.in)" userId="S::btech10305.21@bitmesra.ac.in::10694601-9689-4111-bb38-3a7a335546fb" providerId="AD" clId="Web-{6771BBF7-5318-4CC1-8935-119E550E8B10}" dt="2022-07-17T05:55:24.896" v="1"/>
          <ac:spMkLst>
            <pc:docMk/>
            <pc:sldMk cId="2535563309" sldId="256"/>
            <ac:spMk id="8" creationId="{D0A7D232-69C5-D3E0-A7BA-A5623350B7D0}"/>
          </ac:spMkLst>
        </pc:spChg>
      </pc:sldChg>
    </pc:docChg>
  </pc:docChgLst>
  <pc:docChgLst>
    <pc:chgData name="MOHAMMED NABIL(BTECH10117.21@bitmesra.ac.in)" userId="S::btech10117.21@bitmesra.ac.in::6dcdaffe-030e-4cf7-ae5d-fa31ef50de97" providerId="AD" clId="Web-{55A01B4C-064F-4E60-B30C-76EDD2995C47}"/>
    <pc:docChg chg="modSld">
      <pc:chgData name="MOHAMMED NABIL(BTECH10117.21@bitmesra.ac.in)" userId="S::btech10117.21@bitmesra.ac.in::6dcdaffe-030e-4cf7-ae5d-fa31ef50de97" providerId="AD" clId="Web-{55A01B4C-064F-4E60-B30C-76EDD2995C47}" dt="2022-07-17T11:28:04.202" v="4"/>
      <pc:docMkLst>
        <pc:docMk/>
      </pc:docMkLst>
      <pc:sldChg chg="delSp">
        <pc:chgData name="MOHAMMED NABIL(BTECH10117.21@bitmesra.ac.in)" userId="S::btech10117.21@bitmesra.ac.in::6dcdaffe-030e-4cf7-ae5d-fa31ef50de97" providerId="AD" clId="Web-{55A01B4C-064F-4E60-B30C-76EDD2995C47}" dt="2022-07-17T11:28:04.202" v="4"/>
        <pc:sldMkLst>
          <pc:docMk/>
          <pc:sldMk cId="2535563309" sldId="256"/>
        </pc:sldMkLst>
        <pc:spChg chg="del">
          <ac:chgData name="MOHAMMED NABIL(BTECH10117.21@bitmesra.ac.in)" userId="S::btech10117.21@bitmesra.ac.in::6dcdaffe-030e-4cf7-ae5d-fa31ef50de97" providerId="AD" clId="Web-{55A01B4C-064F-4E60-B30C-76EDD2995C47}" dt="2022-07-17T11:27:58.999" v="3"/>
          <ac:spMkLst>
            <pc:docMk/>
            <pc:sldMk cId="2535563309" sldId="256"/>
            <ac:spMk id="2" creationId="{00000000-0000-0000-0000-000000000000}"/>
          </ac:spMkLst>
        </pc:spChg>
        <pc:spChg chg="del">
          <ac:chgData name="MOHAMMED NABIL(BTECH10117.21@bitmesra.ac.in)" userId="S::btech10117.21@bitmesra.ac.in::6dcdaffe-030e-4cf7-ae5d-fa31ef50de97" providerId="AD" clId="Web-{55A01B4C-064F-4E60-B30C-76EDD2995C47}" dt="2022-07-17T11:27:55.374" v="2"/>
          <ac:spMkLst>
            <pc:docMk/>
            <pc:sldMk cId="2535563309" sldId="256"/>
            <ac:spMk id="3" creationId="{00000000-0000-0000-0000-000000000000}"/>
          </ac:spMkLst>
        </pc:spChg>
        <pc:spChg chg="del">
          <ac:chgData name="MOHAMMED NABIL(BTECH10117.21@bitmesra.ac.in)" userId="S::btech10117.21@bitmesra.ac.in::6dcdaffe-030e-4cf7-ae5d-fa31ef50de97" providerId="AD" clId="Web-{55A01B4C-064F-4E60-B30C-76EDD2995C47}" dt="2022-07-17T11:28:04.202" v="4"/>
          <ac:spMkLst>
            <pc:docMk/>
            <pc:sldMk cId="2535563309" sldId="256"/>
            <ac:spMk id="6" creationId="{713D2E6F-9243-8735-856F-B29B4FC54428}"/>
          </ac:spMkLst>
        </pc:spChg>
        <pc:spChg chg="del">
          <ac:chgData name="MOHAMMED NABIL(BTECH10117.21@bitmesra.ac.in)" userId="S::btech10117.21@bitmesra.ac.in::6dcdaffe-030e-4cf7-ae5d-fa31ef50de97" providerId="AD" clId="Web-{55A01B4C-064F-4E60-B30C-76EDD2995C47}" dt="2022-07-17T11:27:50.499" v="1"/>
          <ac:spMkLst>
            <pc:docMk/>
            <pc:sldMk cId="2535563309" sldId="256"/>
            <ac:spMk id="7" creationId="{646702C7-622F-FBED-9BD2-A9C9A4238EEB}"/>
          </ac:spMkLst>
        </pc:spChg>
        <pc:spChg chg="del">
          <ac:chgData name="MOHAMMED NABIL(BTECH10117.21@bitmesra.ac.in)" userId="S::btech10117.21@bitmesra.ac.in::6dcdaffe-030e-4cf7-ae5d-fa31ef50de97" providerId="AD" clId="Web-{55A01B4C-064F-4E60-B30C-76EDD2995C47}" dt="2022-07-17T11:27:44.218" v="0"/>
          <ac:spMkLst>
            <pc:docMk/>
            <pc:sldMk cId="2535563309" sldId="256"/>
            <ac:spMk id="8" creationId="{D0A7D232-69C5-D3E0-A7BA-A5623350B7D0}"/>
          </ac:spMkLst>
        </pc:spChg>
      </pc:sldChg>
    </pc:docChg>
  </pc:docChgLst>
  <pc:docChgLst>
    <pc:chgData name="MOHAMMED NABIL(BTECH10117.21@bitmesra.ac.in)" userId="S::btech10117.21@bitmesra.ac.in::6dcdaffe-030e-4cf7-ae5d-fa31ef50de97" providerId="AD" clId="Web-{68F2D85B-A966-4898-96EA-61597F204BFD}"/>
    <pc:docChg chg="addSld">
      <pc:chgData name="MOHAMMED NABIL(BTECH10117.21@bitmesra.ac.in)" userId="S::btech10117.21@bitmesra.ac.in::6dcdaffe-030e-4cf7-ae5d-fa31ef50de97" providerId="AD" clId="Web-{68F2D85B-A966-4898-96EA-61597F204BFD}" dt="2022-07-17T12:36:51.005" v="0"/>
      <pc:docMkLst>
        <pc:docMk/>
      </pc:docMkLst>
      <pc:sldChg chg="new">
        <pc:chgData name="MOHAMMED NABIL(BTECH10117.21@bitmesra.ac.in)" userId="S::btech10117.21@bitmesra.ac.in::6dcdaffe-030e-4cf7-ae5d-fa31ef50de97" providerId="AD" clId="Web-{68F2D85B-A966-4898-96EA-61597F204BFD}" dt="2022-07-17T12:36:51.005" v="0"/>
        <pc:sldMkLst>
          <pc:docMk/>
          <pc:sldMk cId="2544541054" sldId="296"/>
        </pc:sldMkLst>
      </pc:sldChg>
    </pc:docChg>
  </pc:docChgLst>
  <pc:docChgLst>
    <pc:chgData name="AKSHAY VARMA(BTECH10265.21@bitmesra.ac.in)" userId="S::btech10265.21@bitmesra.ac.in::966b6582-a345-452f-af43-96d317e33ecd" providerId="AD" clId="Web-{25A7D8C0-7D2F-466C-9382-3E587AF50952}"/>
    <pc:docChg chg="modSld">
      <pc:chgData name="AKSHAY VARMA(BTECH10265.21@bitmesra.ac.in)" userId="S::btech10265.21@bitmesra.ac.in::966b6582-a345-452f-af43-96d317e33ecd" providerId="AD" clId="Web-{25A7D8C0-7D2F-466C-9382-3E587AF50952}" dt="2022-05-09T04:13:28.716" v="0" actId="1076"/>
      <pc:docMkLst>
        <pc:docMk/>
      </pc:docMkLst>
      <pc:sldChg chg="modSp">
        <pc:chgData name="AKSHAY VARMA(BTECH10265.21@bitmesra.ac.in)" userId="S::btech10265.21@bitmesra.ac.in::966b6582-a345-452f-af43-96d317e33ecd" providerId="AD" clId="Web-{25A7D8C0-7D2F-466C-9382-3E587AF50952}" dt="2022-05-09T04:13:28.716" v="0" actId="1076"/>
        <pc:sldMkLst>
          <pc:docMk/>
          <pc:sldMk cId="4133228404" sldId="265"/>
        </pc:sldMkLst>
        <pc:inkChg chg="mod">
          <ac:chgData name="AKSHAY VARMA(BTECH10265.21@bitmesra.ac.in)" userId="S::btech10265.21@bitmesra.ac.in::966b6582-a345-452f-af43-96d317e33ecd" providerId="AD" clId="Web-{25A7D8C0-7D2F-466C-9382-3E587AF50952}" dt="2022-05-09T04:13:28.716" v="0" actId="1076"/>
          <ac:inkMkLst>
            <pc:docMk/>
            <pc:sldMk cId="4133228404" sldId="265"/>
            <ac:inkMk id="5" creationId="{00000000-0000-0000-0000-000000000000}"/>
          </ac:inkMkLst>
        </pc:inkChg>
      </pc:sldChg>
    </pc:docChg>
  </pc:docChgLst>
  <pc:docChgLst>
    <pc:chgData name="ABHESHEK KUMAR SINGH(BTECH10120.21@bitmesra.ac.in)" userId="S::btech10120.21@bitmesra.ac.in::166a3f96-6dba-4602-ab84-0fac51711ae1" providerId="AD" clId="Web-{93FE2BF7-2BF1-4CEC-847F-43ACA17169BC}"/>
    <pc:docChg chg="modSld">
      <pc:chgData name="ABHESHEK KUMAR SINGH(BTECH10120.21@bitmesra.ac.in)" userId="S::btech10120.21@bitmesra.ac.in::166a3f96-6dba-4602-ab84-0fac51711ae1" providerId="AD" clId="Web-{93FE2BF7-2BF1-4CEC-847F-43ACA17169BC}" dt="2022-05-03T11:16:03.671" v="2"/>
      <pc:docMkLst>
        <pc:docMk/>
      </pc:docMkLst>
      <pc:sldChg chg="delSp mod modClrScheme chgLayout">
        <pc:chgData name="ABHESHEK KUMAR SINGH(BTECH10120.21@bitmesra.ac.in)" userId="S::btech10120.21@bitmesra.ac.in::166a3f96-6dba-4602-ab84-0fac51711ae1" providerId="AD" clId="Web-{93FE2BF7-2BF1-4CEC-847F-43ACA17169BC}" dt="2022-05-03T11:16:03.671" v="2"/>
        <pc:sldMkLst>
          <pc:docMk/>
          <pc:sldMk cId="2768476061" sldId="263"/>
        </pc:sldMkLst>
        <pc:spChg chg="del">
          <ac:chgData name="ABHESHEK KUMAR SINGH(BTECH10120.21@bitmesra.ac.in)" userId="S::btech10120.21@bitmesra.ac.in::166a3f96-6dba-4602-ab84-0fac51711ae1" providerId="AD" clId="Web-{93FE2BF7-2BF1-4CEC-847F-43ACA17169BC}" dt="2022-05-03T11:16:03.671" v="2"/>
          <ac:spMkLst>
            <pc:docMk/>
            <pc:sldMk cId="2768476061" sldId="263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93FE2BF7-2BF1-4CEC-847F-43ACA17169BC}" dt="2022-05-03T11:16:03.671" v="2"/>
          <ac:spMkLst>
            <pc:docMk/>
            <pc:sldMk cId="2768476061" sldId="263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93FE2BF7-2BF1-4CEC-847F-43ACA17169BC}" dt="2022-05-03T11:15:31.218" v="1"/>
        <pc:sldMkLst>
          <pc:docMk/>
          <pc:sldMk cId="1070501201" sldId="264"/>
        </pc:sldMkLst>
        <pc:spChg chg="del">
          <ac:chgData name="ABHESHEK KUMAR SINGH(BTECH10120.21@bitmesra.ac.in)" userId="S::btech10120.21@bitmesra.ac.in::166a3f96-6dba-4602-ab84-0fac51711ae1" providerId="AD" clId="Web-{93FE2BF7-2BF1-4CEC-847F-43ACA17169BC}" dt="2022-05-03T11:15:31.218" v="1"/>
          <ac:spMkLst>
            <pc:docMk/>
            <pc:sldMk cId="1070501201" sldId="264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93FE2BF7-2BF1-4CEC-847F-43ACA17169BC}" dt="2022-05-03T11:15:31.218" v="1"/>
          <ac:spMkLst>
            <pc:docMk/>
            <pc:sldMk cId="1070501201" sldId="264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93FE2BF7-2BF1-4CEC-847F-43ACA17169BC}" dt="2022-05-03T11:14:12.201" v="0"/>
        <pc:sldMkLst>
          <pc:docMk/>
          <pc:sldMk cId="4133228404" sldId="265"/>
        </pc:sldMkLst>
        <pc:spChg chg="del">
          <ac:chgData name="ABHESHEK KUMAR SINGH(BTECH10120.21@bitmesra.ac.in)" userId="S::btech10120.21@bitmesra.ac.in::166a3f96-6dba-4602-ab84-0fac51711ae1" providerId="AD" clId="Web-{93FE2BF7-2BF1-4CEC-847F-43ACA17169BC}" dt="2022-05-03T11:14:12.201" v="0"/>
          <ac:spMkLst>
            <pc:docMk/>
            <pc:sldMk cId="4133228404" sldId="265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93FE2BF7-2BF1-4CEC-847F-43ACA17169BC}" dt="2022-05-03T11:14:12.201" v="0"/>
          <ac:spMkLst>
            <pc:docMk/>
            <pc:sldMk cId="4133228404" sldId="265"/>
            <ac:spMk id="3" creationId="{00000000-0000-0000-0000-000000000000}"/>
          </ac:spMkLst>
        </pc:spChg>
      </pc:sldChg>
    </pc:docChg>
  </pc:docChgLst>
  <pc:docChgLst>
    <pc:chgData name="PRABHAKAR MANDAL(BTECH10058.21@bitmesra.ac.in)" userId="S::btech10058.21@bitmesra.ac.in::0d45868f-2468-452f-a66d-f6ad073a258e" providerId="AD" clId="Web-{0F606BB5-A517-4186-A84E-ABD2AEE62AE5}"/>
    <pc:docChg chg="modSld">
      <pc:chgData name="PRABHAKAR MANDAL(BTECH10058.21@bitmesra.ac.in)" userId="S::btech10058.21@bitmesra.ac.in::0d45868f-2468-452f-a66d-f6ad073a258e" providerId="AD" clId="Web-{0F606BB5-A517-4186-A84E-ABD2AEE62AE5}" dt="2022-04-29T09:38:14.101" v="0" actId="1076"/>
      <pc:docMkLst>
        <pc:docMk/>
      </pc:docMkLst>
      <pc:sldChg chg="modSp">
        <pc:chgData name="PRABHAKAR MANDAL(BTECH10058.21@bitmesra.ac.in)" userId="S::btech10058.21@bitmesra.ac.in::0d45868f-2468-452f-a66d-f6ad073a258e" providerId="AD" clId="Web-{0F606BB5-A517-4186-A84E-ABD2AEE62AE5}" dt="2022-04-29T09:38:14.101" v="0" actId="1076"/>
        <pc:sldMkLst>
          <pc:docMk/>
          <pc:sldMk cId="2535563309" sldId="256"/>
        </pc:sldMkLst>
        <pc:spChg chg="mod">
          <ac:chgData name="PRABHAKAR MANDAL(BTECH10058.21@bitmesra.ac.in)" userId="S::btech10058.21@bitmesra.ac.in::0d45868f-2468-452f-a66d-f6ad073a258e" providerId="AD" clId="Web-{0F606BB5-A517-4186-A84E-ABD2AEE62AE5}" dt="2022-04-29T09:38:14.101" v="0" actId="1076"/>
          <ac:spMkLst>
            <pc:docMk/>
            <pc:sldMk cId="2535563309" sldId="256"/>
            <ac:spMk id="3" creationId="{00000000-0000-0000-0000-000000000000}"/>
          </ac:spMkLst>
        </pc:spChg>
      </pc:sldChg>
    </pc:docChg>
  </pc:docChgLst>
  <pc:docChgLst>
    <pc:chgData name="GADDE ANURAG SREEVASTAV(BTECH10576.21@bitmesra.ac.in)" userId="S::btech10576.21@bitmesra.ac.in::ff8b274c-3e33-4a31-9163-1ed1f1c387ca" providerId="AD" clId="Web-{1906C01F-1FFD-42B4-29FB-EA240EE0101A}"/>
    <pc:docChg chg="modSld">
      <pc:chgData name="GADDE ANURAG SREEVASTAV(BTECH10576.21@bitmesra.ac.in)" userId="S::btech10576.21@bitmesra.ac.in::ff8b274c-3e33-4a31-9163-1ed1f1c387ca" providerId="AD" clId="Web-{1906C01F-1FFD-42B4-29FB-EA240EE0101A}" dt="2022-05-03T05:53:01.750" v="1"/>
      <pc:docMkLst>
        <pc:docMk/>
      </pc:docMkLst>
      <pc:sldChg chg="delSp">
        <pc:chgData name="GADDE ANURAG SREEVASTAV(BTECH10576.21@bitmesra.ac.in)" userId="S::btech10576.21@bitmesra.ac.in::ff8b274c-3e33-4a31-9163-1ed1f1c387ca" providerId="AD" clId="Web-{1906C01F-1FFD-42B4-29FB-EA240EE0101A}" dt="2022-05-03T05:53:01.750" v="1"/>
        <pc:sldMkLst>
          <pc:docMk/>
          <pc:sldMk cId="4241180106" sldId="262"/>
        </pc:sldMkLst>
        <pc:spChg chg="del">
          <ac:chgData name="GADDE ANURAG SREEVASTAV(BTECH10576.21@bitmesra.ac.in)" userId="S::btech10576.21@bitmesra.ac.in::ff8b274c-3e33-4a31-9163-1ed1f1c387ca" providerId="AD" clId="Web-{1906C01F-1FFD-42B4-29FB-EA240EE0101A}" dt="2022-05-03T05:53:01.750" v="1"/>
          <ac:spMkLst>
            <pc:docMk/>
            <pc:sldMk cId="4241180106" sldId="262"/>
            <ac:spMk id="2" creationId="{00000000-0000-0000-0000-000000000000}"/>
          </ac:spMkLst>
        </pc:spChg>
        <pc:spChg chg="del">
          <ac:chgData name="GADDE ANURAG SREEVASTAV(BTECH10576.21@bitmesra.ac.in)" userId="S::btech10576.21@bitmesra.ac.in::ff8b274c-3e33-4a31-9163-1ed1f1c387ca" providerId="AD" clId="Web-{1906C01F-1FFD-42B4-29FB-EA240EE0101A}" dt="2022-05-03T05:52:59.375" v="0"/>
          <ac:spMkLst>
            <pc:docMk/>
            <pc:sldMk cId="4241180106" sldId="262"/>
            <ac:spMk id="3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4:15:24.3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3381 1723 144 0,'0'0'145'16,"0"0"5"-16,0 0-6 0,-2-4-15 0,2 4-6 15,0 0-6-15,0 0-1 0,0 0-10 0,0 0 1 16,0 0-8-16,0 0-6 0,0 0 3 0,0 0-7 0,0 0 4 16,0 0 0-16,0 0 3 0,0 0-7 0,0 0 1 15,0 0 1-15,0 0-4 0,0 0-11 0,0 0 9 16,0 0-4-16,0 0-7 0,0 0 2 0,0 0-6 15,0 0 2-15,0 0-1 0,0 0 0 0,0 0 2 16,-1-5 6-16,1 5 0 0,0 0 9 0,0 0-2 16,0 0 0-16,0 0-14 15,0 0-9-15,0 0 9 0,0 0 5 0,0-6-6 16,0 6-2-16,0 0 1 0,0 0-11 0,0-6 0 16,0 6-12-16,0 0-4 0,0 0-10 0,0 0-7 15,0 0-9-15,0 0-13 0,0 0-26 0,0 0-10 16,0 0 7-16,-2 17-1 0,0-2-2 0,0 6 9 15,-3 8-1-15,-1 0 0 0,-2 3 9 16,1 3-7-16,-2 9 5 0,3-11-1 0,-2 0 8 0,2 1 4 0,1-1-8 16,0 1 5-16,-1-2 5 0,2-3 0 0,2-9 0 15,2 4-5-15,-2-7 11 0,0-5-4 0,1 0-3 16,1-2-1-16,0-1 2 0,-1-4 2 0,1-5 2 16,0 10 1-16,0-10 1 0,-2 8 3 0,2-8 6 15,0 0 15-15,0 6 1 0,0-6-3 16,0 0 8-16,0 0 0 0,0 0-1 0,0 0 3 0,-1 6-6 0,1-6 10 15,0 0-10-15,0 0-10 0,0 0-20 0,0 0-52 16,0 0-40-16,0 0-61 0,3-25-58 0,-1 11-71 16,2 1-320-16,-2-4-650 0,1-3 287 0</inkml:trace>
  <inkml:trace contextRef="#ctx0" brushRef="#br0" timeOffset="354">3365 1714 76 0,'-5'-4'286'16,"5"4"-12"-16,0 0-19 0,0 0-18 0,0 0-25 0,0 0-8 15,0 0-15-15,0 0-22 0,0 0-9 16,0 0-16-16,0 0-9 0,0 0-15 0,-7-2-10 15,7 2-12-15,0 0-10 0,0 0-6 0,0 0-8 0,0 0-8 16,0 0-3-16,0 0-14 0,0 0 5 0,20-3-8 16,-6 0-5-16,7 1-20 0,8-3 14 15,3 1-4-15,7-2-2 0,11-3-16 0,1 3 14 16,-14-1-10-16,2 3 2 0,-1-1-15 0,-3 1 10 16,-3 1 1-16,-11 2-3 0,-3-1 2 0,0 2-5 15,-4-3 0-15,-4 4 0 0,2-2-2 0,-7-1 1 16,-5 2-6-16,14 0-17 0,-14 0-24 0,0 0-30 15,11 3-6-15,-11-3 0 0,0 0-15 0,-11 14-30 16,-3 0-26-16,1-4-48 0,-2 1-240 0,-4 0-473 0,2 1 209 0</inkml:trace>
  <inkml:trace contextRef="#ctx0" brushRef="#br0" timeOffset="870.83">3379 2358 37 0,'-3'2'141'15,"3"-2"2"-15,-3 3 9 0,3-3 6 0,-3 2 0 16,3-2-4-16,0 0 7 0,0 0-3 0,-1 4-4 16,1-4-11-16,0 0-4 0,0 0-10 0,0 0-7 15,0 0-6-15,-4 4-10 0,4-4-2 0,0 0-3 16,0 0-6-16,0 0-8 0,0 0-4 0,0 0-9 0,0 0-8 16,0 0-3-16,0 0-15 0,0 0 5 0,0 0-7 15,-4 3-5-15,4-3-2 0,0 0-6 0,0 0-2 16,0 0-5-16,0 0 0 0,0 0-2 0,0 0-2 15,0 0 0-15,0 0 0 0,0 0-1 0,0 0-8 16,0 0 3-16,0 0 2 0,0 0-4 0,0 0 2 16,0 0 2-16,0 0 4 15,0 0 10-15,18-3-5 0,-4 2 1 16,7-4 3-16,6 1-9 0,2 1 3 0,4-2-2 16,2 1-3-16,2-1 1 0,-3 1-2 0,2 0 6 0,-4 0-10 15,-1 0-7-15,-4 1 24 0,-8 0-3 0,-1 3-5 16,-4-2 0-16,-4 0-2 0,-1 1-4 0,0-1 0 15,-3 2 0-15,1-3 2 0,-7 3-7 16,10-2-10-16,-10 2-13 0,0 0-27 0,10 0-25 0,-10 0-22 0,0 0-43 16,0 0-59-16,0 0-80 0,0 0-261 0,-26-5-571 15,16 3 253-15</inkml:trace>
  <inkml:trace contextRef="#ctx0" brushRef="#br0" timeOffset="1318.8">3356 2103 24 0,'0'0'249'16,"-5"3"-11"-16,5-3-14 0,0 0-17 0,0 0-15 0,0 0-12 0,0 0-13 16,0 0-13-16,0 0-6 0,-4 1-20 0,4-1-8 15,0 0-12-15,0 0-8 0,0 0-8 0,14 2-5 16,-2-2-7-16,7-3-8 0,0 3-3 15,12-2-11-15,6 1-3 0,-3-1-4 0,2-1-8 16,0 3-1-16,-3-1-4 0,-1-4 0 0,-2 5 3 16,-10-1-7-16,2-1-3 15,-6 2 2-15,0-2-3 0,-5 0-4 0,0 3 2 16,-4-1-7-16,-7 0 3 0,12 1-16 0,-12-1 12 16,10 0 5-16,-10 0-12 0,0 0 3 0,11-1-2 15,-11 1-13-15,0 0-32 0,0 0-24 0,8-1-41 16,-8 1-54-16,0 0-15 0,0 0-35 0,0 0-239 15,0 0-475-15,0 0 209 0</inkml:trace>
  <inkml:trace contextRef="#ctx0" brushRef="#br0" timeOffset="2158.81">4554 2048 28 0,'0'0'346'0,"0"0"-17"16,0 0-13-16,0 0-14 0,0 0-9 0,0 0-16 15,0 0-21-15,0 0-13 0,0 0-20 0,0 0-20 16,0 0-40-16,0 0-1 0,0 0-19 0,0 0-9 15,0 0-20-15,0 0-14 0,0 0-14 0,0 0-19 16,0 0-7-16,0 0-9 0,0 0-11 0,0 0-9 16,-12 7-9-1,12-7-3-15,-5 10-1 0,4 2-4 0,-2 0-7 16,2 5 6-16,-3 3-2 0,-1 9-2 0,1-4 7 16,0 3 0-16,0-2 0 0,3-6 1 0,-4 5-10 15,4-6 2-15,-2 0 2 0,3 0-3 0,-1-3-1 16,1 1 1-16,-2-5 0 0,0-1-4 0,1 0 7 15,1-5 2-15,0 4-4 0,0-5 2 0,0 3-9 16,0-3 2-16,0-5 6 0,0 5-2 0,0-5 1 0,0 8-5 0,0-8 7 16,-3 3 2-16,3-3-6 0,0 0 4 0,0 0 12 15,0 5 5-15,0-5-12 0,0 0 22 16,0 0 1-16,0 0 17 0,0 0 5 0,0 0 16 16,0 0-3-16,0 0-6 0,0 0-9 0,0 0-2 15,12-18-9-15,-7 10-9 0,-3-3-2 0,5-1-1 16,-2-1-6-16,-1-6-9 15,1 2 4-15,5-8-7 0,-2-1-7 0,-3-1 1 16,0 1-12-16,2-3-2 0,-1 4 4 0,-5-2-10 16,2 0-11-16,-6 8 1 0,2-8-10 0,-4 7 0 15,0-4 4-15,-3 8 2 0,-1-1 3 0,-4 1-5 16,3 0 7-16,-4 3 2 0,-3 1-3 0,3 0 0 16,-5 2 1-16,3 3 4 0,-4 3 1 0,1 0-11 15,-1 4 2-15,1 0 4 0,-2 4-2 0,-2 3 2 0,5 0 0 16,-1 1 0-16,1 4-3 0,0-1 6 0,-2 6-8 0,8-4 5 15,5 3-6-15,-2-6-9 0,4 5 5 0,-2-3 2 16,6-1 2-16,0 1-2 0,3 4 2 0,5-5 11 16,5 2 6-16,4-1 2 0,9-3 1 15,7-1-6-15,7-4 4 0,16 0-27 0,-3-5-41 16,1 1-50-16,-1-7-70 16,-15 2-79-16,1-2-360 0,-1-1-684 0,-2-6 303 15</inkml:trace>
  <inkml:trace contextRef="#ctx0" brushRef="#br0" timeOffset="3308.53">4960 2000 126 0,'-1'-5'375'0,"2"1"-21"0,-1 0-16 16,0-2-4-16,0 3-5 0,0 3-7 0,0-8-21 15,0 6-20-15,0 2-19 0,0 0-27 0,0-6-20 16,0 6-24-16,0 0-25 0,0-5-19 0,0 5-15 16,0 0-22-16,0 0-15 0,0 0-22 0,0 0-16 15,0 0-10-15,0 0-10 0,5 13-3 0,-5-7-3 16,-1 2-2-16,1 3-5 15,1-1-1-15,-2 2-6 0,-3 5 3 0,4-3-6 16,0 2 5-16,0-3-5 0,5 4-5 16,-5-2 11-16,1-3-6 0,2 0-3 0,-2-3-2 15,2 1 7-15,-3-4-2 0,0 0-7 0,1 0 0 16,-1-2 4-16,0-1 6 0,0-3 17 0,3 7 17 16,-3-7 31-16,1 0 26 0,-1 0-2 0,0 0-8 0,14-9-7 15,-4 1-10-15,6-4-6 0,-2-1-11 0,0-1-8 0,0 1-1 16,0-1-8-16,0-1-5 0,-3 1-1 0,1 2-10 15,-2 3-1-15,-2 0-3 0,-2 2-6 0,-1 3-3 16,-1 0-1-16,1 1 0 0,-1 0-5 0,1-1-7 16,-4 1-7-16,-1 3-10 0,4-4-15 0,-4 4-21 15,0 0-16-15,0 0-1 0,0 0 8 0,8 9-1 16,-4-3-4-16,-2 0-2 16,2 2-12-16,1 1-17 0,-1 3 5 0,4-3 0 15,3 4-7-15,1 2 1 0,2-5 0 0,5 3-11 16,6-2-6-16,1 1-16 0,5-2-17 15,-1-6-16-15,6-1-7 0,-4 1 3 0,1-5 9 16,-1-3 12-16,-2 2 17 0,-1-5 10 0,-1-1 24 16,-4-3 29-16,-7 0 21 0,1 0 41 0,-5 1 27 15,-3 0 33-15,-2-2 31 0,-2 3 20 0,-2-2 11 0,1 2 12 0,-3-1 10 16,-2 3-2-16,0-2-9 0,-2 4-14 0,1-2-12 16,-3 2-14-16,-1 1-19 0,-3-1 1 0,2 2-14 15,-4 2-10-15,-3 1-1 0,-1 1-10 0,-3 4-7 16,-2 0-4-16,0 4 1 0,0-2-7 0,-1 4 0 15,1-2 1-15,-3 5-17 0,5 0 12 0,0 0-3 16,3-1-25-16,1 2-11 0,4-5-8 0,-1-1-15 0,5 0-21 16,-3-3 23-16,4-1 3 0,2-1 6 0,-1 1 6 0,-1-2 11 15,4-3 16-15,0 0 8 0,0 0-2 0,13 3 8 16,-13-3-6-16,22-10 8 0,-12 4 0 0,8-3-1 16,-3 0-9-16,3-1 14 0,-1-3-5 15,1-1-6-15,-2 3 0 0,2-1 0 0,0 0-10 16,-4 3 7-16,-6 0-8 15,6 1 3-15,-4 2 1 0,-1-2-7 0,0 4 5 16,0 0-6-16,-4 2-3 0,-1-2 1 0,-4 4-9 16,10-2 3-16,-10 2 2 0,9 1-12 0,-9-1-4 15,13 3 6-15,-4 0 9 0,1 3-7 0,3-3 0 16,-2 4 16-16,5 0-6 0,0 1-8 0,0-1 7 16,1 2 1-16,-1-4-10 0,3 2-3 0,-4-4-2 15,-2 0-5-15,0-1 5 0,1 0 0 0,-1-2 5 0,-1-2-1 16,-1 0 2-16,0-4 6 0,-1-1 1 0,-1-1 0 15,-1-1 4-15,2-4 11 0,-1-3 8 0,-4 2 21 16,0-3 7-16,2-9 9 0,-1 0 4 0,-2 0 17 0,1-2 14 16,-1-1 16-16,1 1 20 0,-1 3-5 0,-3 5 11 15,3 3 6-15,-3 5 11 0,-1 2 7 16,1 1-19-16,-1 1-12 16,3 3-12-16,-3 0-17 0,0 1-20 0,0 4-16 15,0-5-29-15,0 5-37 0,0 0-32 0,0 0-5 16,0 0-1-16,-3 14 6 0,2-4 5 0,-5 6 0 15,3 4 8-15,-3 5 5 0,2 2-1 0,0 1 10 16,-1-1-3-16,-2 0 12 0,4-2 3 0,-2 1-1 16,4-8-1-16,-1-1 6 0,1 0-13 0,0-5-9 15,1-2-13-15,-2 0-8 0,4-5-16 0,-2 2-9 0,-2-2-2 0,4 0-9 16,-2-5-1-16,-2 9-2 0,2-9-13 0,0 4-9 16,0-4-19-16,0 0-66 0,0 0-146 15,0 0-392-15,4-20-788 0,-1 10 350 0</inkml:trace>
  <inkml:trace contextRef="#ctx0" brushRef="#br0" timeOffset="3562.54">5870 1922 184 0,'-5'1'264'15,"0"-1"-2"-15,1 1-1 0,-1 0-7 0,5-1-13 16,-7 2-7-16,7-2-20 0,0 0-22 0,0 0-12 15,-6 4-14-15,6-4-9 0,0 0-15 0,0 0-13 0,28-4-15 16,0 1-8-16,2 2-9 0,3-2-12 0,3 0-5 16,0-1-4-16,2-1-16 0,-5 3-3 0,0-2-6 0,-1 0-3 15,-1-1-5-15,-2 1-3 0,-10 0-4 0,-1 0-12 16,0 2-13-16,-6 0-13 0,-1 0-12 16,1 1-9-16,-6-1-30 0,3-1-13 0,-4 3-45 15,-1-2-42-15,-4 2-100 0,2-3-270 0,-2 3-565 0,0 0 250 0</inkml:trace>
  <inkml:trace contextRef="#ctx0" brushRef="#br0" timeOffset="3910.2">6528 1961 91 0,'-1'-7'494'0,"1"7"-12"16,0 0-18-16,-3-8-18 0,3 8-16 0,0-7-16 16,0 7-27-16,0 0-26 0,0 0-34 0,0 0-37 15,0-4-30-15,0 4-30 0,0 0-22 0,0 0-29 0,0 0-22 0,0 0-25 16,0 0-19-16,0 0-29 0,0 0-25 16,0 0-16-16,0 0-6 0,0 0-3 0,-2 18-2 0,3-9-11 15,-5 0 2-15,4 3-3 0,0-2 4 0,0-1-2 16,0 1-4-16,-1-1-2 0,-2 1-8 0,3 0-6 15,0-5-22-15,0 2-17 0,0 0-21 16,0-7-20-16,-1 8-6 16,1-8-9-16,0 0 2 0,0 9 0 0,0-9-4 15,1 4 0-15,-1-4-9 0,0 0-49 0,0 0-79 16,0 0-65-16,3-21-54 0,-3 9-321 0,0-6-727 16,4-7 321-16</inkml:trace>
  <inkml:trace contextRef="#ctx0" brushRef="#br0" timeOffset="4048.27">6560 1705 318 0,'0'-7'349'0,"-1"0"24"0,1 1-6 16,0 1-12-16,0 5-15 0,-3-7-21 0,3 7-23 16,0-6-19-16,0 6-39 0,1-5-23 15,-1 5-16-15,0 0-35 0,0 0-16 0,-2-6-38 16,2 6-46-16,0 0-55 0,0 0-29 0,0 0-38 16,0 0-55-16,14 14-61 0,-7-8-69 0,0 2-347 0,-1-1-637 15,1-1 283-15</inkml:trace>
  <inkml:trace contextRef="#ctx0" brushRef="#br0" timeOffset="5225.42">7047 1894 159 0,'0'0'200'0,"-7"-4"-15"0,5 2-7 15,-3-1-16-15,5 3-19 0,-10-1-13 0,3 1-8 0,7 0-19 16,-14 2-8-16,3 1-7 0,2 1-16 0,-3 1 2 16,1-1-12-16,-1 2-2 0,3 1-3 0,-2 1-11 15,-2 3-3 1,1-3-8-16,3 2 2 0,3 1-8 0,-3-3 0 0,1 5-2 16,2-2-5-16,2-1-1 0,-1-1 0 0,2 1-1 0,3 0-2 15,2 0 16-15,0 1 16 0,2-3 24 16,3-2 8-16,-1 2 14 0,5-1-7 0,6 0 13 15,-2-1-4-15,6-4-4 0,-2 0-2 0,10-6 2 16,-2-2-5-16,-5 2 7 0,-1-2-6 0,4-5 10 16,-6 4-9-16,-1-1 16 0,0-1-7 15,-3-3-3-15,-2 2 8 0,-5 0-5 0,-2 1-8 16,2-4-3-16,-3 2 6 0,-3 1 2 0,1 1-15 16,-3-1-11-16,-3 0-10 0,2-1-4 0,-4 3-17 0,0-1-16 15,-4 3-21-15,0 1-9 0,-1 0-14 16,-3 3-17-16,0-1-30 0,-1 1-15 0,1 2-27 0,3 0-32 15,-4 3-34-15,1-1-33 0,-1 0-32 0,4 3-45 16,1 0-292-16,0-3-625 0,4 1 278 0</inkml:trace>
  <inkml:trace contextRef="#ctx0" brushRef="#br0" timeOffset="5647.79">7421 1902 314 0,'0'0'426'0,"0"0"-29"16,0 0-27-16,0 0-36 0,0 0-29 0,0 0-35 16,0 0-26-16,0 0-35 0,0 0-22 0,0 0-22 15,0 0-35-15,0 0-6 0,0 0-17 0,5 12-16 16,-6-6-14-16,-4 5-8 0,1 0-3 0,-1 4 0 15,1 1-9-15,-5 3-2 0,5-1-21 0,-3-2 15 16,-1 1-12-16,4-7 2 0,-1 2-7 0,5-3-1 16,-4-1-3-16,0-1 6 0,2-4-11 0,2-3 5 15,-3 10 18-15,2-8 33 0,1-2 43 0,0 0 2 16,0 0-11-16,0 0-12 0,26-15 3 0,-11 6 6 16,2-4 11-1,-1 2 4-15,1-2 2 0,-2 1 2 0,7-5-4 16,-9 6-3-16,-1 0-6 0,-2 4 0 0,2 1-7 0,-7 3-10 15,-1-3-16-15,2 4-14 0,-2-2-12 0,-4 4-19 16,9-2-36-16,-9 2-22 0,9 6-15 0,0-1-16 16,0 6-18-16,-4-2-19 0,7 6-35 0,-2 1-49 15,-1 2-54-15,0-2-68 0,0 1-99 0,-6-1-468 16,3-6-933-16,0-2 413 0</inkml:trace>
  <inkml:trace contextRef="#ctx0" brushRef="#br0" timeOffset="8806.48">9030 1678 194 0,'0'-8'193'0,"0"5"0"0,-3-2 8 0,3 5 1 16,0-6-21-16,0 2-1 0,0 4 2 0,0-7-15 16,-1 6-10-16,1 1-15 0,0-7-12 0,0 7-19 15,0 0-11-15,0-5-12 0,0 5-15 16,0 0-25-16,0 0-27 0,0 0-8 0,0 0-2 16,-5 18 1-16,2-2-1 15,2 3-4-15,-7 5 1 0,3 7-1 0,-2-1-3 16,0 3 1-16,1 1 0 0,1-2-2 0,-3-3 3 15,4 4-3-15,-1-5 1 0,0 0-2 0,3-8 0 16,-1 4 4-16,0-7 1 0,1 0-5 0,1-5 6 16,-2 0-3-16,3 1 1 0,-1-6-1 0,-2 0-1 15,2-2 4-15,-2-2-2 0,3 3 6 0,-1-3 1 16,1 2 1-16,0-5 0 0,0 0 7 0,0 0 3 0,0 4 4 0,0-4-8 16,0 0-33-16,0 0-31 0,0 0-30 15,-5-16-37-15,5 10-33 0,0-7-45 0,0 3-194 0,0-7-414 16,0-10 183-16</inkml:trace>
  <inkml:trace contextRef="#ctx0" brushRef="#br0" timeOffset="9354.65">8996 1495 57 0,'2'-13'210'0,"-1"3"-6"0,4 0-15 15,-3-1-17-15,3 0-13 0,-1 2-19 0,1-1-14 16,2 3-17-16,4-1-11 0,-2 3-12 0,3 0-8 15,6-2-7-15,0 3-1 16,-1 0-13-16,1 4-8 0,-3 0-3 0,4 7-5 16,1-3-15-16,-4 6 2 0,0 1-9 0,4 7 1 15,-8-3-4-15,5 9-1 0,-7 1-1 16,-1 3 6-16,-4-3-12 0,-2 3 4 0,-6-2-3 16,-1 4 1-16,-6-3-3 0,0-1 0 0,-8 1 2 15,0-5-2-15,-1 2 1 0,0-2-2 0,-1-3-1 0,-2 1 1 16,0-6 1-16,4-6 1 0,3 2 5 0,-2-3-6 0,7-1 5 15,-3-1-2-15,8 1 2 0,-3-4 2 0,3 1-1 16,-1-2-1-16,2 2 1 0,-1-1-1 0,1 1-3 16,0-2 18-16,4-1 8 0,-5 3-4 0,5-3-3 15,-4 3-7-15,4-3 1 0,0 0-6 0,4 6-4 16,0-2-1-16,1 3 1 0,4-3-2 0,5 6 0 16,0 2-3-16,4 0 0 15,5 1 0-15,0 2-2 0,3 3 2 0,-1-2-3 16,-1 2 2-16,2-3-2 0,-3 3 4 0,1-1-7 15,-2 0 9-15,1-2-4 0,-2 1-4 0,-6-5 2 16,-2 2 0-16,1 1-3 0,-5-5 2 16,0-4-2-16,-2 6 0 0,1-5-1 0,-4-2 2 15,0 2 3-15,-2-4 0 0,-1 2-1 0,-1-4 10 16,4 5 9-16,-4-5 6 0,6 4 3 0,-6-4 4 0,0 0-2 0,3 2 2 16,-3-2 1-16,0 0-3 0,0 0-2 0,0 0 0 15,0 0-3-15,0 0-5 0,0 0 0 0,0 0-7 16,0 0-15-16,0 0-22 0,0 0-25 0,0 0-22 15,0 0-34-15,0 0-31 0,0 0-42 0,0 0-70 16,12-7-148-16,-11 2-424 0,4 1 188 0</inkml:trace>
  <inkml:trace contextRef="#ctx0" brushRef="#br0" timeOffset="9840.27">9599 2107 5 0,'0'0'261'0,"0"0"-11"0,0 0-13 0,0 0-11 15,0 0-20-15,0 0-12 0,-7-1-20 0,7 1-16 16,0 0-17-16,0 0-11 0,0 0-16 0,13-7-15 0,-4 2-9 0,1 2-5 15,0-1-11-15,4-2 1 0,-3 2-17 16,3-1-1-16,-3-2-10 0,7 0-1 0,-4 0-11 16,5-1 0-16,-10 0-5 0,8-1 3 0,-2 0 6 15,-7 2 6-15,8-3 8 0,-8 2 10 0,1 0 5 16,-1 0 8-16,-2 2 7 0,-2 0 17 0,0 1 7 0,-2 0 6 16,1 2-1-1,0 1-5-15,-3 2-17 0,0-8-7 0,-3 4-10 16,-1 1-28-16,4 3-2 0,-11-3-14 0,-1 3-1 15,1 0 9-15,-7 3-18 0,0 0-5 0,-1 2-9 16,-1 4 5-16,1-4-2 0,0 7-4 0,1-4-1 16,2 3-2-16,0-1-5 0,2 2 6 0,4-2-6 15,2-2-5-15,-1 3 8 0,3-1-22 0,2 2 7 16,3-2-4-16,3 1 1 0,2 0 5 0,9 3 5 0,1-1-3 0,9-2 12 16,6-3-4-16,10 1 6 0,12-1-3 0,5-6-2 15,2-2-29-15,5-2-34 0,-2 0-44 16,-4-1-53-16,2 0-69 0,-3-4-68 0,-1 5-247 15,-3-6-592-15,-12-1 261 0</inkml:trace>
  <inkml:trace contextRef="#ctx0" brushRef="#br0" timeOffset="10495.34">10825 1973 76 0,'-11'-3'175'0,"-9"-3"-19"0,4 5-10 0,-7-1-23 0,2-2-15 15,-9 3-7-15,-1 1-4 0,2 1-19 0,-3 3-6 16,1-3-8-16,3 6 3 0,1-5-19 0,4 5-3 16,3-2-12-16,1 0 2 0,1 3-4 0,1-1-7 15,6-1-6-15,-2 4 11 0,0-3-16 0,7 1 2 16,-2 1-4-16,3 0 4 0,1-1 3 0,4 4-3 16,-4-3 5-16,9-1 13 15,0 4 5-15,6-4 6 0,-1-1 3 16,5 0 6-16,6-1-4 0,-2 0 10 0,12-3-2 15,-11-1 3-15,9-4-2 0,-2 1 12 0,-4-5 6 16,-5-1 14-16,4 2 10 0,-8-5 20 0,5-1 1 16,-5-3 9-16,5-6-5 0,-5 4 3 0,-2-6-5 0,-1-2-4 15,-2-5-2-15,1 1 10 0,-4-4-3 16,-2-1-6-16,-2 0 12 0,-1 2 37 0,-1 0 22 0,-1 3 5 0,1 5-5 16,-2 6-5-16,0 1-11 0,0 6-4 0,2 0-12 15,-2 2-16-15,2 1-19 0,-1 2-18 0,0 2-17 16,1-2-26-16,0 5-38 0,0 0-58 0,0 0-62 15,0 0-7-15,0 0 11 0,-7 15 2 0,6 1 9 16,-4 2 10-16,1 11 5 0,-2 0 8 0,-1-2 5 16,5 5 7-16,-1-3 13 15,2-1-3-15,2-3 9 0,-2-6 1 0,2 0 4 0,1-2-1 0,0 3 11 16,-2-9-7-16,3-1 6 0,-2 1 2 0,0-2-4 16,1-4 7-16,-1 2-5 0,0-5 4 0,0 3 5 15,-1-5 4-15,2 7-1 0,-2-7 3 0,0 5 10 16,0-5-10-16,0 0 2 0,0 0-2 0,1 5-9 15,-1-5-19-15,0 0-36 0,0 0-26 16,0 5-44-16,0-5-33 0,0 0-53 0,0 0-47 16,0 0-69-16,0 0-254 0,0 0-637 0,0 0 282 15</inkml:trace>
  <inkml:trace contextRef="#ctx0" brushRef="#br0" timeOffset="11096.91">11041 1889 284 0,'0'0'411'16,"0"0"-6"-16,0-8-27 0,4 8-20 0,-4 0-27 16,0 0-35-16,0-4-27 15,0 4-37-15,0 0-30 0,0 0-24 0,0 0-14 16,0 0-28-16,0 0-30 0,0 0-30 0,0 0-10 15,0 0-2-15,0 0-17 0,4 19 4 0,-4-14-8 16,1 7 12-16,-5-2-16 0,4 6-10 0,0-1-3 16,0 1-1-16,0 2 0 0,0-4-9 0,3 3 2 15,-3-5-2-15,1 5 5 0,-1-5-10 0,3 0 6 16,-2-3 0-16,3 1 0 0,-3-2 0 0,2-3-1 0,-2 0 1 16,-1 2 3-16,4-3 14 0,-4-4 19 0,1 4 31 0,-1-4 41 15,0 0 10-15,0 0 10 0,0 0 4 0,0 0 4 16,23-11-7-16,-13 4-3 0,1-7-7 0,-1 3-12 15,1-2-8-15,2-3-12 0,0 2-10 16,-2-2 2-16,0-1-11 0,-1 2-4 0,0 1 1 16,0-1-3-16,0 0 12 15,-2 4-6-15,-3 1-2 0,0 0 2 0,2 2 12 16,-4 2 9-16,0 1-7 0,1 2 0 0,-3-2-16 16,2 2 5-16,-2-1-26 0,-1 4-9 0,4-5-13 15,-4 5 0-15,1-2-15 0,-1 2-20 0,0 0-16 16,0 0-20-16,0 0-22 0,3-3-24 0,-3 3-21 15,0 0 6-15,0 0 8 0,0 14 10 0,0-6 4 16,0 1 8-16,0 2 7 0,-3-1 4 0,3 1 7 0,0 1 2 0,-4-1 4 16,3 2 5-16,1 0 3 0,1-1 4 0,-1-2 4 15,0 2 0 1,-1-2 2-16,1-2 5 0,1-1 4 0,2-1 0 0,-2-1 4 16,-1 2 3-16,3-4 3 0,-2 1 2 0,-1-1 4 15,4 0 9-15,1-1 3 0,1 0 4 0,7-2-1 16,7-2 1-16,7 1-26 0,4-3-56 15,2-1-87-15,7-4-103 0,-3-1-111 0,2-1-117 0,9-5-441 16,-14 5-994-16,-2-4 439 0</inkml:trace>
  <inkml:trace contextRef="#ctx0" brushRef="#br0" timeOffset="12349.12">11844 1888 233 0,'0'0'219'0,"0"0"-23"0,0 0-20 0,0 0-21 0,0 0-15 0,6 3-10 16,-6-3-18-16,0 0-18 0,0 0-6 15,0 0-12-15,0 0-7 0,0 0-3 0,0 0-10 16,0 0-4-16,0 0-6 0,0 0-3 0,5 3-5 15,-5-3 3-15,0 0-5 0,13-1-2 0,-3-1-6 0,4 1 2 16,-1 0-11-16,6-2 0 0,-1 1-4 0,3-1-1 16,-1-1-7-1,-1-1 5-15,2 0-5 0,-4 1 0 0,0-1-1 16,2-1 4-16,-8 1-4 0,-2 1 8 0,3-1 18 16,-7 2 26-16,2-2 15 0,-2 3 9 15,0-2-8-15,-4 1-6 0,2 1-13 0,-3 2-7 16,0 0-7-16,-9-8-4 0,1 6-8 15,-5 4-1-15,-4-1-7 0,-2 4-4 0,-9-1-4 0,0 6 1 16,2-1-7-16,0 3 3 0,-1 0-7 0,3 3 6 0,6-5-7 0,0 2 1 16,-7 0 0-16,5 6-2 0,6-4-3 0,4-2 4 15,0 2-4-15,0 0 2 0,5-3-1 0,2 0 1 16,3 1 4-16,1 3 2 0,7-1 0 0,-2-2 10 16,8-3-12-16,7 2 3 0,9-2 0 0,5 0-1 15,2-6 2-15,17 2 1 0,-2-5-7 0,-1-3 3 0,-10 1-4 16,12-7 4-1,-15 3-4-15,0-3 2 0,-5 0-1 0,-1-2 1 16,-5 0 15-16,-6 1 21 0,-5 1 30 0,-3-1 48 16,-2 2 41-16,0 1 27 0,-3-2 28 0,2 3 21 15,-5-3 13-15,1 1 5 0,-3 2-1 0,-1-1-11 16,1 3-10-16,-1 0-18 0,-2 0-22 0,4 0-16 16,-3 2-25-16,2-2-19 0,-3 4-15 0,1-4-16 15,-1 4-17-15,0 0-37 0,0 0-25 0,4-1-26 0,-4 1-25 0,0 0-20 16,0 0 3-16,0 0 8 0,0 12-1 0,0-5 6 15,-1-3 0-15,-1 4 5 0,2 0 6 0,0 1 2 16,-1 0 2-16,0 0 0 0,0 2 5 16,1-4 1-16,0 5 3 0,-2-3-7 0,2 0-22 0,0-2-5 15,0 0-6-15,-1-1-20 0,1 0-5 0,0-1-2 16,0-5-17 0,0 9 1-16,0-9-1 0,3 5 21 0,-3-5 2 15,-2 5 8-15,2-5 2 0,0 0 17 0,0 0-5 0,0 0 2 16,0 0-21-16,0 0-52 0,0 0-86 0,0 0-93 15,-5-17-67-15,3 7-300 0,-1-6-722 0,1-1 320 16</inkml:trace>
  <inkml:trace contextRef="#ctx0" brushRef="#br0" timeOffset="12484.65">12494 1696 109 0,'-1'-8'380'0,"-2"0"-5"0,2 2 11 0,1 0-9 15,0 6-13-15,0-9-27 0,0 6-35 0,-1-1-23 16,1 1-24-16,0 3-29 0,0 0-29 15,0 0-37-15,0 0-45 0,0 0-65 0,1-7-60 16,-1 7-49-16,0 0-46 0,0 0-49 0,0 0-55 0,17 10-69 0,-11-6-239 16,-3 1-558-16,3-2 247 0</inkml:trace>
  <inkml:trace contextRef="#ctx0" brushRef="#br0" timeOffset="13186.47">12767 2120 210 0,'0'0'291'0,"0"0"-8"0,0 0-6 15,0 0-35-15,0 0-19 0,0 0-21 0,0 0-23 16,12-14-17 0,-7 9-15-16,2-4-5 0,0 2-9 0,2-6-9 15,3-1 7-15,-1-1-2 0,-1-1 12 0,7-6-16 16,-5-2-9-16,2-1 6 0,1 0-13 0,-2-4 2 15,1 1-2-15,-1-1 10 0,-1 0-2 0,-4-2 6 16,1 3-6-16,0 2 6 0,-3 0 1 0,-1 1 4 16,-1 7-1-16,0 2 3 0,-3 0-10 0,2 4 3 15,-3 4-2-15,1-1-13 0,-1 2-10 0,0 2-16 0,0 1-10 0,0 0-15 16,0 2-13-16,0 2-20 0,0 0-25 0,0 0-27 16,3-7-29-16,-3 7 8 0,0 0 6 0,-8 14-3 15,0-4 0-15,2 6 7 0,-8 6 4 0,6 3 2 16,-6 1 10-16,1 3 2 0,2 3-1 0,0-1 0 15,1 1 3-15,1-1 7 0,2-2 0 0,2 0-11 16,0 0-4-16,5-3 2 0,0-6 9 0,2 0-1 0,5 4-1 16,-2-6 4-16,0-1 2 0,0-6 8 0,0 1-4 0,4-3 4 15,0-2 10-15,1 1 5 0,0-4 3 16,3 0-3-16,-3-2 11 0,2 1 16 0,2-3 4 16,-4-3 5-16,4 0 10 0,-1-2-2 0,0-2 0 15,-3 2 5 1,-1-3-3-16,1-3-5 0,-4 4 6 0,1-4-3 15,-2 2-9-15,-2 0-3 0,-1 0-7 0,-3 1-13 0,1-1-5 16,-5 1-14-16,0 3-14 0,-4-2-6 0,-1 3-7 16,-2 0-1-16,-2 2-12 0,-4 0-13 0,4 2-9 15,-4 0-16-15,5 3-27 0,3-1-17 0,-3 2-25 16,3-1-26-16,1 2-61 0,4 0 9 0,0 0 10 16,5 2 19-16,1 0 4 0,2-3-17 0,4 2-27 15,5-2-32-15,5-1-49 0,0-2-174 0,1-1-529 0,4-1 234 16</inkml:trace>
  <inkml:trace contextRef="#ctx0" brushRef="#br0" timeOffset="13603.24">13427 1630 215 0,'0'-8'360'0,"4"1"-4"0,-4-1-17 0,2 2-1 16,1-1-3-16,-2 1-24 0,-1-1-5 0,1-1-12 16,2 2-17-16,-2 2-22 0,-1 4-18 0,3-8-27 15,-3 5-17-15,0 3-24 0,0 0-18 0,1-6-23 16,-1 6-20-16,0 0-28 0,0 0-37 0,0 0-51 15,0 0-13-15,0 0-8 0,0 0 3 0,-4 21 5 0,0-3 6 16,2 7-6 0,-8 2 7-16,2 4 4 0,-1 2-2 0,0 0 0 15,4 2-2-15,-4-3 16 0,3 1-7 0,-1-4-1 16,0-2 2-16,4-7 3 0,1 1-4 0,0-3 2 16,-2-3 9-16,3-3-8 0,0 0 3 0,0-3-1 15,-1-3-3-15,2 1 8 0,0-3 2 0,0-4-4 16,0 10 5-16,0-10-2 0,-2 7 5 0,2-7-8 15,0 0-16-15,0 4-22 0,0-4-28 0,-3 4-35 0,3-4-43 0,0 0-47 16,-1 5-57-16,1-5-61 0,0 0-267 0,0 0-621 16,0 0 275-16</inkml:trace>
  <inkml:trace contextRef="#ctx0" brushRef="#br0" timeOffset="14088.95">13617 2014 43 0,'0'0'309'15,"0"0"-28"-15,0 0-27 0,0 0-29 0,0 0-22 16,13-6-23 0,-4 3-9-16,4-4-27 0,2 2-13 0,7-1-14 15,-2-2-11-15,0-1-12 0,0 1-7 0,-1-2-3 16,-1-1 7-16,1 1-2 0,-1-1 14 0,-3-1-7 0,2 0 10 15,-3 0 12-15,-2-1 1 0,-6 5 28 16,4-3 1-16,-2 2 13 0,-3 0 13 0,0 1-2 16,-1 1-15-16,-4-1-16 0,4 1-17 0,-7 2-11 15,2 0-21-15,-4 0-18 0,0 2-8 0,-7 1-18 0,-2 2-3 0,-4 1-7 16,-1 3-7-16,-4 3-1 0,-1 5-4 0,-4-1-7 16,3 0-9-16,1 6 3 0,4 0-1 0,2 3-4 15,0-3 2-15,5-1-14 0,4-2-11 0,4 4-11 16,1-1 3-16,4 0 9 0,5-2 6 0,4 1 1 15,3-3 3-15,8 4-3 0,6-3 11 0,1-3 9 16,6-3 8 0,5-1 11-16,-1-2 15 0,3 3 5 0,11-6 2 15,-15-2 13-15,-4 2 7 0,-12-2 9 0,0 0 10 16,-7 0 19-16,0 0 9 0,-3 0 5 0,-2 0-6 0,-8 0-7 16,12 0-4-16,-12 0-8 0,10 0-8 0,-10 0-6 15,0 0-10-15,0 0-9 0,10 0-16 16,-10 0-29-16,0 0-45 0,0 0-60 0,0 0-70 15,5 2-75-15,-5-2-86 0,0 0-81 0,0 0-110 0,0 0-321 0,0 0-894 16,0 0 395-16</inkml:trace>
  <inkml:trace contextRef="#ctx0" brushRef="#br0" timeOffset="16879.84">15740 1492 157 0,'-3'-5'259'0,"3"1"-28"16,0 4-23-16,-1-3-26 0,1 3-23 0,-1-3-18 15,1 3-17-15,0 0-17 0,0 0-5 0,-4 17-18 16,0-2-9-16,0 11-10 0,-4 3-7 0,3 3-2 16,-3 0-9-16,-1 14-3 0,-2-1-9 0,2-11 1 15,3 2-12-15,1-1 5 0,-2-2-3 0,2-1-2 16,-2-7-5-16,4 5 3 0,-2-5-5 0,1-6 5 16,3-2-7-16,-3-1-2 0,4-3-5 0,-4-3 5 0,4-2-2 0,-1 3 0 15,-3-7-1-15,3 2 2 0,1-2 2 16,0 0-2-16,0-1-1 0,0-3 0 0,0 5 6 15,0-5-3-15,-1 3 1 0,1-3-9 0,0 0-10 0,0 0-12 16,0 0-33-16,0 0-53 0,0 0-58 0,-20-3-54 16,9-4-120-16,3 2-362 0,-1-4 161 0</inkml:trace>
  <inkml:trace contextRef="#ctx0" brushRef="#br0" timeOffset="17180.64">15281 1919 113 0,'0'0'210'0,"-8"-1"-10"15,8 1-6-15,-6-1-18 0,6 1-8 0,0 0-23 16,0 0-13-16,0 0-14 0,19-3-9 16,0-1-12-16,15 2-8 0,5-1-12 0,20-4-8 15,2 3-10-15,3 0 1 0,0-2-14 0,1 1 3 16,-7-3-12-16,-1 6 2 0,-6-3-8 0,-11 5 3 15,-3-2-7-15,-4 0 2 0,-5 0-12 0,-6 3 5 0,-4-1-1 0,-3 0-2 16,-3 0-14-16,-2-1 0 0,2 1-2 0,-6 0-2 16,-6 0-8-16,9 0 1 0,-9 0-2 0,0 0-11 15,0 0-16-15,0 0-16 0,0 0-9 0,-27 2-16 16,18-2-21-16,0 3-22 0,0-2-22 0,-1-1-32 16,-2 0-96-16,1 0-290 0,11 0 129 0</inkml:trace>
  <inkml:trace contextRef="#ctx0" brushRef="#br0" timeOffset="17559.45">16392 1803 194 0,'0'0'239'16,"0"0"-25"-16,0 0-25 0,0 0-17 0,0 0-23 15,0 0-17-15,0 0-16 0,0 0-12 0,-22 8-9 16,13-2-13-16,-3 3-8 0,0 3-10 0,-1 1-7 16,-2-1-7-16,2 4-4 0,-1-2-5 0,2 1-1 15,-1 0-8 1,3 1-1-16,1-3-4 0,4-1-5 0,1 0 0 16,-1-3 5-16,4 2 0 0,1-2 4 0,1 0 2 15,4-1 10-15,4-1 0 0,0-2 7 0,4-3 3 16,6 1 0-16,1-1-1 0,9-5 6 0,-9 0 5 0,7-2 22 15,-8-1-6-15,0-4 10 0,-1 3-4 16,1-3 16-16,-6 0 1 0,1-4-8 0,-5 2-3 16,0 2-11-16,-1-7-8 0,-6 5-3 0,2-2-11 0,-4 2-6 0,3 0-6 15,-7 0-5-15,1 0-11 0,-2 3-10 0,0 0-19 16,-1 1-16-16,-2 0-24 0,-4 2-18 0,-2 2-20 16,4 1-34-16,-4 2-25 0,1 2-30 0,1 0-53 15,3 4-40-15,0-4-215 0,3 2-513 0,3 0 228 16</inkml:trace>
  <inkml:trace contextRef="#ctx0" brushRef="#br0" timeOffset="18316.52">17613 1579 158 0,'3'-12'260'0,"1"-4"0"0,-1 3 5 0,0 3-2 15,-1 0 0-15,1 1 3 0,0 1-35 0,-3 3-16 16,2 3-24-16,-2-5-26 0,0 7-16 0,1-7-22 0,-1 7-24 15,0 0-52-15,0 0-4 0,0 0-10 0,0 0-2 0,-1 26-5 16,-3-9-4-16,-2 8-4 0,-4 3 1 0,2 3-3 16,0 4 2-16,-2-1-5 0,-4 9 3 0,6-9-1 15,-2 0-4-15,5-2 1 0,-4-4-1 16,5-1 0-16,-1-3-19 0,0-7-16 0,1 0-22 16,3 0-25-16,-3-5-27 0,2-2-32 0,0 0-40 0,2 0-41 0,-1-4-33 31,-2-1-157-31,2-2-430 0,1-3 191 0</inkml:trace>
  <inkml:trace contextRef="#ctx0" brushRef="#br0" timeOffset="18630.95">17492 2046 172 0,'-5'2'168'16,"-1"-2"-22"-16,3 3-5 0,3-3-16 0,-7 0 1 16,7 0-16-16,-5 2 2 0,5-2-13 0,0 0 0 0,0 0 4 15,14 2-7-15,-2-2-3 0,9 0-11 0,6-4-13 16,5 4-1-16,4-3-11 0,0 1-2 0,0-3-6 16,3 2 2-16,0-4 4 0,-2 6 4 0,-3-4-6 15,-2 2-1-15,-4-2-10 0,-7 2 0 0,-4-1-9 16,-4 4 4-16,-2-2-5 0,1 1-1 0,-7-1-7 15,0 2 0-15,2 0-2 16,-2-2-4-16,-5 2-14 0,6-1-33 0,-6 1-20 16,0 0-17-16,0 0-36 0,0 0-57 0,0 0-42 15,0 0-124-15,0 0-350 0,0 0 155 16</inkml:trace>
  <inkml:trace contextRef="#ctx0" brushRef="#br0" timeOffset="18963.03">18252 1931 2989 0,'0'-4'326'0,"3"0"-74"16,-1 0 29-16,1 0-24 0,-3 2-13 0,1-3-36 16,0 2-34-1,-1 3-25-15,1-4-23 0,1 1-11 0,-2 3-9 16,0 0-14-16,-2-5-12 0,2 5-13 0,0 0-12 0,0 0-10 15,0 0-11-15,0 0-22 0,0 0-24 0,0 0-31 16,0 0-10-16,0 0 5 0,2 12 3 0,-2-7 6 16,-2 2 2-16,0 0 4 0,1 1 4 15,-2 2 4-15,1 1 3 0,-1-1-15 0,2 0-5 16,-2 1-7-16,1-2-17 0,-1 1-22 0,-1-1-13 0,4-2-15 0,-1 4-5 16,-3-5-19-16,3 4-4 0,-2-8-9 0,3 6-1 15,-5-6 10-15,4 0 12 0,1-2-1 0,0 0-53 16,0 0-84-16,-13-5-255 0,5-4-569 0,2-2 251 15</inkml:trace>
  <inkml:trace contextRef="#ctx0" brushRef="#br0" timeOffset="19101.02">18251 1661 157 0,'1'-7'336'0,"2"0"-7"0,-2 4-16 0,-1-4-19 16,4 2-28-16,-3 1-30 0,-1 4-22 0,1-6-28 15,0 3-15-15,-1 3-36 0,3-4-43 0,-3 4-47 16,0 0-21-16,0 0-35 0,0 0-43 15,14 12-41-15,-7-9-47 16,-2 4-48-16,0 2-195 0,-3-2-416 0,2 1 185 16</inkml:trace>
  <inkml:trace contextRef="#ctx0" brushRef="#br0" timeOffset="19580.28">18609 1828 326 0,'6'-11'473'0,"-6"11"-19"0,4-4-26 16,-4 4-30-16,0-4-29 0,0 4-32 0,0 0-34 0,0 0-32 16,-3-6-30-1,3 6-24-15,0 0-24 0,0 0-28 0,0 0-21 16,0 0-29-16,0 0-39 0,0 0-14 0,0 0-9 15,5 17 1-15,-1-9-18 0,-4 2-15 0,0 3 4 16,-4 3-5-16,3 1-2 0,-3 0-3 0,4 2-4 16,-5 0 0-16,3-1 0 0,0 1 1 0,1-7 5 15,-3 5-7-15,2-8-3 0,0 1-1 0,0-3-4 16,0 0 6-16,2-1 2 0,-2-2 5 0,2 0-3 0,0 0 14 0,-3-2 22 16,3-2 35-16,0 0 40 0,-5 2 29 0,5-2 31 15,0 0 23-15,0 0 14 0,0 0-18 16,0 0-21-16,8-14-20 0,2 4-14 0,-1-2-21 15,5-3-15-15,-4 2-3 0,3-2-12 0,0 4-9 0,-4-3-14 16,-4 7-1-16,5 0-10 0,-6 2-5 0,1-1-3 16,-1 2-10-16,0 1-2 0,0-1-14 0,-2 2-10 0,1-1-9 15,-3 3-9-15,5-2-17 0,-5 2-23 0,0 0-31 16,0 0-10-16,0 0-9 0,13 5-11 0,-8-1-27 16,3 4-22-16,2-3-30 0,0 4-24 0,4 0-40 15,1 1-50-15,-2 0-46 0,1 1-71 0,5-2-92 16,-9-4-300-16,3-1-867 0,1-1 383 0</inkml:trace>
  <inkml:trace contextRef="#ctx0" brushRef="#br0" timeOffset="20288.45">19034 2021 208 0,'0'0'330'0,"-6"1"-29"0,6-1-34 0,0 0-23 15,0 0-12-15,0 0-19 0,0 0-24 0,0 0-14 16,0 0-17-16,0 0-16 0,0 0-18 0,0 0-11 16,19-3-20-16,-8 1-10 0,2-1-7 0,1 1-13 15,7-2-11-15,-2-2 0 0,0-1-10 0,0 0-3 16,0 2-3-16,-3-2 0 0,0-3-10 0,-2 1 0 16,-1 3 4-16,-1-3-3 15,0 1 3-15,-3-1 7 0,0-1 11 0,1 2 7 16,-2-1 21-16,1 0 12 0,-4 0 5 0,4 1 9 15,-5 3 13-15,1-2 3 0,-5 2 3 0,4 2-7 16,-3 1-10-16,0-2-15 0,-1 4-13 0,3-5-15 16,-3 5-17-16,0-4-9 0,0 4-12 0,0 0-4 15,-10 0-10-15,-3 1-4 0,3 2 7 0,-7 2-12 16,-1 1 0-16,1 0-3 0,-2 3-4 0,2 0 0 0,1-1-17 0,1 1-14 16,1-1-16-16,4 1-24 0,1-2-14 15,1 3-17-15,2 0-4 0,1 2 7 0,2-4 11 16,3 5 14-16,8-3 10 0,3 1 9 0,6 3 8 15,13-2-1-15,4-2 3 0,5-1-6 0,1-3 3 16,17 3-9-16,-2-5 4 0,2-4 7 0,-4-4 0 16,-2 1 5-16,-11 1 7 15,-2-3 3-15,-2-2 5 0,0-3 8 0,-4-1 15 16,-5 1 30-16,-2-1 37 0,-9 0 24 0,0 0 18 0,-4 0 23 0,-3 3 34 16,-2-4 8-16,-3 4 6 0,1-1-10 0,-1 0-15 15,-3 3-15-15,3 0-21 16,-4 1-4-16,0-1-18 0,0 4-19 0,-5-2-9 15,1 1-24-15,-1 2-6 0,-3 0-6 0,-3 1-3 16,-1 1-2-16,1 3-8 0,-6 2 0 0,1 0-2 0,-3 0 5 0,-2 2-7 16,6 2-1-16,-3 1-7 0,2 0-18 0,1 1-17 15,5-3-24-15,-1-2-14 0,4 2-14 16,-1-1-4-16,5-3 4 0,-3 0 17 0,3-1-6 16,1 0 11-16,-1-1 10 0,3-3 20 0,0 6 12 15,0-6 20-15,12 3 15 0,-7-1 3 0,7-2-2 16,-1 0 6-16,2-2-7 0,5 2 6 0,-4-3-6 0,3 3 7 0,-6-2-5 15,3-1 6-15,-2 1-5 0,-1 0 5 0,1 2-3 16,-5 0-10-16,0-2 0 0,-1 2 1 0,1-1-5 16,-7 1 7-16,0 0-6 0,11-1 0 0,-11 1-22 15,7 0-10-15,-7 0-28 0,6 0-25 0,2 1-33 16,-1 0-43-16,-2 1-49 0,8 0-49 0,-4-2-77 31,-9 0-209-31,14-2-589 0,-5 2 260 0</inkml:trace>
  <inkml:trace contextRef="#ctx0" brushRef="#br0" timeOffset="20689.48">20228 1792 109 0,'8'-3'247'0,"-1"1"-29"0,1 1-10 16,-1 0-26-16,1 1-19 0,-3-1-20 0,-5 1-11 16,13 2-22-1,-7 1-9-15,0 2-4 0,3 3-2 0,-1-1-10 16,-4 4-2-16,4-1-8 0,-6 2-1 0,3 4-6 16,-3 1-3-16,0-2-9 0,-6 2 5 0,4-1-10 15,-5 0-2-15,3-2-7 0,-3 3-3 0,0-6-3 0,1 0-4 16,0-2 1-16,-1-1 4 0,1-3 6 15,0 0 20-15,0-2 31 0,4-3 54 0,-5 5 71 16,5-5 57-16,0 0 36 0,0 0-14 0,0 0-21 0,0 0-5 0,-2-18-4 16,4 7-13-16,3 0-18 0,1-6-25 0,6-7-21 15,0 1-20-15,2 2-18 0,-3 3-21 0,3 3-9 16,0-6-33-16,0 6-40 0,-5 1-65 0,4 3-83 16,0-3-94-16,-4 6-109 0,1 2-98 0,0 0-117 15,-2 1-327-15,-3 0-913 0,0 4 405 0</inkml:trace>
  <inkml:trace contextRef="#ctx0" brushRef="#br0" timeOffset="22008.43">21585 1564 124 0,'0'0'251'0,"0"-5"-9"16,0 5-6-16,0 0-11 0,0 0-8 0,0 0-15 15,0 0-10-15,0 0-20 0,0 0-12 0,0 0-22 16,0 0-14-16,0 0-14 15,0 0-17-15,0 0-15 0,0 0-13 0,0 0-14 16,0 0-8-16,0 0-7 0,-3 20-1 0,2-10-8 16,-2 6-1-16,-1 2-7 0,-1 8 9 15,-4-1-13-15,3 3 0 0,0 0 0 0,-2 0 6 16,-1-1-9-16,1 1-3 0,2-4 0 0,-2-1-1 16,2-4 0-16,1 0 3 0,-2-4-4 0,6-3 1 0,-4-1-4 15,2 1 3-15,1-4-3 0,-2-2 3 0,4 1-2 0,-1-3 5 16,-2 1 17-16,3 0 21 0,0-5 26 0,0 0 37 15,-5 5 45-15,5-5 32 0,0 0 35 0,-1 2 28 16,1-2 18-16,0 0-31 0,-3-11-21 0,2 3-24 16,-3-2-16-16,3-6-19 0,-2-2-13 0,2-8-8 15,1-6-10-15,0 1-11 0,4-4-12 0,-2 1-7 16,5-1-17-16,-1-1-6 0,3 2-8 0,-4 0-8 0,3 6-3 0,-3 0-5 16,4 5 2-16,-5 5-7 0,1 2 0 0,-1 5-10 15,1 1-5-15,-1 0-1 0,0 1-7 0,2-1-9 16,2 3-25-16,-1-2-22 0,4 2-35 15,2 2-28-15,7 0-46 0,1 1-33 0,10-3-29 16,1 7-25-16,-1-1-30 0,-1 6-39 0,1 4-29 0,-2 1-44 16,2 0-47-1,-12-1-271-15,0 3-746 0,-2-2 330 0</inkml:trace>
  <inkml:trace contextRef="#ctx0" brushRef="#br0" timeOffset="22255.85">21502 2077 50 0,'-4'4'195'0,"1"-4"-3"0,3 0-18 16,0 0-11-16,0 0-12 15,0 0-3-15,0 0-11 0,11 4-13 0,1-5-12 16,8-1-10-16,1 1-12 0,11 1-8 0,3-4-9 16,5 0-23-16,12-4-37 0,-13 3-43 0,-1 0-67 15,-2-2-74-15,-5-2-89 0,-3 1-282 0,-6 3 126 16</inkml:trace>
  <inkml:trace contextRef="#ctx0" brushRef="#br0" timeOffset="22493.91">21486 1885 52 0,'-4'1'294'15,"4"-1"-15"-15,-10 0-23 0,10 0-18 0,-5 2-26 16,5-2-17-16,0 0-24 0,0 0-16 0,24-4-19 15,3 1-11-15,9 2-14 0,18-4-16 0,8 4-27 16,0-6-36-16,0 4-37 0,3-2-45 0,2-2-39 16,24-2-50-16,-33 4-66 0,-4-4-118 15,2 0-347-15,-7 2 153 0</inkml:trace>
  <inkml:trace contextRef="#ctx0" brushRef="#br0" timeOffset="23126.81">22625 1680 13 0,'0'-4'310'0,"0"4"-11"15,1-6-9-15,0 3-20 0,-1 3-16 0,4-5-16 16,-3 2-10-1,-1 3-11-15,2-5-19 0,-2 5-1 0,0 0-22 16,1-4-13-16,-1 4-31 0,0 0-4 0,0 0-16 16,0 0-17-16,0 0-10 0,0 0-15 0,0 0-14 15,0 0-9-15,0 0-2 0,1 12-10 0,-1-1-6 16,0-1-3-16,-1 8 0 0,0 0-6 0,-4 9 3 16,1-1-8-16,-3 4 3 0,2-2-4 0,0 0 0 15,0-1 2-15,0 2-5 0,-1-4-5 0,-1 2 7 0,5-6-7 0,-1-3 3 16,-1 2-3-16,3-2 4 0,-2-3-3 0,2 0 1 15,-1-3 0-15,-1 0 1 0,3-3-1 0,0 3-3 16,-1-9-1-16,1 5 4 0,0-2 0 0,0-6 3 16,-3 3-3-16,3 2 3 0,0-5 6 0,0 0-7 15,0 8 4-15,0-8 1 0,0 0 6 0,0 0 37 16,0 4 31 0,0-4 30-16,0 0 24 0,0 0 26 0,0 0 15 15,0 0-13-15,0 0-25 0,4-15-9 0,2 5-20 16,-2-1-14-16,4-7-18 0,1-2-27 0,2-5-18 15,-3-2-4-15,-2-2-6 0,1 0-9 0,-3 0 0 0,1 1-8 16,-4 2-7-16,-1 0-5 0,-3 2 0 16,-4-1-6-16,0 7-2 0,-2 3-6 0,-2-1 1 15,1 3-7-15,-2 1 3 0,1 4 0 0,-1 1-9 0,-6 2-2 0,6 3-3 16,-5-1-4-16,0 3 3 0,-2 3-1 0,1 1-2 16,2 2-7-16,0 2-7 0,5 0-30 0,1 0-11 15,-3 1-8-15,3 4-9 0,3-4 7 0,5 4 9 16,-1-2 7-16,3 2 14 0,5-2 7 0,4 4 12 15,6-1 4-15,9 2 3 0,9-3-4 0,2-3-20 16,14 0-45-16,5-3-49 0,-16-4-54 0,18-3-74 0,-15 1-302 0,-4-6-639 16,4 1 283-16</inkml:trace>
  <inkml:trace contextRef="#ctx0" brushRef="#br0" timeOffset="24198.4">23008 1681 154 0,'0'0'371'0,"-4"-5"-10"0,4 5-14 0,0 0-30 16,-1-6-9-16,1 6-27 0,0 0-24 0,0 0-24 15,0 0-30-15,0 0-24 0,0 0-24 16,0 0-18-16,0 0-17 0,0 0-17 0,0 0-17 15,-1-2-27-15,1 2-9 0,0 0-10 0,0 0 3 16,0 17-4-16,0-7 6 0,0 0-22 0,0 2 5 16,0 5-6-16,-3 1 3 0,2 0-10 0,-3 1 8 15,4 1-6-15,0-1 2 0,-1-1-8 0,1 0 3 16,1-2-3-16,-1-5 3 0,0-1-2 0,0-3-1 16,0 0 0-16,-1 0-5 0,1-2 5 0,0-5 1 15,1 8 16-15,-1-4 17 0,0-4 46 0,4 2 7 16,-4-2-14-16,0 0-8 0,17-10-9 0,-10 2-10 15,3-2-1-15,1-2-6 0,0-1-4 0,3-1-10 16,-2-1-4-16,2-2-5 0,2-2 3 0,-2 4-6 16,-1 1-4-16,-3 1 8 0,-3 2-17 0,-1 5 12 15,-1 0-5-15,-1 1-6 0,0 0 6 0,2 3-26 0,-6-1-3 0,4 0-31 16,-4 3-30-16,4-4-38 0,-4 4-23 0,0 0-12 16,0 0 14-16,0 0 23 0,5 10 3 0,-1-4-5 15,-3 2 3-15,2 1-5 0,2 3 0 16,1-4-6-16,3 6-4 0,4-3-6 0,6 1-3 15,5 0 7-15,4-3 9 0,3-1 6 0,2-3-14 16,3 2 4-16,-4-5 10 16,4 0 3-16,-3-4 9 0,1 0 10 0,0-1 2 15,-6-3 27-15,0-1-1 0,-9-1 19 0,-1 0 26 16,-4-3 25-16,-2 0 29 0,-2 2 24 0,-4-1 20 16,0 1 15-16,-3-2 0 0,-1 1-1 0,-1-2-9 15,-2 6-13-15,-2-5-4 0,-1 6-9 0,-1-4-3 16,-3 2-19-16,-3 2-1 0,-2 1-6 0,-1 1-5 15,-4 3-5-15,-2 0-5 0,-2 5 0 0,-4 1-6 0,1 3 0 0,-1 0-5 16,1 3-1-16,8-2 8 0,-2 2-9 0,1 3 3 16,5-3-3-16,-2 4 0 0,2-4-5 0,4-2 0 15,4-2-2-15,-2 2-1 0,4-3 5 0,0 1-4 16,2-2 10-16,1 0 8 0,5-1 9 0,-1-1 7 16,6-2 5-16,3 0-4 0,6-2 2 15,-2-2-1-15,2 0 2 0,3-2-1 0,3-4-7 0,1-1-2 0,-6 3 2 16,-2-1 7-16,1-1-3 0,3 1 3 0,-4-2 9 15,-4 3-2-15,-2 0 4 0,0 1 4 0,0-1 9 16,-3 4 2-16,0-2-5 0,-4 1-6 0,1 0 7 16,-6 3-36-16,7-2-4 0,-7 2-12 0,6-4-19 15,-6 4-10-15,0 0-5 0,0 0 3 0,11 6-1 16,-7-2 7-16,1 0 5 16,1 0 0-16,2 2-1 0,3 2 1 0,0-1 2 15,-1 0-5-15,7 0-5 0,-6 0-8 0,8 0-8 16,-2-1-10-16,5-1-5 0,-5-1-5 0,0 0 0 15,0-3 6-15,-4-1-2 0,-2-1 6 0,1-1 9 16,-1-3 2-16,0 1 6 0,-2-4 10 0,-2-2 20 16,2-3 11-16,0-2 10 0,-4-3 15 0,2-1 15 15,0-10 8-15,-3 2 2 0,1-3 4 0,0-2-1 0,3 0-3 16,-3-15-7-16,3 14 1 0,-2-1 11 0,4 1 9 16,-2 6 15-16,-4 8 13 0,0 2 24 0,-3 5 3 15,2 0-3-15,-1 4-18 0,-2 1-13 0,2 2-17 16,-4 0-13-16,4 1-50 0,-2 4-46 0,1-5-53 15,-1 5-17-15,0 0 5 0,0 0 10 0,-8 20 0 16,3-3 11-16,-4 9 12 16,-4 8 8-16,3-1 2 0,-4 11 13 0,1-13 1 15,0 17 6-15,1-15 5 0,1 12 7 0,6-14 3 16,-4-1 1-16,7-1-19 0,-5-5-7 0,4 1-9 16,-1-7-15-16,2-2-20 0,1-4-15 0,0-1-17 15,0-3-25-15,1-1-25 0,-2-2-13 0,4-1-20 16,-1-1-75-16,-1-3-164 0,0 0-476 0,0 0 212 15</inkml:trace>
  <inkml:trace contextRef="#ctx0" brushRef="#br0" timeOffset="24398.78">23900 1717 87 0,'-2'2'265'0,"2"-2"-15"15,0 0-26-15,0 0-12 0,0 0-33 0,0 0-11 16,32-2-19-16,-6-1-25 0,10 3-36 16,6 0-21-16,16-2-9 0,4 0-41 0,0 1-47 15,0-3-77-15,-3 0-186 0,-3-4-315 0,-6 0 140 16</inkml:trace>
  <inkml:trace contextRef="#ctx0" brushRef="#br0" timeOffset="24762.12">24742 1656 49 0,'0'0'395'15,"0"0"-12"-15,0 0-15 0,-4-4-20 0,4 4-30 16,0 0-37-16,0 0-22 16,0 0-30-16,0 0-32 0,0 0-21 0,0 0-26 15,0 0-27-15,0 0-23 0,0 0-10 0,0 0-6 16,-6 10-10-16,3-2-10 0,2 1-3 0,-4 3 2 16,4 4-17-16,-3-1-2 0,0 3-4 0,0-1-9 15,0 1 7-15,-1 1-8 0,4-2-1 0,-3 0-5 16,-1-2-8-16,1-3-23 0,0 0-16 0,3 0-25 15,-1-2-20-15,0-3-19 0,2 0-12 0,0 0-8 0,-2-3 11 16,0 1 10-16,2-5 17 0,0 0-12 0,0 0-51 16,0 0-60-16,0 0-35 0,0-17-18 0,0 5-180 15,2-4-458-15,2-11 203 0</inkml:trace>
  <inkml:trace contextRef="#ctx0" brushRef="#br0" timeOffset="24915.78">24761 1468 298 0,'0'-12'312'0,"2"1"1"0,-4 2 0 0,2 4-4 16,2-2-26-16,-1 2-25 0,-1 5-23 0,0-7-21 0,1 2-27 16,-1 5-23-16,0-5-33 0,0 5-26 0,0 0-49 15,0-5-32-15,0 5-16 0,0 0-21 0,0 0-26 16,9 10-24-16,-4-4-31 0,0 4-44 0,2 2-37 16,2 4-42-16,-4-5-196 0,1-1-445 0,6 3 198 0</inkml:trace>
  <inkml:trace contextRef="#ctx0" brushRef="#br0" timeOffset="25332.47">25315 1644 225 0,'0'0'275'0,"-2"-5"-33"0,2 5-22 16,0-4-25-16,0 4-22 0,0 0-20 0,0 0-17 15,-7 0-18-15,7 0-14 0,-18 9-11 0,7-6-11 16,-5 6-4-16,-1 2-10 16,-6 3-7-16,0 1-12 0,-1 3-1 0,1-1-4 15,1 3-5-15,-1-3-7 0,4 1-2 0,4-3-6 16,3 1-2-16,1-3 1 0,1 3 2 0,4-5-6 16,0-1 2-16,4 3 0 0,0-3 6 0,4 1 8 15,3-2-3-15,0 0 4 0,4-1 4 0,8 0 5 16,2-4-3-16,2 1 2 0,9-3-3 0,-1-2 7 15,-10-1 13-15,4-3 9 0,5-3 10 0,-7 0 2 0,-2-1 3 16,1-1-4-16,-6-3-3 0,2-2-15 0,0-1 4 16,2-7-8-16,-5 6 0 0,0-6-16 0,-7 7-1 0,-2-2-2 15,1 0-14-15,-5 0-4 0,1 5-12 0,-3 0-4 16,-6 0-10-16,3 1-6 0,-3 0-7 16,-7 0-9-16,6 4-10 0,-4 1-8 0,-3-1-18 15,4 5-19-15,-2-1-33 16,1 3-33-16,-2 1-35 0,2-1-49 0,3 0-51 15,-4 4-176-15,5 1-497 0,3-5 220 0</inkml:trace>
  <inkml:trace contextRef="#ctx0" brushRef="#br0" timeOffset="25702.38">25598 1641 118 0,'4'-7'439'0,"-4"7"-36"0,0 0-33 16,0-4-43-16,0 4-37 0,0 0-38 0,0 0-27 15,0 0-30-15,0 0-26 0,0 0-21 0,0 0-29 0,0 0-12 0,0 0-11 16,0 0-8-16,-4 24-10 0,2-14-8 0,-5 6-4 16,2-1-3-16,-3 2-6 0,2-3-9 0,1 1-5 15,1-5-4-15,-1-1-1 0,2-4-6 0,2 3-8 16,-1-4 1-16,2 0 4 0,0-4 6 0,-2 6 12 15,2-6 38-15,0 0 35 0,0 0 26 0,0 0-13 16,9-2-9 0,0-2-1-16,4-3 6 0,1-2 11 0,0 0 3 15,0-3 1-15,-3 6-3 0,-1-1-7 0,-1 2-9 16,-2-2-5-16,0 5-6 0,-1-2-12 0,-1 1-14 16,0 2-15-16,-1 0-21 0,-4 1-37 0,0 0-58 15,0 0-39-15,13 6 2 0,-8 3-42 0,5 6-31 16,-5 0-69-16,5 10-55 0,-2-7-82 0,-3 0-89 15,3 1-304-15,-3-4-812 0,0-3 359 0</inkml:trace>
  <inkml:trace contextRef="#ctx0" brushRef="#br0" timeOffset="29990.8">26095 1650 53 0,'0'0'186'16,"0"0"-17"-16,-1-4-16 0,1 4-22 0,0 0-9 15,0 0-16-15,0 0-7 0,1-2-19 0,-1 2 3 16,0 0-12-16,0 0-17 0,0 0 1 0,0 0-10 16,0 0 0-16,0 0-11 0,0 0 3 0,0 0-6 15,0 0-6-15,0 0 6 0,-14 5-8 0,5-2-6 16,0 4 1-16,-2-2-4 0,-6 4-2 0,3-1-3 0,0 3 2 0,0-1 0 15,0 1-5-15,0 0-3 0,3 1 6 0,-1 0-9 16,1 3 10-16,3-6 0 0,0 5-11 16,3-4 10-16,-1 2-9 0,2-3-3 0,4 2 10 15,-1-2-4-15,3 1 3 0,3-2-3 0,3 4 3 16,0-5 3-16,4 3 3 0,4-3-5 0,-5 0-1 16,1-2-2-16,4 2-2 15,-8-2-1-15,-2-1-1 0,2-1 5 0,-3 0-3 16,0-1 1-16,-2 2-3 0,1-3-3 0,-4-1 3 15,6 3-18-15,-5-1 10 0,-1-2 0 0,-6 5 3 16,-2-3 0-16,-1 3-13 0,-10-2-21 0,2 1-34 16,-2-1-49-16,0 1-136 0,-3-3-279 0,5-1 124 15</inkml:trace>
  <inkml:trace contextRef="#ctx0" brushRef="#br0" timeOffset="31008.84">27304 1654 140 0,'0'0'282'15,"0"-5"-8"-15,0 5-27 0,0-4-28 0,0 4-22 16,0 0-25-16,0 0-21 0,0-4-15 0,0 4-29 16,0 0-23-1,0 0-12-15,0 0-8 0,-1 13-2 0,-3-1-12 16,0-2-1-16,-1 7-7 0,-1-1-6 0,-4 6 1 16,1-2-7-16,2 3-1 0,1-3-5 0,1-3 4 0,-2 1-4 15,2 0-1-15,4-2-6 0,2-3 6 16,-3-4-5-16,3 2 1 0,-1-5-4 0,3-1 6 15,-2 1 5-15,0-2 9 0,5-1 5 0,1-1 9 16,4-1 8-16,0-2 4 0,6-4-3 0,1-2 1 0,3-1-8 0,-1 2 0 16,3-9-1-16,3 3-2 0,-3-2-6 0,2 2-2 15,-2-2-5-15,-4 5 10 0,-6 1-4 0,5 0-7 16,-8 1-3-16,-1 4-4 0,-2 0-4 0,0 1-1 16,-3-1-8-16,1 1-4 0,2 0-2 0,-7 2-5 15,12 3-1-15,-4 1 0 0,2 1 0 0,-1 2 3 16,1 1-2-16,2 2-1 0,2 1 3 0,1 0 0 0,-1 0 0 15,2 1 0-15,2 0-1 0,-3-4 1 0,4 2 6 16,-2-2-6-16,1 0 5 0,-2-4 0 0,4 1 3 16,0-2-5-16,-2-2 3 0,2-2 5 0,-1-2 17 0,3-3 7 15,1-2 8-15,-2-1 2 0,-5-3 6 16,2 2 4-16,5-6 2 0,-7 1 0 0,-3 0 2 16,4-5-5-16,-7 1-10 15,-1-5-4-15,-4 7-8 0,1-2-11 0,-6-1-7 16,2 1-14-16,-6-1-8 0,-1 2-14 0,-4 2-17 15,-4 3-27-15,-2 0-22 0,-3 1-15 0,-10 2-15 16,1 3-18-16,-6 5-17 0,-1-3-25 0,0 10-22 16,1-4-29-16,4 4-42 0,2 1-226 0,9 1-533 15,1 0 236-15</inkml:trace>
  <inkml:trace contextRef="#ctx0" brushRef="#br0" timeOffset="31363.05">28499 1666 261 0,'2'-7'383'0,"1"-2"6"15,-2 3-17-15,1-2-21 0,-2 2-17 0,1 3-15 16,0-4-35-16,1 4-27 0,-2 3-31 0,1-4-23 15,-1 4-26-15,0 0-15 0,0-5-17 0,0 5-21 16,0 0-32-16,0 0-24 0,0 0-37 0,0 0-34 0,0 0 3 16,0 0-4-16,4 11 3 0,-4-3 2 0,-2 2 2 15,0 3-6-15,-1 4 2 0,1-1-4 0,-2 1 10 16,1 0-5-16,1 0-1 0,-2 0 3 0,0-1 7 16,2-3-4-16,0-2-1 0,0 0-8 0,2 0-32 15,-2-4-18-15,2 2-20 0,-1-3-8 0,1 0-11 16,-1-1 6-16,1-5 5 15,0 6 7-15,-1-3 3 0,1-3-40 0,0 0-68 16,0 0-56-16,-12-15-45 0,7 3-173 16,-3-3-492-16,3-2 219 0</inkml:trace>
  <inkml:trace contextRef="#ctx0" brushRef="#br0" timeOffset="31510.23">28476 1371 200 0,'-1'-5'300'16,"1"1"-29"-16,0 1 5 0,1 0-31 0,-1 3-26 15,0-6-30-15,0 6-30 0,0 0-36 0,4-3-13 16,-4 3-30-16,0 0-24 0,14 5-31 0,-8 2-28 16,2-2-37-16,0 7-31 0,4 0-63 0,-3-3-201 15,0 0-362-15,5 2 161 0</inkml:trace>
  <inkml:trace contextRef="#ctx0" brushRef="#br0" timeOffset="31833.16">29125 1367 118 0,'3'-6'442'0,"-1"-1"-21"0,-1 2-20 0,1 1-28 16,0 1-42-16,0 0-27 0,-2-3-40 0,0 6-34 15,2-3-30-15,-2 3-23 0,0 0-43 0,0 0-46 16,0 0-4-16,0 0-12 0,0 20-4 0,-2-4-10 15,-2 10 3-15,-1 1-17 0,1 5 5 0,0-1-6 16,-2 4-10-16,2-1-1 0,-1 0-2 0,1-1 2 0,0-1-7 16,-1 1 0-16,1-6-1 0,0-2 0 0,2-4-7 15,0-3-4-15,1-1 12 0,-3-5-7 0,4-2 4 16,-1 0-7-16,-2-3-3 0,3-2 2 0,0 1-1 16,0-6 1-16,0 6 3 0,0-6 0 0,0 5-5 15,0-5-4-15,0 3-28 0,0-3-68 0,0 0-56 16,0 0-39-16,0-15-36 15,4 4-38-15,0-5-77 0,-3-1-193 0,3-2-570 16,0 2 252-16</inkml:trace>
  <inkml:trace contextRef="#ctx0" brushRef="#br0" timeOffset="32064.88">28922 1628 105 0,'0'0'154'0,"-9"0"-19"0,9 0 30 16,-5 2 5-16,5-2 4 0,-5 0-5 0,5 0-10 15,0 0-6-15,0 0-7 0,0 0-4 0,25 0-22 16,-3 0-7-16,10-3-13 0,1 0-2 0,7 1 2 16,11-1-10-16,-11-1-7 0,-1 2-7 0,3 1-11 15,-8-4-5-15,-1 5-7 0,-5-4-7 0,-5 3-1 16,-10 0-7-16,1 1-2 0,-4-3-5 0,0 3-15 0,-5 0-20 0,2-2-5 16,-4 2-29-16,-3 0-25 0,0 0-16 0,-12-5-15 15,0 3-33-15,1 1-40 0,-3-1-211 16,-1 0-408-16,3-1 182 0</inkml:trace>
  <inkml:trace contextRef="#ctx0" brushRef="#br0" timeOffset="32481.37">29674 1445 171 0,'4'-6'429'16,"0"1"-19"-16,-4 0-19 0,0 5-27 0,4-8-35 15,-3 4-36-15,-1 4-31 0,0 0-26 0,4-7-27 0,-4 7-29 16,0 0-28-16,0 0-33 0,0 0-12 16,0 0-6-16,1 19-14 0,-2-9-8 0,0 8-14 0,-7 5 0 15,4 8-8-15,-6-1-1 0,1 0-7 0,0 4-5 16,-7 11 0-1,5-15-13-15,5-1 2 0,-4-2-7 0,2 0 1 16,4-8-1-16,0-2-2 0,2-7-8 0,-2 1-6 16,0-3-3-16,3-2 2 0,-1-2 23 15,0 1 18-15,2-2 36 0,0-3 27 0,4 4-6 0,5-6-12 16,4-1-13-16,5-4 15 0,0-1-2 0,3-1-1 16,-2 1-6-16,-1 1-1 0,9-4-10 0,-8 5-8 15,-1 1-6-15,-5 1-9 0,-3-2-7 0,-3 4-12 0,-1 2-10 16,2 0-15-16,2 5-9 0,0-1-14 0,3 9-10 15,0-1-31-15,1 3-27 0,2 6-71 0,-2 1-54 16,-1 0-75-16,1 2-128 0,-5-7-374 0,-4-3-848 16,-2-4 375-16</inkml:trace>
  <inkml:trace contextRef="#ctx0" brushRef="#br0" timeOffset="34239.21">3626 3840 193 0,'0'0'203'0,"0"0"-22"0,-8-2-10 0,8 2-21 0,0 0-14 16,0 0-14-16,0 0-14 0,0 0-10 0,0 0-8 15,0 0-15-15,0 0-5 0,0 0-5 0,0 0-10 0,0 0-5 16,0 0-5-16,0 0-9 0,0 0 0 0,0 0 3 16,0 0-8-16,18-4-3 0,-13-1 0 15,3 1-3-15,0-1-2 0,2 1-5 0,-1 0 0 16,-4-1-7-16,4 3 6 16,-4-3-5-16,4 1 2 0,-4 1 5 0,-1 1 17 15,1-1 16-15,0 0 21 0,-1 0 11 0,-2 2 15 16,-2 1 11-16,6-5 11 0,-5 3-1 0,-1 2 0 15,0 0 12-15,2-6-4 0,-2 6-9 0,0 0-13 16,0 0-14-16,-2-8-19 0,-1 7-6 0,3 1-11 16,-10-3-13-16,0 3-8 0,-3 4-3 0,-6 4-5 15,-8 1-5-15,0 3-2 0,0 4-6 0,-3-1-4 0,2 2 3 16,1 0-6-16,-1 4-5 0,1 1 2 0,1 2-7 16,6 0 2-16,1 4-1 0,-2-2-2 0,7 5 0 15,0-2 14-15,6 0-19 0,5-1-1 0,3-1-13 0,5 0-5 16,4-2-7-16,9-2-4 0,4-2-2 0,8-5-10 15,6-3-5-15,19-2-25 0,5-5-27 16,6-6-34-16,25-5-46 16,-2-5-63-16,-22 1-236 0,-3-6-527 0,25-3 234 15</inkml:trace>
  <inkml:trace contextRef="#ctx0" brushRef="#br0" timeOffset="34655.83">4558 3909 197 0,'-12'-3'179'0,"-1"3"-17"15,3 0-20-15,1 3-9 0,-4 0-20 0,3-1-13 16,-3 2-8-16,1 2-16 0,-3 3-8 0,-2 0-7 16,1 4-5-16,-4 3-2 0,1 2-14 0,2 1-1 0,-1 3-5 15,-1-1 2-15,5 2-6 0,-3-1-4 0,7 0-1 0,2-6-7 16,1 1 4-16,0-2-4 0,4 2 11 0,0-5 2 15,2-2 8-15,1 2-1 0,1-4 7 0,2 0 3 16,4 0 14-16,-1-3-2 0,6 1 4 0,7-3 2 16,3-3-3-16,10-5-8 0,-5-1-6 0,5-3-3 15,1-2-2-15,0-1 2 0,-5-1 10 0,-1-3 3 16,0 0 11-16,-5 0 9 16,-7 4 6-16,-1-4-1 0,-2-1 1 0,-2 0-4 15,-1 2 1-15,-3 0-2 0,1 1 0 0,-4 2 5 16,1 0 2-16,-4 3-10 0,-3 0-10 15,1 2-17-15,0 1-2 0,-5 0-11 0,-1 2-19 16,-2 2-13-16,-5 2-5 0,-1 0-5 0,-4 3-8 16,0 3-17-16,-1-1-20 0,2 2-24 0,0 1-2 15,1 1-33-15,0 0-41 0,4 0-53 0,3-1-60 0,2 1-212 0,5-3-514 16,1 0 227-16</inkml:trace>
  <inkml:trace contextRef="#ctx0" brushRef="#br0" timeOffset="35103.71">4952 3912 219 0,'3'-7'417'0,"-3"7"-32"0,0-5-42 16,0 5-40-16,0 0-30 0,0 0-25 0,0 0-27 15,0 0-31-15,0 0-22 0,0 0-19 0,0 0-33 0,0 0-2 0,0 0-15 16,0 0-11-16,0 0-9 0,-4 16-9 0,4-7-7 16,0 4-8-16,-1 4-6 0,-2 1-1 0,-2 5-11 15,0 6 3-15,0-3-8 0,-1-1-1 0,-1-1 1 16,2-4-5-16,1-3-27 0,0-3 31 0,2-2-6 16,-1-4-4-16,2-1-5 0,-1-2 3 0,0 0 5 15,2-5 4-15,0 9 14 16,-2-6 23-16,2-3 33 0,0 0 26 15,0 0 23-15,1 2 2 0,-1-2-14 0,10-13-19 16,-1 4-8-16,0-5-17 0,5-3-7 0,4-3-16 16,0-2 0-16,-4 0-8 0,5 4-7 0,-6 3-8 15,1 5-9-15,-5 1-1 0,-3 4-8 0,-2-2-5 16,4 2-7-16,-5 2-18 0,1 2-23 0,2 1 4 0,-6 0-9 0,11 4-10 16,-2 1 5-16,-3 4-7 0,2-1 8 0,3 5-7 15,-3 0 2-15,1 2 1 0,2 0 4 0,-3 0-2 16,1-1-12-16,-1 0-20 0,2-1-33 0,-2-1-29 15,-3-3-37-15,0 2-38 0,4-4-52 0,-4 1-75 16,0-4-318-16,-1 0-705 0,4-2 313 0</inkml:trace>
  <inkml:trace contextRef="#ctx0" brushRef="#br0" timeOffset="35927.03">5793 3859 70 0,'0'0'238'15,"0"0"-14"-15,0 0-8 0,0 0-11 0,5-1-14 16,-5 1-15-16,0 0-13 0,0 0-16 0,0 0-15 16,0 0-13-16,0 0-10 0,0 0-11 0,0 0-2 15,0 0-15-15,0 0-9 0,0 0-10 0,0 0-3 0,0 0-9 0,-7 8-4 0,0-6-4 0,-3 5-8 16,-2 0 0-16,-3 0-7 0,1 3 0 0,-2 0 1 16,0-1-9-16,1 3-2 0,1-1-1 0,2-3-4 15,1 5-2-15,-2-2 1 0,4-2-3 16,0 1 0-16,4 2-3 0,0-3 2 0,-4 6 0 15,8-6 0-15,-2 3-2 0,6-2 2 0,-2 2-1 16,5 2 3-16,2-3-1 16,5 3-3-16,1-2 2 0,0 0-2 0,5 0 3 15,-1-1-2-15,6 0 0 0,2 3 1 0,-11-4-3 16,3-2 0-16,-8-3-1 0,3 2-1 0,-4-2 1 16,1-1-1-16,-5-1-2 0,0 0 2 0,2 0-4 15,-3 0 2-15,-3-1 0 0,0 1 1 0,-1-3 3 16,-5 5-3-16,-4 0 4 0,-6 0 0 0,-4-1 0 15,-3 1 2-15,0-1-5 0,-6 1 2 0,2-1-1 0,-3 3-1 16,0-3 1-16,-1 0 1 0,10-1-2 0,-3 0 3 0,5 0-2 16,0-3 0-16,7 2 2 0,0 0 2 0,4-1-4 15,0 1-9-15,2-2-22 0,5 0-20 0,0 0-29 16,0 0-69-16,0-7-79 0,8 1-194 16,6-2-455-16,3-2 202 0</inkml:trace>
  <inkml:trace contextRef="#ctx0" brushRef="#br0" timeOffset="36274.65">6289 3670 232 0,'0'-3'434'16,"0"3"-31"-16,0-7-40 0,0 3-36 0,0 4-30 0,0 0-42 16,0-6-15-16,0 6-46 0,0 0-19 0,-1-2-36 15,1 2-3-15,0 0-25 0,1 12-15 0,2-2-2 0,-3 1-13 16,1 8-9-16,0 8-4 0,2 6-10 0,-3 0 0 16,-3-1-9-16,3 3-4 0,-2-2 2 0,-1 1-13 15,2-1 0-15,-2-2 2 0,-1-2-4 0,3-3-6 16,-3-6 2-16,4-3-3 0,-4-2-3 0,3-3 0 15,1-1-25-15,0-2-19 0,-1 1-15 0,1-4-21 16,-4-2-10-16,4 0 3 16,0 0 0-16,-1 1-4 0,1-5-2 0,0 0-15 15,-4 3-37-15,4-3-53 0,-9-3-66 16,9 3-59-16,-13-7-174 0,4 0-514 0,4-2 227 16</inkml:trace>
  <inkml:trace contextRef="#ctx0" brushRef="#br0" timeOffset="36544.11">5990 4022 47 0,'-8'3'178'0,"1"0"-1"15,0-3 6-15,2 2-8 0,5-2-4 0,-10 2-6 16,6-2-4-16,4 0-16 0,0 0-13 0,-4 1-5 16,4-1-9-16,0 0-4 0,24 0-6 0,5 0-12 15,5-1-8-15,3-1-5 16,19 0 3-16,3-5-8 0,-3 2 3 0,2 1-21 15,-3-5 9-15,-4 5-5 0,-16 1-8 0,-5 2-6 16,2-4-7-16,-14 4 2 0,-1 1-12 0,-6-2 1 16,-1 2-1-16,-2-3-1 0,1 3 3 15,-5 0 13-15,-4 0-4 0,7 0-12 0,-7 0 15 16,0 0-18-16,0 0-9 0,0 0-17 0,-16 6-21 0,6-1-24 16,-2-4-24-16,-2 2-32 0,0 1-42 0,3 0-75 0,-2 1-238 15,1-4-489-15,1-1 218 0</inkml:trace>
  <inkml:trace contextRef="#ctx0" brushRef="#br0" timeOffset="37023.15">6888 3971 218 0,'0'0'293'0,"-4"-4"-28"0,4 4-18 0,0 0-20 0,-1-3-19 15,1 3-22-15,0 0-23 0,0 0-16 0,0 0-21 16,-16 3-10-16,9 0-13 0,-2 0-14 0,-3 2-12 16,1 1-6-16,-7 2-11 0,2 1-4 0,-6 6-10 15,7-1-1-15,-3-2-4 0,-4 5-4 0,8-2-6 16,1-1 1-16,0 0-2 0,3 0-5 0,0 0-6 15,4-4 2-15,-1-1-2 0,5-1-2 0,-2-2-2 0,1 1 2 16,0-3-2-16,0 2 7 0,3-3 9 0,0-3 13 0,6 4 9 16,1-4 21-16,-7 0-15 0,19-4 3 0,-8 1 4 15,2-5 7-15,0 2-6 0,1-2 11 0,4-1 2 16,-4-1-10-16,1 0 2 0,-2 1 2 16,-3 0-11-16,-1 3-6 0,0-1 0 0,-1 1-9 15,-2 2 8-15,0 1-6 16,-2-1-11-16,0 1-1 0,0 0 0 0,-4 3-9 15,7-4-12-15,-5 4-8 0,-2 0-18 0,0 0-2 16,0 0 0-16,10 3-12 0,-7 0-5 0,1 1-11 16,2 0-19-16,-1 5-27 0,4-1-29 0,0 0-31 15,0-1-39-15,9 1-55 0,-4-1-71 0,-4 0-229 16,4-5-584-16,4-1 259 0</inkml:trace>
  <inkml:trace contextRef="#ctx0" brushRef="#br0" timeOffset="37593.51">7176 3977 42 0,'0'-4'445'0,"1"1"-22"0,-1 3-35 0,1-7-45 15,-1 7-42 1,0-2-29-16,0 2-28 0,0 0-34 0,0 0-32 16,0 0-28-16,0 0-17 0,0 0-10 0,0 0-19 15,-1 16-6-15,0-9-9 0,0 4-9 0,-2 1-4 16,-1-1-11-16,2 6-4 0,-1 2-6 0,-2-2 1 15,1 1-8-15,0-2-2 0,-2 1-2 0,5-7-3 16,-3 0-9-16,0-3-2 0,4 1-4 0,-3-2 2 16,2-3 1-16,1 1 5 0,-1 0 16 0,1 0 9 0,0-4 22 0,0 0 34 15,0 0-1-15,0 0-12 0,0 0-10 0,10-15-9 16,0 6-10-16,-2 0-13 0,2-4-7 0,0-2-4 16,1 3-6-16,-1-1-6 0,-1 5-2 0,0-2-5 15,-2 3-4-15,-3 2-7 0,1-1 1 0,-1 1-8 16,1 3-9-16,-1-1-19 15,-4 3-7-15,10 0-4 0,-3 3-10 0,2 2 0 0,0 3-3 0,0-2-7 0,3 3 0 16,-3-1 9-16,5 5-9 0,4-4-11 0,5 6-14 16,-6-5-12-16,2-2-22 0,0 1-17 0,2-5-17 0,0 1-13 15,0-1-10-15,-2-3 0 0,0-5 0 16,-5 1 7-16,4-4 13 0,-8 1 18 0,4-5 13 16,-1 1 24-16,-1-5 22 0,-4 1 29 0,1-3 30 15,-2 0 20-15,2-3 26 16,0-3 12-16,-3-4 15 0,-1 1 17 0,3-2 5 15,0-6 6-15,-2 4 6 0,2-1 25 0,-2 1 9 16,-1 5 14-16,-1 7 20 0,0 2 11 0,0 4-5 16,-4 6-22-16,1-2-16 0,0 1-18 0,1 2-23 15,-1 2-36-15,-1 3-44 0,0 0-27 0,0 0 4 16,0 0 2-16,-7 27 1 0,2-2-14 0,-4 1 21 16,2 3-5-16,-1 3 0 0,-1 2 6 0,-5 13-11 0,6-15-39 15,1 2-30-15,-2 2-32 0,2-8-24 0,1 0-27 16,-1-9-24-16,1-1-32 0,4-1-39 0,-2-6-57 0,0-1-292 15,3-6-652-15,-2-3 289 0</inkml:trace>
  <inkml:trace contextRef="#ctx0" brushRef="#br0" timeOffset="37863.01">7545 3896 128 0,'-14'1'231'16,"6"1"-25"-16,3-1 0 0,-2 0 3 0,4 2 4 16,3-3-12-16,-6 2-4 0,6-2-2 0,0 0-5 0,16 3-13 0,4-6-21 15,10-2-10-15,11 0-10 0,18-2-20 16,2 3-11-16,-1-3-12 0,4-1-10 0,-4 1 23 16,-3 2-11-16,-5-2-5 0,-16 2-2 0,-7 4-9 15,-9-3 14-15,-1 0 19 0,-8 1-7 0,-1 3 7 0,-2 0 0 16,-2 0-12-16,-1 0-3 0,0-2-13 0,-5 2-5 15,0 0-27 1,0 0-32-16,0 0-28 0,0 0-46 0,-19 2-62 16,6 2-67-16,-2 3-98 0,-3-6-348 0,9-1-680 15,0 0 301-15</inkml:trace>
  <inkml:trace contextRef="#ctx0" brushRef="#br0" timeOffset="38733.58">9740 3788 219 0,'-1'-6'257'0,"1"6"-17"15,0 0-15-15,0 0-15 0,0-5-20 16,0 5-14-16,0 0-19 0,0 0-16 0,-1-3-19 15,1 3-10-15,0 0-12 0,0 0-13 0,0 0-6 16,0 0-7-16,0 0-9 0,0 0-4 0,0 0-10 16,0 0 1-16,0 0-8 0,10-3-5 0,-1 0-3 0,4 1-5 15,0-4-4-15,4 1-2 0,1 2-1 16,3-3-4-16,-2-1-3 0,-1-2 3 0,0 1-3 16,-2-1 1-16,2 0-6 0,0 0-1 0,0 1 1 0,-4-2-5 0,-1-3 4 15,-3 5 13-15,-1 0 13 0,-3-1 11 0,0 0 5 16,-4 3 14-16,-1 0 9 0,2 1 4 0,-2-2-13 15,1 5-5-15,-4-2-17 0,-2 0-5 0,-2 3-19 16,-4-2 0-16,-8 6-1 0,0-1-7 0,-12 7 0 16,-3 1 0-16,-1 4-7 0,-10 6 2 0,10 0-8 15,-12 6 1-15,5 8 13 16,-1 3-15-16,1 1-2 0,3 2 1 16,3 0 0-16,4 2 1 0,7-2-2 0,9-8 3 15,2 2-1-15,3-1 2 0,5-4 2 0,1 0 1 0,10-2-2 16,4 0 0-16,8-6 4 0,4-3-1 0,10-2 4 15,8-6-11-15,15 0-14 0,4-8-34 0,3-4-44 16,7-1-51-16,20-5-76 0,-23-1-68 16,-5-3-198-16,-4-2-529 0,-4-4 234 0</inkml:trace>
  <inkml:trace contextRef="#ctx0" brushRef="#br0" timeOffset="39134.61">10514 3966 216 0,'0'0'228'16,"0"0"-21"-16,0 0-20 0,0 0-19 0,-7 1-16 16,7-1-16-16,0 0-17 0,0 0-16 0,0 0-10 15,-8 3-12-15,5 0-5 0,-8 1-7 0,2 1-12 16,-3 2-7-16,-6 3 0 0,4 1-9 0,-4 0-1 0,0 1-9 15,4 1-2-15,-4 0-3 0,5-1 0 0,0 1-4 16,5-5-2-16,-3 5-6 0,5-4 0 0,1 1 19 16,1 0 2-16,3-1 7 0,3-1 8 0,3 0 6 15,4-1 0-15,5-3-2 0,8 0 0 0,10-3-8 16,4-2-5-16,-2-5-2 0,3 0-2 0,-4-6-3 16,2 0-3-16,-7-2 7 15,0-1 14-15,-5-1 5 0,-5 2 10 0,-4 1-2 16,-4-3 0-16,-2-1-4 0,-4 0 5 0,-1 0-2 15,-6-2-7-15,0 2 1 0,-4 2-11 0,-2 1-3 16,-4-2-12-16,-1 7 0 0,-4-3-11 0,-6 3-13 16,-5 5-20-16,-1 3-13 0,-1 1-26 0,3 2-24 15,0 5-41-15,8-3-44 0,1 4-63 0,2-2-284 16,4 1-547-16,7-1 242 0</inkml:trace>
  <inkml:trace contextRef="#ctx0" brushRef="#br0" timeOffset="39852.18">11127 4132 39 0,'-4'2'177'15,"4"-2"-22"-15,0 0-4 0,0 0-6 0,-5 3-4 16,5-3-7-16,0 0-12 0,0 0-7 15,0 0-16-15,20-8-9 0,-8 3-11 0,7-2-10 0,0-1-10 16,6-5 0-16,-5 2-12 0,4-3 3 0,-2 0-9 16,-8 2 11-16,8-5-7 0,-8 2 3 0,-2 1 8 15,-1-1 2-15,-1 1 0 0,-1-1-2 0,-5 2 1 16,-2-1 0-16,0 4 12 0,-2 1-6 0,-4-1-3 0,-4 0-10 16,0 3-6-16,-3 3-4 0,-3 1-5 0,-8 3-2 15,-5 3-3-15,-2 2-7 0,-6 4-2 0,5 5-3 16,-4 1-4-16,4 3-3 0,2 2-5 0,1 2 2 15,0 0 1-15,8 3-3 0,3-1 2 0,1 1 1 16,8 3 10-16,0-4 3 0,7 0 3 0,5-5 12 16,6-3-9-16,9 5-2 0,0-4-1 0,10-2 4 0,3-4 1 0,3-5-1 15,2 0-3-15,13-3-1 0,-1-3 1 0,-9-1 5 16,-1-4-4-16,-6 1-2 0,-2 2 1 0,-4-1 10 16,-10 1 27-16,-5 0 10 0,-2 0 20 0,-4 1 7 15,-1-1 0-15,-2 1-11 0,-4 1-2 0,9-1-20 16,-4-2-38-16,-4 0-60 0,-1 3-48 0,-6-7-49 15,2 5-56 1,-2-1-69-16,-3-2-303 0,2 3-602 0,-3-5 267 16</inkml:trace>
  <inkml:trace contextRef="#ctx0" brushRef="#br0" timeOffset="40885.94">11662 3601 47 0,'4'-9'231'0,"-4"2"-13"16,4 2-21-16,-4 0-26 0,1 0-19 0,-1 1-22 16,0 4-15-16,0 0-14 0,0 0-12 0,0 0-9 15,5 18-9-15,-5 0-6 0,-1 10-9 0,-4 4-8 16,-4 19 2-16,0 2-10 0,-1 3-1 0,-2 4-5 0,2-3-2 0,-9 25 1 16,7-29-2-16,1-4-3 0,3 0-1 0,1 0-4 15,3-15 0-15,1-4-2 0,1 1 18 0,0-2 1 16,5-10 3-16,-3 0-1 0,5-5 7 15,-4-3-1-15,2-1-1 0,-1 1 4 0,1-5 13 16,1-1 10-16,-2-2 9 0,6-1 3 0,0-4 0 0,1-1 0 16,0-2-4-1,3-1 2-15,-4-1 2 0,1-2-14 0,-1 1-1 16,-2-2-5-16,-3 0-7 0,-1-4-10 0,3-1-3 16,-6 0-22-16,-3-2-10 0,-1 1-5 0,-3 0-9 15,-2 1-4-15,-1 0-4 0,-3 1-1 0,-2 4 1 16,-3-3-1-16,1 4 1 0,-1 0 2 0,0 1-5 15,6 5 4-15,0-1 0 0,-1-1 0 0,4 2 0 16,5 2 1-16,-3 0-10 0,3-1-21 0,0 0-6 0,2-1-4 0,3 3-26 16,8-5-22-16,6-2-33 0,7 2-37 0,7-4-48 15,5-2-50-15,-1-4-150 0,4 2-447 0,-2-1 198 16</inkml:trace>
  <inkml:trace contextRef="#ctx0" brushRef="#br0" timeOffset="41587.58">12005 3614 278 0,'2'-4'260'0,"-4"0"-29"0,2 4-26 15,2-5-22-15,-2 5-20 0,0-4-24 0,0 4-13 16,0 0-17-16,0 0-7 0,5 12-15 0,-3-3-8 16,-1 6-7-16,-1 11-14 0,-1 6-4 0,-2 4-1 15,-3 15-8-15,-2 5-6 0,-1 2-1 0,-1 2-1 16,-2-4-5-16,2-1 2 0,1-4-6 0,2-2-2 0,3-17 2 16,0 1-7-16,3 0 0 0,-2-2 4 0,3-2-5 15,3-3-1-15,-2-6 7 0,0-3 2 0,3-4-3 16,-4-4 4-16,4-1 2 0,-4-1 2 0,1-1 13 15,1-3 23-15,0 2 34 0,-2-5 34 0,1 5 43 0,-1-5-11 16,0 0-21-16,0 0-9 0,7-12-17 0,-5 6-13 16,-2-3-21-1,0-1-29-15,-1-1-19 0,-3-1-21 0,0-4-17 16,-1 1-6-16,-4-1-17 0,-1 0 0 0,-4 2-2 16,1 0-4-16,-1 0 0 0,0 2 2 0,-3 4 2 15,1-3 3-15,-2 2 0 0,6 4 4 0,-2-1-7 16,4 3 7-16,0-2 2 0,5 2-9 0,-3-1-16 15,3 2-4-15,4-1-11 0,1 3-14 0,7-5-13 16,5 1-6-16,7-3-10 0,11 1-10 0,6-2 10 0,17-3 2 0,1 2 4 16,-2 0 5-16,4 1 6 0,3 0 6 0,-7 0 8 15,1-1 5-15,-15 3 5 0,0-1 9 16,-3 0 4-16,-6 0 12 0,1 1 14 0,-11 1 28 0,-6 2 30 16,-2 0 37-16,-2 1 29 0,-1-1 24 0,-3 0 13 15,1 2 12-15,-2 1 4 0,-4 0-11 0,7-3-14 16,-7 3-8-1,7 0-17-15,-7 0-19 0,5-2-12 0,-5 2-25 16,0 0-19-16,3 6-3 0,-5 1-5 0,-1 0-4 16,0 4-1-16,-2-1 0 0,-1 5-3 0,2 0-1 15,-3 1-4-15,2 0 1 0,1-1-6 0,-1-3 10 16,3 0-2-16,-1-1-1 0,1-1-1 0,2-3-11 16,-2 0-13-16,2 0-4 0,-2-3-18 0,2 0-7 15,0-4-10-15,0 7-6 0,0-5 0 0,0-2 0 0,0 0-4 0,0 0-15 16,0 0-65-16,0 0-60 0,0 0-57 0,-3-14-30 15,2 4-226-15,1-5-553 0,0-2 245 0</inkml:trace>
  <inkml:trace contextRef="#ctx0" brushRef="#br0" timeOffset="41719.03">12453 3862 253 0,'-1'-4'284'16,"0"-1"-23"-16,1 1-29 0,0 4-23 0,-2-4-23 15,2 4-19-15,-1-4-26 0,1 4-26 0,0 0-23 16,0 0-16-16,0 0-25 0,0 0-35 0,0 0-48 0,18 2-67 15,-8 0-71-15,-10-2-127 0,13 1-322 16,-2-1 142-16</inkml:trace>
  <inkml:trace contextRef="#ctx0" brushRef="#br0" timeOffset="42290.81">12863 3964 133 0,'0'0'196'16,"2"6"-19"-16,-2-6-9 0,0 0-17 0,0 0-14 15,0 0-17-15,4 1-9 0,-1 1-14 0,-3-2-7 16,16-1-7-16,-6 0-3 0,3-3-13 0,5 3-5 16,-2-3-2-16,-2 2-10 0,5-3-4 0,-2 0-2 15,-2-1-10-15,-2 1-5 0,-1 0 2 0,-1-1 8 0,-2 3 18 16,-1-1 14-1,-2 1 8-15,-2 2 11 0,1-2 3 0,-1-1-5 16,-2 3-3-16,-2 1-7 0,6-3-12 0,-6 3-13 16,0 0-9-16,0 0-2 0,-21 8-5 0,7-1-6 15,-1 2-7-15,-3 2-2 0,-5 4-3 0,-3 2-1 16,4 2-1-16,0 2-4 0,-1 0 7 0,5 1-9 16,-1-1-3-16,3 0 0 0,6-5-1 0,1 2 1 15,3-4 0-15,-2 3-2 0,7-6 0 0,1 0-1 0,1 0-2 0,7-3 1 16,1 1-2-16,6-1 1 0,7-4-3 0,6-1-1 15,1-1-4-15,4-4-3 0,-1-1-1 16,3-4 2-16,-3 1 1 0,-1-5-2 0,-2-3 4 16,-2-1 1-16,-2-1 0 0,-2-3 3 0,0-1 9 15,-9 1 7-15,-1 4 17 0,4-8 19 0,-8 9 24 0,-3-2 35 16,3 2 19-16,-5 2 30 0,-2 3 10 0,2 3 16 0,-1-1 3 16,-2 2-12-16,-1 0-21 0,3 0-19 0,-2 1-24 15,-1 4-12-15,1-3-14 0,-1 3-33 0,0 0-31 16,0 0-23-16,0 0-1 0,0 0 2 0,0 0 0 15,-5 21 1-15,1-10-5 0,0 1 2 0,-1 6 2 16,0-1 2-16,0 1-2 0,0-1 7 0,0 0-10 16,-3-2-40-16,5-4-5 15,1 0-17-15,-2-1-17 0,4-2-27 0,0 0-7 16,-1 0-24-16,-3-4-24 0,3 1-15 0,1-1-6 16,0-4 0-16,-4 5-2 0,4-5-75 0,0 0-292 15,0 0-599-15,-1-17 266 0</inkml:trace>
  <inkml:trace contextRef="#ctx0" brushRef="#br0" timeOffset="42442.96">13299 3730 254 0,'-1'-7'278'0,"2"0"-27"0,-1 4-24 16,0-1-25-16,0 4-23 0,0-9-23 0,3 8-39 16,-3 1-18-16,4-3-30 0,-4 3-43 0,0 0-57 15,16 5-49-15,-8 2-74 0,1-3-112 0,0-3-288 16,0 2 128-16</inkml:trace>
  <inkml:trace contextRef="#ctx0" brushRef="#br0" timeOffset="43392.15">13569 4162 66 0,'-3'1'235'0,"3"-1"-22"0,0 3-18 0,0-3-23 16,0 0-16-16,16-3-18 0,-4 2-11 0,5-5-13 15,2 0-15-15,8-3-10 0,0 0-9 0,-8 1-6 16,8-3-10-16,-2-2-10 16,1 1-7-16,-2-5-6 0,-6 6-4 0,0-2-5 15,-4-1 2-15,0 1-3 0,-1 0 17 0,-2 1 16 16,-4-1 10-16,-1 5 11 0,-2-2 16 0,1 2 11 15,-1 2-11-15,-3 0-8 0,-1 1-12 0,-1 1-7 16,-3 0-11-16,-1 0-8 0,-1 2-10 0,-5 0-2 16,-4 2-8-16,1 3-6 0,-6 2-1 0,-1 2-4 15,3 1-1-15,-9 2-5 0,2 5-3 0,7-4 0 0,-5 3 3 0,1 3-8 16,3 3-1-16,6-4-10 0,-1-1-17 16,5 0-10-16,4 2-2 0,1-1-11 0,3 1 2 15,1-1-3-15,4-3 2 0,5 0-3 0,5-1-13 16,1-3-10-16,11 1-16 0,1-3-17 0,3 0-17 0,2-5-5 15,0-2-1-15,0-1-3 0,0-4 7 0,0-2 12 16,-5-1 15-16,-2-4 15 0,-4 5 28 0,1-8 37 0,-6 2 38 16,-3 2 36-16,2-3 23 0,-4 1 24 0,-4 0 21 15,3-1 22-15,-3 4 27 0,-1-1 32 0,-2 1 36 16,0 5 28-16,-3-2 2 0,4 0-9 0,-2 4-16 16,-2-1-24-16,0 1-27 0,2-2-25 0,-3 5-23 15,1-4-19-15,-1 4-30 0,0 0-26 0,4 0-35 16,-4 0-31-16,0 0-6 15,0 0-1-15,-1 14-1 0,-2-6-7 0,-1 4 6 16,2 0 1-16,-6 3 2 0,6 2-14 0,-5 0-27 16,3-1-6-16,-1 0-14 0,4-3 1 15,-2-3-6-15,2 2-8 0,-2-7-5 0,2 1 8 0,1 0 11 16,0-1 1-16,-1-1 16 0,1 1 27 0,0-5 33 16,1 3 22-16,-1-3-5 0,0 0-2 0,13-11-5 15,-4 5 5-15,1-2-5 0,-1-1-7 0,3-1-3 0,-1-1-4 16,-2 3 8-16,1-2 6 0,-1 1-6 0,-1 1-6 15,-4 3 1-15,2 0 5 0,-2 0-8 0,0 3-3 0,0-3-6 16,-2 4-22-16,1-2 1 0,-3 3-23 16,4-2-24-16,-4 2-5 0,0 0 30 0,7 5-16 15,-3 1 3-15,1-2-3 0,1 0 0 0,2 5-1 16,-1-2 1-16,2 1-13 16,2-3-3-16,-2 3-13 0,5-1-2 0,-4-1-8 15,2 1-11-15,-1-2 0 0,2 0 6 0,-4-3 6 16,2-1 7-16,0-1 8 0,-3-1 6 0,2-3 12 15,-1-2 2-15,-2 0 9 0,0-3 10 0,0-2 13 16,-2-5 11-16,2-1 11 0,-1-5 13 0,-1 2 10 16,4-6 5-16,-2-3 11 0,-1 0 4 0,1-5 4 15,3 2-4-15,-3-14-1 0,1 16 16 0,1-1-16 0,-3 6 26 16,-2 7 16-16,1 3 15 0,-2 5-7 0,-2 3-11 0,0 0-16 16,2 0-20-16,-3 3-51 0,1 1-43 0,-1 3-1 15,0 0 6-15,-5 19 6 0,1-1 7 0,-1 8 0 16,-5 4 11-16,2 2-4 0,-1 3 1 15,0 11 7-15,-3 0-1 0,3 0-7 0,2-15-31 16,-3 0-14-16,6-2-12 0,-1 1 1 0,3-5-17 0,-1-7-13 0,2-6-16 16,2 0-19-16,-2-3-19 0,1-1-3 0,-2-3-4 15,1-1-13-15,1-4-45 0,0 0-204 0,0 0-466 16,0 0 207-16</inkml:trace>
  <inkml:trace contextRef="#ctx0" brushRef="#br0" timeOffset="43692.91">14203 3952 137 0,'-6'0'189'16,"6"0"0"-16,-10-2-14 0,10 2-2 0,0 0-12 16,0 0-6-16,31-1-12 0,7 0-16 0,12-2-11 15,10 0-11-15,7 0-10 0,28-3-10 0,2 3-12 0,-1-2-5 16,-5 3-6-16,-26 0-4 0,3-1-6 0,-4-1-8 15,-4 2-5-15,-4-1-4 0,-24 0 14 0,0 3 11 16,-10-1 23-16,-8 0 23 0,-3-2 24 0,-3 2 24 16,0 0 16-16,-1 1 2 0,0-3-6 0,-3 2-12 15,-4 1-8-15,7-2-19 0,-7 2-14 0,0 0-13 16,9 3-34-16,-9-3-18 16,0 0-29-16,0 0-13 0,0 0-36 0,0 0-29 15,0 0-29-15,-18 8-34 0,16-6-33 0,-3 1-38 16,2-2-51-16,-3 1-300 0,6-2-588 0,0 0 260 15</inkml:trace>
  <inkml:trace contextRef="#ctx0" brushRef="#br0" timeOffset="44780.03">15827 3800 10 0,'-12'0'187'16,"3"5"-24"-16,-5-4 4 0,-2 3-11 0,-5 2-12 15,2 0-10-15,-4 3-14 0,3 1-12 0,0-1-9 16,2 4-13-16,2-3-8 16,-1 2-9-16,2 4-9 0,-2 4-3 0,6-3-3 15,3 0-4-15,4 1-2 0,0 1 0 0,8 2 3 16,5 3-2-16,5 2-2 0,3-1-2 0,5-2-11 15,3 0 2-15,2-3-1 0,-1 4-3 0,-1-7-2 16,-2 0-6-16,-6-4-2 0,-2 0 4 0,-1-3-9 16,-8-2-3-16,2 0-3 0,-4 0 18 0,-3-1 18 15,-2-1 1-15,-8 2 6 0,-10-1-9 0,-17 4-1 0,-19 2-1 16,-6-4-32-16,-30 9-76 0,30-13-120 0,-31 0-212 0,31-4-431 16,-1-8 191-16</inkml:trace>
  <inkml:trace contextRef="#ctx0" brushRef="#br1" timeOffset="58396.09">2173 6543 155 0,'0'0'211'15,"0"0"-6"-15,0 0-12 0,0 0-6 0,0 0-7 0,0 0-4 0,0 0-5 16,0 0-6-16,0 0 0 0,0 0-4 0,-1-4-2 16,1 4-10-16,0 0-8 0,0 0-11 15,0 0-2-15,0 0-6 0,0 0-11 0,0 0-8 16,0 0-10-16,0 0-5 0,0 0-10 0,0 0-12 16,0 0-8-16,0 0-7 0,0 0-8 0,0 0-13 15,0 0-17-15,0 0-2 0,-5 10-4 16,1-3-4-16,0 2 0 0,0 4-4 0,2 6-1 15,-6-1-1-15,2 7-1 0,-2 0 10 16,4 2-9-16,-4-2 1 0,3 3 1 0,4-3-5 16,-4 3 7-16,1-1-1 0,2-3 1 0,-1-5-1 15,3 0-4-15,0-4 4 0,0-2-1 0,0-1 3 16,-3-3 0-16,2 0 2 0,1-1-4 0,1-4 4 0,-1 1-5 16,0-2 9-16,0 2 3 0,0-1 17 0,0-4 13 0,0 4 5 15,0-4 8-15,0 0 4 0,0 4-4 0,0-4 6 0,0 0-1 16,0 0 1-16,0 0-9 0,-1 4-2 0,1-4-6 15,0 0-5-15,0 0 1 0,0 0-2 16,0 0 0-16,0 0-9 0,0 0-2 0,0 0-17 16,0 0-15-16,0 0-21 0,0 0-62 0,0 0-41 0,0 0-41 15,-4-12-46 1,3 5-43-16,1 0-60 0,-3-4-208 0,2-2-571 16,2 1 253-16</inkml:trace>
  <inkml:trace contextRef="#ctx0" brushRef="#br1" timeOffset="59043.65">2045 6285 132 0,'-11'0'128'0,"-2"0"-8"16,0 0-8-16,0 4-14 0,-1-2-7 15,3 2-12-15,-3-1 0 0,1 2-14 0,-5 1-9 0,4 4 2 16,-4 0-18-16,3 3-3 0,-3 5-1 0,0 4 1 0,0 0-10 15,3 4 0-15,-2 0-5 0,0 1-2 0,1 3 6 16,1 1-1-16,2 3 1 0,3-1 4 0,-8 10-4 16,9-9-4-16,-4 13 1 0,8 2-5 0,-4-13 5 15,4 11 0-15,1 0 25 0,-1-13 3 0,5 0 5 16,0 1 8-16,5-2-5 0,-2-1-3 0,3 1 4 16,-1-4 6-16,3 0 6 0,2 0-2 0,0-4 4 0,3-3-6 0,4 2-1 15,-3-5 6-15,1-4 3 0,5 6-3 0,1-4 6 16,2-2-2-16,0-3 2 0,5 2-1 0,-4-7 9 15,3 2-4-15,0-4-3 0,5-4 3 0,-4 3 1 16,2-3-1-16,-1-2 4 0,0 0-5 0,2-3 2 16,-3 3 5-16,4-6-2 0,-1 1 2 0,-2-1 5 15,-2-2 5-15,1 1 3 16,-3-1 13-16,-5 0 3 0,4-6 1 0,-1 1 6 16,0-3 6-16,-1-2 1 0,-1-2-4 15,1-4 8-15,0-1-2 0,-3-4 0 0,5-12-8 16,-2-1-9-16,-4-4-10 0,1-3-9 0,-6-2-2 15,1 1-14-15,-5 1-4 0,-4 0-10 0,-4 0-3 0,-7 1-8 16,-3 2-11-16,-1 11-7 0,-7-7-7 0,1 11-9 16,-5 2-10-16,-2 2-10 0,-17-4-11 0,-7 8-20 0,0 2-22 15,-3 8-25-15,-5 6-23 16,-1 6-33-16,1 4-40 0,0 6-56 0,3 4-50 0,-2 5-43 0,7 3-52 16,1 5-97-16,12-7-242 0,9 1-769 0,1-2 341 15</inkml:trace>
  <inkml:trace contextRef="#ctx0" brushRef="#br1" timeOffset="60586.28">4478 6660 211 0,'0'0'218'0,"0"0"-17"0,0 0-17 15,0 0-14-15,0 0-20 16,0 0-13-16,0 0-15 0,0 0-6 0,0 0-19 15,0 0-13-15,0 0-9 0,0 0-9 0,0 0-5 16,0 0-2-16,0 0-9 0,0 0 2 16,0 0-11-16,0 0-5 0,0 0-1 0,0 0-3 0,0 0 0 15,0 0-3-15,0 0 2 0,0 0 1 0,0 0-2 16,8-7-5-16,-3 4 0 0,0 3-1 0,3-2 4 16,-1-3-7-16,0 0 0 0,2 0 4 0,0 0-1 15,0-3 6-15,-3 2 6 0,3-1 4 16,-2 2 11-16,0-2 4 0,-1-3 4 0,1 3 6 0,-1 0-6 0,1 0 17 15,-4-1 1-15,1 2 4 0,-1 1-1 0,-1-1 4 16,1 1-8-16,-2 0 2 0,1 0 0 0,-1-2-3 16,-1 5-10-16,2-4 11 0,-2 6-20 0,-3-6-1 15,0 3-15-15,0 1-8 0,-2-1 2 0,-2 2-4 0,-2 1-5 16,-2 1-5-16,-2 0-5 0,-4 3-11 16,-5-1 10-16,4 3-5 15,-9 5-10-15,1-2 8 0,-4 5-5 0,-3 1-10 16,1 5 8-16,-10 4-3 0,-3 3-1 0,3 2 8 15,2 5-7-15,1 2-9 0,3 2 14 0,-4 6-6 16,7-1-1-16,5 5-4 0,0-4 1 0,3-2 5 16,10-8-4-16,-5 10 3 0,11-13 3 0,0 0-4 15,4-2-1-15,1 2 4 0,-1-3 6 0,8-3 4 16,0-5 1-16,1-2 5 0,4 0 3 0,0-3 0 0,12 5 6 0,1-4-4 16,-2-3 9-16,7-2 15 0,5 0-17 0,-2-3-8 15,5-4 17-15,-5 2-16 0,6-3-5 0,-5-3-4 16,0 3 5-16,-9-3 3 0,-2-3-6 0,-2 3-1 15,-7 0 1-15,4-1 7 0,-6 1 14 0,1-2 10 16,-3 1 12-16,1 0 10 0,-7 1 11 0,6-2 5 16,-2 0 8-16,-4 2 2 0,0 0-2 0,10-1-11 0,-10 1-2 0,0 0-7 15,7 0-9-15,-7 0-3 0,0 0-7 0,0 0-4 16,0 0-8-16,5-2-4 0,-5 2-11 16,0 0-11-16,0 0-22 0,0 0-21 0,0 0-26 15,0 0-30-15,0 0-40 0,0 0-36 0,0 0-79 0,0 0-81 16,-2-5-67-16,2 5-307 0,-3-9-753 0,0 3 334 15</inkml:trace>
  <inkml:trace contextRef="#ctx0" brushRef="#br1" timeOffset="61403.99">4837 7000 115 0,'-2'-4'246'15,"-2"2"-18"-15,1-3-15 0,1 3-22 0,2 2-16 16,-5-3-17-16,2-2-17 0,-2 4-16 0,5 1-14 0,-7-1-14 15,0 1-9-15,7 0-9 0,-15 5-6 0,2-1-12 16,-4 4-6-16,2-2-7 0,-3 4-6 16,0 3-2-16,-1 3-7 15,2-2-1-15,0 5-7 0,-1 3-1 0,-3-1-5 16,3 0 0-16,2 2 0 0,2 0-1 0,-2-1-2 16,6-4-3-16,4 0 1 0,-1-1-3 0,6 0 6 15,-3-1 2-15,4-3 7 0,-1 1 4 0,2-2 3 16,3-1 2-16,0 1 4 0,1-4 0 0,4 1 4 15,-3-4 1-15,6-2 2 0,0 2-3 0,3-5 0 16,-1 0-2-16,2-5 0 0,2-1 3 0,0 1 6 0,-3-5 7 0,0 0 15 16,1-2 0-16,-6-1 3 0,4 0 16 0,-1-3-1 15,-4-1-6-15,5-5-1 0,-5 5 0 0,-1 0 9 16,-3 0 10-16,5-1-3 0,-4 2-13 0,-3 4 21 16,1 1 1-16,0 0 1 0,-5 1 4 0,2 1-6 15,0 1 1-15,0 1-5 0,2 2-4 0,-2-1-6 16,-1 3-12-16,3-1-3 0,-3 4-13 0,0-5-12 0,0 5-6 0,1-5-17 15,-1 5-4-15,0 0-13 0,0 0-18 16,0 0-17-16,0 0-8 0,0 0-2 0,0 0 1 16,0 0 11-16,-1 19-5 0,-2-10-12 0,3 4 23 0,-4 3-5 15,3 1 5-15,-4 0-5 0,1 1 4 0,3 1 5 16,-1-1 0-16,0 0 1 0,2-1 6 0,0 2 0 16,0-4-3-1,0-3 1-15,0 0 1 0,0-2 0 0,2-2-1 16,-2-1 2-16,2 0 1 0,-1 1 2 0,-1-3-3 15,4-1 6-15,-1 3 0 0,-6-4 6 0,6-2-3 16,-1 2 1-16,2 1 5 0,-3 0-2 0,4 0 5 16,0-1 6-16,2-3-10 0,-1 1 5 0,4-1-1 15,2 0-1-15,-1 0-36 0,8 0-46 0,10-1-79 16,-3-5-100-16,8-6-140 0,-1 1-365 0,1-6-814 0,12-6 360 0</inkml:trace>
  <inkml:trace contextRef="#ctx0" brushRef="#br1" timeOffset="62306.27">5107 7040 258 0,'0'-5'282'0,"0"5"-12"16,0-7-19-16,0 7-15 0,-1-1-21 0,1 1-22 15,0 0-24-15,0 0-17 0,0 0-20 0,0 0-19 16,0 0-12-16,0 0-14 0,0 0 2 0,0 0-16 15,-2 13-8-15,2-1-9 0,-1-2 17 0,2 6-9 16,-2 1-7-16,0 3-8 0,2-1-1 0,-2 6-5 16,2 0-2-16,-2-2-8 15,1-3-1-15,0-2 1 0,2 0-5 0,0-2-2 16,-1 1 4-16,2-6-13 0,-1 0 4 0,3-1 1 16,-2-2-3-16,-1-1 16 0,2-1 8 15,-1-1 33-15,1-2 7 0,2 0 14 0,-1-3 12 16,4 0 9-16,0-4-3 0,0 0-2 0,10-5-9 0,-10 2-3 15,5-4-4-15,0-3-9 0,1-1-7 0,2-4-8 16,1-2-6-16,-3-2-8 0,3 0-4 0,-4 0-10 0,0-1 2 16,-3 7 3-16,-4 3-23 0,2 2 11 0,-4 0 12 15,-1 3 8-15,4 0 3 0,-6 3 4 0,1 0-3 16,-1 0-3-16,1 4-9 0,-2-2-11 0,-1 4-5 16,0-5-5-16,0 5-12 0,3-4-15 0,-3 4-10 15,0 0-13-15,0 0 2 0,0 0-4 0,0 0 4 16,-3 17 2-16,3-5 3 15,-4 0 1-15,2 1-16 0,-2 1 20 0,4 3-6 16,-1 2 7-16,-2-3 1 0,3 0 1 0,-1 1 6 16,2 0-3-16,-1-3-1 0,3-2 3 0,-2-2 0 15,0 1 6-15,7-2-3 0,-3 0 5 0,0-2-6 16,4-2-2-16,5-1-21 0,-1-1-33 0,9-3-75 16,6-3-71-16,-1 2-69 0,4-3-87 0,-10-3-375 15,7-2-792-15,-1-3 351 0</inkml:trace>
  <inkml:trace contextRef="#ctx0" brushRef="#br1" timeOffset="63540.58">5944 7023 151 0,'0'0'248'0,"0"0"-17"16,0 0-23-16,0 0-14 0,-5-2-21 0,5 2-21 0,0 0-12 0,0 0-17 16,0 0-13-16,0 0-9 0,0 0-14 0,0 0-11 15,0 0-6-15,0 0-7 0,0 0-8 0,0 0-6 16,0 0 3-16,0 0-10 0,0 0-2 0,0 0 0 16,0 0-7-16,20 1-4 0,-11-3-4 0,3-1-6 15,-2 1-2-15,4 0-7 0,-2-1-5 0,0-1-1 16,1 1 15-16,5-1-18 15,-4-4 1-15,-2 1-1 0,-2 2-1 0,-1-2 0 16,0 0 2-16,-1 0-2 0,-2 2 8 16,-1 1 13-16,1-5 9 0,-3 5 11 0,-2 0 7 15,2-1 10-15,-2-1-4 0,-1 2-7 0,0 4-7 0,-3-10-3 16,1 10-3-16,-3-3-5 0,-2 2-6 0,7 1-1 16,-19 3-3-16,5 1-5 0,-4 0 0 0,3 3-5 15,-12 5 2-15,4 3 0 0,-3-1 0 0,5 3 1 0,-2 0 1 16,1 3-3-16,-1 2-3 0,4-1 6 0,-3 3-3 15,3-1-5-15,2 0 5 0,6 0-3 0,2-7-1 16,2 1-2-16,2 0-2 0,1-4 5 0,4-1 0 16,0 0 4-16,3-1 9 0,3 0-2 0,6 1 3 15,3-3 2-15,12-3-2 0,4-2 1 0,3-4 0 16,5-2-3-16,13-3-16 0,-3-3-5 0,-10-2-10 0,10-1-10 0,-15 0-1 16,1-2-1-16,-5-4 0 0,1-3 4 0,-4 0-2 15,0-2 7-15,-4-2-1 0,-4-2 3 0,-2-3-1 16,-1-3 0-16,-3 1 2 0,0 2 14 0,-6-3 4 15,1 4 13-15,-4 1 19 0,1-1 12 0,-3 3 17 16,1 7 6-16,-3-2 11 0,1 2 12 0,-2 2 17 16,1 0-2-16,0 5 1 15,0 2 9-15,0-3-3 0,0 5-16 0,0-5 1 16,-3 5-26-16,6 0 16 0,-3 2-6 0,0 0 0 16,0 0-8-16,0 1-3 0,0 4-4 0,0-5-9 15,0 5-9-15,0-5-1 0,0 5-6 0,0-5-7 16,0 5-1-16,0 0-4 0,0 0-3 0,0 0-7 15,0-5 0-15,0 5 1 0,0 0-2 0,0 0-8 16,0 0-15-16,0 0 8 0,0 0-13 0,0 0-12 0,0 0-6 0,0 0 7 16,0 0-11-16,0 15 1 0,-5-4 3 0,1 1 5 15,0 5 0-15,-1 8-2 0,-3 4 7 0,1 1 4 16,-1 2-4-16,1 2-1 0,-1 0 7 16,1-2-3-16,1 3 2 0,1-3 3 0,-1 3-2 0,2-5 7 15,0 1 1-15,0-2-6 0,0-4 10 0,3-6-8 16,-1-2-9-1,0-1 8-15,1-4 6 0,1 0-5 0,-1-5 6 16,1-1-3-16,0 2 1 0,0-4 14 0,0-2 3 16,0 3 6-16,0-5 10 0,0 7 11 0,0-7 19 0,1 4 17 15,-1-4 17-15,0 0 10 0,0 0 17 0,0 0 11 16,0 0-12-16,0 0-15 0,11-17-15 16,-6 9-10-16,3-2-8 0,0-1-15 0,1 2-12 15,-2-3 12-15,4 0-11 0,-4 1-5 0,2 0-5 0,-1 1-6 0,1 1-3 16,-2 1-3-16,1-1-4 0,1 2-1 0,-1 0-4 15,-1 0-3-15,1-1-5 0,-3 3-3 0,-1 2-1 16,3-1-2-16,-5-1-6 0,3 3-1 0,-1 1-9 16,-4 1-14-16,8-1-12 0,-8 1-6 0,0 0-5 15,10 2-8-15,-6 0 0 0,-1 3-3 0,0 2 0 16,2 1 3-16,-1 1 1 16,-1 3 6-16,-2 2 3 0,3 3 7 0,-3 0 3 15,-2 4 0-15,2-3 4 0,-1 0 6 0,0 1 6 16,-1-2-1-16,1-3 5 0,-2-2-1 0,2-2-2 15,0-2 3-15,0-1 4 0,2-1 7 0,-4-1-2 16,4 0 9-16,-2-5 17 0,-2 5 17 0,2-5 9 16,7 1-5-16,-7-1-2 0,25-8-6 0,1-2-21 15,3-2-39-15,6-4-57 0,-2 0-67 0,18-7-95 0,-5 0-111 16,1 1-132-16,3-3-346 0,-6 3-904 0,-11 4 401 0</inkml:trace>
  <inkml:trace contextRef="#ctx0" brushRef="#br1" timeOffset="65129.23">6786 6953 95 0,'0'-3'330'0,"-2"-2"-18"0,2 5-33 0,0-7-28 16,0 7-30-16,-2-5-21 0,1 3-25 0,1 2-14 15,0 0-23-15,0 0-10 0,0 0-20 0,0 0-6 16,8 13-11 0,-5-4-8-16,3 3-12 0,-1-2-1 0,0 1-7 0,5 3-10 15,-1 1-1-15,1-2-6 0,4-1-6 0,-5-1-1 16,1 0-2-16,1-2-6 0,-2 1-9 0,2-3 2 16,2-2 6-16,-4-2-13 0,0 1 0 0,2-4-1 15,-2 0-4-15,4-4 2 0,-2 1-2 0,0-4-1 16,3-5-3-16,-5 4 0 0,-2-4 1 0,5 0 5 15,-5-2 25-15,2-1-2 0,-2-2 0 0,-2 3 13 0,1 2 3 16,-2 2 15-16,0-1 2 0,1 1 3 0,-4 4-3 16,2 0-1-16,-2-1-10 0,1 2-3 0,0 0-14 0,-1 1-22 15,-1 4-22-15,0 0-9 0,0 0-1 0,0 0 0 16,-3 23-2-16,-3-3 9 0,-3 6-2 16,3 4 0-16,-3 4 3 0,-4 13-1 0,-2 1-3 15,2 0 8-15,-3 3-3 0,2-5-2 0,-3 3 0 0,4 0 7 0,-1-2-4 16,0 1 1-16,1-2 1 0,2 3 0 0,-2-2 0 15,5-14 3-15,-2 0 1 0,1 2 3 0,0-4-2 16,-3-2 2-16,1-4-1 0,3-7-1 0,0-1 3 16,1-3 3-16,1-5-4 0,1 3 5 0,-2-5 3 15,-2-2 7-15,0-1 5 0,-1-3-4 0,-5-2 12 16,2-3 0-16,-6-5 6 16,2-1 15-16,-2 0 12 0,1-3 11 0,-1-3-1 15,-3-2 7-15,6-3 8 0,4-3 0 0,1 2 8 16,1-7-9-16,4-1-12 0,4-4-15 0,4 2-15 15,2-3-8-15,6 1-10 0,5 2-7 0,8-9-8 16,-2 13-6-16,11-10-12 0,4 3-2 0,1 4 4 16,7 4 1-16,0 1-4 0,1 4-2 0,1 1 0 15,4 1 1-15,-15 10 0 0,1-3 0 0,0 1 5 0,-3 2-7 0,1 1 3 16,-5 0-3-16,-7 4 3 0,-5 2-8 0,-5-1 7 16,1 1 2-16,-4 1-4 0,-2-1-1 0,0 1 3 15,-2 1-2-15,0 0-1 0,0 0 1 0,-5 1-5 16,0 0 0-16,9-2-2 0,-9 2-7 0,0 0-19 15,0 0-18-15,0 0-20 0,0 0-14 0,-24 0-34 16,16 0-8-16,-2 2-36 16,0-1-38-16,1 0-39 0,1 2-50 0,-1 0-52 15,4-2-231-15,5-1-627 0,-8 0 278 0</inkml:trace>
  <inkml:trace contextRef="#ctx0" brushRef="#br1" timeOffset="65499.01">7516 7129 254 0,'0'0'292'15,"0"0"-16"-15,-8 3-14 0,8-3-5 0,-4 2-5 16,4-2-6-16,0 0-16 0,0 0-19 16,0 0-17-16,0 0-25 0,0 0-10 0,0 0-16 15,0 0-4-15,19 2-13 0,-7-4-18 0,-1 2-1 16,3 0-15-16,4-2-5 16,-5-1-9-16,6 2-9 0,-7 0-2 0,-1-1-5 15,1 1-5-15,-6 0 5 0,1 1 5 0,-1-2-3 0,0 1 0 16,-6 1 1-16,7 0-3 0,-7 0 1 0,6 0-4 15,-6 0-10-15,0 0-5 0,0 0-11 0,8 0-18 16,-8 0-44-16,0 0-47 0,0 0-42 0,6-3-52 16,-6 3-60-16,0 0-70 0,0 0-311 0,0 0-661 15,0 0 293-15</inkml:trace>
  <inkml:trace contextRef="#ctx0" brushRef="#br1" timeOffset="66501.62">8268 6734 190 0,'0'-6'227'0,"0"6"-8"15,0-5-2-15,0 5-2 0,0 0-5 0,0 0-5 0,0-5-9 16,0 5-14-16,0 0-8 0,0-3-16 0,0 3-5 16,0 0-24-16,0 0-19 0,0 0-10 0,0 0-19 15,0 0-15 1,0 0-4-16,0 0-14 0,2 13 1 0,-4-4-5 15,0 3-5-15,-2 5-4 0,0 3-5 0,-1 11 3 16,1 1-7-16,-1 1 0 0,-4-1-6 0,4-1 6 16,0 1-8-16,1-1 0 0,-1-1-5 0,-3-2 3 15,6-1-7-15,-2-8 2 0,0 1 3 0,2-3-4 0,-1-1 1 16,0-6-1-16,2 0-3 0,-2-3 1 16,2 1 1-16,1-5 9 0,0 1-9 0,0 3 0 0,-2-3 19 0,2-4 21 15,-3 3 13-15,3-3 23 0,0 3-5 0,0-3 8 16,0 0 1-16,0 0 1 0,-1 5-12 0,1-5-1 15,0 0-14-15,0 0-51 0,0 0-37 0,-4-18-40 16,4 10-35-16,0-3-43 0,-5 0-47 0,4-5-51 16,-1-3-57-16,2 1-236 0,-1-7-577 0,1-4 255 15</inkml:trace>
  <inkml:trace contextRef="#ctx0" brushRef="#br1" timeOffset="66733.42">8190 6638 93 0,'0'-2'273'0,"0"2"-6"0,0-5 3 15,0 5-24-15,0-5-17 0,0 5-14 0,0 0-22 16,4-4-17-16,0 2-21 0,1-1-17 0,8 0-15 16,-3-1-12-16,9 1-13 0,7-2-8 0,2 1-10 15,2 1-5-15,1 0-10 0,0 1-7 0,1 1-4 16,-4 0-7-16,6 2 25 0,-3-1-10 0,-3 0-20 15,1 0-23-15,-8 1-26 0,0-1-27 0,-2 3-33 0,-5-1-42 0,-4 0-51 16,3 0-34-16,-7 1-50 0,-2-2-162 0,-4 3-441 16,0-4 195-16</inkml:trace>
  <inkml:trace contextRef="#ctx0" brushRef="#br1" timeOffset="67234.77">8252 7372 258 0,'-7'2'287'0,"6"1"-15"16,1-3-14-16,-6 4-8 0,6-4-8 0,-5 1-3 16,5-1-14-16,0 0-13 0,0 0-21 0,-3 3-15 15,3-3-16 1,0 0-18-16,0 0-18 0,0 0-7 0,0 0-10 0,0 0-11 16,0 0-6-16,0 0-11 0,0 0-4 0,0 0-14 15,0 0-5-15,0 0-3 0,0 0-9 0,0 0-4 16,0 0-7-16,0 0-4 0,0 0 0 0,-4 4-2 15,4-4-2-15,0 0-8 0,0 0 2 0,0 0-2 16,0 0 2-16,0 0-3 0,0 0-2 0,32-4 0 16,-14-3-5-16,3 6-1 0,8-4 1 0,4 3-5 0,-1-6 6 15,0 3-5-15,1 2-2 0,2 1 1 0,-2-3-2 16,0 3 4-16,-4-3-4 0,0 4-5 0,-9-2 8 0,-1 1 2 16,-5 1 2-16,-2-1-1 0,-3 0-3 0,0 1 5 15,-3 1 0-15,-1-3-3 0,-5 3-2 0,8 0 10 16,-8 0-17-16,4-3-24 0,-4 3-29 15,0-5-22-15,0 5-32 0,-8-4-31 0,2 2-34 0,-1 2-46 0,-3-5-59 16,0 3-250-16,1-3-573 0,-4 1 255 0</inkml:trace>
  <inkml:trace contextRef="#ctx0" brushRef="#br1" timeOffset="67651.47">8271 7064 108 0,'0'0'274'0,"-9"0"-17"0,9 0-18 0,-4 1-14 15,4-1-14-15,0 0-16 0,0 0-15 0,-5 1-11 0,5-1-9 16,0 0-2-16,0 0-13 0,0 0-8 0,0 0-16 16,-4 4-12-16,4-4-4 0,0 0-10 0,0 0-7 15,13 1-3 1,0-1-6-16,1-1-4 0,6-1-10 0,10 0-8 16,0 0-2-16,-2-3-12 0,3 2 0 0,1-1-5 0,-4 3-1 15,-7 0-4-15,-2-1 3 0,0 1-4 0,-6-1-12 16,0 0 2-16,-1 1-5 0,-7-1 0 15,3 2 0-15,-8 0 3 0,10 0 0 0,-10 0 6 16,7 0-4-16,-7 0 2 0,6-2 5 0,-6 2-18 0,4-1-7 16,-4 1-11-16,0 0-17 0,0 0-17 0,0 0-22 0,0 0-23 15,0 0-32-15,0 0-39 0,0 0-49 0,-17 8-57 16,10-6-227-16,4-1-530 0,3-1 234 0</inkml:trace>
  <inkml:trace contextRef="#ctx0" brushRef="#br1" timeOffset="68584.82">9108 6948 15 0,'0'0'303'0,"-4"-4"-2"0,4 4 3 16,0-5-2-16,0 5-5 0,0 0-14 0,0-5-17 0,0 5-23 15,0 0-25-15,0 0-14 0,0 0-25 0,0-6-24 16,0 6-14-16,0 0-20 0,0 0-13 16,0 0-22-16,0 0-11 0,0 0-19 0,0 0-4 15,0 0-10-15,0 15-4 0,0-9-7 0,0 5 3 16,0 0-5-16,-4 2-2 0,4 2-4 0,-4 3-1 16,2 2-4-16,-3 4 4 0,2-4-6 0,2-1-9 15,1-2 4-15,-3 2 3 0,3-1-6 0,3-1 1 16,-2 0 3-16,3-3-5 0,1-1-6 0,-4-4 13 15,3 3-1-15,0-3 2 16,-1-4-3-16,-1 2 1 0,2-2 7 0,-1 0 2 16,-1 0 9-16,3-2 27 0,3-1-9 0,-3-2 13 15,3 0 9-15,-2-3 3 0,4-1 4 0,-1-1 2 16,0-3 4-16,3 1-3 0,-1-5-1 16,3-2-4-16,-2 0 1 0,-1-1-1 0,1-1-10 0,-3 0 0 15,1-1-13-15,0 0 5 0,-1 3-2 0,-1-1 11 16,-3 4 8-16,1 0 9 0,-2 2 3 0,1-1-2 15,-1 2 1-15,-3 2-6 0,3-4-5 0,-4 3 5 0,3 4-4 0,-2-2 2 0,-1 1-4 16,3 1-4-16,-2 0-14 0,-1 3-3 0,0 0-7 16,2-6-10-16,-2 4-2 0,0 2-12 0,0 0-5 15,0 0-7-15,0 0-8 0,0 0-8 0,0 0-9 16,0 0-12-16,0 0-10 0,0 0-1 0,0 0 0 16,0 0 6-16,0 0 0 0,-2 18 6 0,1-11-1 15,-2 1 6-15,-1 4-3 0,3-2 5 0,-3 3 3 16,4 0-1-16,-4 0 2 0,4-1 2 0,-4 1 3 15,3 3 0-15,1-4-1 0,0 2 5 0,0-3-2 16,-1 0 0-16,1-1 9 0,1 1-6 0,-2-3 1 16,2-1-4-16,-1 0 5 0,1 1 3 0,2-4 1 15,-2 2 5-15,2 1 0 16,-2-3 2-16,4 1 3 0,2 0 1 0,0-2 2 16,2 2 0-16,4-2-8 0,5 1-13 0,2-4-32 15,7 0-48-15,1-3-65 0,9-3-76 0,-1-2-99 16,18-7-119-16,-7 0-401 0,3-9-915 0,-2-3 405 15</inkml:trace>
  <inkml:trace contextRef="#ctx0" brushRef="#br1" timeOffset="69139.48">9752 6747 42 0,'0'-7'324'0,"0"4"5"0,-1-2-14 0,-2 3-5 16,2-4-7-16,1 6-20 0,-3-6-17 0,3 6-38 15,0-3-18-15,0 3-24 0,0 0-26 0,0 0-22 16,0 0-17-16,0 0-15 0,0 0-20 0,0 0 1 16,-5 17-15-16,4-6-5 0,-3 8-10 0,-5 5-12 0,4 5 4 15,0 2-7 1,1 3-2-16,-4-3-6 0,7-1-2 0,-6 1-3 16,5-3-3-16,2 4-3 0,-4-10-1 0,4-2 0 15,0 1-8-15,0-4 7 0,0-5-11 0,0 0 16 16,2-2-15-16,-2-2 2 0,0-1 4 0,0-1-3 15,2-1-3-15,-2-2 3 0,0 3 1 0,0-3-12 16,0-3-13-16,4 4-6 0,-4-4-34 0,0 2-24 16,0-2-23-16,0 0-28 0,0 0-33 0,0 5-33 0,0-5-31 0,5 5-51 15,-5-5-229-15,6 0-542 0,-6 0 240 0</inkml:trace>
  <inkml:trace contextRef="#ctx0" brushRef="#br1" timeOffset="69509.35">9864 7210 65 0,'-2'4'267'0,"2"-4"-22"0,0 0-26 0,0 0-23 0,8-10-17 15,-1 8-22-15,1 0-16 0,2-3-14 0,2-1-10 16,4-1-15-16,2 0-6 0,1-1-14 0,8-2-8 0,-8 2-4 15,7-5-7-15,-8 1-5 0,3-4 0 0,-5 4-1 16,2-1-1-16,-3 1 11 0,0 0 7 0,-2 0 8 0,-3 0 8 16,-1 2 3-16,-5 1 3 0,4 3 8 0,-4 1 13 15,-1-1-21-15,0 3-14 0,-2-2-11 16,-2 1-12-16,-3 1-7 0,4 3-7 0,-14 0-8 16,2 0-4-16,1 5-8 15,-6 2-5-15,0 1 0 0,-1 3-2 0,-5 2-6 16,1 4-1-16,8-3 0 0,-4 5 15 0,-1 1-17 15,6-5-3-15,4 1-2 0,-1 1 5 0,2-2-7 16,3 2 8-16,4 0-9 0,1 2-6 0,1-9-7 16,4 6-15-16,3-3-18 0,2-1-36 0,4-3-44 15,7-1-58-15,0-2-80 0,0-3-249 0,6-3-555 16,-6 0 246-16</inkml:trace>
  <inkml:trace contextRef="#ctx0" brushRef="#br1" timeOffset="69872.7">10351 6994 229 0,'0'0'266'0,"4"-3"-25"16,-4 3-20-16,4-2-26 0,-4 2-13 0,0 0-14 16,16 7-15-16,-9-4-7 0,2 4-11 0,-2 2-5 15,1 1-6-15,4 4-3 0,-1 0-8 0,-5 4-3 16,1-1-16-16,-1 2 4 0,1-1-10 0,-6 2-8 15,4-2-7-15,-5 1-6 16,0-1-8-16,-1-1 1 0,-3-6-6 0,2 2 1 16,-1-1 3-16,0-3-5 0,0-1 7 15,0-3-1-15,-1-1 8 0,1 2 14 0,1-3 13 16,-2 1 46-16,4-4 13 0,-5 0 1 0,5 0-4 0,0 0 3 16,-5-10 0-16,4 3-3 0,-2-3-8 0,6-2-15 15,1-6-16-15,3-7-12 0,2 2-18 0,4-3-17 16,5 2-13-16,-2-1-23 0,2 1-17 0,1 1-18 0,-1 1-26 0,1 2-28 15,-2 7-44-15,-3-1-47 0,-1 4-50 0,-2-1-53 16,0 3-68-16,-5 3-87 0,4-3-250 16,-6 4-713-16,0 2 317 0</inkml:trace>
  <inkml:trace contextRef="#ctx0" brushRef="#br1" timeOffset="72864.61">11572 6745 147 0,'-2'-8'268'0,"0"-1"-2"16,0 2-9-16,2 1-8 0,0-1-17 0,-1 1-18 0,1 0-14 0,0 2-23 16,0-1-22-16,-1 2-15 0,1 3-17 0,0-5-15 15,0 5-15-15,-1-4-10 0,1 4-12 0,0 0-7 16,0 0-11-16,2 12-3 0,-2-3-5 0,1 4-4 15,-1 8-3-15,-2-2-4 0,1 9-4 0,-1 2-1 16,0 1-1-16,-2-1-5 0,0 3 1 0,-2-3-2 16,2 1-3-1,-3-2-2-15,4 1 2 0,-4-3-3 0,1-1-1 16,2-6-4-16,-1-1-2 0,1-3 2 0,0 0-1 16,2-4-3-16,-1-1 3 0,2-2 2 0,-2-1-3 0,2-3 2 15,-3 0 15-15,3 2 19 0,1-3 31 0,0-4 40 16,-1 5 35-16,1-1 35 0,0-4 25 0,-3 3 22 15,3-3 3-15,0 0-23 0,0 0-21 16,-5-15-10-16,2 7-26 0,2-3-16 0,1-7-14 0,-1-2-2 0,2-5-11 16,-1-3-12-16,0-3-10 0,1-3-7 0,2 2-11 15,2-4-5-15,0 0-6 0,4 2-7 0,-4 0-6 16,3 5-4-16,1 0-6 0,0 2-4 0,-3 4-3 16,-1 6-8-16,1 1-2 0,1 1-2 0,-1 6-6 0,1-3-6 15,-1 3-11-15,2 0-19 0,3 1-20 16,0-1-15-16,-1 3-24 15,8-1-20-15,0 2-27 0,1 3-32 0,0-2-31 16,0 4-26-16,-1 1-24 0,4 2-27 0,-4 4-31 16,1 2-38-16,0 1-19 0,-6 3-359 0,2 0-773 15,-5 0 342-15</inkml:trace>
  <inkml:trace contextRef="#ctx0" brushRef="#br1" timeOffset="73149.53">11592 7265 188 0,'0'0'223'0,"0"0"-4"0,-3 5-2 0,3-5-7 16,0 0-6-16,-4 2-13 0,4-2-21 0,0 0-13 15,0 0-11-15,0 0-10 0,0 0-12 0,0 0-4 16,11 3-10-16,-1-3-10 0,4-1-10 0,4 0-9 16,1-2-5-16,9 0-10 0,-6 1-13 0,6 0-22 15,1-1-32-15,-3-1-41 0,-4 4-58 0,1-3-37 0,-3-1-49 16,-2 1-222-16,1-2-442 0,-10 3 196 0</inkml:trace>
  <inkml:trace contextRef="#ctx0" brushRef="#br1" timeOffset="73365.75">11514 7048 150 0,'-5'-1'294'0,"5"1"-12"0,-8-2-12 15,8 2-14-15,-5-2-23 0,5 2-17 0,0 0-15 16,0 0-35-16,0 0-18 15,13-4-11-15,2 2-15 0,6-1-13 0,9 1-12 16,5-3-22-16,7 0-25 0,9 0-46 0,-1 3-48 16,2-4-56-16,-13 2-55 0,13 1-53 0,-15-3-177 15,-1-1-415-15,-1 2 184 0</inkml:trace>
  <inkml:trace contextRef="#ctx0" brushRef="#br1" timeOffset="73982.95">12368 6924 294 0,'0'0'291'0,"0"-4"-6"15,0 4-7-15,-3-4 3 0,3 4-13 0,0-5-16 16,0 5-2-16,4-5-23 0,-4 5-7 0,0-4-11 15,0 4-33-15,0 0-17 0,4-1-18 0,-4 1-16 0,0 0-12 16,0 0-19-16,0 0-13 0,0 0-10 0,0 0-18 16,0 0 12-16,0 0-25 0,0 0-9 0,-4 15-3 15,0-4 3-15,3 1-11 0,-3 5-1 0,-1 9 1 0,0-8-7 16,-2 10 2-16,6-2-3 0,-8 2 6 0,4-2-9 16,0 0 7-16,-2-3-6 0,4-5-5 0,0 0 4 15,-1-1 3-15,3 1-8 0,1-6 2 0,-2 1 6 16,2-3 2-16,0 0-6 0,-2-1 2 0,2-4 0 15,0 2 3-15,0-2-9 0,0 0 10 0,0-2-1 0,0-3-1 16,0 6 2-16,0-6 3 0,0 5-3 0,0-5 18 0,0 4 21 16,0-4 17-16,0 0 23 0,0 0 23 0,0 0-4 15,0 0-17-15,0 0-6 0,5-14-10 0,-1 8-12 16,1-4-3-16,-4 0-8 0,6-7-14 0,-2-2-10 16,3-6-7-16,-2 3-12 0,-1-5-9 0,-1 1-15 15,0 0 6-15,-3-1-13 0,-1 6 2 0,0-4-2 16,-1 6 7-16,-2 2-4 15,2 5 2-15,-3-1-5 0,3 1 8 0,-8 0-6 16,5 3 4-16,-5 0-8 0,1 3 4 0,-3 1-7 16,2 1 10-16,-4 2-6 0,-2 2 10 0,-2 2-9 15,-1 3 0-15,2 0 3 0,0 2 2 0,0 1-2 16,2 3 2-16,5-2-5 0,-1-1 5 0,-2 5 3 16,7-4-3-16,1 2-2 0,-1-1 8 0,5 3-9 15,0-1 1-15,8-1 0 0,2 2 8 0,5-1-1 0,11 0 2 0,3-3-11 16,7-1-8-16,15-2-25 0,-10-6-36 0,9 2-37 15,9-5-33-15,-7 0-32 0,-15 1-52 0,3-3-53 16,-2 1-336-16,-2-4-682 0,-6-2 303 0</inkml:trace>
  <inkml:trace contextRef="#ctx0" brushRef="#br1" timeOffset="74916.32">12806 6946 158 0,'0'-5'222'0,"0"5"-11"16,1-3-17-16,-1 3-11 0,0 0-13 0,0 0-10 15,0-5-11-15,0 5-14 0,0 0-10 0,-1-5-6 0,1 5-8 16,0 0-4-16,0 0 3 0,0-6-11 0,0 6-1 16,0 0-2-16,0 0 0 0,0 0 2 0,0 0-5 15,0 0 8-15,1-2-2 0,-1 2 0 0,0 0-5 16,0 0 0-16,0 0 1 0,0 0-6 0,0 0-1 16,0 0-10-16,0 0-8 0,0 0-3 0,3-3-3 15,-3 3-4-15,0 0 3 0,0 0-3 0,0 0-6 0,0 0 3 0,1-5-5 16,-1 5 11-16,0 0-1 0,0 0 3 0,0 0 3 15,0 0 3-15,0-5 1 0,0 5 4 0,0 0-3 16,0 0 1-16,0 0 1 0,0 0-1 0,0 0-1 16,0 0-7-16,0 0 0 0,0-4-2 0,0 4-3 15,0 0-3-15,0 0-7 0,0 0-3 0,0 0-6 16,0 0-6-16,0 0-4 16,0 0-5-16,0 0-4 0,0 0 0 0,0 0-10 15,3-1 4-15,-3 1-6 0,0 0-4 0,0 0-8 16,0 0-14-16,0 0-19 0,0 0-13 0,0 0 0 15,-7 14 8-15,7-9 0 0,0 6 7 0,-2 0-2 16,-1 0 4-16,2 5 0 0,-3 1 8 0,-1 0 3 16,4 2 3-16,-2-2-1 0,2 4 5 0,1-3 0 15,0 1 5-15,0-2 4 0,1-4 4 0,3 0-3 0,-4-2 2 0,5-2-12 16,-4-2 2-16,3-1 6 0,-1 1 1 0,2-3-1 16,-1 1 4-16,1-2-2 0,0-1 9 0,1 2 6 15,1-4 3-15,-7 0-2 0,15-6 9 0,-6 2-4 16,1-1 4-16,-1-4-1 0,5-1 5 0,-2-3-12 15,0-1 1-15,2 0-5 0,2-7 3 0,-1-1-1 16,-5 5-6-16,0-2 1 16,2 2-4-16,-4 0 3 0,-1 2 24 0,1 3 5 15,-3 3 2-15,-1-1-1 0,1 2 3 0,-2 1-6 16,-2 2-1-16,4 1-4 0,-4-1-6 0,2 2-4 16,-2-1-4-16,-1 4-8 0,3-2-11 0,-3 2-19 15,0 0-19-15,0 0-10 0,0 0 4 0,0 0 14 16,1 9-7-16,-2 0 7 0,-2 0 4 0,3 2 1 15,-1 1 8-15,0 0-1 0,1 4-6 0,1 0 14 0,-2 1 0 0,2-1 4 16,0 0 3-16,3 0-2 0,0-2-17 0,1 1-24 16,1-3-23-16,6 0-21 0,-3-2-26 0,1-3-29 15,4 3-28-15,3-3-34 0,3-2-39 16,-1 1-42-16,9-6-38 0,-10 0-251 0,4-5-630 0,-3 1 280 16</inkml:trace>
  <inkml:trace contextRef="#ctx0" brushRef="#br1" timeOffset="75185.87">13505 6999 80 0,'0'0'74'0,"0"0"-2"0,0 0-11 0,0 0-4 15,0 0-7-15,0 0-9 0,0 0-1 0,0 0 0 16,0 0-7-16,0 0 10 0,0 0 2 0,0 0 3 16,0 0 7-16,0 0 5 0,0 0 11 0,0 0-1 15,0 0 1-15,0 0-7 0,0 0 4 0,0 0-1 0,0 0-15 0,0 0-2 16,0 0-6-16,0 0-7 0,0 0-5 0,0 0-11 16,0 0-19-16,0 0-12 0,0 0-18 0,-4-3-25 15,4 3-18-15,0 0-38 0,-3-4-88 0,3 4-212 16,-6-1 94-16</inkml:trace>
  <inkml:trace contextRef="#ctx0" brushRef="#br1" timeOffset="76928.05">13712 7005 113 0,'-1'-6'252'0,"-1"2"-4"0,0-3-12 16,-2 3-16-16,1-1-4 0,1 0-22 0,-2 1-21 16,1 1-15-16,0-1-18 0,-4 1-15 0,2 0-15 15,-4 3-7 1,0 1-11-16,-5 1-4 0,1 0-12 0,-2 6-5 0,-3 1-10 15,-1 1-7-15,2 1-2 0,-4 5-7 0,0 1-3 16,2 1-5-16,-4 1-2 0,9 0-4 0,1-2-5 16,3-3-1-16,-3 2-2 0,8-2 0 0,-3-3-7 15,6-1 4-15,-6 0-3 0,6-4 0 16,-1-1-3-16,3 2 5 0,-1-4 4 0,1-1 9 0,0-2 10 16,1 3 14-16,-1-3 2 0,0 0 1 0,23-5-8 0,-13-2 4 15,2 0 1-15,2-3-4 0,0-1 0 0,0-1 4 16,0-1 12-16,0 0-21 0,0 1-4 0,-1 1-4 0,-4 1-1 15,2 2 3-15,-3 1-7 0,-3 0-10 16,5 3 3-16,-6 0-11 0,-1 0 4 0,-1 1-11 16,2 0-7-16,0 1 4 0,-4 2-11 0,6 0 2 15,-6 0 0-15,11 8-2 0,-4-1 3 0,-2-2 2 0,3 7-7 0,1-2 4 16,1 2 6-16,2 1-3 0,2 0 3 0,0-1 2 16,1 1-5-16,-1-1 9 0,4-1-15 0,-4-3-11 15,-1 1-3-15,-2-6-5 0,1 1 8 0,-1 0-8 16,1-4 1-16,-1 0 6 0,2-3 2 0,-4-2 4 0,4-2-2 15,-3-4 4-15,-1 0 2 0,4-3 0 16,-5-3 14-16,-2-1 7 16,4-6 5-16,-1-2 0 0,0 0 3 0,-1-2 15 15,-1-1-17-15,1-2 8 0,0-2-5 0,-2-4 0 16,2 6 6-16,-1 0 11 0,-1-1 8 0,-1 5 11 16,-3 6 20-16,2 4 17 0,0 4 0 0,-2 4-11 15,0 0-3-15,-2 2-10 0,2 1-14 0,-2 1-9 16,0 2-26-16,0-1-33 0,0 4-35 0,0 0 5 15,0 0-6-15,0 0 11 0,-6 19 5 0,-2-4 8 0,2 4-1 0,-6 3-3 16,1 6 13-16,-2 5 0 0,3 2 7 0,-3-3-4 16,4 0 4-16,-4-1 2 0,3-2-3 0,5-3 3 15,0-1 6-15,1-6-25 0,-1-2-11 0,1-2-27 16,2-1-27-16,-1-5-12 0,2 2-29 0,-2-4-25 16,3-3-16-16,-1 3-21 0,-2-2-8 0,2-2-3 15,1-3-50-15,-4 2-245 16,4-2-539-16,0 0 239 0</inkml:trace>
  <inkml:trace contextRef="#ctx0" brushRef="#br1" timeOffset="77144.22">13815 6948 32 0,'-6'1'229'0,"6"-1"-12"15,0 0-14-15,-6 0-8 0,6 0-3 0,0 0-4 16,0 0-11-16,0 0-12 0,0 0-14 0,0 0-8 15,0 0-9-15,21 1-14 0,2 2-14 16,8-3-1-16,6 0-17 0,3 0-11 0,10 0-3 0,-11-3-12 16,-2 3-21-16,-1 0-27 0,1-1-30 0,-5 0-27 15,-3-2-36 1,-7 2-30-16,-3-3-49 0,-1 3-48 0,-4-4-145 16,-5 2-380-16,0-1 170 0</inkml:trace>
  <inkml:trace contextRef="#ctx0" brushRef="#br1" timeOffset="77491.23">14421 6920 97 0,'0'0'354'0,"0"0"-1"15,-13-6-5-15,13 6-2 0,0 0-40 16,0 0-20-16,0 0-28 0,0 0-31 0,0 0-28 0,0 0-20 15,0 0-27-15,0 0-14 0,0 0-28 0,0 0-9 16,0 0-10-16,-1 7-10 0,1-1-13 0,-1 0-3 16,-3 0-7-16,4 4-11 0,-3 1-3 0,0-1 1 15,-1 4-7-15,0 2-3 0,0-3-1 0,0 2 0 16,0-3-6-16,2 0-3 0,-3 2-15 0,2-3-17 16,-1-2-27-16,3 1-11 0,0 0-12 0,1-3-12 15,-2 0-10 1,2-3-6-16,-1 1-1 0,0-2 8 0,1-3-9 15,0 0-44-15,0 0-50 0,0 0-14 0,-7-15 5 0,6 6 0 16,0-1 7-16,0-6 0 0,1-2-3 0,2-4-8 16,2-4-123-16,0-2-342 0,4-2 152 15</inkml:trace>
  <inkml:trace contextRef="#ctx0" brushRef="#br1" timeOffset="77629.23">14394 6803 329 0,'5'-26'118'0,"-1"-1"26"0,0 9 26 0,-1 1 24 16,-2-2 25-16,0 9 12 0,0 0 16 0,1 1 2 0,-1 2-7 15,-2 0-29-15,2 3-18 0,-1 0-25 0,1-1-9 16,-1 5-28-16,0-4-19 0,0 4-34 0,0-4-32 15,0 4-5-15,0 0-13 0,0 0-21 0,0 0-28 0,9 12-22 16,-5-7-43-16,2 3-31 0,1 0-42 0,2 2-41 16,1-1-45-16,-2 0-171 0,3 1-448 15,-2-2 198-15</inkml:trace>
  <inkml:trace contextRef="#ctx0" brushRef="#br1" timeOffset="78077.14">14841 6825 207 0,'0'0'235'0,"0"0"-19"16,-2-4-21-16,2 4-21 0,0 0-16 0,0 0-17 15,0 0-18-15,0 0-10 0,0 0-17 0,0 0-9 16,0 0-12-16,0 0-8 0,-13 8 5 0,7-5-2 15,1-1-2-15,-4 3-11 0,-4 5-1 0,0-1-3 0,2 0-7 0,-6 1-4 16,2 1-4-16,2 2-3 0,-3-2-7 0,0-1-2 16,6 4 0-16,-3-2-2 0,4-3-3 0,1 1-3 15,0 0 1-15,1-1-8 0,1 1 4 0,3-1-3 16,-1 1-1-16,2-2 11 0,2 2 7 0,0-4 1 16,1 2 11-16,0-2 0 0,6 2 4 0,-2 1 1 15,7-2-1-15,0-1-8 16,2-3 0-16,4 2 1 0,-5-2 0 0,6-2-3 15,0-1 10-15,-6-1 6 0,1-2 11 0,-1 0 2 16,0-2 5-16,-2-4 11 0,3 3-11 16,0-6-2-16,-2-1 1 0,-3 2-3 0,2-3-9 0,-3-1-3 15,-2-1 3-15,-1 0-7 0,0 1-5 0,-1-1-7 16,-3 4-4-16,1 1-9 0,0-4-1 0,-2 2-11 16,-2 2-5-16,0 4-21 0,1-4-21 0,-3 3-23 0,-2 0-25 15,0 3-33-15,-1 0-31 0,-2 3-39 0,-1-1-44 0,0 3-47 16,-2-4-225-16,1 3-542 0,2-1 240 15</inkml:trace>
  <inkml:trace contextRef="#ctx0" brushRef="#br1" timeOffset="78493.6">15009 6890 231 0,'0'0'323'0,"0"0"-26"0,6 0-27 0,-6 0-23 0,0 0-29 15,0 0-21-15,0 0-24 0,0 0-21 0,0 0-16 16,0 0-18-16,0 0-8 0,1 7-15 0,1-2-7 16,-2 0-13-16,-2 3-9 0,1-2 3 0,1 0-15 15,-6 3-2-15,6 1-3 0,-1-2-7 0,-2 3-6 16,1-2 1-16,-1-1-5 0,2-1-6 0,-2 0 13 15,1-1-19 1,2-3 2-16,-2 2-2 0,2-5 0 0,-1 5-1 0,0-3 6 16,1-2 45-16,-3 4 27 0,3-4 33 0,0 0-10 15,0 0 1-15,0 0-14 0,19-12-8 0,-9 6-8 16,2-6-5-16,2-1 2 0,0 0 2 0,0 2-1 16,2 2-4-16,-2 2-4 0,-3-2-9 0,-2 2-5 15,-4 4-3-15,0-2-14 0,2 1-8 0,-1 1-9 16,-2 2-11-16,-4 1-9 0,9 6-15 0,-4 3-2 0,4 2-3 15,0 3 2-15,-3 3-4 0,7 6 1 0,-8-4-18 0,4 8-31 16,0-6-59-16,-1-2-54 0,-5 8-72 0,1-9-112 16,-1-1-326-16,-2-5-736 0,0-5 326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4:19:47.02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3910 9235 98 0,'1'-3'196'16,"-1"3"-12"-16,5-6-12 0,-2 2-14 0,-2 2-9 15,-1 2-3-15,5-5-8 0,-5 3 0 0,4-1-10 16,-4 3-9-16,6-6 1 0,-5 5-2 0,-1 1-3 16,0 0-2-16,3-5-8 0,-3 5-9 0,4-2-6 15,-4 2-11-15,0 0-5 16,4-4-7-16,-4 4-7 0,0 0-5 0,0 0-7 15,0 0 1-15,0 0-12 0,0 0-5 0,0 0-8 16,0 0-15-16,0 0-6 0,0 0-8 16,0 0 0-16,0 0-2 0,0 0 1 0,-22 12 0 0,12-1 5 15,-8 1-6-15,-4 5 0 0,-1 4-3 0,-2 0 1 16,-1 3 1-16,-1 4-1 0,-5 6 0 0,7-7 19 16,2 2-1-16,-3-2 1 0,4 4-4 0,2-4 1 0,-3 2-3 15,4-2 0-15,3-1-3 0,1 1 1 0,2-1 1 0,3-1-2 16,2-1 5-16,5-6-3 0,0 2-3 0,2-2-3 15,3-2 0-15,3 1 2 0,1-2 3 16,4-1-4-16,0-2 4 0,3 1 4 0,1-3 0 16,1-3 1-16,3-3 4 0,-4 3-4 0,0-4 0 0,0-1 4 15,-1-3 3 1,1 2 5-16,-5-3 8 0,4 3 1 0,-4-4 3 16,-4 0 0-16,4 1-3 0,-4-2-4 0,-3 0-3 15,0-1-2-15,-2-2-3 0,-3 1 1 0,-2 0-7 16,-2-1-4-16,-5 0 1 0,-6-1 2 0,3-1-5 15,-7 3 1-15,4 0-2 0,-9-1-3 0,6 1 5 16,-1 2-2-16,-6-1 0 0,8 0-3 0,0 3 1 16,0-1 0-16,7 3 0 0,0-2 2 0,3 1-3 0,1 1 0 0,1-1-8 15,4 0-3-15,-2-1-11 0,1 0-2 0,5 2-7 16,0-5-12-16,0 5-4 0,15-6 1 0,-1 0 9 16,7 1-6-16,8-2 6 0,3-1 1 0,1 1-9 15,2 0 7-15,2-1 2 0,5 1-1 0,-5 0 4 16,1 0 3-16,1 0 1 0,-1 2 5 0,-1 0 1 15,-2 0 0-15,-2 0 2 0,-1 0 6 0,-10 3-1 0,6-1 2 0,-12 1 3 16,-2 1-1-16,-2 1 1 0,-1 0-1 0,-3-3-1 16,-3 2 3-16,3 2 0 0,-8-1-2 0,10 0 1 15,-9 3 9-15,-1-3 0 0,0 5 2 0,0-5 2 16,-11 8-1-16,3-1 2 0,-3-1-1 0,-6 5-1 31,4-1-1-31,-3 0-2 0,1 2-1 0,2-2 0 16,0 1 1-16,-1 2-3 0,3-4 4 0,1 5 2 0,0-6-7 15,5 2 4-15,-2 0-2 0,5-3 4 0,1 0 2 16,-2-2 3-16,6 4 2 0,-2-2 7 0,4-2 8 16,3 1 3-16,4 1 2 0,6-3 1 0,3 0 1 0,7 0-2 15,1-2-4-15,-1 0 0 16,2 1-2-16,-1 0-1 0,-7-1-2 0,6-1-2 0,-7 0-2 16,-4-1-1-16,-3 0-1 0,-2 3 0 0,-2-3-2 0,-3 1-2 0,-2-1 12 15,1 0 15-15,-6 0 13 0,10 0 10 0,-10 0 4 16,8 0 4-16,-8 0-7 0,0 0-3 0,0 0-8 15,0 0-3-15,0 0-3 0,1 4-6 0,-1-4-1 16,0 0-9-16,-8 5-2 0,8-5-1 0,-6 2-6 16,2 0 2-16,1 1-4 0,3-3 0 0,-6 1-3 0,6-1-3 15,0 0 2 1,-3 3 1-16,3-3 1 0,0 0-7 0,-3 3 3 16,3-3-1-16,0 0 0 0,0 0-3 0,0 0 3 15,-4 2-1-15,4-2 1 0,0 0-1 0,0 0 1 16,0 0 6-16,0 0-6 0,0 0-2 0,0 0 2 15,0 0 1-15,0 0 1 0,0 0 1 0,0 0 2 16,0 0-5-16,0 0 6 0,0 0 0 0,0 0-13 16,0 0-5-16,0 0-4 0,0 0-10 0,0 0-30 0,0 0-44 0,0 0-43 15,0 0-56-15,10-9-78 0,-7 6-231 16,2 1-541-16,-5 2 240 0</inkml:trace>
  <inkml:trace contextRef="#ctx0" brushRef="#br0" timeOffset="1873.37">4339 9811 84 0,'0'0'135'0,"-5"2"-5"16,5-2-15-16,0 0-8 0,0 0-4 0,0 0-16 15,0 0-7-15,0 0-6 0,0 0-8 0,0 0-6 16,0 0-9-16,0 0-2 0,0 0-4 0,0 0-1 16,0 0-7-16,0 0 2 0,0 0 10 0,0 0 6 15,0 0-1-15,0 0-2 0,24-3-9 0,-15 3 0 0,1-2-6 16,2 0-2-16,-1 0-5 0,2-1 2 0,1 1-5 0,-2-2-1 15,0-2 6-15,1 1 13 0,-2-2 5 0,1 2 7 16,-4 0 17-16,1-1-5 0,1 0 3 0,-2 3 9 16,-2-4 11-16,-2 2 0 0,-3 1-2 0,2-1-4 15,-2 0 2-15,-1 1-15 0,-1-2-11 0,-3 1-8 16,-1 1-7-16,-3 1-5 0,-6-2-2 0,-3 3-10 16,-2-1-2-1,0 3-5-15,0 0-4 0,-1 3-4 0,3-1-3 0,-2 3-3 16,2 2 3-16,-2-2-7 0,1 5-3 0,4-4 0 15,1 2-3-15,3 0-1 0,1 1 3 16,0 1-1-16,2-1-3 0,3 2-2 0,1 1 6 16,1-2 0-16,4 1 3 0,3 1-3 0,4 0 3 15,4 1-2-15,1-2-1 0,8-1-9 0,2 2-17 0,4-4-38 16,0 1-50-16,0-4-53 0,3-2-82 0,-10-3-182 0,8-4-464 16,-10 0 206-16</inkml:trace>
  <inkml:trace contextRef="#ctx0" brushRef="#br0" timeOffset="2352.44">4786 9688 264 0,'1'-3'371'16,"-1"3"-12"-16,0 0-8 0,2-4-24 0,-2 4-17 15,0 0-32-15,0 0-29 16,0 0-26-16,0 0-24 0,1-4-22 16,-1 4-10-16,0 0-42 0,0 0-28 0,0 0-4 0,0 0-26 15,0 0-11-15,0 15-1 0,0-8-11 0,0 3-2 16,0 0-8-16,-3 2 3 0,0 4-5 0,-2-1-5 16,1 4-3-16,-1-4-2 0,1 0 0 0,0 1-4 15,3-4 0-15,-2 0-2 0,-1-3 10 16,3-1 8-16,1-2-26 0,-4 1 7 0,3-5 5 0,1 4 1 0,-1-5 12 15,1-1 28-15,0 0 35 0,0 7 35 0,0-7 31 16,0 0-16-16,0 0-13 0,0 0-16 0,15-16-12 16,-10 8-12-16,3-1-4 0,1-1-13 0,0-2-7 15,0 2-10-15,-2 1-6 0,1 3-5 0,-2-3-3 0,-1 4-9 16,-1 2-5-16,1-1-3 0,-1-1-8 16,1 3-6-16,-2-1-8 15,-1 1-8-15,-2 2-22 0,0 0-18 0,7-1 4 16,-7 1 3-16,10 3-21 0,-2 0-10 0,-1 3-21 15,1 0-28-15,1 1-24 0,2 2-23 0,2 1-24 16,0 1-29-16,-3-2-26 0,2-1-39 0,2 3-33 16,-5-3-32-16,0-1-245 0,0 1-637 0,-3-4 283 15</inkml:trace>
  <inkml:trace contextRef="#ctx0" brushRef="#br0" timeOffset="2690.93">5076 9869 48 0,'2'-4'247'0,"-2"4"-1"0,0 0-1 0,0 0-4 15,0 0-5-15,0-4-2 0,0 4-6 0,0 0-18 16,0 0-14-16,0 0-23 0,0-5-14 0,0 5-17 16,0 0-18-16,6-2-12 15,-1-1-12-15,1 2-9 0,0-2-9 0,1 3-9 16,2-3-8-16,1-1-3 0,3 1-11 0,1-2-2 16,-1 3-6-16,6-6-2 0,-3 3 4 15,-2-2-13-15,1-2-3 0,3-1-1 0,-4 2-6 16,1-3 4-16,-1-1-7 0,2 2-1 0,-5-1-1 0,-1 3-2 15,-1-2 19-15,-1 0-5 0,-3 1-4 0,-1 4 37 16,0-3-22-16,-2 2-12 0,2 0 1 0,-4 1-1 0,-3 1-6 16,3 4-5-16,-7-5-7 0,3 3-1 0,-5 2-10 15,-1 2 2-15,-3 3-5 0,3-2 8 0,-4 3-8 16,0 2-3-16,3 0-3 0,1 0-2 0,-5 5 3 16,5-1 1-16,2-1 2 0,-1 5 3 0,3 0-3 15,-2 1 0-15,6-2-1 0,-1 1 4 0,3-5-29 16,0 1-12-16,4-1-13 0,2-1-18 0,3 5-25 0,-2-6-32 0,2-1-50 15,5-3-64-15,-3 0-277 0,3-4-565 0,4-1 250 16</inkml:trace>
  <inkml:trace contextRef="#ctx0" brushRef="#br0" timeOffset="3043.26">5476 9687 33 0,'2'-2'274'15,"1"-2"-16"-15,-3 4-26 0,7-3-21 0,-3 2-24 16,-4 1-20-16,10 0-17 0,-5 1-19 0,1 2-12 16,2 1-11-16,-3 0-1 0,4 1-9 0,-1 3-6 15,-1 0-12-15,1 3-1 0,-4-1-6 0,1 2-9 16,0 0-5-16,0 5-6 0,-4 0-4 0,2 0-2 0,-6-2-7 16,2-3 0-16,1-1-4 0,-2 4-5 0,0-6-2 15,-3 1 2-15,4-2 2 0,-1-1 2 0,-1-2 4 0,2 0 18 16,-1-2 35-16,2-3 43 0,0 4 28 0,0-4 43 15,0 0 23-15,0 0-22 0,0 0-21 0,0 0 1 16,0 0-14-16,-1-17-15 0,2 6-18 16,2 1-16-16,2-1-19 15,0 0-15-15,1-4-30 0,2 1-7 0,0-1-19 16,2 1-18-16,-5 8-18 0,4-8-27 0,0 8-30 16,0-3-34-16,3 2-24 0,-1 0-22 0,2 1-13 0,5 0-15 15,1 1-13-15,1 2-19 0,1 2-11 0,7 0-18 16,0-1-19-16,0 4-17 0,2-2-20 0,-2 0-221 0,-7 0-548 15,7 1 243-15</inkml:trace>
  <inkml:trace contextRef="#ctx0" brushRef="#br0" timeOffset="3677.28">6053 9723 484 0,'7'0'56'16,"2"-1"56"-16,-5 0 8 0,-4 1 5 0,5-5 3 15,-5 3 11-15,0 2-1 0,0 0 0 0,-9-7-6 16,3 5 7-16,-4 1-19 0,-2-1-9 0,3 1-7 16,-5 1-8-16,1 1-10 0,1-1-12 0,-1 3-11 15,-5 1-6-15,5-2-4 0,0 3-11 0,1 2-3 16,0-2-5-16,-1 3-4 0,2-1-4 0,-2 4-3 0,3-4-2 0,-2 4 4 15,3 3-4-15,-1-4 0 0,5-2-8 16,1 1 2-16,0-4 1 0,3 2 1 0,-2-2 5 0,2-2 1 16,1 2 11-16,0-1 14 0,0-4 31 0,4 2 16 15,0 1 23-15,-4-3 15 0,10 0 5 0,-2-4 0 16,2-1-9-16,-1-1-10 0,3 0-15 0,0-2-9 16,2-1-13-1,2-1-4-15,-6 0-9 0,4-1-5 0,-4 5-11 0,0-1-1 16,0-1-21-16,-1 5 14 0,-3-3-7 15,0 2-12-15,-2 3 2 0,2-3-9 0,-2 2-4 16,2 0-13-16,0 2 5 0,-6 0-14 0,12 0-9 16,-7 1-5-16,2 2-13 0,-2 1-9 0,0-3-4 0,0 3-8 15,7 2 3-15,-7-3-3 0,0 0 3 0,0 2-4 16,3-1 9-16,-3-2 3 0,-1-1 7 0,-1-1 7 0,-3 0 4 16,9 0 5-16,-9 0 2 0,12-5 5 0,-7-1 0 15,0 2 8-15,2-5 10 0,-1 1 15 0,1-4 24 16,2 0 12-16,1-2 13 0,-2-3 3 0,-3 2 4 15,3-2 9-15,1-8-2 0,0 1-2 0,-3-2 8 16,2 0 4-16,-3 2 4 0,4 0 7 0,-8 8 14 16,3 0 6-16,-4 5-7 15,1-1-4-15,2 3-2 0,-3 4-12 0,1-2-16 16,-1 2-11-16,0 2-15 0,3-1-17 0,-3 2-25 16,0 2-25-16,0 0 0 0,0 0-1 0,-7 10-4 15,5 1 0-15,-6 6 1 0,-2 5 2 0,-1 5 0 16,-1 2 3-16,-1 0 0 0,2-2-4 0,1 2 7 15,1-3-1-15,2 0-5 0,1-8 0 0,3 2 2 16,2-2 2-16,0-1 1 0,-2-2 5 0,3-1-1 0,2-2 3 0,-1-4 1 16,0 2 4-16,0-3 7 0,1-2 3 0,-1 1 9 15,1-3 9-15,-2 0 10 0,3 1 8 0,-2-1 6 16,-1-3-2-16,3 3 8 0,-3-3-3 0,0 0-5 16,7 2-1-16,-7-2-11 0,17 0-22 0,-7-3-46 15,7-1-71-15,3-2-90 0,7 2-118 0,4-5-139 16,0-1-424-16,-2-3-939 0,3-1 416 0</inkml:trace>
  <inkml:trace contextRef="#ctx0" brushRef="#br0" timeOffset="4378.99">7040 9359 43 0,'0'0'321'0,"0"-5"-10"0,2 2-15 0,-2 3-23 16,0 0-34-16,0-5-27 0,0 5-26 0,0 0-22 15,0 0-20-15,0 0-18 0,0 0-16 0,0 0-13 16,-2 19-6-16,1-2-11 0,0 0-6 0,-2 3-11 16,1 8-7-16,-5-3-6 0,5 6-4 0,-3-3-6 15,2 1-2-15,-1-3-9 0,2 2 0 0,-1-9-3 0,-1 1-2 0,3-3-2 16,-3 1 0-16,2-2-4 0,0-5-2 0,2 0 1 15,-1-2 0-15,1-1-6 0,-1-1 3 0,1-3 3 16,0 2-4-16,0-4 4 0,0 3-2 0,0-5 5 16,-1 5-3-16,1-5 5 0,-2 2-1 0,2-2 3 15,0 0-21-15,0 0-54 0,0 0-50 0,0 0-50 16,0-20-62-16,2 6-79 0,-2-4-153 0,0-7-481 0,2-4 213 0</inkml:trace>
  <inkml:trace contextRef="#ctx0" brushRef="#br0" timeOffset="4541.76">6993 9244 61 0,'-1'-9'305'0,"-3"1"1"0,4 2-12 16,-1 0-13-1,1 1-15-15,-2-1-18 0,2 3-20 0,0 3-21 16,-1-5-22-16,1 5-24 0,5-7-16 0,-1 4-16 0,7-2-10 16,1 1-15-16,8 1-12 0,1-2-8 0,12 5-18 15,-4-2-31-15,2 6-37 0,1-1-46 16,-10-1-54-16,5 5-64 0,-6-1-74 0,-4-2-220 15,-3 1-498-15,-4 0 221 0</inkml:trace>
  <inkml:trace contextRef="#ctx0" brushRef="#br0" timeOffset="4726.71">6974 9622 222 0,'-4'2'270'0,"-1"2"-9"16,4-1-16-16,1-3-24 0,0 0-23 0,0 0-20 16,14 3-16-16,-1-3-8 0,8-1-28 0,10-3-42 15,2-1-54-15,0 3-70 0,3-1-97 0,-4-5-192 16,2 1-357-16,-3-2 157 0</inkml:trace>
  <inkml:trace contextRef="#ctx0" brushRef="#br0" timeOffset="5143.39">7600 9539 208 0,'0'0'273'15,"0"-4"-15"-15,0 4-20 0,-1-4-23 0,1 4-18 0,-4-3-20 16,4 3-16-16,0 0-21 0,0 0-15 0,-5-1-17 15,5 1-14-15,-9 8-9 0,0-4-8 0,1 1-12 16,2 5-5-16,-2 0-8 0,-2-1-4 0,2 1-5 16,-1 2-4-1,4 0-5-15,-4 0-1 0,6-2-4 0,-1 0-6 0,1 2 0 16,1-2-2-16,2 0-2 0,1-1 1 0,0-2 3 16,2 0 0-16,1 0 5 0,1-2-4 15,2 0-1-15,2-1 1 0,2-1 3 0,-3-2 4 16,5 1 3-16,-4-4 7 0,4-1 5 0,-3 1 6 0,2-3-6 15,-1 0-10-15,-2-2 2 0,-1-2-1 0,1-1-13 16,-2 0 6-16,-2-2-4 0,1-3-6 0,-4 2-6 0,-1-5-7 16,1 1 2-16,-4 0-15 0,-1 1-3 0,-1 0-7 15,-3 4-2-15,1-2-4 0,-3 5-1 0,0 1-19 16,0 0-11-16,0 1-26 0,-1 2-29 0,1-2-35 16,1 5-44-16,2-3-39 0,-2 3-207 0,4-1-469 15,3-1 208-15</inkml:trace>
  <inkml:trace contextRef="#ctx0" brushRef="#br0" timeOffset="5497.6">7811 9452 230 0,'0'0'218'0,"0"0"-17"0,10 1-24 0,-6-1-11 16,0 2-19-16,2 1-9 0,-2 4-8 0,6 0-13 15,-1 0-2-15,-1 2-10 0,-2 1-9 0,2-2-7 16,0 7-7-16,-3-4-9 0,2 4-4 0,-1-1-4 16,-3 1-8-16,0-1-7 0,-2 3-1 0,-1-2-7 15,-3-1 0-15,2-1-6 0,-2-2 0 0,-1 0-2 16,0-1-2 0,0-1 4-16,0-2 1 0,0-3 1 0,2 1 9 15,-1 0 15-15,0-2 19 0,1 1 33 0,2-4 21 0,-2 4 34 16,2-4-19-16,0 0 3 0,0 0-8 0,0 0 19 15,-6-12-21-15,8 4-12 0,0-1-22 0,2-2-14 16,4-3-13-16,1 0-23 0,1-3-33 0,4-5-17 16,1 0-23-16,3 2-13 0,-5 6-15 0,1-1-25 15,-5 3-25-15,5-2-44 0,-8 6-41 0,2 1-48 0,1-3-60 16,1 5-301-16,-3 0-636 0,-2 1 282 0</inkml:trace>
  <inkml:trace contextRef="#ctx0" brushRef="#br0" timeOffset="6083.5">8221 9503 101 0,'-1'-5'339'0,"1"5"-13"0,1-5-19 15,-1 5-18-15,0 0-27 0,0-4-31 0,0 4-27 0,0 0-22 0,0 0-20 16,0 0-18-16,0 0-20 0,0 0-13 0,0 0-9 16,0 0-11-16,1 14-11 0,-1-7-7 0,-1 0-8 15,1 1-6-15,0 2 5 0,0-1-17 0,-1 2-7 16,-2-1-2-16,2 1-3 0,-3-2-8 0,4-1 4 16,0-2 5-16,-4-1-16 0,4-2 3 0,-1 4-4 15,1-4 1-15,0-3 7 0,0 5-7 0,0-5 21 0,0 3 37 0,0-3 13 16,0 0-11-16,0 0 11 0,0 0-21 0,13-14-2 15,-7 7 5-15,3-3-11 0,4-1-9 0,0-3-1 16,2 0-12-16,-2 1 7 0,7-6-14 0,-7 7 1 16,1 2-6-16,-6 1-8 0,1 3-3 0,-3-1-6 15,2 0 1-15,-3 6 4 0,-1-4-10 0,2 3-3 16,-5 0-1-16,3-2-7 16,-4 4 0-16,0 0-2 0,12 4-4 0,-10 0-5 15,2 2-5-15,1 1-3 0,-1 2 7 0,0 1-9 16,-3 0 6-16,3 2 2 0,-4 0-3 15,5-1 1-15,-5 0 0 0,0-1-5 0,0-2-1 0,0-2 1 16,1 1 2-16,2-2 4 0,-2-2 6 0,-2 3 6 16,2-3 12-16,-1-3 57 0,0 0-18 0,0 0 0 15,13-3-7-15,-4-3 3 0,1 0-1 0,2 1 0 0,-1-4 6 16,1 1 0-16,-2 3-5 0,5-3 0 0,-3 3-3 0,-1 0-2 16,-1 0-5-16,1 0-11 0,-5 3-4 0,4 0 0 15,-2 1-1-15,2 1-7 0,2 3-10 16,-1-1-8-16,2 3-20 0,1 2-20 0,1 4-32 15,-2-1-35-15,-1 3-40 0,-2-1-56 0,-3 3-88 0,-1-1-372 16,-4-5-729-16,-1 0 323 0</inkml:trace>
  <inkml:trace contextRef="#ctx0" brushRef="#br0" timeOffset="7602.88">3760 10278 17 0,'0'0'126'16,"0"0"-1"-16,0 0-8 16,0 0-6-16,0 0-13 0,0 0-10 0,0 0 6 15,-4-3-9-15,4 3-12 0,0 0-1 0,0 0-4 16,0 0-6-16,0 0-13 0,0 0 2 0,0 0-4 15,0 0-6-15,0 0 1 0,0 0 5 0,13-2-13 16,-13 2-2-16,11 2-8 0,-11-2 4 0,17 0-3 16,-6 0-1-16,2 2-1 0,3-2 4 0,4 2 1 15,-1-2-1-15,11 2 10 0,-1-1 0 0,2 0-3 0,1-1 2 0,4 2-4 16,2-4-7-16,13 2 3 0,3 2-1 0,-3-2-8 16,1 0 3-16,3 2 1 0,1-1-1 0,-1 0-11 15,0 0 0-15,3 1 3 0,-3-1-3 0,-3 2 1 16,7 0-4-16,-5-2 1 0,2 1-1 15,-3 0-2-15,1 0 2 0,-4 1-2 0,2-1 5 0,1-2-5 16,-1 3 1 0,-2-1 0-16,1 1-5 0,0-1 3 0,-10-1-7 15,9 1 3-15,1 0 3 0,-10 0-1 0,10-2 4 16,4 5-2-16,-4-4 1 0,-1-1 5 0,4 1 9 16,-1 0-3-16,2 1 8 0,0-4-4 0,-1 5-3 0,2-2 5 15,-1-1 0-15,-1 3-1 0,-2-3-4 0,-1 0 3 16,-10 0-1-16,9 0 0 0,-9 1-3 15,-3 0 0-15,1 1-4 0,13-1 0 0,-15 0 0 0,1 1 0 0,2-1-1 16,-2 0 0-16,-2 1-4 0,1-2-4 0,-1 0 5 16,2 0-2-16,-2 0-1 0,1 5-1 0,0-5 2 15,0 1 0-15,1 0-1 0,0 1-3 0,-1-2 1 16,2 1 1-16,-2 0 5 0,2 0 1 0,-1 1 7 16,1-2-1-16,1 0 2 0,-3 0-1 0,3 0 2 0,2 0 1 15,-5 0 2-15,0 0 3 0,-2 0 2 0,3 0-13 0,-2 0 4 16,-1 3-4-16,4-3-4 0,-2 0 7 0,2 0-3 15,0 0-5-15,1 0-2 0,-1 2 2 0,1-2-1 16,13 0-2-16,-13 0-1 0,-3 0-3 0,15 0 4 16,-16 0-4-16,1 0 3 0,0-2 0 0,-2-1 0 15,2 3-1-15,-1-2 1 0,-3 1-3 0,0-1 5 16,-1 2-3-16,0-3 0 16,0-1 0-16,-5 2 2 0,1 2 5 0,-1-3-2 15,-7 0 0-15,2 2 0 0,-2 1 0 0,2 0 3 16,-2-1-1-16,1 1-4 0,-3 0 1 0,0-2-1 15,-4 2 0-15,4 0-2 0,-6 0 0 0,3 0 3 16,-1 0 4-16,-4 2-1 0,1-2 7 0,-4 0 4 16,0 1 2-16,-1-1 2 0,1 0 0 0,-7 0 1 15,9-3 1-15,-9 3-4 0,0 0-4 0,9 0-6 0,-9 0-2 0,0 0-4 16,0 0 4-16,6 2 0 0,-6-2-2 0,0 0 1 16,0 0 6-16,8 1-14 0,-8-1-1 15,0 0 3-15,0 0-3 0,0 0 2 0,0 0-2 0,0 0 5 16,0 0-7-16,0 0 3 0,0 0-9 0,0 0-7 15,0 0-11-15,0 0-11 0,0 0-14 0,0 0-18 16,0 0-14 0,0 0-20-16,0 0-58 0,2-5-107 0,-2 1-201 15,3-2-504-15,-3-1 224 0</inkml:trace>
  <inkml:trace contextRef="#ctx0" brushRef="#br0" timeOffset="8135.35">9225 9332 59 0,'0'0'364'0,"-2"-3"1"0,2 3-8 0,0 0-16 16,0 0-21 0,0 0-19-16,0 0-26 0,0 0-30 0,2-5-22 15,-2 5-24-15,0 0-29 0,0 0-36 0,0 0-52 16,0 0-49-16,0 0-50 0,0 0-67 0,0 0-75 16,0 0-87-16,0 0 15 0,0 0-22 0,0 17-160 15,2-10-448-15,-1 3 198 0</inkml:trace>
  <inkml:trace contextRef="#ctx0" brushRef="#br0" timeOffset="8304.62">9181 9766 18 0,'-3'3'231'16,"2"0"18"-16,1-3 0 0,0 4-3 0,0-4-6 16,0 0-18-16,0 0-13 0,-1 5-26 0,1-5-17 15,0 0-20-15,0 0-17 16,0 0-24-16,0 0-37 0,0 0-40 0,0 0-88 15,0 0-106-15,0 0-212 0,0 0-408 0,0 0 180 16</inkml:trace>
  <inkml:trace contextRef="#ctx0" brushRef="#br0" timeOffset="8574.2">9495 9699 198 0,'0'0'241'15,"0"0"-17"-15,5 2-23 0,-5-2-24 0,0 0-13 16,8 0-19-16,-8 0-17 0,11 0-29 0,2 0-44 15,-1 1-68-15,8-2-80 0,-6-1-162 0,5-3-276 16,2 3 124 0</inkml:trace>
  <inkml:trace contextRef="#ctx0" brushRef="#br1" timeOffset="21882.69">5857 11789 73 0,'0'0'106'16,"-1"-4"-4"-16,1 4 1 0,0 0 0 0,0 0-2 15,0 0-5-15,0 0 4 0,1-5-11 0,-1 5-4 16,0 0 3-16,0 0-1 0,0 0-3 0,0 0-1 15,0 0-1-15,0 0-3 16,0 0-12-16,-1-6-2 0,1 6 0 0,0 0-3 16,0 0 7-16,0-5-5 0,0 5-2 0,1-4 2 15,-1 4-5-15,0 0-7 0,0-4-6 0,0 4-8 16,0 0 0-16,3-4-4 0,-3 4-8 0,1-4-3 0,-1 4-1 0,5-5-2 16,-2 3-3-16,-3 2-3 0,7-4-3 0,0 1 0 15,-2 0 0-15,0 2-6 0,1-2 3 16,3 2 0-16,1-1-3 0,-2 2-4 0,0-2-1 15,4 2-1-15,-2 2-5 0,1 1-1 0,0 1-3 0,1 0-4 16,-1 4 0-16,1 2-5 0,3 3 1 0,-3 1-4 16,-2 2 2-16,0 6 1 0,-1 2 2 15,-1 1 2-15,-3-1 1 0,-2-1 5 0,-3 6-4 16,-3-4 0-16,-2 2 7 0,-3-2-3 0,-2 1 5 0,-4-1-1 16,1 0 4-16,-1-3-6 0,0 1 2 0,1-7 3 0,-1 1-1 15,0-4-1-15,3 3 0 0,0-3 2 0,1-4-1 16,3-2 3-16,-1 3-3 0,3-6 5 0,1 0-1 15,-1-1 3-15,1 1 1 0,1-2 14 0,0 0 26 0,-1 1 28 16,4-3 32-16,-3 4 18 0,3-4 4 16,0 0-3-16,0 0-27 0,0 0-12 0,8-20-10 15,-2 10-10-15,6-5-4 16,-1 0-8-16,6-6-5 0,-2 1-7 0,3-4-4 16,0 1-9-16,1 0-2 0,1-1-3 0,0 1-5 15,0-1 1-15,-2 1-3 0,0 3-1 0,1 0-1 0,-7 4-3 16,2-1 1-16,-3 3 1 0,1 0 3 0,-1 1 0 15,-2 3 3-15,-4 1-1 0,3 1 1 0,-3-1 1 16,0 5 3-16,-2-2 0 0,1 1-4 0,-2 2-1 16,2 0-5-16,-4 2-5 0,0 1-2 0,5-5-8 0,-5 5-9 15,5-5-11-15,-5 5-14 0,0 0 2 0,0 0 7 16,0 0 2-16,-10 22 1 0,4-7 3 0,-1 2 0 16,1 1-1-16,-2 0 2 0,-1 6 3 0,0 0-3 15,0 0 9-15,3-4-2 0,1-1 0 0,1 2-2 16,1-3-3-16,1-1 6 0,0 0-1 0,2-5 2 15,0-1 5-15,2 2 1 16,-1-3 3-16,2 2 1 0,3 0 5 16,2-7 6-16,2 6 8 0,4-3 3 0,5 1-4 15,-1-2 0-15,4-3-1 0,7 0-14 0,-7 0-42 0,6 0-59 16,-7-3-77-16,7-1-104 0,-8-1-192 0,-5-4-511 16,-5 0 226-16</inkml:trace>
  <inkml:trace contextRef="#ctx0" brushRef="#br1" timeOffset="23208.34">6472 11520 132 0,'0'0'172'0,"1"-3"-6"0,-1 3-4 0,0 0-4 16,0 0-7-16,1-8-8 0,-1 8-10 0,0 0-11 0,0 0-14 15,3-2-10-15,-3 2-11 0,0 0-11 0,0 0-9 16,0 0-6-16,0 0-10 0,0 0-8 0,0 0 0 16,0 0-10-16,0 14-7 0,0-6 0 0,0-1-4 15,1 4-5-15,-1 2-3 0,-1-1-3 0,1 5-2 16,0-1-4-16,0 1-1 0,-4-2 3 0,4 2-2 15,-4 1-3-15,4-2 0 16,-4 1-2-16,4-4 0 0,-1-1 4 0,1 0-2 16,-3 0 2-16,3-2-3 0,-1-3 4 0,1-2-5 15,0 2 11-15,0-1-9 0,0-2 1 0,0 0 1 16,-1 0-1-16,1-4 3 0,0 4 28 0,0-4 17 16,0 5 22-16,0-5 15 0,0 0 13 0,0 0 17 15,0 0 9-15,1 4 9 0,-1-4 15 0,0 0-24 16,0 0-20-16,8-12-12 0,-4 3-7 0,1-1-14 0,6-5-5 0,-3 0-11 15,1 1-2-15,4-3-8 0,-3 0-6 0,-1 0-3 16,1 4 3-16,2-2-8 0,-5 5-2 0,2 1-5 16,-1 0-4-16,-3 1-3 0,1 2 4 0,1-1-15 15,-1 3 11-15,-1 0-13 0,-2-1-7 0,-2 4 2 16,-1 1-3-16,4-4-8 0,-4 4-1 0,0 0 2 16,15 4-4-1,-12 0 0-15,1 2-4 0,2 2-4 0,-1 2 2 0,-1 0-3 16,4 2 3-16,-2 0 3 0,-1 2 1 0,-1 1 4 15,0-1-1-15,-2 1 3 0,2-3-1 0,0-2 3 16,-3-1 0-16,3-2-3 0,-3-1 4 16,2 1-3-16,-2-2-3 0,2 0 8 0,-2 0-1 0,-1-2 1 15,3 1 2-15,-3-1-2 0,0-3-1 0,1 7 16 16,-1-5-12-16,0-2 0 0,0 0-3 0,0 0 3 0,1 5 0 16,-1-5-3-16,0 0 5 0,0 0-7 0,0 0 7 15,0 3-2-15,0-3 1 0,0 0 3 0,0 0 3 0,0 0-4 16,0 0 6-16,0 0 7 0,0 0-27 0,0 0-15 15,0 0-29-15,0 0-33 0,0 0-35 16,0 0-47-16,0 0-55 0,0 0-65 0,0 0-195 16,0 0-524-16,0 0 232 0</inkml:trace>
  <inkml:trace contextRef="#ctx0" brushRef="#br1" timeOffset="24358.17">7491 11896 85 0,'-1'-4'224'0,"0"-1"-18"0,-1 0-18 16,1 0-16-16,-5 0-22 0,3 1-14 0,-2-1-14 15,-4-3-12-15,-1 4-15 0,-3 0-9 0,0 0-10 16,-4 0-9-16,-5 2-5 0,3 1-8 0,-3 1-4 16,0 0-3-16,3 0-2 0,-4 2-8 0,3 3 0 15,0 3-6-15,1-1-8 0,0 3-1 0,0-1-4 16,4 3-5-16,-1-3-3 0,1 4 2 0,6-1-5 0,-5 1 0 15,5-1 2-15,4-1-3 0,1 1-4 0,-1 0 2 0,4-2 5 16,1 2-3-16,1 0 1 0,4 1 2 0,-1-4 2 16,1 0 0-16,6-1 2 0,1-1 0 0,0-2-3 15,4 1 2-15,-3-3 1 0,7-3-3 16,-1 0 1-16,0-4-1 0,-3 0 5 0,1-4 19 0,-1-2 10 16,0-2 16-16,0 0 11 15,1-7 7-15,-3 2 6 0,0-6-1 16,-4-3-5-16,3 0-5 0,1-3-4 0,-5-3-8 15,-1-2 4-15,-3 0-12 0,0 1 4 0,1-2-3 16,-2 4 15-16,0 1 2 0,-3 7 14 0,-1 2 5 0,0 1-6 16,1 1 0-16,-2 4 11 0,1 3-4 0,0-1-9 15,0 7-6-15,-1-1-6 0,1 2-13 16,1 0-5-16,-1 0-9 0,0 5-9 0,0-10-10 0,0 10-25 0,0 0-24 16,3-5-29-16,-3 5-13 0,0 0 4 0,0 0 7 15,-4 19 4-15,3-9 3 0,-1 7 8 0,0 3 1 16,-6 6 1-16,4 1 4 0,1 2 1 0,0 1 8 15,-1 2 1-15,3 0 3 0,-3-1 2 0,4-2 0 16,0 0 2-16,-1 0 2 0,1-1 3 0,1-3-1 0,-1-7 3 16,0 0 2-1,3-2-2-15,-2-3 5 0,-2-4-1 0,2 3 0 16,-1-3 4-16,1-4 0 0,-2 3 0 0,1-2 1 16,0-3 3-16,1 2-2 0,-1-1 3 0,0 0-4 15,1 0 4-15,-1-4 10 0,0 0-8 0,0 5 2 16,0-5-1-16,0 0-4 0,-1 4 5 0,1-4-3 15,0 0 3-15,0 0 2 0,0 0 0 0,1 3 3 16,-1-3-5-16,0 0 0 0,0 0 1 0,0 0 3 0,0 0 0 0,0 0-4 16,0 0-18-16,0 0-11 0,0 0-17 0,0 0-22 15,0 0-30-15,0 0-37 0,0 0-132 0,0 0-264 16,2-15-569-16,2 6 251 0</inkml:trace>
  <inkml:trace contextRef="#ctx0" brushRef="#br1" timeOffset="25229.14">7647 11292 129 0,'0'0'200'16,"2"-3"-10"-16,-2 3-12 0,0 0-6 0,0 0-8 16,0 0-9-16,0 0-13 0,0 0-17 0,1-4-14 15,-1 4-11-15,0 0-11 0,0 0-10 0,0 0-13 16,0 0-7-16,0 0-9 15,0 0-4-15,0 0-12 0,0 0-2 0,0 13-5 16,0-6-5-16,-1 0-1 0,-1 3 0 16,1 3-6-16,0-1 2 0,-2 5-3 0,-2-1-3 15,1 2 0-15,2-1 0 0,-2 2-8 0,3-2 4 0,-2 0-1 16,2-5 1-16,-1-1 1 0,1 0-2 0,-1-1-5 16,2-4 5-16,-3-1 3 0,3 2-3 0,-1-3 3 15,1 0 9-15,0 1 38 0,0-5 35 0,-2 3 37 0,2-3 27 0,0 0 29 16,0 0 16-16,0 0 6 0,0 0-17 0,0 0-28 15,7-11-14-15,-2 2-21 0,3 0-13 16,-2-1-8-16,3 0-14 0,1-2-8 0,2-2-7 16,-3 0-9-16,-2 4-8 0,1 2-4 15,1-1-9-15,-3 1-12 0,0 1 12 0,-1 2-9 16,-3 2-11-16,2 1 1 0,0-2-17 0,-2 3-8 0,-2 1-19 0,8 0-2 0,-8 0-11 16,6 7 5-16,1-1-3 0,-1 0-4 0,-1 4 8 15,4 4-13-15,-4-2 4 0,3-2 7 0,-2 8-1 16,2-4-1-16,-3 3 4 0,2-2 3 0,-3-5 13 15,2 3-44-15,-2-3-23 0,-2 1-31 0,1 0-33 16,-2-2-36-16,2 1-46 0,-1-4-50 0,-1 0-67 16,-1 2-186-16,-1-3-567 15,2-1 251-15</inkml:trace>
  <inkml:trace contextRef="#ctx0" brushRef="#br1" timeOffset="26733.15">7987 11667 30 0,'0'-5'257'0,"0"5"-12"0,0-5-22 16,0 5-21-16,3-4-22 0,-3 4-20 0,0 0-16 15,0 0-20-15,0 0-14 0,0 0-10 0,0 0-13 16,0 0-12-16,0 0-9 0,0 0-10 0,5 14-5 16,-4-8-3-16,4 4-7 0,-2 0 0 0,-2 0-4 15,0 1-7-15,3 0-3 0,-1-1 0 0,1 1-4 0,-3-2-3 16,3 1-1-16,-3-3 1 0,3 1-4 0,-4-3 1 16,5-1-4-16,-4-1 2 0,-1 2 1 0,4-4 0 0,-1 3 14 15,-3-4 5-15,6 0 5 0,-6 0 5 0,9-8 8 16,-3 4 5-16,2-4-2 0,-2 0-4 0,1-1-1 15,-1 0 7-15,2 0 2 0,-3-1-3 16,0 3-1-16,2-1-3 0,-5 1 4 0,2 2 1 0,1 0-4 0,-3 0-3 16,1 1 1-16,-2 0-14 0,2 0 8 0,-3 4-14 15,2-4-3-15,-2 4-17 0,2-3-7 0,-2 3-18 16,0 0-13-16,0 0-8 0,0 0-1 0,0 0 2 16,1 15 7-16,-1-6 9 0,-1 3-8 0,-2 3-1 0,1 4 5 15,-2 5-5-15,1 2 4 0,-1 2-1 16,-1 1 1-16,2 0 2 15,-1 0 3-15,1 2-2 0,-2-3 8 0,1 2-3 16,1 0-1-16,0-2 1 0,-2-4 1 0,1 3 5 16,0-9 1-16,-1 3-1 0,1-4 1 0,1-2-2 15,-2 1 2-15,-1-2-1 0,3-4 2 0,-3-2 0 16,2 0 2-16,-1-1 3 0,-1 0 3 0,-3 0 0 16,1-3 4-16,3-1 4 0,-4 0 1 0,-1 0 4 15,2-2 12-15,-1-1 11 0,0 0 21 0,2-1 9 0,0-2 9 0,-1 1 2 16,1-4-3-16,2 1 0 0,0-4 0 0,-1 0-9 15,3-2 29-15,1-1-12 0,4-8-16 0,1-6-8 16,8 2-12-16,4-2-21 0,0-2 9 0,5 2-4 16,4 0-1-16,-1-2-6 0,-1 2-5 0,1 0 2 15,1 2-1-15,1 1-5 0,-2 2-7 0,3-1 1 16,0 4-2-16,-1 1 0 16,-3 0 5-16,-8 7-3 0,0 0 8 0,-4 2 3 15,0 1 8-15,-3 2 13 0,-1 1-10 0,0 0-9 16,0 1 6-16,-4-1-10 0,2 4-9 0,-1-4-1 15,-3 4-20-15,5-4-31 0,-3 3-40 0,-2 1-40 16,0 0-38-16,0 0 19 0,0 0-12 0,-2 13-38 16,-5-2-56-16,0-1-104 0,-5 2-182 0,-2-2-578 15,0 1 257-15</inkml:trace>
  <inkml:trace contextRef="#ctx0" brushRef="#br1" timeOffset="27334.6">6861 12408 171 0,'0'0'192'0,"0"0"-15"0,0 0-5 16,0 0-8-16,-3 3-5 0,3-3-4 0,0 0-9 15,0 0-4-15,0 0-11 0,0 0-6 0,0 0-10 16,0 0-5-16,0 0-6 0,0 0-16 0,0 0-5 0,0 0-6 16,0 0-7-16,0 0-10 0,0 0-7 0,0 0-3 15,0 0-6-15,0 0-5 0,0 0-3 16,0 0-5-16,0 0-2 16,0 0-3-16,0 0-3 0,0 0-2 0,0 0-2 15,0 0 1-15,0 0-9 0,0 0 2 0,0 0 1 16,0 0 0-16,0 0-1 0,0 0 4 0,20-4 0 15,-2 1 1-15,13 1 1 0,2-2 8 0,24 1-4 16,7-2 1-16,30 0 7 0,4-3 7 0,3 0 3 16,5-2 9-16,8 4 7 0,-2-4-2 0,3 6 1 15,-5-3 0-15,-5 2 1 0,-11 0-9 0,-3 4-4 0,-30-10 2 0,-3 11-4 16,-2-5-3-16,-2 1 0 0,-16 2-2 0,-6-1 8 16,-11 0 2-16,-1-1 5 0,-2 4 1 0,-8-1 2 15,0 0 11-15,-1 1-5 0,-5-1-9 0,-4 1-1 16,13 0-23-16,-8 0-21 0,-5 0-46 0,0 0-29 15,0 0-38-15,0 0-45 0,0 0-61 0,-15 10-104 16,-4-3-252-16,-2-5-614 16,4 1 272-16</inkml:trace>
  <inkml:trace contextRef="#ctx0" brushRef="#br1" timeOffset="28415.23">7652 12942 129 0,'-3'-3'201'0,"-1"-2"-16"0,0 4-20 16,-1-3-14-16,-4 1-15 0,2 2-17 0,-2-3-14 15,-2 3-13-15,-3-1-7 0,0 2-9 0,-4 2-11 16,-1 0-3-16,-8 1-10 0,8 2 0 0,-3-1-13 16,2 4-5-16,2 0-3 0,-1-2-5 0,0 3-7 15,3 2-4-15,-2 1 3 0,4 0-3 0,-1 0-2 0,2 0-4 0,0 0-7 16,3 2 8-16,1 2-4 0,3-2-6 0,2 2 7 15,-1-3-1-15,5-1-5 0,0-3 5 0,1 4-1 16,4-2 4-16,0-3 0 0,0 1 12 0,6-2 10 16,0-2 11-16,-1-1 8 0,3-1 9 0,1-2 8 15,-1-2 11-15,1-2 8 0,4-3 16 0,-1-4 2 16,-2 1 7-16,0-5 4 16,-1-1-1-16,3-4 8 0,1-3 0 0,-4 0-7 15,-1-2 0-15,-1 0-7 0,1-3-2 16,-3-2-13-16,-2-3-5 0,-2 2-14 0,2-4-11 15,-3 1-5-15,3 0-1 0,-7 1 4 0,2-1-1 0,-2 3 14 16,-1 4-9-16,0 6-3 0,0 1 3 0,0 4 2 16,0 6-2-16,0-3-9 0,0 7-8 0,-1-2-8 15,2 2-8-15,-2 1-21 0,1 0-39 0,0 4-38 0,0 0-22 16,0 0 9-16,0 0 7 0,-4 16 7 0,4 1 6 16,-4 4 3-16,0 7 5 0,3 4 0 0,0 1 9 15,1 0 2-15,0 4 10 0,1-2 0 0,0 1 3 16,4-2 4-16,2 2 2 0,-1-4 6 0,-2-5-2 15,1 4 4-15,0-7 4 0,0-4 0 0,-2-3 12 0,1-4-6 16,-3-2-2 0,0-1-1-16,0-1 4 0,1-4 4 0,-2 0 1 15,1-2-2-15,-1 3 10 0,1-3 0 0,2-1-1 16,-3-2 4-16,0 0 2 0,0 5 10 0,0-5-20 16,0 0 0-16,0 0 0 0,0 0-19 0,0 0-23 15,0 0-48-15,0 0-78 0,0 0-93 0,0 0-77 16,0 0-183-16,-4-17-558 0,3 12 248 0</inkml:trace>
  <inkml:trace contextRef="#ctx0" brushRef="#br1" timeOffset="28916.62">7784 12893 240 0,'5'-2'238'16,"0"-2"-25"-16,3 4-25 0,1-1-20 0,4-1-19 16,-2 5-16-16,2-2-16 0,0 4-9 0,2 0-13 15,0 2-10-15,0 3-7 0,-2 0-9 0,0 4-5 16,-1-2-5-16,-2 2-8 0,-4 1-3 0,0 3-6 16,1 1-2-16,-3 1-7 0,-4-2-5 0,-4 2 1 0,1-2-7 15,-1 2-4-15,-3-3 1 0,-1 1 0 0,-1 1-2 16,-2-2 1-16,3-3-2 0,-1-1-7 0,1-3 5 0,0-3 1 15,3-1 3-15,1 2-1 0,-1-4 8 16,2 1 9-16,0-2 17 0,-1 1 22 0,1-3 30 0,3-1 37 16,0 0 15-16,0 0 31 0,0 0-31 15,-1-14-20-15,5 3-21 0,3-3 8 0,2-3-26 0,5-5-10 0,4-4-11 16,2-1-7-16,1 0-12 0,-2 2-13 0,3 0-7 16,-4 0 6-16,1 3-15 0,-5 0 7 0,0 8-10 15,-1 0 4-15,-2 1-7 0,-3 4 3 0,-4 2 1 16,1 2-12-16,-1 1-2 0,0-1-1 0,-1 2-11 0,0 0-16 15,-2 1-24-15,-1 2-22 0,0 0-5 0,0 0 8 16,0 0 5 0,0 10 4-16,0-2 8 0,-2 1-1 0,-3 4 8 15,1 3 5-15,1 5 2 0,2-6-2 0,0 5 8 16,2 1 5-16,4-2 16 0,-1 6-15 0,3-5 6 16,2-4 0-16,3 1 3 0,10 2-17 0,3-5-31 15,-2-1-45-15,4-6-65 0,7-2-89 0,-3-3-283 16,-1-4-582-16,0-5 257 0</inkml:trace>
  <inkml:trace contextRef="#ctx0" brushRef="#br1" timeOffset="29471.31">8422 12739 298 0,'0'0'281'0,"-3"-3"-17"0,3 3-16 15,0 0-33-15,0 0-28 0,4-4-16 0,-4 4-20 0,0 0-20 0,0 0-18 16,0 0-11-16,0 0-11 0,0 0-9 0,2 11-10 16,-2-5-9-16,-2 0-6 0,2 1-7 0,0 3-4 15,0 2-5-15,-4 0-4 0,4 1-4 0,-1-1 0 16,-3 0-3-16,4 2-5 0,-4-5-4 15,4-1 4-15,0 0-7 0,0-1 0 0,-1-3 1 0,1 1 1 16,0 0 4 0,0-2 31-16,0-3 31 0,1 4 28 0,-1-4 3 15,0 0-3-15,0 0-10 0,13-7 0 0,-4 2-4 16,1 0-14-16,-1-2 2 0,1 0-7 0,2-1-5 0,0 2-9 16,-3-2-9-16,2 1-3 0,-2 1-2 0,-3 2-12 15,0 1-3-15,-2-1-12 0,1 3-8 16,-1 0-17-16,1 1-7 0,-5 0-9 0,12 4-3 15,-6 1 2-15,1 3-6 0,-1 1-4 0,4 1 10 0,-1 2-11 0,-1 1-23 16,2 1-49-16,-1 1-52 0,-3 0-80 0,7 1-94 16,-8-7-250-16,3 0-622 0,-3-5 275 0</inkml:trace>
  <inkml:trace contextRef="#ctx0" brushRef="#br1" timeOffset="30389.12">9202 12301 96 0,'0'0'154'16,"0"0"-1"-16,-9 0-4 0,9 0 5 0,0 0 2 16,-6-4-2-16,6 4-12 0,0 0-5 0,0 0-3 15,-7 0-5-15,7 0-1 16,0 0-4-16,0 0-7 0,0 0-5 0,0 0-9 15,0 0-7-15,0 0-6 0,0 0-11 0,0 0-6 16,0 0-2-16,0 0-13 0,0 0-6 0,0 0-4 16,0 0-7-16,0 0 2 0,0 0-12 0,-4-1-2 15,4 1 0-15,0 0-5 0,0 0-5 0,0 0 1 16,0 0-4-16,0 0-1 0,0 0-1 0,0 0 2 16,0 0-4-16,0 0 2 0,0 0 3 0,0 0 0 0,0 0 0 0,0 0-1 15,0 0 0-15,0 0-3 0,0 0-2 0,0 0 0 16,0 0 3-16,0 0-2 0,0 0-2 0,0 0-1 15,0 0 0-15,0 0 1 0,0 0-2 0,0 0 2 16,0 0 0-16,0 0 0 0,0 0 1 0,0 0-3 16,0 0-4-16,0 0 4 0,0 0-3 0,0 0 1 15,0 0-1-15,0 0 0 16,0 0-2-16,0 0 3 0,0 0 12 0,19 3 5 16,-9-5-1-16,5 2 1 0,3 2-2 0,4-4-1 15,6 1-3-15,3 1-3 0,1 0-10 0,1-3-1 16,4 6-3-16,1-6 2 0,3 1 7 0,-5 0-1 15,1 0 0-15,-1-2 9 0,-3 2-9 0,0-3 0 16,-13 5 1-16,1-1-5 0,-2 2 4 0,-6-4-2 16,1 2 0-16,-2-1 1 0,-6-1-3 0,2 2-2 0,-2-1 2 0,-1 2-7 15,-5 0-20-15,9 0-23 0,-6-4-22 0,-3 4-25 16,0 0-24-16,0 0-34 0,0 0-36 0,0 0-13 16,0 0-43-16,0 0-167 0,0 0-444 0,-18-2 197 15</inkml:trace>
  <inkml:trace contextRef="#ctx0" brushRef="#br1" timeOffset="30620.89">9528 12146 312 0,'-1'-3'347'0,"1"-1"-4"0,0 4-17 0,-3-3-17 15,3 3-38-15,-1-7-30 16,1 7-11-16,-1-3-38 0,1 3-27 0,0 0-24 15,0 0-20-15,0 0-19 0,0 0-10 0,0 0-9 16,-3 17-11-16,6-5-4 0,-2 5 1 16,-1 3-25-16,4 9 11 0,1 2-18 0,3 0-11 0,-3 4-72 15,1-2-60-15,-2 2-89 0,0-2-114 0,-1-4-190 16,-3-9-540-16,1-9 240 0</inkml:trace>
  <inkml:trace contextRef="#ctx0" brushRef="#br1" timeOffset="33496.93">10464 11847 197 0,'-3'-7'267'0,"3"-2"2"16,3 3-9-16,-3 0-9 0,0-1-9 0,1 0-14 15,0 3-7-15,-1 0-17 0,1-1-13 0,-1 2-30 0,2-1-13 0,-2 4-17 16,1-3-21-16,-1 3-12 0,0-6-16 0,0 6-17 15,0 0-26-15,0 0-12 0,0 0-8 0,0 0-2 16,0 22-3-16,-3-6-4 0,2 3-1 0,-4 6-3 16,-2 6 1-16,0-4-3 0,-2 4-3 0,4 1 3 15,-4-1-1-15,0 1 3 0,0-2-5 0,1 0 1 16,2-3 1-16,0-1-1 0,-1 0-1 0,2 1 0 16,1-8 0-16,-2-2 0 15,2-2 2-15,3-4-1 0,1 0 0 0,-3-1 0 16,2-5 2-16,-2 3-1 0,2-4 8 0,1-2 23 15,0 3 26-15,0-5 30 0,0 0 27 0,0 6 27 16,0-6 36-16,0 0 6 0,0 0-15 0,0 0-23 16,9-16-12-16,1 4-13 0,3-2-13 0,0-1-11 15,6-8-8-15,1 0-8 0,1-1-12 0,1 1-7 16,2-5-5-16,0 5-7 0,-6 0-6 0,5 0-1 0,-5 3-5 0,-5 5-4 16,-3-2-5-16,4 7-2 0,-6 1 11 0,0-3 7 15,-1 7 4-15,-1-5-3 0,0 6 0 0,-3 1-1 16,0-2-6-16,-3 1-6 0,5 2-6 0,-1-2-10 15,-4 4-10-15,2-3-12 0,-2 3-14 0,2-3-17 16,-2 3-18-16,0 0-16 0,0 0-3 0,0 0 3 16,0 0 12-1,-18 10 3-15,8-3 3 0,-7 3 3 0,3 1 8 16,-4-1 2-16,1-1 3 0,2 4 12 0,0-2-6 0,1-1 2 0,3-1-1 0,1-1 1 16,0 0-2-16,2 0-1 0,2 0 7 0,-2-2 4 15,3 2-4-15,1-1 6 0,1-1-5 0,1 1-2 16,1-1 2-16,-2 3 3 0,5-2 2 0,-2 0 2 15,4 4 3-15,1-3 5 0,1 5-2 16,6-1 1-16,-3 2-3 0,2-1-17 0,4-1-28 16,-2-1-29-16,2 2-20 0,1 1-38 0,-1-3-43 15,2 1-54-15,2-3-71 0,-4 3-323 0,-2-2-685 16,-4-6 303-16</inkml:trace>
  <inkml:trace contextRef="#ctx0" brushRef="#br1" timeOffset="33766.21">10810 12254 328 0,'1'-6'401'15,"-1"3"-24"-15,0 3-25 0,0-5-20 0,0 5-31 16,0 0-33-16,4-4-19 0,-4 4-39 0,0 0-22 15,-1-4-25-15,1 4-25 0,0 0-21 0,0 0-9 16,0 0-53-16,0 0-12 0,0 0-11 0,0 13 0 16,-3-4-7-16,2 7-8 0,1 0-7 0,0 3 0 15,0 5-2-15,-3-2-5 0,3 3-17 0,3 0-28 16,-7-6-27-16,2 4-38 0,0-2-52 0,1-3-78 0,-3-1-287 0,1-6-567 16,3-3 252-16</inkml:trace>
  <inkml:trace contextRef="#ctx0" brushRef="#br1" timeOffset="34468.01">11261 11877 19 0,'8'-5'210'0,"2"1"-23"0,-1-1-11 16,1 0-15-16,4 2-11 0,0 2-14 0,4-1-10 15,-4 1-8-15,4 2-16 0,-1 2-6 0,0 2-6 16,-1 2-8-16,0-2-12 0,0 9 0 0,-2-2-8 16,-4 5-5-1,0 0-10-15,-3 1-2 0,-2 1-4 0,-4-1-4 16,-1 3-5-16,-4-2-1 0,2 7-3 0,-5-7-5 0,0 0-1 15,-5 4-4-15,3-8 1 0,-4 2-1 0,1-3-2 16,-2 2 1-16,2-1-2 0,-1-2-2 0,1-2 4 16,3-4-1-16,0 1-1 0,0-2-1 15,2-1 3-15,2-1 3 0,1-2 13 0,0 2 12 0,0-3 18 16,1 1 25-16,3-2 25 0,-4 3 35 0,4-3 12 0,0 0-10 16,0 0-20-16,4-10-17 0,1-1-8 0,0 2-8 15,4-4-12-15,3-4-8 0,5-4-4 0,4 0-9 16,2-4-9-16,1 3-7 0,-1-1-6 0,0-3-6 0,-1 2 1 15,2-3-5-15,-2 5-5 0,-1 0-3 0,-2 2-4 16,-6 6 1-16,2-1 3 0,1 1-6 16,-6 0-4-16,-2 4 13 15,2 5-7-15,-6-4-4 0,1 4-8 0,-1 1-6 16,-3 0 4-16,3 1-8 0,0 2-18 0,-4 1-23 16,0 0-9-16,0 0 7 0,0 9-1 0,0-1 7 15,-1 4 2-15,-6 6 0 0,2 0 3 0,-2 6 0 16,-1 3 4-16,-1-2 2 0,1 2 7 0,4-6 0 15,1 3 3-15,1-5-3 0,2 0 5 0,2 6 8 16,1-9-1-16,5 1 3 0,1-1 15 0,6-2-7 0,5-3-44 0,9 1-54 16,0-5-76-16,7-4-112 0,0-3-267 0,-2-5-597 15,-2-3 265-15</inkml:trace>
  <inkml:trace contextRef="#ctx0" brushRef="#br1" timeOffset="35016.15">11880 11546 351 0,'2'-3'357'0,"-1"-2"-20"0,-1 5-25 0,4-4-31 0,-4 1-30 16,0 3-29-16,1-2-27 0,-1 2-21 0,0-6-25 15,0 6-25-15,0 0-16 0,0 0-12 0,0 0-16 16,4 13-5-16,-4-3-10 0,0 2-6 0,0-1-5 15,-4 9-5-15,3 4-7 0,-6 2-16 0,4-7-4 16,-1 2-1-16,-1 2-2 0,-1-3-3 0,0-3-1 16,0-1-3-16,4-6 0 15,0 1 9-15,0-1-9 0,-1-4 0 0,3 0 4 16,0-1 3-16,-2-1 33 0,0 1 34 0,2-5 32 16,0 2 25-16,0-2-16 0,0 0-13 0,8-9-8 15,-2 2-12-15,5-1-14 0,-2-2-20 0,7-2 10 16,-2 0-8-16,-1-1-11 0,4 1-1 0,-4 3-5 15,-3 0 0-15,-4 1 0 0,2 5-11 0,-2-2-5 16,0 1-9-16,0 1-7 0,-3 1-13 0,4 2-7 0,-7 0 3 0,14 4-21 16,-5 1-5-16,1 1-9 0,1 3-11 0,1 1-3 15,3 2-22-15,-1 0-22 0,-1 0-26 0,1 2-41 16,-1 0-47-16,0 0-65 0,-3-2-71 0,-1-5-245 16,1-1-640-16,-2-2 283 0</inkml:trace>
  <inkml:trace contextRef="#ctx0" brushRef="#br1" timeOffset="35285.68">12384 11628 45 0,'0'0'310'0,"0"0"-17"0,0 0-23 0,0 0-17 15,0 0-19-15,0 0-9 0,0 0-35 0,0 0-18 16,0 0-22-16,0 0-12 0,0 0-14 0,23-2-16 0,-10 1-12 16,1 4-26-16,4-5-36 0,4 2-33 0,-2 0-62 15,-1 0-59-15,3-2-73 0,-3 0-198 0,-1-1-421 16,-4-1 187-16</inkml:trace>
  <inkml:trace contextRef="#ctx0" brushRef="#br1" timeOffset="35539.58">12755 11468 224 0,'1'-4'392'0,"-1"-2"-15"0,1 2-10 0,2-2-19 16,-3 6-30-16,0-2-27 0,0 2-29 0,0-4-30 0,0 4-28 0,0 0-29 16,1-6-23-16,-1 6-42 0,0 0-12 0,0 0-22 15,5 15-6-15,-5-6-15 0,0 7-8 0,0 5-3 16,1 5-6-16,2 6-15 0,-6-2-19 0,6 0-38 16,-3 2-36-16,0 4-42 0,-4-7-67 0,5-1-86 15,-2 1-277-15,-1-9-586 0,4-4 260 0</inkml:trace>
  <inkml:trace contextRef="#ctx0" brushRef="#br1" timeOffset="36357.25">13612 11848 2 0,'-10'-8'161'0,"-7"2"-18"0,1-2-18 0,-5 3-12 16,1 0-8-16,-10 3-11 0,1 0-11 0,2 2-2 15,-1 2-10-15,0 3-14 0,5-1 7 0,4 4-14 16,-2 0-11-16,2 1-7 0,4 3 2 0,-2 0-10 0,4 5 6 0,2-3 2 16,2 1-9-16,4 2 4 0,1-2-6 0,4-1-7 15,4 3 5-15,1-1-1 0,3 1-1 0,6-2-4 16,0-3 5-16,4-2-2 0,1 0 0 0,7-2-2 16,-5-4-5-16,2-4 0 0,4-1-7 0,1-5 9 15,0-2-13-15,-3-4 5 0,-8 0-1 0,5-5-5 16,-3-3 21-16,-1-2 24 15,-2-2 16-15,-4-3 7 0,-1-1 6 0,0-4 17 16,-1-13 2-16,-2 11 2 0,-2-16 1 16,2-2-3-16,1 4 20 0,-4 2 11 0,0 10 5 0,-1 0 0 15,1 4 15-15,0 0 15 0,-1 6-2 0,0 0 9 16,-2 8 10-16,1 2-7 0,0 3-7 0,-2 3-10 16,0 1-15-16,-1 3-16 0,1 0-13 0,1 1-21 15,-2 2-11-15,1 0-22 0,-1 3-35 0,0-5-56 0,0 5-8 0,0 0 1 16,0 0 4-16,-3 15 17 0,1-5-11 0,-2 8 4 15,-1 7 3-15,0 2-6 0,1 2 10 16,-5 2-1-16,5 0 0 0,-2 14 6 0,2-10-1 16,0-1 4-16,4-1 0 0,-5 0 6 0,5 2-1 0,-5-4 3 15,5-2-5-15,0-3 21 0,-4 0-14 16,4-7 0-16,0-3 5 16,0-2-8-16,-1-2 5 0,2-1 3 0,-1-2-3 15,-1 1 5-15,2-3-6 0,-1 0 16 0,0 1-15 16,0-1 3-16,0 0-1 0,0-1 3 0,0 0 3 15,0-1 1-15,0 1-6 0,0-3 7 0,0 3 1 16,1-2-1-16,2-1 1 0,-3 0 2 0,0 1-1 16,5 0-12-16,-4 0-7 0,2 0-21 0,2-1-30 15,5-1-59-15,4 0-87 0,7-4-128 0,8-3-207 0,2-7-588 0,3-2 261 16</inkml:trace>
  <inkml:trace contextRef="#ctx0" brushRef="#br1" timeOffset="37159.53">13850 11142 36 0,'0'-3'315'0,"0"3"-10"16,1-5-13-16,2 2-19 0,-3 3-14 0,1-5-24 16,-1 5-22-16,1-4-20 0,-1 4-19 15,0 0-16-15,0 0-24 0,4-3-14 0,-4 3-14 16,0 0-17-16,0 0-20 0,0 0-17 0,0 0-6 0,0 0-6 15,1 15-1-15,-1-10-6 0,-1 2-4 0,1 2-7 16,-5 1 0-16,4 4-5 0,-3-1 0 0,4-1-1 0,-4 2-6 16,0 1 1-16,0-1-1 0,3-1 0 0,-3-4 1 15,3-1 0-15,-2 0-4 0,2-4 3 0,1 2 2 16,-4-3-2-16,4-3 2 0,0 7 10 0,0-7 40 16,-1 3 39-16,1-3 38 0,0 0 27 0,1 4 27 15,-1-4 8-15,0 0-10 0,0 0-16 0,0 0-20 16,14-9-14-16,-10 4-12 15,1 0-13-15,2 1-10 0,-1-1-9 0,-1 0-10 16,-1-1-12-16,1 2-14 0,-1 3-6 0,0-3-7 16,0 2-10-16,-4 2-9 0,5-2-14 0,-5 2-19 15,5-3-26-15,-5 3-12 0,0 0-12 0,9 6 5 16,-5-2-26-16,1 1-12 0,4 2-17 0,-3 0-36 16,3 2-33-16,-1 1-33 0,1-1-41 0,-3 2-42 15,3-1-65-15,-2 1-307 0,1-7-717 0,0 3 317 0</inkml:trace>
  <inkml:trace contextRef="#ctx0" brushRef="#br1" timeOffset="37607.39">14240 11222 92 0,'-3'-4'182'0,"3"4"-18"0,0 0-17 16,0 0-15-16,0 0-19 0,0 0-6 0,0 0-10 0,0 0-8 15,0 0-11-15,0 0-7 0,0 0-3 0,0 0 2 0,0 0 6 16,0 0 8-16,-2-1 1 0,2 1 6 0,0 0-1 16,0 0-3-16,0 0-3 0,0 0-5 0,0 0-5 0,0 0-2 15,0 0-12-15,0 0-4 0,0 0-8 0,0 0-3 16,0 0-8-16,0 0 1 0,0 0-9 0,0 0-1 15,0 0-6-15,0 0-2 0,0 0-3 16,0 0 0-16,0 0-3 16,0 0 1-16,0 0-2 0,0 0 1 0,0 0-2 0,0 0 6 15,0 0 14-15,0 0 1 0,0 0 2 16,0 0-1-16,0 0 0 0,0 0 0 0,0 0 5 16,0 0 3-16,15 2 3 0,-4 1-1 0,4-2-4 15,5 1-5-15,0-1-2 0,2-1 7 0,8 0-15 0,-2 0-3 16,-7 0 1-16,7 0-5 0,-7 0 0 15,-2 3 2-15,-4-3-5 0,-3-3-3 0,-2 3 7 0,0 0-6 0,-3-1 0 16,-7 1 0-16,9 0-2 0,-4-3-4 0,-5 3-13 16,6 0-21-16,-6 0-20 0,5-3-19 0,-5 3-22 15,0 0-46-15,0 0-48 0,0 0-55 0,0 0-213 16,0 0-487-16,-15-2 216 0</inkml:trace>
  <inkml:trace contextRef="#ctx0" brushRef="#br1" timeOffset="37876.65">14688 11081 67 0,'0'-3'383'0,"0"3"4"0,1-7 3 0,-1 3-1 15,3 1-16-15,-3 3-23 0,1-5-14 0,-1 5-25 16,2-3-24-16,-2 3-34 0,2-5-21 15,-2 5-36-15,0 0-23 0,0 0-27 0,0 0-30 0,0 0-38 16,0 0-23-16,0 0-16 0,1 13-6 0,-1-1-10 16,-1 5-17-16,1 2-14 0,0 5-39 0,-2 3-45 15,-1 6-40-15,-1-4-52 0,-5 1-70 0,2 1-82 0,0-2-259 16,-3-2-646-16,5-8 286 0</inkml:trace>
  <inkml:trace contextRef="#ctx0" brushRef="#br1" timeOffset="38863.68">14346 11737 82 0,'2'-6'388'15,"-1"2"-11"-15,2-1-22 0,0 2-17 0,-3-2-24 16,2 3-33-16,-2 2-25 0,1-7-32 0,-1 7-23 16,2-3-20-16,-2 3-25 0,0 0-14 0,0 0-36 0,2-4-36 15,-2 4-33-15,0 0-30 0,0 0-11 0,0 0-9 0,0 0-2 16,4 14 0-16,0-8-8 0,1 3-1 0,-2-1-14 16,2 0-3-16,1 3-6 0,-2-2-5 0,1 0 3 15,0-1 5-15,-1-2-2 0,1 2 7 0,-1-2 3 16,1-2 2-16,-1-1 6 0,1 0 6 0,3-3-1 15,-2-1 12-15,2 0-1 0,2-3-1 0,0 0 15 16,-1-3 6-16,-1 1 13 16,-1-1 10-16,1-1 8 0,0 1 0 0,-2-2 19 15,3 1-6-15,-4-1-7 0,2 1 10 0,-2-1 3 16,0 5-6-16,-1-2 4 0,-3-1-2 0,4 4-7 16,-2 1-7-16,-1-2-3 0,-1 1-6 0,1-1-14 15,-2 4-9-15,0 0-18 0,5-2-15 0,-5 2-20 16,0 0 5-16,0 0 1 0,1 11 2 0,-1-1-7 15,0 1 7-15,-2 6 2 0,-1 2 0 0,0 6 5 0,0 5 1 0,-5 3 3 16,4 0 3-16,-2 0 3 0,-2 0 1 0,4 1 2 16,-2-2 3-16,-3 2 6 0,5-2-6 15,-1-1 5-15,1 0-3 0,-1-2 1 0,-3-2 6 0,3-1-1 16,0-9 4-16,0 0-1 0,1-2-1 0,-2-2 2 16,-2-4 0-16,2 1 4 0,-2-1 0 0,2 1 2 15,-3-6 10 1,-1 1-8-16,1 0 5 0,0-5 5 0,-4 0 9 15,-1-5 7-15,1 3 15 0,1-3 18 0,0-3 9 0,-1-1 18 16,0-5 5-16,3 1 18 0,2-1-7 16,4-1-17-16,3-5-6 0,5-6-17 0,5 0-11 15,9-3 10-15,1-2-28 0,12-6-7 0,3 1-4 16,3-1-2-16,-7 15-7 0,-1-2 0 0,0 2-3 0,5 3-4 16,-2 2 3-16,-2 2-3 0,3 1 0 0,-1 0-6 0,-1 6-7 15,-3-2 9-15,-7 6 4 0,-6-2-16 0,-2 2 11 16,-2 0-2-16,-4 2-1 0,-1 0-7 0,1 0 3 15,-3 0-2-15,-4 2-9 0,8-2 4 0,-8 2-20 0,5 0-17 16,-5 0-12-16,0 0-12 0,0 0-19 16,-7 8-39-16,-5-3-64 0,-1 0-90 0,-4 1-300 15,-1 1-628-15,-3-2 278 0</inkml:trace>
  <inkml:trace contextRef="#ctx0" brushRef="#br1" timeOffset="39420.08">12894 12458 152 0,'0'0'276'0,"0"0"-15"0,-3-5-21 0,3 5-12 0,0 0-22 16,-1-5-20-16,1 5-17 0,0 0-15 0,0 0-21 15,0 0-10 1,0 0-13-16,0 0-9 0,0 0-11 0,0 0-8 15,0 0-12-15,0 0-9 0,0 0-2 0,0 0-5 16,0 0-10-16,0 0-2 0,0 0-5 0,0 0-3 16,0 0-4-16,0 0 5 0,0 0-5 0,0 0 1 15,0 0 1-15,0 0-2 0,0 0 1 0,0 0-5 16,0 0 1-16,0 0 0 0,0 0-3 0,0 0-4 16,0 0-1-16,0 0-2 0,0 0-2 0,5-2-1 0,2-1-1 0,6 3 1 15,10 0-1-15,12-2 1 0,24 0 2 0,36 1 1 16,4 1 11-16,9 0 3 0,7-1 11 0,7 1 0 15,9 1-4-15,5 2 4 0,-3-3 6 0,-1 5-3 16,-10-5 10-16,-1 0-2 0,-7-3-4 0,-6 6 11 16,-10-6-5-16,-7 3 1 0,-31 0-2 0,-5-4 7 15,-4 2 0-15,-19-2 18 16,-4 3 2-16,-11 1 17 0,-1-2 8 0,-4-2 19 0,-3 3 4 0,-1 1-2 16,-3-3-12-16,0 2-27 0,0-1-25 0,-2-1-36 15,-3 3-52-15,0 0-82 0,0 0-74 0,-16-4-53 16,1 4-64-16,-2-1-87 0,-11 2-288 0,5-1-729 15,4 0 324-15</inkml:trace>
  <inkml:trace contextRef="#ctx0" brushRef="#br1" timeOffset="40313.97">13577 13154 94 0,'-11'-7'165'16,"-3"-2"-30"-16,-1 1-4 0,-7 3-11 0,-5-2-10 0,-2 5-11 0,3 0-7 15,-2 6-11-15,-3-1-13 0,3 2-1 0,2 2-10 16,-3 5-7-16,4 0-1 0,-2 0-8 0,4 3-15 16,0 1-1-16,3 4-1 0,1-1-3 0,2 1 6 15,2 1-12-15,4 1 3 0,4-3-5 0,0-2-1 16,5 2 0-16,2-4-5 0,1 2 4 0,4 0 11 0,4-1 20 15,-1-5 27-15,6 3 12 0,-1-2 10 0,3-4 4 0,-2-1 6 16,-1-4 5-16,6-1 6 0,0-2 6 0,-2-3 13 16,1-4 8-16,-4-1 8 0,5-3 2 0,-3-5 2 15,3-2 22-15,-3-4-13 0,0-4-15 0,-3 1-17 16,0-4-4-16,0-2-18 0,-4-1 1 0,1-2-10 16,7-9-4-16,-4-1 1 0,2-2-22 0,-6 13 10 15,-4-1-6-15,3 4 17 16,-2-1 5-16,2 5 1 0,-7 7 3 0,4 2 1 15,-2 5 2-15,-1 2-10 0,-2 2-12 0,3 1-11 16,-2 0-16-16,-1 4-16 0,1-1-41 0,-1 4-42 16,2-4-22-16,-2 4 8 0,0 0-22 0,-5 17 27 15,2-1 4-15,-2 8 9 0,-3 5-3 0,-2 6 6 16,1 16 6-16,0-7 1 0,5-7-9 0,-3 11 23 16,0-2 6-16,7-11-8 0,-1-2 5 0,2 1-1 0,3-6-4 0,0-1-18 15,1-3-17-15,-1-8-19 0,0 1-5 0,-2-5-21 16,1-3-18-16,-2 0-18 0,-1-5-11 0,3 4 3 15,-3-3-13-15,0-2-10 0,0-3-82 0,0 0-331 16,0 0-623-16,0 0 276 0</inkml:trace>
  <inkml:trace contextRef="#ctx0" brushRef="#br1" timeOffset="40830.9">13771 13100 52 0,'11'-3'222'0,"2"5"-28"16,6 0-19-16,-1 2-26 0,0 2-14 0,1 1-11 15,-5 2-17-15,4 1-6 0,-3 1-13 0,-1 5-9 16,-2 1-9-16,-3-2-9 0,-2 2-4 0,-3 2-5 15,-2-1-10-15,-4 0-5 0,-2-2 0 0,-1 4-1 0,-5-3-5 0,0 0 0 0,-3-2-3 0,-6 4 1 16,1-7 1-16,0 5-4 0,0-5 0 0,0 0-1 16,3-4-1-16,2-1 2 0,1 0 4 0,3-4 5 15,0 3 5-15,2-3 9 0,4 0 14 0,-3-1 22 16,3-1 29-16,-1 1 41 0,4-2 47 0,-4 2 28 16,4-2-13-16,0 0-27 0,0 0-23 0,8-19-11 15,1 4-17-15,4 1-17 16,7-8-15-16,1 0-6 0,5-1-16 15,2-2-11-15,0 2-10 0,0-3 1 0,0 1-12 0,-4 4-4 16,0-1-8-16,-4 6-2 0,-6 2-2 0,0 3 0 16,-5 4-3-16,0 0-3 0,-3 0-17 0,-2 4-2 15,0-1 9-15,1-1-20 0,-1 2-24 0,0 1-31 16,-4 2 1-16,0 0 1 0,0 0 7 0,-8 17 1 16,3-5 5-16,0 0-1 0,-4 7 4 0,-4 3-6 0,8-3 20 15,-5 7-2-15,2-3 7 0,5-2 1 0,5-2 2 16,-2 1 0-16,7-2 1 0,5-1-6 0,6 4-32 15,5-6-61-15,4-1-89 0,9-7-122 0,1 1-294 0,4-7-668 16,12-5 296-16</inkml:trace>
  <inkml:trace contextRef="#ctx0" brushRef="#br1" timeOffset="41501.51">14328 12838 157 0,'0'0'276'0,"1"-4"-17"0,-1 4-22 0,0 0-26 16,3-4-20-16,-3 4-27 0,0 0-18 0,0 0-17 0,0 0-16 15,0 0-11-15,0 0-11 0,-3 17-13 0,3-8-8 16,-4 1-10-16,2 2-3 0,-1 1-7 0,-6 4-4 0,4 2-8 15,-1 0-3-15,-5 6-5 0,1-1 3 0,1-5-7 16,2-2-2-16,0 1 1 0,0-7-7 16,4-1-2-16,-1-5 2 0,0 3 2 0,3-2 8 15,-3-2 42-15,4-1 38 16,-2 1 35-16,0 0 45 0,2-4 9 0,0 0-17 16,0 0-18-16,13-13-16 0,-6 4-17 0,4-1-8 15,2-1-10-15,2-1-15 0,2-1-10 0,3-4-4 16,-3 5-9-16,-1 2-2 0,-3-2-3 0,0 7-7 15,-4-3 0-15,-1 1-15 0,-2 3-6 0,-1 2-15 0,0-2 4 16,-1 0-8-16,0 3-12 0,-4 1-16 16,10-1-9-16,-10 1-9 0,9 2-8 0,-4 3-22 0,2 0-34 0,0 0-31 15,2 4-36-15,0 0-48 0,4 4-65 0,-3-4-77 16,-1-1-280-16,0 0-677 0,5-1 300 0</inkml:trace>
  <inkml:trace contextRef="#ctx0" brushRef="#br1" timeOffset="41933.67">14778 12964 121 0,'-7'-3'276'0,"7"3"-24"15,0 0-22-15,-6 0-23 0,6 0-20 0,0 0-17 0,0 0-16 16,0 0-9-16,0 0-10 0,0 0-13 0,0 0-14 0,0 0-10 15,0 0-7-15,0 0-9 0,0 0-9 16,0 0-7-16,-8-1-8 0,8 1-5 0,0 0-7 0,0 0-1 16,0 0-8-16,0 0 1 0,0 0-8 0,0 0-3 15,0 0-3-15,0 0 0 0,0 0-8 0,0 0 1 16,0 0 3-16,0 0-8 0,0 0 0 0,0 0-2 16,0 0 2-16,0 0-3 0,0 0 2 0,0 0-4 0,0 0 8 0,0 0 8 15,0 0 2-15,0 0 8 0,0 0-8 0,0 0 0 16,0 0-1-16,21-1-2 0,-9 1-3 15,6 0 7-15,4 0-12 0,-1-1 1 0,5 1-3 16,2 0-3-16,0-2-2 0,-1 1 2 0,-5 1-1 16,-1-1 0-16,-2 1 9 0,-5-3-11 0,0 6-2 0,-4-6-2 15,0 3 6 1,-1 0 2-16,-2 0 7 0,-7 0 1 0,11-1 2 16,-7 1 1-16,-4 0-3 0,10-1-6 0,-10 1-4 15,0 0-9-15,5 0-15 0,-5 0-15 0,0 0-22 16,0 0-32-16,0 0-40 0,0 0-36 0,0 0-30 15,0 0-37-15,0 0-208 0,0 0-472 0,-15-6 209 16</inkml:trace>
  <inkml:trace contextRef="#ctx0" brushRef="#br1" timeOffset="42156.31">15289 12837 289 0,'1'-3'367'0,"2"-1"-5"16,-3 4-18-16,2-3-24 0,-2 3-33 0,1-4-31 16,-1 4-30-16,0 0-31 0,0 0-22 0,4-2-25 15,-4 2-22-15,0 0-18 0,0 11-17 0,-2-3-14 16,0 4-12-16,1 6-4 0,0 1-9 0,-3 7-18 16,0 2-26-16,-1 2-40 0,1-1-54 0,-1-2-77 15,1 2-99-15,-3-3-246 0,3-9-550 0,0-5 244 16</inkml:trace>
  <inkml:trace contextRef="#ctx0" brushRef="#br1" timeOffset="43306">15827 12446 112 0,'0'0'152'0,"0"0"-1"15,0 0 2-15,0 0 0 0,0 0-3 0,0 0-2 16,0 0-2-16,0 0-5 0,0 0-6 0,0 0-10 16,0 0-3-16,0 0-8 0,0 0-8 0,0 0-4 0,0 0-5 15,0 0-7-15,0 0-3 0,0 0-6 0,0 0-8 0,0 0-6 16,0 0-3-16,0 0-6 0,0 0-4 0,0 0-6 16,0 0-6-16,0 0-4 0,0 0-4 0,0 0 3 15,0 0-8-15,0 0-2 0,0 0-6 0,0 0-2 16,0 0-2-16,0 0 2 0,11-5-5 0,-11 5-2 15,0 0 2-15,0 0-5 16,0 0-1-16,0 0 3 0,0 0 6 0,0 0-9 16,0 0 0-16,0 0 2 0,0 0 3 15,0 0 7-15,0 0-3 0,0 0 2 0,0 0 7 16,0 0-9-16,0 0 2 0,0 0-3 0,0 0-1 0,0 0 0 16,0 0 9-16,0 0-9 0,0 0-1 0,0 0-2 15,0 0 0-15,0 0 0 0,0 0-3 0,0 0 0 16,0 0-1-16,4-3-2 0,-4 3-1 0,0 0-2 0,8 0 0 15,-1 0 1-15,6-1 7 0,5-2-8 0,4 2-1 16,7 0 0-16,3-1-3 0,0 1 5 0,0-2-6 16,9-1 4-16,-5 2 0 0,3-2-1 0,0 2 1 15,-2 0-4-15,-3-2 6 0,-3 0-2 0,-9 3-2 16,-3-1 1-16,-6 1 1 0,1-1-11 0,-4 1-12 0,-4 1-14 16,3-3-27-1,-4 2-17-15,-5 1-51 0,0 0-47 0,0 0-15 16,0 0-27-16,-20-7-34 0,7 6-129 0,-1-1-415 15,1 1 184-15</inkml:trace>
  <inkml:trace contextRef="#ctx0" brushRef="#br1" timeOffset="43522.21">16086 12247 124 0,'0'-7'305'0,"0"2"0"0,0 0-15 0,-1 1-18 15,0 0-17-15,1 4-35 0,-2-6-23 0,2 6-27 16,2-3-20-16,-2 3-25 0,0 0-16 0,0 0-13 16,-3 14-11-1,2 0-9-15,-2 5-4 0,-2 7-9 0,5 3-4 0,-2 3-5 16,-1 3-3-16,3-1-7 0,0 4-26 0,0 9-35 16,-4-1-46-16,3-12-67 0,2-5-90 0,-1 2-232 15,-1-12-490-15,0-6 218 0</inkml:trace>
  <inkml:trace contextRef="#ctx0" brushRef="#br1" timeOffset="47301.18">17545 12254 45 0,'0'0'291'0,"0"0"-13"0,0 0-23 16,0 0-12-16,0 0-21 0,0 0-16 0,0 0-19 0,7-9-17 16,-7 9-9-16,0 0-28 0,0 0-18 0,0 0-22 15,2-4-31-15,-2 4-32 0,8-1-32 0,-8 1-33 0,10-2-35 16,-2 1-34-16,2 0-39 0,4 0-60 0,-2-2-120 0,6 1-349 15,-2-1 154-15</inkml:trace>
  <inkml:trace contextRef="#ctx0" brushRef="#br1" timeOffset="47470.47">18234 12222 197 0,'5'-1'210'0,"2"-2"-18"0,-1 1-20 15,3-1-19-15,1 0-13 0,0-1-18 0,4 2-10 16,-1-1-22-16,6 3-37 0,9-3-51 16,3 2-50-16,0 1-74 0,-2-3-91 0,2 1-229 15,0 1 101-15</inkml:trace>
  <inkml:trace contextRef="#ctx0" brushRef="#br1" timeOffset="47601.99">19053 12235 39 0,'9'-2'225'0,"-9"2"-31"16,9-3-23-16,-5 3-33 0,2-2-29 0,-2 0-39 15,4-1-39-15,2 2-39 0,3-2-56 0,-4 2-88 16,6-3-162-16,0 0 71 0</inkml:trace>
  <inkml:trace contextRef="#ctx0" brushRef="#br1" timeOffset="48087.44">20157 12155 53 0,'-5'0'127'0,"5"0"-3"0,0 0-26 16,0 0-2-16,-5 0-5 0,5 0-17 0,0 0-3 16,0 0-4-16,0 0-6 0,0 0 6 0,0 0-6 15,0 0 4-15,0 0 4 0,0 0 3 0,0 0 1 0,0 0-2 0,0 0-9 16,28-1 4-16,-11 1-7 0,6-3-2 0,5 2-10 16,3-3 1-16,2 1-7 0,5 1 5 0,-2-1-9 15,5 1 1 1,10-4-1-16,1 5-1 0,-12-2-8 0,-2 2-2 15,-2-2-7-15,-3 1-9 0,-2-2-21 0,-11 2-19 16,0 0-18-16,-4-1-33 0,-3 1-34 0,-3-2-35 16,-6 2-111-16,-3-2-282 0,-2 0 125 0</inkml:trace>
  <inkml:trace contextRef="#ctx0" brushRef="#br1" timeOffset="48287.91">20479 12010 221 0,'-1'-5'291'0,"0"3"0"0,1 2-5 0,-3-7-23 16,3 7-22-16,0-5-23 0,0 5-22 0,0 0-27 15,-2-4-25-15,2 4-18 0,0 0-21 0,0 0-13 0,-4 10-10 16,3 1-12-16,-3 6-2 0,-1 1-13 16,-1 11-9-16,3 0-8 0,-4 6-1 0,3-1-8 15,3 0-31-15,-1 13-32 16,-1-1-44-16,3-9-67 0,-1-3-96 0,-2-7-187 15,-1-3-464-15,2-10 205 0</inkml:trace>
  <inkml:trace contextRef="#ctx0" brushRef="#br1" timeOffset="49422.14">21651 11555 30 0,'4'-5'262'0,"-4"1"-11"0,0 4-20 15,0-10-17-15,1 9-17 0,-1 1-24 0,4-5-17 16,-4 5-12-16,1-4-23 0,-1 4-14 16,0 0-11-16,0 0-12 0,0 0-13 0,0 0-10 0,0 20-5 15,0-4-13-15,-5 8-8 0,0 4-5 0,1 1-1 0,-5 4-5 16,-3 13-4-16,1 0-2 0,2-12 1 0,-5 11-5 16,5-12 1-16,-1 2-5 0,3-3-4 0,-1 0 3 0,-1-3-4 15,4 0 3-15,-3-2-2 0,4-9 2 0,-1 0-5 16,3-6 2-16,0-2-1 0,0 0 0 15,0-3 2-15,0 0 1 0,2-2 3 0,-1-1 12 16,1-1 34-16,-2 3 25 16,2-6 25-16,0 7 24 0,0-7 25 0,-1 1 23 15,1-1 24-15,0 0 4 0,0 0-22 0,0 0-16 16,14-12-19-16,-5 6-17 0,6-7-14 0,6-6-11 16,1 0-15-16,4-1-7 0,3-3-5 0,10-8-11 15,-9 7-7-15,-1-2-11 0,12-5 3 0,-17 7-6 0,-1 3-11 16,0 0 2-16,-4 1 0 0,-1 1-8 15,-4 6 0-15,-2 2-1 0,-3 1-6 0,-2 2 6 0,1 0 5 0,-4 4 0 16,0 0-9-16,0-1 2 0,-2 1-5 0,-1 0-8 16,3 1-7-16,-4 3-7 0,3-1-13 0,-3 1-15 15,0 0-14-15,0 0-16 0,0 0-5 0,0 0-5 16,0 0 8-16,-14 7 13 0,2 3 3 0,-4-1 0 16,-1 4 8-16,-6 1 5 0,1 1-3 0,4-1 5 15,-5 0 2-15,5-2-2 16,2-1 17-16,1-1-10 0,0 0 7 0,5-2 6 15,1-2-9-15,3-2 6 0,-2 1-8 0,4 0 7 16,-2-4-2-16,2 3 1 0,2-2-1 0,2-2 1 16,-4 5-5-16,1-4-2 0,3-1 5 0,-1 4-4 15,-2-1 17-15,3-3-13 0,0 9-3 0,0-3 4 16,4 3 0-16,-1 0 1 0,1 3 14 0,1 0-11 16,2 3 5-16,2 2-2 0,3-1 4 0,2 4 1 0,0 2 5 0,2-1-26 15,1 2-40-15,0-2-38 0,-1-2-52 0,2 4-72 16,1-2-82-16,-2 0-312 0,2-2-670 0,-6-6 296 15</inkml:trace>
  <inkml:trace contextRef="#ctx0" brushRef="#br1" timeOffset="50054.99">22128 12175 220 0,'0'-5'319'16,"0"5"-17"-16,1-5-3 0,-1 0-15 0,0 5-16 15,0-5-12-15,0 5-14 0,0-2-17 0,0 2-12 0,0 0-24 16,1-5-5-16,-1 5-15 0,0 0-8 0,0 0-12 16,0-5-17-16,0 5-2 0,0 0-15 15,0 0-12-15,0 0-12 16,0 0-15-16,0 0-10 0,0 0-11 0,0 0-15 15,0 0-15-15,0 0-30 0,0 0-5 0,0 0 7 16,-2 12-9-16,-1-7 0 0,2 5 4 0,-2-1-1 16,-1 1 3-16,-2 6-4 0,2 2 3 0,-2 2 0 0,-2-3 3 15,4 3 1-15,-2-1 0 0,0-3 1 0,0 0-5 16,1-5 3-16,4-2-2 0,-2-1 6 16,2-2 0-16,1 0 0 0,-2-1 2 0,0-1 9 0,2-1 8 0,-2 0 29 15,2-3 27-15,-4 6 26 0,4-6 29 0,-2 3 19 16,2-3 1-16,0 0-12 0,8-10-23 0,-4 2-8 15,1-1-11-15,3 0-9 0,1-2-11 0,2-3-6 16,2 0-3-16,0-3-12 0,-3 3-8 0,-2 7-4 16,-3 1-5-16,3 0-7 0,-3 1-3 0,-1 2-8 15,-3 0-5-15,2 1-15 16,-3 2-26-16,5-5-32 0,-5 5-18 0,0 0 6 16,0 0-7-16,11 12-4 0,-6-5 0 0,-2 2 0 15,1 2-6-15,-1 2-17 0,0-4-16 0,1 4-25 16,-2 0-26-16,2 4-36 0,-3-2-40 0,1-1-46 15,-1 2-61-15,0-5-253 0,1-3-655 0,-1-3 290 16</inkml:trace>
  <inkml:trace contextRef="#ctx0" brushRef="#br1" timeOffset="50324.55">22438 12325 109 0,'0'0'251'0,"0"0"-26"0,0 0-21 16,0 0-19-16,0 0-26 0,-6-3-13 0,6 3-15 15,0 0-15-15,0 0-10 0,0 0-13 0,0 0-2 16,0 0 5-16,0 0 5 0,0 0 1 0,0 0 3 16,0 0-5-16,0 0-1 0,0 0-9 0,0 0-6 15,0 0-6 1,10-1-4-16,-10 1-13 0,20-4-7 0,-2 4-14 0,0-4-22 15,5 3-36-15,0-1-58 0,-2 2-61 0,8-5-66 16,-7 5-211-16,-2-2-449 0,-2-4 198 0</inkml:trace>
  <inkml:trace contextRef="#ctx0" brushRef="#br1" timeOffset="57797.55">22869 12172 173 0,'-1'-2'236'0,"1"2"-8"0,1-6-12 15,-1 6-24-15,1-4-7 0,-1 4-10 0,0-5-12 16,0 5-5-16,4-2-9 0,-4 2-7 0,0 0-8 15,1-5-5-15,-1 5-15 0,0 0-9 0,0 0-9 16,0 0-12 0,0 0-12-16,1-5-13 0,-1 5-12 0,0 0-7 0,0 0-12 15,0 0-3-15,-4 17-4 0,2-5-5 0,0-2 1 16,-2 6-3-16,0 2 6 0,-3 6-6 16,2 2 1-16,1 1 0 0,-3 2-36 0,1 0-40 15,-1 0-59-15,2-2-91 0,-4-1-235 0,-2-1-481 0,3-11 214 16</inkml:trace>
  <inkml:trace contextRef="#ctx0" brushRef="#br1" timeOffset="68186.3">23165 11747 167 0,'0'-5'187'16,"0"5"-9"-16,0-6-9 0,0 2-7 0,0 4-9 16,2-6-16-16,0 5-16 0,-2 1-5 0,1-6-12 15,2 4-13-15,-2-2-10 0,-1 4-5 0,5-5-8 16,-1 2-9-16,-4 3-9 0,8 0-2 0,-2-2-7 15,-6 2-8-15,17 2-5 0,-8-2 0 0,1 5-1 16,3 2-5-16,2 2 5 16,-1 4-4-16,0-1-6 0,1 2 3 0,1 6-4 15,-1 2-5-15,-5-4 6 0,1 7-7 0,0-3-1 16,-4 4-3-16,-5-6-4 0,-2-2 4 0,1 1 0 16,-4 1-2-16,-1 1 1 0,-3-2-2 0,-1-2 3 15,0-1-1-15,-3 0-5 0,0-3 6 0,2-4-3 16,0 2 3-16,1-5-1 0,-3 3 3 0,2-2 1 15,0-1-1-15,0-2-2 0,3 3 2 0,1-6 2 0,1 3 9 0,0-2 11 16,1-2 12-16,-3 3 23 0,6-3 21 0,-4 2 22 16,4-2 15-16,0 0 23 0,0 0-7 0,0 0-18 15,-1-10-7-15,5 4-16 0,2-4-10 0,-1 2-15 16,7-6 15-16,-1-1-27 0,3-2-4 0,5-3-7 16,-3 2-5-16,3-2-4 0,0 1-5 0,0-1-1 15,0 2-6-15,-3 3-9 16,-1 1-1-16,-1 0 14 0,7-3-15 0,-9 4 0 15,1 1-5-15,-4 2 1 0,1 2 3 0,-2-1-3 0,1 4-6 16,-4 0-2-16,-1 0 1 0,-1 2-2 0,0 0-1 16,1 1 9-16,-1 0-19 0,0-2-22 0,-3 4-17 0,0 0-14 15,0 0 2-15,0 0 5 0,-3 11 4 0,-2-1 4 16,-2 0 6-16,-1 5 2 0,-2 2 1 16,3 1 6-16,-1 0 1 0,2-1 3 0,-1 2 3 15,2-2 0-15,3 2 4 0,0-4 2 0,6 2-2 16,5-1-2-16,-1-3-8 0,6 2-28 0,11 0-54 0,7-2-80 15,4-6-107-15,5-1-201 0,12-5-539 16,-15-4 239-16</inkml:trace>
  <inkml:trace contextRef="#ctx0" brushRef="#br1" timeOffset="69057.53">24341 11864 152 0,'-1'-9'216'0,"-1"4"-12"0,0-6-25 0,-1 3-15 15,-2-1-10-15,0 1-23 0,0-1-10 0,0 1-21 16,-4 1-4-16,-1 0-9 0,-6-1-11 0,1 1-8 16,-2 3-7-16,-2-2-3 0,2 3-8 0,-2 1-9 15,0 0-3-15,0 4-4 0,0-1-4 0,0 2-7 16,2 3-5-16,-1 0-2 0,3 1 0 0,-2 3-1 16,4 0-5-16,2-2-3 0,-1 4-2 0,3-2 3 0,4 1-4 0,-2 6 4 15,2-6-8-15,1 4 6 0,3-2-2 0,3-1 3 16,1 4 1-16,1-5-2 0,4-1 3 0,-3 0 3 15,4 0-3-15,-1-3-2 0,4 0 4 0,-1 0 2 16,-1-3 2-16,3 0 10 0,-4-4 9 0,6 0 11 16,-3-2 16-16,0 0 11 0,0-4 7 0,1-3 1 15,0-1-5-15,0-4-2 16,-2 1-3-16,0-4-5 0,1-8-7 0,-1 0-4 16,0-3-8-16,-1-3-5 0,0-2-4 0,-1 0-3 15,0-12 3-15,0 14 2 0,-3-4 4 0,1 1 9 16,-1 4 9-16,-2 1 5 0,-1 4 12 0,-1 7 10 15,-2 1 9-15,0 2 8 0,3 4-6 0,-1 1 0 16,-2 3-11-16,0 1 0 0,0-1-16 0,0 3-10 16,0 2-14-16,0 2-3 0,-2-7-19 0,2 7-29 0,2-5-28 15,-2 5-34-15,0 0-4 0,0 0 2 0,0 0 6 0,-5 20 3 16,0-6 9-16,1 5-1 0,-1 12 9 0,1-3 5 16,-1 3 16-16,0 3-11 0,4-1-1 15,-2-1 9-15,3 0 3 0,0-1-1 0,3-2 2 16,-2-3 1-16,-1 0 1 0,2-8 2 0,1-1 6 0,-3-4 0 15,0 0 0-15,1-1-1 0,-1-4-1 0,0 2 18 0,3-3 0 16,-3 0-14-16,0-2 2 0,1-2 2 0,-1 2 5 16,0-1-4-16,0-4 10 0,3 5 1 0,-3-5 11 15,0 3-11-15,0-3 12 0,0 0-3 0,0 3 4 0,0-3-7 16,0 0 0-16,0 0-4 0,0 0-7 16,0 0-17-16,1 6-25 0,-1-6-29 0,0 0-26 15,0 0-43-15,0 0-40 16,0 0-44-16,0 0-23 0,0 0-37 0,0 0-159 15,0 0-475-15,4-16 211 0</inkml:trace>
  <inkml:trace contextRef="#ctx0" brushRef="#br1" timeOffset="69692.72">24513 11664 286 0,'3'-5'313'0,"-2"0"-17"0,3 2-17 16,-3-1-20-16,2 3-20 0,-2-3-28 0,-1 4-22 15,4-3-24-15,-4 3-15 0,0 0-33 0,3-4-30 16,-3 4-28-16,0 0-24 0,0 0-9 0,0 0 0 16,0 0-4-16,9 8-7 0,-6-4-6 0,1 2-9 15,-1 0-7-15,-1 2-2 16,3-4-10-16,-2 1-1 0,2 2 3 0,-1-2-5 16,2 0-4-16,-2 0 6 0,1-1 0 15,0-1 5-15,-1 0-1 0,0-1 3 0,2 0 3 0,1-2 3 16,-7 0 10-16,11-2 7 0,-7-3 12 0,4 2 8 15,-3-2 6-15,1-3-2 0,1 2 1 0,-1-2 4 16,0 0 8-16,-1-2 8 0,-2 0-9 0,2 2 8 16,-1 2-1-16,1-1 4 0,-3 0 1 0,0 3-5 0,3-2 8 0,-4 3-8 15,2 0-14-15,-2 1-8 0,-1 2-13 0,4-5-12 16,-4 5-19-16,0 0-6 0,0 0 2 16,0 0 2-16,1 13-3 0,-2 0 2 0,-2 4-1 15,-2 8-1-15,-1 1 3 0,2 6 1 0,-3-1-2 0,0 1 4 16,3 2 5-16,-6-1-5 0,4 1 3 0,-3-2 1 15,2 0 0-15,-3-3 2 0,4 0 2 0,-2-1 0 0,0-1-1 16,1-10 3-16,0 1-2 0,4-2 0 0,-5-1 1 16,3-3 3-16,-2-2-3 0,2-3 3 0,0 3 0 0,1-6 2 15,-1 0 2-15,0 2 2 0,0-2-2 16,0-3 5-16,-3 1 1 0,3-2 4 0,5 0-1 16,-14-3-1-16,6-1 6 0,2-3 16 0,-2 3 7 15,-1-7 3-15,4 2 10 16,1-4-10-16,-1-6-11 0,7-7-6 0,0-2-10 15,7-1-4-15,6-2 0 0,-2-2 7 0,6 1-15 16,8-7 2-16,-8 10 3 0,3 5-3 0,0-2-1 16,3 6-2-16,0 0 1 0,0 2-1 0,3 5-2 15,-1-2 6-15,1 4 5 0,-2 1 1 0,-7 3 0 16,0 1 1-16,0 2-1 0,-7 2-5 0,-2-4-3 16,-2 4 3-16,-1-1-1 0,-1 3-3 0,0-1-2 0,0-2-12 0,-6 3-18 15,5 0-24-15,-5 0-25 0,0 0 4 0,5 4-15 16,-6 3-19-16,-3-3-35 0,0 2-50 0,-2 0-51 0,-1 1-214 15,-3 0-493-15,3 1 219 0</inkml:trace>
  <inkml:trace contextRef="#ctx0" brushRef="#br1" timeOffset="70307.36">24015 12130 30 0,'0'0'131'15,"-10"2"-8"-15,10-2-10 0,0 0-15 0,-5 2 1 16,5-2-5-16,0 0-9 0,0 0-7 0,0 0 5 15,0 0-5-15,0 0 5 16,0 0 0-16,0 0 4 0,0 0-2 16,-10-4-2-16,10 4 1 0,0 0-5 0,0 0-3 15,0 0-5-15,0 0 2 0,0 0-6 0,0 0-2 0,0 0-7 16,0 0-1-16,0 0-8 0,0 0-2 0,0 0-7 16,0 0 5-16,0 0 8 0,0 0 1 0,0 0 5 15,0 0 3-15,0 0 5 0,0 0 1 0,0 0-3 16,0 0-2-16,0 0-5 0,0 0-7 0,0 0-3 0,0 0-3 0,0 0-4 15,0 0-7-15,0 0-2 0,0 0-6 16,0 0-2-16,0 0 0 0,0 0-3 0,0 0-2 16,0 0-4-16,0 0 2 0,0 0-2 0,0 0-4 15,0 0 4-15,0 0 5 0,0 0 5 0,0 0 1 0,0 0 9 16,0 0-3-16,0 0 5 0,0 0-5 0,0 0 4 16,0 0-1-16,0 0-5 0,0 0-5 0,0 0 1 0,0 0-2 15,21-7-3-15,0 5-4 0,12-3-5 0,5 3 1 0,22-3 2 16,5 0-8-16,34-2 7 0,2 4-2 15,0-3 7-15,-2 3-1 0,2-2-2 0,-4 3 4 16,-5-2-6-16,2-1 1 0,-33 4-1 0,3 1 2 16,-3-2-2-16,-3 0-4 0,-6-1 0 0,-19 2-1 15,2-1 5-15,-15 2-2 16,-3-2 6-16,-6 1 14 0,0 0 12 0,-2 1 8 16,-4-1-3-16,1 1-4 0,-6 0-2 0,12 0-12 15,-8-2-22-15,-4 2-17 0,5 0-41 0,-5 0-49 16,0 0-52-16,0 0-55 0,0 0-60 0,-31 2-314 15,18 0-628-15,-1-1 278 0</inkml:trace>
  <inkml:trace contextRef="#ctx0" brushRef="#br1" timeOffset="71093.83">24516 12540 93 0,'-13'-7'143'15,"-5"0"-17"1,-1 0 0-16,-10 2-16 0,2 0-12 0,-1 1-2 16,0 3-9-16,0-2-6 0,-3 3-8 0,10 3 2 15,-7-2-7-15,1 4-8 0,6-1-4 0,3 1-9 16,-1 3-7-16,2 0-13 0,3 1 7 0,-1 1-7 0,3 1-1 15,3 4-8-15,-1-2-1 0,6 2 3 0,-1-1-9 16,5 1 3-16,4 2 18 0,1 0 2 0,5-3 4 16,3 1 4-16,4 0-2 0,-2-2 0 0,3-3 2 0,0 0-4 15,7 0 4-15,-6-5 8 0,-2 0 2 0,2-1 13 16,0-4 29-16,-2-4 17 0,-2-2 11 0,-2-1 2 16,4-2 17-16,-2-4-2 0,-1-1 0 0,0-8 2 15,3-3-3-15,-6-1-11 0,2 0-8 0,-3-6 12 16,-1 1-26-16,-2-3-2 0,4 0-12 0,-2-12-4 0,-4 14 9 15,-1 1-17 1,5 2 29-16,-7 0 3 0,2 12 7 0,-1 0 5 16,-2 5-8-16,-1 2-14 0,0 3-11 0,4 1-15 15,-4 1-15-15,0 1-31 0,0 4-44 0,0-6-40 16,0 6-12-16,0 0 4 0,0 0 10 0,-4 22 7 16,0-6 3-16,-1 12 0 0,0 0 5 0,0 1-1 15,0 4 12-15,-3-1 0 0,3 2 3 0,1 0 7 16,-3-1-10-16,4-3 5 0,-3-1 11 0,4-3 0 0,1-7-32 0,-1-1-21 15,0 1-24-15,2-4-25 0,-2-4-34 0,2-1-37 16,-2 0-47-16,2-4-47 0,2 2-33 0,-4-5-192 16,4 0-546-16,-2-3 242 0</inkml:trace>
  <inkml:trace contextRef="#ctx0" brushRef="#br1" timeOffset="71526.11">24673 12492 2706 0,'3'-5'299'16,"3"-3"-109"-16,-2 1-60 0,1-2-38 0,1 1-27 15,-2 3-10-15,4 1-28 0,-2-1 13 0,2 1-23 0,1 1-7 16,-3 2-4-16,5 1 1 0,0 3-4 0,-1-2 0 0,2 5-7 16,-2 0 1-16,0 3-6 0,-2 3-5 0,2 0-4 15,-5 2-3-15,0 3 0 0,-3-2 3 0,-1 4-5 16,-2-2 6-16,-2 0-5 0,-1 0 0 0,-2 0 2 0,-2-2 0 15,2-2 2-15,-3 3 2 0,2-7 4 16,1 0 0-16,0-1 4 0,2-3 3 0,1 0 3 16,1-2-1-16,-1 1 4 0,2-2 37 0,0 3 33 0,1-5 52 0,-3 2 26 15,3-2-5-15,0 0-20 0,10-11-11 0,1 4-14 16,4-4-8-16,4-6-15 0,4-2-21 0,1-2 11 16,4 1-16-16,-1-5-8 0,1 0-3 0,-1 2-7 15,0-3-11-15,-5 5 2 0,-1 2 7 0,-6 7 2 16,-2-1 0-16,-5 5-3 0,-1 1-3 0,0 2-9 15,-6 3-23-15,3-2-8 16,0 3-41-16,-4 1 15 0,0 0-3 0,-8 12 8 16,5-1 1-16,-7 6 5 0,0 0 5 0,0 5-4 15,0 4-3-15,4 2 15 0,2-3-6 0,3 2-22 16,1-1-18-16,5 3-26 0,2-6-36 0,9-3-54 16,-2-5-104-16,13-1-337 0,-1-4-670 0,9-5 297 15</inkml:trace>
  <inkml:trace contextRef="#ctx0" brushRef="#br1" timeOffset="72951.45">26060 12080 6 0,'0'0'186'0,"0"0"-12"16,0 0-14-16,-7 0-7 0,7 0-5 0,0 0-11 16,0 0-6-16,0 0-4 0,0 0-6 0,0 0-4 15,0 0 1-15,0 0 6 0,0 0-2 0,-6 2 2 16,6-2-1-16,0 0-2 0,0 0 1 0,0 0-4 0,0 0-2 0,0 0-9 16,0 0 9-16,0 0-13 0,0 0-7 0,0 0-11 15,0 0 3-15,0 0-7 0,0 0 6 0,0 0-21 16,0 0-8-16,0 0-6 0,0 0 0 0,0 0-10 15,0 0-2-15,0 0 1 0,0 0-14 0,0 0 3 16,9-9-5-16,-9 9-4 0,4-2-2 0,-4 2 2 16,0 0-6-16,7-3 3 15,-7 3-3-15,0 0-9 0,4-2 5 0,-4 2-4 16,3-2 3-16,-3 2-1 0,0 0 1 0,0 0 0 0,5-1-4 0,-5 1 0 0,0 0-2 16,0 0 6-16,0 0-4 0,0 0 1 15,0 0-6-15,0 0 6 0,0 0-3 0,0 0-2 16,0 0 1-16,0 0 0 0,0 0 3 0,0 0 0 0,0 0 5 15,0 0-4-15,0 0 0 0,0 0 1 16,5-2 4-16,-5 2-4 0,0 0 5 16,0 0-5-16,0 0-4 0,0 0 10 0,0 0-8 15,0 0-4-15,0 0 5 0,0 0-3 0,0 0 3 0,0 0-2 16,0 0-2-16,0 0 2 0,0 0-1 0,0 0 1 16,0 0 0-16,0 0 0 0,0 0 0 0,0 0-7 15,0 0 6-15,0 0 2 0,0 0-3 16,0 0 0-16,0 0 4 0,0 0 0 0,0 0 4 0,0 0-5 0,0 0-7 0,0 0 10 15,6-2-2-15,-6 2-5 0,4-3-3 16,-4 3 3-16,8-1-1 0,-3 0-1 0,0 0 6 16,-5 1-6-16,10-2 5 0,-6 2-5 0,2-3 0 15,-6 3 5-15,11 0-3 0,-6 0 15 0,-5 0-17 0,7-1-1 16,-7 1 0-16,7-3 3 0,-7 3-2 0,6 0-1 16,-6 0 9-1,0 0-8-15,0 0 0 0,0 0 3 0,7 0-5 16,-7 0 1-16,0 0 1 0,0 0 3 0,0 0-3 15,0 0 1-15,4-2 0 0,-4 2 2 0,0 0-5 16,0 0 4-16,0 0-1 0,0 0-6 0,0 0 4 16,0 0-2-16,0 0 5 0,0 0-4 0,0 0-1 15,0 0-4-15,0 0 16 0,0 0-15 0,0 0-6 16,0 0 3-16,0 0-7 0,0 0 2 0,0 0 1 0,0 0 1 0,0 0-5 16,0 0 3-16,0 0 1 0,0 0 2 0,0 0 0 15,0 0 3-15,0 0-3 0,0 0-2 0,0 0 15 16,0 0-10-16,0 0 0 0,0 0 7 0,0 0-3 15,0 0 0-15,8 0 14 0,-8 0-16 0,14 1 2 16,4-3 2-16,0 2-6 0,13-2 10 0,-9 2-5 16,8 0 0-16,0-2-1 15,2 1 1-15,0-3 5 0,1 2-4 0,0-3 4 16,-1 2-4-16,-4 3 2 0,0-4-3 0,-7 1 2 16,-2 2-2-16,-6 0 9 0,-2 0-4 0,-1-1 6 15,-1 0-8-15,-4-1 5 0,1 3-8 0,1 0-25 16,-7 0-17-16,6 0-20 0,-6 0-27 0,0 0-39 15,0 0-43-15,0 0-26 0,0 0-35 0,0 0-48 16,-29-2-181-16,15 2-502 0,3 0 222 0</inkml:trace>
  <inkml:trace contextRef="#ctx0" brushRef="#br1" timeOffset="73183.22">26426 11862 95 0,'0'-11'358'0,"0"-1"-12"16,0 7-13-16,0-3-35 0,1 3-25 0,2 2-18 0,-3-1-44 15,-3 0-35-15,3 4-52 0,0 0-28 16,0 0-15-16,-4 13-10 0,1 5-9 0,-5 10-2 16,-1 4-10-16,-1 2-2 15,1 15-2-15,-4 2-6 0,1-3 4 0,4-1-11 16,-1 4-29-16,2-2-45 0,3-14-63 0,4-3-97 15,-2 0-259-15,5-5-498 0,-2-8 221 0</inkml:trace>
  <inkml:trace contextRef="#ctx0" brushRef="#br1" timeOffset="75720.95">27415 11509 105 0,'2'-6'227'15,"-1"0"-11"-15,2 1-9 0,-1 3-16 0,-2-3-12 16,1 3-21-16,-1 2-15 0,2-4-15 0,-2 4-21 15,3-3-18-15,-3 3-15 0,0 0-12 0,2 11-8 0,-2-1-4 16,-2 10-8-16,-1 6-6 0,-2 4-12 16,-1 3 1-16,1 12-4 0,-3-11-2 0,-2 15-2 15,1-3 0-15,2-12 1 0,-2 10-5 0,-1-10 0 0,3-3-3 0,-2-3 0 16,-1-3-2-16,5 0-2 0,0-7-4 0,1-6 4 16,1 0 0-16,-1-2 0 0,3-3 2 0,1-1-2 15,0-1 5-15,-5 0 37 0,5-1 30 0,0-4 41 16,0 5 14-16,-4-3 36 0,4-2 21 0,0 0-9 0,0 0-21 15,0 0-13-15,18-10-17 0,-9 1-13 16,5 0-11-16,2-3-14 0,0-1-5 0,5-6-9 0,2 0-12 0,-2-2-4 16,2 0-4-16,-3 0-8 0,3-1-1 0,-2 0-11 15,-3 2 6-15,1 1-5 0,-6 5 2 0,4-2 5 16,-4 1-5-16,-1 2 2 0,0 1 14 0,-4 3-3 16,0 1 8-16,0 0-5 0,-4 4-3 0,2-1-5 15,-3-1-5-15,2 3-5 0,-3 2-4 0,-2 1-8 16,6-5-13-16,-5 1-5 15,-1 4-18-15,1-2-17 0,-1 2-11 0,0 0 10 16,0 0-5-16,-16 6 6 0,1 2-3 0,-2 0 5 16,-8 4 5-16,1 1-2 0,0 2-2 0,1 0 7 15,-1 1 1-15,8-3-4 0,-2 2-6 0,4-3 5 16,-1 2 9-16,3 0-10 0,2 1 3 0,0-2-1 16,4-3-2-16,0 1 1 0,1 1 0 0,3-4-10 15,-2 3 4-15,3-1 9 0,2 2 1 0,3-2 4 0,1 0 3 0,3 3 0 16,3 2 5-16,6-3-2 0,7 3 4 15,1-1-30-15,1 0-32 0,1-2-40 0,0 1-43 0,1 0-55 16,0-1-67-16,-1-2-106 0,-2-3-193 0,-5-5-615 16,-3 0 272-16</inkml:trace>
  <inkml:trace contextRef="#ctx0" brushRef="#br1" timeOffset="76306.48">27891 11921 179 0,'1'-3'327'0,"-1"-1"-7"0,0 4-9 15,0-7-18-15,1 5-15 0,-1-2-26 16,0 4-16-16,0 0-35 0,2-5-22 0,-2 5-24 16,0 0-8-16,0 0-24 0,3-3-16 0,-3 3-30 0,0 0-19 15,0 0-16-15,0 0 5 0,0 0-18 0,-3 18-4 16,1-8-2-1,1 2-4-15,-2 3-1 0,-1 1-4 0,0 3 1 16,0 1-2-16,-1-2 4 0,-2 5-12 0,1 1 5 16,1-7-5-16,-3 0 5 0,2-2-5 0,2 2 2 15,-1-8-1-15,3 2-2 0,0-5 6 0,0-1-4 16,0 1 2-16,-2-2 5 0,3 0 11 0,1-4 38 16,0 5 37-16,0-5 47 0,0 0 20 0,0 0 9 15,0 0-18-15,0 0-17 0,0 0-15 0,14-12-14 0,-5 0-13 0,7 3-10 16,-5-5-8-16,5 0-8 0,2 3-9 0,-4-1-6 15,0 0 0-15,-6 6-6 0,2-2-10 0,-3 2-7 16,0 2-3-16,-3 0-3 0,1-1-9 0,3 3-5 16,-6 0-18-16,2-1-11 0,-4 3-13 0,8 0-8 15,-8 0-4-15,9 3-6 0,-3 2 7 0,2 2-6 16,-2-1-6-16,2 3 15 16,2-1-5-16,-2-1 5 0,0 2-21 0,-2-1-15 15,3 1-29-15,-3-2-20 0,2 3-34 0,-3-5-33 16,1 4-35-16,-1-4-42 0,1-2-28 0,1-1-314 15,-3-2-657-15,-4 0 290 0</inkml:trace>
  <inkml:trace contextRef="#ctx0" brushRef="#br1" timeOffset="77161.89">28436 11685 290 0,'0'-5'320'0,"4"1"-14"16,-4-2-18-16,3 3-17 0,-2 0-28 0,-1 3-24 15,3-6-28-15,-2 3-22 0,-1 3-22 0,0 0-12 16,1-5-40-16,-1 5-27 0,0 0-7 0,0 0-9 16,3 10-3-16,-2-2-8 0,3 0 5 0,-3 3-14 15,3 0-3-15,-2 5 0 0,1 0-3 0,1 0-5 0,1 2-5 0,0-4-7 16,-1 2-6-16,3-1-3 0,-1-3-3 0,-1-2-2 15,1-1-1-15,-1-1 3 0,2-1 2 0,-4-4-6 16,4 2 9-16,-1-4 1 0,3-1 0 0,-2-2 6 16,0-2 2-16,2 0 8 0,0-4 4 0,1-1 1 15,-2 1 0-15,1-3 9 0,2-3-2 0,-2 0 6 16,2-1-1-16,-4 1 6 16,1 4 1-16,0-5 3 0,-3 5 14 0,-1 1-5 15,1 0 0-15,-3 3-2 0,2 1-16 0,-1 0 1 16,1 1-4-16,-3 1-7 0,-1 3-8 0,2-5-11 15,0 4-17-15,-2 1-22 0,0 0-27 0,0 0 2 16,0 0 6-16,1 8 5 0,-1 3 3 0,-3 6 3 16,2 2 3-16,-3 8 19 0,-2 4-10 0,-2 3 0 15,1 12 3-15,-1-12 2 0,-4 12 0 0,5-10 6 0,-5 10 1 0,3-12 3 16,-5 13 2-16,5-12 1 0,0 0 2 0,-1-2 1 16,1-1 1-16,1-6-2 0,-2 3 2 0,3-7 1 15,1-2-1-15,1-3 5 0,0-5 0 16,0-2-3-16,0-2 2 0,1 2-2 0,0-2-1 0,0-1 2 15,2-2 2-15,-2 0 0 0,1-3 4 0,-1 3-2 16,0-2 2 0,-3-1 3-16,2-2 8 0,0 2-5 0,5-2 3 15,-14-2 17-15,8-1 26 0,-1-1-1 0,2-4 7 16,-4 1-4-16,4-2 2 0,1-4-4 0,0-4 6 0,4-2-6 16,4-10 4-16,4 1-12 0,3-6-2 15,5 0 0-15,9-8-4 0,3 1-1 0,4-3-9 16,-2 6-8-16,4 2 7 0,1 1-4 0,-8 7-7 15,1 3-3-15,0 1 4 0,0 4 1 0,-1 1 6 0,-1 2 1 0,-4 0 8 16,-5 6-4-16,-4 2-1 0,-3 2 3 0,-1 2-7 16,-3-1 1-16,2 3-8 0,-3-1-3 0,-1 1-3 15,0 2-5-15,-1-2-16 0,1 1-26 0,-4 2-26 16,6-4-30-16,-6 4-27 0,0 0-28 0,4-1-23 16,-4 1 16-16,0 0 1 0,0 0-13 0,-6 12-19 15,4-6-31-15,2-3-32 0,-3 3-243 0,0-2-527 0,1 0 232 0</inkml:trace>
  <inkml:trace contextRef="#ctx0" brushRef="#br1" timeOffset="77741.16">29364 11860 123 0,'0'0'157'0,"0"0"-15"0,0 0-18 0,0 0-9 16,-8 0-6-16,8 0-16 0,0 0-15 0,0 0-5 15,0 0-9-15,0 0-5 0,0 0-5 0,0 0-6 16,0 0 2-16,-5-2 6 0,5 2 4 0,0 0-1 15,0 0 11-15,0 0 0 0,0 0 9 0,0 0 4 0,0 0 2 0,0 0 1 16,0 0 3-16,0 0 2 0,0 0-4 0,0 0 5 16,0 0 3-16,0 0 4 0,0 0 6 0,0 0 7 15,0 0-8-15,0 0-7 0,11-3-8 0,-6 2-14 16,6-1-5-16,2 1-6 0,7 0-7 0,3-1-8 16,5 0-3-16,7 2-6 0,-3-3-5 0,-2 0-5 0,2 2-3 15,-1 1 0 1,-2 0-8-16,-8-1-1 0,-2 1 1 0,-5-1-5 15,-4 1-1-15,3 0-1 0,-5 0 2 0,-2 0-5 16,-1-1 0-16,-5 1-27 0,8 0-21 0,-8 0-27 16,5 1-15-16,-5-1-21 0,0 0-24 0,0 0-40 15,-18 9-46-15,8-8-63 0,-3 3-152 0,0 0-462 16,-1-4 204-16</inkml:trace>
  <inkml:trace contextRef="#ctx0" brushRef="#br1" timeOffset="78068.33">29268 12097 36 0,'-4'1'183'0,"4"-1"-5"0,-9 3-12 0,8-1-6 16,1-2-4-16,0 0 8 0,-9 1-2 15,9-1-10-15,0 0-5 0,0 0-9 0,0 0-7 16,0 0-17-16,27-1-9 16,-8-2-11-16,9 0-10 0,2-1-2 0,3-1-13 15,0 2-6-15,4-2-9 0,5 2-3 0,11-5-1 16,-14 5 8-16,11-2 0 0,-8 3 7 0,-7-1 0 16,-3 1-3-16,-12-1 2 0,-1 5 4 0,-5-4 1 15,-3-1 3-15,-1 3-8 0,-3-1-1 0,0 1-9 16,-1 0-2-16,-6 0-8 0,8 0-12 0,-8 0-25 15,0 0-27-15,9 0-32 0,-9 0-29 0,0 0-42 0,0 0-58 0,0 0-85 0,-22 4-187 16,11-4-489-16,1 2 216 0</inkml:trace>
  <inkml:trace contextRef="#ctx0" brushRef="#br1" timeOffset="80485.73">30836 11521 3 0,'3'-4'240'0,"-2"1"-9"0,2-2-10 0,-1 1-9 16,1 1-16-16,-3 3-12 0,2-5-18 0,0 4-15 15,-2 1-16-15,0-6-19 0,0 6-17 0,0 0-19 0,0 0-17 16,0 0-9-16,0 0-4 0,-15 18-9 16,3-4-2-16,-8 10-7 0,0 2 0 0,-15 10-9 15,4 3-2-15,-5 2-2 16,0 2 1-16,-5-1-2 0,8-1-1 0,-2-1-1 16,5-3 0-16,7-9-6 0,3-3-5 0,-1 2 4 15,2-5-1-15,3 3 1 0,4-9 0 0,1-2-2 16,2-3 0-16,2-2 2 0,-1 0-3 0,3-1 1 15,1-2 5-15,0 0-5 0,0-2 1 0,3 0 5 16,-4-1-2-16,5-3-2 0,-4 6 3 0,4-5-2 16,0-1-2-16,-4 2-8 0,4-2-45 0,0 0-61 0,-9-3-57 0,4-4-63 15,-1 1-130-15,0-2-385 0,0 0 171 0</inkml:trace>
  <inkml:trace contextRef="#ctx0" brushRef="#br1" timeOffset="80833.34">30423 11575 80 0,'4'-11'346'0,"-1"5"-18"0,0-1-27 0,-3-1-36 16,3 3-23-16,-2 2-28 0,1 1-25 0,-2 2-37 16,3-4-21-16,-3 4-15 0,8 14-11 0,1 3-16 15,4 8-9-15,0 4-10 0,1 3-9 0,6 12-3 16,1 3-9-16,0-1-6 0,2 0 0 0,-2-3 2 0,2 1-9 0,-5-12-7 15,0 11-2-15,-4-12 0 0,0-5-5 0,-3 3-3 16,2-6 0-16,-3-1-7 0,0-3 2 16,-5-7-3-16,1-5 4 0,0 5-1 0,-5-8 0 15,1 2-3-15,0 1 3 0,0-4-2 0,0 2 3 0,-1-1 20 16,-1-4 13-16,5 4 7 0,-5-4 4 0,0 4 8 16,0-4 0-16,2 2-6 0,-2-2-2 0,2 5-8 0,-2-5-5 15,0 0-6-15,0 0-2 0,0 0-7 0,4 2-19 16,-4-2-7-16,0 0-10 0,0 0-25 0,0 0-17 15,0 0-20-15,0 0-26 0,0 0-73 0,0 0-119 16,3-13-266-16,-3 6-594 0,2 1 262 0</inkml:trace>
  <inkml:trace contextRef="#ctx0" brushRef="#br1" timeOffset="81358.6">31411 11550 223 0,'0'-4'276'0,"1"-3"-18"0,-1 2-16 0,0 1-14 16,0 4-24-16,2-8-19 0,0 6-23 15,-2 2-15-15,-2-3-25 0,2 3-17 0,0 0-11 0,0 0-15 16,-7 12-6-16,-3 1-11 0,-3 3-3 0,-5 8-8 0,0 3-6 15,-2 6 13-15,-4 12-4 0,0-2-9 0,4 1-7 16,8-11-4-16,0 0-3 0,3 2-3 0,4-3-7 16,-3-1 0-16,7 2 1 0,1-3-5 0,4-1-1 0,2-3 1 15,-1-6 0-15,4-3 0 0,0-1 0 0,1-3 3 16,-2-1 1-16,-1-5 7 0,-1 2 5 16,0-4 6-16,-2-2 12 15,0 1 11-15,-1 1 14 0,0-1 16 0,-1-3 3 16,0 2 5-16,-2-3 2 0,0 0-3 0,5 4-2 15,-1-3-14-15,-4-1-4 0,0 0-11 0,0 0-2 16,3 4-8-16,-3-4-11 0,0 0-11 0,0 0-21 16,0 0-35-16,0 0-24 0,0 0-26 0,0 0-49 15,0 0-72-15,0 0-94 0,0 0-333 0,1-14-669 16,-2 6 296-16</inkml:trace>
  <inkml:trace contextRef="#ctx0" brushRef="#br1" timeOffset="81989.11">31506 11839 174 0,'0'0'307'0,"2"-3"-37"16,-2 3-28-16,3-2-22 0,-3 2-26 0,0 0-22 15,4-4-20 1,-4 4-18-16,7 0-9 0,-7 0-17 0,8 4-12 16,-4-2-11-16,1 1-17 0,0 1-11 0,-1 3-15 15,-3-2-6-15,2 2-7 0,-2 0-5 0,0 1-6 16,3 2-4-16,-4-3 0 0,-1 3-7 0,-2 0 3 16,2-1-2-16,0-2-6 0,-3 3 5 0,3-3-1 15,-2-3-3-15,2 0 0 0,-1 1 1 0,1 0-1 0,0-2 5 16,1-3-2-16,-1 4 1 0,1-4 3 0,0 4 6 0,0-4 17 15,-2 5 20-15,2-5 26 0,0 0 26 0,0 0 32 16,0 0 26-16,0 0-10 0,0 0-13 0,0 0-16 16,7-12-13-16,-1 5-14 0,-2-3-3 0,4 1-14 15,-1-1-25-15,2-1 10 0,1-1 0 0,-4 0-6 16,1 3 3-16,0 0 4 0,0 1 0 0,-2 0 3 16,-1 2-7-16,1 2-5 15,-1-2-1-15,1 4-5 0,-2-5-8 0,-2 6-8 16,-1 1-6-16,4-5 3 0,-4 5-10 0,5-4-3 15,-5 4-9-15,0-3-9 0,0 3-10 16,0 0-9-16,0 0-30 0,0 0-5 0,0 0-4 0,0 0 3 16,0 0 7-16,0 0 0 0,0 11 5 0,-5-7 10 15,1 5-5-15,0-4 7 0,-1 4 5 0,0-1-1 16,1 4 3-16,-5-3 0 0,4 1-10 0,1 1 17 0,1-1-5 16,-3 1 6-16,1-2-7 0,1 1 8 0,-1 0 5 0,3-4-4 15,1 0 1-15,-1 4 3 0,2-7 4 0,-2 1-7 16,0 3-1-16,2-2 8 0,0-2 3 15,0 2-1-15,0-1 10 0,2 1-1 0,3-2 10 16,6 3 3-16,5-1 2 0,5 1 1 0,11 0-8 16,5-1-53-16,2-2-83 0,12 1-141 0,1-5-384 0,4-5-701 0,-4-8 311 15</inkml:trace>
  <inkml:trace contextRef="#ctx0" brushRef="#br1" timeOffset="82806.89">31927 11429 27 0,'0'0'294'0,"-1"-4"-8"0,1 4-15 16,0 0-21-16,0-6-26 0,0 6-25 0,0 0-26 15,0 0-17-15,0 0-18 0,0 0-19 0,10 8-10 16,-3 1-18-16,0 1-12 0,4 12-7 0,3 6-8 16,-2 2-6-16,3 16-11 0,-3 4-4 0,-4 0-1 15,-2 4-26-15,-2 0 2 0,-1-1 0 0,-6-6-10 16,1 3 0-16,-4-7 1 0,1-8-1 0,-5 0 0 0,1-1-4 0,-2-4 3 15,-2-1-3-15,0-5 2 0,-2 5 3 0,1-5-5 16,-3-2 4-16,4-6 1 0,2-2 0 0,-2 0-1 16,2-2 3-16,2-4-2 0,2-2 1 15,-2 1-2-15,4-1 1 0,1-2 2 0,-1-1-5 16,0-1 3-16,3 3 0 0,2-5 0 0,-4 5 4 16,1-3 4-16,3-2-2 15,0 0 18-15,-4 3 3 0,4-3 0 0,0 0 0 16,0 0-1-16,0 0-10 0,0 0-27 0,0 0-79 15,0 0-139-15,0 0-270 0,6-24-531 0,-5 11 236 16</inkml:trace>
  <inkml:trace contextRef="#ctx0" brushRef="#br1" timeOffset="84194.86">31448 11785 213 0,'0'0'237'0,"0"0"-18"0,0 0-24 0,-1-5-23 0,1 5-17 0,0 0-18 16,0 0-15-16,0 0-15 0,0 0-12 0,0 0-11 15,9 9-13-15,-5-5 2 0,-2 4-14 0,6 1-9 16,-2 2-7-16,-2 2-3 0,4 3-4 0,-3 1-10 16,-1 1-1-16,-4 0 6 0,2 1-12 0,-2-1-4 15,-1 0-2-15,-2 0-2 0,0 2 2 0,-4 5-7 0,2-7 2 16,-1-2-5-1,-1 1 5-15,-3-3-2 0,4 1-2 0,-6-2 3 16,3-1-3-16,0 0 1 0,2-4-3 0,0 1 1 16,-3-4 0-16,2 5 2 0,3-5 1 0,1-1-2 15,-1-1 4-15,0 1 1 0,3-1-2 0,-2-1 11 16,4-2 7-16,-3 3 14 0,3-3 19 0,-2 3 23 16,2-3 16-16,0 0 17 0,0 0 28 0,0 0-13 15,0 0-15-15,2-12-18 0,2 6-12 0,3-3-10 0,5-6-12 16,-1 1-10-16,1 2-8 0,1-3-9 0,2-1-2 15,-2 1-1-15,-1-2-7 0,2 2 1 0,-1 1-6 0,2-1 2 16,-5 1-6-16,2 2 5 0,-4 2 3 0,0 0 0 16,0 0-2-16,1 2 3 0,-4 1 6 0,-1-1-2 15,0 3 2-15,-2 2 1 0,3-2-2 0,-3-1-14 16,0 4 17-16,-1-2-12 0,-1 4 0 0,5-2-4 0,-5 2-4 0,4-3-2 16,-4 3 3-16,2-4-8 0,-2 4 1 15,0 0 0-15,0 0 1 0,3-3-7 0,-3 3 1 0,0 0-3 16,0 0 5-16,0 0-7 0,0 0-4 0,0 0 2 15,0 0-3-15,0 0-3 0,0 0-11 0,0 0-5 16,0 0-6-16,0 0-6 0,0 0 6 0,0 0 2 16,0 10-1-1,2-5 1-15,-2-2 3 0,-2 3 7 0,2 0-3 0,0 0 2 16,0 4 2-16,2 0 3 0,-2-1 1 16,0 3 1-16,0-2 3 0,0 2 4 0,2 2-4 15,-2-2 2-15,0 0-1 0,2-1 6 0,-2 0 1 16,1 1-1-16,1-2 0 0,0 0 2 0,0 0 1 0,2-1 0 15,0-3 6-15,2 2-2 0,-1 1 1 0,4-2-1 16,1 2 4-16,2-6-3 0,-2 3 5 0,4-3-2 0,-2 0 0 16,2-2-1-16,-3 0 5 0,1-1 15 0,-1 0 8 15,-4 0 12-15,-1 0 14 0,1-1 14 0,-7 1 9 16,10 0-4-16,-10 0-2 0,7-3 2 0,-3 3-9 16,-4 0-5-16,0 0-4 0,7-1-4 0,-7 1-15 15,0 0-2-15,6-3 1 0,-6 3-6 0,0 0-13 0,0 0-21 16,0 0-30-1,0 0-34-15,8-2-29 0,-8 2-33 0,0 0-103 16,2-2-125-16,1-3-289 0,-1 5-696 0,-2 0 309 16</inkml:trace>
  <inkml:trace contextRef="#ctx0" brushRef="#br1" timeOffset="136813.84">6626 14386 55 0,'0'0'66'0,"0"0"-8"0,0 0-7 0,0 0-4 0,0 0-9 0,0 0-8 16,0 0-2-16,0 0-2 0,0 0 1 0,0 0 0 15,0 0-5-15,-2-3-2 0,2 3 4 0,0 0 8 16,0 0 8-16,0 0 7 0,2-7 11 0,-2 7 9 16,0 0 5-16,0 0 1 0,0 0-2 0,0-4 3 15,0 4-4-15,0 0 1 0,0 0 4 0,0 0 0 16,0 0 2-1,2-4 5-15,-2 4 3 0,0 0 2 0,0 0 1 0,1-6-6 16,-1 6 4-16,0 0-6 0,1-4-2 0,-1 4 0 16,2-4-3-16,-2 4-4 0,3-4 0 0,-3 4-10 15,0 0-2-15,0-3-9 0,0 3-5 16,0 0-9-16,0 0-5 0,0 0-8 0,0 0-17 0,0 0-7 16,0 0-2-16,0 0-3 0,0 15-2 0,-3-6 0 15,0 2 4-15,-1 4-3 0,-2 3-1 0,1 1 1 0,-2 8 1 16,-2-1 1-16,2 3-2 0,-1 1 4 0,-2 2-1 15,2-2-1-15,0-1 13 0,3 2-14 0,-1-3 1 0,0-1-1 16,0-1 0-16,3-6 3 0,-1-1 1 16,0 0-2-16,0-4-1 0,0-3 2 0,4 0 0 15,-1-3-16-15,-3-1 2 0,3-1 3 0,0-4 2 16,1 4 6-16,0-1 0 16,0-2 10-16,0-4 22 0,-3 6 22 0,3-3 23 15,0-3 22-15,0 0 22 0,0 0 5 0,0 0-11 16,0 0-13-16,18-13-11 0,-7-1-9 0,10-6-12 15,-1-2 0-15,1 1-15 0,2 0-15 0,2-5-6 16,-1 3-3-16,2-1-3 0,-3 0-2 0,0 5-1 16,0-1-3-16,-5-2 1 0,-1 8-4 0,3-3-4 15,-7 4 3-15,-2 0 5 0,-1 5-2 0,-2 0 9 0,-1 2-2 0,-1 0-4 16,0 1-1-16,-1 1 10 0,-1 2-10 0,0-3 0 16,-4 5 0-16,4-3-14 0,-4 3-3 0,4-3-8 15,-4 3-15-15,1-2-6 0,-1 2 3 0,0 0 5 16,0 0-4-16,-17 13 7 0,6-8-1 0,-2 6 0 15,-1 0 7-15,-4 1-3 0,2 1 2 0,2-3 5 16,-4 3-3-16,1-1 0 0,2 0 2 0,-2 2 0 0,3-3 0 16,0 2 2-16,0-1-2 0,5-5-1 0,0 0 7 15,-1 1-3-15,4 0-2 0,-1-1 1 0,3-2 4 16,-1-3-3-16,1 3 9 0,-1-1-10 0,3-3 3 0,-1 3-2 16,3-4 3-16,-2 4 1 0,-1-1-4 0,3-3 3 15,1 6 0-15,2-2 5 0,-1 0-1 16,1 2-7-16,3 0 4 15,-1 0-5-15,3 4 6 0,-1-3 1 0,0 4-3 16,7 0 2-16,-1 0 5 0,1 2-4 0,-1-1 1 16,-2 1-2-16,2-1-1 0,0 0 2 0,0 0 1 15,-4-1-2-15,-2-3 2 0,3-1 0 0,-1 3 1 16,-1-3-2-16,-3-2 6 0,0 1-15 0,-1-2-5 16,0-1 3-16,-1 2 0 0,0-1 5 0,0-3-2 15,-2 3 3-15,2-3-10 0,-3-1-12 0,2 3-8 0,-2-3-18 0,0 0-21 16,0 0-26-16,5 2-39 0,-5-2-35 0,0 0-54 15,0 0-213-15,0 0-478 0,8-6 212 0</inkml:trace>
  <inkml:trace contextRef="#ctx0" brushRef="#br1" timeOffset="137268.29">7076 14870 10 0,'0'-2'375'0,"0"2"-25"0,0-7-13 16,0 7-19-16,0-6-19 0,0 6-17 0,0-3-32 16,0 3-26-16,0-5-23 0,0 5-21 0,0 0-20 15,0 0-23-15,0 0-17 0,0-4-11 0,0 4-26 16,0 0-21-16,0 0-21 0,0 0-5 0,0 0-4 15,0 16-5-15,0-5-6 0,-2 1 3 0,0 5-3 16,0 0-1-16,0 0-3 0,2 2-2 0,-1-3-2 0,1 4 0 0,-2 0-8 16,0-5 2-16,1 2-1 0,0 0 0 0,1-5 0 15,-4-1 4-15,3-1-5 0,1-3 0 0,0 1 5 16,-1-1-1-16,2-3-1 0,-1 1 1 16,0-1 3-16,-1 0-3 0,1-4 6 0,0 4 2 0,0-4 10 15,-2 4 9-15,2-4 8 0,0 0 2 0,2 4 2 16,-2-4-2-1,0 0-3-15,0 0 2 0,0 0 1 0,0 0-6 16,0 0 8-16,0 0-16 0,0 0-4 0,0 0 4 16,0 0-3-16,0 0-5 0,0 0-8 0,0 4 17 15,0-4-12-15,0 0-16 0,0 0-7 0,0 0-14 0,0 0-19 16,0 0-14-16,0 0-17 0,0 0-18 16,0 0-23-16,0 0-26 0,0 0-37 0,0 0-74 15,0 0-113-15,0 0-200 0,1-13-604 0,0 10 267 0</inkml:trace>
  <inkml:trace contextRef="#ctx0" brushRef="#br1" timeOffset="137632.81">7425 15075 89 0,'0'0'191'0,"0"0"-26"0,0 0-17 0,0 0-18 16,6 3-19-16,-4-2-9 16,-2-1-8-16,-4 8-15 0,1-2-6 0,-2 1-4 15,-1 2-5-15,-2-1-8 0,-4 4-3 0,-1 0-5 16,-3 0-5-16,-3 5-9 0,-4 0-54 0,1-3-73 16,-5-2-147-16,2 1-259 0,-2-2 115 0</inkml:trace>
  <inkml:trace contextRef="#ctx0" brushRef="#br1" timeOffset="138433.04">7846 14594 79 0,'0'-5'277'0,"0"5"-14"0,-3-5-26 16,3 5-23-16,0-3-26 0,0 3-18 0,0 0-22 16,0 0-18-16,0 0-13 0,0 0-11 0,0 0-15 15,0 16-8-15,-1-6 6 0,1 7-9 0,-3 0-9 0,2 1-5 0,-2 8-9 16,1-3-1-16,-2 6-8 0,0-4-26 0,0 0-2 16,-1 0 0-16,3-5-13 0,-2 0 9 0,1 0-2 15,-2-2 0-15,5-4-5 0,-4-2 0 0,4 0 0 16,-4-3-2-16,4-3 2 0,0 1-2 0,-1-2 1 15,1-1 1-15,0-1 14 0,-3 1 32 0,3-4 34 16,-1 5 29-16,1-5 27 16,0 0 31-16,0 0 11 0,0 0-12 0,0 0-19 15,9-9-16-15,-4 0-17 0,6-6-14 0,2 1-11 0,3-6-19 0,2-2-9 0,1-1-16 16,1 0-9-16,1 1 5 0,-1-2-10 0,-1 4-6 16,1 1-3-16,0 1-9 0,-6 5 4 0,-1-2 1 15,1 5-6-15,-4 1 1 0,0 2-5 0,-3-1-1 16,0 1 2-16,-1 2-4 15,-3 1-3-15,4 0-2 0,-4 3 0 0,-3 1-8 16,7-5-8-16,-7 5-16 0,4-3-18 0,-4 3-19 16,0 0-7-16,0 0 4 0,0 0 9 0,1 16 7 15,-5-7-1-15,-2 3 6 0,-6 2 6 0,1 1 1 0,-7 8 4 16,0-2 10-16,-1 0-6 0,2-2 6 0,-2 1 14 16,6-6-11-16,-2-3-2 0,3 4 5 15,-2-6-1-15,7 0 6 0,-1-4-1 0,-1 3-2 0,5-4 6 0,-1 0 4 16,3-1-7-16,-1 1 12 0,1-2 1 0,2-2 13 15,-3 4 16-15,3-4 13 0,-4 3 2 0,4-3-1 16,0 0-16-16,-3 4-1 0,3-4 10 0,0 0-11 16,0 4-11-16,0-4 0 0,0 0 2 0,0 0-7 31,6 5 2-31,-2-1-2 0,1 0-4 0,0-2 3 0,3 5-1 0,2 1-5 16,1-3-3-16,-2 4 8 0,9 0-12 15,-8-1-32-15,8 0-33 0,-9 1-42 0,6-1-49 0,-4 0-56 16,-1-1-69-16,0 0-76 0,-2 0-214 0,-3-1-620 15,0-5 274-15</inkml:trace>
  <inkml:trace contextRef="#ctx0" brushRef="#br1" timeOffset="138918.74">8173 14938 298 0,'2'-2'336'0,"-2"2"-40"15,4-3-23-15,-3-1-23 0,-1 4-23 0,6-3-29 16,-2 2-18-16,-4 1-21 0,12-1-13 0,-6 1-20 16,3 1-10-16,3 2-17 0,-6-2-12 0,8 3-7 15,-5 1-9-15,1 2-11 0,0-2-6 0,0 4-5 16,-1-1-6-16,-2 4-7 0,-2-3-8 0,-1 1 0 15,-3 3-6-15,-2 3-3 0,-3 1-2 0,-1 1-1 0,-5-1-3 0,0 1 5 16,-3-3-3-16,-6 3-5 0,0-1-1 0,-2-1 3 16,3-4-2-16,3-1-1 0,2-3 1 15,-3 6-4-15,5-6 0 0,1-4 0 0,-1 1-1 16,4-1-5-16,1 0 6 0,1-1-3 0,1-1 13 16,0 1-16-16,-1-1 3 0,5-2 21 0,-5 2 12 0,5-2 1 15,-4 3 9 1,4-3-2-16,0 0-8 0,0 0 5 0,22-1-8 15,-9-1-4-15,7 0-4 0,9 0-4 0,-6-1-1 16,4 1 2-16,-6 2-2 0,-1-3-3 0,2 3-7 16,-3-1 3-16,-5-2 0 0,-1 4 12 0,-3-2-19 15,1 0 3-15,0 1-4 0,-5 0-1 0,-6 0 2 16,11 0 3-16,-11 0-2 0,8 0 7 0,-8 0 11 16,5-2 1-16,-5 2-2 0,6-1-3 0,-6 1-2 0,0 0-9 0,0 0-9 15,0 0-17-15,7-1-28 0,-7 1-31 0,0 0-38 16,0 0-38-16,0 0-48 0,0 0-117 0,0 0-227 15,0-5-587-15,0 5 259 0</inkml:trace>
  <inkml:trace contextRef="#ctx0" brushRef="#br1" timeOffset="139288.5">8689 15187 22 0,'0'0'266'0,"0"0"-13"0,5 0-13 16,-5 0-16-16,0 0-24 0,0 0-22 0,0 0-19 0,0 0-20 15,0 0-12-15,0 0-11 0,0 0-21 0,0 0-10 16,5 3-12-16,-5-3-4 0,-6 8-10 0,2-2-3 16,-4 2-3-16,-5 4-10 0,-1 1 0 0,0 2-16 15,-5 0-31 1,-4 4-33-16,2-3-59 0,5-4-67 0,-4-1-209 15,3-4-402-15,-3 3 179 0</inkml:trace>
  <inkml:trace contextRef="#ctx0" brushRef="#br1" timeOffset="139990.26">8911 14945 157 0,'0'0'243'0,"0"0"-10"0,0 0-16 16,0 0-3-16,0 0-27 0,0 0-12 0,0 0-24 15,0 0-15-15,0 0-12 0,0 0-16 0,0 0-8 16,0 0-17-16,0 0-14 0,0 0-26 0,17-4-19 16,-17 4-33-16,11-1-39 0,-2 1-28 15,3-2-43-15,-1 1-35 0,1 0-156 0,-5-2-335 0,6 0 147 0</inkml:trace>
  <inkml:trace contextRef="#ctx0" brushRef="#br1" timeOffset="140137.44">9328 14933 64 0,'0'0'235'0,"5"-3"-25"15,-3 1-16-15,-2 2-22 0,8-3-17 0,-3 1-16 16,2 0-24-16,-1 0-45 0,5 1-63 0,0-1-76 16,0 1-147-16,7-2-233 0,0 0 103 0</inkml:trace>
  <inkml:trace contextRef="#ctx0" brushRef="#br1" timeOffset="140406.93">10148 14913 147 0,'0'0'256'0,"0"0"-4"0,0 0-18 0,0 0-25 16,0 0-21-16,0 0-22 0,0 0-47 0,0 0-73 0,0 0-101 15,10-5-206-15,-10 5-282 0,5-6 125 0</inkml:trace>
  <inkml:trace contextRef="#ctx0" brushRef="#br1" timeOffset="141942.26">10701 14543 90 0,'3'-7'232'0,"-1"4"-1"15,1-4-19-15,-2 0-11 0,2 2-13 0,-2 0-16 16,0 0-11-16,3 1-8 0,-1 1-14 0,-2 1-15 16,-1 2-13-16,3-5-12 0,-2 2-11 0,-1 3-11 15,0 0-12-15,3-3-12 16,-3 3-10-16,0 0-5 0,0 0-4 0,2 16-2 16,-2-4-6-16,-2 2-4 0,-1 3 2 15,-1 10-4-15,0-1-6 0,2-1 3 0,-1 1 14 0,-1-1-6 16,2-4 0-16,-2 6-2 0,-1-5-3 0,0-1-2 15,2-4 1-15,-1 3-5 0,3-3 1 0,-2-1-2 16,2-4-2-16,0 0-21 0,0-2 1 0,-2-4 5 16,3 1-4-16,-1-1 3 0,1-2 2 0,0-2 5 0,-2 4 1 0,4-3 28 15,-2-3 22-15,0 6 20 0,0-6 26 0,0 0 18 16,0 0 14-16,0 0-10 0,0 0-11 16,13-9-12-16,-6 1-11 0,7-3-11 0,0 0-3 0,7-9-14 15,-1 1-3-15,3 2-2 0,-1 0-8 0,1-2-5 16,0 1-4-16,-1 0-8 0,-1 1-8 0,-4 5 8 15,-2-2-11 1,2 3 7-16,-3 0-17 0,-4 3 15 0,2 0-1 16,-2 0 8-16,-4 4-9 0,1 0 8 0,-1-1-4 15,-1 1 0-15,-1 0-3 0,0 4 9 0,-3-2-20 16,-1 2-2-16,4-3-6 0,1 1-14 0,-5 2-3 16,0 0-2-16,4-5-24 0,-4 5 2 0,0 0 5 15,0 0 4-15,-18 12 2 0,9-2 4 0,-9 0 15 16,4 2-16-16,-10 2 2 0,6-1 9 0,3-1-7 0,-3 0 5 0,4 0 2 15,-4 0-1-15,4 1 0 0,0-4 1 0,5 0-3 16,0-1 0-16,0-1 18 0,1 0-11 0,3-2-6 16,0 0 5-16,1-2 2 0,0 1 0 0,4-2-1 15,-5 1 0-15,4 1 4 0,1-4-6 0,-3 6 12 16,6-2 0-16,-3 0 2 0,6 2 1 0,2 1-2 16,-2 2 2-16,11 0 1 0,-3 0 4 0,5 1 1 0,-1 1-9 15,8 2 11-15,-3 1-16 0,0-2-36 0,1-1-41 0,-1 2-50 16,-4-4-63-16,0 0-81 0,3 1-295 0,-4-1-616 15,-4-4 272-15</inkml:trace>
  <inkml:trace contextRef="#ctx0" brushRef="#br1" timeOffset="142443.62">11261 14829 208 0,'0'0'324'0,"0"-5"-6"16,0 0-18-16,0 5-19 0,0-4-29 0,0 4-29 0,0 0-20 15,0 0-26-15,4-3-23 16,-4 3-17-16,0 0-19 0,0 0-12 0,0 0-14 16,0 0-15-16,0 0-9 0,1 13-6 15,-2-8-5-15,-3 6-2 0,4 2-7 0,-4 3-3 16,3 1-6-16,-3 0-3 0,0-1-4 0,-2 2-5 16,2-1 0-16,0-5-4 0,3 0 3 0,-3 0-7 0,4-5-1 15,-4 0 0-15,2 0 1 0,0-3-1 0,1 2 5 16,1-2-3-16,-3 0 36 0,3-4 37 0,0 6 35 0,0-6-6 15,0 0-12-15,0 0-10 0,21-14-13 0,-11 6-8 16,4-3-12-16,4-4-2 0,0-1-7 0,5-1-8 16,-3 0-6-16,1 0-12 0,-3 7 7 0,-5 0-7 15,-3 1-7-15,-1 4-1 0,-1 0-6 0,-2 0-4 16,0 3 0-16,-2 0-13 0,1 2-21 0,-5 0-3 16,13 7 2-16,-4 0-9 15,-3 0 6-15,2 3 1 0,1 4-14 0,1 1-6 16,-1-1-30-16,0 1-35 0,4 2-48 0,-8-2-65 15,1-1-108-15,-3-2-305 0,-2-5-686 0,2 2 304 16</inkml:trace>
  <inkml:trace contextRef="#ctx0" brushRef="#br1" timeOffset="143978.74">13262 14718 157 0,'0'-6'176'0,"0"-1"-5"0,0 4 3 0,0-4-4 16,0 2 3-16,0 1 0 0,0-2-13 0,0 2-7 15,0-1-9-15,-3-2-7 0,1 5-13 0,1-2-12 16,-3-2-14-16,-1 4-9 0,0-1-8 0,-3 1-9 0,-1-1-11 16,-5 3-5-16,1-2-4 0,-2 0-6 0,-4 4-7 15,0 1-1-15,-2 4-5 0,1-2-8 0,-1 4 0 16,-4 2-3-16,-1 1-6 0,8 1 0 0,-5 0-3 16,-1 1-1-16,8 0 2 0,1 2-5 0,2-2-1 15,1 1-2-15,3-1-18 0,-2 1 8 0,5-4-3 16,1 0 0-16,1-2 2 0,2-1 0 0,0 0 3 0,2-1 4 15,0-3 1-15,3 2 3 0,1-2 5 0,2 0-3 16,4-1 4-16,1-3 1 0,3-3-4 0,2 2 3 16,3-5 4-16,-1-1 1 0,4 2-5 0,-3-5 2 0,3 4 5 15,1-7-2-15,-1 4 2 0,-2 0 0 0,-2 0-1 16,2 4 3-16,-8-2 5 0,-1 2 2 0,0 1-1 16,-1 0-5-1,-5 3-5-15,4-2 1 0,-4 3-8 0,4 0 4 16,-9 0-2-16,15 3-1 0,-8 1-1 0,2 1 0 15,-3 0-2-15,5 2-4 0,-3 0 1 0,0 3-22 16,2-1-26-16,-2 1-26 0,-1 0-25 0,0-1-47 16,2-1-41-16,-3 1-40 0,-2-1-198 0,0-3-454 15,0 1 202-15</inkml:trace>
  <inkml:trace contextRef="#ctx0" brushRef="#br1" timeOffset="144332.94">13519 14690 149 0,'4'-4'252'0,"-1"3"-23"0,3-2-25 0,-6 3-22 16,6-3-20-16,-6 3-23 0,7-3-8 0,-7 3-16 0,10 6-7 16,-4-2-10-16,0 3-7 0,2 2-7 0,-3 0-8 15,2 2-10-15,-2 4-3 0,1 0-7 16,-5 1-6-16,2-4-5 0,-3 3-2 0,1-2-4 15,-1 0-4-15,-1-1-5 0,-2-2-1 0,3 0-4 16,-1-4-1-16,1 3 4 0,0-4 0 0,-2 1 4 0,0-1 11 0,2-2 15 16,-1 1 25-16,1-4 31 0,-1 3 29 0,1-3 30 15,0 0 29-15,0 0-13 0,0 0-32 0,0 0-19 16,1-14-2-16,2 6-18 0,0-5-12 0,1 2-1 16,4-4-9-16,2-1-22 0,-1-1-15 0,4-4-12 15,-2 4-19-15,2 2-2 0,0 0-27 0,-2 2-27 16,1-1-29-16,-2 5-33 0,0 0-30 0,1 2-37 0,1 2-31 0,0-1-42 15,-1 5-34-15,1 1-43 0,0 3-238 0,0 1-589 16,-3 0 260-16</inkml:trace>
  <inkml:trace contextRef="#ctx0" brushRef="#br1" timeOffset="144733.67">13913 14854 64 0,'0'0'252'16,"0"0"-19"-16,0 0-22 0,7-11-20 0,0 7-21 16,2-1-15-16,1 0-15 0,6-2-14 0,0 1-15 15,3-1-10-15,6-2-12 0,-3 1-7 0,-4-1-8 16,1 0-10-16,-1-1-4 0,8 0-6 0,-7-2-6 0,-5 2-8 0,1-2 1 16,-2 0-2-16,-2 5 5 0,0-3 17 0,-4 2 12 15,-1 1 8-15,-2 0-2 0,-1 2-1 0,-2-1-12 16,-1 2-2-16,0 4-7 0,-5-7-8 0,-6 3-12 15,-1 2-4-15,-7 2-5 0,-1 4-1 0,-7 1-10 16,0 3-2-16,0 0-2 0,3 2-3 0,4 0-3 16,0 0-3-1,2 1-4-15,3 2 2 0,-3 7 1 0,8-6-3 16,1 1 2-16,5 2 1 0,2 0 1 0,3-1 5 16,5 1 8-16,6 0 5 0,8 0 2 0,2-1 2 15,6-4-1-15,4-2 7 0,4-2-7 0,2 0 0 0,0-4 4 16,0-2 2-16,-1 1 3 0,-3 0 7 0,-7-3-3 15,-5 0 4-15,-8 0 2 0,2-3 5 16,-3 3-4-16,-3-3 0 0,-1 3-1 0,-4 0-3 0,3-1-8 0,-8 1-2 16,9-1-10-16,-5-1-26 0,-2 0-38 0,-2 2-68 15,3-3-78-15,-3 3-83 0,0 0-288 0,-8-6-606 16,8 6 269-16</inkml:trace>
  <inkml:trace contextRef="#ctx0" brushRef="#br1" timeOffset="145851.96">15860 14608 209 0,'-1'-4'222'15,"1"4"-15"-15,0 0-13 0,-2-4-17 0,2 4-18 16,0 0-15-16,0 0-17 0,0 0-9 0,0 0-15 15,0 0-11-15,0 0-10 0,0 0-10 0,0 0-4 16,0 0-8-16,0 0-8 0,2-4-5 0,-2 4-7 16,0 0-2-16,0 0-1 15,11 0-5-15,-11 0-2 0,13 0-3 0,-3-1-3 16,2-2-1-16,-1 1-3 0,3-1-4 0,2-1 1 16,-2 1-6-16,-2-2 4 0,1 2-3 0,3-1-1 15,-5 0 3-15,0-2-1 0,0 2 2 0,-1 0 8 16,-5-1 13-16,0 1 4 0,3 2 13 0,-4-2 3 15,0-1 1-15,-2 1 7 0,3 1-7 0,-5 1-8 16,0 2-1-16,-1-5-15 0,1 5-1 0,-13-2-5 0,0 0-5 0,-6 2-2 16,0 2 18-16,-7 5-4 0,-2-2-5 0,0 3-3 15,-3 1-3-15,1 1-4 0,-1 2-6 16,3 3 0-16,1 1-6 0,0 2 2 0,2 1-3 0,2-1 0 16,2 5-5-16,1-4 0 0,8 3-1 0,1-5-18 15,2 2-3-15,5-2 5 0,3 2 5 0,5-1 4 16,5 1 0-1,7 2 2-15,10 1 6 0,4-7 3 0,19 1-3 16,6-3 5-16,3-4-15 0,2 0-24 0,2-8-30 16,1 2-49-16,-4-3-43 0,3-3-52 0,1 1-62 15,-7-8-140-15,-2 1-441 0,-4-4 195 0</inkml:trace>
  <inkml:trace contextRef="#ctx0" brushRef="#br1" timeOffset="146290.79">16633 14647 157 0,'0'0'151'0,"0"0"-11"0,0 0-8 16,-3-4-17-16,3 4-9 0,0 0-9 0,0 0-1 0,0 0-9 15,-17 7-8-15,8-7-1 0,-2 5-4 0,-1-1-10 16,0 1-2-16,-4 3-6 0,0-1-13 0,0 0 2 15,0 2-6-15,1 1-4 0,-2 0 0 16,3-2-8-16,1 5-3 0,3-4-4 0,3 0 3 16,-2 1-6-16,3 0-1 15,3 2-3-15,-2-3 4 0,2 3 15 0,4-1 5 16,6 0 5-16,-1-1 5 0,3-3 6 0,10 4 1 16,-1-1 0-16,13-4-9 0,0-2-4 0,0-2 0 15,1-2-5-15,-1-4 2 0,-2 1-7 0,1-2-6 16,-6-5 2-16,-5 1-5 0,0 0-1 0,-2-4-3 15,-1 2 15-15,-3-4-5 0,-4 1 6 0,0-3 2 16,-4 0-1-16,-1 1-1 0,-5 3-5 0,-2-5-2 0,-1 6-2 0,-4 2-7 16,-3-5-5-16,-4 2-3 0,-7 0-3 0,3 4 1 15,-6 1-4-15,4 6-2 0,-2-1 1 0,0 3 0 16,0 0-4-16,3 0-16 0,-1 3-23 0,2 0-28 16,4 1-19-16,1 0-31 0,5 4-26 0,1 0-43 15,4-1-180-15,4 0-397 0,3 0 176 0</inkml:trace>
  <inkml:trace contextRef="#ctx0" brushRef="#br1" timeOffset="146770.01">17015 14570 163 0,'0'0'333'0,"1"-5"-21"0,3 1-26 16,-4 4-32-16,0 0-27 0,5-6-23 0,-2 5-26 16,-3 1-20-16,0 0-19 0,0 0-18 0,0 0-13 15,0 0-15-15,0 0-8 0,0 0-12 0,-1 21-9 16,-2-4-2-16,-1-1-11 16,0 4-6-16,-2 3 0 0,0 2-5 0,-1 1-2 15,-3-3-6-15,2 2-2 0,6-5-3 0,-6-2-3 16,3-1-2-16,1-4 0 0,1-1-4 15,-1-1-7-15,1-4 7 0,2 0-3 0,-2-3 3 0,1 1-1 16,0 1 30-16,2-3 36 0,0-3 46 0,-2 2 16 16,2-2 6-16,0 0-19 0,0 0-19 0,15-11-6 15,-7 2-10-15,3-1-15 0,4-5 1 0,2-3-13 0,4-2-6 16,0 1-5-16,-3 0-6 0,-4 4-13 0,0 1 0 16,-1 4-6-16,-4 3-9 0,0 2-1 0,-4-2-7 0,3 2 2 15,-3 0-8-15,-1 1-13 0,-2 1-18 16,2 3-1-16,-4 0-5 0,14 3-7 0,-9 1 7 15,-1 0-11-15,5 6 10 0,-1-2-3 0,3 4 1 16,-3-1 1-16,0-1 3 0,2 3 3 0,-1 1-11 0,-3-3-5 0,2 0-12 16,-1-1-15-16,0-2-8 0,-1-1-11 0,-1 2-10 15,3-4-10-15,-2-1-5 0,-1-1-16 0,1 0-18 16,0-3-36-16,-6 0-54 0,14-3-35 0,-9 0-238 16,0-1-548-16,-1-6 242 0</inkml:trace>
  <inkml:trace contextRef="#ctx0" brushRef="#br1" timeOffset="147193.24">17686 14565 205 0,'0'0'221'0,"0"-4"-19"15,0 4-22-15,0 0-19 0,0 0-18 0,-3-6-16 16,3 6-12-16,0 0-15 16,-16 3-11-16,8 2-7 0,-1 1-10 0,-1-2-5 15,-2 5-10-15,1-2-4 0,1 1-7 0,-2 3-7 16,2-1-2-16,-3 1-6 0,3 2-3 0,0-1-3 15,2 0-5-15,3-2 0 0,-2 5-1 0,5-2-3 16,1 1 2-16,1 1-4 0,1 1-3 0,4 1 1 16,0-3 1-16,4-1 0 0,-1-2-4 0,1 0-1 15,1 0 4-15,2 0-1 0,-2-1-1 0,-1-2-4 0,-3-1-1 0,-2-1 1 16,4-2 0-16,-5-1-2 0,0 1-3 16,1 0-3-16,-4-1 1 0,0-3 6 0,-8 5-3 15,-2 0-2-15,-7-2-4 0,-2 2-11 0,-9-2-20 16,-4-3-22-16,0 0-29 0,-1 0-29 0,0-5-27 15,1 3-43-15,1-4-96 0,0 2-302 0,5-4 134 0</inkml:trace>
  <inkml:trace contextRef="#ctx0" brushRef="#br1" timeOffset="147627.87">18026 14400 297 0,'0'-4'297'0,"0"4"-15"0,1-6-21 16,-1 6-24-16,0-4-23 0,0 4-25 0,0 0-22 16,0-2-21-16,0 2-18 0,0 0-17 0,0 0-12 15,0 0-6-15,0 14-17 0,-4-5-8 0,2 4-9 16,-2 4-10-16,-2 8-1 16,-1 3-7-16,1 4-4 0,-1 3-2 0,0-3-5 15,-1-2-3-15,4 2-3 0,-1-1-1 0,1-2-4 16,0-3-1-16,3 0-1 0,-4-6-4 0,1-3-1 15,4-1-1-15,-4-3 0 0,3-5 0 16,1 0-3-16,-2-1 0 0,2-1 1 0,-2-1 0 0,2 1 2 16,0-3 3-16,0-3-1 0,-4 5 0 0,6 0-10 15,-2-5-15-15,0 0-16 0,0 5-14 0,0-5-24 0,0 0-61 16,0 0-96-16,0 0-234 0,-3-17-495 0,3 8 219 16</inkml:trace>
  <inkml:trace contextRef="#ctx0" brushRef="#br1" timeOffset="147912.2">17775 14730 1 0,'0'0'226'16,"-7"1"-16"-16,7-1-6 0,-3 2-2 0,3-2-9 15,0 0-20-15,0 0-17 0,0 0-11 0,13 4-12 16,-3-4-16-16,12 0-14 0,8-1-8 0,8 1-8 15,-1-3-12-15,16 2 1 0,2-1-17 0,-2-1-6 0,-1 1-5 0,-13 0-2 16,-3 4-6-16,-1-4-2 0,-2-1-5 16,-5 1-4-16,-10-1 0 0,-4 1-4 0,-2 2 7 0,-1-1-7 15,-4 1 11-15,-2-1 5 0,1-2-6 0,-2 2-6 16,-4 1-7-16,3-3-4 0,-3 3-6 0,-3-7-10 16,3 7-15-16,-4-4-13 15,0 1-21-15,4 3-15 0,-9-1-34 0,5-2-27 16,4 3-33-16,0 0-27 0,-6-1-174 15,6 1-387-15,0 0 171 0</inkml:trace>
  <inkml:trace contextRef="#ctx0" brushRef="#br1" timeOffset="148396.44">18625 14659 193 0,'-5'-8'218'0,"5"8"-25"16,-4-1-23-16,4 1-19 0,0 0-18 0,-7 0-14 16,7 0-9-16,-13 2-13 0,3 4-14 0,-1-2-9 0,-3 3-3 15,-2 3-12-15,-3-2-4 0,2 5-10 16,-5 0-1-16,3-1-5 0,5 3-3 0,-1-1-8 15,3 0-2-15,-1-2-2 0,3 1-7 0,1 1 2 16,1-4-2-16,3-1 0 16,0-1 2-16,4-1-3 0,-3-2 10 0,4 1 17 15,0-3 5-15,0 1 11 0,0 0 11 0,4 0 11 16,-1-2 3-16,-3-2 2 0,14-2-1 0,-3-2-4 16,-1-1 6-16,7 1-2 0,-6-3-1 0,2 1-2 15,3-3 0-15,-1-1-9 0,-2 0-1 0,3-2-3 16,-3 2 1-16,-3 3-8 0,-2 2 10 0,0-2 5 15,-1 2 0-15,0 1-10 0,-4 0 4 0,3 3-13 0,-6 1-12 0,6-6 8 16,-6 6-27-16,6-2-1 0,-6 2-12 0,0 0-7 16,13 1-3-16,-9 1-10 0,1 3-2 0,4 0-16 15,1 1-5-15,-1 1-25 0,0 1-23 0,1-1-43 16,-2 0-33-16,4 3-54 0,3-1-52 16,-5-3-42-16,0 1-177 0,3-4-517 0,-3 1 229 0</inkml:trace>
  <inkml:trace contextRef="#ctx0" brushRef="#br1" timeOffset="149029.31">18873 14650 270 0,'0'0'248'0,"0"0"-30"0,0 0-24 0,-1-5-24 16,1 5-20-16,0 0-16 0,0 0-15 0,-8 14-7 15,8-6-18-15,-4 1-6 0,2 2-6 0,-2 5-13 16,0 1-4-16,-1 0-3 0,-2 0-10 0,3 2-6 16,-5-2-2-16,2 0-5 0,-1-3-4 0,2-3-3 15,1-2-2-15,2-2-2 0,2 2-2 0,-3-2-2 0,4-1 0 0,-2-3 10 16,2 1 35-16,-2-1 40 0,2-3 35 0,0 0-16 16,0 0-10-16,0 0-21 0,8-10-3 15,-3 2-10-15,1-1-10 0,2-1-8 0,1-3-6 0,2-1-7 16,1-1-6-16,1 2-7 0,0-1-1 0,0 1-5 15,-3 2-6-15,0 1-1 0,-2 2-10 0,-1-1 4 16,-1 6 0 0,0-2-6-16,-1 2-1 0,0-1-9 0,0 3-8 15,2-1-3-15,-7 2-4 0,12 3 0 0,-3 2-7 16,2 2-2-16,-1-2-5 0,1 6 4 0,3 0 0 16,-1-1-12-16,2 2-9 0,2-1-17 0,-2 1-16 15,1-1-13-15,-2-2-10 0,1 0-6 0,-5-1-8 16,2-4-6-16,-2-1 2 0,-1 0 8 0,0-3 12 15,-3-3 12-15,1-1 3 0,0-2 10 0,1-2 12 0,-3-1 28 0,0-3 18 16,-1 1 19-16,1-6 21 0,-1 0 12 0,2 1 16 16,-1-3 11-16,1-2 15 0,0-6 11 0,-1 1-1 15,4-1 0-15,-3 2 3 0,2 2 7 0,-3 6 4 16,4 0 6-16,-4 4 2 0,-1 1-4 0,0 3-9 16,-3 0-9-16,3 2-5 0,-1 3-24 0,-1 0 0 15,-2 1-28 1,0-1-29-16,0 4-8 0,0 0 3 0,0 0-4 0,0 0-3 15,0 19 5-15,-1-5-4 0,-3 3 4 0,0 7 3 16,-1 5-1-16,-4-2 10 0,3-1-4 0,-2 1-11 16,4 3 4-16,-1-5 1 0,0 1-15 15,0-8-7-15,1 0-1 0,0-1-15 0,3-6-8 16,-3-1-15-16,2-1-14 0,-1 1-14 0,-1-6-12 16,2 2-6-16,0-1-4 0,-3-5-40 0,5 0-49 0,0 0-57 0,-16-5-204 15,9-2-497-15,0 0 219 0</inkml:trace>
  <inkml:trace contextRef="#ctx0" brushRef="#br1" timeOffset="149699.87">18979 14623 46 0,'0'0'237'0,"-8"1"-8"0,5-5-6 0,3 4-10 15,0 0-11-15,0 0-18 0,0 0-21 0,0 0-14 16,21 0-17-16,1 0-10 0,6 0-16 0,7-2-11 15,3 2-11-15,12-2-5 0,-9 0-7 16,16 0-10-16,-2-1-5 0,-2 1 2 16,-2-1-16-16,-16 0-4 0,0-2-2 0,-3 4-3 15,-5-4 0-15,-6 1-5 0,-4 0 0 16,-4 0-1-16,-2 1 7 0,-4 1 13 0,-1 1 11 16,2-1-7-16,-4 1 1 0,1 0-8 0,-5 1-4 15,6-4-4-15,-5 1-4 0,-1 3-11 0,6-3 0 16,-6 3 0-16,0 0-5 0,0 0-7 0,6 0-6 0,-6 0-3 15,0 0-4-15,0 0-6 0,0 0-5 0,0 0-1 0,6-3 1 16,-6 3-1-16,0 0-2 0,0 0 3 0,0 0 2 16,0 0 1-16,0 0-1 0,0 0 0 0,0 0 0 15,0 0 1-15,0 0 2 0,2-1 3 0,-2 1-2 16,0 0 3-16,0 0 3 0,0 0 1 0,0 0-2 16,0 0 3-16,0 0 0 0,0 0-1 0,0 0 5 15,0 0 0-15,0 0 5 16,0 0 5-16,0 0 3 0,0 0-9 0,0 0 12 15,0 0-12-15,0 0-4 0,0 0 3 0,0 0-2 16,0 0-4-16,0 0 4 0,0 0-4 0,0 0-3 16,0 0-1-16,0 0 4 0,0 0-2 0,0 0 0 15,-21 7-1-15,15-3-1 0,-3 0-4 0,-3 0 2 16,-3 5 2-16,0-1 1 0,1 3-2 0,-3-1-5 16,4-1 4-16,-3 4-2 0,4-3 2 0,-2 1-1 0,6-3 3 15,2 1-2-15,-2 0 0 0,3 1 3 0,0 1-3 0,0-1 0 16,5 1 5-16,0 0-6 0,0 1 6 15,3 0-3-15,4-1 6 0,-2 1 0 0,4 1 0 16,0-1 0-16,0-2-1 0,0-1-2 0,0 0 3 16,1-1-2-16,-1 1 0 0,-1-2 1 0,0 0-1 15,-2-1 0-15,-1-1-3 0,-1 0 0 0,0-1 7 0,-2-1-13 0,1 1-6 16,-2-3 5-16,-2 5 5 0,-3-2-3 0,-2-2 3 31,-7 2 4-31,-4 0 0 0,3-1 1 0,0-2-2 0,-9 1 3 16,1-1-4-16,1-2-4 0,-8 1-20 0,0-2-30 15,1 2-31-15,8-1-35 0,0-2-44 16,5 2-48-16,2-3-185 0,3 1-432 0,1 1 191 16</inkml:trace>
  <inkml:trace contextRef="#ctx0" brushRef="#br1" timeOffset="150147.9">19826 14907 406 0,'0'0'447'0,"0"0"-43"16,0 0-31-16,0 0-41 0,0 0-35 0,0 0-46 16,0 0-80-16,0 0-93 0,0 0-112 0,0 0-234 15,0 0-142-15,0 0-444 0,0 0 197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4:22:30.31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4684 1528 105 0,'0'0'120'0,"0"0"-13"0,0 0-12 15,0 0-9-15,0 0-7 16,0 0-14-16,0 0 2 0,0 0-14 0,0 0-3 16,0 0-4-16,0-5-7 0,0 5-2 0,0 0-9 15,0 0 6-15,0 0-7 0,0 0 15 16,0 0-7-16,0 0 1 0,0 0 15 0,0 0 5 16,0 0 12-16,0 0 3 0,0 0 7 0,0 0-8 15,0 0 4-15,0 0 5 0,0 0-14 0,1-6 8 16,-2 2 2-16,1 4 10 0,0-5-5 0,0 5-5 0,-2-8 9 0,0 7-3 15,2 1 3-15,-4-7-4 0,4 7-4 0,0-6-9 16,0 6-8-16,-1-3-7 0,1 3-2 0,0 0-8 16,-1-3-6-16,1 3-7 0,0 0-8 0,0 0-19 15,0 0-33-15,0 0-2 0,0 0-4 0,1 19 9 16,-3-4-1-16,-1 6 4 0,-1 7-1 0,0-1-2 0,-2 7 9 16,0 15 8-16,-1-5-8 0,3-8 6 0,-1 0 6 15,-1 10-3-15,3-12 5 0,-1-2 1 0,2-2-1 16,-1 0 3-16,2-3 1 0,0-3 1 0,-2-6 1 15,2-2 3-15,0-4-6 0,-1-1 6 0,1 0-2 16,1-5-1-16,0 0 1 0,0 3 3 0,-1-4 3 16,1-2-4-16,0-3 1 0,0 9 2 0,0-7 6 15,-2 1 1-15,2-3 4 16,2 5 1-16,-2-5-4 0,0 0 1 0,0 0-5 16,0 0 1-16,-2 5-13 0,2-5-21 0,0 0-16 15,0 0-23-15,0 0-29 0,0 0-36 0,0 0-41 16,0 0-44-16,7 4-127 0,-7-4-365 15,0 0 161-15</inkml:trace>
  <inkml:trace contextRef="#ctx0" brushRef="#br0" timeOffset="686.18">4623 2177 95 0,'-7'2'153'0,"7"-2"-9"0,0 0-6 16,-11 1-12-16,11-1-6 0,0 0 1 0,0 0-6 0,0 0 4 15,-13-1-7-15,13 1 1 0,0 0-17 0,0 0-6 16,0 0-1-16,-5 5-15 0,5-5 3 0,0 0-12 16,0 0 2-16,0 0-8 0,0 0 0 0,0 0 2 15,0 0-3-15,0 0-4 0,0 0-4 0,0 0-5 0,-5 1 1 16,5-1-5-16,0 0 1 0,0 0-1 0,0 0 0 16,0 0-2-16,0 0-1 0,0 0 1 0,0 0-3 0,0 0 2 31,0 0-5-31,0 0-2 0,0 0-4 0,0 0-1 0,0 0-3 15,0 0 2-15,0 0-8 0,0 0 0 16,0 0-2-16,0 0 1 0,0 0-5 0,0 0 1 16,0 0-2-16,0 0 0 0,0 0-2 0,0 0 1 15,0 0-2-15,0 0 1 0,0 0-1 0,0 0-1 16,0 0-4-16,0 0 3 0,0 0-3 0,0 0 3 0,0 0 1 0,0 0 1 16,0 0-4-16,0 0-2 0,0 0 1 15,0 0-2-15,0 0 0 0,0 0 0 0,0 0 0 16,0 0-1-16,0 0 3 0,0 0 1 0,0 0-3 15,0 0 2-15,0 0 0 0,0 0-3 0,0 0 4 16,0 0-2-16,0 0-1 0,0 0-2 0,34-6 1 16,-15 2 1-16,8-1 6 0,5-1-8 0,-1 2 0 0,2-1 1 0,3-2 0 15,-2 4 0-15,1-4 0 0,0 6 4 0,-4-5-6 16,0 4 5-16,-1-1 6 0,-9-2-8 16,-3 4 1-16,1-1-1 0,-2 0 3 0,-6 1-3 15,1-2 2-15,-5 0 1 0,0 3-3 0,-1 0 3 0,0-2-3 16,-6 2 7-16,8-1 0 0,-8 1 4 0,0 0-8 15,7-2-7 1,-7 2-15-16,0 0-22 0,6 2-4 0,-6-2-18 16,0 0-14-16,0 0-41 0,0 0-44 0,0 0-48 15,-15 9-186-15,15-9-427 0,0 0 190 0</inkml:trace>
  <inkml:trace contextRef="#ctx0" brushRef="#br0" timeOffset="1241.05">5330 2184 31 0,'0'0'148'0,"0"0"-7"15,0 0 0-15,0 0-11 0,0 0-7 0,0 0-20 16,0 0 1-16,0 0-15 0,0 0-8 0,0 0-9 15,31-4-8-15,-17 1-2 0,4-2-8 0,0 2-11 16,4-3-4-16,5-2-5 0,-9 4 4 0,2-5-3 16,-1 2-3-16,-1 0-9 0,0-1 3 0,1 0-5 0,-5-3 14 0,-1 1 1 15,-3 1 11-15,-1 2 14 0,-4-1 6 16,2-3 0-16,-1 3-4 0,-5-1 5 0,3 0 5 16,-4-2 2-16,0 5-12 0,-1-4-2 0,-4 0-10 15,-4 4-6-15,1-1-11 0,-2 0 0 0,-4 4-3 16,-3-1-8-16,-2 1 4 0,0 3-7 0,-2 3-1 15,1 0-1-15,-2 1-7 16,-2 3 0-16,4 1-5 0,-6 6 3 0,3-2-4 16,5 1 1-16,-1 6-3 0,5-5-1 0,2 1 0 15,3-1-4-15,3 3 5 0,1 1-3 0,5 9 3 16,2-11-1-16,5 1 1 0,3 0 2 0,4-4 0 16,8 3 0-16,6-4 2 0,4-2-14 0,5-6-22 15,13-3-38-15,4-4-60 0,-1-9-82 0,-17 2-175 16,18-3-415-16,-17 0 185 0</inkml:trace>
  <inkml:trace contextRef="#ctx0" brushRef="#br0" timeOffset="1622.56">6007 1755 186 0,'0'0'303'16,"-2"-4"-17"-16,2 4-17 0,0-8-13 0,0 8-19 0,-1-4-20 0,1 4-26 16,0 0-21-16,0-5-19 0,0 5-18 0,0 0-25 15,0 0-28-15,0 0-29 0,0 0-14 0,0 0-2 16,-4 19-6-16,4-7-7 0,-2 5 1 0,-2 3-3 15,3 9 2-15,-5 0-5 16,3 2 3-16,-1 0-1 0,1 0 1 0,1-1-5 16,0-1 0-16,1-6 3 0,1-3-1 0,0-2-3 15,1 1 0-15,-2-7-2 0,2 3-1 0,-1-5-1 16,0-1 3-16,-1 1-2 0,2-3 3 0,-1 0-2 16,0-2 4-16,0-5-2 0,2 7-11 0,-2-7-12 15,0 0-10-15,0 5-28 0,0-5-57 0,0 0-92 16,0 0-260-16,0 0-494 0,0 0 218 0</inkml:trace>
  <inkml:trace contextRef="#ctx0" brushRef="#br0" timeOffset="2067.23">5838 1966 50 0,'0'0'156'15,"0"0"-20"-15,-8 2-3 0,8-2-12 0,0 0-8 16,-4 0-12-16,4 0 1 0,0 0 1 15,0 0-11-15,0 0-8 0,0 0 8 0,0 0-5 0,0 0 1 16,0 0-6-16,0 0 7 0,0 0-6 0,0 0-3 16,0 0-5-16,0 0-6 0,-1 2-2 0,1-2-5 15,0 0-6-15,0 0 4 0,0 0 7 0,22 0-1 16,-4-1-3-16,9-4-6 0,10 3-5 0,12-4-5 0,5 1 4 16,-4-2-3-16,5 2 0 0,-14 0-7 0,-3 2-2 15,-2-3-3-15,1 4-2 0,-6-3-6 0,-3 1 1 16,-7 3-8-16,-9-2 2 0,2 0-6 0,-2 2 4 15,-3 0 0-15,-2-1-7 0,-1 1 3 0,0 1-1 16,-6 0-8-16,7-1-7 0,-7 1-29 0,0 0-35 16,0 0-46-16,0 0-50 15,0 0-73-15,-20-7-178 0,14 6-443 0,0-3 197 16</inkml:trace>
  <inkml:trace contextRef="#ctx0" brushRef="#br0" timeOffset="6400.28">8630 1863 102 0,'11'-5'114'0,"1"2"-10"0,3 0-5 15,2-1 2-15,5 3-23 0,-3 1-7 0,4 3-2 16,-1 2-15-16,-2 0 0 0,-1 4-13 0,8 3 5 16,-12 1-5-16,6 6 3 0,-3-1-7 0,-5 4-5 15,-6-4-1-15,2 7-2 0,-3-2 3 0,-3 4-6 0,-3-8 1 0,-3 8-4 16,-3 1-5-16,-3-1 9 0,-2-2 3 0,-5 1 3 16,-3-5-1-16,-4 4 2 0,3-5-1 15,0-1 1-15,0-1 1 0,5-7-4 0,-2 2 4 16,3-4 7-16,-1 1-1 0,3-3-3 0,4 0 4 15,0-5 3-15,3 2 14 0,-2-1 20 0,3-1 26 16,2-1 32-16,2-1 20 16,0 0 1-16,0 0-14 0,-7-7-21 0,7 7-16 15,13-21-11-15,0 5-9 0,11-5-13 0,3-4-18 16,8-11-21-16,4 2-2 0,-2 0-14 0,-9 9-7 16,11-10-15-16,-13 8 6 0,1 1-4 0,-1 2 10 15,-2-1-11-15,-3 4 1 0,0 1 1 0,-7 8 10 16,-1-3 14-16,-5 6 9 0,-2 2 5 0,-2 0 8 15,0 1-3-15,2 2-2 0,-3-1-6 0,1 2-5 0,-3-1-15 16,-1 4-8-16,0 0-10 0,0 0 2 0,-13 12 1 0,-1-1-2 16,-5 7 1-16,1 2-3 0,-2 3 2 0,0 0-5 15,5 3 8-15,-3-3-4 0,4 2 8 16,0-1-9-16,4 1 6 0,2-1-8 0,6 2 0 16,0-6-2-16,4-3 1 0,0 2 0 0,5-3 8 15,4 1 2-15,11 0-6 0,7-6-14 0,7-2-37 0,15 1-51 0,1-8-68 16,7-4-66-16,1-2-257 0,-6-4-537 0,5-2 238 15</inkml:trace>
  <inkml:trace contextRef="#ctx0" brushRef="#br0" timeOffset="6901.65">9767 2056 12 0,'0'0'216'0,"-6"1"-1"0,6-1 0 0,0 0-3 15,0 0-1-15,0 0 4 0,0 0-9 0,0 0-12 16,0 0-12-16,0 0-12 0,0 0-5 0,0 0-27 16,0 0-14-16,0 0-9 0,23-6-11 0,-5 1-16 15,3 3-1 1,9-3-27-16,2 0-26 0,1 2-28 0,-1 1-34 15,1-2-40-15,-3 3-31 0,-2-4-43 0,0 3-44 16,-10-1-42-16,-4 3-142 0,-1-1-400 0,-1-2 176 16</inkml:trace>
  <inkml:trace contextRef="#ctx0" brushRef="#br0" timeOffset="7135.82">9860 2185 112 0,'-2'3'224'0,"2"-3"-7"0,-3 4-5 16,3-4-14-16,-2 2-13 0,2-2-12 0,0 0-10 16,0 0-12-16,10 2-7 0,2-4-16 0,8 4-10 15,9-5-15 1,7 1-8-16,18 0-30 0,-3 1-42 0,4-3-65 15,-4 1-57-15,0-2-86 0,-14 1-147 16,-2 2-357-16,-3-4 158 0</inkml:trace>
  <inkml:trace contextRef="#ctx0" brushRef="#br0" timeOffset="8020.05">10815 2150 58 0,'0'0'210'0,"0"0"-14"0,0 0-11 0,0 0-3 15,0 0-17-15,0 0-13 0,0 0-11 0,0 0-20 0,0 0-6 0,0 0-19 16,0 0-6-16,28-7-8 0,-14 4-7 0,5 1-8 16,8-3-9-16,0-2-5 0,1 0-5 15,2-3-5-15,2 2 2 0,-2-2-12 0,2 0-3 0,-2-1-29 16,-1 1 1-16,-2-2-4 0,-2 2 5 0,-1-2-2 16,-7 3 7-16,2-1 5 0,-6 0 10 0,1 0 8 15,-5 2 11 1,-1-1 9-16,-3 1 10 0,-1-1 11 0,1 5 9 15,-4-4-13-15,-1 2-5 0,-3-2-11 0,-1 3-5 16,-3-3-10-16,-3 2-2 0,-8 3-5 0,-3 3-1 16,-5 0-10-16,-4 2 5 0,0 4-11 0,-1 3-4 15,0 0 0-15,3 4 4 0,-1-1-10 0,3 3 5 16,-2 2-3-16,6 0-1 0,7-5-3 0,4 2-1 16,-1 1 7-16,0-1-7 0,5 1-3 0,3 2 6 0,7-2 2 0,3-1 5 15,3 0-2-15,10 2 2 0,9 0 1 0,10-8-15 16,11 5-36-16,11-7-58 0,4-2-74 0,5-8-81 15,-9-1-179-15,0-4-466 0,-6-4 207 0</inkml:trace>
  <inkml:trace contextRef="#ctx0" brushRef="#br0" timeOffset="8520.67">11648 1540 106 0,'4'-6'214'0,"-4"0"2"16,3 1-2-16,-1-2-6 0,2 3-6 0,0-2-9 16,-3 0-6-16,-1 2-3 0,0 4-11 0,4-5-15 15,-4 5-15 1,5-6-16-16,-5 6-12 0,1-5-14 0,-1 5-13 15,0 0-16-15,0 0-14 0,0 0-16 0,0 0-14 16,4 11-5-16,-4-3-6 0,0 5-7 0,0 6-1 0,-4 7 5 16,3 7-4-16,-4 0-2 0,0 14 6 0,1-15-4 15,0 2 0-15,-1 2-1 0,1-4 1 16,2-1-3-16,-1-2 2 0,3-3-4 0,1-2 7 16,-1-7-4-16,-1 0 2 0,2-6-1 0,1 0 4 0,0-1 0 0,2-2 4 15,-1-1 2-15,-1-1 3 0,2-2 6 0,0 0 3 16,1-3-2-16,5 1-2 0,8-1-25 0,1-4-25 15,11-2-49-15,-10-2-53 0,11-1-85 0,-2-3-258 16,0-4-506-16,-3-1 224 0</inkml:trace>
  <inkml:trace contextRef="#ctx0" brushRef="#br0" timeOffset="8959.54">11409 1741 32 0,'0'0'228'0,"0"0"-17"15,0 0-9-15,-4 3-15 0,4-3-7 0,0 0-15 16,0 0-11-16,0 0-18 0,0 0-4 0,0 0-11 16,0 0-6-16,13 0-5 0,5 0-11 0,10-1-10 15,7-2-9-15,3 2-7 0,21-4-26 0,0 1-46 16,2-7-92-16,3 2-118 0,-3-3-135 0,-9-1-373 16,-3-5 166-16</inkml:trace>
  <inkml:trace contextRef="#ctx0" brushRef="#br0" timeOffset="11744.83">13753 2106 8 0,'0'0'80'0,"0"0"1"16,0 0 10-16,0 0-3 0,0 0 10 0,5-2 4 15,-5 2 1-15,0 0 12 0,0 0 5 0,0 0-4 16,1-3 4-16,-1 3-8 0,0 0 2 0,0 0-9 15,0 0-6-15,0 0 3 0,0 0-17 0,0 0-10 16,0 0-5-16,0 0-6 0,0 0-8 0,0 0-5 16,0 0-1-16,0 0-4 0,0 0-4 0,0 0-2 0,0 0-2 0,0 0-6 15,9 0 5-15,-9 0-11 0,14 0 0 0,-1-3-5 16,7 2-4-16,7-5-16 0,4 4-23 16,0-1-25-16,1 1-29 0,-2-1-51 0,1-1-46 0,-2 2-158 15,-10 0-360-15,2-2 160 0</inkml:trace>
  <inkml:trace contextRef="#ctx0" brushRef="#br0" timeOffset="11945.43">13768 2293 96 0,'8'3'157'16,"-2"-4"-19"-16,6 1-11 0,6-4-15 0,3 4-8 16,10-3-16-16,1 0-32 0,-1 1-61 15,0-5-60-15,-1 4-70 0,-3 0-146 0,2-3 65 16</inkml:trace>
  <inkml:trace contextRef="#ctx0" brushRef="#br0" timeOffset="12515.5">13981 1970 242 0,'0'0'226'0,"0"0"-19"16,0 0-29-16,0 0-15 15,0 0-17-15,0 0-19 0,0 0-15 16,0 0-13-16,0 0-9 0,0 0-8 0,0 0-9 0,0 0-8 16,2 11-3-16,2-7-17 0,3 3 4 0,1-1-10 15,1 3 3-15,1-2-8 0,6 3 2 0,0-3-8 16,7 8 3-16,-5-8-11 0,9 7 5 0,-9-4-4 15,-2-3-2-15,2 3 0 0,-2-1-5 16,0 0 3-16,-6-1-6 0,3-5-2 0,-3 4 2 0,-2-2-7 0,2 0-1 16,-3 0-8-16,-1-3 3 0,-2-1-9 0,1 3-1 15,-5-4-4-15,5 7 6 0,-9-2 2 0,4-5 2 16,-6 16 4-16,-7-3-2 0,-1 8 5 0,-7 0-2 16,2 1 2-16,-2 3-3 0,-2-2 0 0,0-3 1 15,1 3 1-15,-1-2 1 0,1-1-1 0,0 0-1 0,7-6 1 16,-1 4 3-16,2-4-3 0,3-2-3 0,2-3 4 15,1-4-5-15,2 3 7 0,1-4 20 0,1-1 11 16,2 2 14-16,-2-3 7 0,3 1 6 0,1-3 11 16,-4 4 11-16,4-4 7 0,0 0-1 0,-4 4 0 15,4-4-5-15,0 0-7 0,0 0-6 0,0 0-12 16,0 0-2-16,0 0-2 0,0 0-7 0,0 0-8 16,-5 4-4-16,5-4-13 15,0 0-20-15,0 0-37 0,0 0-28 0,0 0-34 16,0 0-41-16,23-8-41 0,-13 8-56 0,2-5-221 15,-2 1-492-15,4-3 218 0</inkml:trace>
  <inkml:trace contextRef="#ctx0" brushRef="#br0" timeOffset="13063.66">15174 1826 118 0,'0'-6'282'16,"1"-1"-4"-16,-1 3-5 0,0-2-8 0,0 6-17 16,4-8-13-16,-4 8-32 0,1-6-22 0,-1 6-24 15,4-4-15-15,-4 4-18 0,0 0-20 0,0 0-29 16,0 0-14-16,0 0-13 0,1 11-7 0,-1-1-13 0,0 5 6 15,-1 4-11-15,-3 8-4 0,-1 4 1 0,-3 1-1 0,-2-1 4 16,1 4-6-16,-5 10-3 0,5-14 3 0,0 3-1 16,4 12-1-16,-3-14-3 0,2-3 1 0,4-1-1 15,-1-1 0-15,2-7-2 0,-2-1 0 16,2-6 8-16,0-2-1 0,-1 1 8 0,4-3-6 16,-2 2 1-16,-2-7-1 15,2 2 5-15,0-2 2 0,0-4 4 0,0 8 2 16,0-8 4-16,0 6 5 0,0-6 0 0,3 5-2 15,-3-5-5-15,13-2-2 0,3-1-2 0,3-1-22 16,8-1-30-16,3-1-41 0,-1 0-40 0,-1-4-49 16,3 2-74-16,-2 0-287 0,-2-5-555 0,1 1 246 15</inkml:trace>
  <inkml:trace contextRef="#ctx0" brushRef="#br0" timeOffset="13571.57">14932 2143 197 0,'0'0'214'0,"0"0"-9"0,0 0-16 0,0 0-7 15,0 0-17-15,0 0-11 0,0 0-15 0,0 0-2 16,0 0-11-1,0 0-7-15,0 0-5 0,0 0 3 0,0 0-6 16,0 0 3-16,0 0-3 0,0 0-6 0,0 0-7 0,0 0-9 16,0 0-2-16,0 0-11 0,0 0-2 15,0 0-7-15,0 0-7 0,27-5-5 0,-6 4-7 16,12-1-6-16,1-4 6 0,5 1-14 0,12 0-7 16,-12 4 2-16,2 1-4 0,-6-3-2 0,0 3-3 15,-3-2-3-15,-1 1 1 0,-13-2-5 0,2 3-1 0,-4 0 2 0,-5 0-1 16,0 0-5-16,-4 0 0 0,-7 0 0 0,12-2-2 15,-12 2-5-15,10-1-4 0,-10 1 1 0,0 0-4 16,8 0-7-16,-8 0-12 0,0 0-19 0,0 0-23 16,0 0-21-16,0 0-28 0,0 0-29 0,-32 3-38 15,32-3-48-15,-12 3-202 0,6-3-469 0,6 0 208 16</inkml:trace>
  <inkml:trace contextRef="#ctx0" brushRef="#br0" timeOffset="13966.15">15910 2094 98 0,'0'0'305'0,"-7"4"-17"0,7-4-28 0,0 0-21 16,0 0-30-16,0 0-18 0,0 0-22 0,17-9-19 15,-4 9-13-15,0-2-26 0,8-1-27 0,7 1-39 16,-6 1-48-16,10-3-47 0,-11 4-41 0,8-4-75 16,-9 0-164-16,1-1-357 0,-5 1 158 0</inkml:trace>
  <inkml:trace contextRef="#ctx0" brushRef="#br0" timeOffset="14150.94">15954 2218 81 0,'-3'4'308'16,"3"-4"-27"-16,0 0-36 0,0 0-26 0,0 0-24 15,37-7-18-15,-17 5-19 0,12-1-22 0,5-1-43 16,-1 1-50-16,0 1-71 0,2-1-93 0,-6-1-178 15,0 2-321-15,-4-2 142 0</inkml:trace>
  <inkml:trace contextRef="#ctx0" brushRef="#br0" timeOffset="17581.9">16897 1784 10 0,'0'0'155'16,"-1"-11"-5"-16,1 5 4 0,0-1-1 0,0 2-2 15,0 1-1-15,0-1-1 0,0-1-5 16,0 1-10-16,0 1-9 0,0 4-11 0,0 0-11 15,1-8-15-15,-1 8-10 0,3-2-22 0,-3 2-2 0,0 0-11 0,-4 13-7 16,3-3-5-16,-4 6 1 0,-4 11-6 0,-4 0-3 16,3 6 0-16,-3 1-1 0,-5 10-2 0,2 1-3 15,-1-2 3-15,7-13-4 0,3-1 0 0,0 0-4 16,3-4 2-16,0 1 0 0,4-8 1 0,1 0 1 16,1-8 2-16,-2 1-3 0,1-2 6 0,-1 0 1 15,1-2 13-15,3-5 12 16,6 1 6-16,-2-3 1 0,2-4-5 15,4-1-2-15,2-3-2 0,-4-1 9 0,2-2-5 16,4 0 0-16,-4-3-4 0,3 1-3 0,-3 1-5 0,0 0-5 16,-5 5-1-16,-1-3 1 0,0 5-3 0,0-4-5 15,-3 4-4-15,-1 2-3 0,1 0-1 0,-3-3-6 16,-2 6-4-16,6-3-15 0,-6 3 3 16,0 0-7-16,0 0 10 0,0 0-10 0,6 12 4 0,-2-9-1 0,-3 5 8 15,3 1-8-15,-1 1-1 0,-2 1-4 0,3 0 3 16,1 5-1-16,0-4 1 0,-1 0-3 0,2-4 2 15,0 1-4-15,-1 0 6 0,2-4-6 0,-2 1 8 16,1-5 1-16,1 2 1 0,1-3 4 0,-8 0-4 16,20-7 1-16,-11-2 4 0,1 1 2 0,1-1 3 15,-2 1 4-15,2-4 4 0,-6 2 3 0,7-3-2 0,-3-2 1 0,-3 7 7 16,2-3 1-16,-2 5 4 0,-1-5 5 16,-1 6-3-16,1 1 0 0,-2-2-3 0,-1 3-2 15,1-1-4-15,-1 0-5 0,1 3-8 0,-3 1-13 0,3-3-8 16,-3 3 1-16,0 0-5 0,0 0 1 0,5 8 0 15,-4-1 3-15,1 2-2 0,-2 2 0 0,2-2 0 16,-2 10 6 0,2 8-5-16,0-2 8 0,-2 2 6 0,1 0-10 15,3 0 5-15,-2 1-2 0,-2 0 6 0,3-4-3 16,-6 4 4-16,7 0 3 0,-3 1-1 0,1-3 0 16,-2 3-1-16,-3-4 5 0,1 1-6 0,-1-7 5 15,-2 1-3-15,-2 4 4 0,0-7-4 0,0 2 2 16,-2-4 6-16,2 0-3 0,-5-2-2 0,2-3 2 15,1-1 2-15,-5 1 10 0,4-4-2 0,-4-2 8 0,2 2 13 0,-3-6 13 16,2 0 12-16,-2-4 14 0,-2-2 13 0,6 0 24 16,1-4 7-16,3-1 9 0,1-6 2 0,2-2-26 15,5-9-10-15,2-1-4 0,7-3-16 16,5-3-17-16,8-11-11 0,8 5-5 0,0 0-9 16,3 0 2-16,-8 15-9 0,9-10-4 0,-9 12 10 15,-2 1-15-15,-1 2 1 16,4 4 1-16,-14 5-3 0,2 2-5 0,-6 3 7 15,0 2-4-15,1 1 0 0,-5 0-8 0,-2 0 7 16,2 2-8-16,0-1-7 0,-5 3-31 0,4-4-22 16,-4 4-45-16,0 0-37 0,0 0-16 0,0 0-7 15,0 0-10-15,0 0-23 0,0 0-39 0,-14 12-46 16,9-6-244-16,-5-3-568 0,2-1 251 0</inkml:trace>
  <inkml:trace contextRef="#ctx0" brushRef="#br0" timeOffset="19633.87">17742 1919 25 0,'4'-4'177'0,"-2"2"-12"0,6-3-12 0,-3 3-7 16,3-1-19-16,2 1-12 0,-1 2-7 16,3 0-13-16,-1 0-13 0,2 4-10 0,1-2-2 0,1 4-10 0,-3-1-5 15,2 4 1-15,-5 0-11 0,1 1-3 0,3 0-2 16,-3 7-1-16,-2-6-2 0,-1 6-5 0,-3-1-1 16,0 2 1-16,-4 2-6 0,0 5 5 0,-4-7-6 15,-1 2-2-15,1 2-2 0,-6 2 1 0,0-4-10 16,-2 1 11-16,1-3 0 0,1-2 1 0,-1-1-1 15,-3 1 4-15,3-4-8 16,1-4 1-16,-2 0 2 0,3-1 2 16,4 0 10-16,-4-2-3 0,4-1 10 0,1-1 18 0,-1 0 19 15,5-3 24-15,-8 4 36 0,8-4 29 0,0 0-2 16,0 0-22-16,-6-14-15 0,6 14-5 0,13-20-24 16,-7 5-3-16,3-2-4 0,9-9-15 0,0 2-7 15,4 0-14-15,1-3 1 0,0 3-17 0,0 2 4 16,1-4-6-16,-5 6-4 0,1-1-3 0,-4 8 1 0,-1 0-9 15,-1 1-5-15,-5 4 16 0,0-1-16 0,-1 1 2 16,-3 4-6-16,-1 0-4 0,0 0-6 0,0 1-10 16,-1 1-13-16,-2 1-26 0,-1 1-13 0,0 0 1 15,0 0 8-15,-3 11 7 0,-2-2 0 0,-3 6 6 16,0-1 4-16,-2 5 2 0,1 3 4 0,4-1 6 16,1 4 2-16,4-7 1 0,5 9 7 0,7-2 1 0,7-3-7 0,8 0-36 15,7-5-71-15,21 2-102 0,5-7-335 16,2-6-604-16,0-9 267 0</inkml:trace>
  <inkml:trace contextRef="#ctx0" brushRef="#br0" timeOffset="33453.68">7487 4172 27 0,'0'0'100'0,"7"-4"2"0,-3 2-7 0,-2-1-3 16,1 3-7-16,2-4 3 0,-5 4 4 0,3-5-1 0,2 4-13 15,-5 1 10-15,3-4 10 0,-3 4-1 16,4-3 4-16,-4 3-9 0,4-4 1 0,-4 4 1 15,1-4-8-15,-1 4 0 0,3-4 0 0,-3 4-6 16,0-2-6-16,0 2-8 0,0-5-7 0,0 5-10 16,-4-5-1-16,0 3-11 15,-1-1-9-15,-7 0 4 0,0 2-10 0,-7 1 1 16,0 1-1-16,-3-2-7 0,-7 5-2 0,-2-3 1 16,-1 4-4-16,1-3-1 0,-5 5 1 0,2-1-2 15,1-2-2-15,0 4-1 0,2 0-3 0,4 0-1 16,1 0 0-16,6 0 0 0,1-2-2 0,3 2 1 15,3 0 0-15,1-1 0 0,2 0-3 0,1-1 1 16,4-2-4-16,0 3 5 0,2-1 1 0,2-1-4 0,1 2 2 0,4-3 4 16,1 0 4-16,7 1-2 0,1-1-1 0,9-3 4 15,6 0-3-15,4-2 2 0,0-4-5 0,-4 0 3 16,4-3-1-16,-1-1-1 0,-2 0-2 16,-1-5 3-16,0 0-1 0,-6-4-2 0,1 3 4 15,0-8 1-15,-5 2 4 0,1-3 6 0,-6 2 3 0,2-3 8 16,-6-4 1-1,0 0 9-15,-4 1 7 0,-2-2 17 0,-2 1 3 16,-4 0 8-16,2 4 2 0,-3-5 7 0,-1 5 6 16,0 1 1-16,1 7 14 0,2 2-1 0,-1 3 6 15,1 0 9-15,-1 3-11 0,2 2 9 0,-1-1-20 16,1 3-9-16,0 1-7 0,0-1-24 0,-3 2-4 16,4-1-17-16,0 4-32 0,0 0-37 0,0-3-41 15,0 3-20-15,0 0 7 0,0 0 8 0,-4 19 8 0,3 1 12 0,-3 10 5 16,4 1 5-16,-1 3 10 0,-1 0 2 0,1 1 3 15,1-1 8-15,1 0 10 0,2-3-3 0,0-2 4 16,0 0 2-16,1-3-1 0,-1-8 3 0,0 0 4 16,-1-1 1-16,2-1 2 0,-1-6 1 0,-1-1 1 15,-1-2 2-15,2-2 1 0,-2 2 3 0,0-2 0 16,0 0 5-16,1-2 5 0,-1-2 12 0,-1-1 16 0,0 5 11 16,0-5 0-16,0 6-3 0,0-6-6 0,1 2 1 15,-1-2-10-15,0 0 0 0,0 0-4 0,2 4-2 16,-2-4-4-16,0 0-2 0,0 0 1 0,0 0-3 15,0 0-4-15,0 0-2 0,0 0 0 0,0 0-9 0,0 0-9 16,0 0-16-16,0 0-7 0,0 0-25 16,0 0-22-16,0 0-25 15,0 0-25-15,0 0-31 0,0 4-31 0,0-4-21 16,0 0-33-16,0 0-178 0,0 0-455 0,0 0 202 16</inkml:trace>
  <inkml:trace contextRef="#ctx0" brushRef="#br0" timeOffset="34456.21">7656 3967 200 0,'0'-3'234'0,"0"-2"-13"16,0 1-5-16,0-2-9 0,0 2-13 0,2 0-13 15,-2 4-11-15,2-6-12 0,-2 2-13 0,0 4-13 16,1-4-16-16,-1 4-11 0,0 0-16 0,0-4-8 15,0 4-10-15,0 0-15 0,0 0-11 0,0 0-6 16,0 0-8-16,0 0-5 0,11 12-8 0,-8-6 0 16,3 2-3-16,-3 2 1 0,1 1-3 0,1-1 2 15,3 6-5-15,-2 1 2 0,1-2-1 0,-1-1-12 0,3 1-6 0,-3-4-7 16,0-1-5-16,1 0 10 0,2-2-5 0,-5-1-2 16,-1-3 4-16,0 2 1 0,0-2 0 0,2 1 7 15,-1-3 8-15,-4-2 1 0,5-1-2 0,-5 1 0 16,10-6 0-16,-6 0 0 0,0 0 5 15,1-3 1-15,2-2-1 0,-1 2 3 0,-1-1-2 0,0-2 4 16,0 3 5-16,-1-3 1 0,0 1 7 0,1 2 8 0,-4 0-3 16,2 1 7-16,-2 3 0 0,2-2 0 0,-3 3-5 15,1 1-2-15,0-1-4 0,0 2-5 0,-1 2-5 16,0 0-4-16,3-7-14 0,-3 7-16 0,0 0-4 16,0 0-3-16,0 0 4 0,0 0-1 0,1 16 2 15,-1-6-2-15,-1 1 3 0,1 8 1 0,-1 0 3 16,-2 8-2-16,2-2 4 15,-3 1 2-15,3 3 0 0,-1-1 8 0,0 0-3 16,-3 4 0-16,1-5 0 0,1 2 0 0,0-3 3 16,-1 3 1-16,0-3-2 0,0 1 3 0,3-8 0 15,-3-2 3-15,-1-2 1 0,1-3-4 0,-1 5-2 16,4-6 3-16,-2-1 1 0,-1-4 0 0,3 3-1 16,-3-2 5-16,3-2 2 0,-4 0 1 0,1 0 1 15,0-3 5-15,-4 3-1 0,2-1-3 0,-3-1 1 0,0-1 1 16,0-1-2-16,-1-1 3 0,-1-1-2 0,0-1-3 15,2 2 3-15,2-5 1 0,-2-2 8 0,1-1 4 16,-1-1 5-16,0 0-1 0,3-2 1 0,-2-3 3 16,4 2-3-16,2-6-5 0,-2 0 1 0,8-8-4 0,-2 2-3 15,7-3 7-15,1-2-4 0,2 0-4 0,5 0-4 16,3 2-3 0,3 0-2-16,1 1 0 0,4 1-2 0,2 1-2 15,-1 2 0-15,-2 3 0 0,0 2 8 0,-2-3-14 0,0 6 6 16,-9 5 4-16,2-3-3 0,-8 7 5 15,2-3 6-15,-2 1 7 0,-1 2-2 0,-5 1 2 0,1 1-4 16,-1 1-4-16,2-1 0 0,-3 2-5 0,-3 1-14 16,5-3-19-16,-5 3-23 0,4-2-17 0,-4 2 4 15,0 0-8-15,0 0-15 0,-5 13-30 0,-2-4-33 0,0-4-59 16,-1 6-66-16,-1-4-173 0,0 3-480 0,0-4 213 16</inkml:trace>
  <inkml:trace contextRef="#ctx0" brushRef="#br0" timeOffset="35026.54">6727 4666 196 0,'0'0'191'0,"0"0"-12"0,0 0-13 0,-6-2-16 16,6 2-13-16,0 0-13 0,0 0-13 0,0 0-11 15,0 0-12-15,0 0-8 0,-4-3-10 0,4 3-10 16,0 0-6-16,0 0-6 0,0 0-6 0,0 0-3 16,0 0-1-16,0 0 0 0,0 0-7 0,0 0-2 15,0 0-4-15,0 0 4 0,0 0 1 0,0 0 4 16,0 0 9-16,0 0 3 16,0 0 5-16,0 0 3 0,0 0 2 15,0 0 3-15,0 0-2 0,0 0-1 0,0 0-1 0,0 0-5 16,0 0-6-16,23-2-4 0,-4-3-4 0,11-2-3 15,5 2-4-15,24-4-3 0,5 0-4 0,33-4 0 16,3-2 4-16,3 1 4 0,2 3 1 16,5-5 7-16,0 7 0 0,1-3-3 0,-5 2 1 15,-2 0-3-15,-10 1-4 0,-27 5-3 0,-5-1-4 0,-2-3 1 0,-2 3-1 16,-17 0-4-16,-7 5 0 0,-4-3 0 0,-12 2-1 16,-1 0 0-16,-5-1 1 0,-1 2-2 0,-3-1 0 15,-3 1-3-15,3-2-2 0,-3 1-6 0,-5 1-7 16,0 0-11-16,0 0-22 0,0 0-31 0,-18 7-41 0,4-3-70 15,-3-2-72-15,-9 1-214 0,5 1-501 16,3 0 222-16</inkml:trace>
  <inkml:trace contextRef="#ctx0" brushRef="#br0" timeOffset="36106.94">7640 5238 110 0,'0'-3'174'16,"0"3"-8"-16,-4-7-16 0,0 3-16 0,-1 1-6 15,0 0-15-15,-3 1-13 0,-6 0-10 0,1-1-11 0,-1 3-9 16,-4 0 1-16,-2 0-11 0,-3 0 0 0,2 0-7 16,1 3-4-16,-2 1-6 0,-2 1-4 15,4 0-3-15,-1 3-1 0,6-2-3 0,-6 1-10 0,7 1 0 0,-1 6-4 16,2-5 3-16,0 4-3 0,3 1-5 0,2-1 1 15,5-2-2-15,-2 1-4 0,3 1 3 0,4-1 4 16,3-2-3-16,1 4 12 0,0-2 2 0,6 0 1 16,4 0-4-16,1-2 2 0,5-5-1 0,-2 0 1 15,2 1-2-15,0-2-5 0,-2-4-1 0,1-3 2 16,-2 1-3-16,0-4 2 16,-1 0 6-16,-2-5 13 0,-3 2 14 0,1-5 6 15,-1-1 2-15,1-2 9 0,-2-7-2 0,-1-1 0 16,-2-3-1-16,-1 1 22 0,-4-2-7 0,2-2-10 15,-2-1-6-15,-3-4-7 16,-1 2-2-16,0-11 0 0,0 12 1 0,-1-1-8 0,-2 1 5 16,2 4 9-16,-4 3-3 0,5 8 2 0,-3 1 17 0,2 6 5 15,0 1-15-15,-1 3-6 0,2 0-5 0,-1 3-15 0,1-3-17 0,0 3-14 16,0 4-32-16,0 0 3 0,0 0 4 16,-5 12-3-16,4 0 4 0,1 7-2 0,-3 6 1 0,-2 4 3 15,0 4 1-15,4 1 4 0,-3-2-2 0,3 2-1 16,2-2 6-16,2 2-1 0,-1-7 2 0,1 3 0 15,2-3 0-15,1-2 2 0,-2-5 8 0,-2-2-5 16,4 0-1 0,-2-5 3-16,-3-1 0 0,4-2-3 0,-4-1 1 15,-1-2-6-15,3 0-12 0,-2-4-1 0,-1 2-9 16,1-2-1-16,-1 1-9 0,1-1-10 0,-1-3-12 16,0 0-53-16,0 0-104 0,0 0-92 0,0 0-194 15,0 0-540-15,-7-15 239 0</inkml:trace>
  <inkml:trace contextRef="#ctx0" brushRef="#br0" timeOffset="36645.94">7835 5083 204 0,'0'0'201'0,"8"0"-20"15,1 0-19-15,-3 2-21 0,3 0-8 0,-1 1-14 16,2 2-11-16,0 0-9 0,1 2-6 0,-1 0-8 16,-3 4-10-16,0 2-7 0,4 1-5 0,-8-2-2 15,1 3-5-15,-2 4-1 0,-2-3-5 0,-4 3-6 16,0 1 0-16,-6 2-1 0,1-4-5 0,-4 6 1 16,1-7-3-16,0-2-4 0,1-1-1 0,1 1-1 0,1-5 0 15,-1 0 2-15,2-1 2 0,0-3-3 0,4-2 7 0,2 0 7 16,-2-1 18-16,-1 1 25 0,4-2 30 0,-2 1 40 15,3-3 50-15,0 0 30 0,0 0 1 0,0 0-26 16,-4-9-19-16,8 4-20 0,1-12-25 0,5 2-10 16,0-2-25-16,7-5-10 0,0-1-7 0,1-2-15 15,-2 1-12-15,2 2-7 0,1-3-6 0,-6 5-7 0,2 3-10 16,-6 2-2-16,4 0-2 0,-3 0-3 0,-5 6 0 16,3-3-7-16,-4 7-2 0,1-3-1 0,-1 4-15 15,1-1 7-15,-4 0-1 0,2 1-6 0,-2 1-5 16,-1 3-9-16,3-2-20 0,-3 2-45 0,0 0 12 15,0 0 7-15,0 0-3 0,-4 14 6 0,-1-4 18 16,-3 5-8-16,2 1 4 16,-2 7-5-16,0 3 15 0,-2-2-5 0,2 0 10 15,2 5-2-15,2-4-2 0,0-7 10 0,4 0-19 16,0-1 19-16,4-3 12 0,0-2 10 0,1 0 6 16,0-3 11-16,8 2 5 0,0-2 4 0,6-1-14 15,7-3 8-15,3 0 0 0,2-5 1 0,-2 0-14 16,0-3-24-16,-2-2-45 0,0-1-56 0,-8 0-75 15,-1 1-97-15,-1-1-133 0,-8-2-244 0,-2-4-713 0,-2 4 316 16</inkml:trace>
  <inkml:trace contextRef="#ctx0" brushRef="#br0" timeOffset="38334.85">9159 4383 16 0,'0'0'114'0,"0"0"3"16,0 0 2-16,0 0-6 0,0 0-3 0,0 0 5 16,0 0-7-16,0 0 0 0,0 0-5 0,0 0 1 15,0 0-6-15,0 0 0 0,0 0-6 0,0 0-2 16,0 0-7-16,0 0-2 0,0 0-5 0,0 0-5 16,0 0 1-16,0 0 0 0,0 0 0 0,0 0 2 15,0 0 1-15,0 0 3 16,0 0 2-16,0 0 0 0,0 0-7 0,0 0-12 15,0 0-4-15,0 0-5 0,17-4-7 0,-5 1-4 16,1 2-5-16,5-3 0 0,3 4-27 0,8-3 3 16,-1 3-4-16,0-1-1 0,2-2-2 0,-2 2-11 15,-7 0-17-15,-1 0-19 0,0-1-26 0,-2 2-17 16,-1 0-30-16,-4 0-44 0,-1-2-29 0,-4 1-175 16,-1 1-392-16,-3-1 173 0</inkml:trace>
  <inkml:trace contextRef="#ctx0" brushRef="#br0" timeOffset="38766.89">9204 4543 61 0,'0'0'192'0,"0"0"3"0,0 0 2 0,0 0 5 16,0 0-11-16,0 0-21 0,0 0-14 0,0 0-15 15,18-5-15-15,-7 5-13 16,12-3-15-16,5 1-6 0,0-1-19 0,7-6-32 15,1 6-35-15,1 2-47 0,2-5-80 0,-3 0-195 16,-4 2-341-16,-4-1 150 0</inkml:trace>
  <inkml:trace contextRef="#ctx0" brushRef="#br0" timeOffset="45784.15">11249 4113 76 0,'0'-4'175'0,"3"0"-8"15,-3-1-17-15,0 1-20 0,0 4-6 0,-4-8-14 0,-5 5-17 16,3-3-5-16,-7 3-10 0,-6-2-8 0,-3 2-9 16,2 2-7-16,-11-2-6 0,-1 1-5 0,-1 2-7 0,1 1-2 15,-4 2-9-15,0-1 6 0,1 1 2 0,-1 2-5 16,3 4-4-16,-3-1-2 0,4 2 4 16,3 0-7-16,3 1 0 0,6-3-6 0,0 3-2 15,5 0 3-15,1 1 0 0,5-3-2 0,0 0 4 0,3 2-11 0,2-1-2 16,3 3 6-16,2-3 2 0,5 1-3 0,6 2 1 15,2-3-1-15,11 2 4 0,4-2-1 0,-7-6 3 16,9 3-3-16,-1-3 0 0,0-4 2 0,1-3-3 16,-3 2 2-16,1-5-4 0,-9-1 4 0,0 0 10 15,3-7 2-15,1-2 5 0,-7-2 2 0,-2-4 0 16,1 0 11-16,-5-3-3 16,-2-3 3-16,0 0 1 0,-3-3-8 15,-2-6-5-15,-1 2-2 0,-6 0-6 0,1-11 6 0,-1 12 12 16,-2 0 14-16,4 1 11 0,-3 7 5 0,-1-1 3 15,2 6 13-15,-2 3-1 0,5 6-5 0,-5-1 8 16,5 4-3-16,-4 0-6 0,4 4-7 0,-1-2-7 16,1 1-9-16,-1 2-3 0,1 0-24 15,0 4-17-15,-3-6-33 0,3 6-25 0,0 0 4 0,0 0 4 0,0 17 6 16,0 0 0-16,4 8 4 0,-3 5 3 0,-1 4 3 16,0 10 4-16,0 2 4 0,3 0 1 0,-2-12 2 15,-1 1 2-15,0 0 1 0,5-1-2 0,-5-5-2 16,4 0 6-16,-3-5 3 0,2-7-2 0,-3 0 1 15,1-2 2-15,-1-6 1 0,3 1 2 0,-2-5-4 16,-2 4 2-16,2-4 2 16,0 0 2-16,-1-2 1 0,0 1 0 0,0-4 4 15,3 7 0-15,-3-4 0 0,0-3-1 0,1 3 4 16,-1-3-2-16,0 0 0 0,0 0 2 0,0 4-3 16,0-4 0-16,0 0 0 0,0 5-3 0,0-5 0 15,0 0 2-15,0 0-4 0,0 0-1 0,0 0 0 16,0 0-5-16,0 0-17 0,0 0-28 0,0 0-23 15,0 0-24-15,0 0-34 0,0 0-19 0,-4 2-32 0,4-2-35 0,-5 3-180 16,5-3-427-16,0 0 189 0</inkml:trace>
  <inkml:trace contextRef="#ctx0" brushRef="#br0" timeOffset="46532.58">11229 3928 110 0,'0'-3'250'0,"0"3"-13"0,4-4-14 15,-4 4-17-15,0-4-22 0,0 4-20 0,0 0-18 16,1-7-17-16,-1 7-22 0,0 0-6 0,0 0-13 15,0 0-8-15,0 0-4 0,0 0-12 16,8 11-5-16,-2-6-11 0,-1 2-1 0,2 1-4 16,-1 0-4-16,-2 2-9 0,6 1-8 0,-2-2-6 0,0 2-11 15,2 2-7-15,-1-3-10 0,-2-1 0 0,1 1-5 0,1-4-2 16,1 2-1-16,-5-3 2 0,0 0 6 0,1-2 2 16,0 0-1-16,2-3 3 0,-3 0 1 0,1-3-1 15,1 0 5-15,1-4 0 0,-1 0 1 0,-1-3 0 16,1-1 5-16,0 2 4 0,-3-4 7 0,1 3 3 15,-1-2 6-15,0 1 3 0,1 0 1 0,-4 1 8 16,4 0 1-16,-2 3 2 16,-2 2 4-16,0-1-2 0,2 1 5 0,-3 2-3 15,0-2-19-15,0 5-6 0,1-4-4 0,-1 4-14 16,3-4-16-16,-3 4 7 0,0 0-7 0,0 0 3 16,0 13 0-16,-3-4 0 0,3 3 5 0,-1 3-2 15,1 3 0-15,-4 9 2 0,3 0 1 0,-2 5-1 16,-3-3 0-16,2 3 4 0,3 0 0 0,-3-3 0 15,0 2 2-15,4 1 0 0,-2-2 0 0,-1-2 2 0,3 1 0 16,0 1 6-16,-3-3-4 0,2-7 0 0,1 4 2 16,0-7 0-16,-2 1 0 0,-1-1-1 0,1 0 2 15,0-2 3-15,1-3-4 0,-3-2 0 0,4 0 0 0,-2-5-1 16,-1 2 0-16,0-2-1 0,0 0 4 16,0 0 5-16,-1-2-3 0,-3 1 2 0,2-3 0 15,-2 1 2-15,7-2-3 0,-14-2 7 0,5-1 5 0,3 0 1 0,-3-3 6 16,0 0 0-16,0-11 3 0,2 8-3 0,1-8 3 15,1-3-1-15,0-5-1 0,5-1-5 0,3-2-1 16,-1-1-2-16,6-4 1 0,1 3 4 0,2-1 0 16,2 1 0-16,1 3 0 0,3-2 1 0,-2 3 2 15,0-2 4-15,3 7-8 0,1 2-7 0,0 0 2 16,2 2-3-16,-7 5 1 16,-1 0-2-16,-2 4-3 0,-1 0-2 15,-2 2 0-15,1 0-1 0,-4 1-4 0,0 1-2 16,-1 3-6-16,0-4-19 0,0 3-28 0,-4 2-10 0,6 0-12 15,-6 0-17-15,5 7-18 0,-6-3-17 0,1 2-52 16,-5 2-34-16,-1 4-199 0,-5-2-441 0,-1 2 195 16</inkml:trace>
  <inkml:trace contextRef="#ctx0" brushRef="#br0" timeOffset="47134.09">10494 4671 135 0,'-9'0'154'0,"9"0"-4"0,0 0-2 0,-6-3-15 16,6 3-8-16,0 0-17 0,0 0 0 0,0 0-6 16,0 0-7-16,-6 0-9 0,6 0-9 0,0 0-7 15,0 0-2-15,0 0 0 0,0 0-9 16,0 0-5-16,0 0-1 0,0 0-9 0,0 0-5 16,0 0-2-16,0 0-6 0,0 0-1 0,0 0-7 15,0 0 1-15,0 0-8 16,0 0 2-16,0 0-7 0,0 0 6 0,0 0-2 15,0 0-2-15,0 0-2 0,0 0 1 0,0 0-5 16,0 0-1-16,0 0 3 0,0 0 0 0,0 0-6 16,0 0-7-16,0 0 8 0,0 0 1 0,0 0 2 15,0 0-3-15,0 0 1 0,0 0-2 0,0 0 1 16,0 0-1-16,0 0 0 0,0 0-6 0,0 0 8 16,0 0-2-16,0 0 8 0,0 0 13 0,0 0 3 0,0 0-2 0,0 0 1 15,20-1 2-15,-14 0-3 0,6-1-1 0,7-1-2 16,3-1-5-16,12 1 2 0,6-1-8 0,14-4 9 15,3 1-7-15,4 0-2 0,33 3 6 0,-5-3 7 16,-1-4-1-16,8 4 2 0,0 1 11 0,-3-2 1 16,-2 0-1-16,-28 1-3 0,1 4-3 0,-4-4-1 15,-3 2 0-15,-5-2-9 0,-13 4 0 0,-2-4-3 0,-3 7 0 16,-5-2 1-16,-5 1 5 0,-8 0-9 0,-3-2 3 16,-2 2-4-16,-4 0-8 0,-2 1 2 0,2 0-3 0,-7 0-15 15,9 0-21-15,-9 0-21 0,6 1-12 0,-6-1-21 16,0 0-58-16,-18 6-63 0,8 0-194 15,-7-1-435-15,-2 0 192 0</inkml:trace>
  <inkml:trace contextRef="#ctx0" brushRef="#br0" timeOffset="48321.71">11316 5173 100 0,'-5'-3'149'0,"-4"0"-2"0,4 1-21 0,-3-1-7 16,-1 0-11-16,-1 1-10 0,-3 0-15 0,-6-1-5 16,1 1-8-16,-2 2-8 0,-2 0-5 0,-6 0-4 15,6 2-10-15,0-1 3 0,-7 1-3 0,2 1 2 16,4-2-6-16,-4 5-1 0,8-1-4 0,-9 2-7 15,8 0-3-15,3-1 0 0,-2 0-2 0,1 4-2 16,4 0-3 0,4-3-4-16,-2 2-6 0,-1 1 1 0,3 1-2 0,5-2 2 15,0 3 1-15,1-1 0 0,4 0 1 0,-2 1 5 16,4 0 14-16,2-3 8 0,1 1 13 0,-1 0 2 16,6-1 5-16,3-1-4 0,2 0 1 15,4-2-1-15,1-1-4 0,-1-3-2 0,-1 1 0 16,3-3 1-16,0-3-1 0,-1-2 7 0,2-2-1 0,-3-2 5 15,-1-1 1-15,5-6 10 0,-1 1 6 0,-4-3-2 0,1-3-5 16,-2-3-9-16,-2 0-6 0,-2-3 0 0,1 1-10 16,-3-2 4-16,-2-5-5 0,-1 1-21 0,-1-1 9 15,-3 1 6-15,1-3 5 0,-2 4 12 0,-3 2 7 16,0 1 7-16,0 4 4 0,-3 7 8 0,2 0-2 16,-1 1 5-16,0 5 4 0,2 1-13 0,-1 2-11 15,1 3-10-15,0 1-11 16,-3 0-4-16,3-1-4 0,0 5-19 0,-1-5-31 15,1 5-24-15,0 0-1 0,0 0 1 0,0 0 4 16,-8 18 4-16,7-5 4 0,-4 6 3 0,-1 8 3 16,1 0 6-16,2 0 10 0,2 4-11 0,-1 0 6 15,4-2 10-15,-1 3-11 0,4-6 4 0,-1 2 4 16,3-1-1-16,-1-9 2 0,4 3 0 0,-1-5-6 16,1 1-3-16,0 0-9 0,3-3 7 0,1-5-2 0,2 3-2 15,3-4 9-15,-2-1-2 0,3-5 5 0,9 3-1 0,-7-5-2 16,-1-2 2-16,9-3 1 0,-12-2 0 0,1 0 1 15,-1-3-1-15,0-2 5 0,5-5 0 0,-7-3-5 16,-2 5 7-16,-1-8-5 0,0-4-1 0,-2 1-1 16,1-3 3-16,-6-1 2 0,2-4-2 15,-3 2-4-15,-1 1 14 16,1 1 9-16,-1 2 17 0,-4 4-1 0,1 7 12 0,3 0 0 16,-8 3 17-16,4 3 0 0,4 2 0 15,-4 2-9-15,0 0-2 0,-4 0-7 0,4 3-8 16,0 0-5-16,4 0-10 0,-4 0 7 0,0 4-30 15,1-4-35-15,-1 4-9 0,0 0 6 0,0 0 2 16,-6 17 4-16,6-6 1 0,-4 6 5 0,-1 2 5 16,1 7 2-16,-1 0 4 0,1 6 2 0,-1-3 0 0,-2-2 3 0,3 4 0 15,0 0-2-15,1 1 9 0,3-3-5 0,-2-2 6 16,4-1 3-16,-1-1 0 0,1-4-4 0,-1-4 16 16,4 0-7-16,-1 0-1 0,-3-4-6 0,3-2 5 15,1 1 2-15,-1-3-1 0,-1-1 2 0,0 0 4 16,0-1 0-16,1-2 1 0,-2-3 5 0,1 2-2 15,2 2 1-15,-4-2 2 0,3-1 0 0,-4-3-3 0,5 4-2 0,-5-4-8 16,8 3-10-16,-8-3-14 0,10 0-20 0,-10 0-24 16,12-7-35-16,-7 5-45 0,3-3-49 15,3-2-58-15,0 2-248 0,-2-6-545 0,2 5 241 0</inkml:trace>
  <inkml:trace contextRef="#ctx0" brushRef="#br0" timeOffset="48537.71">11504 5063 20 0,'-4'1'288'0,"4"-1"-19"0,0 0-14 0,-8 2-15 16,8-2-26-16,0 0-24 0,21-3-21 0,-1 1-18 15,8-3-16-15,6 3-42 0,19-1-45 0,2-2-57 16,0-1-83-16,4-2-96 0,-3-1-110 0,-5-1-321 16,-12 1 142-16</inkml:trace>
  <inkml:trace contextRef="#ctx0" brushRef="#br0" timeOffset="49914.51">13193 4342 59 0,'-4'-3'152'0,"1"1"-14"0,0-2-15 0,-3 3-13 16,-1-3-4-16,-2 1-12 0,-2 1-18 0,-2-1-5 0,-6 1-4 0,-3 2-2 15,-5 0-8-15,0 2 6 0,-2 1-8 0,-2-1-10 16,0 6-12-16,0-3 11 0,1 3-3 0,2 2-6 15,0 0-5-15,5-5-6 0,0 9 4 0,5-5-8 16,0 2-3-16,4-3-6 0,0 4 6 0,5 0 0 16,0 0-2-16,3-2-4 0,3 2 3 0,2 0 0 15,4 1-1 1,3-3 1-16,4 2 8 0,0-1 10 0,8-2 5 16,3 1-7-16,-1-5 0 0,10-1-4 0,-1 0-1 15,0-5-1-15,1-3-7 0,-1 0-2 0,-1-1 10 0,-1-6 8 16,0 1 4-16,-4-3 8 0,0-1 9 0,-5 0 5 15,1-4 2-15,-4-3 8 0,-1 0-3 16,2 1 0-16,-5-7-5 0,1-1-2 0,-5-2-3 16,1-2-4-16,-1-1-1 0,0-15-2 0,-7 13-2 0,0 2-1 0,0 0 3 15,-5 3 1-15,5 1-1 0,-5 2 5 0,1 7 10 16,2 4-5-16,0-1-2 0,-2 5-7 0,3 1 4 16,-2 5-10-16,2-1-7 0,-3 2-3 0,4 0-10 15,-1 0-13-15,1 2-28 0,0 3-12 0,0 0 1 16,0 0 5-16,-9 14 2 0,8 2 3 0,-2 3-1 15,0 8 2-15,0 2 1 16,2 4 2-16,1 1 4 0,1-2 1 0,0 0 1 16,1 2-2-16,1-5 4 0,5 1 9 0,-2-2-7 15,3-2-1-15,-1-6 3 0,-3-3-1 0,4 1 3 16,-3-2-1-16,1-4 0 0,-3-2-1 0,-3-1 8 16,4-2-4-16,-2-2-2 0,-1 2 2 0,-2-4-1 15,4 1 6-15,-3 0 10 0,-1 0-7 0,3-2-4 16,-3-2 0-16,1 3 4 0,-1-3-1 0,0 4-1 0,0-4-3 0,0 0-1 0,3 4-9 15,-3-4-33-15,0 0-54 0,0 0-46 0,0 0-51 16,-14-6-39-16,7 2-214 0,2 1-480 0,0-2 213 16</inkml:trace>
  <inkml:trace contextRef="#ctx0" brushRef="#br0" timeOffset="50263.21">13451 3973 72 0,'3'-6'257'0,"-3"3"-23"0,1 1-19 16,-1-1-25-16,0 3-21 0,4-4-20 0,-4 4-19 15,0 0-18-15,0 0-9 0,0 0-12 0,6 12-11 16,-6 0-10-16,0 5-4 0,0 3-5 0,-1 10-12 15,-4 1-3-15,4 1-3 0,-2 0-7 0,3 2-4 16,0 0 0-16,0-1-6 0,-4-2-3 16,7-3-1-16,-6 1 0 0,3-4-3 0,3 0 0 15,-2-7-4-15,-1-2 6 0,0-3-7 0,3-1 0 16,-2-2-2-16,2 2 1 0,-1-6-1 0,-2 1-1 16,0-3 2-16,0 2 3 0,1-3-1 0,-1 1 0 15,0-4 1-15,0 6-1 0,0-6-2 0,0 4-16 16,0-4-43-16,0 0-49 0,0 0-55 0,0 0-61 15,0-14-136-15,3 9-375 16,-2-6 166-16</inkml:trace>
  <inkml:trace contextRef="#ctx0" brushRef="#br0" timeOffset="50463.6">13376 4244 122 0,'0'0'219'0,"-3"1"-12"0,3-1-7 16,0 0-11-16,0 0-20 0,0 0-17 0,0 0-11 15,36-2-17-15,-9 2-26 0,5-1-50 0,1-2-59 16,5 2-84-16,0-2-166 0,1-4-282 0,-3 0 124 16</inkml:trace>
  <inkml:trace contextRef="#ctx0" brushRef="#br0" timeOffset="51065.31">12729 4834 8 0,'0'0'141'0,"0"0"-6"16,-7 0-6-16,7 0-6 0,0 0-9 0,0 0 0 16,0 0-4-16,0 0 10 0,0 0-13 0,0 0-1 15,0 0 4-15,0 0 1 0,0 0-2 0,0 0-4 16,0 0 0-16,0 0-6 0,0 0-7 0,0 0-6 0,0 0-7 0,0 0-3 15,0 0-8-15,0 0 1 0,-7 1-4 0,7-1-2 16,0 0-3-16,0 0-8 0,0 0-5 16,0 0-4-16,14-7-3 0,0 4-6 0,3 2-23 15,3-4 0-15,11 0-2 0,4-2-2 0,4 1 0 0,17 0-2 16,6-5-1-16,5 5 1 0,20-9 0 0,8 4-6 16,-30 0 2-1,27-2 3-15,-28 5-2 0,29-5 1 0,-33 9-1 16,2-1 2-16,-4-2 0 0,-1 2 0 0,-5 0 0 15,-20 3-1-15,1-2 2 0,-5 0-3 0,-8 4 0 16,-7-4 2-16,-1 3-2 0,-4 1-7 0,-2-2-14 16,2 1-14-16,-8 1-12 0,6-2-14 0,-6 2-27 15,0 0-36-15,-20 5-44 0,3-3-217 0,-10 3-414 16,0 1 183-16</inkml:trace>
  <inkml:trace contextRef="#ctx0" brushRef="#br0" timeOffset="51782.91">13352 5216 19 0,'-13'-5'156'0,"-3"2"-11"0,-4-2-23 16,1 1-10-16,-3 4-11 0,-6-3-10 0,5 3-7 15,-5 0-7-15,6 3-11 0,-5 0 2 0,-1 1-18 16,3 3-7-16,-3 3-1 0,2-1-7 0,8-3-1 16,-1 1-1-16,1 2-7 15,1 0-2-15,2 2-2 0,4 1-6 0,2-5 9 16,0 3-7-16,2 0-3 0,2 2-2 15,4-2 11-15,1 3 9 0,1-4 13 0,2 0 4 16,3 3 4-16,4-4 1 0,-1-2 1 0,8 2-3 16,2-1 11-16,4-5-6 0,-5 0-4 0,4-2-3 0,-2-2-1 15,3-3 7-15,2-1 2 0,-5-1 8 0,0-4 10 16,-4-1-1-16,5-5-3 0,-3-3 3 0,0-1-1 0,-1 2-2 16,-6-6 2-16,1 0-10 0,-3 0-8 0,0-2-1 15,-3-3-2-15,2-3-3 0,-3 3 9 0,-1-2 5 16,-2-1-3-16,-3 2 6 0,2-1 6 0,-3 4 9 15,0 1 13-15,1 9 5 0,0 5-5 0,-1 3 5 16,0 1-21-16,2 2-18 0,0 1-4 0,0 2-15 16,-1-1-19-16,1 5-15 15,0 0-12-15,0 0 11 0,0 0-7 0,-8 21-12 16,3-6 7-16,1 3-1 0,0 7 2 0,-2 1 4 16,2 2 13-16,2 2-12 0,-1 0 1 0,-1 0-6 15,4-2 6-15,0 0-3 0,4-1-22 0,-1-1-9 16,-2-5-14-16,0-2-18 0,4-1-18 0,-5-7-18 15,4 1-21-15,-3 5-38 0,0-7-28 0,2 0-45 16,-3-4-48-16,3 1-196 0,-1-3-514 0,-2-4 228 0</inkml:trace>
  <inkml:trace contextRef="#ctx0" brushRef="#br0" timeOffset="52268.64">13446 5034 42 0,'12'-2'197'0,"-2"2"-18"15,3 0-16-15,1 2-16 0,-2 0-17 0,1 1-14 16,4 3-11-16,-6 1-8 0,5 0-12 0,-2 3-9 16,-2 0-7-16,0 3-3 15,-3-1-6-15,-3 5-8 0,-2-4-3 0,-3 3-8 16,-1 2-4-16,-3-1-3 0,-4 1-2 0,2 0-2 15,-4-1 3-15,0-1-5 0,-5 1-4 0,1 0 3 16,-1-3-6-16,4-3 1 0,-2 1-1 0,2-3 2 16,1-3-5-16,2 0 2 0,2-3 7 0,-4 2 9 15,5-1 19-15,-1 1 24 0,0-5 36 0,2 3 35 16,3-3 24-16,0 0-15 0,-4-9-15 0,8 3-25 0,0-4-11 16,1 1-6-16,4-5-15 0,4 0-1 0,3-5-7 0,0-4-21 15,2 3-3-15,2-3-10 0,0 3-8 0,-2-2 2 16,3-1-3-16,-10 10-4 0,2-4-7 0,-1 4-3 15,-6 4 3-15,4 2-1 0,-6-1 1 16,2 3-6-16,-3 1-7 0,1 0 1 0,-2 0-9 16,1 2-10-16,-3 2-21 0,5-2-5 15,-5 2 5-15,0 0 0 0,0 0 1 16,-10 17 18-16,5-8-14 0,-3 3 5 0,3 5 0 16,-1 0 3-16,-1-1 5 0,5 0 0 0,-1 3 2 15,3-1 1-15,3 0 3 0,3-1 1 0,11 5 3 16,3-5 3-16,3 0-11 0,9-6-52 0,6-2-71 0,16-1-93 15,1-3-338-15,3-9-607 0,0-5 269 16</inkml:trace>
  <inkml:trace contextRef="#ctx0" brushRef="#br0" timeOffset="52863.54">14891 4561 116 0,'0'0'163'0,"0"0"-1"0,0 0-3 16,-6 6 4-16,6-6-3 0,0 0 1 0,0 0 2 0,0 0 0 0,0 0-1 16,0 0-5-16,0 0-14 0,0 0-15 0,0 0-11 15,28-5-16-15,-9 3-10 0,9-2-21 0,4 4-28 16,2-3-19-16,-1-2-28 0,1 3-24 0,2-2-25 16,1 3-30-16,-1-2-30 0,-3 1-42 0,-4 0-178 15,-8-1-361-15,-3 1 159 0</inkml:trace>
  <inkml:trace contextRef="#ctx0" brushRef="#br0" timeOffset="53032.78">14996 4740 183 0,'0'0'261'0,"19"-1"-27"15,-5-2-26-15,7 2-22 0,9 0-25 0,6-1-40 16,-3 1-80-16,6-1-105 0,-6 0-159 0,1-3-239 16,-4 0 106-16</inkml:trace>
  <inkml:trace contextRef="#ctx0" brushRef="#br0" timeOffset="56973.36">16615 4068 71 0,'0'0'184'16,"2"-5"-6"0,-1 1-8-16,-1-1-9 0,1 2-4 0,-1 3-9 15,-1-6-12-15,2 3-3 0,-1 3-2 0,4-5-12 0,-4 5-9 16,0-4-6-16,0 4-16 0,0 0-5 0,2-3-10 16,-2 3-11-16,0 0-9 0,0 0-8 15,0 0-13-15,0 0-12 0,0 0-6 0,2 12-3 16,0 0-3-16,-2 7 1 0,0 0-5 0,-2 11 3 15,4-1 0-15,-2 3-2 0,-4-1-2 0,4 1 5 0,0-3-5 0,2 0 7 16,-2-1 1-16,-2-4-7 0,2-5 3 0,0-2 0 16,0 1-11-16,2-3 12 0,0-3-1 0,-2 0 4 15,1-2-19-15,1-3-22 0,-2 0-19 0,0-2-19 16,1 0-30-16,-1 0-36 0,0-1-33 0,0-4-141 16,0 0-332-16,0 0 147 0</inkml:trace>
  <inkml:trace contextRef="#ctx0" brushRef="#br0" timeOffset="57581.49">16118 4668 135 0,'-8'0'171'0,"8"0"-9"0,0 0-14 0,-7-1-3 0,7 1-16 16,0 0-6-16,-5 1-7 0,5-1-12 0,0 0-9 15,0 0-7-15,0 0-9 0,0 0-13 0,0 0 0 16,0 0-10-16,-5 3-2 0,5-3-5 0,0 0-11 15,-2 2-1-15,2-2-1 0,0 0-2 0,0 0-7 16,0 0-7 0,0 0 7-16,0 0-11 0,0 0 8 0,0 0-3 0,0 0-2 15,0 0 0-15,0 0 0 0,0 0-3 16,0 0 4-16,0 0-7 0,0 0 1 0,0 0-5 16,0 0 0-16,0 0 0 0,0 0-4 0,0 0-1 15,0 0 2-15,0 0 1 0,0 0-1 0,0 0-1 16,0 0-2-16,0 0-2 0,0 0 2 0,0 0-1 15,0 0 3-15,0 0-1 0,0 0 2 0,0 0-4 0,0 0 3 0,0 0-2 16,0 0 12-16,0 0 8 0,0 0 4 0,0 0 12 16,0 0 9-16,0 0-3 0,0 0-5 0,0 0-2 15,17-2-9-15,-1-1-1 0,13-2-2 0,6-1-1 16,23 1-7-16,3 2-1 0,31-4-1 0,-29 6-5 16,33-3 3-16,-2-3-5 0,-29 5-1 0,27-3 1 15,-33 2-2-15,1 2 0 16,-5 1-2-16,-4 0 5 0,-14 1-4 0,-5-2-2 15,-1 1 2-15,-9 0-4 0,-5 1 1 16,-4 0-4-16,-1 1 2 0,-5-2-2 0,0 0-1 16,-2 0-3-16,1 0-4 0,-6 0-10 0,0 0-21 15,0 0-28-15,0 0-21 0,-12-10-27 0,0 8-32 16,-1 2-26-16,0-3-30 0,-2 1-120 0,1 0-350 0,0 0 155 16</inkml:trace>
  <inkml:trace contextRef="#ctx0" brushRef="#br0" timeOffset="58214.42">16473 4862 210 0,'0'0'226'0,"3"-5"-18"15,-2 3-19-15,-1 2-19 0,5-5-20 0,2 2-14 16,-1-2-15-16,7 2-12 0,0 3-18 0,2 0-4 15,2 0-12-15,2 2-7 0,0 3-5 0,0-1-3 0,1 3-10 0,-3 1-8 16,-2 0-8-16,-2 3-1 0,1 0-4 0,-5 3 0 16,3-2-8-16,-6 4 4 0,-5-4-3 0,-1 3-5 15,-5 4-2-15,-2-2-4 0,-4 0 3 0,1 0 0 16,-5 1-2-16,-1-4 2 0,1-2-5 0,2 2-4 16,-3-4 2-16,4-3 3 0,1 2-2 0,2-3-2 15,2-2 5-15,1-1-2 16,0 4-3-16,2-4 17 0,0-2 14 0,0 2 27 15,4-3 25-15,-4 2 16 0,4-2-11 16,0 0-13-16,0 0-9 0,13-12-7 0,-2 3 0 16,4-4-14-16,1 0-5 0,8-4-5 0,-3-2-5 0,7 0-2 15,-1-3-4-15,-3-1-6 0,2 2-4 0,-4-1 3 16,-2 3-1-16,3 0-5 0,-9 6-1 0,-3-1-1 16,2 2 4-16,-5 3 6 0,-1 1 10 0,0 1 4 0,-5 3-9 15,5 0-1-15,-4 1-6 0,-1-1-7 0,3 1-1 16,0 3-14-16,-5 0-17 0,4-3-6 0,-4 3-4 15,0 0 7-15,-5 17-1 0,-4-7 3 0,4 1-1 16,-3 3 2-16,-1 5-1 0,3-2 3 0,0 2 2 16,2 0 2-16,1 3 1 0,1-5 6 0,2 1-2 15,5 1 5-15,5-2 0 16,9 3 9-16,5-3-8 0,10-1-32 0,13-2-69 16,4-4-95-16,9-6-335 0,-5-4-574 0,4-6 254 15</inkml:trace>
  <inkml:trace contextRef="#ctx0" brushRef="#br0" timeOffset="60482.13">18391 4282 64 0,'-5'-5'119'0,"1"0"-13"0,-2-1-15 16,-3 0-6-16,0 1-1 0,-2 0-18 0,-2-1-7 15,-4 3-1-15,-1 0-3 0,-2 0-10 16,2 2 1-16,-5 0 2 0,1 2-6 0,-2 0-3 0,6 2-3 16,-5 0 4-16,1 1-5 0,4 3-1 0,1-1-7 0,-1 2 4 15,4 0-5-15,2 0-4 0,3-1 2 0,0 0-11 16,3 3 2-16,1-3-2 0,2 3-2 0,-2-1 3 15,9 0-4-15,-3 1 3 0,8 0 4 0,0-3-7 16,9 5 6-16,6-1 4 0,2-2-4 0,3-3 9 16,-1-1-11-16,0-3 0 0,-6-1 4 0,6-1 2 15,-6-2 10-15,-3-2-1 16,0 1 13-16,-2-5 14 0,-4 2 5 0,2-5 3 16,-2-1 5-16,0-2 1 0,-6-1-4 0,2 0 6 15,0-10-4-15,-5 1-1 0,1-1-5 0,-5 0 0 16,1-5-11-16,-1 1-3 0,0 0-3 0,-1-3-4 15,1 4 7-15,-1-2 0 0,1 0-2 0,-3 5 4 16,2 0 1-16,1 10-4 0,-3 1-3 0,3 2 6 16,-1 2 0-16,1 3-8 0,0-1-1 0,0 2-9 0,0 3-5 15,0-4-5-15,-2 4-15 0,2 3-4 0,-2-4-23 16,2 4-1-16,0 0 2 0,0 0 7 0,0 18 3 16,0-2-8-16,0 3 2 0,0 6 2 0,0 6 0 0,2-2 2 15,0 1 2-15,-2 1 2 0,4-2 2 0,0 2 2 16,-2-2-1-16,1-11 3 0,2 9-2 0,-1-3 4 15,-2-7-2 1,2-2 3-16,0-4-1 0,-4 0 1 0,4-4-2 16,-3 0 3-16,2-1 0 0,-2 1 2 0,-1-3-3 15,3 1-3-15,-3 0 1 0,1-2-6 0,-1-3-11 16,0 4-1-16,0-4-11 0,0 5-18 0,0-5-16 16,0 0-32-16,-4 4-46 0,4-4-46 0,0 0-50 15,0 0-122-15,0 0-386 0,-4-11 170 0</inkml:trace>
  <inkml:trace contextRef="#ctx0" brushRef="#br0" timeOffset="61137.25">18538 4128 159 0,'1'-3'246'0,"1"0"-15"16,0 1-21-16,-2 2-22 0,3-4-18 0,-3 4-18 15,0 0-19-15,1-4-13 0,-1 4-19 0,0 0-7 16,0 0-15-16,0 0-6 0,12 6-3 0,-5-2-10 16,-2 1-4-16,3 2-11 0,-4-2-8 0,5 2-12 15,-1 3-14-15,-1-3-4 0,2 1 0 0,0 1-9 16,-3 0 0-16,2 1-4 0,0-5 0 0,-3 3-6 0,1-3-1 0,1-1 3 16,-3 0 2-16,-2-2 1 0,2 1 2 0,0 1 9 15,-4-4 12-15,3 1-3 0,-3-1-3 0,0 0 13 16,8-8 3-16,-5 4 2 0,-2-2 0 0,2 0 3 15,-2-4 0-15,2-2 2 0,-2 5 6 0,1-5-1 16,1 5 0-16,-3-5 4 0,3 6 0 0,-2-1 2 16,0-1 5-16,0 3-4 0,-1 0-4 0,3 1-5 0,-3 4-4 15,0-6-5-15,0 6-6 0,1-5-2 0,-1 5-7 0,1-2-18 16,-1 2-9-16,0 0-1 0,0 0 4 0,0 0-3 16,3 11 1-16,1-1 10 0,-3 0-7 0,2 7-3 15,-1-1 0-15,1 4 0 0,-1 0-2 16,2 6 5-16,2-1 0 0,-3 2 10 0,-2 1-6 15,1-2 3-15,-1 1-3 16,1-2 1-16,0 2 4 0,-4 0 0 0,4 2 0 16,-4-2 3-16,0-7-2 0,-1-3 2 0,1 2-2 15,-2-2 5-15,0-5-2 0,0-2-4 0,2 0 2 16,-2-5 2-16,0 1 1 0,0 1 2 0,0-3-2 16,-4-2 4-16,2 1 3 0,6-3-2 0,-14-3 1 15,4-2 9-15,1 0 1 0,0-2 10 0,-2-2 4 16,3 0 9-16,0-2 3 0,2-5-3 0,-2-2-5 0,7-1-6 0,1-7-2 15,1-1-1-15,8-1-4 0,-4 2-6 0,8 0 4 16,4-4-5-16,-3 4 0 0,2 1-9 0,1 3 3 16,1 0-2-16,1 4-4 0,-5 4-1 0,1 0 1 15,2 4-3-15,-2-2 1 0,2 2-3 0,-3-1 3 16,-5 5-3-16,0 2-1 0,0 0-8 0,-4 0-27 16,0 4-26-16,2-3-16 15,-7 3-23-15,9 3-28 0,-7 1-24 16,2 0-23-16,-4 2-59 0,-4 1-156 0,-1 1-421 15,-1-2 187-15</inkml:trace>
  <inkml:trace contextRef="#ctx0" brushRef="#br0" timeOffset="61722.78">17833 4737 39 0,'0'0'189'0,"0"0"-12"16,-8 0-13-16,8 0-16 0,0 0-12 0,0 0-21 0,0 0-5 15,-1-3-13-15,1 3-7 0,0 0-1 0,0 0-16 16,0 0-9-16,0 0-10 0,0 0 0 0,16-2-9 15,-16 2-3 1,0 0-5-16,0 0-5 0,0 0-1 0,8 2-5 16,-8-2-1-16,0 0-4 0,0 0-4 0,0 0-2 0,0 0-2 15,0 0-1-15,0 0 2 0,0 0-3 0,0 0-3 16,0 0 2-16,0 0-1 0,0 0-3 16,0 0 11-16,0 0-8 0,0 0 2 0,0 0 3 15,0 0-2-15,0 0 4 0,0 0-1 0,0 0-2 16,0 0-1-16,0 0 2 0,0 0-5 0,0 0 0 0,0 0 1 0,5 1-3 15,-5-1-2-15,0 0 2 0,0 0 1 0,0 0-1 16,0 0 10-16,0 0 4 0,0 0 4 0,0 0 2 16,0 0 7-16,14-1 3 0,-5 1-2 15,2-2 0-15,6-1-5 0,11 1-1 0,7-1-7 16,2-1 6-16,26 1-6 0,3 0-1 0,31-6 3 0,2 7 1 16,4-1 7-1,-4-2 2-15,0-2 0 0,-2 4 0 0,-2-1-3 0,-3 1-2 16,-29 0-3-16,-1 1-2 0,-3 0 1 0,-4-1-7 15,-15 2-2-15,-5 0 3 0,1 1-5 16,-8-3 0-16,-7 1-1 0,-5 0 3 0,-3 2-3 0,-2-2-3 16,0 0 1-16,-5 2 0 0,1-1-5 0,0 1 0 15,-7 0-13-15,8 0-14 0,-8 0-31 0,0 0-37 16,0 0-25-16,0 0-44 0,0 0-49 0,-24 3-191 0,12-1-432 16,-3 3 192-16</inkml:trace>
  <inkml:trace contextRef="#ctx0" brushRef="#br0" timeOffset="62825.12">18584 5199 182 0,'0'-8'169'0,"-2"4"-14"15,-1 1-20-15,-1 0-15 0,-7 1-9 0,-2 0-10 16,-4-1-17-16,-3-1-5 0,-3 4-5 0,-5-2-12 16,-3 1 0-16,2 1-6 0,-2 3-3 0,1-1 1 15,-1 0-4-15,1 1-4 0,1 1-4 0,1-1-3 16,1-1-2-16,7 3-8 0,-1 2-3 0,6-3-2 0,-2 5-5 0,7-2 3 16,-1 0-8-16,3 0 1 0,0 2 2 0,4-1-3 15,2 2 0-15,2 2-2 0,2 0 8 0,6-3 14 16,4 4 8-16,3-1 8 0,4-2 0 0,7 0-2 15,3 1-1-15,2-5-3 0,-2 1-3 0,-6-5-2 16,5-2-1-16,-6 0 2 0,-3-2 19 0,0-5 9 16,2 1 8-16,-5-3 0 15,1-3 11-15,-6 2 6 0,3-5-1 0,-2-1 2 0,0-8-7 0,-5 7-5 0,-1-10 2 16,0 0-11-16,-4-2 0 0,1-3-11 0,-2 2-2 31,-1-1 2-31,0-1 5 0,-4-2 8 0,2 2-6 16,-1-1 16-16,-1 4-13 0,-1 2 2 0,0 7-6 0,3 3-10 15,-1 5-1-15,-1 0-12 0,4 3-5 0,-4 4 4 16,4-1-8-16,0 1-25 0,0 1-30 0,0 4-41 0,-5-4-7 16,5 4 10-16,0 0 2 0,-4 17 8 0,0-1 1 15,1 2 4-15,-1 10 11 0,1-1-6 0,-1 2 13 16,7 1 2-16,-2 2-1 0,3 0 7 16,2-5 5-16,5-1 1 0,-2 3 0 0,3-4 1 15,2-2-1-15,3 0-1 0,-3-3-6 0,1-6 3 16,2 0-3-16,1-4 0 0,-1 0 5 0,3-3 1 0,-1 0-4 0,-1-5 1 0,1-2 2 15,-1-1 3-15,0-2 5 0,-3-2 0 0,2-2-2 16,-3-3 3-16,1-2 1 0,-4-1-1 0,-3-3 1 16,0-1-3-16,-1-1 0 0,-1-9 5 0,1 2 0 15,-1-2 9-15,-4-4 2 0,3 3 3 0,-1-2 22 16,-4 0 4-16,4 4 20 0,-4 1 6 0,0 7 21 16,0 1 3-1,1 5 6-15,-1 3 6 0,3 1-10 0,-3 3-9 0,-3-1-10 16,6 2-16-16,-7-1-5 0,4 2-18 0,0 3-19 15,0-7-29-15,0 7-32 0,0 0 5 0,0 0 1 16,-2 17 2-16,0-4 6 0,-3 5-1 16,-3 7 3-16,2 1 6 0,2 3 6 0,-3 1-1 15,1 0 1-15,1 2 1 0,0-5 4 0,0 2 1 0,1-3 3 16,2 1 2-16,0-3-3 0,1-4 2 0,0-3 5 0,1 2-2 16,1-2 5-16,0-7 5 0,1 2-2 0,0 0-1 15,-2-3 4-15,3-2 5 0,-3-1 4 0,1-2 16 16,-1-4 8-16,2 8-7 0,-2-8 6 0,2 5 0 15,-2-5 12-15,0 0-25 0,6 1 16 0,-6-1-5 16,14-1-5-16,-1 0-25 0,1-1-42 0,4-3-55 16,0 2-47-16,0-3-52 15,1 0-56-15,7-5-83 0,-7 3-275 0,0-1-653 16,-4-3 289-16</inkml:trace>
  <inkml:trace contextRef="#ctx0" brushRef="#br0" timeOffset="63072.47">18701 5095 137 0,'0'0'202'0,"0"0"-2"0,0 0 9 0,0 0 10 16,-6 0 9-16,6 0-4 0,0 0-22 0,0 0-19 16,23 0-21-16,5-3-16 0,6-1-30 0,18 1-59 15,6-2-84-15,4 0-125 0,0-1-199 0,-2-4-381 16,-4-3 168-16</inkml:trace>
  <inkml:trace contextRef="#ctx0" brushRef="#br0" timeOffset="77903.2">6584 7718 101 0,'-2'-6'132'0,"2"6"1"15,0 0-3-15,0 0-7 0,-4-2 1 0,4 2 0 16,0 0-20-16,0 0-8 0,-2-4-5 0,2 4-13 16,0 0-6-16,0 0-4 0,0 0-9 0,-2-3-8 0,2 3-7 15,0 0-2 1,0 0-4-16,0 0-7 0,0 0-1 0,0 0-6 16,0 0-5-16,0 0-5 0,0 0 4 0,0 0 1 15,0 0-9-15,0 0 3 0,0 0-7 0,0 0 4 16,0 0-1-16,0 0-4 0,-10 5 0 0,10-5-3 15,0 0 8-15,0 0 4 0,0 0 6 0,0 0-4 16,0 0 4-16,0 0-2 0,0 0-5 0,28-2 4 16,-8 2-7-16,3-4 0 0,7-2 4 0,3 4-7 0,-4-2 5 0,7 3-5 15,-1-2-2-15,-2-1 1 0,0 0 0 0,0 0-1 16,-2 4-2-16,-3-3-2 0,-9 3-2 0,-1 0 4 16,0 0-1-16,-6-1-1 0,-1 1 0 0,-5 1-16 15,1-2-19-15,-2 2-19 0,-5-1-3 0,5 0-7 16,-5 0-3-16,0 0-26 0,0 0-38 0,-13 9-126 15,2-3-278-15,-2-2 123 16</inkml:trace>
  <inkml:trace contextRef="#ctx0" brushRef="#br0" timeOffset="78319.78">6574 7882 43 0,'0'0'137'0,"17"3"-12"16,-5-3-8-16,5 0-12 0,1-3-5 0,11 0-4 16,-1 2-10-16,4 0-1 0,4-2-4 0,-3 1 2 15,3 0-11-15,-3 0-5 0,2 2-8 0,-7-3-2 16,-5 1-6-16,-4 1-8 0,-6 0-5 0,-3 1 0 15,-1 0-7-15,-1 0 2 0,-2-1-4 0,-6 1-6 0,9 1-3 16,-9-1-12-16,8 0 3 0,-8 0-1 0,0 0-23 16,0 0 4-16,0 0-6 0,-23 7-22 0,12-7-13 0,0 0-8 15,1 2-18-15,1-2-34 0,-4 0-104 0,7 0-231 16,-1-2 103-16</inkml:trace>
  <inkml:trace contextRef="#ctx0" brushRef="#br0" timeOffset="78952.67">6983 7556 64 0,'0'0'185'0,"0"0"-14"0,0 0-17 16,0 0-18-16,-5-3-11 0,5 3-15 0,0 0-11 16,0 0-12-1,0 0-2-15,0 0-17 0,0 0-4 0,6 10-7 0,-2-8-1 16,2 3-12-16,4 2 0 0,0-2-11 0,1 0 4 15,4 4-2-15,1 1-7 0,4-2 5 0,-3-1-6 16,-2 0-2-16,4-1-3 0,-2 0-6 16,-2 1 2-16,-2-2-3 0,0 0-2 0,-3-2 0 0,0-1-5 15,-1 1 9-15,-3 0-6 0,1 0-1 0,-3-2 14 16,1-1 3-16,0 2 8 0,-5-2 7 0,5 3 11 0,-5-3 7 16,5 0-4-16,-5 0-2 0,5 0-5 0,-5 0-6 0,0 0-8 15,3 4-14-15,-3-4 2 0,-3 5-4 0,-1-1-3 16,-2 6-2-16,-5 1-2 15,-1 3-2-15,-8 7-1 0,-1 4-1 0,-2 1 0 0,-1 1-4 16,-8 14 3-16,0-3-6 0,8-8 2 16,1-1-1-16,1 0 4 0,-1 0-7 0,4 0 2 0,2-4 2 0,3-3-2 0,0 1 0 15,4-6 4-15,1-4-4 0,3-4-1 0,0 1 3 16,3-3 0-16,0-1-2 0,-2-1 1 0,2 0 14 16,0-1 3-16,1-2 16 0,1 2 15 0,1-4 6 15,-3 5 9-15,3-5 3 0,-1 2 0 0,1-2 12 16,-2 3 0-16,2-3-14 0,0 0 0 0,0 0-8 15,-2 4-5-15,2-4-3 16,0 0-7-16,0 0 1 0,0 0-5 0,0 0-5 16,0 0-5-16,0 0-4 0,0 0-16 0,0 0-32 15,0 0-31-15,0 0-39 0,0 0-64 0,0 0-90 16,0 0-262-16,0 0-550 0,17-9 243 0</inkml:trace>
  <inkml:trace contextRef="#ctx0" brushRef="#br0" timeOffset="80671.73">8640 7504 189 0,'0'-7'185'0,"4"5"-21"15,-4-3-10-15,4 4-13 0,-2-3-17 0,5 2-11 16,-2-2-11-16,4 0-13 0,0 2-10 0,0-1-4 0,2 1-15 15,1 2-4-15,1 0-8 0,-2 3-6 0,2-1 1 16,-1 3-7-16,1 0-10 0,-2 2 2 0,3 3 0 16,-1 1-5-1,-1 2-2-15,-5 3-6 0,0 2 0 0,-2 2 2 16,3 2-4-16,-7-1 2 0,0 4-4 0,-2-6 5 0,1 6-8 16,-6 0 2-16,-3 0 1 0,0-2 2 15,0-4-3-15,-2-2-3 0,-1-1 7 0,1 1-5 0,-1-2-3 16,0-2 2-16,1 0 0 0,3-4 2 0,-1 0-1 15,1-1 1-15,0 0-1 0,3-4 3 0,1 1-3 16,0-2 3-16,1 2 2 0,0-4 19 0,-1 2 21 0,4-3 27 16,-4 5 22-16,4-5 23 0,0 0-6 0,0 0-11 15,0 0-11-15,0 0-16 0,13-19-5 0,-7 9-10 16,3-3-8-16,4-1-5 0,-2-3-3 0,6-4-10 16,-2 0-4-16,4-2-3 0,-2-1-3 0,4 3-2 15,-6-2-5-15,4 2-2 0,-6-7-1 0,6 6-3 16,-5 0-1-16,-1 8-6 0,-3 0 1 0,2-2-1 0,-1 3 12 0,-2 1-10 15,-1 3 0-15,-2-3 0 0,0 7-2 0,-2-3 8 16,0 1-4-16,-1 4-2 0,2 1-2 0,-1-3-4 16,-3 2-4-16,1 2-6 0,-2 1-14 0,0 0-14 15,0 0 0-15,0 0 0 0,0 0 0 0,-2 14 5 16,-3 1 10-16,-3 2-9 0,0 6 6 0,-2 4 3 16,0-5-1-16,2 2 1 15,2 1 5-15,2-7-2 0,0 9 3 0,2-8 10 16,2-2-8-16,2 3 2 0,1-3 3 0,3-1 4 15,3 0-5-15,6-3-2 0,6 3-31 0,5-4-52 16,3-3-70-16,8-4-104 0,17-2-203 0,-16-6-505 16,2-2 225-16</inkml:trace>
  <inkml:trace contextRef="#ctx0" brushRef="#br0" timeOffset="81542.92">9941 7639 146 0,'-8'-6'155'0,"-1"1"-14"0,-1-2-15 16,-4 3-7-16,-6-2-15 0,2 2-11 0,-3 0-9 15,1 3-5-15,-2-2-7 0,-6 3-4 0,0 0-7 16,5 0-2-16,1 4-3 0,2-1-2 0,-2-1-4 16,2 4-10-16,3-3 2 15,0 3-7-15,6-1-9 0,1 0 2 0,0 2-8 16,2 0-3-16,0 2-6 0,4 0 8 0,-2 0-10 15,6 2 13-15,4-2-10 0,-2 3-4 0,5-3 1 16,3 4 3-16,4-1 0 0,-1-3-2 0,5 0 4 16,-3-2-6-16,4-3 5 0,0 2-4 0,3-2 1 15,-2-2-2-15,-2-1 6 0,3-2 10 0,-3-2 2 16,-3-1 7-16,4-2 22 0,-5-1 5 0,-2-2 5 0,-2 1 7 0,0-4 3 16,2-5 0-16,-5 0 0 0,0-1-1 0,-2-1-4 15,1-8-5-15,-2 0-5 0,-1-2-1 0,-1 0-5 16,-2-1 3-16,-2-3-3 0,-1 5 16 0,3-2 9 15,-3 1 6-15,2 1 1 0,-2-1 3 0,0 11-5 16,-1 1 6-16,2 1 0 0,0 0 2 0,0 6-5 16,2 1-3-16,-2-2-4 15,1 4-15-15,0 2-5 0,-1 0 2 0,0 1-23 16,1 1-4-16,1 3-26 0,-2-6-29 0,2 6-33 16,0 0 6-16,0 0 2 0,-2 13 4 0,3-1-2 15,-4 4 11-15,-3 7 2 0,2 5 4 16,2-1 5-16,-1 5 0 0,2-4-2 0,-2 3 3 0,3-2 4 15,3 0 5-15,-4-2 16 0,2-1-19 0,3-2 4 16,-3-5-2-16,0 2 1 0,-1-3 6 0,2-1-1 0,-1-5 2 16,0-2-4-16,-1 3 5 0,2-6-2 0,-2 1 3 0,1-4 9 15,-1 1-8-15,1 1 1 0,-1-3-1 0,0-3 5 16,0 5-1-16,0-2-1 0,0-3 4 16,0 4 0-16,0-4-3 0,0 0 3 0,0 5-3 15,0-5-1-15,0 0 2 0,0 0-1 0,0 0 1 0,0 0 2 16,0 0-5-1,0 0-10-15,0 0-15 0,0 0-20 0,0 0-15 16,0 0-22-16,0 0-18 0,0 0-28 0,0 0-32 16,0 0-34-16,0 0-24 0,0 0-31 0,0 0-167 15,0 0-449-15,0 0 198 0</inkml:trace>
  <inkml:trace contextRef="#ctx0" brushRef="#br0" timeOffset="82329.34">10001 7440 194 0,'3'-4'267'0,"-3"4"-10"0,2-4-13 0,-2 0-13 0,0 4-21 16,0-4-21-16,0 4-19 0,0 0-23 0,0 0-15 15,3-4-18-15,-3 4-13 0,0 0-11 0,0 0-12 16,0 0-10-16,0 0-7 0,0 0-7 0,13 9-15 15,-7-5-10-15,0 3-10 0,-1 2-8 0,2-3-8 16,1 4-10-16,2 3-9 0,-1-5-9 0,-2 3-6 16,2 2-5-16,-1-2-3 15,0-3-3-15,-1 2-1 0,1-6 9 0,-5 2-5 16,1 1 2-16,2-5 9 0,-4 1 3 0,2 1 16 16,0-4 11-16,-4 0-2 0,0 0-3 0,10-5 11 15,-5 2 12-15,-1-2 3 0,1-6 4 0,-1 3 4 16,-3-1-1-16,3-2 4 0,0 0 8 0,1 1 2 15,-4 1 2-15,3-1-1 0,-4 1 10 0,4 0-5 16,0 0-1-16,-3 4 3 0,-1-1 5 0,3 0-2 0,-2 4-8 0,-1-2-7 16,3 1-2-16,-3 3-8 0,2-5-6 0,-2 5-9 15,0-4-20-15,0 4-17 0,0 0-9 16,0 0 0-16,0 0 0 0,0 0 5 0,3 11-2 0,-2-5-2 16,-1 2 7-16,0 2-1 0,-1 5-2 0,1 2 5 15,1 0-1-15,-1 1 2 0,0 8 4 0,0 0 2 16,0 1 2-1,0-6 3-15,0 4 1 0,0-1 1 0,0 3-3 0,0-1 4 16,4-9 2-16,-4 3 0 0,0-1 0 0,0-2 2 16,-4-1-4-16,4 1-2 0,0-5 7 15,-1 0-3-15,-2 1-1 0,-2-1 2 0,4 0-3 16,-3-2 0-16,0 1 4 0,-1-1 1 0,-1 0-3 0,2-1 7 16,-4-1-9-16,3 2 7 0,-3-2-1 0,2 1 0 15,-3-2 2-15,5-2 3 0,-2-1-3 0,-1 3 1 0,-2-3 0 16,4 0 3-16,1 0-1 0,1 0-2 0,-3-3 1 15,3 0 3-15,-4-1 6 0,7 0 3 0,-9 0 9 0,9 0 7 16,-6-1 9-16,2 0 0 0,1-6 3 16,1 4-3-16,-2-4 1 0,3-4 9 0,2-3-17 15,3-4-5-15,0 0-7 0,1-10-1 0,3 0-6 16,4-4-3-16,1 2-1 0,11-12 0 0,-6 14-6 0,9-10 4 0,-5 8 12 16,-1 4 5-16,0 0 3 0,-1 5 22 0,0 1 2 15,-6 6 9-15,2-1 10 0,-5 4 2 0,0-4 4 16,3 5 3-16,-5 2 8 0,-4 2-2 0,0 1-8 15,3 0-11-15,-6 3 1 0,2-2-14 0,0 2 1 16,0-1-13-16,-4-1-29 0,4 2-37 0,-4 2-39 16,4-2-38-16,-4 2-41 15,0 0-33-15,0 0 17 0,0 0-14 0,0 12-45 16,-3-6-38-16,-2 1-253 0,0-1-549 0,-2-1 244 16</inkml:trace>
  <inkml:trace contextRef="#ctx0" brushRef="#br0" timeOffset="82930.89">9339 8173 163 0,'0'0'173'0,"0"0"-8"0,0 0-2 0,0 0-5 0,0 0-9 16,0 0 4-16,0 0-5 0,-7 0-7 0,7 0-6 16,0 0-8-16,0 0-9 0,0 0-11 0,0 0-9 15,0 0-7-15,0 0-6 0,0 0-4 0,0 0-5 16,0 0 0 0,0 0-10-16,0 0-2 0,0 0 3 0,0 0-11 0,0 0-5 15,0 0 0-15,0 0-3 0,0 0-2 0,0 0-2 16,0 0-3-16,0 0 0 0,0 0 0 0,0 0-1 15,0 0 0-15,0 0-1 0,0 0-2 16,0 0 6-16,0 0-13 0,0 0-2 0,0 0-10 0,23-5 12 16,-10 2-15-16,8 3 1 0,10-7-5 0,8 5 3 15,16-5 1-15,12 1-7 0,23-2-1 0,-22 3-1 0,29-1-2 16,0-1 4-16,1 3 15 0,-6-2-7 0,-26 2 3 0,25-1-4 16,-29 2 4-16,-3 0-7 0,-4 1 1 0,-14-3-1 15,-3 3 5-15,-5-2 2 0,2 3 5 16,-16-2 10-16,0 2 4 0,-9 0 12 0,1-1 2 15,-2 1-1-15,-3 1-4 0,0-1-15 0,-6 1 1 0,9-2-6 16,-9 2-20-16,7-1-24 0,-5-1-25 0,-2 2-78 0,0 0-66 16,0 0-73-16,-12-3-303 0,4 0-608 0,-2 2 270 15</inkml:trace>
  <inkml:trace contextRef="#ctx0" brushRef="#br0" timeOffset="83833.37">10088 8630 224 0,'-8'-10'202'16,"1"1"-21"-16,-2 1-19 0,-7-3-14 0,-3 4-18 16,0-1-12-16,-4 3-13 0,3 1-15 0,-11-1-5 15,4 3-8-15,0 2-9 0,4 1-6 0,2 1-8 16,-1 3-10-16,3 1-4 15,-2 1-5-15,2 2-1 0,1-1-7 0,4 3 2 16,0-1-12-16,1 2 1 0,3 3-3 0,4-1-4 16,-1 3-1-16,3-5 3 0,3 2-7 0,1-1 2 15,3 2 3-15,3 0 3 0,3-2-7 0,5 0 8 16,0-1 4-16,4 0-7 0,-1-5 7 0,3 0 1 16,3-3 4-16,-4 0 8 0,3-3 12 0,-3-2 6 15,-1-2 15-15,1 1 14 0,-3-8 14 0,0 3 4 0,-2-5 0 0,0 0 13 16,-2-2 0-16,-2-3 5 0,0-5-8 0,2-2-3 15,-3-1-5-15,-4-1-3 0,0-4-11 0,-1 1-10 16,-3-3 1-16,-1-2-1 0,0-1-4 16,-1 1-8-16,-3 1 8 0,4 3 14 0,-4 3 0 0,0 7-3 15,2 3 9-15,-1 4-4 0,1 5-11 0,-1-2-12 16,3 3-10 0,-1 3-12-16,2-1-9 0,-2 2-35 0,-2-1-43 15,3 4-32-15,0 0 5 0,0 0 7 0,0 0 6 16,-1 15 9-16,1-3-1 0,1 4 5 0,-1 3 4 0,0 13 10 15,3-3 4-15,-2 2 3 0,4-4 2 0,0 3 19 16,2 0-14-16,-1-4 1 0,3-1-10 16,0-1-7-16,-4-4-8 0,1-2-6 0,1-1-17 15,-1 0-8-15,-2-7-23 0,0 1-22 0,0 0-26 0,-2-1-35 0,1-2-36 16,-2-2-33-16,-1 1-206 0,1-4-491 0,-1-3 216 16</inkml:trace>
  <inkml:trace contextRef="#ctx0" brushRef="#br0" timeOffset="84319.08">10251 8448 130 0,'13'-1'157'0,"1"1"-17"16,3 4-17-16,-2-2-12 0,2 4-9 0,-1 0-11 15,0 3-5-15,-1-1-13 0,-2 7-6 0,-4-4-7 0,1 5-7 0,-1 0 1 16,-2-1-18-16,-5 2 12 0,2 0-6 0,-8 2-5 16,2 0 4-16,-6 3-6 0,0-3 2 0,-3 5-1 15,-5-2-5-15,6-6-3 0,-8 3 6 0,5-4-11 16,-1-1-3-16,3-2-2 0,-1-3-2 0,3 1 4 16,3-3-4-16,1-3 1 0,0 2 14 0,-1-1 16 15,2-3 19-15,0 1 24 0,1 1 29 0,1-2 28 0,2-2 25 0,-6 2 37 16,6-2 7-16,0 0-18 0,0 0-24 0,3-16-13 15,1 6-18-15,4-5-7 0,3-3-23 0,6-6-12 16,2-1-19-16,0 0-18 0,4-1-9 0,1 0-10 16,-1-2-5-16,-2 5-4 0,-2 4-6 0,-7 4-2 15,-1 1-6-15,-2 6 2 0,-1 1 3 0,-1 0-10 16,-3 2-3-16,1 0-14 16,-1 2-19-16,-1 1-27 0,-3 2-15 0,0 0 4 15,0 0 2-15,2 8 2 0,-3 1 2 0,-3 3 6 16,0 3 3-16,-1 4 7 0,1 5 4 15,-1 1 4-15,3 4 6 0,0-3 0 0,5-1 1 16,3 0 7-16,3 0 3 0,5-4 3 0,5-1 2 0,4-1-28 16,8-6-44-16,1-3-80 0,18-4-115 0,-13-6-267 15,13-2-583-15,2-7 258 0</inkml:trace>
  <inkml:trace contextRef="#ctx0" brushRef="#br0" timeOffset="85152.37">11312 7921 102 0,'-5'-2'163'16,"5"2"-1"-16,0 0-15 0,0 0-9 0,-5-2-14 16,5 2-1-16,0 0-8 0,0 0-3 0,0 0-1 15,0 0 3-15,0 0-1 0,0 0 1 0,0 0-10 16,0 0-6-16,0 0-9 0,0 0-9 0,14-4-6 16,-4 2-7-16,9-1-7 0,-1 1-7 0,9-2-3 15,5 1-7 1,1 1-3-16,4-3-4 0,2 2-12 0,-2 1-12 15,0 0-24-15,-4-1-29 0,0 0-31 0,-3 2-31 0,-10 1-23 16,-1 0-34-16,-6 0-166 0,-4 0-353 16,-3 0 156-16</inkml:trace>
  <inkml:trace contextRef="#ctx0" brushRef="#br0" timeOffset="85506.5">11427 8118 54 0,'-5'2'175'0,"5"-2"-5"0,-4 2-10 15,4-2-2-15,0 0-13 0,0 0-4 0,0 0-6 16,0 0 2-16,-2 4-2 0,2-4-4 0,0 0-11 15,0 0-8-15,14 0-12 0,-3-1-6 0,8-2-10 16,7 0-10-16,5-1-7 16,3 0-7-16,0 0-4 0,6-2-8 0,-3 0-5 15,16-1-3-15,-18 2-4 0,3 3-2 0,-5-4-3 16,-3 5-8-16,-3 0 2 0,-9-1-4 0,-5 1-1 16,-3 0-4-16,-1-1 2 0,-4 2-6 0,2 0-16 15,-1-1-15-15,-6 1-12 0,8 0-6 0,-8 0-19 16,0 0-38-16,0 0-47 0,-17 5-242 0,8-3-414 15,-1 0 184-15</inkml:trace>
  <inkml:trace contextRef="#ctx0" brushRef="#br0" timeOffset="86872.22">13405 7702 90 0,'-2'-6'191'0,"-1"1"-16"0,2 3-14 15,-3-5-19-15,0 3-16 0,-5 0-13 0,0 1-13 16,-1-1-7-16,-3 0-11 0,-3 1-11 0,-1 0-7 16,-2 2-6-16,-1-1-1 0,1 1-3 0,-1 4-3 0,2-2-3 0,-1 3-4 15,1-3-8-15,0 4 1 0,-1 0-6 16,2 1-4-16,1 5-2 0,-2-5-2 0,4 5-1 16,1 1-4-16,-1-3-2 0,3 3-1 0,2-2-4 15,1-1-3-15,4 2 7 0,-1 2-6 0,4-2 1 0,2 0 7 16,2 0-8-16,3 1-1 0,3 0 6 0,5-2-3 15,1-1-3-15,2 1 4 0,2-4 0 0,0-2-2 0,3 0-5 16,-2-4 8-16,2 0 1 0,-3-3-2 0,4-2 1 0,-6 1 3 16,2-6 10-16,-1 2 9 0,-3-5 2 15,0-4 12-15,-3 2 2 0,0-3 3 0,0-7 2 16,-1 1 6-16,-2-4-4 0,-7 1-2 0,3-7 2 16,-5 1-3-16,0 1 3 0,-3-1-1 0,1 0-2 0,0-3-1 15,-1 4-1 1,-1 0 4-16,-1 2 0 0,3 2 4 0,-2 8-1 15,-2 3 3-15,2 0 0 0,1 5 4 0,0 3-3 16,1 1-4-16,2 2-14 0,-1 0-10 0,1 1-9 16,-2 1-20-16,2 4-32 0,-2-2-18 0,2 2 1 15,0 0 0-15,-3 11 5 0,2 1 5 0,1 8 2 16,1 5 5-16,-2 4 2 0,1 1 2 0,0 2 0 16,0-1 2-16,1 1 3 0,4-3 5 0,0 3 4 0,1-1-3 0,-2-5 3 15,-2-2-1-15,4-5 3 0,-3-1 1 0,-1-3-2 16,2-1-2-16,-2-5 5 0,0 3-1 0,-1-4 1 15,1 0 3-15,-2-3-1 0,1 2 0 0,0-3 1 16,-1-1-2-16,0 1 2 0,2-1 3 0,-2-3-1 16,3 4 4-16,-3-4-2 0,0 4 0 0,0-4-5 15,0 0-1-15,0 0-12 16,0 4-16-16,0-4-13 0,0 0-19 0,0 0-20 16,0 0 7-16,-5 4-7 0,3-1-28 0,-1 2-35 15,1-3-36-15,0 2-62 0,-4-1-129 0,6-3-403 16,-5 3 178-16</inkml:trace>
  <inkml:trace contextRef="#ctx0" brushRef="#br0" timeOffset="87542.81">13506 7527 7 0,'1'-3'282'0,"-1"3"-28"0,2-3-23 0,-2 3-25 15,0 0-25-15,0-3-19 0,0 3-20 0,0 0-16 0,0 0-9 0,0 0-16 16,0 0-11-16,0 0-8 0,14 6-11 0,-8-1-14 16,1 5-14-16,-1-5-20 0,2 4-13 0,0-1-10 15,0 3-12-15,1-1-6 0,1 0-12 0,-2-2-8 16,-2 0 2-16,2 2-7 0,2 0 0 0,-6-4 7 0,1 0-1 16,-1-1 0-16,1-3 6 0,-1 1 20 0,0-1 2 15,-4-2 6 1,0 0 17-16,10-3 9 0,-9-1 10 0,3-3 2 15,0 1 6-15,1-3 5 0,-1 0-1 0,1-2 6 16,-2 0-1-16,-1-2-4 0,2 4 6 0,-1-3 5 16,-1 4-3-16,1-2 9 0,-2 5 7 0,3-3 2 15,-3 3-5-15,0 2-7 0,1-2-9 0,-1 1-5 16,-1 1-11-16,0 3-19 0,4-5-16 0,-4 5-19 16,0 0 1-16,0 0-3 0,0 0 3 0,0 0-1 0,4 19-1 0,-6-5-2 15,2 1 0-15,0 10 5 0,-2 2 1 0,-2 2-3 16,1 2 6-16,1 0-3 0,-2 4 7 0,1 1-3 15,1-3 6-15,1 0-7 0,-2 2 5 0,2 0 2 16,2-2 0-16,-1-1 2 0,0-3 2 0,0 0 0 16,3-3 2-16,-3-5 1 0,1-3 0 0,-1 1-1 15,-1-4 0-15,-2-1 6 16,3-3-6-16,0-1 2 0,-1-2 1 0,-2 1-1 16,3-4-1-16,-2 2 6 0,-1-1-2 0,-2-2 5 15,0 1-2-15,0-3 1 0,-2-1 3 0,2-1 0 16,-5 0-1-16,1-1 15 0,0-3 11 0,-1 0 1 15,1-2 5-15,0-2 7 0,1 0-3 0,0-4-7 16,2-3 3-16,2-5-2 0,3-5-5 0,1-1-9 16,5-4-3-16,6-4-4 0,5-10-2 0,-3 11-4 0,11-11-2 0,3 1-4 15,1 3 7-15,-7 14 5 0,2-2 28 0,-2 3-10 16,2 3 13-16,2 1 2 0,-4 0 5 16,2 4-1-16,-5 5-1 0,-5 2 1 0,1 3 10 15,-5 2 2-15,0-1-7 0,-3 1-1 0,1 2-10 16,-2-1-6-16,-1 1-12 0,-2 1-24 0,2-2-31 0,-4 4-37 15,5-1-40 1,-5 1 3-16,0 0 5 0,4 10-18 0,-4-5-12 16,-2 6-28-16,-2-2-35 0,1 4-54 0,-5 0-232 15,1 2-508-15,-3-2 225 0</inkml:trace>
  <inkml:trace contextRef="#ctx0" brushRef="#br0" timeOffset="88059.74">12885 8276 51 0,'-6'0'202'0,"-1"0"-14"16,7 0-9-16,-9-1-7 0,9 1-10 0,-6 0-4 15,6 0-3-15,0 0-7 0,-9 0-14 0,9 0-9 16,0 0-12-16,0 0-12 0,0 0-11 0,0 0-11 16,0 0-5-16,0 0-6 0,0 0-11 0,0 0-2 15,0 0-10-15,-5-1-5 16,5 1-4-16,0 0-5 0,0 0-1 0,0 0-4 16,0 0-5-16,0 0-1 0,0 0-1 0,0 0-5 15,0 0 0-15,0 0-3 0,0 0 0 0,0 0 0 16,0 0-5-16,0 0-1 0,0 0 2 0,0 0-1 15,0 0 2-15,0 0-3 0,0 0 4 0,0 0-1 16,0 0 10-16,0 0 4 0,0 0 3 0,0 0 0 16,0 0-2-16,23-2 2 0,-9 0-4 0,16-3 2 0,4 2-7 0,17-2-1 15,9-2-1-15,5 2 7 0,34-8-1 16,-5 5 8-16,2 0 3 0,-4 0 4 0,5 3 3 0,2-1-1 16,-7 1 2-16,-26 2-2 0,-1-1-4 0,0-3-2 15,-6 4-5-15,-9 1-4 0,-11-3 4 0,-7 2-1 16,-3 1-2-16,-10 0-1 0,-4 1 10 0,-1-1 2 15,-6 2-1 1,2-1 1-16,-5 0-7 0,-1 1 1 0,-4 0-8 0,10-3-14 16,-5 1-14-16,-2 0-45 0,-3 2-47 15,0 0-50-15,0 0-63 0,-18-2-62 0,10 1-197 16,-2 1-511-16,1-2 226 0</inkml:trace>
  <inkml:trace contextRef="#ctx0" brushRef="#br0" timeOffset="90533.83">13702 8901 91 0,'-8'-3'116'0,"2"1"-11"15,-6 0-15-15,-2 0-3 0,1 1-19 0,-6 1-8 16,0 0 10-16,0 1-21 0,-2 1-6 0,0 0-11 15,-11 0 6-15,4 3 1 0,0 0-7 0,2 1-1 16,-4 0-1-16,10 1-1 0,-2 1 3 0,4 0-12 16,-1-2-2-16,2 6-2 0,2-2 1 0,-1 1-6 15,4 2 9-15,3-3-8 0,-1-1 2 0,5 2 0 0,1 0 0 16,0 1-6-16,7 0 8 0,-2 1 10 0,3-1 16 0,6 0-4 16,-1-3 4-16,7 3 9 0,0-2-8 0,3-3 2 15,0 1-4-15,1-4-3 0,-2-3-2 0,3 1 5 16,-3 0 1-16,0-4 11 0,1 0 12 0,0-3 7 15,-3-2 18-15,-1-1 7 0,-5 0 2 0,3-5 4 0,-3-1 1 16,0-3-1-16,-3 1-3 0,3-3 0 0,-2-5-2 16,-3-3-9-16,1 1-4 0,-3-3-9 0,4-3-6 0,-5-2-12 31,0-11 2-31,-2 8 11 0,0 3-12 0,0-12-3 0,0 13 14 0,-2 0-2 0,0 3 1 0,2 5 7 16,-5 6 10-16,5 2-2 0,-1 4-4 0,0 2 0 15,1 1-14-15,0 5-7 0,-1-2-6 0,1 2-17 16,0 3-10-16,0 2-34 0,0-6-30 0,-2 2-32 15,2 4-6-15,0 0 9 16,0 0 3-16,-2 19 7 0,2-2 4 0,-2 2 7 16,2 8 1-16,-1 5 6 0,-5 14 5 0,2 2 3 15,-1-14-1-15,-2 12 10 0,4-12 0 16,1 0 4-16,4-2 1 0,-2 1 2 0,1-5 6 0,1 2 1 16,6-2-1-16,-4-3 2 0,2-6 11 0,3-1-6 15,1-2 2-15,-1-2 4 0,4-1 3 0,1-2 0 16,3-2 2-16,2 0-3 0,0-2 1 0,2-5-1 0,-1-1 1 0,9-2 2 15,-7-1 0-15,-1-2-2 0,-1-4 5 0,4-5-9 16,-6 2 6-16,4-3-2 0,1-6-2 0,-6 2 2 16,0-3-2-16,0-2-3 0,-3-4 0 15,-2-2-6-15,0-4-3 0,1-12-3 0,-4 9 3 0,1-11 1 16,-6 12 2-16,1 4 10 0,0-4 17 0,-1 4 17 16,0 4 22-1,-2-2 13-15,-2 11 10 0,3-1 5 0,-3 0 11 16,0 6-4-16,1 2 5 0,-1 1 0 0,0 1-6 15,0 5-9-15,2-1-12 0,-2 0-18 0,0 0-8 0,0 5-9 16,0-3-24-16,0 3-35 0,2-5-55 16,-2 5-15-16,0 0 11 0,0 0 6 0,-4 23 7 15,3-7 8-15,-2 4 4 0,1 6-1 0,-6 3 12 16,3 5 3-16,0 0 3 0,1 2 4 0,-2-2 12 0,-2-2-7 0,6-1 2 16,-1-2 3-16,1 0 1 0,0-5 1 0,-2 1 0 0,3-6 6 15,2-5-4-15,-1 2 3 0,2-1 6 16,-2-4 1-16,1 1-4 0,-1-5 18 0,0 2-9 15,1-3-2-15,2-2 4 0,-3 2 1 0,1 0-2 0,0-4 3 16,-1 1 3-16,0-3-1 0,0 5 2 0,0-5 7 16,2 5-6-1,-2-5-3-15,0 0-1 0,1 4 3 0,-1-4-7 16,0 0 8-16,0 0-3 0,1 1-1 0,-1-1 4 16,0 0-1-16,0 0-2 0,2 4 3 0,-2-4 11 15,0 0-14-15,8 4 2 0,-4-3-6 0,-4-1-3 16,9 1-10-16,-5-1-14 0,-4 0-22 0,14-1-28 15,-5 1-47-15,0-4-51 0,2 1-66 0,1 0-294 16,-3-6-578-16,1 2 255 0</inkml:trace>
  <inkml:trace contextRef="#ctx0" brushRef="#br0" timeOffset="90696.59">13937 8833 1 0,'0'0'287'0,"-7"2"-15"0,7-2-13 16,-5 0-13-16,5 0-8 0,0 0-16 0,0 0-25 0,0 0-15 16,0 0-26-16,35-4-37 0,-3-1-46 0,6-2-74 15,18-3-99-15,0-2-259 0,3-4-388 0,0 0 172 16</inkml:trace>
  <inkml:trace contextRef="#ctx0" brushRef="#br0" timeOffset="91213.49">15003 8160 111 0,'0'0'317'0,"0"0"-12"0,0 0-16 0,0 0-11 15,0 0-12-15,0 0-16 0,0 0-14 0,0 0-9 16,0 0-29-16,0 0-19 0,0 0-24 0,11-7-30 16,-3 5-22-16,2-3-25 0,8-1-31 0,2 2-30 15,2 0-31-15,11 0-33 0,-1 0-40 0,0 0-46 16,-1-1-59-16,-2 2-260 0,-7 1-488 0,-3-1 216 16</inkml:trace>
  <inkml:trace contextRef="#ctx0" brushRef="#br0" timeOffset="91367.2">15057 8235 15 0,'-2'5'214'0,"2"-5"2"0,0 0-6 0,13 5-18 0,5-5-17 16,4 2-16-16,9-2-18 0,4 1-30 0,2 2-58 15,1-3-78-15,16 0-108 0,-20-4-89 0,2 0-240 16,-4-1 107-16</inkml:trace>
  <inkml:trace contextRef="#ctx0" brushRef="#br0" timeOffset="92153.4">16466 7782 13 0,'1'-4'229'0,"-1"-3"-3"15,0 2 8-15,0-3-4 0,0 3-5 0,0-2 3 16,0 1 2-16,5-1-8 0,-8 2-11 0,6-1-17 16,-3-1-1-1,0 0-18-15,1 5-4 0,-1-2-9 0,0 4-17 0,-1-8-17 16,1 8-21-16,1-4-9 0,-1 4-17 0,0 0-10 16,0-5-29-16,0 5-30 0,0 0-27 0,0 0-12 15,0 0 3-15,0 13-1 0,-1-3 3 0,1 10 3 16,-3 8 1-16,1 0-1 0,-2 3 6 0,4 6 0 15,-1-3 1-15,-3 1 3 0,0-2-1 0,4 2 3 16,-1-4 0-16,-2-2 4 0,3-3 0 0,0-1 10 0,0-6-15 16,3-2 6-16,-6-2 0 0,3-3-1 0,0-1 2 15,0-3 0-15,0 0 3 16,0-2-4-16,0-3 8 0,0 2-4 0,3-1 4 0,-3-1 9 16,1 1-6-16,-1-4 1 0,0 4 0 0,0-4 0 15,0 0-3-15,0 5-1 0,0-5-11 0,0 0-9 16,0 0-10-16,0 0-33 0,0 0-51 15,0 0-63-15,0 0-69 0,1-17-233 0,2 7-511 16,-2 0 227-16</inkml:trace>
  <inkml:trace contextRef="#ctx0" brushRef="#br0" timeOffset="92594.19">16379 7583 242 0,'-4'-4'233'0,"1"3"-20"0,3 1-22 15,-5-3-23-15,5 3-23 0,-2-2-9 0,2 2-17 16,0 0-13-16,0 0-14 0,0 0-8 0,0 0-9 0,20 9-9 0,-6-1-8 31,13 4 1-31,-3 2-8 0,7 3-8 0,0 2-5 0,12 6-1 16,-1 4-3-16,-1-2-6 0,-1 4-3 0,-11-6-3 15,7 7-4-15,-13-5 0 0,0 3-2 16,-3 0-4-16,0 0 2 0,-4 2-1 0,-7-3-1 0,-2 0-7 16,0 1 4-16,-7-4 0 0,-7 1-6 0,1-8 4 15,-4 4 2-15,-9-2 2 0,0-3-3 0,-4-2 7 0,-4 0-1 16,-1-5 0-16,-3 0 6 0,2 0 2 0,-2-4 3 16,0 1 9-16,3-3 8 0,2-1 0 15,5 0 1-15,-2-3 2 0,5 2 3 16,5 1-3-16,2-3-9 0,3 1-2 0,2-1 6 15,-1-1-14-15,2 1-2 0,-1 0 1 0,6-1-8 16,-9 2 2-16,9-2-1 0,-4 0 4 0,4 0 3 0,0 0-3 0,-6 2 5 0,6-2-2 16,0 0-3-16,0 0-4 0,0 0 8 0,0 0-20 15,0 0-9-15,0 0-15 0,0 0-21 0,0 0-27 16,0 0-40-16,0 0-55 16,0 0-77-16,0 0-203 0,10-9-476 0,-7 4 212 15</inkml:trace>
  <inkml:trace contextRef="#ctx0" brushRef="#br0" timeOffset="93756.83">17254 7807 157 0,'0'-3'264'0,"0"3"-22"0,0-5-24 16,0 5-21-16,0 0-26 0,1-4-18 0,-1 4-20 15,0 0-15-15,0 0-11 0,0 0-13 0,0 0-7 16,0 0-13-16,7 12-7 0,-5-4-7 0,1 1-4 16,1 3-6-16,2 0-1 0,-3 0-7 0,3 6-5 15,4-4-3-15,-3 2-7 0,0 1-9 0,3-2-2 0,-1-1 2 16,2 0-7 0,0-1-4-16,-3-4-1 0,-2 0 0 0,2-1 0 15,1-3 0-15,-3 1 3 0,-2-2 1 0,1-1 8 16,-1 0 10-16,1-3 3 0,-5 0 2 0,12-3 4 15,-6 0 11-15,0-4-9 0,4-1 1 0,-2-2-5 16,3-2-4-16,-2-1 4 0,-1 2 7 0,3-1 0 16,-4-2 7-16,2 4 1 0,-2 1 6 0,-4 1 9 15,1 2 1-15,0 0-8 0,0 2-2 0,0-1-15 0,-3 3-7 0,1-1-11 16,1-1-14-16,-3 4-19 0,4-4-18 0,-4 4-4 16,0 0 1-16,0 0 2 0,1 15 4 0,-1-5-3 15,0 2 1-15,0 8 2 0,-1 7 2 0,-3 4 0 16,-1 0 3-16,1 1 6 0,-1 2-3 0,0 2 6 15,-1 10-1-15,-1 0 3 0,0-14-1 0,1 4 2 16,1-3 2-16,0 3-1 0,-1-1 3 0,-2-2 2 0,2-1-1 0,-2-2-1 16,2-3 2-16,-2-7 1 0,0-3 5 0,2-2-5 15,1-3 5-15,-2-3 4 0,0 0 11 16,-1-2 12-16,-1-3 20 0,-1-2 10 0,1-2 13 0,0-2 2 16,-1-3 12-16,-3-5 10 0,3-2 18 0,-3-2 14 15,5-1-12-15,2-15-4 0,6 5-18 0,1-5-20 16,8-1-14-1,13-11-15-15,5-1-15 0,5 0-21 0,7-1-25 16,3 2 7-16,5 1 1 0,-3-1 0 0,4 6-2 0,-4 5 1 16,-3 2 2-16,-11 11 3 0,-1 0 0 15,-2 4 6-15,-3 2-4 0,-7 3-1 0,-2 2-3 16,-5 2 3-16,-3 1-1 0,3 0 4 0,-4 2-5 16,-2-1-4-16,1 1-9 0,-1-1-26 0,-4 3-31 15,0 0-17-15,0 0 14 0,7 5 2 0,-7 0-15 0,0-5-12 0,-8 9-29 16,1-2-53-16,1 0-59 0,-4-1-298 0,2 1-584 15,3-3 259-15</inkml:trace>
  <inkml:trace contextRef="#ctx0" brushRef="#br0" timeOffset="95329.43">19926 7906 158 0,'0'0'245'0,"0"-7"-11"15,0 7-10-15,0-5-8 0,0 5-10 0,0-4-14 16,0 4-17-16,0 0-18 16,0-5-22-16,0 5-15 0,0 0-13 0,0 0-16 15,0 0-22-15,-2-3-34 0,2 3-29 0,0 0 3 16,0 0-3-16,0 17-3 0,-2-5 0 0,2 2 2 15,-1 4-2-15,-2 1-2 0,-1 8 2 0,-1-1-4 0,1 3 4 0,1-3-1 0,0-1 2 16,-2-6-7-16,3-2 8 0,0-1-3 16,0-5 0-16,0-1-1 0,1-1 1 0,1-4 1 15,-2 2 4-15,2-2 1 0,0-2 6 16,2 1 23-16,-2-1 26 0,0-3 29 0,0 0 25 0,0 4-6 16,0-4-7-16,0 0-10 0,10-7-14 0,-1 0-1 15,0 0-3-15,0-2-19 0,1 1-7 0,-2-1-5 16,1-1-4-16,0 0-9 0,1 2 2 0,-1 1-8 15,-1 1-1-15,-2 1-7 0,-2 1-1 0,0 0-4 16,-3 1-5-16,4 1-20 16,-2 0-17-16,-3 2-9 0,0 0 3 0,9 3 1 15,-4 1 9-15,0 1-1 0,-1 1-1 16,2 1 1-16,2 1 5 0,1 3-1 0,0 2 6 16,-2-5 1-16,6 5 3 0,-1 0 3 0,3-2 1 0,-4-2 0 15,6 1 4-15,-2-3 4 0,6-3 1 0,-8-2-1 16,7-1 0-16,-1 2 11 0,0-4 4 0,3-2 11 15,-3 0 9-15,2-4 16 0,-1 1 6 0,-2-4-4 0,0-1 7 16,-4 1 6-16,4-2-3 0,-4-3-8 0,-1-1 13 16,-4-2 0-16,-2 2 0 0,4 1 5 0,-4-5 6 15,-3 3-3-15,0 3-10 0,-4-2-10 0,-1-1-1 16,-2 4-8-16,-1 1 4 0,0 0-19 0,-4-1-5 16,1 3-3-16,-1 2-5 0,1 0 1 0,-2 1-6 0,1 3-3 15,3-2 0-15,0 3-5 0,0-1-12 0,-3 1-16 0,7 1-17 16,-3-1-3-16,4 3-12 0,-8-4-4 0,8 4-10 15,-2 0 2-15,2 0-4 0,-8-3-2 0,8 3-3 16,0 0-5-16,0 0-8 0,-4-1-13 0,4 1-15 16,0 0-13-16,0 0-20 0,0 0-21 0,0 0 5 15,0 0-2-15,0 0-39 0,0 0-62 0,5 9-142 16,-5-9-444-16,9 3 197 16</inkml:trace>
  <inkml:trace contextRef="#ctx0" brushRef="#br0" timeOffset="95846.38">20800 7586 166 0,'0'-4'259'0,"0"4"-16"0,0 0-19 16,0-5-24 0,0 5-20-16,1-4-14 0,-1 4-19 0,0 0-18 15,0 0-19-15,0 0-10 0,0 0-19 0,0 0-11 0,0 0-26 16,0 0-4-16,0 0-5 0,3 12-11 0,-3-2 0 16,1 9-5-16,-1 5-3 0,-4 6 6 0,3 2-8 15,-3 3-1-15,-1 11-1 0,0 0-1 0,-4 2-2 16,0-12 1-16,3 10 1 0,-1-13-2 0,2 2-1 15,0-3 0-15,1-3-3 0,2-3 1 0,-1-8 5 0,2-1-5 16,0-4-1-16,-1-1 0 0,2-3 2 0,0-1-2 16,0-2 27-16,0 0 29 0,0-1 30 0,0-3 30 15,0-2 39-15,0 6 30 0,0-6 12 0,0 0-15 0,0 0-23 16,0 0-16-16,17-15-14 0,-7 6-13 0,4-3-3 16,0-3-29-16,3-5-7 0,-2 6-7 15,3-4-13-15,-1 4-6 16,-7 3-5-16,0 3-6 0,-2 3-5 0,-2-1-4 15,-2 3-8-15,0 0-5 0,1-1-14 0,-1 1-22 16,0 2-31-16,-4 1-11 0,7 0 0 0,-7 0-10 16,12 5-6-16,-2 2-2 0,0 1-13 0,4 2-7 15,-1 2-15-15,0 3-8 0,2-3-10 0,4 6-20 16,-2-5-19-16,-2-1-20 0,1 1-12 0,1-4-22 16,-1 0-12-16,-5-3-28 0,-2-1-153 0,3-1-447 0,-1-2 198 0</inkml:trace>
  <inkml:trace contextRef="#ctx0" brushRef="#br0" timeOffset="96162.79">21196 8208 104 0,'5'-1'153'0,"-5"1"24"15,5-4 8-15,-5 4 1 0,5-2-3 0,-5 2-3 16,3-4-6-16,-3 4-4 0,0 0-2 0,1-2-5 16,-1 2-1-16,0 0-14 0,0 0-4 0,0-4-12 15,0 4-5-15,0 0-5 0,0 0-3 0,0 0-8 0,0 0-8 0,4-5-11 16,-3 1-11-16,6 4-10 0,-2-4-7 0,5 1-2 16,4-4-6-16,0 0-7 0,3-1-3 0,2-1-10 15,-4 0-1-15,10-4-5 0,-8 1 2 0,2 0-7 16,2-2 10-16,-2 1-15 0,-5 0-1 0,8-6 1 15,-8 3-10-15,3-4 0 0,-4 6-1 0,-1-1 3 16,-5 6-8-16,-1 0 3 16,-2 3 0-16,-1 1-10 0,-1-2 5 0,-2 2-16 15,-1 0-10-15,-4 2 0 0,-3 3-3 0,-5 3 3 16,-5 2 1-16,-7 5 1 0,-1 1 4 16,3 3-3-16,-4 3 0 0,3 0 3 0,1 1 2 0,1 2-4 15,1 1 0-15,0 1-14 0,8-1-8 0,2-3-6 16,-2 3-5-16,0-3-12 0,8-1-19 0,1 1-9 15,7-3-22-15,1-1-35 0,2-5-44 0,3 2-252 0,4-5-482 16,1-3 213-16</inkml:trace>
  <inkml:trace contextRef="#ctx0" brushRef="#br0" timeOffset="96479.09">21734 7998 197 0,'4'-1'271'16,"-1"-2"-32"-16,-3 3-24 0,5-1-24 0,-5 1-23 16,0 0-13-16,0 0-20 0,12 6-16 0,-7 1-9 15,1-2-11-15,-1 4-12 0,2 0-11 0,-2 4-6 16,1-1-6-16,-1 4-7 0,0-2-4 0,-3-2-6 16,1 2-7-16,-3-2-3 0,1-2-2 0,-1 1-7 0,0-1-1 0,0 0-3 15,0-5-1-15,0 1 3 0,0-2 15 0,0 0 26 16,2-1 28-16,-2-3 32 0,0 0 50 0,0 5 36 0,0-5 34 15,0 0 17-15,0 0-25 0,0 0-26 16,10-11-22-16,-6 5-18 0,3-3-21 0,0-6-24 16,4 1-22-16,-1-2-30 0,8-5-28 0,-1 1-34 15,-2 0-23-15,3-2-38 0,5 0-40 0,-3 1-55 0,1 5-36 0,2 0-47 16,1 0-58-16,-5 6-42 0,-2 3-320 0,2 3-699 16,-6-1 309-16</inkml:trace>
  <inkml:trace contextRef="#ctx0" brushRef="#br0" timeOffset="96864.49">22169 8141 66 0,'0'0'264'0,"0"0"-3"0,0 0-24 15,0 0-19-15,0 0-26 0,17-2-15 0,-5-2-19 16,6 0-19-16,1-3-7 0,7-3-13 0,3 0-13 15,-2 1-13-15,1-7-11 0,0 3-6 0,-1-1-5 0,-4-2-10 0,-1 2-5 16,-2-2-5-16,-5 4 24 0,-6 4 17 0,0 0 9 16,-4 0-7-16,-1 2-11 0,1 0-10 15,-5 0-11-15,-5 1-12 0,-4 3-8 0,-7-1-4 16,-5 3-3-16,-8 3-8 0,1 1-1 0,-3 5-5 16,0 1-6-16,3 2-2 0,1 1-4 0,1 4-3 0,4 1 0 15,1 3 0 1,2 0-5-16,5-1-1 0,8-2-1 0,0 0 3 15,6 2 2-15,7 4 1 0,7-2 4 0,7-1 3 16,7-3-2-16,6-2 4 0,15 1-1 0,7-5-1 16,3-3 10-16,2-2-13 0,-1-2-4 0,2 1 2 15,-8-6 2-15,0 0-5 0,-18-2 13 0,-4 2-12 16,-5-3 1-16,-8 2 3 0,-6 0 1 0,-2-1-7 16,-2 1-20-16,-3 0-27 0,0-2-62 0,-6 3-123 0,-6-7-87 0,-4 2-169 15,-3 2-526-15,-1-7 234 0</inkml:trace>
  <inkml:trace contextRef="#ctx0" brushRef="#br0" timeOffset="97782.57">24464 7703 56 0,'0'-13'279'0,"0"8"-15"0,0-3-13 0,2 2-14 16,-2 2-17-16,0-1-15 0,0 0-23 0,0 5-24 16,0-4-11-16,0 4-28 0,1-4-16 0,-1 4-29 15,0 0-24-15,0 0-8 0,0 0-8 0,0 18-4 16,0-3-3-16,-1 10-9 0,-3 3-3 0,2 2-1 15,-1 0-2-15,-1 2 0 0,4 1-2 0,-5 1-2 0,3-3-2 0,-1 2 2 16,3-2 1-16,0-5-1 0,0 0 0 0,0-6-2 16,0-3 1-16,0 0 1 0,0-5-3 0,1 0 2 15,-1-2 0-15,0 0-1 0,0-5 2 16,0 0 3-16,0 2-3 0,0-5 2 0,0 1-1 0,0-3 4 16,2 7 1-16,-2-7-2 0,-2 4 2 0,2-4 1 15,0 0 1 1,0 0-2-16,0 5-1 0,0-5 2 0,0 0-5 15,0 0-39-15,0 0-82 0,0 0-68 0,-1-20-56 16,-1 12-145-16,0-2-412 0,2-7 182 0</inkml:trace>
  <inkml:trace contextRef="#ctx0" brushRef="#br0" timeOffset="98152.16">24428 7594 59 0,'-3'-2'214'16,"3"2"-27"-16,-2-5-21 0,2 5-21 0,0 0-18 0,0 0-10 16,0 0-15-16,7 9-14 0,0-2-4 15,2 3-7-15,7 5-10 16,2 4-5-16,5 2-6 0,4 1 0 0,-1 6-14 16,2-4-5-16,7 12 4 0,-13-10-13 0,-1 5 0 15,-1-1-5-15,-2 4-5 0,-7-2-8 0,1 1 10 16,-6 0-5-16,-2-1 0 0,-4 0-3 0,-4-3-1 15,-6-2-1-15,-3-3 1 0,-2 3 0 0,-3-6 1 16,-7-2 10-16,0-1-5 0,0-2-5 0,-1-5 4 16,-1 0 7-16,2 0 2 0,-1-1 3 0,5-6-2 0,3 1 5 0,4-1 0 15,1-1 2 1,0-1-1-16,3 2-8 0,2-3 6 0,3-1 1 0,-3 2-7 16,5-1-1-16,3-1-1 0,-8 0 4 0,8 0 1 15,-7 2-5-15,7-2-3 0,0 0-5 0,0 0-25 0,0 0-40 16,0 0-34-16,11-10-42 0,-2 6-61 15,3-3-154-15,3 0-369 0,0-3 163 0</inkml:trace>
  <inkml:trace contextRef="#ctx0" brushRef="#br0" timeOffset="98553.05">25286 7784 122 0,'0'0'184'16,"-5"1"-8"-16,5-1-11 0,0 0-18 0,0 0-12 16,0 0-9-16,0 0-18 0,0 0-8 0,0 0-8 15,28-2-9-15,-15 2-10 0,10-2-6 0,5-1-7 16,2 3-6-16,4-3-4 0,3-1-4 0,4-1-6 0,-3 0-3 16,16 1-3-16,-15 0 0 0,-4 0-6 0,-3 1-4 0,-4 3-2 15,-9-1-4-15,-2 1-2 0,-3 0 3 0,-5 0-4 16,-1-1-5-16,-2 1 4 0,2 0-8 15,-8 0-4-15,6 0-7 0,-6 0-3 0,0 0 3 16,0 0-14-16,0 0-13 0,0 0-11 0,-16 8-21 0,9-4-32 16,-2-2-25-16,-2 1-165 0,-1 0-309 0,5-1 136 0</inkml:trace>
  <inkml:trace contextRef="#ctx0" brushRef="#br0" timeOffset="99016.57">25449 8003 88 0,'0'0'151'0,"0"0"-10"16,0 0-6-16,0 0-12 0,0 0-7 0,0 0-8 0,0 0 0 0,0 0-4 15,0 0 12-15,0 0-6 0,0 0-5 0,0 0-7 16,0 0-8-16,0 0-2 0,0 0-10 0,0 0-2 15,22-5-2-15,-3 4-9 0,1-2-7 0,8-1-1 16,4 3-9-16,5-2-8 0,2-1-4 0,14 1 0 16,0 1-6-16,0-1-3 0,0-1-2 0,-15 3-1 15,-3 1-3 1,-5 0-4-16,0 1 1 0,-9-1-2 0,-2 0 1 16,-6-1-3-16,0 2-2 0,-3-2-7 0,-3 1-11 15,-2-1-13-15,-5 1-10 0,0 0-2 0,0 0-10 0,0 0-16 16,0 0-22-16,0 0-34 0,-26 6-41 0,15-3-171 15,-6-1-351-15,3-1 156 0</inkml:trace>
  <inkml:trace contextRef="#ctx0" brushRef="#br0" timeOffset="99401.98">25490 8228 172 0,'-7'3'203'15,"7"-3"-15"-15,0 0-8 0,0 0-6 0,14 1-8 16,4-4-11-16,1 2-13 0,10 1-13 0,4-3-15 16,3-1-9-16,16 1-6 0,2-2-1 0,0 3 6 15,5-2-8-15,0 1-6 0,-8 0-8 0,-14 1-9 16,-1 2-8-16,-5-2-4 0,-11 2-9 0,-2 0-4 16,-5 0-5-16,-2 0-6 15,-3 0-2-15,-2-1-9 0,0 1-9 0,-6 0-6 16,10-1-6-16,-10 1-16 0,0 0-15 0,0 0-36 15,0 0-44-15,0 0-53 0,-35 0-242 0,21-1-435 16,3-1 192-16</inkml:trace>
  <inkml:trace contextRef="#ctx0" brushRef="#br0" timeOffset="100959.37">27405 7822 132 0,'1'-3'208'0,"-2"-2"-11"0,2 2-14 0,-1 3-20 0,-2-8-16 16,-1 4-17-16,1 0-17 0,-3 1-10 0,-4-3-8 15,-3 3-14-15,-3-2-12 0,-3 2-4 0,-5 2-9 16,-4 1 0-16,-2 0-13 0,-1 0-1 0,0 1-5 15,0 3-3-15,1 2 0 0,1 1-9 0,-2 0 2 16,2 1-5-16,10 0-3 0,-2 1-6 0,0 2 1 16,3-2-2-16,0 4-4 15,4 0-2-15,1-1 3 0,3 2-3 0,4-3 4 16,2 5-5-16,2-5 1 0,2 1-2 16,2 0 1-16,3 2 3 0,8-1 3 0,-1-1-2 0,6-1 1 15,4 1 0-15,5-4-2 0,0-1 0 0,-5-5-1 16,5 1 3-16,3-3-1 0,-2-3-1 0,0-5 5 15,-3 3 5-15,-8-4 6 0,0 0 9 0,1-4 10 16,-6-1 4-16,5-5 1 0,-4-1 2 0,-2-3 4 0,-2 0 2 0,-4-3 4 16,3-3-2-16,-1 1 0 0,-4-2 10 15,-2-5-4-15,2-11-6 0,-1 9-1 0,-3 3-1 16,2-1-3-16,-1-1-3 0,2 0-5 0,0 4-2 16,-3 3 2-16,1 1 5 0,-1 10 14 0,1 2 2 0,-1 0 5 15,0 4-5-15,0 2-7 0,0 5 0 0,0 0-12 16,1-3-5-16,-2 5-12 0,1 3 8 0,1-7-33 0,-1 3-28 15,0 4-27-15,0 0-1 0,0 0 4 0,-6 11 3 0,2 2 16 16,-1 5-7-16,-1 9 1 0,-3 2 5 16,0 2 4-16,1 1 0 0,0 2 1 0,-2 16 3 15,5-4 4-15,4-13 2 0,-2 0 0 0,3-1 7 16,0-1-3-16,4-2 1 0,0-1 1 0,1-3 1 0,0-4 2 16,-1-3 2-1,0 1 2-15,-2-4 1 0,2-4-1 0,0-1 1 16,-1-2 2-16,-1-1-1 0,-2-1 5 0,3 0 8 15,-2-2 5-15,0 1 15 0,2-3 12 0,-2 2 6 16,-1-4 2-16,1 5-3 0,-1-5 1 0,2 2-1 16,-2-2-2-16,0 0 0 0,0 0-14 0,1 4-4 15,-1-4-17-15,0 0-22 0,0 0-19 0,0 0-36 16,0 0-38-16,0 0-45 0,0 0-67 0,0 0-66 0,0 0-242 0,0 0-565 16,8-9 251-16</inkml:trace>
  <inkml:trace contextRef="#ctx0" brushRef="#br0" timeOffset="101391.7">26986 8187 68 0,'-5'2'144'0,"0"-1"-16"0,5-1-8 0,-9 2-20 0,9-2-8 16,-5 2-10-16,5-2-9 0,-4 2-10 0,4-2-7 0,0 0 5 15,0 0-9-15,-8 1 9 0,8-1 6 0,0 0 7 16,0 0 2-16,0 0 0 0,0 0 12 0,0 0-2 16,0 0 6-16,0 0-2 0,0 0-4 0,0 0-1 15,0 0 1-15,0 0-3 0,0 0 4 0,0 0 0 16,0 0-2-16,0 0-3 0,0 0-14 0,0 0-7 0,32-5-5 0,-4 2-10 15,4-4 7-15,18 2-13 0,5 1-4 16,8-4-3-16,4 1-5 0,28-2 5 0,-2 1 0 16,-1 2 6-16,-29 2-5 0,-1 1-3 0,5-1 1 0,-10 2-3 15,-3-1-1-15,-16 1-5 0,-7 2 0 0,-3-3-2 16,-6 2-3-16,-7 0 1 0,-1 1-4 16,-5-1 3-16,-1 0-2 15,0 1-9-15,-2-2-3 0,-1 1-7 0,-5 1-7 0,8 0-13 16,-8 0-31-16,0 0-37 0,0 0-51 15,0 0-60-15,-31 3-257 0,17-3-496 0,-4 1 220 16</inkml:trace>
  <inkml:trace contextRef="#ctx0" brushRef="#br0" timeOffset="104483.67">27308 8918 103 0,'0'0'158'15,"5"-3"1"-15,-4 1-5 0,-1 2-5 0,4-4 0 16,-4 4-4-16,3-3-8 0,-3 3-2 0,2-3-8 0,-2 3-9 0,0 0-9 16,0 0-14-16,0-5-9 0,0 5-9 0,0 0-12 15,-9-2-13-15,-1 2-3 0,1 0-5 0,-4 1-5 16,-4 0-4-16,-1 0-6 0,-2 3-2 0,0-1-5 16,-5 2-2-16,4-1 0 0,-6 1-3 0,-1 3-4 15,1 0-1-15,-1 3-4 0,3-5 1 0,5 2-2 16,1-1-5-16,4 3-1 15,-2-2 0-15,2 3-1 0,6-3-2 0,-4 4 0 16,7-3-1-16,-2 3 0 0,2-1 2 16,3 1 6-16,3 0-1 0,3 4 4 0,1-4 0 15,2 2-3-15,7-1 3 0,0 1-3 0,4-3 3 0,0 1 1 16,4-3 4-16,-1-3-4 0,-1 0 4 0,0-1-2 16,-1-2 0-16,0 0 3 0,1-2 5 0,-7-1 18 15,-1-1 13-15,2-2 9 0,-4 0 17 0,9-5 11 0,-9-1 17 0,-1 0-2 16,2-1-2-16,0-3-9 0,-2-4-7 0,0 1-10 15,-1-3-5-15,3-6-5 0,-3 1-6 16,-1-4-8-16,-4 0 1 0,4-5 3 0,-3 0-17 16,1 0-4-16,0-15-5 0,-4 11-2 0,5-11-4 0,-3 14 5 15,-4-2 3-15,7 2-2 0,-5 3 2 0,0-1 4 16,0 4 11 0,0 10-8-16,0-2 30 0,0 7-13 0,0 1 9 15,0-1-8-15,0 6-7 0,0 0-1 0,0-1-6 16,0 1-4-16,0 2-7 0,0-1-7 0,-3 0-2 0,3 3-24 15,0 3-26-15,0 0-28 0,0 0-30 16,0 0 12-16,0 0-2 0,-4 13 1 0,2 0 11 16,-1 6 5-16,-1 7 0 0,-1 5 14 0,-1 2 1 15,-2 12 3-15,0-11 5 0,-1 14 6 0,4-13 1 0,-3-1 4 0,4 1 4 16,-1 1 2-16,3-2 1 0,0-2 1 0,4-1 14 16,-1 1-10-16,0-4 5 0,6-3 3 0,0 1 0 15,1-8 3-15,1-1 0 0,4-1-2 0,5 4 5 16,3-3 1-16,-3-6-1 0,1-3 7 0,4-3-6 15,-1 2 2-15,-3-2-1 0,2-3-3 0,-1-2 7 16,-1-5 0-16,-2-4-3 16,0 2-1-16,0-4 5 0,-2-1-5 0,-2 1 4 15,3-6-1-15,-1-7 0 0,-2 4-1 0,0-6-2 16,-2-1-3-16,1-3-6 0,-3-1 2 0,-2-2 3 16,0-1-2-16,-3-3-1 0,3 1 3 0,-3 1 5 15,-1 1 0-15,-1 2 17 0,2 0-2 0,-3 5 4 16,1 2 14-16,-1 4 6 0,-1 4 7 0,2 2 9 15,-2 4 2-15,2 1-4 0,0-1 3 0,-2 5-7 0,0-2 0 0,0 4-12 16,0 0-5-16,0-2-3 0,0 6-10 0,2-4-5 16,-2 4-36-16,0-5-20 0,0 5-21 0,0 0-3 15,0 0-3-15,0 0 9 0,-4 19 1 0,2-7 4 16,-1 5 5-16,-4 8 7 0,2 2 2 0,-4 3 4 16,2 5 1-16,-1-4 2 0,0 3 8 0,1 0 3 15,-2-1 1-15,1-1-4 0,3 4 7 0,-3-5 3 0,6-4 0 16,-5 0-4-16,7-5 11 0,-1 0-8 0,-2-3 3 0,3-2 2 15,0-3 4-15,0-3 0 0,0 1 1 0,3-3 0 16,-2 0 2-16,2-1 5 0,-2-4 0 0,2 1 11 16,-1 0 3-16,2 0 3 0,2 1 2 0,1-1 1 15,2-4 1-15,3 2-1 0,5 1-4 0,5-4-1 16,-1 1-13-16,1-4-18 16,9 0-50-16,-2-1-72 0,3-6-98 15,-2 0-306-15,-2-4-583 0,1-3 259 0</inkml:trace>
  <inkml:trace contextRef="#ctx0" brushRef="#br0" timeOffset="104800">27549 8836 89 0,'0'0'178'0,"0"0"-14"16,-3 4-1-16,3-4-6 0,0 0-7 0,0 0 2 15,0 0-6-15,0 0 17 0,0 0 1 0,-3 2-9 0,3-2-8 0,0 0-13 16,36 0-10-16,-2 0-15 0,26-6-41 0,7 3-79 16,35-10-121-16,-6-4-222 0,-30 3-383 0,-4-5 170 15</inkml:trace>
  <inkml:trace contextRef="#ctx0" brushRef="#br0" timeOffset="109161.97">9306 10644 225 0,'0'-4'230'16,"0"0"-13"-16,0 4-13 0,1-8-17 0,-1 4-20 15,4 1-15-15,-3-1-17 0,6-1-14 0,-5 2-14 16,5-1-14-16,0 3-3 0,0-2-19 0,-1-1-5 16,6 4-9-16,-2 3-9 0,1-1-7 0,1 3-6 15,3 5 0-15,-1-1-8 0,3 3-3 0,-3 1-3 16,5 8-1-16,0 1-3 0,-5 2 0 0,0 5-5 0,-6 0 1 0,1 2-7 16,-4 1-3-16,-1-3 4 0,-4 3-1 0,0-2 0 15,-4 0-5-15,-1-1 4 0,-4 0-4 0,0 0 2 16,-1-5 0-16,1 1-1 0,-5-2-3 0,4-7 6 15,1 0 1-15,0-3-7 0,1-2 1 0,0-1 1 16,3-1 2-16,0-3-1 0,1-2 2 0,1 2 2 16,-1-2 5-16,1-1 20 0,2-1 28 0,-2 2 33 0,3-4 36 0,0 0 24 15,0 0-10-15,0 0-18 0,-4-9-15 0,8-3 5 16,-1 3-14-16,3-5-10 0,3-5 5 0,3-7-21 16,-1-1-11-16,3-4-5 0,-1 2 3 0,2-4-13 15,2 3-11-15,2-2 5 0,-1 1-6 0,0 0-4 16,-2 1 1-16,-1 5 1 0,0 0 6 0,-4 0 0 15,-2 8-1-15,1 0-8 16,-2 3-8-16,-1 4 7 0,-2-2 4 0,0 7-5 16,-1-4 3-16,-1 6-13 0,-1-2-6 0,0 1-10 15,2 0-15-15,-4 1-19 0,4 0-30 0,-4 3-30 16,0 0 7-16,0 0 3 0,0 13 9 0,-3-2 10 16,0 9 2-16,-3 4 11 0,1 2 5 0,-2 3 1 15,2 0 3-15,0 1 7 0,3-1 3 0,-2-1 0 16,6 0 5-16,0 0 6 0,3-1 1 0,3-1 5 0,5-3-2 0,2-5 5 15,8 3 17-15,5-5-29 0,8-4-46 0,2-3-66 16,20-1-102-16,-2-3-301 0,2-5-582 16,-4-3 257-16</inkml:trace>
  <inkml:trace contextRef="#ctx0" brushRef="#br0" timeOffset="109964.11">10625 10989 240 0,'1'-4'244'0,"-1"-3"-11"0,0 1-21 0,0 1-20 16,0-2-16-16,-1 0-18 0,-2-3-18 0,-1 5-15 15,-1-4-15-15,0 2-10 16,-4-1-14-16,0 3-10 0,-9-3-10 16,0 4-13-16,1 3 2 0,-12-3-7 0,6 2-4 0,-5 1-10 15,0 1 7-15,5 1-12 0,-4 1-1 0,7 0-6 16,-2 1 2-16,4 0-9 0,-1 6-1 0,2-4 0 16,2 3-5-16,4-1-6 0,2-1-4 0,0 2-2 15,2-1 0-15,2 0 1 0,0 3 1 0,4-2-1 16,1 3 0-16,1-3 5 0,6 1 1 0,-1 1-4 0,5-1 3 15,3-1 0-15,4 1 0 0,2-2 0 0,1-3 3 16,2-3 0-16,-1 4 1 0,0-5 1 0,-2-6-9 0,-2 3 10 16,1-1 4-16,-1-6 17 0,-4 2 18 0,0-4 16 15,-2 0 11-15,-1-4 12 0,1-8-10 0,-1 2 2 16,-3-3-3-16,-3-4-10 0,1 4-6 0,-2-8-3 16,0-1 4-1,1 1-25-15,-4-15 8 0,2 3-3 0,-2 9 5 16,2 2-5-16,-2-13-5 0,1 13 7 0,-2 2 0 15,4 0 11-15,-4 5-13 0,3 7 4 0,-3 4-3 16,1 4 7-16,-1 1-11 0,4 2 7 0,-5 4-23 16,2-2-7-16,-1 2-29 0,0 3-29 0,0 2-27 15,0 0 3-15,0 0 2 0,-5 17 8 0,2-3 4 0,-1 13 5 16,1 4 8-16,-5-1 1 0,3 6 5 0,-1 13 5 0,2-12 4 16,-4 8 1-16,4-9 3 0,4 0 5 0,-1-2 0 15,2-2 2-15,1-1-1 0,-1-5 5 0,0-6-3 16,3-4 5-16,-4-4 2 0,2 0 0 0,-2-1-2 15,3-5 8-15,-2-1-2 0,-1 2 1 0,2-3 5 16,-2-2 1-16,0 2 1 16,2 1 0-16,-2-5 2 0,0 3 0 0,0-3-2 15,0 4-10-15,0-4-18 0,0 0-25 0,0 0-32 16,-2 5-31-16,2-5-51 0,0 0-36 0,0 0-45 16,-2 4-182-16,2-4-459 0,0 0 203 0</inkml:trace>
  <inkml:trace contextRef="#ctx0" brushRef="#br0" timeOffset="110618.8">10787 10609 152 0,'0'-4'260'0,"0"4"-27"16,0-5-21-16,1 2-28 0,-1 3-16 0,4-3-23 0,-4 3-19 15,0 0-19-15,0 0-13 0,0 0-6 0,0 0-10 16,9 10-8-16,-8-4-12 0,3 1-8 0,4 0-14 0,-3 2-8 15,1 1-9-15,-1-1-4 0,3 0-5 0,-3 2-8 16,3-2-11-16,2 2-3 0,-1-3-11 0,-1 2-1 0,-1-5 0 16,-2 2 5-16,1-2 7 0,-1-3-7 0,0 1 8 15,-5-3 2-15,10 1 8 0,-10-1 6 16,10-4 15-16,-3 0 10 0,-2-4 4 0,2 1 2 16,0-4-1-16,-2-3-1 15,1 1 1-15,1-2 4 0,0 1-1 0,1-3 4 16,-3 2 6-16,0 1 3 0,-1 4 0 0,2 0 4 15,-2-4 2-15,0 7 4 0,-3 0-6 0,3 2-2 16,-2 0 3-16,0 0-19 0,-2 2-6 0,1-1-4 16,-1 4-15-16,3-3-23 0,-3 3-9 0,0 0 3 15,0 0 1-15,0 0 1 0,0 18-2 0,0-9 4 16,0 4 2-16,0 8 3 0,0 5-1 0,0 6-1 0,-3-1 7 0,2 5-2 16,1 10 2-16,-4-12 2 0,4 12 2 0,-1-10-4 0,1 0 1 15,-3-1 0-15,2-2-1 0,1-2 2 0,0-1 0 16,0 0-1-16,-4-1 5 0,4-6-4 0,-2-3-1 15,2-3 3-15,-2-5-5 0,0 0 2 0,-1 0 1 16,2-4 2-16,1 2-2 0,-2-6 6 0,0 1-3 16,1 2 3-1,-3-4 1-15,0-2 3 0,-1-1 2 0,5 0 5 16,-16-1 17-16,7-6 14 0,0-1 8 0,-3 0 12 16,2-6-1-16,1-3 0 0,-1-1-12 0,3-7 0 15,4-2-8-15,-1-5-4 0,5-2-3 0,3-12-8 16,2 10-1-16,1 3-5 0,9-13-7 0,-5 11 4 15,4 6-7-15,0 0-1 0,2 4 0 0,-1 2 0 16,4 3-4-16,-3 2-1 0,0 5-3 0,1 1-3 0,-4 0-2 0,4 3 0 16,-4 1 2-16,-1 3-4 0,-4 1-1 15,0 1-1-15,-3-1 3 0,0 3-6 0,-2-3-9 0,1 3-29 16,-1 0-34-16,-4 1-29 0,0 0-3 0,7 4-6 16,-7-4 0-16,-3 10-23 0,-2-3-30 0,-3 1-36 15,-3 1-206-15,2-2-445 0,-7 0 197 0</inkml:trace>
  <inkml:trace contextRef="#ctx0" brushRef="#br0" timeOffset="111120.12">10180 11183 24 0,'0'0'122'0,"-9"-1"-11"0,9 1-3 0,-5-2-5 15,5 2-15-15,0 0-8 0,0 0-6 0,-8 0-2 16,8 0-4-16,0 0 2 0,0 0-6 0,0 0-3 0,0 0-6 16,0 0 2-1,0 0-1-15,0 0 0 0,0 0-5 0,0 0 12 16,0 0 0-16,0 0 3 0,0 0 7 0,0 0 8 16,0 0 5-16,0 0 6 0,0 0 1 0,0 0-2 15,0 0-8-15,0 0-7 0,18-1-5 0,1-4-7 0,15 2-8 16,4 0-4-16,21-2-3 0,7 0-3 15,35-2 12-15,-4 0-1 0,-4 2 2 0,-1-4 7 16,-1 1-3-16,-27 3-3 0,1-2 4 0,-1 0-10 0,-2 1-5 0,-6-1-4 16,-16 3-4-16,-1-1-1 0,-6 2-3 0,-4 0-3 15,-7-1 12-15,-5 0 5 0,-4 4 1 0,-4-3-1 16,1 1-6-16,-5 1-4 0,2 0-1 0,-1 1-6 16,-6 0-19-16,7-1-28 0,-3-1-33 0,-4 2-38 15,0 0-50-15,0 0-38 0,0 0-42 0,-15 10-280 16,2-4-536-16,-4-1 238 15</inkml:trace>
  <inkml:trace contextRef="#ctx0" brushRef="#br0" timeOffset="112022.59">10772 11676 31 0,'-30'-4'123'0,"0"3"-16"15,-1 1-9-15,-1 1-7 0,0 2-7 0,0 1-13 16,0 2-4-16,5 2 2 0,0 0-9 0,2 1-12 16,6 0-2-16,2 2-2 0,1-1-15 0,0 4-1 15,2 0 3-15,5-2-9 0,0 1-6 0,4 2-7 0,-2-4 2 0,5 1 6 16,2 0-8-16,4 0 16 0,5 2 10 0,0 1 13 15,1-5 3-15,8 1-1 0,0-2-1 0,-1-1-2 16,2-2 3-16,0-1 4 0,-1-2 4 0,1-2 7 16,-1-1 9-16,-4-2 7 0,2-1 10 0,1-4 12 15,-7 1 10-15,3-4 8 0,1-3 3 0,-2-2-4 16,-1-1-8-16,-2-3 12 0,0-7-23 0,1-1-1 0,-2-1-14 0,0-2-12 16,-2-2 1-16,0-2-10 0,-1-2-6 0,4-11-8 15,-2 13-7-15,-1-1 2 0,0 1 7 0,0 4 4 16,-3 3 6-16,1 2 0 0,0 8 6 0,-2 0 1 15,-1 7-6-15,0 0-20 0,-1 5 6 0,1-1-9 16,1 0-19-16,-1 5-41 0,-1-4-31 0,0 5-13 16,0 0 0-16,0 0 7 15,1 18 5-15,-2-1 1 0,0 3 7 0,-3 8 6 16,5 4 5-16,-3 3 4 0,-2 11 4 0,1 2 3 16,0-2 3-16,1-13 1 0,1 5 4 0,-2-1 2 15,3-3 2-15,0-3-18 0,0-2-17 0,0 1-23 16,-1-11-24-16,-2 1-14 0,2-4-24 0,-1-2-19 15,0-4-24-15,1 0-30 0,1-3-30 0,-1-2-132 16,-1-2-394-16,2-3 174 0</inkml:trace>
  <inkml:trace contextRef="#ctx0" brushRef="#br0" timeOffset="112501.61">10847 11581 88 0,'4'-8'208'16,"9"2"-18"-16,-2 1-17 0,2-2-16 0,-2 4-14 16,5 1-16-16,0-1-10 0,-2 4-15 0,0 1-10 15,4 1-9-15,-5 2-6 0,4 1-8 0,-2 3-10 16,-1 3-7-16,0 1-4 0,-5 3-3 0,0-1-6 16,-4 2-6-16,-1 4-6 0,0-4 0 0,-3 2-1 0,-3 0-4 15,-2 6-3-15,-5 0-3 0,-1-3 0 0,-2 2 1 0,3-6-6 16,-10 1 1-16,5-2 2 0,1-2-6 0,2-4 3 15,-5 2 3-15,7-5-3 0,2 1 1 0,0-2 3 16,1-4 7-16,2 2 8 0,-1-1 21 0,1-1 19 16,1-1 28-16,0 0 31 0,3-2 36 0,0 0 38 15,0 0 15-15,0 0-25 0,0 0-27 0,5-18-1 16,3 8-29-16,1-7-15 16,4-5-14-16,4-3-9 0,0-1-13 0,6-3-3 15,-3-2-6-15,7-10-21 0,4 3-13 0,-10 9 7 0,2 1-19 16,-3 3 2-16,-4 0-4 0,-3 8-8 0,-2 4-1 15,-3 3-4-15,-1 2 6 0,-4 1-6 0,3 2-9 16,-4 1-17-16,3 0-28 0,-2 2-31 0,-3 2-13 16,0 0 7-16,6 6 2 0,-6 3 13 0,-3 3 3 15,2 5 5-15,-3 1 4 0,0 7 6 0,2 3 4 0,2 1 5 16,0-4 3-16,5 5 6 0,0-1 0 0,4 1 5 16,9-4 0-16,0-4 0 0,5 0-27 0,6-2-47 15,3-4-68-15,4-6-96 0,6-3-299 0,-5-4-601 16,17-6 267-16</inkml:trace>
  <inkml:trace contextRef="#ctx0" brushRef="#br0" timeOffset="113065.57">11969 11042 77 0,'0'0'250'0,"0"0"-14"0,0 0-11 15,0 0-7-15,-5-3-14 0,5 3-9 0,0 0-17 16,0 0-12-16,0 0-15 0,0 0-18 0,0 0-14 15,0 0-12-15,0 0-10 0,23-4-7 0,-12 2-14 16,8-1-22-16,3 3-21 0,7 0-31 0,2-1-35 0,0 0-34 0,-2 2-32 16,3-2-58-16,-4 2-58 0,-8-1-125 0,-3 0-369 31,-2 0 163-31</inkml:trace>
  <inkml:trace contextRef="#ctx0" brushRef="#br0" timeOffset="113203.11">12081 11160 160 0,'0'0'194'0,"12"3"-6"15,-1-2-15-15,11-1-16 0,11 1-21 0,2-1-13 0,1 3-47 16,2-3-80-16,-1 1-197 0,1-2-217 0,-3-2 96 16</inkml:trace>
  <inkml:trace contextRef="#ctx0" brushRef="#br0" timeOffset="113926.93">13105 10605 211 0,'0'-4'248'0,"1"0"-20"0,-2 1-14 0,1 3-17 0,1-5-21 0,-1 5-25 16,0-4-11-16,0 4-17 0,0 0-25 0,0 0-8 15,0 0-12-15,0 0-8 0,3 12-6 0,-3-3-10 16,0 7-4-16,1 2-5 0,-2 11-5 0,1 0-6 16,-3 2-7-16,3 0-1 0,0-1-3 0,-1 2-2 15,1-1-2-15,0 1 0 0,0-3-2 0,-1 0-4 16,2-4 0-16,-2 0-3 16,1-5 2-16,0-4-6 0,-2 1 4 0,2-6-2 15,-1-1 2-15,2-2-1 0,-2-2 2 0,1 1-6 16,-1-2 3-16,1-1 0 0,0 0-3 0,-3 0 0 15,3-4 3-15,3 5 7 0,-3-5-5 0,0 4 0 16,0-4-8-16,0 0-8 0,0 0-10 0,-3 4-15 16,3-4-13-16,0 0-17 0,0 0-96 0,0 0-231 15,0 0-420-15,-11-15 186 0</inkml:trace>
  <inkml:trace contextRef="#ctx0" brushRef="#br0" timeOffset="114328.05">13070 10540 39 0,'-3'-4'191'0,"0"1"-16"0,3 3-19 0,0 0-18 15,0 0-18-15,0 0-10 0,0 0-15 0,0 0-4 16,18 9-20-16,-6-5-6 0,4 8-2 0,6 4-9 0,2 2-3 15,0 2-12-15,3 4 6 0,-1 1-3 0,7 13-5 0,-11-9-3 16,-2 0-3-16,4 11-4 0,-6-9-1 0,-5 1-4 16,-3-2-4-16,-3-1 1 0,-1 0 0 0,-5-1-6 15,-2-3-2-15,-3 2 0 0,-2-9 0 0,-7 3 5 16,0-5-2-16,-2-1 2 0,-3 2-4 0,-5-4 3 16,-1 1-1-16,6-5-1 0,-4-2 1 0,3 3 4 15,1-5-1-15,0 2 2 0,0-2 2 0,8-3 1 0,-1 3 0 0,2-3-5 16,2 1-5-16,1-3 3 0,1 3 0 0,1-3-5 15,4 0 5-15,-8 2 7 0,8-2 12 0,0 0-4 16,0 0-6-16,0 0 1 0,0 0-12 0,0 0-12 16,0 0-35-16,31-2-34 0,-17 2-53 0,-4-3-74 15,2 2-117-15,-1-3-338 0,0-1 149 0</inkml:trace>
  <inkml:trace contextRef="#ctx0" brushRef="#br0" timeOffset="115277.01">13768 10669 8 0,'0'-5'273'0,"1"1"-19"0,-1-1-25 16,0 5-27-16,0-4-20 0,0 4-30 16,0 0-19-16,0 0-17 0,0 0-13 0,0 0-10 15,0 0-11-15,0 0-9 0,9 11-6 0,-6-4-8 0,1 5-1 16,2 0-7-16,2 3-4 0,-1 1-6 0,1 1-4 16,2-1 0-16,0 1-8 0,2-1-1 0,-2-1 1 15,2-1-9-15,-2 1-3 0,-1-5-4 0,-1-1-2 0,-2-2-3 16,2-3 2-16,-3 0 1 0,1 3 2 0,-1-3-2 0,0-4 4 15,1 0-3-15,-6 0-2 0,12-4 5 16,-4-3 0-16,0 1 7 0,-2-3-4 0,1 1 3 16,0-2 6-16,-3-1-4 0,2-1-1 0,-1 2 3 15,1-2 1-15,1-2 5 0,-2-2 2 0,-1 3 4 0,1 5 1 16,-3-2 3 0,0 5 1-16,-2-2 3 0,4 2-8 0,-4 0-6 15,1-1-6-15,1 1-4 0,-2 5-4 0,2-4-4 16,-2 1-11-16,0 3-24 0,0 0-22 0,0 0-1 15,0 0 3-15,0 0 1 0,0 0 4 0,0 21 4 16,0-13 5-16,-4 11 4 0,3-1 3 0,-3 8 4 16,-2 3-3-16,3 1 2 0,-5 2 2 0,2 2 4 15,-2-1-1-15,3 2 3 0,-1 9-2 0,-1-10 4 0,1 0 1 0,1-1-1 16,0-1 2-16,1-3 3 0,-1 2-5 0,0-3 5 16,0 0 0-16,0-5 0 0,1-3-3 0,1-1 0 15,1-1 2-15,-1-1 2 0,1-2 0 0,-1 2 0 16,-1-5 0-16,3-1 0 0,-4 6 0 0,1-5-1 15,0-2 1-15,-1 1-1 0,1 0-2 0,2-1 5 16,-6-3-3-16,4 3 3 16,-2 0-2-16,-1-9 2 0,2 4-1 0,0 2 1 15,-1-3 0-15,-2-3 3 0,3 3 1 0,-3-4 4 16,-2 4 0-16,5-4 19 0,-4-1 13 0,3-2 13 16,-3-2 12-16,0 0 13 0,2-1 4 0,1 0 12 15,1-3 20-15,-1-2 3 0,0 0-14 0,3-7-8 16,1-7-11-16,2-3-24 0,5-2-3 0,4-4 2 15,8-10-16-15,5-1-9 0,3 0 3 0,2-1-1 0,1 1-3 0,3 3 10 16,0 4-9-16,-6 7 2 0,-1 5 8 0,3 2 1 16,-4 2 7-16,-5 0 5 0,-4 7-2 0,0 2 4 15,-5 0 5-15,1 7 0 0,-2-3-13 0,-3 6-4 16,-1-1-2-16,2-1-2 0,-3 1-20 16,1 1-7-16,-3 0-19 0,-1 3-44 0,5-4-18 0,-2 4-31 15,-3 0-31-15,0 0-28 16,0 0 8-16,0 0 9 0,0 7-14 15,-4 0-40-15,-1 2-48 0,-2 1-82 0,-3-2-185 16,5 3-549-16,0-5 244 0</inkml:trace>
  <inkml:trace contextRef="#ctx0" brushRef="#br0" timeOffset="116382.35">8877 10168 32 0,'0'0'145'0,"-3"-4"-26"16,3 4-11-16,0 0-9 0,0 0-11 0,0 0-15 16,0 0-25-16,0 0-20 0,0 0-4 0,0 0-3 0,-1 12-3 15,-2 0 6-15,-1 3-12 0,-1 10-4 0,-4 7 8 16,3 2-4-16,-7 15-8 0,0 2 2 15,1 5 0-15,-3 1 1 0,-4 30 1 0,0-7-2 0,8-21 6 0,-7 26 5 16,5-6-3-16,4-21-5 0,3-1 2 0,-2-1 6 16,3 3 1-16,1-4 5 0,0 3 1 0,2-5-12 15,-1 4 11-15,-1 0 4 0,4-2-5 0,0 0 5 16,0-3 2-16,0-3-4 0,3 0 8 0,-3-3 4 16,0-11-17-16,0-3 10 0,0 2 2 0,0 0-6 0,0-2 0 15,-3-2-2 1,3-2 0-16,0-1-6 0,0-3 2 0,0-3-6 15,0-1 6-15,0-3-4 0,0-1-1 0,0-1-12 16,0-3 8-16,0-1 5 0,-2-2-7 0,2-2 2 16,0 2-6-16,0-1 4 0,0-3-2 0,-3-1 4 15,3 3-3-15,0-2 0 0,0-5 1 0,0 3 30 16,0-3 15-16,-1 6 16 0,1-6 7 0,0 0 4 16,1 4 1-16,-1-4-4 0,0 0-10 0,0 0 2 0,0 0-8 0,0 0-11 15,0 0-72-15,0 0-100 0,5-17-104 0,-1 4-117 0,4-4-370 16,0-7 164-16</inkml:trace>
  <inkml:trace contextRef="#ctx0" brushRef="#br0" timeOffset="117867.95">8925 10091 130 0,'0'0'134'0,"0"0"-8"0,-5-2-7 0,5 2-6 0,0 0-4 15,0 0-8-15,0 0-7 0,-4-2-7 0,4 2-13 0,0 0 0 16,0 0-7-16,0 0-14 0,0 0-3 0,0 0-5 15,0 0-7-15,0 0 2 0,0 0-12 0,0 0-1 16,0 0-5-16,0 0 4 0,0 0-4 0,0 0-10 16,0 0-3-16,0 0 4 0,0 0 1 0,0 0-3 15,18 4 5-15,-10-4-9 16,2 2 1-16,2-1-2 0,7 0 5 0,0 0-6 16,9 3 3-16,0-4-3 0,4 1-2 15,1-1 3-15,4 0 2 0,2 0-2 0,14 0-5 0,-3 0 4 16,8 0-1-16,-1 2-3 0,5 1 0 0,0-1 1 15,2 0-1-15,0-1 5 0,-3 5-7 0,2-5 4 16,-1 1-5-16,-3-1 5 0,-4 4-4 0,3-2 2 16,-6 1-1-16,4-2 7 0,-1 0 0 0,-5 1-6 0,2 1-5 0,-1-1-1 15,-11-1 2-15,10 3 1 0,-12-3 4 16,1 1-5-16,13 2 3 0,-14-5 1 0,3 3 1 16,-2-1-3-16,13 3-6 0,-14-3 6 0,-2 0 1 0,1 1-5 15,4 0 1-15,-4-1 2 0,-1 0-4 0,2-1 4 16,3 0 2-16,-5 2 3 0,1-2 11 0,-4 0-18 15,4 2 4-15,-3 1 2 0,1-3-1 0,-3 2 0 0,0-2-11 0,0-1 9 16,-3 4 3-16,1-4 1 0,-1 1 0 0,-10 1-3 16,3 1 0-16,6-1 1 0,-5 1 3 15,-3-3-3-15,0 2-1 0,-2-2-17 0,-5 2 22 16,7-1 0-16,-7 0-8 0,-2 0 1 0,5 1 2 0,0-1 0 16,2-1-2-16,1 1 1 0,-1-1 2 0,-3 2-2 15,3-1 4 1,0 0-6-16,0-1 3 0,-1 0 2 0,3 2 7 15,-1-2-3-15,3 0 0 0,-2 0 2 0,10 1 4 0,-3 0-13 0,2-1 11 0,0 0-3 16,2 0-1-16,1 2-3 0,0-2 2 16,-1 2-3-1,1 2 2-15,1-4-1 0,-1 2 2 0,0 1-5 0,1-1-2 0,-1 0 6 16,1 0-5-16,2-1 4 0,-1 1-3 16,3 0 4-16,-5 0 0 0,4-1 2 0,0-1-7 0,-3 2 2 0,4-1 3 15,-1 0-7-15,2 0 7 0,-2 1-3 0,1-2-2 16,-2 3-5-16,1-3 10 0,0 1-1 0,1-1 2 15,1 2-9-15,2-2 16 0,-1 0-13 0,0 1 2 16,15-1-5-16,-16 3 2 0,16-3-2 0,-3 0 5 16,-11 0-1-16,13-2 0 0,-13 1 2 0,11-2-3 15,-13 5 5-15,2-4-4 16,11 4-3-16,-14-2 10 0,4 0-7 0,-5 0-6 16,1 0 9-16,1 0-1 0,-1 1-2 0,3 0-2 15,-3 1 5-15,0-2 0 0,0 4-5 0,0-4 4 16,-2 3 4-16,2-3-6 0,-4 1 5 0,0 0-2 15,-2 1-5-15,1-1 4 0,1-2-2 0,-1-1 3 16,-1 4 7-16,-2-2 2 0,2-2 4 0,-3 4-1 16,0-2 7-16,-8-2 0 0,1 2-3 0,-2-1 3 0,0-2 1 0,-1 3-3 15,0 0 0-15,0 0 2 0,-2-1 2 0,0 1-4 16,-3-1 0-16,2 0-9 0,2-1 5 0,-1 2-4 16,-2 2 1-16,0-4-1 0,-1 2-2 0,1 0 3 15,4 0-4-15,-5 0-2 0,2 2 5 0,3-4-3 16,-4 4 3-16,-1-2 1 0,5 0 1 0,-5 0-1 15,0 1-5-15,2 0-1 16,-3-1 2-16,1 1-2 0,1-1 1 16,-5 2-1-16,1-2-1 0,-1 0-1 0,-1 0-1 0,-2 0 3 15,2 0 6-15,-4 1 1 0,-4-1 2 0,10 0 3 16,-10 0-1-16,8-1 3 0,-8 1-2 0,0 0 1 16,9 1 0-16,-9-1-3 0,0 0-1 0,0 0 0 15,7-1-1-15,-7 1 1 0,0 0-4 0,0 0 1 16,4 1-3-16,-4-1 3 0,0 0-4 0,0 0 2 0,9-1 0 15,-9 1-5-15,0 0 3 0,0 0-3 0,4-2 10 16,-4 2 0-16,0 0 6 0,0 0-2 0,6-1 1 16,-6 1 1-16,0 0-2 0,0 0-3 0,0 0 2 0,0 0-2 15,0 0 0-15,0 0-4 0,0 0 0 0,0 0-6 16,0 0 11-16,0 0-10 0,0 0-2 0,0 0 0 16,0 0-10-16,0 0-19 0,0 0-20 0,0 0-26 0,0 0-32 15,0 0-35-15,0 0-40 0,0 0-27 0,0 0-176 16,0 0-409-16,0 0 181 0</inkml:trace>
  <inkml:trace contextRef="#ctx0" brushRef="#br0" timeOffset="118785.6">15056 10300 134 0,'0'0'223'0,"0"0"-17"16,0 0-9-16,0 0-17 0,0 0-17 0,0 0-26 16,0 0-6-16,0 0-14 0,0 0-15 0,0 0-9 15,0 0-11-15,0 0-9 0,0 0-10 0,0 0-10 16,0 0-7-16,0 0-9 0,0 0-2 0,0 0-9 16,3 11-1-16,-3-3 0 0,-2 3-2 0,0 3-7 15,-1 3-1-15,-1 1-1 0,1 3-4 0,-2 6-2 16,-2 0 1-16,1 0-3 0,-2 2 2 0,2 1-3 15,-1 1 1 1,1 0 1-16,-2 2-1 0,2-1 2 0,0-1-3 0,2 0 0 16,-1-1-2-16,1-1 0 0,0-2 2 0,0-2-4 15,3 0-1-15,-2-5 0 0,-1 0 1 16,2-1 6-16,-1 0-7 0,2 1 1 0,0-4 2 16,-2 1-6-16,2 0 3 0,-3-1 1 0,0 2-1 15,3-6-1-15,-3 4 3 0,1-5-2 0,3 5 3 0,-1-4-1 16,-4-1-3-16,5 0 1 0,-1 0-2 0,-2 0 4 0,2 0-3 15,-1 0 1-15,0 2-1 0,1-4 3 0,-2 3-4 16,2-1 0-16,-1-1 6 0,0-2-1 0,2 2-3 0,-2-3-1 16,0 2-3-16,1 1 2 0,1-3 2 15,-3 0 6-15,3 3-7 0,-1-3-4 0,1 1 3 16,0-1 5-16,0 3-2 0,0-1-3 0,-3 0 2 16,1-1-2-16,2 0 1 0,-1 2 0 0,-2 0 0 0,2-1 2 0,1 1 0 15,-2 0-1-15,2-1 1 0,-2 0-1 0,1 1 1 16,1-2 2-16,0 0-4 0,-1 2-1 0,-1-3 3 15,2 0 8-15,-1-1-8 0,2 4-4 0,-2 0 2 16,0-2 7-16,1 1-1 0,-1-3-4 0,-1 2-2 16,1-1-1-16,-3 3 2 0,3-1-2 0,0 1 3 15,-3 0-2-15,1-1 2 16,1 1-2-16,1 0 1 0,-2 0 1 0,2-3-3 16,-2 4 1-16,2-4 2 0,-1 4-4 0,1-5 6 15,-1 3-5-15,0 0-1 0,1-1 2 0,0-1 3 16,-2 3-2-16,2-1-3 0,-1-2 4 0,0 3 1 15,1-2-3-15,-2 1 0 0,2 3 4 0,-1-4-3 16,0 1-1-16,1 0-1 0,-2 0-1 0,2 0 0 16,0 1 2-16,0 1 2 0,-2-3 3 0,2 1-2 0,-1-1-8 15,1 1 5-15,0 0-2 0,1 0 5 0,-3 0-5 0,1 1 9 16,1-3-4-16,-2 0-1 0,3 1 2 0,-1 1-7 16,-1-1 8-16,0 2-5 0,1-4 2 0,-2 1-1 15,3 0-4-15,-4 1 4 0,4-2-2 0,-2 0 1 16,0 2 5-16,1-4-5 0,-3 5 1 0,3-4-3 15,0 1 3-15,-2-1 0 16,2 0 0-16,0 1 0 0,1 0 0 16,-3-2 3-16,3 1-1 0,0 0 1 0,-1-1-4 15,-2-1 0-15,3 1 1 0,-1 0 0 0,1-4 0 16,-1 7 0-16,1-5-1 0,0-2-1 0,-3 5 0 0,3-5 6 16,0 4-4-16,0-4-2 0,0 0 3 0,0 0 1 15,-1 4-2-15,1-4 2 0,0 0 2 0,0 0-1 16,0 0 3-16,0 0-1 0,0 0 2 0,0 0 2 0,0 0-2 15,0 0 2-15,0 5-3 0,0-5-39 0,0 0-54 16,0 0-65-16,0 0-201 0,0 0-381 0,-17-11 168 16</inkml:trace>
  <inkml:trace contextRef="#ctx0" brushRef="#br0" timeOffset="120034.81">8765 12048 5 0,'2'-4'91'0,"-2"4"-3"0,2-3 1 16,-2 3 4-16,0 0 2 0,2-4-14 0,-2 4 12 15,0 0-2-15,0 0 2 0,-2-5 5 0,2 5-5 16,0 0 6-16,-2-3-3 0,2 3-3 0,0 0-5 16,0 0-5-16,0 0-7 15,0 0-9-15,0 0-4 0,0 0-14 0,0 0-6 16,0 0-7-16,0 0-7 0,0 0-8 0,0 0 1 15,-4 10-3-15,1-3-4 0,0 3 3 0,-1 5-5 16,-1 1-4-16,-1 5-1 0,0 1-3 0,0 3 2 16,-3 5-5-16,4-4 2 0,-2-1 7 0,1 1-4 0,1-6-5 15,-3-1 0-15,3-2 5 0,1-1-4 0,0-7 0 16,3 2-2-16,-3-2 0 0,4-4 5 0,-4 2 0 0,4-2 2 16,0-2 0-16,-2 0 30 0,2-3 16 0,-3 7 10 15,3-5 3-15,0-2-4 0,0 0-4 16,0 0-19-16,0 0-28 0,0 0-30 0,0 0-25 15,0 0-20-15,0 0-28 0,0 0-31 0,5-12-41 16,-5 12-161-16,0 0-349 0,-6-3 156 0</inkml:trace>
  <inkml:trace contextRef="#ctx0" brushRef="#br0" timeOffset="121444.86">8593 12504 60 0,'0'0'126'0,"0"0"-14"0,0 0-11 16,12 0-9-16,-5 0-5 0,-7 0-1 0,18-3 0 0,-7 3-17 0,2-2-5 15,4-1-13-15,0 0 0 0,3 1-11 0,-2 0 7 16,5 2-23-16,0-2 14 0,6-1-5 0,-8 1-2 16,8-1-1-16,-2 1-14 0,0 0 7 0,1 3-2 15,0-2 0-15,0 1-1 0,1-3-7 0,2 3-1 16,1 0 2-16,0 0 9 0,-1 0-9 0,1-2-10 16,1 0 0-1,0 0 3-15,1 0 1 0,1 1 2 0,0-2-5 16,-1 1 7-16,-1-1 3 0,3 2-1 0,0-3-11 15,2 2 20-15,1 0-6 0,-2-3 0 0,1 5 1 0,3-3-3 16,-3-2-2-16,2 4 3 0,-2 1 3 0,0-2-6 16,-2-2 4-16,0 4-3 0,1 0 4 15,3 0-2-15,-6 0 4 0,2 0-4 0,0 0 1 16,-2 0 3-16,2 0-6 0,-3-1 6 0,-1 1-3 0,3-1 4 0,-5-2 0 16,1 2 7-16,2 0 3 0,2-1-5 0,-2 0-6 15,-1 2-1-15,1-4 4 0,0 3-4 0,3-1 0 16,-4 2-3-16,1 0-3 0,0-1 4 0,1-1-5 15,-4 2 1-15,1-1-13 0,1 1 9 0,1-1 3 0,-1 2-3 16,0-3 0-16,0 4-3 0,0-1-1 16,-1-1 4-16,-1 2-4 15,1-2-4-15,0 1 3 0,-2-1 2 0,1 2-2 16,-1-2-1-16,4 1 3 0,-1-2-7 0,1 1 1 16,-1-3 1-16,0 4 2 0,1-1-4 0,1 0 1 15,-1 0 0-15,0 0 0 0,-1 0 0 0,0 0 6 16,1 0-6-16,-2 0 3 0,0 0 0 0,-1 0 0 15,-3-1 2-15,5 1-6 0,0-2 5 0,0 2-2 16,-1-2 2-16,-1 2-4 0,2 0 0 0,-2-2 0 0,-1 2 5 0,3 0-1 16,0-1 1-16,-1-1-2 0,-2 4 0 0,5-2 2 15,-5 0-5-15,1 0 3 0,1 1-1 0,1-1 1 16,-4-1-3-16,3 2 3 0,-3 0 2 0,1 0-4 16,2 0-1-16,-2-1 1 0,-2-1 0 0,4 2-2 15,-2-1 0-15,0 1 1 0,3 1 1 0,4-1-1 16,-4-2 4-16,4 1-1 0,-3 0-1 0,-1 0 0 0,1 0 2 0,-1 0-4 15,-1-2-8-15,-2 2 8 0,3-1 6 0,-1 1-1 16,-3 0 1-16,3 0 3 0,-1-1-1 16,1 0 6-16,-3 2-5 0,3 0 2 0,-3-2-6 0,1 0 3 15,-1 0 4-15,2-2-6 0,-1 2 2 0,-3-1-3 16,3 1 0-16,1-1-1 0,-1-2 5 0,-7 2 1 16,6 1-7-1,-2-2 1-15,4 1 4 0,-10 0-1 0,1 0 0 0,0 1 3 16,0-3-4-16,-2 1-2 0,2 3 2 0,-2 0-4 15,-1-3 2-15,2 1 1 0,-2 0 0 16,2 1-3-16,2-1-1 0,-1 2 4 0,-1 0-2 16,2-2 1-16,-1 4-1 0,0-2-1 0,-1 0-2 15,3-2 7-15,-3 2-8 0,0 0 4 0,-1 0-2 0,2 0 3 16,-1 0-1-16,-1 2 1 0,2-1 1 0,-4 0 0 0,2-1 2 16,1 3-1-16,-2-3-2 0,-5 1 8 0,0-1-1 15,3 0-1-15,-2-1 5 0,-4 1-4 0,3 0 0 0,1 0 3 16,-2-2-1-16,-2 2-4 0,2 0 1 15,-1-1-3-15,0 1 2 0,-2-1 0 0,1 1-5 16,-1 0 0-16,2-1 2 0,-1 1-2 0,1 0 0 16,2 0-2-16,-1 0 2 15,4 0-1-15,-5-3-4 0,2 4 5 0,-1-1-2 16,3 2 1-16,-6-4 0 0,3 1 0 0,0 1-1 16,-1 0 2-16,-2 0 2 0,0 0 2 0,-2 0 0 15,2 1 5-15,0-1-3 0,0 0-1 0,0 2 0 16,0-2-2-16,2 0-4 0,0 1 4 0,-1-1 3 15,1-1-9-15,1 1 3 0,-1 2-1 0,1-2-1 16,-3 0 3-16,2 1 1 0,1-1-2 0,-3 2-2 0,0-4 2 0,-3 4-2 16,1-2 1-16,-1 1 0 0,-6-1-8 0,10 0 6 15,-10 0 3-15,10 0-2 0,-4 0-1 0,-1 1-1 16,-5-1 2-16,14 0-2 0,-8 0 0 0,2 0 2 16,1 1 0-16,2-1-1 0,-2 0-3 0,0 0 3 15,1 0-1-15,-1 0 0 0,3 2 0 0,-1-4-2 16,1 1 1-16,-6 1 5 0,3-1-2 0,0 1-2 0,-1 0 3 15,-8 0-1-15,15-1 5 0,-10-1 0 0,2 4 0 0,-7-2-7 16,9 0 7-16,-2 0-1 0,-7 0-2 0,10-3 0 16,-4 3 1-16,0-1 1 0,0 0 0 0,-6 1-2 15,10-2-2-15,-3 1 2 0,-2 0-6 0,0 0 3 16,-5 1 9-16,13-2-10 0,-8 2 3 0,-5 0-2 16,10 0-1-16,-4 0 0 15,-6 0 2-15,12-3-6 0,-7 3 8 0,-5 0 4 16,8 0 5-16,-4-1 11 0,-4 1-6 15,7-1-5-15,-7 1 6 0,8 0-4 0,-8 0-3 16,5-4 0-16,-5 4-2 0,4-1-4 0,-4 1-1 0,6-2-13 16,-2 0-24-16,-1-1-26 0,-3 3-21 0,5-5-28 15,-4 1-32-15,3 1-37 0,1 1-41 0,-5-5-172 16,3 4-422-16,-2-2 186 0</inkml:trace>
  <inkml:trace contextRef="#ctx0" brushRef="#br0" timeOffset="121861.66">14848 12025 121 0,'0'0'209'0,"0"-3"-13"0,0 3-20 16,0 0-14-16,0 0-22 0,0 0-15 0,0 0-13 0,0 0-15 16,0 0-14-16,0 0-5 0,0 0-14 0,-1 15-9 15,-1-5 3-15,0 2-8 0,-2 5-5 0,1-1 2 16,-1 4-5-16,0-3-2 0,1 9 2 16,-1 3-7-16,-1-3 1 0,1 0-3 0,2 2-48 15,-5-1-51-15,4 0-79 0,-4-3-159 0,2-7-328 0,1-5 145 0</inkml:trace>
  <inkml:trace contextRef="#ctx0" brushRef="#br0" timeOffset="161596.24">6428 5078 85 0,'0'0'86'16,"4"-3"-4"-16,-4 3-12 0,0 0-8 0,3-2-5 0,-3 2-9 0,4-2-9 15,-4 2 3-15,0 0-4 0,2-3-3 0,-2 3 1 16,0 0 2-16,0 0 2 0,0 0 4 0,0 0-1 16,0 0-4-16,0 0 6 0,0 0-1 0,0 0-1 15,0 0 5-15,0 0-5 0,0 0 0 0,0 0-7 16,0 0 0-16,0 0-7 0,0 0-2 0,0 0-1 15,0 0-4-15,0 0-3 16,0 0-3-16,0 0-3 0,0 0-8 0,0 0 7 16,0 0-5-16,0 0 0 0,0 0 8 0,0 0-5 15,0 0-7-15,0 0 2 0,0 0 1 0,0 0-4 16,0 0 2-16,0 0-3 0,0 0 1 0,0 0-5 16,0 0 4-16,0 0-2 0,0 0 0 0,-13 7 8 15,11-4-5-15,-5-3-2 0,7 0 0 0,-9 4-3 16,3-1 10-16,0 0-2 0,-1 0-1 0,-3-2-10 0,1 4 2 15,-1 0 3-15,0 0 1 0,-1-3 0 0,2 2-1 0,-2 3 3 16,2-6-2-16,-1 4 0 0,-3 3-3 16,4-4 2-16,0 1 8 0,-4 2-13 0,4-2 4 15,-1 0 1-15,-3 2 1 0,3-2-2 0,0 2 3 16,-2-1-1-16,2 0-5 0,-1 2-3 0,-1-3 12 0,2 2-4 16,0 1-4-16,0-2 7 0,-2 2-3 0,1 0-2 0,-1 1 1 15,-2 2-2-15,4-3 1 0,-2-1 2 0,2 3-2 16,-4 0-1-16,0 2 2 0,-1 0-2 0,2 0 0 15,0-3 1-15,-1 3 3 0,1-1 0 0,-1 3 2 16,1-1-4-16,2 0-2 0,-3 0 5 0,4 0-5 16,-3-1-2-16,0 1 4 0,4-1 1 0,0 0 0 15,-5 3-1-15,4-2 0 16,-4 0-2-16,-2 2 4 0,3-1-4 0,-4 6 4 16,2-5-1-16,2-2 3 0,-5 7-3 0,4-5-3 15,1 1 3-15,-2 4 1 0,2-6-2 0,0 2-2 16,-5 3 3-16,4-3-2 0,4-1 2 0,-4 2 5 15,-3 2-5-15,1 3-3 0,4-7 3 0,-1 1 0 16,-2 4 1-16,0 1 0 0,2-4-2 0,-2 3-3 16,1 1 1-16,-3 3 2 0,2-4 3 0,-2 2-1 0,0-3 1 0,2 5-3 15,1 1 1-15,-4-2-2 0,1 0 2 0,2 2-3 16,-2-2 3-16,1 1 3 0,0 1 0 0,0-1 2 16,-3 2-6-16,6-2-1 0,-6 3 2 0,2-3 0 15,-1 4-4-15,3 0 11 0,-3-2-4 16,0 3-4-16,-1-1-1 0,1-1 2 0,-1 1 8 0,0 1-7 15,-4-1 1 1,1 3 3-16,3-1-2 0,-3-1-5 0,-5 12 2 16,9-12 1-16,-1 3 1 0,1-1 9 0,-1-1-6 15,3 2-4-15,-1 1-4 0,-2 0 3 0,0 9-1 16,1-11-1-16,-4 10 1 0,4-7-2 0,0-5-3 0,-3 15 11 16,4-15-7-16,-3 5 1 0,3-2 1 0,-6 8 0 15,3-8-2-15,-6 11 1 0,7-11-2 16,-7 9 4-16,-1-2-4 0,7-12 2 0,-6 16-1 0,5-2 4 0,3-10 1 15,-6 12-3-15,3-1 3 0,-3-2 0 0,5-7-3 16,-2 8-1-16,2-7 1 0,-7 7 0 0,6 0 2 16,1-9-2-16,1 2 3 0,2-3-2 0,-10 10-1 15,8-11 4-15,1 2-2 0,-2 1-3 0,1-3 4 16,4 2-1-16,-4 0 7 0,-1 15-5 0,0-4 2 0,5-10-6 16,-5 9 1-1,-2 3 1-15,5-2 0 0,-1-9 1 0,-2 11 4 16,-4 3 3-16,1-3-10 0,-2-1-2 0,-1 0 1 15,0 0-2-15,-1 1 4 0,-2-4-1 0,2 0-3 16,-4 5 2-16,6-4 2 0,-3 1-3 0,3 3 1 16,-1 0 2-16,2-2-2 0,-1-1-6 0,5 1 4 15,-4 1 4-15,3-1-4 0,0 2 4 0,1 2-4 16,0-4-1-16,-3 2-2 0,3 0 0 0,0 1-2 0,2-2 8 0,-3 0 10 16,2 3-21-16,-1 2 5 0,0-2 2 15,-7 4 4-15,11 3-5 0,-6-3 1 0,2 3 0 0,0 0 10 16,-1-2 5-16,2 3-14 0,-1-3-3 0,2-1 3 15,-1 0-3-15,-1-1 3 0,2-1-2 0,-2 1-3 16,5 0 5-16,-4 4 3 0,4-4-4 0,-3 0-1 16,5 0 5-16,-1 4 0 0,-3-3-2 0,3 0-1 0,-2 0-2 0,-1-1 1 15,3-1 2-15,4 2-7 0,-5-4 1 0,0 1 5 16,0 4 2-16,2 2-4 0,1-2 0 16,-2 3 2-16,4-1 0 0,-3 0 5 0,-1 1-1 15,5 1-2-15,-3-6-1 0,4 2-2 0,1-4-3 16,-1 1 5-16,1-2 1 0,2-11-7 0,0 13 8 0,2-1 1 15,-2-1 0 1,-1-2-4-16,5 2-5 0,-3-2 2 0,-1 1 5 16,-1-2-6-16,3 4 1 0,-2-4-12 0,1-10 2 15,2 13 5-15,0-12 0 0,-3 12 5 0,3-4 0 16,2-10-5-16,-1 14 3 0,0-12-5 0,0 13 5 16,2-3 1-16,1 4-5 0,1-5 8 0,0 3 3 15,1 0-5-15,1-2 4 0,3 0-4 0,-1 0 6 16,-2-8 3-16,6 9-19 0,-1 1 11 0,2-2-5 0,-3-11-1 0,3 10 9 15,1-1-6-15,-5-9-2 0,9 10 4 0,-5 1-2 16,2 3 2-16,-3-16 5 0,4 13-4 16,2 0 5-16,-3-3-9 0,-2-9 5 0,6 10-1 0,-1-1 1 15,-4-11 5-15,4 13-5 0,-4-11 3 0,0 0 8 16,4 0-7-16,0 7-5 0,0-9 5 0,0 1-2 16,-3-1-5-1,2 0 2-15,5 9 1 0,-1-9 5 0,0-2-16 16,4 12 18-16,-7-13-6 0,10 12-1 0,-6-14 10 15,1 1-10-15,-1 0-2 0,11 8 17 0,-10-12-9 16,1 0 1-16,2 2-6 0,-1-2 0 0,2-3 4 0,0 4-2 16,-1-3 1-16,2 1-1 0,0-5-2 15,1 2 6-15,-1 1-1 0,0-3 6 0,2-1-10 16,-4 2 4-16,3 1-1 0,-1-3-2 0,0 1 1 0,-4-1 7 0,3-2-2 16,2 2-5-16,-2 0-1 0,3-3 1 0,0 1 6 15,0 1-5-15,3-3 2 0,-1 0-3 0,2 1 14 16,5 0-18-16,-2-4 3 0,-1 2 8 0,2-2-9 15,13 6 7-15,-5-4-5 0,-5-3-1 0,8 2 2 16,-11-2-1-16,0-1 8 0,3-1 12 0,13 6-10 16,-5-7-17-16,-11 1 11 0,15 1-9 0,-3 1 7 0,5-1-6 15,-17-1 2-15,16 0 4 0,-3-3 4 0,3 4-3 16,-3-3 1-16,1-2 2 0,3 4 2 0,0-2-9 16,0-2 13-16,0 0-12 0,0 1 7 0,-1 3-8 0,-2-2 0 15,-1 2 3-15,4 0-5 0,3-1 7 0,-2 2-7 16,0-4 1-16,4 3-11 0,-1-5 19 0,2 4-3 15,0-1 1 1,5 1-3-16,-1-1-9 0,-2-2 11 0,3 1-9 16,-3-1 6-16,27 4-1 0,-28-2 5 0,2-5-10 15,3 2 8-15,-3 2 0 0,29 1-1 0,-31 1 0 16,0-2 2-16,4-1 4 0,24 2-3 0,-27-2 4 16,-3 3-3-16,4-1 2 0,2-3-2 0,26 5-5 15,-25-3 7-15,26 0-11 0,-27 0 10 0,29-1-13 16,-6 2 11-16,-23 0 1 0,27-1-12 0,-27-1 9 0,25 1-5 0,-1 3 17 15,-24-6-14-15,27 3 7 0,3-2-3 0,-3 0-7 16,1-2 7-16,0 4-5 0,-3-2 1 0,-23-2 8 16,30 1-1-16,-1-1 6 0,0 0 2 0,-5-1-6 15,4 1 23-15,-4 0-16 0,-1 0-1 0,-28 0 1 16,3-2 1-16,29 2-5 0,-31 2-3 0,26 0-2 16,-27-1 9-1,3 0-7-15,-1-1 4 0,30 4-2 0,-32-4 0 16,2 3-2-16,0-1-6 0,0 1 6 0,0-1-5 0,2-2-3 15,-6 0 3-15,4-2-5 0,-1 2 7 16,-1 2 5-16,-1-4 11 0,-3-1-2 0,1 1-13 16,-1-1 12-16,-5 2-4 0,0 1 5 0,-14 0-8 15,-3 0 14-15,2 0-18 0,-1-2 9 0,-4 1-2 16,-2 1-3-16,0-1 0 0,-5-1 4 0,4 1-1 0,-8-1-15 0,-4-2 16 16,3 1 2-16,-2 1 3 0,-2-1 0 0,-3 2 2 15,2-2-1-15,-6 0 6 0,1 2 4 0,-3-3-2 16,1 3 7-16,-1-1-2 0,-3-1 6 0,1 2 1 15,0-1 2-15,0 1 0 0,-2-1 1 0,0 2 1 16,-5 0-2-16,8-4-3 0,-2 2-4 0,-6 2-5 16,4-2-7-1,-4 2 2-15,0 0-6 0,5-1-1 0,-5 1-3 16,0 0-1-16,4-3-3 0,-4 3 0 0,0 0 1 0,0 0-10 16,6 0 4-16,-6 0-3 0,0 0 0 0,0 0 1 15,0 0-5-15,0 0 4 0,0 0-4 0,0 0 1 16,0 0 3-16,0 0-2 0,9 0-3 15,-9 0 2-15,0 0-4 0,0 0 5 0,0 0-5 16,0 0 0-16,8 1 4 0,-8-1-3 0,0 0 5 0,0 0-5 0,0 0 0 16,0 0 2-16,0 0 2 0,0 0-10 0,0 0-7 15,0 0-8-15,0 0-22 0,0 0-11 0,0 0-18 16,0 0-14-16,0 0-36 0,0 0-22 0,0 0-28 16,0 0-139-16,0 0-338 0,6-4 150 0</inkml:trace>
  <inkml:trace contextRef="#ctx0" brushRef="#br0" timeOffset="162369.91">11620 15348 80 0,'0'0'230'0,"0"0"-11"15,-3-5-10-15,3 5-14 0,0 0-17 0,0 0-20 0,-2-6-15 16,2 6-20-16,0 0-14 0,0 0-12 0,0 0-13 16,0 0-12-1,0 0-18-15,0 0-17 0,0 0-3 0,0 0-2 16,0 0-7-16,10 15-2 0,-5-6-5 0,3-1-1 16,3-1 0-16,2 3-3 0,5 2 0 0,-4-1-4 15,9 5-1-15,-5-7 1 0,6 3 3 0,-3-3-6 16,-2 1 0-16,2 0 2 0,-4-5 4 0,2 5-7 15,-1-7 0-15,0 2-1 0,-5-1 0 0,1 1 5 16,-1-2-8-16,-3-1 4 0,2-2-2 0,-3 3 0 0,-4-2 2 0,1-1 1 16,0 3-2-16,-6-3 3 0,8 1 9 0,-8-1-3 15,7-1 7-15,-7 1 1 0,5 1 2 0,-5-1-1 16,2 3-6-16,-2-3 0 0,0 0 0 0,0 0-3 16,6 1-4-16,-6-1 1 0,0 0-4 0,0 0-3 15,0 0 0-15,0 0 0 0,0 0-2 0,0 0 2 16,4 3-3-16,-4-3-9 0,0 0-3 0,0 0-3 0,0 0-12 15,0 0-2-15,0 0 0 0,2 3 3 0,-2-3 0 16,0 8 2-16,-2-1 7 0,1 2 2 0,-3 3-5 16,-1 4 3-16,-1 0-2 0,-4 9 6 0,-3 0 2 15,0 1-1-15,0 2 0 0,-1-4 3 0,0 0 2 16,-4 1 0-16,5-5-1 0,-2 4 0 0,6-7 0 16,0-3 5-16,-4 1-5 15,4-1 2-15,3-5 1 0,-1 1-6 0,1-2 6 16,4-2 1-16,-1-1 1 0,1 0 5 0,-1-2-4 15,0 0 4-15,1 0-3 0,1 0 3 0,1-3 0 16,-3 4 8-16,3-4-3 0,-4 4 3 0,4-4 6 16,0 0 1-16,0 0 4 0,0 0 6 0,-2 3-4 15,2-3 8-15,0 0-8 0,0 0-1 0,0 0 0 16,0 4-3-16,0-4-3 0,0 0 1 0,0 0-2 0,0 0-4 16,0 0 0-1,0 0-12-15,0 0-21 0,0 0-32 0,7 1-59 16,-7-1-92-16,17-5-152 0,-4 2-385 0,3-5 171 15</inkml:trace>
  <inkml:trace contextRef="#ctx0" brushRef="#br0" timeOffset="164487.64">14468 15286 147 0,'4'-4'173'0,"-4"1"-12"0,1-4-4 0,2 4-1 16,-3-3-19-16,0 2-9 0,0-1-13 0,0 5-11 0,-3-9-8 0,2 5-9 0,-3-1-14 0,-6-1-9 16,-1 1-5-16,-6-1-7 0,-1-1-5 15,-10 3-4-15,-4 0-9 0,0 1-1 0,0 1-5 16,-5 1-1-16,5 2-6 0,-2 1-1 0,2 1-5 15,0 0 0-15,1-1-2 0,8 1-5 0,0 4 1 16,1-1-4-16,5 1-1 16,1 1-1-16,4-3-6 0,1 3 5 0,3 1-16 0,2-1 5 0,0 2-3 0,5 1-1 31,1 0 0-31,3 1 6 0,7 4 3 0,2-3 0 0,3 3-1 0,8-2 0 16,3 1 3-16,2-3 3 0,0 0-2 0,2-4 1 15,-4 1 3-15,-4-6-3 0,0-2 3 0,1-1 1 16,-3 0 3-16,3-4 4 0,-5-3 22 0,1 0 5 15,-2-1 12-15,-2-7 10 0,-2 1 10 0,1-7 2 16,-1-3 1-16,-3 0 2 0,-1 1-6 0,-3-4-9 16,0-3-5-16,-4-2-5 0,2-4-8 0,-4-16-6 15,1 2-2-15,-3-1-6 0,-1-2-3 0,-1 5-3 16,-3-4-4-16,0 5-1 0,1 12 1 0,-3 2-1 16,1-2-8-16,-1 4 6 0,-2 0-1 0,-1 7 2 15,6 7 7-15,2 2 7 0,-2 1 0 0,2 6-2 0,0-2-5 0,0 6-3 16,4-2-10-16,-4 1-5 0,3 3-9 0,1 2 0 15,0 0-4-15,0 0 0 0,0 17 0 16,0 0 1-16,5 7 7 0,-1 6-5 0,0 3 1 16,0 1-1-16,3 14-1 0,-3 2 1 0,1 0 0 0,3-1 2 15,-3-1 0-15,-1-1 0 0,2-12-1 0,-2 2-1 16,1-3 3 0,2 0-1-16,-2-1 0 0,1-4-3 0,0-3 4 15,0 1-4-15,-4-8 3 0,2-2-2 0,0 0 3 0,-2-2-1 16,0-3 5-16,-1-2-5 0,0-3 6 0,2 0-2 15,-2-2-2-15,-1 0 6 0,0 1 3 0,0-4 7 16,0-2 24-16,3 7 7 0,-3-5 12 0,0-2 1 16,0 0 3-16,1 5 2 0,-1-5-4 0,0 0 0 15,1 3 3-15,-1-3-12 0,0 0 6 0,0 0-13 0,3 4-3 16,-3-4-5-16,0 0-5 0,0 0-3 0,0 0-16 16,0 0-29-16,0 0-24 0,0 0-27 0,0 0-31 15,0 0-33-15,0 0-40 0,0 0-88 0,0 0-255 16,0 0-558-16,0 0 248 0</inkml:trace>
  <inkml:trace contextRef="#ctx0" brushRef="#br0" timeOffset="165358.68">14584 15042 15 0,'1'-5'255'0,"-1"-1"-31"0,2 1-16 16,-1 1-12-16,-1 1-16 0,2-2-18 0,-2 5-18 16,0-5-12-16,0 5-15 0,1-4-14 0,-1 4-12 15,0 0-13-15,1-4-19 0,-1 4-21 0,0 0-5 0,0 0-4 0,0 0-7 16,9 7-10-16,-6-1-7 0,2 0-11 0,1 1-5 15,1 3-8-15,-1 0-9 0,1 0-8 0,0 2-2 16,1 1-8-16,-1-4 4 0,1 2-2 0,1-1-2 16,-1-2 5-16,-2 1-4 0,-1-3 5 0,3 0 9 15,-4-2 3-15,-1 1 6 0,1-3 11 0,0-1 2 16,-4-1-3-16,9-2 9 16,-4-2 9-16,-1-2 14 0,5-1 8 15,-4-2 4-15,-1-1-2 0,4-5 6 0,-3 1 9 0,1-2 0 16,-1 0 5-16,-1-1-2 0,3 3 1 0,-4-1 6 15,0-2-4-15,0 5 1 0,0 0 5 0,0 0 0 16,-1 2 6-16,0 3-1 0,0 2-6 0,0-2-2 16,0 2-6-16,-1 0-8 0,-1 1-6 15,2 0-7-15,-2 4-7 0,1-4-18 0,-1 4-21 0,0 0-1 0,0 0 3 16,0 0 2-16,0 0 2 0,6 12-1 0,-4-3 1 16,-1 3 2-16,0 5 3 0,-1 1 0 0,0 3-3 15,2 6 3-15,0-1 2 0,-2 1-2 0,0 0 4 16,1-1-1-16,0 3-1 0,1-1 0 0,-1 1 2 0,0-3 3 15,2 2-2-15,-1-1 4 0,0 0-1 0,0-2 0 16,2 1 0 0,-1-6 4-16,-2-2-3 0,0 2-2 0,2-2 2 15,-2 0-15-15,-1-1-2 0,0-1 3 0,0-2 2 16,-2-2-2-16,0 0 6 0,0 0-2 0,-1-2 2 16,1-2 0-16,-1 2 0 0,-1-2-1 0,2 1 5 15,-2-4-2-15,0 2 3 0,0-1-3 0,0-1 4 16,1 1-3-16,-3-3-2 0,1 1 5 0,0-1-1 15,-1-1 3-15,-1 4 1 0,1-4-1 0,2-1-1 0,-1 1 1 0,0 0 6 16,-1-1-3-16,6-1-2 0,-9-1 3 0,9 1-1 16,-12-3-3-16,6 2 0 0,-2-2 2 0,4-1 3 15,-3 0-1-15,1-1 0 0,0 0 3 0,-2-5 10 16,3 1 4-16,1-1 9 0,1-1-4 0,1-4 1 16,2-2-3-16,0-3-6 0,4 2-1 0,1-11 0 15,8 4-2-15,1-4-3 0,5 2 1 0,-1 0-6 0,8 1-2 16,-1 2-1-16,3-1 2 0,12-4-4 0,-7 8-1 15,-1 4 3-15,3 0-5 0,-5 2 3 0,4 1-2 16,-6 2 5-16,-1-1-2 0,-6 4-2 0,-3 2 0 16,-5 2 8-16,-3 1-5 0,0 0-5 0,-2 0 1 15,0 1 0-15,-3 2-2 0,-1-2-9 0,-4 3-24 16,7-2-29-16,-7 2-24 16,0 0 2-16,0 0-17 0,0 0-35 0,0 0-44 15,-20 13-145-15,7-8-353 0,-5 0 157 0</inkml:trace>
  <inkml:trace contextRef="#ctx0" brushRef="#br0" timeOffset="165960.19">13657 15841 100 0,'0'0'128'16,"0"0"-14"-16,0 0-3 0,0 0-19 0,0 0-10 16,0 0-5-16,0 0-4 0,0 0 5 0,0 0 1 15,0 0-2-15,0 0 4 0,0 0-7 0,0 0 6 0,0 0-11 0,0 0 2 16,0 0-10-16,0 0-2 0,0 0-3 15,0 0-8-15,0 0-3 0,0 0-5 0,0 0-5 16,13-5-4-16,-2 2-2 0,6 1-6 0,12-2 4 16,5-3-6-16,17-1-6 0,11 1 2 0,32-4-1 15,9 0 7-15,3 1 6 0,10 1 5 0,8-1 2 16,8 0 3-16,7 0-3 16,-5 3-1-16,-5 0-5 0,-14-1 1 0,-5-2 1 15,-9-2-6-15,-1 3-3 0,-39 2-6 0,0-1 3 16,-2 2-3-16,-9-4-1 0,-14 3-1 0,-3 0 1 15,-3 1-1-15,-10 1 16 0,-3 0 13 0,-6-1 7 16,-2 4 6-16,-1-2-7 0,-2 1-3 0,-1 1-8 16,-1-1-1-16,1 1-24 0,-5 2-33 0,-1-4-35 15,1 4-39-15,-12-1-42 0,2-1-53 0,-4 5-193 0,-5-1-411 0,0-1 182 16</inkml:trace>
  <inkml:trace contextRef="#ctx0" brushRef="#br0" timeOffset="166962.96">14802 16334 92 0,'-3'-7'162'15,"-3"-1"-21"-15,2 1-10 0,-1 1-18 0,-3 0-7 16,-3-1-18-16,1 0-5 0,-6 4-11 0,-2 1-5 16,-2-2-9-16,-1 0-11 0,0 5-5 0,-6 1 0 15,4 1-5-15,4-1-13 0,-3 3 5 0,4 0-4 16,0 2-10-16,0 0-4 0,4 3 3 0,4-5-3 15,-1 6-7-15,4-3 2 0,-3 2 10 0,2 4-16 0,4-2 4 0,1 3 0 16,3-3 4-16,2 4-11 0,2-1 7 0,3 1 4 16,3-3-4-16,1 2 5 0,8-5 21 0,-2 2 0 15,2-3-3-15,8 1 0 0,-9-3-5 0,1-2 6 16,-1-1-9-16,0-1 14 0,-4-3 10 0,-3-2 23 16,2-3 9-16,1 0 14 0,-1-7 11 0,-2 0 6 15,-2-3 5 1,-1-2-2-16,2-9-8 0,-2 1-6 0,-3-5-6 15,0 0-12-15,-1-6-10 0,0-10-4 0,0-2-8 0,-2 3-4 16,-2-2-9-16,3 11 1 0,-1-10-6 16,-2 11-4-16,0 2-2 0,2 2-4 0,-4 3 5 15,0 9 8-15,-1 4-10 0,3 3 11 0,0 1-6 16,-1 3-4-16,1 3-17 0,-1-2-2 0,1 2-9 16,0 5-16-16,0 0 0 0,0 0 3 0,0 0-3 0,-4 20 1 0,3-6 0 15,1 11 3-15,-3 1-1 0,3 6 1 0,0 1-2 16,0 16-1-16,0 0 9 0,0-3 0 0,4-8 0 15,-4-4 0-15,5-2 6 0,-1 4-6 0,0-3 3 16,-2-1 5-16,2-4-11 0,0-3-20 0,0-6-20 16,0-2-10-16,-3-2-16 0,2-5-17 0,-1 1-17 15,-1-3-24-15,0-1-16 0,1-2-10 0,-1 2 4 0,0-3-16 16,-1-4-191-16,0 0-390 0,0 0 173 0</inkml:trace>
  <inkml:trace contextRef="#ctx0" brushRef="#br0" timeOffset="167426.49">14964 16138 77 0,'18'-5'182'0,"-1"1"-19"0,0 2-17 15,2 2-13-15,0 1-16 0,0 2-10 16,0-3-13-16,1 7-13 0,-2 0-6 0,0 2-3 0,-4 3-11 15,3 3-6-15,-4 0-8 0,-2 7-6 0,-4-3 0 0,-5-1-10 16,6 8-2-16,-8 0 0 0,-5-1-2 0,0 1 3 16,-6-1-10-16,1-2 0 0,-3-1 4 0,-1-1-9 15,4-4 2-15,-3-2 0 0,1-2-3 0,-3-2 11 16,8-3-1-16,-1-1 6 0,0-2 6 0,3 0 23 16,3-1 16-16,-3-1 31 0,1 0 35 0,0-1 34 0,4-2 29 15,0 0-2 1,0 0-18-16,-5-9-23 0,7 1-22 0,5-4-15 15,2-2-11-15,4-8-9 0,3-3-8 0,-2-1-13 16,9 1-15-16,4-17-11 0,-5 12-13 0,6-9-10 16,-10 13-1-16,1-3-7 0,-2 5-2 0,-3 2 0 15,-5 8-7-15,-2 1 13 0,1 3-16 0,-4 3-1 16,-2 0-9-16,2 2-1 0,-1 3-11 0,-1-1-32 16,-2 3 1-16,0 0-1 0,0 0 6 0,0 22 4 0,0-7 3 0,-4 4 4 15,2 8 0-15,-1 2 3 0,3 1 3 16,0 2-1-16,0 0 1 0,7 1 7 0,4-3 1 15,4 0 3-15,7-2-15 0,5-4 21 0,23 5-19 16,5-7-49-16,4-3-80 0,31-6-122 0,-30-7-289 16,8-6-605-16,-4-4 268 0</inkml:trace>
  <inkml:trace contextRef="#ctx0" brushRef="#br0" timeOffset="168297.18">16521 15417 133 0,'0'0'174'16,"0"0"-6"-16,0 0-9 0,0 0-13 0,0 0-11 16,0 0-11-16,0 0-7 0,0 0-6 0,0 0-13 15,0 0-2-15,0 0 3 0,0 0-14 0,0 0-2 0,0 0-4 16,0 0-6-16,0 0-3 0,0 0-2 0,0 0-10 16,0 0 0-16,4-5-11 0,-4 5-6 0,8-3-4 15,0 3-4 1,2-1 1-16,5-2-7 0,5 0-2 0,1-1-4 15,6 1-3-15,5-4-11 0,3 5-21 0,-3-4-21 16,1 4-38-16,-2 0-41 0,-2 0-36 0,0-1-46 16,-7 1-111-16,-4 2-334 0,-4-3 148 0</inkml:trace>
  <inkml:trace contextRef="#ctx0" brushRef="#br0" timeOffset="168466.25">16719 15577 118 0,'0'0'174'16,"11"3"-11"-16,2-3-14 0,9 0-21 0,8-1-10 16,6 2-28-16,5-2-70 0,11 1-83 0,0-5-87 0,-13 1-162 15,-3-4 72-15</inkml:trace>
  <inkml:trace contextRef="#ctx0" brushRef="#br0" timeOffset="174465.22">18165 14742 4 0,'0'-10'167'16,"-2"1"-6"-16,2 3-4 0,0-6 0 0,-2 4-1 0,2-2-4 15,-1-1-1-15,1 6-9 0,0-2-4 16,0 2-4-16,0-2-5 0,0 2-10 0,0 3-14 16,0 2-10-16,0-9-14 0,0 6-12 0,0 3-13 15,0 0-7-15,0 0-1 0,0 0-12 0,0 17-7 0,0-1-1 0,-4 8-7 16,0 3-1-16,0 1-1 0,3 1-10 0,-3 2 6 15,4-2-1-15,4-1-2 0,-3 1-7 0,2-1 3 16,-2-4 1-16,3-5 4 0,0 1-4 0,-1-4 1 16,1 0-3-16,3 0-2 0,-4-5 4 0,0 0-4 15,4-1-13-15,-5-1-16 0,1 0-19 0,1-3-26 16,-3 0-26 0,4-1-30-16,-5-2-20 0,0 1-16 0,0 0-7 15,0-4-119-15,-1 4-308 0,1-4 136 0</inkml:trace>
  <inkml:trace contextRef="#ctx0" brushRef="#br0" timeOffset="174975.02">17756 15302 14 0,'0'0'71'16,"0"0"-9"-16,0 0 1 15,0 0-14-15,0 0-6 0,0 0-1 0,0 0-4 16,0 0-4-16,0 0-7 0,0 0 1 0,0 0-3 16,0 0 3-16,0 0 8 0,0 0 4 0,0 0 10 15,0 0 5-15,0 0 4 0,0 0 1 0,0 0-11 16,0 0-2-16,18-4-7 0,-4 3 2 0,8-1-19 16,10-2 9-16,6-3-4 0,22-1-1 0,0 2 0 15,34-1 2-15,-30 1 2 0,26-1 4 0,-27 0-5 0,2 2 0 0,-6 3-5 16,0-4 0-16,-20 5 0 0,-1-2-6 0,0 1-2 15,-4 1-1-15,-6-1 3 0,-6 1 6 0,-5 1-8 16,-5-1-6-16,-1-2-3 0,-5 3 0 0,1 0 3 16,0 0-4-16,-7 0 4 0,8 0-15 0,-8 0 1 15,0 0-15-15,3-3-22 0,-3 3-29 0,0 0-23 16,0 0-29-16,-29 3-78 16,16-3-215-16,-1 0 95 0</inkml:trace>
  <inkml:trace contextRef="#ctx0" brushRef="#br0" timeOffset="175699.55">18097 15449 165 0,'0'0'206'0,"0"0"-23"0,3-8-19 15,1 5-18-15,3 1-16 0,0 0-13 0,3 1-14 16,4 0-10-16,4 3-12 0,1 1-6 0,-1 1-12 16,1 1-6-16,-1 3-4 0,0-1-6 0,0 2-19 15,-5 1 0-15,2 3-5 0,-5 1-8 0,1-2 4 0,-1 1-10 0,-6 0-2 16,-1 4-4-16,-3 0 0 0,-2-1-3 0,-5 2 3 15,-3-1 0-15,-3 5 1 0,-4-1-14 0,-1-2 10 16,-1-2 2-16,3-5 2 0,1 0-4 16,-2 0 3-16,3-2 3 0,3-4-6 0,-1 0 0 0,3 0 6 15,1-2-8-15,3-1 7 0,1-1 2 0,-2 0 14 16,2 1 12-16,4-3 18 16,-3 4 21-16,1-2 13 0,2-2 3 15,0 0 23-15,0 0-13 0,9-12-9 0,0 6-11 16,5-5-9-16,0 1-2 0,3-3-8 0,-2-1-6 15,7-5-6-15,1-1-2 0,-3-2-5 0,0 4-5 16,0-4-4-16,0 1-1 0,-2 2-1 0,0-2 2 0,-5 6 7 16,-3 1 2-16,3-3 11 0,-4 5 11 15,-3 0 6-15,-1 4-1 0,3 0 1 0,-7 4-21 0,3-3 13 0,-1 1-5 16,1 3-6-16,-1-1-24 0,-3 4 11 0,0-6-9 16,0 6-7-16,4-2-18 0,-4 2-11 0,0 0-2 15,0 0-2-15,0 0 0 0,-10 19 0 0,6-8 6 16,-1 5-6-16,-3-1 3 0,3 3-5 0,-1-2 3 15,2 1 1-15,3 3 1 0,1-2 3 0,0 0 2 16,1 0-4-16,3-1 9 16,7-1 0-16,2-1-6 0,10 2 7 0,5-3 4 15,8-1-10-15,14-1-43 0,-12-5-65 16,16 0-77-16,1-5-126 0,-5-5-184 0,-16-3-540 16,3-1 239-16</inkml:trace>
  <inkml:trace contextRef="#ctx0" brushRef="#br0" timeOffset="177550.28">19948 14924 176 0,'1'-6'166'0,"-1"1"-16"0,1 0-8 16,-1 1-13-16,0 0-18 0,0-2-8 0,-1 2-14 15,0 0-12-15,-6 0-4 0,2-3-18 0,-7 5 2 0,-1-2-6 16,-6 2-10-16,-1-1 0 0,-9 6-7 0,2-2-6 0,-2 1-1 16,-3 5-4-16,2 0-3 0,-2 1-3 0,2 1-1 15,0 1-5-15,5 0-1 0,6-1-5 0,2 3 4 16,0-2 2-16,5 1-2 0,-1 2-2 15,5-3-1-15,3 2-1 0,-3-1 0 0,7 2-2 16,1-3-3-16,1 0 6 16,7 5-2-16,1-3 5 0,8-1-7 0,-2-1 1 15,7-3 3-15,6 3 1 0,1-5 5 0,1 2-9 16,0-4 4-16,-2-3 1 0,2 0-3 0,-4-3 1 16,1-4-1-16,-7 0 1 0,-1-1 9 0,-1-3 7 15,-2-2 5-15,-3-2 5 0,4-6 10 0,-6-3-2 16,2-1 2-16,-8-4-6 0,0 0 0 0,-5-3-4 15,0-4-8-15,0-10 8 0,-1 13-2 0,-2-18 8 0,-2-2-2 0,1 7 4 16,-1 12 0-16,0 0 3 0,1 3 1 0,3-1-2 16,-3 5 3-16,-1 3-3 0,1 7 6 0,2 0-3 15,0 4-8-15,1 0 5 0,-3 6-11 0,3-1-4 16,-1 3-6-16,2 1-5 0,-2-1-7 0,2 5-11 16,0 0-6-16,0 0 7 0,0 0-4 0,0 12 1 15,2 2-2-15,0 5 1 16,-2 10-1-16,0 4-1 0,6 12 3 15,-4 4 2-15,4-1-2 0,-1-1 2 0,0-12 3 16,3-3-6-16,1 4 0 0,-3-2 3 0,1-3-2 16,-1-4-1-16,3 0 2 0,-4-3 1 0,2-5 1 0,-5-4-1 15,3-3 3-15,-2 0 0 0,-2-3-1 0,4-1 0 16,-2-3 3-16,-2 2 1 0,0-4 0 16,0 1-1-16,-1 1-1 0,2-3 5 0,-2-2-2 0,1 6 0 0,-1-6-4 15,0 0 5-15,0 4-2 0,0-4 0 0,0 0-1 16,0 0-2-16,0 5 2 0,0-5-1 0,0 0-4 15,0 0-13-15,3 3-22 0,-3-3-16 0,0 0-18 16,0 0-27-16,0 0-35 0,1 3-30 0,-1-3-27 16,0 0-155-16,0 0-372 0,0 0 164 0</inkml:trace>
  <inkml:trace contextRef="#ctx0" brushRef="#br0" timeOffset="178637.48">20216 14647 120 0,'3'-4'171'16,"-3"4"-6"-16,1-6-8 0,-1 6-18 0,1-7-12 15,-1 7-18-15,1-4-6 0,-1 4-18 0,0 0-16 16,0 0-7-16,0 0-5 0,0 0-5 0,0 0-7 16,0 0-3-16,0 0-3 0,13 17-10 15,-8-9-1-15,-1 3-3 0,3 1-2 16,-2-3 1-16,6 5-4 0,-4-3 2 16,3 4-7-16,0-1-9 0,0-1-5 0,-1 0-5 15,-2-5 3-15,0 0-2 0,-2-1 4 0,-1-2-3 16,1-1 5-16,0 1 7 0,-1-5-7 0,1 1 0 15,-5-1 4-15,13-6-3 0,-8 3 0 0,3-3 7 16,-2-6 12-16,-1 2-5 0,2-2-6 0,-1-3 9 16,2 1 3-16,-2-2 1 0,-1 0 4 0,-1 1 1 0,0 1-1 0,0-1 3 15,-2 4 4-15,1-1-6 0,0 0-3 0,-1 2 5 16,-1 0-1-16,2 5-1 0,-3-1-3 0,1 0-6 16,0 1-6-16,-1 3-1 0,0 2-6 0,2-7-21 15,-2 7-8-15,0 0-3 0,0 0 1 0,0 0 4 16,0 0 2-16,0 19 5 0,0-8 4 0,-3 7-6 15,2 1 0-15,-2 8 5 0,-2 4-2 0,1 2-1 0,2-1 6 0,1 0 1 16,-3 1 0-16,1 1 3 0,4-1 1 16,-1-1-7-16,3 0 2 0,-3-3 3 0,3 0 2 15,-1 2-1-15,1-6-2 0,-1 0 3 0,0-6-8 16,1 1 9-16,0-2 1 0,-2 0-4 0,-1 1 2 0,3-2 1 16,-2-1-8-16,0 1 6 0,-2-6-6 0,0 0 4 15,-1 0-1 1,1 0 0-16,-1-1-2 0,-3 0 2 0,2 0 4 15,0-5-1-15,1 2 4 0,-2 2-3 0,0-3 1 16,-1 0-1-16,1 0-1 0,0-1 2 0,-2 1-1 16,1-3 1-16,1 1 0 0,0-2 0 0,-1 1 3 15,0 0-1-15,-1-2 4 0,6-1-3 0,-11-1-3 16,11 1 8-16,-10-3-2 0,4-1-2 0,-2 2 9 16,3-4 7-16,-1-4 12 0,-1 0 1 0,2 1 6 0,0-3 3 0,1-5-5 15,0 0 2-15,2-3-4 0,2-6-7 0,1-3-4 16,2 0-2-16,6-3-1 0,3-2-4 0,2 1-1 15,8-11-1-15,-4 16-4 0,0-5-1 0,5 5-1 16,1 1-3-16,2 2 0 0,-1 3-2 0,2-1 3 16,0 6-3-16,-4-3-2 0,-8 11 0 0,3-3 2 15,-1 4-2 1,-8 2 5-16,0 0-6 0,-3 2-9 0,2 1-23 0,-5 0-14 16,1 2-24-16,-4 1-25 0,6 0 6 0,-6 0 11 15,0 0-6-15,-7 11-15 0,1-4-35 0,-4 1-28 16,-3 4-112-16,0 1-295 0,-1-4 130 15</inkml:trace>
  <inkml:trace contextRef="#ctx0" brushRef="#br0" timeOffset="179207.39">19421 15493 30 0,'0'0'166'0,"0"0"-4"16,0 0-16-16,0 0-6 0,0 0-12 0,0 0-11 0,0 0-10 16,-9 1-14-16,9-1-6 0,0 0-10 0,0 0-13 15,0 0-3-15,0 0-9 0,0 0-4 0,0 0-6 16,0 0-5-16,0 0-6 16,0 0 5-16,0 0-10 0,0 0 19 0,0 0-13 0,0 0-6 0,0 0 1 0,0 0-4 0,0 0-1 15,0 0-1-15,0 0-3 0,0 0-3 0,0 0 2 16,0 0 1-16,0 0-6 0,0 0 4 0,0 0 4 15,0 0 0-15,0 0 2 0,0 0-4 0,0 0 4 16,0 0-5-16,0 0 2 0,0 0-6 0,14-4-3 16,-1 1 1-16,-1-2-2 0,14 0 2 0,5-2 4 31,9-1 2-31,17-1-9 0,7-6 8 0,37 1-13 16,1-2 0-16,2 0 9 0,2-1 7 0,1-1-5 15,-11 4 3-15,0 1 0 0,-30 3 0 0,26-2-3 16,-32 4-3-16,-1-4 1 0,-5 6-16 0,-15 0-1 15,-3-1 0-15,-4 0 4 0,-4 2 2 0,-10 2-2 16,-5 1 3-16,-1 0 2 0,-5 0-1 0,1 1-2 16,-2-1 0-16,1 0-3 0,-2 2-1 0,-5 0-14 0,0 0-16 0,0 0-24 0,0 0-20 15,0 0-35-15,-21 7-41 0,10-3-160 16,-2 1-337-16,-1-2 150 0</inkml:trace>
  <inkml:trace contextRef="#ctx0" brushRef="#br0" timeOffset="180880.41">20253 16062 83 0,'-9'-1'63'0,"-5"-1"-3"0,0 1-10 0,-4-1-5 15,-2 1 3-15,-2 1-8 0,-9-1-1 16,3 3-11-16,-5 0 13 0,1 1-15 0,3 1-11 15,6-1 1-15,-4 2 4 0,6 0 0 0,2 0-12 16,0 0 0-16,1 4 0 0,3-2 7 0,3 1-8 16,2 0-2-16,-1 3-3 0,2 1 6 0,1-3-3 0,3 4-6 0,1-4 6 15,3 0-2-15,0 2 0 0,2 0-1 0,3-1 5 16,1 0 4-16,2-2 15 0,2 0-13 0,4-1 3 16,-1 0-2-16,3 0 10 0,2-3 2 0,-5 0 4 15,2-3 23-15,3 0 4 0,-6-2 6 0,1 0 12 16,2-3 14-16,-4-2 12 0,3-3 4 0,-2 1-1 15,0-5 0 1,-1-1-4-16,-1-2-5 0,0-2-4 0,-4 1-10 16,3-9-5-16,-1 0-1 0,-3 0-15 0,1-2-8 0,-3 0-3 15,-1-3-7-15,-1-3-5 0,2 0-1 0,-3 1-5 16,1-1 3-16,-1-2-4 0,-2 4-1 16,3 3 8-16,2 2 2 0,-5 7 2 0,3 2 3 15,1 2 10-15,-1 5-3 0,0 0-6 0,0 4-7 0,0-1-4 16,-1 2-8-16,2 2-4 0,-2 0-25 0,1 4-27 0,-1-4-7 15,1 4 0-15,0 0 9 0,1 13-10 0,-2 0 12 16,-1 3 3-16,0 8 3 0,-1 5-3 0,1-1 5 16,-1 4 4-16,0 0-3 0,1-1-4 0,0 3 6 15,-2-2 2-15,4-1 4 0,-2 0-2 0,4-1 6 16,0-4 3-16,2 5-5 0,1-15 3 0,-1 3 1 16,2 1-1-1,1-4 6-15,-1 0-2 0,3-2 3 0,1-1 0 0,-2-5 0 16,1 0 3-16,1 0-1 0,-1-3 4 0,5 0-4 15,0-3 6-15,-1-1-2 0,1-2 5 0,3-3 6 16,-3-1 9-16,1-5-6 0,3 1-1 0,-4-1 2 16,3-5-4-16,6-3 0 0,-8-4-3 15,2-1 0-15,-2 1-6 0,-1-2 0 0,0-4 0 16,0 1 2-16,-5-5-6 0,0 0 2 0,1 4-5 0,-3-3 1 0,-4 1-5 16,3-2 3-16,-4 2 9 0,-2 5-4 0,1-2 3 15,2 8 7-15,-3 1 5 0,0 1 2 0,-1 3 1 16,1 3 2-16,0 2 2 0,0 0-5 0,0 2 1 15,0 3-2-15,-2-3-7 0,2 4-4 0,2-2-4 16,-2 5-15-16,0-3-24 0,0 3-5 0,0 0 4 16,0 0 1-16,-3 11 3 0,2 0 0 0,0 6 6 0,-2 2 2 0,0 8-3 15,1 0 5-15,-2 2 2 0,0 0-3 0,2-2 3 16,-2 2 1-16,0-1-1 0,0-3 2 0,3 2 4 16,0-1-2-16,1 0 2 0,-3-6 9 0,2 0-9 15,1-1 3-15,-3 0-4 0,3-2 4 16,0 0 1-16,0 0-1 0,0-2 2 0,3-3 5 0,-3 0-5 15,1-5 4-15,-1 3-1 16,0-6-1-16,3 2 3 0,-3 1 0 16,1-3-1-16,-2-1-3 0,2 2 3 0,-1-3 3 15,1 2-3-15,2 0 2 0,-3-4 0 0,1 4 2 16,-1-1 5-16,0-3-5 0,4 4 5 0,-4-4-4 16,6 3 6-16,-1-1-3 0,0-1 8 0,4-1-9 0,4 0-10 15,4-1-26-15,5-1-45 0,-1-1-67 16,11-4-72-16,-5-1-179 0,5-3-422 0,0 1 186 0</inkml:trace>
  <inkml:trace contextRef="#ctx0" brushRef="#br0" timeOffset="181259.34">20244 15983 67 0,'0'0'148'0,"0"0"-9"0,0 0-11 0,0 0-22 15,0 0 8-15,0 0-5 0,0 0 3 0,0 0-1 16,0 0-1-16,0 0-7 0,0 0-5 0,0 0-11 16,0 0-5-16,31-2-11 0,-2 2-2 0,4-2-7 15,22 1-2-15,8-4-29 0,3 1-60 16,34-2-94-16,-6-3-154 0,-32 2-298 0,3-6 132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4:25:49.78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5690 2407 5 0,'3'-1'134'0,"1"-1"19"0,-4 2 14 15,5-2 7-15,-5 2-4 0,0 0 1 0,4-4 1 16,-4 4-3-16,0 0-5 0,0-4-15 0,0 4-14 0,0 0-14 0,-5-7-13 16,5 7-9-16,-5-5-13 0,-1 3-8 0,-1-1-10 15,0 1-9-15,-5 2-8 0,1-3-5 0,-2 4-8 16,-1-2-4-16,-3 5 4 0,-2-3-13 0,2 3-1 15,-3 1-5-15,0 0-2 0,0 1-5 0,1 3-1 16,0-1-3-16,1 1-9 0,-1 3 0 0,5-4-15 16,-3 6-12-1,7-2-10-15,-4 0-18 0,9 0-2 0,-3-2-8 16,3 5 4-16,1-3 7 0,4-1-6 0,0 0 16 16,0 0 3-16,4-3 6 0,1 4 5 0,3-5 4 15,-3 3 4-15,8-5 2 0,-3-1 3 0,4 1 5 16,-2-2 1-16,2-3 15 0,0 0 11 0,4-3 23 15,-6-2 28-15,0 1 31 0,1-6 28 0,-2 0 16 16,1-5 24-16,0-1 10 0,-3-2 10 0,4-5 4 0,-4-6-14 0,0-3-7 16,0-16-23-16,2 0-31 0,-4-3-12 0,-2-2-17 15,0 2-16-15,0 0-5 0,-5 5 8 0,0 12-5 16,3 2 0-16,-6-1 5 0,1 4 3 0,-1 2 4 16,-1 1 20-16,3 8 5 0,0 1 1 15,-2 1 1-15,2 6-3 0,1-1-6 0,-3 3-8 0,3 3-12 16,0-2-9-1,-1 4-10-15,1 3-9 0,0-8-31 0,0 8-34 16,-3-3-41-16,3 3-35 0,0 0-41 0,0 0-21 16,0 0-8-16,0 0 15 0,0 0 9 0,3 21 12 15,-3-11 15-15,1 9 12 0,-1-2 9 0,0 7 11 16,0 3 4-16,3 1 12 0,-2 0 4 0,3 0 4 16,1-1 8-16,-2 1 8 0,-1 1 2 0,2 3 8 15,0 0-4-15,-3-1 8 0,3-2 2 0,1 1 2 0,-1 1 1 0,5-2 7 16,-8 0 0-16,3-2-2 0,-2 1 8 0,1-5 2 15,0-4-4-15,-2 2 13 0,3-4-7 0,-2 3 1 16,0-3 0-16,-1-5 7 0,2 2-4 0,-2-3 0 16,4 2-5-16,-4-3 5 0,0 0-2 0,-1 1 3 15,2-5 0-15,0 2 3 0,-1-2 2 16,1 0-3-16,-1-1-1 0,-1-1 3 0,0-4 0 0,1 8 0 0,-1-8 0 16,2 6 0-16,-1-3-4 0,-1-3 2 0,0 0-3 15,1 7 4-15,-1-7-4 0,0 0 4 0,0 0-4 16,0 5 3-16,0-5 0 0,0 0-4 0,0 0 4 15,0 0 3-15,0 0 5 0,1 5-2 0,-1-5 11 16,0 0-4-16,0 0 12 0,0 0 3 0,0 0 3 16,0 0 8-16,0 0 1 15,0 0-1-15,21-8 2 0,-3 1-6 0,13-8-75 16,14-7-104-16,36-21-188 0,-26 11-233 16,25-17-608-16,-9-5 268 0</inkml:trace>
  <inkml:trace contextRef="#ctx0" brushRef="#br0" timeOffset="833.26">5820 1606 107 0,'1'-4'232'0,"4"0"-13"16,2-1-22-16,-1 2-12 0,3-3-24 0,-1 6-15 15,-3-4-19-15,4 3-12 0,1-2-13 0,3 1-14 16,-5 4-12-16,0-1-7 0,4 6-10 0,-3-2-11 0,0 4 3 0,-3 0-13 16,-2 3-6-16,1 5-6 0,-3 0-1 15,-4 3-2 1,0-1-10-16,-4 8 3 0,-3-5-5 0,-1 4 7 0,-4-4-7 0,3-5-2 16,-2 5-3-16,4-8 1 0,-2 1 6 0,-2-3-8 15,5-1 4-15,-1-3-1 0,7-2-8 0,-5 1 6 16,2-2-6-16,4-1 11 0,-3-1-6 15,0-1 2-15,0 1 9 0,4-3 8 0,-5 5 10 16,5-5 2-16,-1 4 2 0,1-4 2 0,0 0 6 16,0 0 6-16,0 0 10 0,10 3 9 0,0-3-7 15,3 1-5-15,5-2-8 0,4 1-4 0,-2-3-6 16,2 6 0-16,0-6-4 0,-3 3-4 0,0 0-4 16,-6 0-7-16,6 0 0 0,-10-2-5 0,1 4 2 15,-1-2 1-15,-5 0 1 0,4 0 9 0,-8 0 6 0,10 0 9 0,-10 0 12 16,6-2-2-16,-6 2 13 0,7-1-19 15,-7 1-3-15,0 0-2 0,0 0-3 0,0 0-3 16,6 0-21-16,-6 0-26 0,0 0-28 0,0 0-38 16,0 0-64-16,0 0-77 0,0 0-69 0,0 6-213 15,0-6-540-15,0 0 239 0</inkml:trace>
  <inkml:trace contextRef="#ctx0" brushRef="#br0" timeOffset="1672.95">6210 2092 347 0,'0'0'385'15,"-3"-5"-10"-15,3 5-18 0,0-5-20 0,0 5-34 16,0-2-23-1,0 2-33-15,0 0-23 0,0 0-27 0,0 0-28 16,0-6-14-16,0 6-43 0,0 0-41 0,0 0-30 16,0 0-18-16,0 0-11 0,0 0-16 0,18 8-7 15,-13-3-13-15,4-1-13 0,0 4-8 0,0-3-9 0,0 3-5 16,5 0-3-16,-2-2 0 0,-1 3-2 16,-2-6 4-16,4 4 6 0,-2-2 1 0,0-2 8 15,-5 1 9-15,0-3 5 0,1-1 11 0,-7 0 11 0,11-3 19 0,-6 0 25 16,0-2 8-16,0-2 19 0,1 0 11 0,-3-5 6 15,3 4 8-15,-3-3 2 0,-1 1 8 0,0-1-10 16,2 0 0-16,0 1 2 0,-3 1-2 0,2-1 8 16,-1 3 3-16,-2 0 0 0,0 1-8 15,1 2-7-15,-1 1-10 0,0 3-15 0,0-7-18 0,3 5-26 16,-3 2-31-16,1-4-29 16,-1 4-33-16,0 0-19 0,0 0-3 15,0 0 1-15,4 9 6 0,-2 0 9 0,0 1 4 16,2 5 1-16,-3 4 3 0,3 5 8 0,1 7 10 15,-5-1 6-15,0 6 6 0,1-3 9 0,3 1 4 16,-4 2 8-16,0-3 0 0,0-1 5 0,-1 2 2 16,1-1 4-16,-4-3 5 0,4 0 6 0,-3-4-6 15,1-1 1-15,-3-8 1 0,2-1 2 0,0-5-2 0,-3 2 2 0,1-5 7 16,1 2-2-16,-2-2 2 0,-2-1 8 0,1-1 10 16,-4-1 4-16,4-2 13 0,-1-1 14 0,-1 0 11 15,-2-2 20-15,3 0 24 0,8 0 9 0,-15-4 1 16,8 1 8-16,1-2-7 0,2-4-3 0,-1-3-15 15,1-5-13-15,4-10-17 0,4 0-6 0,5-6-18 16,6-1-11 0,3-12-4-16,3 14-5 0,-1 3-5 0,-1 0 3 15,2 1-10-15,-1 1 4 0,-1 2 1 0,3-1 0 16,-3 6 2-16,0 3-4 0,-3 4 13 0,-4 2 5 16,-4 4 1-16,2-2-2 0,-5 4 1 0,2 0-5 15,-3 4-5-15,-2-5-9 0,-2 6-8 0,6-5-41 16,-6 5-40-16,4-3-73 0,-4 3-32 0,0 0 14 15,0 0-7-15,-7 19-34 0,-1-9-56 0,-2 5-85 0,-5-1-209 0,4-1-601 16,0 2 267-16</inkml:trace>
  <inkml:trace contextRef="#ctx0" brushRef="#br0" timeOffset="2189.88">5122 2967 118 0,'-4'3'215'0,"4"-3"-14"0,0 0-17 0,0 0-13 16,0 0-13-16,0 0-8 0,0 0-18 0,0 0-10 15,0 0-14-15,-8 1-11 0,8-1-6 0,0 0-9 0,0 0-9 0,0 0-5 16,0 0-2-16,0 0-5 0,0 0-4 0,0 0-1 16,0 0-4-16,0 0-1 0,0 0 0 0,0 0-6 15,0 0-3-15,0 0-2 0,0 0-5 0,0 0-1 16,0 0-4-16,0 0 1 0,0 0 4 15,0 0 8-15,23-3 7 0,-3-1 30 0,17-2-4 16,22-8-4-16,6 7 0 16,32-9 5-16,7 0 3 0,-2 2 4 0,1 1 12 15,7-1 9-15,-3 1 3 0,2-1-5 0,-5 4 4 16,-10-2-19-16,-35 6 0 0,-3-2-11 0,-2 3-4 16,-17 0-21-16,-3-2 11 0,-4 4 6 0,-12-1-4 15,-4 3-7-15,-3 0-4 0,0 0 0 0,-4 2-3 16,1-4-7-16,-3 2-13 0,0 1-16 0,-5 0-34 15,8-1-32-15,-8 1-37 0,0 0-29 0,0 0-41 0,0 0-66 16,-19 14-96-16,-3-7-299 0,5 0-672 0,-2-1 298 0</inkml:trace>
  <inkml:trace contextRef="#ctx0" brushRef="#br0" timeOffset="3161.25">5906 3604 148 0,'-4'-7'237'0,"1"2"-22"0,1 0-19 0,-3 0-19 16,-4-2-17-16,1 4-16 0,-6 1-19 16,1-2-12-16,-6 1-12 0,-3 6-11 0,-4-3-11 15,6 5-8-15,-9-1-7 0,2 4-5 16,1 1-7-16,6 0-8 0,-4 2-5 15,6 0-5-15,-1-2-4 0,-2 8-4 0,5-4-6 16,1 2 1-16,3 1-3 0,2 1 2 0,1 0-3 16,1 2-1-16,4-1-2 0,4-1-2 0,0-2 2 15,4 1 2-15,2-5-1 0,5-2-2 0,1 4 3 16,1-8-1-16,5 3 2 0,1-4-1 0,-1-3 5 16,1 2 4-16,2-3 14 0,-1-3 11 0,-2-5 19 0,0 2 16 0,-3-6 12 15,2 2 6-15,-4-5 9 0,6-8-9 0,-6 1 20 16,-1-3-9-16,0-1-5 0,-3-3-4 0,1 2-8 15,-1-6-5-15,-1-2-19 0,-3-12-4 0,1-4-13 16,2 0-2-16,-7 1-3 0,2 1 13 0,-3 14 9 16,-3-1 6-16,2 5 11 0,-2 3 9 0,-2 2 2 15,4 9 9-15,-2 5-6 0,3 1-5 0,-2 2-9 0,2 1-14 16,-4 4-17-16,3 0-42 0,1 4-45 0,0-7-57 16,0 7-24-16,0 0 2 0,0 0 11 0,-3 22 13 15,3-1 5-15,-5 8 10 0,1 7 10 0,0 13 2 16,0 1 5-16,3-1 9 0,-3-1 8 0,3-16 3 0,6 3 6 15,-1-5-1-15,0 2 8 0,1-4-3 16,0-1 7-16,-1-4 1 16,5-4 3-16,-4-1 1 0,0 0 1 0,-1-5 0 15,1-2 5-15,-2-1 1 0,-2-1 1 0,4-2 0 16,-4-2 5-16,-1 0 8 0,3-1-2 0,-3-1-1 16,0-3 2-16,1 5 2 0,-1-5-5 0,0 2 3 15,0-2-18-15,0 0-24 0,0 0-38 0,0 0-36 16,0 0-84-16,0 0-120 0,0 0-268 0,0-13-623 15,-1 8 276-15</inkml:trace>
  <inkml:trace contextRef="#ctx0" brushRef="#br0" timeOffset="3624.91">5971 3475 264 0,'7'-7'242'0,"5"4"-19"0,-2-2-22 16,3 1-16-16,1 3-19 0,1 0-16 0,2-1-7 16,0 4-24-16,-3 0-8 0,-2 4-9 0,5 0-11 15,-3 4-10-15,-2 3-5 0,0-2-8 0,-3 4-5 16,-2 0-10-16,-2 2-2 0,-3 1-7 0,-2 2 1 16,-2-1-9-16,-4 1-1 0,-2 3 2 0,0-5-6 0,0-1-3 0,-3-1-1 15,2 1 1-15,-1-1-6 0,2-4 1 0,2-2-1 16,1-3 4-16,1-1 5 0,1 0 14 0,-2-3 28 15,3 1 34-15,2-4 48 0,-4 4 37 0,4-4 41 16,0 0 31-16,0 0-24 0,0 0-23 16,0 0-25-16,9-29-20 0,0 12-18 0,2-6-18 15,6-1-15-15,-1-5-26 0,3 1-22 0,2-2-28 0,-1 0-4 0,0 1-6 16,1 4 4-16,-7 4-10 0,-2 6 2 0,-6 5 0 16,-1 1-2-16,2 2-5 0,-3 0-5 0,-2 2-22 15,2 1-13-15,0 3-23 0,-4 1-47 0,1-3 1 16,-1 3 7-16,0 9-1 0,0 2 18 0,-5 1 5 15,4 5 8-15,-3 1 0 0,3 7 14 0,-2-6-5 16,2 8 6 0,1 0 8-16,0-3 1 0,4-4 8 0,-2-2 3 15,6 0-17-15,-2-1-12 0,3-2-20 0,1-1-22 0,3-2-40 16,-4-3-46-16,4-4-66 0,0-2-105 0,-2-2-283 16,3-2-676-16,2-6 299 0</inkml:trace>
  <inkml:trace contextRef="#ctx0" brushRef="#br0" timeOffset="4079.47">6450 3263 91 0,'2'-3'359'0,"1"1"-36"0,2-2-19 0,-1 0-24 16,1 0-20-16,3 2-23 0,2-1-22 0,-1 1-27 16,3 1-17-16,3 2-15 0,-4 1-12 0,2 1-20 15,-1-1-15-15,-2 7-9 0,1-1-11 0,-2 1-13 16,2 4 3-16,-4 1-12 0,-2 4-5 0,-2-1 0 16,-3 1-15-16,-4 4 0 0,0-3-11 0,-2 1 8 0,-2-3-6 0,-1 0-6 15,3 0 2-15,-4-3-7 0,2-3-5 0,4-2 4 16,0-1-1-16,-1-1-3 0,5-3-5 0,-3 3 9 15,3-7 16-15,-3 6 14 0,3-6 20 0,0 0 9 16,6 4 8-16,4-4-3 0,2 0 1 0,2-2-6 16,6 0-11-16,7 0-6 0,-5 1-12 0,7-5 2 15,1 2 0 1,-2 3-8-16,-7-1-4 0,-1 0 3 0,-1 1-5 16,-5 0-11-16,-1 0 4 0,-4-1-13 0,-2 2 3 0,2-1 1 15,-5 1-6-15,-4 0-9 0,9-1 8 16,-9 1-12-16,0 0-5 0,0 0-22 0,0 0-28 15,0 0-23-15,10 2-17 0,-11 1-28 0,1-3-48 16,0 0-52-16,-9 7-73 0,1-4-100 0,8-3-263 16,0 0-703-16,-16 0 312 0</inkml:trace>
  <inkml:trace contextRef="#ctx0" brushRef="#br0" timeOffset="4665.49">7343 2664 10 0,'0'0'258'0,"0"0"-8"0,-8-1-7 16,8 1 1-16,0 0-2 0,0 0-6 0,0 0-2 0,0 0-11 0,0 0-14 15,0 0-9-15,0 0-15 0,-10 0-11 0,10 0-17 16,0 0-20-16,0 0-12 0,22-8-31 16,-12 4 1-16,11 1-2 0,7-6-32 0,0 4 0 15,4 1-39-15,2-1-43 0,1-1-53 0,-2 4-50 16,-1 1-60-16,4-2-72 0,-11-2-227 0,-3 4-523 0,-3 1 233 15</inkml:trace>
  <inkml:trace contextRef="#ctx0" brushRef="#br0" timeOffset="4812.63">7454 2814 57 0,'-6'4'161'0,"1"0"5"0,1-1 3 15,4-3 2 1,-3 2 13-16,3-2 0 0,0 0-13 0,31 0-18 15,1-5-14-15,9 0-24 0,14-3-54 0,5 0-76 16,4-4-108-16,-7 0-143 0,2 2-288 0,-6-2 128 16</inkml:trace>
  <inkml:trace contextRef="#ctx0" brushRef="#br0" timeOffset="5846.46">9307 2446 152 0,'-18'-6'154'0,"-1"4"-13"16,1-1-12-16,-5 3-10 0,-5 0-15 15,5 0-7-15,-5 0-8 0,-1 3-7 0,2 2-6 16,-3 3-4-16,4-2-6 0,5 1-4 0,-4 4-12 16,7-5 1-16,1 4-2 0,2-3-10 0,2 5 0 0,0 0-5 15,8-3-6 1,-2 2 3-16,4-1-8 0,2 2 0 0,2-3 0 16,3 5-2-16,5-6 3 0,0 2-3 0,7-1-4 15,10 2 3-15,-6-5-4 0,10 0 0 0,-1-2-5 16,-1-2 4-16,3-2-4 0,-2-2 0 0,2-5 2 15,-4-1-5-15,-8 2 14 0,0-5 9 0,0 1 9 0,-1-9 9 16,-4 4 14-16,0-8 7 0,-6 6 9 0,2-10 2 16,-9 1 7-16,3-4 8 0,-4-1 4 0,-4 0-6 15,-1-3 11-15,0-2-4 0,-1-10-5 0,-2 9 11 0,0 3 4 16,3-1 7-16,-1 3 13 0,-4 3-1 0,3 1 1 16,2 10-8-16,0-2 12 0,3 8-7 15,-2 1-7-15,1 1-14 0,1 4-19 0,0 1-9 16,0-1-17-16,0 4-42 0,1-1-48 0,1 3-62 15,0 0-26-15,0 0 12 16,0 0 9-16,-4 20 4 0,3-2 9 0,1 12 14 16,-1 3 3-16,1 14 14 0,0 8 2 0,4-4 9 15,2-5 4-15,0 2 2 0,0-14 4 0,1-1 3 16,0 0 7-16,0-2 1 0,2-2 5 0,-3-4-3 16,1-7 6-16,-1-4 0 0,-2-3 8 0,-1 0 2 15,-2-4-1-15,0-1 11 0,2 1 12 0,-3-3 9 16,5-1 14-16,-5-3 16 0,1 8 5 0,-1-8-3 0,0 4-8 15,0-4-4-15,0 0-7 0,0 0 1 0,3 5-14 16,-3-5-27-16,0 0-32 0,0 0-40 0,0 0-44 16,0 0-46-16,0 0-62 0,0 6-24 0,0-6-60 0,-4 4-181 15,4-4-526-15,0 0 233 0</inkml:trace>
  <inkml:trace contextRef="#ctx0" brushRef="#br0" timeOffset="6185.08">8841 2862 74 0,'-8'0'221'0,"0"1"-12"0,8-1-8 16,-11 1-12-16,11-1-16 0,-10 0-9 0,10 0-2 15,0 0-1-15,-8 1-16 0,8-1-9 0,0 0-11 16,0 0-12-16,0 0-10 0,26-3-11 0,4-3-11 16,6 1-8-16,22-2-5 0,4-1-12 0,3 2-1 0,31-3-9 0,0-2 4 15,-5 4 5-15,2-2 7 0,-29 3 0 16,1 2-2-16,-4-3-1 0,-5 2 2 0,-16 3-9 16,-8-1 13-16,-5 2 7 0,-9-3 3 0,-4 2-3 15,-4 2 7-15,-2-2-8 0,-1 2-4 0,-7 0-13 0,11-1-19 16,-11 1-25-16,0 0-27 0,0 0-51 0,0 0-48 15,0 0-60 1,0 0-69-16,-44 9-270 0,26-8-557 0,-2 2 246 16</inkml:trace>
  <inkml:trace contextRef="#ctx0" brushRef="#br0" timeOffset="7202.94">9301 3468 39 0,'-3'-3'222'0,"2"-2"-8"16,1 1-15-16,-4-1-18 0,3 0-14 0,-6 1-13 0,5-1-16 0,-9 0-19 15,0 0-8-15,0 3-14 0,-3-1-5 0,0 2-16 16,-6 2-5-16,0-1-7 0,-2 1-7 0,2 1-10 16,-8 0-4-16,6 1 1 0,0 0-8 0,3 2-2 15,0 0-4-15,0 1 0 0,5 1-5 0,-2 0 19 16,1 1-5-16,5-1-2 0,1 2-6 0,-3 3 0 16,6-2-8-16,2 1 3 15,-1-1 5-15,5 3-7 0,0-1-3 0,4-1 3 16,1 0-2-16,4-3 4 0,2 4-1 15,0-3 3-15,4-2 0 0,2 1 3 0,0-4-1 0,1-1 7 16,4 0 4-16,-3-2 14 0,-2-2 6 0,2-3 20 16,-2 1 11-16,1-3 24 0,-3-2 8 0,-2-1 8 15,1-4-2-15,-3 0 7 0,-1-3-2 0,2-1-1 16,-3-9-12-16,1 2-4 0,-6-5-3 0,1 0-9 0,1-5-12 16,-4 0-7-16,2-13-4 0,-6 10-12 0,4-8-1 15,-4-4-3-15,2 17 5 0,-4-2 5 0,0 6 2 16,7 3-5-16,-6 6 11 0,1 7 2 0,2 1-10 15,0 3-6-15,0 1-13 0,0 1-13 0,-2 2-26 16,2 4-42-16,-3-8-52 0,3 8-25 0,0 0 14 16,0 0 5-16,-3 26 12 0,2-8 9 0,-1 8 6 0,2 4 5 0,-3 3 2 15,4-1 11-15,3 3 0 0,-3 1 5 0,1-3 1 16,4 0 8-16,2-3 10 0,-2-1-29 0,1-5 27 16,-1-5-1-16,0 0-16 0,-1-2 11 0,0-3-6 15,2-3-10-15,-2-2-6 0,-1 1-11 0,1-4-12 16,-4 1-4-16,2-2-20 0,-2-1-5 0,0-1-12 15,2 1-11 1,-3-4-19-16,4 4-19 0,-4-4-87 0,0 0-116 16,0 0-183-16,10-11-586 0,-6 6 260 0</inkml:trace>
  <inkml:trace contextRef="#ctx0" brushRef="#br0" timeOffset="7889.16">9505 3160 63 0,'0'-4'293'0,"3"-1"-18"0,-3 1-10 15,0 4-13-15,1-5-10 0,-1 5-22 16,0-7-22-16,0 7-24 0,0-4-25 0,0 4-21 0,0 0-2 16,0 0-18-16,0 0-11 15,0 0-9-15,0 0-21 0,15 11-10 16,-8-4-4-16,-2 3-7 0,0-1-9 0,4 3-3 15,-4-1-9-15,4 3-2 0,-1 1-17 0,1-1-11 16,0 0-5-16,-4-2-7 0,5 0-4 0,-1-3-4 16,-3-1 3-16,-2-1 4 0,1-1 1 0,-1-2 6 15,0-1 4-15,1-3 1 0,1 0 1 0,-6 0 4 16,12-5 9-16,-2-3 17 0,-2 0 6 0,-2-3 6 0,-1 1 5 0,4-4 4 16,0-1 6-16,-4-1 1 0,3 1 4 0,-3 0 7 15,1 3 5-15,-2 0 1 0,0 3 6 0,0-1-3 16,0 5 11-16,-3-1-12 0,2-1-13 0,-2 3-7 15,0 0-14-15,2 2-9 0,-3 2-25 0,1-5-14 16,-1 5-4-16,0 0-1 0,0 0-5 16,5 15 7-16,-5-2-2 0,0 2 1 15,0 4-5-15,0 10 6 0,0 1 3 16,0 4-10-16,-5-3 12 0,4 5 0 0,-3 0-2 16,4 0 5-16,-4-1 2 0,4 9-2 0,-1-9-5 15,-3-4 8-15,0-1 4 0,0-2-1 0,3 0 1 16,-2-9 0-16,2 5-1 0,-3-7 0 0,3 3 4 15,0-4-4-15,-3-6-2 0,1 2 6 0,2 0-1 16,-3-3-1-16,0-4 2 0,3 2 1 0,-1-1-4 0,-1-4 3 0,3 3 5 16,-4-1 9-16,4-4 12 0,-5 4 7 0,0-3-4 15,5-1 4-15,-12-4 16 0,6 1 31 0,-3-2 14 16,4 2-8-16,-1-5 13 0,-1-1-3 0,1-2-11 16,1-4-14-16,1-2-18 0,3-9-13 0,2 4-7 15,3-8-16-15,6 0-17 0,0-1-21 0,4-2 1 16,8-7 1-16,-3 9-3 0,0 2 3 0,2 4-4 0,-1-1 4 0,0 3 0 15,1 0-20-15,1 3 23 0,-8 7 3 16,2-1 9-16,-3 4-5 0,-3 2 0 0,-1 0 5 16,-1 3 0-16,-1 1 14 0,-4 0-17 0,2 1 1 15,-1-1-10-15,0 2 2 0,0 0-29 0,-4 2-30 16,3-2-36-16,-3 2-9 0,0 0 12 0,0 0-11 16,0 0-26-16,0 0-41 15,0 0-61-15,-9 11-90 0,2-8-197 0,7-3-570 16,-13 0 252-16</inkml:trace>
  <inkml:trace contextRef="#ctx0" brushRef="#br0" timeOffset="8875.94">9877 2138 68 0,'2'-3'227'0,"-2"3"-17"0,1-5-17 0,-1 5-21 0,2-2-20 15,-2 2-16-15,0 0-25 0,0 0-20 0,0 0-13 16,-6 10-9-16,-2 2-14 0,-7 13 0 0,-6 5 2 0,-11 21-14 16,-25 27-9-16,-4 9 4 0,-5 7-9 0,-5 4 2 15,-5-2 3-15,5 4 5 0,2-1 5 0,-4 2 7 16,10-11 12-16,6-6-1 0,10-9 9 0,17-27-1 16,5-2 0-16,3-3 0 0,7-15-7 0,2 1-3 15,1-5-2-15,2-1-7 0,4-8-3 0,1-2-3 16,1-3-3-16,0-1-2 15,0-1 8-15,3 0-4 0,-2-4 15 0,2 0 9 16,1-4 14-16,-2 5 3 0,2-5 12 0,-3 5 8 16,3-5-13-16,0 0 10 0,-1 4-5 0,1-4-11 15,0 0-7-15,0 0-3 0,0 0-21 16,0 0-37-16,0 0-64 0,0 0-59 0,0 0-38 16,6-18-51-16,-1 8-68 0,2 0-284 0,-4-5-591 0,4-3 262 15</inkml:trace>
  <inkml:trace contextRef="#ctx0" brushRef="#br0" timeOffset="9207.94">8920 2614 2017 0,'-9'-27'106'0,"-1"-3"66"0,0 7 2 0,3 6 0 16,1 1-15-16,2 4-21 0,0 2-20 0,0 1-26 15,3 3-18-15,-3-1-15 0,3 5-14 0,1-3-15 16,0 5-9-16,0 0-10 0,13 17-4 0,1 8-6 0,10 19-3 15,0 8 5-15,13 25 1 0,-1 5-2 0,0 2 0 16,-3 7 3-16,8-4 4 0,-4-3-2 16,-4-7 2-16,-6-22-2 15,2-3-1-15,2-2 2 0,-5-3 0 0,2-8 0 16,-9-9-9-16,1-2 12 0,0-4 4 0,-4-2 3 16,-4-8 7-16,0 0-6 0,-5-5 3 0,1-1 0 15,-4-4 17-15,-1 2 28 0,1-3 36 0,-4-3 27 16,6 5 27-16,-3-2 4 0,-3-3 2 0,5 4-10 15,-5-4-8-15,4 2-17 0,-4-2-9 0,0 0-23 16,0 0-26-16,0 0-37 0,0 0-110 0,0 0-118 0,15-7-90 16,-6 0-101-16,3-1-319 0,3 0-763 0,3-2 338 15</inkml:trace>
  <inkml:trace contextRef="#ctx0" brushRef="#br0" timeOffset="10395.92">11721 2237 154 0,'0'-5'215'0,"-1"3"-13"16,-2-5-22-16,1 4-17 0,-2-2-19 0,-3 3-15 15,0-2-13-15,-5 1-14 0,-3 2-7 0,-6 1-16 16,-2 3-5-16,-3-1-4 0,-4 3-8 0,1 3-9 15,0 0-4-15,-2 0-10 0,1 4 3 0,1 1-9 16,2-1-1-16,3 3-2 0,1 1-4 0,6-3-7 16,-2 3 3-16,5-1-6 0,5-1 2 0,0 1-4 15,0 1-1-15,8 1-2 0,0-2 13 0,3-3-12 0,10 5 2 0,-2-4-3 16,6 1 3-16,10-2-2 0,2-3 2 0,6-1-2 16,1-4-4-16,2-2 4 0,2-2-2 15,-3-2-2-15,3-5 0 0,-6 0 3 0,3-3-4 16,-3-7 1-16,-1 1 4 0,-5-2 18 0,-3-3 5 15,-3 1 15-15,-2-5 12 0,-5-3 15 0,0-3 5 16,-5 2 9-16,1-5 2 0,-5-2 12 0,-3-1 6 0,-2-6-3 0,-2 6 5 16,-3-9 3-16,0 12-20 0,0 1 16 0,1-1-8 15,-1 7 0-15,0 1 7 0,0 6-6 0,0 3-3 16,2 5 0-16,-1 2-13 0,3 3-10 0,0 0-18 16,0 0-12-16,-1 3-43 0,2 1-61 0,0 3-48 15,0 0 10-15,0 0 9 0,-8 21 8 0,7-1 3 16,0 6 10-16,-3 7 5 15,4 4 7-15,-1-1 7 0,2-1 4 0,-1 18 7 16,0-5 3-16,3-1 5 0,0-14 3 0,0-1 8 16,0-3 0-16,1-3 1 0,-1 1 3 0,-1-9 1 15,-1-1 4-15,0-5-2 0,4 4 2 0,-2-5-8 16,-2-1-13-16,0-4-18 0,1 3-18 16,-2-5-32-16,1 2-33 0,-1 0-39 0,1 0-67 15,-1-6-251-15,0 8-523 0,0-8 231 0</inkml:trace>
  <inkml:trace contextRef="#ctx0" brushRef="#br0" timeOffset="10743.5">11166 2796 42 0,'-3'0'236'16,"-3"2"-10"-16,6-2-18 0,-10 0-8 0,10 0-6 15,0 0-9-15,-6 0-18 0,6 0-15 0,0 0-14 16,0 0-11-16,0 0-19 0,0 0-8 0,33-9-13 16,-1 6-5-16,0-3-11 0,22-4-7 0,1 0-5 15,7 0-9-15,1 3 1 0,29-9-12 0,-1 4 16 16,-29 1 11-16,29-4 6 0,-26 6 1 0,25-4-3 15,-32 6-6-15,-1-2-21 0,-5 4 13 0,-19 1-5 16,-1-1 0-16,-4 2-6 0,-12 0 0 0,-4 1-7 0,-1 0-6 0,-5 2 0 16,0-1-7-16,1 0-31 0,-2 0-36 15,-5 1-14-15,0 0-31 0,0 0-50 0,-19 10-79 16,0-5-261-16,-2 0-517 0,1-1 229 0</inkml:trace>
  <inkml:trace contextRef="#ctx0" brushRef="#br0" timeOffset="11482.89">11556 3517 67 0,'-31'3'131'0,"1"-3"-19"0,3 4-2 0,-2-1-4 16,2-1-10-16,6 3-16 0,3 2-2 0,-1-2-13 15,0 3-4-15,5 1-6 0,-1 1-4 0,5-1-1 16,-2 2-13 0,3 0-5-16,4-2 13 0,4 1 4 0,-2 0-2 15,6 0-2-15,2 0 0 0,1 3 0 0,7-2-3 16,3-4-7-16,0 4 4 0,6-6 3 0,4 4-3 0,-5-5 0 16,7-4 1-16,0 0 2 0,-5-3 6 0,5-3 11 15,-1-2 9-15,-3-1 7 0,-7 0 13 16,-2-3 4-16,7-8 10 0,-3 2-3 0,-8 3 3 15,5-9-2-15,-7-2 0 0,-4 0 3 0,5-2-8 0,-6-3 7 0,1-2-5 16,-5-16 2-16,0 3 1 0,0 1-4 0,-1-2 9 16,-3 0 21-16,2 14 3 0,0 2 5 0,-4 1 2 15,2 6-1-15,3 5-5 0,-2 2 3 0,2 4-15 16,1 3-12-16,-3 2-17 0,2-2-16 0,1 6-48 16,-2-2-59-16,2 6-44 0,0 0 15 0,0 0 0 15,-3 22 6-15,0 5 7 0,-2-1 20 0,3 11-12 0,-6 10 6 16,4 4 7-16,0 0 2 0,1 1 3 0,1-4 5 0,4 1 7 15,-2-14-25-15,0-2-7 0,2-1-12 0,2-2 2 16,-1-1-17-16,-1-3-12 0,0-6-13 0,0-2-22 16,3-1-28-16,-4-6-33 0,1 2-52 0,0-5-44 15,2-1-198-15,-4-6-512 0,5-1 227 16</inkml:trace>
  <inkml:trace contextRef="#ctx0" brushRef="#br0" timeOffset="11946.51">11803 3353 20 0,'2'-5'291'0,"2"-1"-24"0,0-1-30 0,3 0-28 0,3 0-17 16,1 2-23-16,6-1-17 0,-1 5-14 0,6-2-14 16,-5 6 14-16,3-2-12 0,2 5-10 0,-5 3-16 15,0 0-10-15,1 4-11 0,-4 1-5 0,-1 2-9 16,-1 2-7-16,-5 0-7 0,0-1-3 0,-3 4-6 15,-4-1-3-15,-3 0-4 0,-1 2-6 0,-6 2-1 16,0 1 0 0,-2-10-4-16,2 1-3 0,-1 0 1 0,-1-2-2 15,3-5 1-15,0 0 3 0,4-4-4 0,-1 2 11 0,2-1 10 16,0-2 16-16,0-1 22 0,0 1 28 16,4-4 42-16,-3 4 18 0,3-4 22 0,0 0 22 15,0 0-20-15,0 0-22 0,7-15-17 0,-2 5-14 16,5-5-19-16,6-5-10 0,-3-2-13 0,4-4-11 15,-1-1-10-15,4-2-6 0,-4-3-11 0,1 2-5 0,1 0-8 0,-4 0-5 16,3 3-1-16,-7 1 3 0,-2 10 3 0,-3 1 5 16,1 3 9-16,-2 4-2 0,0 1-13 0,-1 3-9 15,-1-2-9-15,1 2-23 0,-2 1-27 0,-1 3-43 16,0 0 2-16,0 0 6 0,0 15 4 0,-5-1 6 16,0 6 7-16,-2 4-2 0,0 3 8 0,-1 0 1 15,7-1 7-15,-2 4-2 0,2-2 6 0,5 0 10 0,1 0-3 16,6-5-3-16,2 2 7 0,5-5 1 0,4-2-7 0,6-4-18 15,6-3-54-15,17-3-96 0,-11-2-116 0,15-8-473 16,1-4-841-16,-5-3 371 0</inkml:trace>
  <inkml:trace contextRef="#ctx0" brushRef="#br0" timeOffset="12980.34">13078 1769 56 0,'-1'-5'210'16,"1"-1"-25"-16,0 1-11 0,0 0-32 0,0 3-23 15,0 2-17-15,0 0-15 0,0 0-10 0,-12 17-11 16,6 9-8-16,-8 6 2 0,0 16-13 0,-4 3-7 15,-9 32 0-15,0-1 0 0,4 10 8 0,2-1 3 0,8-7-3 16,2 2 13-16,0-1 3 0,9-25 8 0,3-1 11 16,3-3-4-16,3-1 4 0,-2 0-5 0,8 1 2 15,4-8-3-15,2-2-3 0,0-3-2 0,0-14-9 16,-1-2-2-16,0-3-4 0,-1 1-5 0,-3-9-8 16,-4-4 0-16,3 0-3 0,-6-3-4 0,-2-2-4 0,-1-1 6 15,0-1 34 1,0-2 13-16,1-1 9 0,-5-2 13 0,0 0 2 15,6 6-4-15,-6-6-7 0,0 0-9 0,4 4-9 16,-4-4-7-16,0 0-4 0,0 0-12 0,0 0-5 16,5 6-26-16,-5-6-33 0,0 0-27 0,0 0-32 15,0 0-41-15,0 0-36 0,0 0-57 0,0 0-52 16,0 0-295-16,0 0-591 0,8-12 262 16</inkml:trace>
  <inkml:trace contextRef="#ctx0" brushRef="#br0" timeOffset="13804.11">14208 2235 222 0,'-3'-8'228'0,"1"-2"-14"0,-2 2-21 0,0 1 12 15,-5-1-26-15,1 2-17 16,-3-1-19-16,-6 2-13 0,-1 0-12 0,-5 3-14 15,-5 0-9-15,0 4-12 0,-4 0-9 0,0 3-9 16,0 0-5-16,2 3-10 0,-2 1-2 0,2 3-5 16,2 0-5-16,3 1-4 0,2 4-6 15,7-3-2-15,1 2-5 0,5-2 0 0,-1 3-3 16,1 1-2-16,4-1 1 0,2 3 3 0,3-2-6 16,2 0 2-16,4-1-1 0,3-1 4 0,6-2-6 0,1-1 5 0,9 0-4 15,2-4-2-15,2-2 5 0,3-4-6 0,-2-1 3 16,2-4-3-16,-4-3 0 0,-9-2 4 0,8-6 9 15,-8 2 12-15,-1-3 14 0,-2 1 16 0,-1-11 5 16,-1 9 4-16,0-11-15 0,-4 0 9 0,-3-4 7 16,2-3 5-16,-4 1 15 0,0-2-17 0,-2-12 0 15,-2 14 9 1,3-16-5-16,-3 12 3 0,-3-12-4 0,2 14 9 0,0-1 0 16,-2 2-2-16,-1 3-1 0,3 4 5 0,1 7 2 15,-3 7 1-15,3 1 0 0,0 2-12 0,0 2-8 16,-1 1-13-16,0 0-16 0,1 6-39 0,-3-6-50 15,3 6-52-15,0 0 0 0,0 0 14 16,-5 17-1-16,4 1 14 0,-3 4 7 0,3 7 4 16,-3 1 5-16,1 4 6 0,2 3 4 0,1-2 3 0,0 10-9 0,0-9 22 15,5-2 5-15,-1-2 0 0,1 4 5 16,0-7 0-16,0-1-7 0,2-2 15 0,-3-7 9 16,-2 3 1-16,5-6-2 0,-3-4 1 0,-1 0 1 15,1-4-9-15,0 2-3 0,-3-3-4 0,2-3-8 16,-2 1-2-16,2 0-11 0,-2-2-10 0,-1-3-18 15,1 6-19-15,-1-6-22 0,0 0-24 0,0 0-80 0,0 0-99 0,0 0-216 16,0 0-565-16,0 0 250 0</inkml:trace>
  <inkml:trace contextRef="#ctx0" brushRef="#br0" timeOffset="14452.5">14325 2039 57 0,'0'-5'337'0,"0"5"-16"0,3-5-23 16,-3 5-26-16,1-5-31 0,-1 5-27 0,0 0-24 16,0-5-26-16,0 5-20 0,0 0-20 0,0 0-15 15,0 0-15-15,12 10-18 0,-5-5-24 0,0 4-17 16,0-1-20-16,5 5-19 0,-1 0-10 0,0-3-14 16,1 2-14-16,1-2-6 0,2 1-6 0,-4-2 5 0,0 0-8 0,-1-4 9 15,-2 2 5-15,2-4 1 0,-2 1 10 16,1-3 2-16,-3 0 3 0,-6-1-3 0,13-4 20 15,-7 0 15-15,2-4 9 0,-4 2 17 0,0-7 6 16,0 4 7-16,-3-7 10 0,2 3 5 0,-1-3 6 16,2-1 3-16,-4 0-31 0,1 0 7 0,-1 1 9 15,0 1-1-15,0 3 0 16,0 0-3-16,0 2 10 0,0 5 0 0,0-2-8 16,3 1-7-16,-3 1-10 0,0 1-16 0,0 0-20 15,0 4-20-15,1-4-15 0,-1 4 3 0,0 0 2 16,0 0 1-16,-1 20 7 0,-2-8 0 0,2 7 4 15,-4 1-2-15,2 9 3 0,-2 5-3 0,1 2 9 16,-1 13 3-16,-4 1-2 0,4-1 4 0,1-13 1 16,3 1 0-16,-2 9 4 0,2-13-1 0,1 2 2 0,0-2 2 15,0-2 2-15,-4-2-1 0,7-2 7 0,-3-1-7 16,-3-8-1-16,3 2 4 0,-4-3-4 0,3-1 1 16,-3-6-1-16,4-1-2 0,-1 0-1 0,-7-1 2 15,7-1 0-15,-3-2 0 0,3 2 4 0,-3-4 2 16,0 1 9-16,4-4 11 0,-7 3 10 0,7-3 11 15,-8 1 0-15,8-1 7 0,-13-5 5 0,7 0 0 0,-1-3 17 0,0-1-4 16,0-3 0-16,0-5-6 0,2-3 2 0,-3-6 1 16,5-3-12-16,3-3 6 0,2-2-9 0,5 0-13 15,1-4 3-15,4-6-2 0,1 13-14 16,0-3-3-16,5 2 2 0,0 4-7 0,5 1 1 16,0 3-8-16,0 4 1 0,2 1-10 0,-1 2 5 15,-1 2-6-15,-3 6 5 16,-3 1-4-16,-3 1-3 0,-4 4 2 0,0 1-2 15,0-3 0-15,-4 1-16 0,1 4-30 0,-3-3-14 16,-4 3-16-16,0 0-16 0,10 9-12 0,-10-3-11 16,-6 3-21-16,-3 4-27 0,-4 3-62 0,-1 0-268 15,-7 0-534-15,0 1 237 0</inkml:trace>
  <inkml:trace contextRef="#ctx0" brushRef="#br0" timeOffset="14922.46">13579 2842 184 0,'0'0'184'0,"-6"0"-20"0,6 0-11 16,0 0-16-16,-7 2-14 0,7-2-9 0,0 0-5 0,0 0-11 0,-5 2-13 15,5-2-3-15,0 0-7 0,0 0-3 0,0 0-11 16,0 0-7-16,0 0-7 0,0 0-1 0,0 0-4 16,0 0 6-16,0 0 0 0,0 0 11 0,0 0 4 15,0 0 6-15,0 0 3 0,0 0-3 0,0 0-2 16,0 0 1-16,0 0 0 0,0 0-1 0,28-7 31 15,4 4-10 1,17-3-6-16,13-3-6 0,35-3 2 0,4 1 4 0,3 0-4 16,1 0 19-16,-2-3 2 0,4 5 0 15,-7-1 4-15,3 4-2 0,-10-4-5 0,-27 4-21 16,-6 5 7-16,1-5-10 0,-9 3 7 0,-19 1-15 16,-4 0-12-16,-7 1 6 0,-4 0 1 0,-8 0-17 15,0 1-3-15,-2-1 1 0,0 0-21 0,-3 1-33 0,-5 0-39 16,8-1-20-16,-8 1-35 0,0 0-37 0,0 0-58 0,-29 3-96 15,10-2-284-15,-4 3-629 0,4-3 279 0</inkml:trace>
  <inkml:trace contextRef="#ctx0" brushRef="#br0" timeOffset="15793.28">14352 3432 31 0,'-5'-7'222'0,"-4"0"-19"15,3 2-15-15,-3-2-16 0,1 0-11 0,-2 3-16 16,-3-2-14-16,4 1-14 0,-5 2-12 0,1 2-12 16,-1 0-10-16,-4 2-7 0,-3 1-9 0,-1 4-16 0,3-1 0 15,-8 6-5-15,1 1-6 0,7-3-2 0,-8 4-9 16,8 3-1-16,-4 1 0 0,7-6 0 16,3 5-2-16,-1-2-6 0,4 3 0 0,2-1-7 0,1 1 3 0,2-6-1 15,2 3 3-15,3-2 2 0,0-2 7 0,2-1 10 16,3-1 0-16,1 0 4 0,1 0 13 0,2-2 2 15,2-4 4-15,1 1 5 0,-1-1 4 0,3-4 8 16,1-1 10-16,1-4 6 0,-2-2 9 0,0-1 1 16,3-4-3-16,-6 0 1 0,2-2 14 0,1-8-16 31,0-1-4-31,0-1-6 0,-4-3 11 0,1-1-19 0,-2-3 0 0,-2-1-1 0,0-12-9 0,-3 11-3 16,2-12-7-16,0 12-8 0,-6 0 0 0,1-2 2 15,-1 6 4-15,-1 2 13 0,1 11 2 0,0 1 0 16,-3 6-10-16,1-1-10 0,1 6-15 0,1-1-25 15,-1 3-45-15,1-1-53 0,-2 2-14 0,2 3 11 16,0 0 14-16,-6 20 7 0,0-1 4 16,-1 5 11-16,0 8 4 0,0 3 4 0,-2 11 7 15,1 2 7-15,6-13-2 0,2 14 10 0,0-5 9 16,0-8-11-16,0-3-5 0,4-1-2 0,0-4-4 16,1-1 0-16,0-4-6 0,0-5-2 0,-2-1-13 15,2-4-14-15,0-1-18 0,-3-3-12 0,2-1-18 16,-3-2-10-16,2 0-3 0,-3-6-48 0,4 3-65 15,-4-3-230-15,0 0-511 16,0 0 226-16</inkml:trace>
  <inkml:trace contextRef="#ctx0" brushRef="#br0" timeOffset="16294.59">14362 3207 101 0,'12'-2'189'0,"1"-3"-14"0,3 4-24 16,-2 1-7-16,5 3-12 0,1 2-16 0,0 1-13 15,-5 3-4-15,8 6-6 0,-1 2-12 0,-9-3-12 16,1 3-2-16,-3 7-12 0,-1-2-3 0,-3-4-2 16,-3 3-8-16,-2 4 0 0,-3 0-7 0,-3-6-1 0,0 1 2 0,-4-3 2 15,-1 1 3-15,0 0 1 0,-8 2 4 0,7-6 1 16,-3 2-1-16,3-6 3 0,-2 0 8 0,2-3 3 15,5 0 5-15,-1-3 10 0,-1 0 10 0,3 1 17 16,-2-4 16-16,6-1 28 0,-4 4 23 16,0-2 33-16,4-2 27 0,0 0-5 0,0 0-39 0,-2-10-22 15,4 3-12 1,4-3-21-16,2-4-13 0,1-3-13 0,4-7-18 16,6-3-18-16,-1-2-16 0,3-1-14 0,8-9-14 15,-3-3-1-15,-5 13 0 0,0 0-9 0,-3 1-3 16,1 3 3-16,-4 1 6 0,-4 9 0 0,-1 1 2 15,-4 5 7-15,-1 2-1 0,-1 1-5 0,-3 2-11 16,4 0-14-16,-2 0-31 0,-2 1-30 0,-1 3-3 16,0 0 0-16,-1 11 8 0,-8 0 4 0,4 8 0 0,-5 3 11 0,-2 7 3 15,3 0 6-15,1 0-1 0,-1 3 7 0,3-1 9 16,0 0 1-16,3 1 1 0,6-3 5 0,1 0 0 16,8 1 5-16,5-2 8 0,3-4 8 0,11-2-11 15,4-8-21-15,16 6-60 0,6-9-82 0,3-10-124 16,-6-1-354-16,5-2-694 0,-4-8 307 0</inkml:trace>
  <inkml:trace contextRef="#ctx0" brushRef="#br0" timeOffset="16896.02">15252 1751 62 0,'0'-3'253'0,"0"3"-30"0,0 0-26 0,0 0-18 16,0 0-23-16,12 8-15 0,1 6-47 0,12 11-9 15,7 15-7-15,7 5-12 16,16 27 0-16,1 5-16 0,-1 7-1 0,-5 17 6 16,-4 11 3-16,-1 0 13 0,-6 4-4 0,-3-5 4 15,-8 1-2-15,-4-1 6 0,-8-5-6 0,-2-4-4 16,-13-5-2-16,-6-8-5 0,-10-5-1 0,-2-27 0 16,-22 20-5-16,-9 0 0 0,-12-8-9 0,-14 3-54 15,-14-5-111-15,-8-3-303 0,-7-12-461 0,-10-11 205 16</inkml:trace>
  <inkml:trace contextRef="#ctx0" brushRef="#br0" timeOffset="18747.59">3740 6800 203 0,'0'0'203'16,"0"0"-8"-16,0 0-5 0,0 0-7 0,0 0-11 15,0 0-6-15,-4-1-14 0,4 1-7 0,0 0-12 16,0 0-14-16,0 0-10 0,0 0-14 16,0 0-11-16,15-5-5 0,-6 2-12 15,4 2-5-15,6-1-6 0,3 0-15 0,5-3-23 16,1 1-28-16,6 1-33 0,-2 0-42 16,-1 2-50-16,-1-2-44 0,-3-2-158 0,-6 3-365 15,-1 1 162-15</inkml:trace>
  <inkml:trace contextRef="#ctx0" brushRef="#br0" timeOffset="18932.48">3856 7004 180 0,'-4'1'180'0,"2"2"5"0,2-3-10 15,0 0-3-15,-2 3-11 0,2-3-9 0,13 0-14 16,0 0-16-1,2-2-13-15,7-1-11 0,-4 1-37 0,10-2-50 16,-8 0-55-16,8-3-61 0,-6 2-162 0,-3 0-287 16,3-2 127-16</inkml:trace>
  <inkml:trace contextRef="#ctx0" brushRef="#br0" timeOffset="19418.28">4041 6662 62 0,'-1'-2'256'0,"-2"-1"-24"15,3 3-22-15,-1-4-22 0,1 4-23 0,0 0-20 16,-4-3-15-16,4 3-14 0,0 0-14 0,0 0-12 0,0 0-10 16,8 12-6-16,-4-7-7 0,1 2-6 0,1 1-8 15,2 2-3-15,-2 0-6 0,6 3-3 0,-2 0-3 0,2-1-4 16,-1 2-5-16,2 1 4 0,-4-5-4 0,1 1-5 15,-2-2-2-15,-1-3-1 0,0 2-4 16,-2-4 2-16,1 3-1 0,-2-3-2 0,0 0 4 16,-1-2 14-16,-1 1 24 15,-2-3 23-15,5 4 14 0,-5-4-10 0,0 0-2 16,0 0 2-16,4 0 3 0,-4 0 5 0,0 0-12 16,0 0-16-16,0 0-4 0,0 0-16 0,0 0-19 15,0 0-18-15,0 0-3 0,-8 12-1 0,-1 3-2 16,-6 7-2-16,-2 9 0 0,0-2-2 0,-13 17-1 15,6-2 6-15,2 4 13 0,-3-2-21 0,2 2 5 16,2-3-4-16,3 0 36 0,4-12-1 0,3-2-5 0,0 2 1 0,0-6-3 16,6-1-1-16,-4-2 6 0,5-9 2 0,3-4-3 15,-2-1 4-15,3-2 2 0,-1-2 8 0,-1 0 19 16,2-4 20-16,-3 4 30 0,3-6 21 0,0 3 16 16,0-3 11-16,0 6 2 0,0-6-5 0,-4 2-11 15,4-2-15-15,0 0-27 0,0 0-50 0,0 0-52 16,0 0-58-16,0 0-85 15,9-14-85-15,-8 10-93 0,7 0-107 16,1-5-260-16,0 3-743 0,1-4 330 0</inkml:trace>
  <inkml:trace contextRef="#ctx0" brushRef="#br0" timeOffset="20571.75">5672 6722 96 0,'-12'-4'185'0,"2"1"-10"0,-3 1-23 0,-3-1-18 16,-1 3-12-16,-2-1-13 0,-4 3-18 0,-5 5-1 16,0 0-7-16,-2 3-13 0,0 3-7 15,-1 0-9-15,0 3-5 0,3 0-5 0,4 2-5 0,1 3-7 16,1-1 5-16,5 0-3 16,1 0-7-16,4 4-1 0,4-4-1 15,2-3-5-15,4 0 4 0,2 1-6 0,1-1-4 16,3-1 3-16,6-3 2 0,-1-4 1 0,4 2 5 15,5-1-5-15,1-3 3 0,9-4-1 0,-1-3-8 0,-4-2 3 16,5-1 2-16,3-5-4 0,-7-1-1 16,5-4 11-16,-7-3 13 0,-4-4 15 0,1-1 9 15,-1-3 14-15,-3-1 4 0,-3-5 13 0,-1 4 3 0,-2-2 5 0,-1-4 1 16,0 1 14-16,-2-3-3 0,-1-12 6 0,-1 1 3 16,1-2 3-16,-5 0-6 0,0 12 4 0,0-11-8 15,0 10-11-15,0 2-6 0,-1 5 6 0,0 1 1 16,-2 10 15-16,3 1 7 0,-1 3 0 0,1 4-8 15,-3 1-13-15,3 1-15 0,0 3-20 0,-1 2-12 16,-2-3-28-16,3 6-36 0,0-5-28 0,0 5-54 0,0 0 6 0,0 0-6 16,0 0 5-16,-1 18 8 0,1-1 5 0,-4 10 9 15,4 4 4-15,-2 6 47 0,-2 9-8 0,0 0-6 16,0 2 5-16,3-2 8 0,-3-10 3 0,4 9 0 16,0-11 0-16,1-1-2 0,-1 1 5 0,4-1 5 15,-1 0 15-15,-2-5-6 0,4 0 18 0,0-2 2 16,-1-5-29-16,-3-3 13 15,3-2 0-15,0-2 0 0,-1-1-5 0,-2-3 5 16,0-2-1-16,2-1-4 0,-2 0 7 0,2 1-5 16,-2-5 3-16,-1 1-3 0,1-1-5 0,0 2 7 15,-1-5-11-15,0 5 15 0,0-5 0 0,3 2 6 16,-3-2-4-16,0 0 4 0,1 5-6 0,-1-5 10 16,0 0-9-16,0 0 3 0,0 0 4 0,0 0-2 15,3 2 13-15,-3-2-12 0,0 0-18 0,0 0 21 0,0 0 10 0,0 0 1 16,0 0-2-16,0 0 4 0,0 0 2 0,0 0-1 15,10-2-3-15,4 0-13 0,14-3-32 0,8-7-76 16,16 0-123-16,2-3-160 0,7-4-374 0,-3-8-801 16,-2-7 355-16</inkml:trace>
  <inkml:trace contextRef="#ctx0" brushRef="#br0" timeOffset="21269.52">5892 6014 13 0,'2'-7'271'0,"1"4"-24"0,-1 1-14 16,1-1-24-16,2 2-19 0,1 0-22 0,-1-1-18 15,1 0-18-15,-6 2-14 0,13 2-11 0,-6 2-14 0,-1 1-8 0,3 2-12 16,0 2-6-16,-4 2-3 0,2 4-7 0,-2 2-6 15,-3-3-6-15,1 12-3 0,-3-4-8 0,-5-4 3 16,0 8-4-16,-2-7-4 0,-4 6-1 0,3-7 15 16,-2 0-4-16,0-3-3 0,5-1-2 0,-2-7 4 15,2 3 0-15,1-3-5 0,2-2 0 0,-1 0 1 16,1-1-4-16,-2 1 17 16,1-2 16-16,2-1 14 0,1-2 10 15,0 5 2-15,0-5 12 0,9 1-8 0,2-4-7 16,5 0-6-16,4 1-6 0,7-3-11 0,1 0-3 15,3 0-12-15,-2 3-6 0,3-1 1 0,-2-1 9 0,-1 1-1 16,-2-2-7-16,-7 4-7 0,-2-3-3 0,-4 2-3 16,-4 0 2-16,-2 2-5 0,1 0-4 15,-4-1-1-15,-5 1 1 0,9-1-4 0,-9 1-16 0,8 0-26 0,-8 0-26 16,0 0-10-16,0 0-19 0,0 0-32 0,-9 9-33 16,1-4-38-16,-2 3-51 0,1-2-68 0,-3 0-239 15,4 0-582-15,2-1 257 0</inkml:trace>
  <inkml:trace contextRef="#ctx0" brushRef="#br0" timeOffset="22055.79">6288 6496 141 0,'-3'-3'350'0,"3"3"-15"15,3-7-10-15,-3 4-18 0,0 3-31 0,1-5-28 0,-1 5-29 16,0 0-24-16,0 0-27 0,0-4-28 0,0 4-32 0,0 0-12 15,0 0-13-15,0 0-3 0,5 14-9 0,-2-8-14 16,2 3-16-16,-1-1-10 0,2 2-12 0,0 1-10 16,2-1-13-16,2 3-10 0,1-1-9 15,0-1-6 1,-2-1-8-16,-1 0-3 0,-1-5 0 0,3 1 5 0,-1 0 0 16,-1-4 5-16,-1 1 6 0,0-3 3 0,-1-1 0 15,1-3 5-15,-1 0 11 0,2-4 11 0,-2 2 9 16,2-4 15-16,-3 0 12 0,0-6 6 0,3 0 15 15,-6 0 9-15,1-1 2 0,2 0 6 0,-1 0 3 16,1 1 7-16,-2 4 5 0,-2 2 6 0,3-2-6 16,-3 4-1-16,-1 2-6 0,0 0-15 0,4 1-8 15,-4-2-8-15,1 6-19 0,-1 1-35 0,0-4-28 0,0 4-9 0,0 0-3 16,0 0 9-16,3 12-2 0,-3-2-1 0,0 2 6 16,1 6 4-16,-1 8-4 0,-1-1-2 0,1 3 2 15,0 4 0-15,0 1 2 0,-3 1 2 0,-2 12 1 16,3-10 2-16,-2 0 2 0,1 11 8 0,-1-13-1 15,3 2 3-15,1 0 1 0,-4-1 1 0,4-5-3 16,0 0 7 0,-5-2-3-16,1-3 2 0,-2-6-1 0,2 0 2 0,0-2 0 15,-1-1-1-15,1-6 0 0,-1 1-4 0,-2-4 7 16,4 0 0-16,-5 0 4 0,3-3 14 0,1 0 16 16,-6-2 7-16,2-2 10 0,1-2 17 0,-4-2 15 15,0 0 8-15,1-3 5 0,-2-2 11 0,2-4-3 16,1-3 3-16,1 1 8 0,0-4 3 0,1-7-5 15,2-4-1-15,5 0-14 0,0-1-12 0,4-2-4 0,4-1-14 16,3 4-5-16,-2-1-6 0,4 1-9 0,1 2-4 16,1 2-4-16,2 2-5 0,-1 2-7 0,2 2-6 15,1 2 0-15,-3 6-6 0,-1-1-1 0,-1 3-1 0,-5 3-7 16,5 0 4-16,-6 2-2 0,-3 0-2 0,2 2 1 16,-1 1-8-16,-1 0 1 0,-3-3-1 15,1 4-5-15,-3 1-24 0,6-4-41 0,-6 4-28 0,0 0-68 0,0 0-11 16,0 0-14-16,4 8-23 0,-5-3-30 0,-3 4-50 15,1-1-69-15,-3 1-315 0,2 0-731 0,-4 1 323 16</inkml:trace>
  <inkml:trace contextRef="#ctx0" brushRef="#br0" timeOffset="22525.98">5101 7446 39 0,'-6'0'231'15,"1"3"-10"-15,5-3-5 0,-8 0-9 0,8 0-12 16,-8 0-15-16,8 0-18 0,0 0-12 0,0 0-14 15,-8 0-10-15,8 0-12 0,0 0-4 0,0 0-5 16,0 0-8-16,0 0-7 16,-5 0-2-16,5 0-4 0,0 0-5 0,0 0-5 15,0 0-4-15,0 0-3 0,0 0-4 0,0 0-3 16,0 0-3-16,0 0-5 0,0 0 1 0,0 0-1 16,0 0-7-16,0 0-5 0,27-4-1 0,3-2-5 15,20-4-3-15,10 1-2 0,36-5-10 0,8-2 1 16,-6 3-1-16,12 2-2 0,4-4-1 0,6-1 13 15,4 3 6-15,1 2 5 0,-9-1 2 0,-4-1 6 0,-13 1 7 0,-35 5 0 16,1-2 8-16,-12 4 0 0,-14 0 10 0,-6 1 5 16,-6 0 11-16,-10 2 6 0,-3 0 11 0,-4-1 4 15,-2 2-2-15,0-2-6 0,-1 3-8 0,-3-1-22 16,1 0-26-16,-5 1-15 0,5-3-67 0,-5 3-82 16,0 0-82-16,0 0-75 0,0 0-101 0,-27 3-277 15,15-3-708 1,-5 1 314-16</inkml:trace>
  <inkml:trace contextRef="#ctx0" brushRef="#br0" timeOffset="23475.02">6102 8163 154 0,'2'-7'262'0,"-2"-1"-3"15,0 1-11-15,0 1-8 0,-2-1-18 0,1 1-21 16,-1 1-21-16,-2-1-22 0,-1 2-7 0,-4-2-27 16,-3 1-16-16,-2 2-16 0,-1 3-17 15,-7 0-6-15,-6 3-8 0,-1 2-6 0,1 4-6 0,-4-1-9 16,1 2-6-16,3 2 0 0,-4 4-6 0,0-4-6 16,3 2-2-16,5 3-3 0,0 0-3 0,4 0-3 0,6-3-3 15,1 0 9-15,4 0-11 0,1-3 0 0,3 1 0 16,3 0 2-16,2 1 1 0,0-1-4 0,5-1 4 0,1-1 1 15,7-1 4-15,2 0 6 0,6-4-11 16,7-1 3-16,1-5 6 0,3-2-8 0,0-1-1 16,1-6 1-16,-1 3 5 0,-6-4 15 0,2-1 18 15,-2-3 11-15,-2-4 10 0,-3 1 14 0,0-2 18 0,-3-1 10 0,-4-3 9 16,-4-2 19-16,-1-2 1 0,-1-4-8 0,-2 1-8 16,-1-4 11-16,-2-11 0 0,-2 0-9 0,-1 0-9 15,0 12-8-15,0-13-11 0,-1 12-5 0,-2 1-2 16,2 2-1-16,0 8 3 0,-2 5-2 0,3 5-4 15,0-1 3-15,-2 6-18 0,-1 1-9 0,3 3-16 16,0 0-37-16,-1 3-60 16,1 2-70-16,0 0-32 0,0 0 14 0,0 0 13 15,-5 26 25-15,2-2-3 0,-2 8 13 0,1-1 2 16,3 15 15-16,-3 3 3 0,0 0 9 0,3-4 8 16,1-10-1-16,0-2 14 0,1 1 6 0,3-5 3 15,1 0 2-15,-2-4 3 0,-1-6 3 0,2-2 2 16,-1-3 9-16,-1-2-2 0,1-4 2 0,-2-2 1 15,-1 0 0-15,5 1 1 0,-5-3 8 0,0 0-1 0,0-1-2 0,0-3 0 16,3 6-9-16,-3-6-13 0,0 0-18 0,1 4-16 16,-1-4-32-16,0 0-85 0,0 0-100 0,0 0-317 15,0 0-646-15,-1-18 286 0</inkml:trace>
  <inkml:trace contextRef="#ctx0" brushRef="#br0" timeOffset="23891.76">6252 7951 78 0,'9'-6'220'0,"1"3"-9"0,-1-1-14 0,4 1-22 15,-3 1-20-15,2 2-12 0,-1 1-16 0,3 1-14 16,-2 5-15-16,5 0-2 0,-2 3-12 0,-3 2-5 16,1 1-10-16,0 1-2 0,-3 2-7 0,-3 4-4 0,-1-3-4 0,-1 9-4 15,0-2-7-15,-10-4-2 0,5-2 0 0,-5 2-2 16,1-1-4-16,-5-1 6 0,5 0-2 15,-5-2-1-15,3-2-2 0,2-2 1 0,-2-4 6 16,2 1 9-16,1-4 3 0,1-1 18 0,-1 2 23 16,1-5 31-16,0 3 39 0,0-1 37 0,2-3 42 0,0 0 23 15,0 0 5 1,0 0-27-16,0 0-22 0,2-14-27 0,6 5-20 16,-3-3-21-16,5-5-16 0,4-5-15 0,1-2-11 15,1 0-17-15,-2 0-8 0,-1 2-7 0,-3 6-8 16,-1 1-11-16,-1 7-6 0,-2-1-4 0,1 2-11 15,-5 0-4-15,1 3-16 0,2-1-11 0,-4 4-31 16,0-2-31-16,-1 3-33 0,0 0-5 0,0 0 6 16,7 7-1-16,-5-1 26 0,2 5-5 0,0 1 7 0,0 1 2 0,1 4 16 15,0 2 0-15,4-2-8 0,0 1-16 0,0 0-26 16,0-2-26-16,1 2-13 0,0-2-24 0,-1-1-21 16,0-3-34-16,-3-1-43 0,1-2-61 0,-2-5-315 15,0 0-678-15,4-4 299 0</inkml:trace>
  <inkml:trace contextRef="#ctx0" brushRef="#br0" timeOffset="24261.51">6720 7836 287 0,'1'-6'352'0,"-1"0"-29"0,4 1-32 0,-4 0-35 15,1 2-24 1,-1 3-29-16,1-5-19 0,3 3-24 0,-4 2-16 0,0 0-14 15,17 6-16-15,-7-1-13 0,-1 2-11 0,0 2-6 16,-1 1-8-16,3 5-3 0,-3-1-6 0,1 1-9 16,-3 2-7-16,-2 0 1 0,-3 2-7 0,0 0-2 15,2-2-6-15,-4 0 1 0,-1 0-12 0,1-5 4 16,1-3-4-16,-1 2 1 0,-1-5-4 0,2 1-4 16,0-2 2-16,0 0 0 0,0-2-4 0,2 1 13 0,-1-1 20 15,-1-3 21-15,4 5 30 0,2-5 15 0,3 0 5 16,5-3-3-16,4 2-10 0,9-6-6 0,1 3-8 15,2-3-4-15,0 2-12 0,0-1-1 0,-1 1 1 0,-1 0-2 16,-7-1-12-16,-1 5-4 0,-6 0-6 0,-2-1-6 16,-1 1 0-16,-3 1-11 0,-2-1-3 15,1 0-4-15,-7 1-2 16,10 0-6-16,-6-2-9 0,-4 2-6 0,0 0-29 16,6 0-40-16,-6 0-50 0,0 0-53 0,0 0-37 15,8 3-3-15,-8 1-52 0,0-4-65 0,-3 8-364 16,3-8-741-16,-5 4 329 0</inkml:trace>
  <inkml:trace contextRef="#ctx0" brushRef="#br0" timeOffset="25263.68">7594 7065 123 0,'-8'3'324'0,"8"-3"-5"0,-4 3-12 0,4-3-23 16,0 0-20-16,0 0-23 0,0 0-28 0,0 0-25 15,0 0-19 1,17-7-16-16,-3 2-33 0,4 0-33 0,11-2-44 16,2 0-54-16,0 0-57 0,4 1-68 0,1 1-76 15,-3-1-190-15,-6 1-435 0,-4 2 193 0</inkml:trace>
  <inkml:trace contextRef="#ctx0" brushRef="#br0" timeOffset="25395.2">7696 7236 34 0,'-6'3'203'16,"0"2"-21"-16,3-1-7 0,-1-2-12 0,2 1-3 16,2-3-8-16,17 3-15 0,5-3-14 0,16-3-23 15,17-1-62-15,8-7-99 0,-2-3-174 0,3 4-254 16,-4-2 113-16</inkml:trace>
  <inkml:trace contextRef="#ctx0" brushRef="#br0" timeOffset="26466.9">9735 6761 164 0,'-19'-4'164'0,"-2"1"-11"0,-8 1-11 0,0 2-18 15,3 2-2-15,-3-2-15 0,6 3-16 16,-4 1 1-16,-1 2-18 0,0 1-7 0,9-2-7 0,0 5-10 16,1-1-2-16,1 1-3 0,2 2-12 0,2 2 5 15,-1-2-11-15,4 7 4 0,2-2-7 0,0-4-2 16,5 3 0-16,0 0 2 0,3 0-5 0,3-5-6 16,0 5 8-1,4-4-1-15,3 0-1 0,5-2-1 0,1-1 5 0,1-2-7 16,3-2 8-16,1-2-1 0,1 1-2 15,0-8 2-15,-2 3 1 0,2-4 12 0,-4-1 10 16,1-4 16-16,0-1 20 0,-3-5 9 0,1-2 9 16,-1-4 9-16,-1-3 9 0,-3-1 9 0,-5-1 2 0,0 3 1 15,-1-5-6-15,-1 2 2 0,-1-4-6 0,-3 1-10 16,1-3-5-16,0-1 1 0,-2-2-6 0,0 1-3 0,0-1-3 16,0 5-2-16,-2-2-6 0,2 5-4 0,-2 2 16 15,1 9 10-15,1 1-7 0,0 5-1 0,-3 3-7 16,2 2-12-16,1 1-12 0,0-1-21 0,0 1-34 15,-2 4-37-15,2 1-40 0,0 0-38 0,0 0 7 16,0 0 5-16,-3 17 9 0,0 1 10 0,2 10 7 16,-3 3 34-16,2 4 1 0,-2 12 4 0,2-2 7 0,2-9-2 0,0 0 5 15,2 10 4-15,4-14-1 0,-1 3 10 0,3-3 5 16,-1-1 2-16,0-1 2 0,3-7 3 0,-2-3-3 16,-4-4 18-16,1-5-6 0,0 1-10 0,-4-3 8 15,3-3-5-15,-4-1 12 0,4-1-15 0,-4 0 31 16,4-1 17-16,-4-3 6 0,1 5-12 0,-1-5 9 15,3 4-8-15,-3-4 1 16,0 0-7-16,1 3-21 0,-1-3-34 0,0 0-45 16,0 2-57-16,0-2-62 0,0 0-69 0,0 0-86 15,0 0-330-15,0 0-712 0,0 0 315 0</inkml:trace>
  <inkml:trace contextRef="#ctx0" brushRef="#br0" timeOffset="26798.91">9238 7282 126 0,'-11'1'223'0,"3"2"-14"0,1-2-7 16,1 0-16-16,1 1-8 0,5-2-4 0,-6 1 3 15,6-1-11-15,-5 3-11 0,5-3-11 0,0 0-15 16,0 0-8-16,18-6-16 0,3 3-11 0,10-3-8 16,6-1-9-16,23-3-6 0,3-2-6 0,26 0-12 0,-22 2-1 15,28-3 12-15,-4 0 17 0,-26 4 13 16,27-2 27-16,-28 2-6 0,-4 3 3 0,-2 0-10 0,-19 4-8 0,-3-2-15 16,-6 3-9-16,-10-1-8 0,-3-1-3 0,-6 3-10 15,-3-3-10-15,-2 3-1 0,2 0-30 0,-3 0-34 16,-5 0-22-16,0 0-19 0,1 4-30 0,-1-4-59 15,-20 9-89-15,1-3-336 0,-2-1-620 0,2-2 274 16</inkml:trace>
  <inkml:trace contextRef="#ctx0" brushRef="#br0" timeOffset="27638.57">9693 8020 107 0,'0'-12'217'0,"0"6"2"0,-4-5-20 0,0 3-15 0,-1-1-14 16,0 2-16-16,-4-2-15 0,0 2-16 0,-1 1-16 0,-1 1-12 15,-2-1-5-15,-6 3-11 0,1 0-10 0,-4 3-5 16,-1 0-2-16,1 0-3 0,-5 5-10 0,7 0-4 15,-7 2-2-15,2 4-9 0,5-3-4 16,3 2-5-16,2 1-5 0,-1 1 3 0,3 2-7 0,2 0-1 16,2 1-1-1,1 1-1-15,4-1 4 0,3 0-4 0,1 0 1 16,1-2-1-16,3-1 3 0,5 2-2 0,0-3 1 16,5 1-1-16,1-1 7 0,3-4 5 0,-2 1 1 0,1-3 3 15,1-2 8-15,0-3 12 0,0 0 19 0,-5 0 11 16,2-2 11-16,-2-3 26 0,-3-3 17 15,3 1 2-15,0-5 0 0,-3-3-1 0,0-1-5 16,-2-2 7-16,0-6-14 0,0-1-10 0,-1-1-5 0,-3-3-4 0,1-1-12 16,-1-1-5-16,-2-3 1 0,3 1-5 0,-2-5-6 15,1-7-5-15,-2-2-1 0,1 13-1 0,-1 2-6 16,0 0 5-16,-4 7-7 0,4 7-2 0,-2 3 1 16,0 5-3-16,0-1-5 0,0 4-10 0,0 0-14 0,0 3-18 15,0 0-50-15,0 4-50 0,-2-5-25 16,2 5 9-16,0 0 8 0,-2 17 9 0,-1 3 6 0,1 8 12 0,-2 2 9 15,0 5 2-15,-1 12 7 0,1-1 0 0,2-10 12 16,0 13 5-16,1-14 10 0,1-1 5 0,3-2-1 16,-1 1-12-16,1-5 5 0,3-1-5 0,-1-2-4 15,-1-7-3-15,2 1-12 0,-2-4-13 0,0-5-10 0,0-1-22 16,1 1-21-16,-3-3-31 0,1 0-32 0,0-2-31 16,-1-1-26-1,-2-4-284-15,2 1-565 0,-2-1 250 0</inkml:trace>
  <inkml:trace contextRef="#ctx0" brushRef="#br0" timeOffset="28102.15">9779 7793 8 0,'1'-4'251'0,"6"-1"-24"0,3 0-24 0,0 1-14 0,1 2-20 16,7 0-20-16,1 2-13 0,-1 2-14 0,0 0-14 15,5 5-9-15,-5 1-11 0,5 5-12 0,-5-1-4 16,1 5-10-16,-5-1-4 0,2 8-9 0,-9-6-4 16,3 6-5-16,-5 0-4 15,-1 1 1-15,-4 1-5 0,-6-3 1 0,-1 2 3 16,-5-1 1-16,2-2 0 0,-3-5-1 0,3-2 2 16,-3 1-3-16,0-1 3 0,3-3 0 0,-1-2 5 15,4 0 4-15,-1-6-1 0,4 3 21 0,1-2 3 16,0-2 18-16,-1 1 25 0,0-1 44 0,1 0 36 15,3-3 36-15,0 0 42 0,0 0-12 0,0 0-25 16,0 0-24-16,-3-16-21 0,9 4-23 0,7-4-18 0,0-7-16 16,6-3-20-16,0-3-19 0,8-9-12 0,-4-3-24 0,9-3-15 15,-1 3-11-15,-2-2-16 0,-2 0 0 0,-7 15-3 16,-3 3 0-16,-2 4 8 0,-4 5 7 16,-5 3-1-16,1 3-1 0,0 3-4 0,-4 0-9 0,-1 5-25 15,2-4-29-15,-4 2-32 0,0 4-15 0,0 0 9 16,0 0 4-16,-5 27 9 0,-4-4 16 0,-4 4 4 0,4 1 3 15,-4 4 1-15,-2 14 9 0,6-10 6 0,0 9 8 16,8-11-17-16,2 0 6 0,8 1 0 0,1-2-3 0,11-3-21 16,4 0-31-16,15-4-60 0,5 0-81 0,12-9-132 15,2-7-331-15,0-5-746 0,0-5 331 16</inkml:trace>
  <inkml:trace contextRef="#ctx0" brushRef="#br0" timeOffset="28926.62">11164 6273 95 0,'0'-7'214'0,"1"2"-25"0,-2 2-18 16,1 3-25-16,0-7-27 0,0 7-9 15,0 0-17-15,-9 18-12 0,0 8-3 0,-3 6-13 16,-4 17-13-16,-2 10-1 0,-9 26 5 0,-2-1-5 0,-1 6-1 0,6 6 12 16,2 9 9-16,4-4 12 0,2-2 5 0,6-6 7 15,8-7 5-15,5-28 0 0,6-1 1 0,7 0-2 16,1-4-5-16,6 0-3 0,5-6 2 0,4-1-2 15,4-6-2-15,2-3-4 0,3-9-3 0,-9-7-4 16,-4-2 4-16,3-2-22 0,-4-3-5 0,-9-5 1 16,-2 0-3-16,-4-4-2 15,-1 3 25-15,-4-4 23 0,-1-3 27 0,0 0 18 16,0 1 13-16,-1 0 4 0,-2-1 4 0,-3-1-9 16,6 2-9-16,-6-2-7 0,3 3-17 0,-3-3-5 15,0 0-10-15,0 0-13 0,0 0-30 0,8-5-70 16,-7 2-97-16,2-1-78 0,3-4-62 0,-2 0-66 15,4-2-74-15,-2-1-309 0,1 2-747 0,4-6 331 16</inkml:trace>
  <inkml:trace contextRef="#ctx0" brushRef="#br0" timeOffset="29358.99">12033 6414 155 0,'0'-11'304'0,"-1"2"2"15,1 2-14-15,-2-1 5 0,2 1-13 0,-1 2-11 16,1 1-30-16,0 0-21 0,-1-1-27 0,1 1-21 0,0 4-28 0,0 0-23 16,0 0-39-16,0 0-9 0,0 0-14 0,0 0-5 15,0 25-6-15,0-5-7 0,1 5-2 0,0 5 5 16,-1 1-13-16,3 1 0 0,2 0-5 15,-1 3 0-15,0-1-4 0,-1 0 5 0,3-3-3 0,-1 1-27 16,2-3-26-16,-3 5-33 0,1-8-43 0,-3 2-54 16,0-10-63-1,1 2-87-15,-1-3-159 0,0-8-506 0,0 0 224 16</inkml:trace>
  <inkml:trace contextRef="#ctx0" brushRef="#br0" timeOffset="29728.73">11715 7077 228 0,'-7'1'241'0,"2"0"-18"0,0 1-17 0,5-2-24 15,-9 2-16-15,9-2-14 0,-4 3-11 0,4-3-13 16,0 0 2-16,-4 2-16 15,4-2-7-15,0 0-6 0,0 0-11 0,0 0-7 16,-5 2-10-16,5-2-6 0,0 0 6 0,0 0-6 16,0 0 2-16,0 0 0 0,0 0-5 0,0 0 4 15,0 0-6-15,0 0-4 0,22-2-5 0,-3-2-5 16,12-3-6-16,5 1-5 0,16-3 1 0,5 1-3 16,6-1 2-16,29-1 9 0,-27 3 3 0,27-5 5 15,-33 6-3-15,2-1-4 0,-2 3 10 0,-6-1-19 0,-14 0-2 0,-6 2-5 16,-1 1 1-16,-2 0-3 0,-12-1-4 0,-7 2-3 15,1 0-3-15,-6 1 0 0,0 0-3 0,1-2-34 16,-3 1-21-16,-4 1-20 0,0 0-15 0,0 0-26 16,-14 5-36-16,-3 2-57 0,-1-2-54 0,-9 0-247 15,4-1-533-15,4 2 237 0</inkml:trace>
  <inkml:trace contextRef="#ctx0" brushRef="#br0" timeOffset="30261.3">11979 7362 180 0,'1'-5'250'0,"3"0"-18"0,1-4-16 15,2 2-17-15,-1 0-16 0,6 1-13 0,-2 0-18 16,3 2-14-16,3-1-16 0,3 3-16 0,-2 1-8 0,1 1-14 16,0 2-8-16,-4 2-9 0,0 2-9 0,4 1-7 0,-8 2-6 15,3 3-5-15,-3 3-2 0,-3 2-2 16,-4-1-5-16,-1 11 1 0,-4-1-3 0,-3 0-2 16,-4 2-1-16,-2 0-4 0,-6 1 2 0,4 0-3 15,-6-4-1-15,5-1-1 0,-4-2-1 0,9-5-2 16,-3-2 8-16,5-4 3 15,1-3 8-15,0 2 5 0,2-5 18 0,1 0 30 16,0-1 39-16,2-1 33 0,-1 1 32 0,-1-2 27 16,3-2 13-16,0 0-20 0,0 0-24 0,6-14-21 15,7-1-16-15,-1-1-15 0,8-6-13 0,-1 0-10 16,6 1-17-16,-1-6-7 0,0 2-8 0,2-1-11 16,-3 0-7-16,1-1-10 0,0 1 1 0,-3 4 2 15,-5 2 18-15,-2 5 11 0,-2 1 9 0,-7 5 4 0,3 4-8 0,-2-2-10 16,-5 2-8-16,3-1-19 0,1 4-13 0,-2 0-24 15,-2-3-24-15,-1 5-28 0,0 0-7 0,0 0 3 16,0 10 0-16,-1 0 5 0,-2 1 4 0,2 4 5 16,-3 2 4-16,4 2-21 0,0-2-16 0,5 7 4 15,3 1-6-15,7 0-17 0,5-3-20 0,6-1-62 16,4-3-80-16,6-1-109 16,3-8-478-16,15 0-895 0,-1-8 396 0</inkml:trace>
  <inkml:trace contextRef="#ctx0" brushRef="#br0" timeOffset="31232.4">13834 6706 213 0,'8'-10'226'0,"-3"1"-5"0,2 1-6 16,-6-1-6-16,0 2-15 0,-2-2-18 0,0 4-18 16,-6-4 5-16,1 3-21 0,-7 1-15 0,-5 0-15 15,-1 1-12-15,-1 3-8 0,-11-1-13 0,3 4-6 0,-3 1-6 0,-1 3-7 16,0 2-6-16,4 1-6 0,-3 1-4 0,2 2-5 16,1 0-5-16,5 2-2 0,3 2-6 0,3-4-5 15,-1 1-1-15,8 0-3 0,-3 2 0 0,4 1 1 0,1 0-5 16,3 0 3-16,4-1 1 0,4-1-2 15,0 2 2-15,9-3 0 0,-2 2 1 0,7-8-3 0,7 5 5 16,7-7-3 0,-1 2-1-16,4-6 1 0,0-1-4 0,2-8 1 15,2 3 2-15,-6-2 13 0,1-5 9 0,-2-3 10 16,-4-3 22-16,-4 2 23 0,0-5 18 0,-4 1-8 16,-5-2 11-16,0-1-9 0,-1-5 1 15,-8 0 8-15,-1-4-6 0,0-1-4 0,-8-13 2 0,0 10 21 16,2-10-10-16,-5-1-7 0,2 11-13 0,-4-9-5 15,3 15-9-15,-2-1 2 0,0 4 4 0,4 10-1 0,2 0-1 16,-2 6-12-16,-1 2-14 0,5 0-5 0,-2 4-17 16,-1-1-38-16,3 2-44 0,0 4-50 0,0 0 14 0,0 0-12 15,-8 15 9-15,3 3 10 0,1 8 18 16,2 5-8-16,-2 3-10 0,0 12 23 0,2 0 7 16,-1-10 3-16,3-2 10 0,0 1 1 0,3 0 9 15,-1-4 5-15,2 1 7 0,2-3 1 0,-1-3 5 0,-1-1-6 0,0-6 3 16,0-2 1-16,-1-5-1 0,-1 1 5 0,3-1-10 15,-1-3 12-15,-3-4-3 0,-1 3-6 0,1-4-1 16,2 0-2-16,-3 1-20 0,1-2 16 0,2-1-7 16,-2 2-15-16,-1-4-15 0,2 3-23 0,-2-3-21 15,0 0-30-15,0 0-72 0,0 0-114 0,0 0-328 16,6-7-690-16,-2 1 306 16</inkml:trace>
  <inkml:trace contextRef="#ctx0" brushRef="#br0" timeOffset="31849.7">14034 6484 2139 0,'0'-10'85'0,"0"-2"38"15,0 2-7-15,1 1 0 0,1 1 4 0,-4 3-6 0,4 2-23 16,0-2-24-16,-2 1-16 0,0 4-4 0,0-5-14 16,0 5-1-16,0 0-7 0,0 0-2 0,14 12-5 0,-9-4-1 15,4 6-3-15,0 0-3 0,0 1-2 0,0 0 0 16,1 3-3-16,-1-1-1 0,0 1-4 0,2-1-4 15,-2 0-9-15,-1-3-7 0,4-2-8 0,-7-1 2 16,-1-2 1 0,-1-2-2-16,0-2 3 0,1 0 6 0,0-1 7 0,-2-1 15 15,-2-3-1-15,5 0-1 0,-5 0 1 16,5-8 2-16,-1 2 2 0,-1-4 2 0,1 2 11 16,0-5 8-16,-1 2 5 0,3-3-1 0,-2-3 4 15,2-1 7-15,-2 2-2 0,1-3 4 0,1 1 2 0,-1 2 6 16,0 3 10-16,-1 1 10 0,1 3-9 0,-1 0-8 15,-4 3-5-15,1-3-7 0,2 6-11 0,-3 0-16 0,1-1-29 16,-1 4-5-16,0 0-8 0,0 0-1 0,2 12 0 16,0 0 1-16,-2 6 1 0,0 5 5 0,0 6 1 15,0 0 5-15,0 1-3 0,-2 3 9 0,0 1-2 16,-3 0 3-16,5-1 3 0,0 2-3 0,-3-4 5 16,2 5-1-16,1-3 3 0,-4-2-1 0,3-1 4 15,-2-3-5-15,2 0 2 0,-1-8 1 0,-1-2 2 0,1 0-3 0,0-3-2 16,-1-4 7-16,1-2-3 0,0 1 4 0,0-4 0 15,1 3 3-15,-1-6 19 0,0 2 23 0,0-3 20 16,2-1 2-16,-6 2 1 0,6-2 2 0,-11-3 5 16,6-1 15-16,0-5 7 0,-3 0 4 0,-1-1-7 15,3-4 10-15,-1-4-11 0,1-7-3 0,2-2-8 16,3-2-26-16,1-2 1 16,5-3-14-16,3 0-3 0,2 3-8 0,4-2-3 15,-1 2-3-15,3 5-6 0,-1 0-2 0,1 2 0 16,2 4-10-16,1 1 1 0,-6 5-5 15,6 3-4-15,-1-2 2 0,-1 5-3 0,0 1-4 0,-1 0-20 16,-2 2-26-16,-3 2-33 0,0 3-45 0,1 0-37 16,-3 3-34-16,0 2-36 0,-2 2-40 0,-4 3-52 15,0-1-69-15,-6 4-230 0,0-2-668 0,-5 1 296 0</inkml:trace>
  <inkml:trace contextRef="#ctx0" brushRef="#br0" timeOffset="32335.34">13359 7227 235 0,'-7'1'290'16,"1"0"-20"-16,2 1-10 0,-2-1-11 0,6-1-19 15,-6 1-7-15,6-1-28 0,-4 2-21 0,4-2-17 0,0 0-18 0,0 0-13 16,0 0-11-16,-5 1-12 0,5-1-13 0,0 0-8 16,0 0-8-16,0 0 0 0,0 0 0 0,0 0-5 15,0 0-7-15,0 0-8 0,0 0 7 0,0 0-10 16,0 0-5-16,0 0-9 0,0 0 2 0,0 0-8 16,0 0-7-16,0 0 1 0,0 0-4 0,0 0-3 0,0 0 2 15,0 0-5 1,0 0 11-16,0 0-13 0,0 0-1 0,0 0 1 15,0 0-6-15,0 0 4 0,0 0-3 0,0 0 1 16,0 0 5-16,0 0-4 0,0 0 1 0,0 0 9 16,31-5-4-16,-1-2 0 0,3 2 3 0,24-7 4 15,5 7-12-15,29-9-4 0,1 0 4 0,9 3 14 16,1 1 10-16,4-4 6 0,-2 0 8 0,-1 2 9 16,-7-1-6-16,-1 2 6 0,-33 5-11 0,1-3 5 0,-7 4 1 0,-17-2 6 15,-3 2 5-15,-8 0 16 0,-7 4 7 0,-7 0 1 16,-2-1 2-16,-2 1-6 0,-4-1-6 0,3 2-11 15,-5-2-14-15,-4 2-37 0,9 0-30 0,-9 0-44 16,0 0-68-16,0 0-51 0,0 0-46 0,-32 2-54 16,13 1-84-16,-8 1-304 0,0-2-721 0,4 1 318 15</inkml:trace>
  <inkml:trace contextRef="#ctx0" brushRef="#br0" timeOffset="34017.49">14144 7843 186 0,'0'0'244'0,"0"-8"-8"0,0 3-17 16,0-1-11-16,0 3-12 0,0-1-9 0,-2-1-16 15,0 0-11-15,1 1-29 0,-5 2-10 0,-1 0-20 16,-2-2-10-16,-4 4-11 0,-6-2-7 0,0 4-10 16,-10-2-9-16,0 2-2 0,1 3-7 0,0 0-5 15,-4 2-5-15,4 0-4 16,-4 3-1-16,1-1-1 0,3 4-4 0,0-4-6 16,3 4 2-16,0 1-2 0,9-4-7 0,-1 2 3 15,3 0-2-15,0-1-3 0,5 0 1 0,4-2-1 16,-3 2 0-16,7 1-1 0,0-3 1 0,1-1-1 15,2 1 2-15,2-1 7 0,5 1 3 0,0-4 2 16,5-2-3-16,3-2 7 0,3-2-1 0,2 1 2 16,5 0 10-16,-7-4 8 0,7-5 6 0,-7 4 15 0,-2-5 21 0,5-4 9 15,-1-3 26-15,-4-2-2 0,1-3-7 0,-5 1 8 16,1-4-1-16,-2-1-6 0,-1-3-2 0,-1 1-9 16,-4-3-2-16,-1-4-8 0,4-9-8 0,-6 6-6 15,-3 3-4-15,3 1-7 0,-2-3 4 0,0 5-5 16,-2 2 0-16,-2 5 2 0,0 6 6 0,2 3-2 15,0 4-3-15,0 3-7 0,-2 0-10 0,2 2-11 0,0 3-23 0,-2-1-34 16,2 5-42-16,-1-6-30 0,1 6 5 0,0 0 11 16,-8 18 5-16,2-4 1 0,-3 11 10 0,1 0 18 15,1 4-7-15,1 2 10 0,2 6-12 0,1-1 1 16,3 10 1-16,1-10-12 0,3-2 14 16,2-3-10-16,1-1 11 0,4-1 2 0,3-4 0 0,-1-3 6 15,5-1 22-15,-5-7-10 16,1-1 1-16,-1-1-1 0,2-5 10 15,-1-2 5-15,-1-2 5 0,1-3 19 0,0-1 0 16,0-4 9-16,3-1 2 0,-1-2 0 0,-2-4 22 0,2 0 5 16,-3-5 2-16,3-4 4 0,-3-4-13 0,-2 1-3 15,1-1-2-15,-2-5-8 0,0-3-3 0,-2 0 7 16,-3-1-1-16,3 0 2 0,-3-2 3 16,2 2 0-16,-4 2 8 0,0 4 17 0,-1 3 14 0,1 6 0 0,-2 5 1 0,-1-1 1 15,1 7-2-15,1-1-10 0,-1 4-7 16,0-2-19-16,-1 2-10 0,-1 2-27 0,1 3-28 15,1-5-39-15,-1 5-24 0,0 0 2 0,0 0 7 16,0 0 4-16,-5 22 4 0,2-3 5 0,0-1 12 0,-5 10 0 16,-1 0 8-16,4 3 6 0,-3-2 4 0,2 4 2 15,2 1 5 1,-1-4 4-16,5 1-5 0,-4-5 2 0,8 2 10 16,-4-7 0-16,0-2-1 0,0-2 9 0,5-1 1 15,-4 0 6-15,-1-7 0 0,3 2-3 0,-2-5 6 16,-1 0 12-16,3-1-10 0,-2 2-1 0,0-5 2 15,-1 2 6-15,4-1-2 0,-4 2 4 0,0-5 3 16,0 3 1-16,0-3 0 0,0 0 4 0,3 2-3 16,-3-2-2-16,0 0 0 0,1 3-2 0,-1-3 2 0,0 0-4 0,0 0-2 15,5 1 8-15,-5-1-13 0,8 1 6 0,-2-1-3 16,-6 0-12-16,17-1-10 0,-5 0-23 0,1 0-22 16,3-1-38-16,3-3-36 0,10-1-47 0,-2-1-55 15,1-2-53-15,0 0-71 0,-1-3-377 0,0-1-789 16,-2-1 350-16</inkml:trace>
  <inkml:trace contextRef="#ctx0" brushRef="#br0" timeOffset="34233.31">14329 7634 194 0,'-4'2'244'15,"-1"1"-3"-15,1-2 2 0,4-1 17 0,-6 3-18 16,6-3-10-16,-5 2-10 0,5-2-20 0,0 0-13 16,0 0-20-16,29 0-16 0,1-6-15 15,4-1-18-15,17-2-52 0,4 1-61 0,0 0-72 0,-1-3-97 16,-2 2-288-16,-1-3-487 0,-16 2 216 0</inkml:trace>
  <inkml:trace contextRef="#ctx0" brushRef="#br0" timeOffset="35073.01">15003 5998 50 0,'0'0'203'0,"6"-3"-17"16,7 7-24-16,2 1-17 0,9 10-10 0,7 4-13 15,14 14-5 1,2 9-6-16,14 22-8 0,-2 5-7 0,0 2-4 16,-7 7-6-16,2 3 4 0,-12 4 8 0,-1-1-3 15,2 5-3-15,-8 1 3 0,-6 0-6 0,-8 0 0 0,-8-4-2 16,-6-5-2-16,-7-28-9 0,-4 2-6 0,-1-1-2 15,-10-9-8-15,-3 4-9 0,-6-8 0 0,2-9-4 16,-6 7 16-16,6-13 16 0,-1 0 14 0,-2-3 3 16,-1-4 32-16,2-1-6 0,7-6 14 0,1-1 13 0,-1 0 9 15,2-5-2-15,3 1 1 0,2-2-4 0,1 0-8 16,0-2-9-16,1 1-9 0,4-1-13 0,0-1-11 16,0-2 6-16,4 0 7 0,-5 3 6 0,5-3-10 15,-6 2-7-15,6-2-10 0,0 0-11 0,0 0-21 16,0 0-18-16,0 0-30 0,0 0-47 0,0 0-83 15,0 0-85-15,0 0-91 16,22-14-120-16,-13 9-387 0,-4-5-863 0,-1 0 382 16</inkml:trace>
  <inkml:trace contextRef="#ctx0" brushRef="#br0" timeOffset="62275.99">3949 11212 121 0,'-5'-2'112'16,"5"2"-1"-16,0 0-14 0,0 0-5 0,0 0-2 15,0 0-8-15,0 0 1 0,0 0-3 0,0 0-6 16,0 0 6-16,0 0-11 0,-5-1 4 0,5 1-7 16,0 0 2-16,0 0-3 0,0 0-3 0,0 0-1 15,0 0-8-15,0 0 4 0,0 0-6 0,0 0-2 16,0 0-4-16,0 0-1 0,0 0-2 0,0 0-3 16,0 0 1-16,0 0-6 0,0 0 1 0,0 0-3 0,0 0-4 0,0 0-1 15,0 0 0-15,0 0-3 0,0 0 0 0,0 0-2 16,0 0 5-16,0 0-5 0,0 0-1 0,0 0-4 15,0 0 0-15,24-5-8 0,-7 3 5 0,5 0-3 16,6-1 0-16,2 3-2 0,5-3 1 0,2-1-3 16,-1 0 0-16,-2 1 0 0,2 0-2 0,-4 2 1 15,-3-3 1 1,1 2-6-16,-11 1 4 0,0 0-1 0,-7 1 2 0,0-2-3 16,-4 1-2-16,0 1-8 0,-3 0-16 0,1 0-26 15,-6 0-5-15,0 0-7 0,0 0-32 16,0 0-29-16,-18 10-24 0,7-8-160 0,-7 4-330 15,-1 0 146-15</inkml:trace>
  <inkml:trace contextRef="#ctx0" brushRef="#br0" timeOffset="62708.3">3889 11453 138 0,'0'0'230'16,"0"0"-15"-16,0 0-18 0,0 0-20 0,0 0-19 16,0 0-15-16,18-5-19 0,-6 4-6 0,8-3-16 15,1 1-11-15,2 2-8 0,10-2-8 0,0-1-9 16,-1 2-7-16,4 1-4 0,-3-3-8 0,1 2-4 16,-3 1-1-16,-3 1-11 0,-10 1-2 0,0-2-1 0,-4 2-2 15,-1-2-4-15,-7 1-1 0,2 0-5 0,-3 1-2 0,4-2 0 16,-9 1-13-16,5 1-2 0,-5-1 4 0,0 0-9 15,0 0-14-15,-18 7-10 0,12-5-11 0,-3 1-13 16,-4-2-9-16,2 2-21 0,0-2-17 0,2 1-39 16,-1-2-165-16,1-2-331 0,0 2 147 15</inkml:trace>
  <inkml:trace contextRef="#ctx0" brushRef="#br0" timeOffset="63331.91">4229 11135 186 0,'-1'-4'250'16,"1"4"-19"-16,0-6-18 0,0 6-17 0,1-3-22 15,-1 3-18-15,0 0-11 0,0 0-24 0,0-5-11 0,0 5-14 16,0 0-10-16,0 0-14 0,0 0-9 0,0 0-7 16,0 0-2-16,0 0-9 0,0 0-6 0,14 8-7 15,-9-5 1-15,3 4-7 0,2 0 2 0,3-1-4 16,1 4-1-16,4 1 1 0,2-1 0 0,6 0-6 16,-7-2 0-16,8 1-5 0,-7-3-4 0,0-1-7 15,1 0-2-15,0-1 0 16,-5-1 3-16,1-2-4 0,-7-2 0 0,3 1 5 15,-7 1 1-15,2-2 20 0,-3 1 14 0,2-3 12 16,-1 0 11-16,-2-2 22 0,-3 4 0 16,3-2 8-16,-2-1 1 0,0 0 1 0,2 0-4 0,-4 4-8 15,1-2-9-15,-1 2-8 0,0 0-14 0,1-3-9 16,-1 3-11-16,0 0-27 0,0 0-11 0,0 0-3 16,-12 13-4-16,3-1 2 0,-3 4 4 0,-5 6-2 0,-2 4-2 15,-3 3 2-15,-8 15-1 0,3-3 2 0,-1 3 1 0,2 2 3 16,1-1 1-16,2 2 0 0,1-5-1 0,5-11-1 15,2 1-1-15,2-2 3 0,0-5 2 16,3-2-4-16,2-6 1 0,3-6 1 0,0-1 0 16,3-3 0-16,1-1 12 0,-2 0 8 0,2-2 17 0,-1 1 15 15,2 0 16 1,-2-4 34-16,2-1 32 0,0 0 16 0,0 0 9 16,-4 4 1-16,4-4-5 0,0 0 0 0,0 0-9 15,0 0-18-15,-1 5-15 0,1-5-6 0,0 0-11 16,0 0-12-16,0 0-7 0,0 0-9 0,0 0-13 15,-3 4-23-15,3-4-25 0,0 0-37 0,0 0-68 16,0 0-72-16,0 0-81 0,10-11-62 0,-2 8-73 16,2-3-314-16,-5 1-762 0,2-2 337 0</inkml:trace>
  <inkml:trace contextRef="#ctx0" brushRef="#br0" timeOffset="64900.7">5972 11144 20 0,'-1'-5'235'15,"1"1"-5"-15,-3-1-20 0,1 0-18 0,-3-1-17 16,0 1-19-16,-3-2-15 0,-1 2-15 0,-4 0-14 16,-4 1-8-16,0 0-15 0,-5 1-11 0,-10 3-7 15,0 2-3-15,-2 0-9 0,-2 1-6 0,-1 4-7 16,-2-2-7-16,2 3-2 0,1 2-4 0,3 1-3 15,1-1-9-15,3 2-3 16,2 1-5-16,4 0 0 0,4 5-3 0,5-4-3 16,1-2 1-16,3 5-6 0,5-5 3 0,1 0-7 15,4 5 6-15,4-3 0 0,1 1-1 0,5 1 5 16,4-3 1-16,4-1-6 0,7 1 2 0,1-1 1 16,2-6-2-16,0 1 4 0,3-3 0 0,1-2-3 15,-1-2 0-15,-1-2 3 0,0-4 1 0,-3-3-6 16,-2-1 12-16,-6 1-1 0,4-6 8 0,-6 3 9 0,-1-9 3 0,0 1 2 15,-2-2 8-15,-8-4 11 0,2-1 14 0,-3 0-3 16,-1-7 7-16,-1-2-1 0,-1-11-9 16,-2 0-4-16,-2-4-3 0,2 3-2 0,-4-3-5 0,1 16-2 15,1 2 2-15,-2-1 4 0,0 4 14 0,1 2 12 16,-2 4 2-16,4 6 2 0,-4 2 0 0,1 6-1 16,4-2 4-1,-1 2-9-15,-2 4-2 0,2 1-11 0,-2-1-14 0,2 1-21 16,1 1-48-16,0 4-46 0,0 0-15 0,0 0 4 15,0 0 7-15,-3 21 6 0,2-4 7 0,1 17 5 16,0 10 6-16,0 6 5 0,1 1 2 16,2 2 5-16,-3 3 4 0,1-3-1 0,6-4 6 15,-5 2 0-15,6-15 2 0,-3-2-1 0,0-2 7 0,2-1-2 16,-1 1 2-16,0-6 2 0,2-3 3 0,-4-5 10 0,0-1-9 16,-2-5-1-16,2-1 3 0,0 0-1 0,-4-4 5 15,5 1-2-15,-4-3 8 0,0 0 28 0,1-1 13 16,-1-1 22-16,-1-3 13 0,1 4 11 0,-1-4 7 0,2 3 9 15,-2-3-4-15,0 0 1 0,0 0-5 16,1 4 0-16,-1-4-5 0,0 0-12 0,0 0-11 16,0 0-2-16,0 0-10 0,0 0-1 0,1 3-5 0,-1-3-12 0,0 0 4 15,0 0-7-15,0 0-4 0,0 0-19 0,0 0-12 16,0 0-32-16,0 0-25 0,0 0-23 0,0 0-19 16,0 0-46-1,0 0-86-15,0 0-93 0,1-14-341 0,1 3-717 16,-1 2 318-16</inkml:trace>
  <inkml:trace contextRef="#ctx0" brushRef="#br0" timeOffset="65537.7">6059 10362 194 0,'0'0'244'0,"1"-5"-18"0,-1 5-20 0,0-4-23 0,0 4-18 15,0 0-18-15,4-2-18 0,-4 2-15 16,0 0-10-16,12 4-14 0,-7-2-8 0,5 2-12 15,-1 4-10-15,-1 0-4 0,3 5-3 0,-1 2-7 16,1 1-6-16,-3 1-4 0,-1 1 0 0,-3 2-4 0,1 5-6 16,-4-7 0-16,-1 3-4 0,-3-1-5 0,1-2 3 0,-3 0-6 15,0 0 2-15,-3-3 0 0,3-4-3 0,-3 4 0 16,3-6 4-16,0-1-5 0,4-1 0 0,-4 0 2 16,2-1 0-16,2-3 4 0,0 1 17 0,-2-2 18 15,3-2 24-15,0 6 4 0,0-6 6 0,0 0 1 16,14 0 0-16,-2 0-9 0,7-4-4 0,0 2-6 15,3-1-8-15,4-1-2 16,-4 2-5-16,5-4 4 0,-4 3-6 0,0 1 2 16,0-2 0-16,-5 1-8 0,-4 1 2 0,-4 2-4 15,-1-3-7-15,0 3 14 0,-4 0-14 0,0-1-3 16,0 0-4-16,-5 1-4 0,8-2-1 0,-8 2-6 16,0 0-13-16,10 0-30 0,-10 0-42 0,0 0-8 15,0 0-24-15,-5 7-35 0,-2-2-42 0,0 3-65 16,-4-1-310-16,0 0-597 0,2 2 264 0</inkml:trace>
  <inkml:trace contextRef="#ctx0" brushRef="#br0" timeOffset="66471.33">6357 10891 11 0,'0'-6'319'0,"0"6"-13"0,0-5-16 0,0 5-17 16,0 0-26-16,1-3-26 0,-1 3-26 0,1-3-21 15,-1 3-24-15,0 0-18 0,3-6-18 0,-3 6-33 16,0 0-10-16,0 0-9 0,4 11-3 0,-2-7-8 0,3 6-9 0,0-2-2 16,1 3-6-16,1 1-3 0,-3 0-4 0,5 2-5 15,-3 0-12-15,3 0-4 0,0 0 0 0,-2-3-6 16,-1-1-3-16,1 0-6 0,0-3-3 0,-3-2 7 16,-2 2 7-16,2-2 0 0,0-2 17 0,0-2 12 15,0 0 1-15,-4-1 8 0,10-2 3 0,-5-2 7 16,3-5 7-16,-3 1 0 0,0-3 0 0,0 1 9 0,2-2 2 0,-5 1-14 15,2-5 4-15,2 0 5 0,-3-1-10 0,3 5-3 16,-3 0 6-16,1 0 2 0,-2 2 6 16,1-1-8-16,1 0 6 0,-3 6-4 0,-1 0-2 15,2-2-7-15,0 4-12 0,-2 3-9 0,4-6-21 0,-4 3-25 16,0 3-26-16,0 0-29 0,0 0-6 0,0 0 10 16,0 0 10-1,5 14 1-15,-5-4 5 0,0 6 7 0,-3 2 3 16,2 11 4-16,2 0 1 0,2 2 5 0,-7-2 1 15,3 3 5-15,1 1 1 0,1-3 4 0,-1 2-1 0,-1-3 4 16,1 0 3-16,1 0 2 0,-1-3 1 16,1 0 2-16,-1-6 3 0,0-3-3 0,0 1 4 15,-1-3 0-15,-3 2-2 0,3-5 6 0,2 0 8 16,-4-4-12-16,1-1-1 0,-1 1 3 0,1-1-3 0,0-2 4 0,0 0 6 16,-2-1 4-16,3 0 1 0,-5 0 2 0,0 0-2 15,-1-1 1-15,-2 0 2 0,-4-1-2 0,4-1 1 16,0-1 0-16,-1 1 3 0,2-1 4 0,-1-1 7 15,-1 2 16-15,5-2 9 0,-1-2 8 0,-1-3 9 16,1 2 9-16,2-4-3 0,-2-3 1 0,4-1-16 16,2-8 17-16,4-1-33 15,1-4 0-15,5-3-2 0,2 2-9 0,3 0 0 16,-2-2-12-16,5 3 6 0,5 0-7 0,-5 0 14 16,2 3 4-16,1-1 17 0,-2 4 24 0,-5 4 13 15,-1 1 19-15,0 2 17 0,-1 0 11 0,-4 2-1 16,1 3-1-16,-3 2-5 0,-2-2-12 0,1 3-17 15,-1 0-8-15,0 0-12 0,-3 1-31 0,-1 3-49 16,4-4-69-16,-4 4-79 0,5-3-87 0,-5 3-32 0,0 0-3 0,-5 14-22 16,1-3-71-16,-5 3-317 0,0-2-737 0,-1 2 326 15</inkml:trace>
  <inkml:trace contextRef="#ctx0" brushRef="#br0" timeOffset="67057.13">5326 11719 174 0,'0'0'210'0,"0"0"-11"0,-7 0-14 0,7 0-10 0,0 0-15 0,0 0-10 16,0 0-16-16,0 0-12 0,0 0-14 0,0 0-8 15,0 0-10-15,0 0-4 0,0 0-6 0,-4 3-6 16,4-3-4-16,0 0-7 0,0 0-8 0,0 0-4 15,0 0-6-15,0 0-8 0,0 0-1 0,0 0-5 16,0 0-1-16,0 0-4 0,0 0-5 0,0 0-3 16,0 0 0-1,0 0-4-15,0 0-1 0,0 0-1 0,0 0-3 0,0 0 0 16,0 0 2-16,0 0-2 0,0 0 0 0,0 0 6 16,0 0 5-16,0 0 2 0,0 0 2 15,0 0-3-15,0 0 3 0,0 0-3 0,0 0 2 0,0 0 28 16,25 0-6-16,4-5 0 0,3 0-2 0,24-2 2 15,9 0-1-15,35-6 0 0,1-1 11 0,10 2 3 16,8-3 9-16,5 4 1 0,-1 0-1 0,-3-5 3 0,-5 7-6 16,-10-2 3-16,-9 6-10 0,-29-4 2 0,-2 0 16 15,-1 1-5-15,-6 1-2 0,-5 2 1 0,-20 0 13 0,-2 0 10 16,-13 1 12-16,-3 4 0 0,-4-3 12 16,-3-1 6-16,1 2-8 0,-1 0-9 0,-4 1-14 15,1 1-25-15,-5 0-35 0,0 0-42 0,9 0-58 16,-9 0-56-16,0 4-56 15,0-4-64-15,-11 8-90 0,-1-3-348 0,-4 3-740 16,-1-4 328-16</inkml:trace>
  <inkml:trace contextRef="#ctx0" brushRef="#br0" timeOffset="68059.83">6197 12458 191 0,'-4'-5'240'0,"-1"-2"-23"16,0 2-18-16,-5-2-24 0,-1 2-18 0,0 0-12 15,-6-2-20-15,4 4-13 0,-6 0-15 0,-1-1-8 0,2 1-9 0,-1 3-13 16,2 0-3-16,-2 1-9 0,-3 4-5 0,4 0-8 15,-2 1-6-15,-4 4-3 0,6 0-8 0,0 2-3 16,2-3-6-16,0 1 1 0,3 5-5 0,2-1-3 16,2 0-2-16,-3 1-3 0,7-1 2 0,1-3 2 15,3 3-6-15,2 0 2 0,2-1-7 0,1-4 9 16,2 3 6-16,4-4-2 0,2 4 1 0,6-6 29 0,-4 2 8 0,5-3 19 16,3-3 11-16,-4-2 15 0,1-3 22 0,-1-1 19 15,-2-3 27-15,2 0 19 0,-5-4 12 16,2-2-4-16,-2-1 0 0,0-6-9 0,1 3-1 15,-1-9 6-15,-3 3-1 0,-5-3-20 0,1-6-10 0,0-1-11 16,-4-2-23-16,-1-13 0 0,-1-2-14 0,0 5-9 16,2 10-13-1,-2-2-7-15,-3 4-5 0,3 2-8 0,-1 1-3 16,1 3 0-16,-1 8 11 0,-2 2 8 0,3 6-7 0,0 0-3 16,0 2-20-16,0 1-1 0,-1 3-14 0,1 0-49 15,0 1-52-15,0 4-56 0,0 0-2 0,0 0 7 16,1 14 10-16,2 3-4 0,0 9 23 15,1 6 12-15,0 3 4 0,5 16 12 0,-3 1 6 16,5 0-7-16,-3-5 8 0,0 0 18 0,-1-14 2 0,0-1 5 0,1-3-3 16,0-3 6-16,-1-1 3 0,1-4 3 0,-3-6-1 15,0-1 9-15,-2-4 0 0,-1 0 2 0,2-3 1 16,-3-2 8-16,2-1 25 0,-2 0 18 0,1 0 28 0,0 0 15 16,-2-4 8-16,1 3 7 0,-1-3 1 0,4 2-4 15,-4-2-5-15,0 0-9 0,0 0-17 16,0 0-39-16,0 0-43 15,0 0-50-15,0 0-68 0,0 0-90 0,-5-13-97 16,5 7-109-16,-4 1-332 0,0-2-824 0,3 0 364 16</inkml:trace>
  <inkml:trace contextRef="#ctx0" brushRef="#br0" timeOffset="68530">6337 12286 123 0,'4'-5'299'0,"-1"-1"-33"16,3 1-25-16,-2 1-26 0,4 2-26 0,-2-2-20 16,2 2-20-16,1 3-18 0,0-1-13 0,2 3-17 15,0 1-8-15,1 3-9 0,1 6-13 0,-2-3-7 16,-2 4-6-16,3 2-6 16,-3 4-6-16,-3 3-1 0,-2-5-7 0,-1 9-4 15,-6-2-2-15,3 0-4 0,-5 3-2 0,0-5-4 16,-4 2-2-16,4-8 1 0,-3 0 2 15,-2-2 1-15,2 1 0 0,3-6-1 0,0 0 3 0,1-2 1 16,-1-2 9-16,0-2 17 0,5 2 35 0,-2-1 62 16,-1-4 18-16,3-1 59 0,-3 3 42 0,3-3 19 15,0 0-6-15,0 0-30 0,0 0-20 0,4-12-24 0,0 3-20 16,1-3-23-16,1-5-28 0,6-5-1 0,-1-2-14 0,1-2-16 16,1-1-21-16,2 0-13 0,-2-1-10 15,1-1-9-15,-5 2-4 0,4 2-6 0,-2 3-3 16,-4 6-2-16,3 3-5 0,-4 1-2 0,-3 7-2 15,-1-3-9-15,1 4-14 0,-1-1-21 0,1 3-33 0,-3-2-32 16,0 4-43-16,0 0-10 0,0 0 4 0,3 14 22 0,-6 2 10 16,0 6 11-16,0 2 11 0,1 3 18 0,-2 2-25 15,2 3 29-15,2-2-1 0,1 3 10 0,2-5 4 16,2-1 3-16,3-3 5 0,-1-7 6 0,3 3 4 16,1-4 1-16,2-2-18 0,3-3-46 0,3-2-70 15,-1-2-86-15,4-6-132 0,-2-1-343 0,1-3-776 16,-2-2 343-16</inkml:trace>
  <inkml:trace contextRef="#ctx0" brushRef="#br0" timeOffset="69046.78">6743 12054 136 0,'4'-6'300'0,"2"-1"-13"15,0 1-21-15,2-2-18 0,2 3-24 0,0 1-11 16,-1-1-29-16,2 2-24 16,0 1-16-16,-1 2-16 0,2 0-17 0,-1 2-9 15,2 2-11-15,-4 3-8 0,1-3-11 0,-1 8-6 16,-1-2 1-16,-1 6-15 0,-3-1-5 0,0 4-6 15,-4-1-3-15,0 3-7 0,-4-2-3 0,-2 7 3 16,1-6-11-16,-3-3 3 0,3 0-1 0,-4-1 0 16,1-2-2-16,3-4 0 0,0 1-3 0,0-4 0 15,2-1-4-15,2 0 7 0,-3-3 5 0,1 2 10 0,0 0 20 0,2-2 28 16,1-3 27-16,-3 1 28 0,3-1 13 16,0 0 7-16,-1 5 5 0,1-5-4 0,0 0-3 0,-1 4-9 15,1-4-16-15,0 0-8 0,0 0-11 0,0 0-9 16,0 0-12-16,0 0-7 0,0 0-12 0,0 0-7 15,11 1 0-15,1-2-12 0,9-3-6 0,15 2-4 16,19-1-7-16,4 2 1 0,5-3 4 0,2-1 1 0,1 3 3 0,-7 2-6 16,-3-2-3-16,-3-1-4 0,-17 3-1 15,-3 0-1-15,1-1-8 0,-6 1-2 0,-1 0 2 16,-11 0 0-16,-4 0-1 0,-3-1 2 0,-1 1 0 0,-4 1 3 16,1-1 0-16,-6 0 4 0,10-1-1 0,-4-1-7 15,-6 2-13-15,0 0-25 0,0 0-31 0,0 0-71 16,6-2-96-1,-6 2-119-15,0 0-121 0,-19-2-413 0,19 2-937 16,-24 2 415-16</inkml:trace>
  <inkml:trace contextRef="#ctx0" brushRef="#br0" timeOffset="71236.28">8094 11289 25 0,'0'0'118'0,"0"0"-5"0,-8 0-19 16,8 0-1-16,0 0 5 0,0 0-7 0,0 0 4 0,0 0-11 16,0 0 8-16,0 0-4 0,0 0-1 15,0 0 2-15,0 0-6 0,0 0 1 0,0 0-9 16,0 0 7-16,0 0 1 0,0 0-7 0,0 0 3 0,0 0-4 15,0 0-7-15,0 0-4 0,0 0-1 0,0 0-4 0,0 0-9 16,0 0-6-16,0 0 1 0,0 0-4 0,0 0-7 16,0 0 8-16,0 0 0 0,0 0 1 0,0 0 2 15,0 0 5-15,0 0 2 0,0 0-3 0,0 0 4 16,0 0-15-16,0 0-2 0,11-7-4 0,-5 6-3 16,5 0-4-16,7-2-4 0,0-1-1 0,5 0-3 15,6 2-1-15,-1-5-1 16,4 4 2-16,-1-2-4 0,-2 1-4 0,-1-1 0 15,-6 4-2-15,-3-3-1 0,0 1-3 0,-6 2 1 16,1-2 1-16,-5 2 0 0,1 0-1 0,-5 1 1 16,2 0-2-16,-2-3-6 0,0 3-15 0,-5 0-28 15,0 0-25-15,10 0-34 0,-10 0-4 0,0 0-9 16,0 0-11-16,-11 8-48 0,-1-4-192 0,3 1-399 16,-5-2 176-16</inkml:trace>
  <inkml:trace contextRef="#ctx0" brushRef="#br0" timeOffset="71699.75">8032 11512 205 0,'0'0'232'0,"-6"2"-8"0,6-2-16 15,0 0-13-15,-7 0-13 0,7 0-15 0,0 0-15 16,0 0-12-16,-2 3-18 16,2-3-9-16,0 0-16 0,0 0-7 0,0 0-14 15,0 0-4-15,0 0-8 0,0 0-3 16,0 0-7-16,0 0 2 0,0 0-7 0,0 0-2 16,0 0-3-16,0 0-3 0,0 0-6 0,0 0 0 0,0 0-4 15,0 0-6-15,-3 1 0 0,3-1-3 0,0 0 0 16,0 0-3-16,0 0-2 0,0 0 0 0,0 0-3 15,0 0 2-15,0 0 1 0,0 0-4 0,0 0 2 0,0 0-2 0,0 0-3 16,0 0-2-16,0 0 1 0,0 0-4 0,0 0 3 16,9 3 3-16,-9-3-2 0,19 0-2 15,-1-3-2-15,4 2 1 0,11-4-2 0,4 0 2 16,1 0 1-16,16 0-1 0,-3-2 1 0,0 0 1 0,2 2-1 16,-15 1 8-16,2-2 4 0,-4 2-5 0,-2-2-2 15,-7 2-3 1,-7 1 1-16,-2 3-3 0,-4-3-1 0,-1 2 4 15,-4 0-1-15,-4-1-17 0,3 2-31 0,-8 0-42 16,7-1-61-16,-3 0-90 0,-4 1-229 0,0 0-497 16,0 0 221-16</inkml:trace>
  <inkml:trace contextRef="#ctx0" brushRef="#br0" timeOffset="80557.47">9720 11318 41 0,'-9'0'97'0,"3"0"-2"0,-1 0-10 0,7 0-2 16,-10 1-8-16,6-1-8 0,4 0 4 0,-9 2 2 15,9-2-10-15,-5 1 0 0,5-1 6 0,0 0 3 16,0 0 4-16,-7 0-2 15,7 0 10-15,0 0 0 0,0 0 2 0,0 0 0 16,0 0-4-16,0 0 2 0,0 0-1 0,0 0-5 16,0 0-1-16,-8-1-5 0,8 1-5 0,0 0-2 15,0 0-5-15,0 0-5 0,0 0-1 0,0 0-3 16,0 0-3-16,0 0 0 0,0 0-4 0,0 0 7 16,0 0-2-16,0 0-2 0,0 0 3 0,0 0-4 15,0 0 4-15,0 0-3 0,0 0-3 0,0 0 0 0,0 0-2 0,0 0-6 16,0 0-3-16,0 0 0 0,0 0-9 0,0 0 0 15,0 0-1-15,0 0-3 0,0 0-2 0,0 0-4 16,0 0 7-16,0 0-8 0,0 0-1 0,0 0-6 16,0 0 5-16,0 0-5 0,0 0 1 0,0 0-1 15,0 0-2-15,0 0 0 0,0 0-3 0,0 0 4 16,0 0-5-16,0 0 2 16,0 0 0-16,0 0 2 0,0 0-4 0,0 0 0 15,0 0 7-15,0 0-7 0,0 0 0 16,-3 3 0-16,3-3 7 0,0 0-8 0,0 0-2 0,0 0 3 15,0 0-1-15,0 0-1 0,0 0 2 0,23-2 2 16,-10 1-6-16,7-1 1 0,11 1 1 0,5-2-2 16,0 1-2-16,15 1 13 0,-15-1-10 0,2-1 2 15,0 1 1-15,1 0-1 0,-4 0 1 0,-3 2-3 0,-1-3 2 0,-9 0 3 16,-3 1-2-16,0 1 1 0,-5-1-1 16,-5 1 3-16,0 1 1 0,-4 0-3 0,4-3 2 15,-9 3 1-15,9 0-2 0,-4-1-3 0,-5 1 4 16,4-1-12-16,-4 1-10 0,0 0-16 0,0 0-18 0,6-2-29 15,-6 2-34-15,0 0-33 0,0 0-27 0,0 0-66 16,0 0-148 0,0 0-423-16,0 0 187 0</inkml:trace>
  <inkml:trace contextRef="#ctx0" brushRef="#br0" timeOffset="81174.59">10706 10957 46 0,'-1'-5'229'0,"1"-1"0"0,0-1-3 15,1 1-8-15,1-1-4 0,-2 2-11 0,0 1-11 0,1-2-14 16,-1 6-10-16,3-6-20 0,-5 1-9 0,2 5-21 16,0-3-11-16,0 3-15 0,0 0-16 0,0 0-13 0,0 0-15 15,0 0-8-15,0 0-7 0,2 17-2 0,-2-5-6 16,-2 8-3-16,2-2-3 0,-1 11-2 0,2-1-1 15,-1 1 4-15,0 0-11 0,2-1-1 16,-1-1 0-16,-2-8-1 16,2 0-2-16,0-1 0 0,-1-2 1 0,0-4-4 15,3 1 4-15,-3-1-3 0,0-4 2 0,0 1 1 16,0-2 1-16,0-2 0 0,0-1-4 0,0 1 5 16,0-1-2-16,0 0 2 0,0-4 1 0,0 6 1 15,0-6 0-15,0 3 9 0,0-3-16 0,0 0-23 0,0 3-29 16,0-3-32-16,0 0-41 0,0 0-40 0,-2 6-21 15,2-6-15-15,-3 5-179 0,1-3-409 0,2-2 180 0</inkml:trace>
  <inkml:trace contextRef="#ctx0" brushRef="#br0" timeOffset="81754">10402 11503 70 0,'0'0'157'0,"-6"1"-7"0,6-1-3 15,0 0 0-15,0 0 2 0,0 0-4 0,0 0-4 0,0 0-3 16,0 0-6-16,0 0-7 0,-9 1-3 0,9-1-3 16,0 0-7-16,0 0-5 0,0 0-6 0,0 0-5 15,0 0-8-15,0 0-3 0,0 0-3 0,0 0 1 0,0 0-15 16,0 0-5-16,0 0-8 0,0 0-8 0,0 0-3 0,0 0-5 16,0 0 0-16,0 0-8 0,0 0-3 0,0 0-4 15,0 0 1-15,0 0-8 0,0 0 0 16,0 0-3-16,0 0 3 0,0 0-5 0,0 0 1 15,0 0-4-15,0 0 2 0,0 0-4 0,0 0 2 0,0 0-5 16,0 0 3 0,0 0 1-16,0 0-2 0,0 0-4 0,0 0 2 15,0 0-1-15,0 0 0 0,0 0 0 0,0 0 1 16,22-3-2-16,-2 2 2 0,12 0-3 0,1-2-2 16,6-2 2-16,14-1 1 0,5 0-3 0,0-1 3 15,5 2 3-15,0-1 5 0,-1-2 12 0,0 0 6 16,-4 1 6-16,0 3 4 0,-9-4 3 0,-12 3-3 15,-4 1-1-15,-5 1 5 0,-5 0 5 0,-4 1 7 0,-7-1 7 0,-1 1-9 16,-6 2 6-16,3-2-11 0,-3 0-6 0,2 2-3 16,-7 0-14-16,7-1-31 0,-7 1-23 0,6-2-39 15,-6 2-24-15,0 0-25 0,0 0-29 0,-16 12-64 16,3-7-82-16,-2-1-189 0,-2 3-521 0,6-2 230 16</inkml:trace>
  <inkml:trace contextRef="#ctx0" brushRef="#br0" timeOffset="82578.34">10533 11997 251 0,'2'-4'232'0,"0"2"-22"0,0-2-25 15,2 3-16-15,1-2-18 0,0-1-19 0,0 1-11 0,0 3-13 0,3-1-12 16,-8 1-14-16,14 1-11 0,-8 2-7 0,2 2-11 16,-3-1-4-16,4 4-10 0,-1 1-5 0,-3 0-7 15,0 2 1-15,2 5-7 0,-4 1-1 16,-3 1-3-16,0-1-5 0,-2 4 0 0,-3 2 3 0,1 0-4 16,-4 3-3-16,-1-1 5 0,4-6-1 0,-4-2 3 15,1 0-8 1,2 0-3-16,-3-2 4 0,0-1 0 0,1-2-3 15,3-2-2-15,-1 0 1 0,0-1-4 0,2 0 1 0,1-3 0 16,-2-1 1-16,4-1 0 0,-2 1 1 0,1-3 2 16,2-2 4-16,-4 4 2 0,1-2 21 15,3-2 9-15,-1 5 13 0,1-5 20 0,-2 2 18 16,2-2 21-16,0 0 24 0,0 0 32 0,0 0 15 16,0 0-19-16,0 0 0 0,3-10-28 0,4 1-13 0,-2-3-14 0,5-1 1 15,-1-4-30-15,5 0 0 0,-4-1-9 0,8-6-8 16,-4 3-9-16,4 2-1 0,-6 2-7 0,-1 2-2 15,1-1-5-15,-2 1-3 0,0 3-12 0,-1 3 12 16,-3 1-9-16,1 1-9 0,-1 0 13 0,-2 4-12 16,0-2-4-16,0 1-8 0,-2 2-5 0,0 1-6 15,-2 1-3-15,3-4-30 0,-3 4-15 0,0 0 2 0,8 7 5 0,-7-2-12 16,-1 5-1-16,0 6 7 0,-1 1 3 0,-3 7 7 16,2 5 6-16,-2 0 3 0,1 0-5 0,-1 0 7 15,2 3 4-15,1-6 4 0,-1-2-3 0,4-3 0 16,-2-3 12-16,1-1 5 0,1-5 0 0,1 3-1 15,2-8 13-15,0 5-4 0,1-5 4 0,3 1-18 16,2-6-30-16,9 2-58 16,-1-3-70-16,-1-3-85 0,13-3-334 0,-3-7-637 15,-2 0 283-15</inkml:trace>
  <inkml:trace contextRef="#ctx0" brushRef="#br0" timeOffset="83164">10902 11913 277 0,'-1'-4'331'0,"1"4"-36"0,-2-6-28 0,2 6-29 15,7-5-21-15,-3 3-15 0,2 2-33 0,0 0-19 16,5 1-12-16,0 0-12 0,1 4-14 0,-1-1-10 16,1 3-13-16,0 2-9 0,2 3-8 0,-1 0-9 0,-5-1-5 0,-3 0-6 15,0 1-6-15,0 3-2 0,-2 1-5 0,-3-1-4 16,-3-3-4-16,-1 4-6 0,-1-5 5 0,0 0 0 15,0-1-1-15,0 0 1 0,-3-2-7 0,2 1 0 16,0-3-3-16,0 0-1 0,3-3 3 0,-1 4 1 16,1-4-8-16,-1-1-1 0,2 3-3 0,2-5 5 15,-8 4-1 1,8-4-4-16,-4 3-5 0,3-1 14 0,1-2 17 16,0 0 3-16,0 0 8 0,0 0 5 0,-3 3 3 0,3-3 16 15,0 0-2-15,0 0 11 0,0 0-9 0,0 0 9 16,0 0 4-16,0 0 0 0,0 0 2 15,0 0 3-15,0 0-4 0,0 0-7 0,18-3-6 0,-5 3-8 16,10-2-9-16,8-5 0 0,2 2-9 0,4 0-7 16,2-2 0-16,-1 1-1 0,0 2 11 0,-1-1-1 0,-5 0-2 15,-4 1-3-15,-9 1 0 0,-6 1 5 0,-1-1-3 16,-2 3-1-16,-4 0-2 0,1-4-3 0,0 3 0 0,-7 1-4 16,9-1 2-16,-9 1-6 0,7 0-6 15,-7 0-14-15,4-1-33 0,-4 1-40 0,0 0-61 16,0 0-66-16,0 0-50 0,2 4-23 0,-2-4-70 0,-13 7-431 15,7-4-826-15,-3 0 365 0</inkml:trace>
  <inkml:trace contextRef="#ctx0" brushRef="#br0" timeOffset="84591.9">12374 11102 100 0,'-1'-6'243'0,"-3"-4"-18"16,0 0-23-16,-1 1-19 0,0 0-21 0,-3-2-13 15,-2 3-17-15,-4-2-14 0,-3 0-13 0,-2 3-13 16,0 1-10-16,-3 1-6 0,-5-1-8 15,0 1-9-15,6 4-6 0,-1 1-5 16,-6 0-5-16,7 4-6 0,2 0-4 0,-1 2-5 16,2 2-9-16,1 0-1 0,3 3 0 15,0 3-5-15,4 1-6 0,0-1-3 0,5 2 4 16,1 0-2-16,3 1 2 0,1 0 1 0,4 0-2 0,3 0 1 16,2-1-1-16,7 5 3 0,4-5-3 0,-1-7 2 15,9 3 2-15,0-2-3 0,-1-4 1 16,3-1-1-16,-4-4-1 0,-4-2 8 0,0 0 15 0,-2-6 13 0,1 2 6 15,-1-4 7-15,-2-3 12 0,-3-4 7 0,1 2 13 16,-5-3 8-16,2-7 0 0,0 0 6 0,-7-5 3 16,-2-2 3-16,-3-1 15 0,-2 0-20 0,1-1-5 15,-4-13-11-15,3 10 3 0,-2 0-11 0,-3 1-3 16,2 2-15-16,3 1 5 0,-3 0 4 0,0 7-3 0,3 4 7 16,-3 4 15-16,4 5-1 0,-1 2-7 0,-2 2-4 0,3 0-14 15,-1 3-13-15,1 1-8 0,-3 0-30 0,6 0-40 16,-3 4-39-16,-3-4-40 0,3 4 8 0,0 0 8 15,0 14 9-15,-1 2 5 0,-4 4 19 0,6 12-3 16,-2 3 8-16,1-1 4 0,-1 12 5 0,2 2 3 16,-1-12 7-16,1-1 1 0,4-1-1 0,-2-2 11 15,1-3 9-15,-3-3-6 16,0-6 4-16,3-3-1 0,0 1 1 0,-4-5 3 16,1-2 2-16,3-1 3 0,-1-1-1 0,-3-3 7 15,1 1-4-15,-1-2 1 0,4 0 5 0,-4-1 2 16,0-1 0-16,0-3 3 0,0 5 8 0,0-5 3 15,1 5 13-15,-1-5-15 0,0 0 2 0,0 0 1 16,0 4-11-16,0-4 9 0,0 0-7 0,0 4-21 16,0-4-30-16,0 0-34 0,0 0-36 0,0 0-47 0,0 0-51 0,0 0-89 15,0 0-196 1,0 0-537-16,0 0 238 0</inkml:trace>
  <inkml:trace contextRef="#ctx0" brushRef="#br0" timeOffset="85269.33">12513 10906 189 0,'4'-9'306'0,"-4"4"-16"0,4-2-18 16,-4 1-17-16,2 2-22 0,1 0-24 0,-3 0-21 16,0 4-19-16,3-5-18 0,-1 3-20 15,-2 2-20-15,0 0-19 0,0 0-19 0,0 0-14 0,9 4-9 16,-4 0-9-16,-1 5-15 0,2-3-7 0,1 5-11 0,-2 0-6 15,0 1-18-15,0 1-2 0,4 3-9 0,0-2-2 16,-2-2-9-16,-1-2-2 0,1 1-3 0,0-1-3 16,-2-1 4-16,0-3 4 0,0 1 5 0,-1-3 8 0,0-1 1 15,-2 0 18-15,2-3-2 0,-4 0 3 0,0 0 6 16,11-6 3-16,-8 0 10 0,4-2 6 16,-1 0 5-16,-1-3 3 0,-1 1 3 0,1-2 1 0,2 1 4 0,-3-1 5 15,0 0-4 1,0-1 4-16,1 4 3 0,-2-3 1 0,0 4 1 15,-1 1 4-15,2-1-12 0,-4 5-1 0,3-2-6 16,-1 2-3-16,-2-1-12 0,0 4-16 0,0-5-24 16,0 5-6-16,0 0 0 0,0 0 6 15,0 0-1-15,5 16 3 0,-5-5 1 0,0 4 2 0,-2 3 3 16,-1 7 3-16,3 5-1 0,-2 3 2 0,0 1 3 0,-2 1-1 16,1 0-1-16,0 2 5 0,-1-3 0 0,0-1 1 15,2 1 2-15,-1-4 0 0,-2 0-4 0,1-1 3 16,1-2 0-16,-1 1 0 0,0-5 1 0,0-6 0 15,0 0 3-15,-1-2-3 0,1-4 3 0,0-1 4 16,1-2 1-16,1-1 4 0,0-2 10 0,0 3 9 16,-1-7 3-16,-1 2 13 0,1-1 5 0,3-2 2 0,-13 0 3 15,13 0 7-15,-12-2 9 0,6-2 15 0,-2-1-1 0,1-2 5 16,1-1-6-16,2-4-9 0,0-4-2 0,-1-2-12 16,5-2-10-16,5-8-7 0,0-3-7 0,4-1 2 15,6-1-16-15,5-10 2 0,-2 10 2 0,0 2-3 16,1 2 13-16,1 0-16 0,1 1 0 0,-1 4 6 15,3 2 10-15,-4 1-4 16,2 3 16-16,-5 4 12 0,-3 2 2 0,1 2 12 16,-6 3 6-16,-1-1-5 0,0 2-8 15,-3 2-14-15,2 0-1 0,-2 1-20 0,0 2-33 0,-2-2-36 16,-2 3-56-16,5-2-33 0,-5 2-7 0,0 0-2 16,0 10-17-16,-2-1-25 0,-1 2-27 0,-1 0-60 15,-6 4-309-15,1 3-620 0,0-3 274 0</inkml:trace>
  <inkml:trace contextRef="#ctx0" brushRef="#br0" timeOffset="85786.19">11883 11640 202 0,'-5'-1'217'0,"5"1"-5"0,-4-3 1 0,4 3-7 16,0 0-14-16,0 0-15 0,0 0-13 0,0 0-12 15,0 0-20-15,0 0-13 0,0 0-11 0,0 0-9 0,0 0-14 16,0 0-8-16,0 0-6 0,0 0-3 0,0 0-3 15,0 0-3-15,0 0-1 0,0 0-4 16,0 0 5-16,0 0-3 0,0 0 4 0,-9 0-3 16,9 0 2-16,0 0-3 0,0 0-3 0,0 0-4 0,0 0-4 0,0 0-5 15,0 0 4-15,0 0-10 0,0 0-2 0,0 0-5 16,0 0-4-16,0 0-4 0,0 0-3 0,0 0-1 16,0 0 3-16,0 0-8 0,0 0-3 0,36-1 0 0,-9-4 0 15,5 3-13-15,22-3 0 0,3 0 0 0,8-4 0 16,35-2 1-16,0 3 10 0,1-2 6 0,-7-1 3 15,-1 2 8 1,-2-1-1-16,-28 3-2 0,1-2 2 0,-2-3 5 16,-2 4-1-16,-6 1-5 0,-14 0-1 0,-7 3 0 15,-2-2 1-15,-11 5 9 0,-6-1 11 0,-3 0-3 16,1 0 1-16,-7-1-8 0,4 2-7 0,-4 1-16 16,-1-1-38-16,-4 1-30 0,0 0-39 0,0 0-49 0,-14 7-75 15,-4-1-110-15,-5 0-205 0,3-1-579 16,0 1 256-16</inkml:trace>
  <inkml:trace contextRef="#ctx0" brushRef="#br0" timeOffset="87267.76">12568 12221 104 0,'-6'-6'180'0,"-2"1"-16"0,-2 1-14 16,-2-1-14-16,-5 2-15 15,1 1-13-15,-4-2-10 0,-1 3-11 16,5-1-5-16,-5 2-16 0,1 3-7 0,-2-1-4 0,2 2-13 16,-2 1-2-16,0 1-1 0,3 1-3 0,-3 0-12 15,4 2-1-15,2 2-1 0,0 0-2 0,1 2-1 16,5 2-5-16,0-1 4 0,1 0-5 0,4-2-4 15,1 1 7-15,4 0-7 0,0-1 3 0,1-1 3 16,7 3-8-16,2-1 14 0,0 0 3 0,4-3 5 0,3 0-4 16,2-4 9-16,-2-2 4 0,2-2 7 0,0-2 9 15,0 0 9-15,0-4 20 0,-1-2 13 0,0-2 5 0,0-2 15 16,-1-3 2-16,-3-3 8 0,5-4-15 0,-4-4 1 16,-1 0 2-16,-2-1 0 0,0-2-8 0,-3-1-1 15,1 1-7-15,-2-8-2 0,0 2-11 0,-3-1-8 16,-1-1-10-16,0 0-5 0,2 0-8 0,-6 2 3 0,1-1-5 0,-2 6 18 15,-4 1-13-15,5 8 2 0,-1 2-8 16,1 7 1-16,0-3-10 0,-4 6-4 0,4 0-13 16,0 1-2-16,0 0-50 0,-3 3-38 0,3 3-33 15,0 0 6-15,0 0 9 0,0 0 6 0,-2 25 6 0,-2-7 2 16,0 10 20-16,4 3-4 0,-4-1 5 0,4 6 5 16,-1 2 5-1,4-3 3-15,0 1 4 0,1 9 6 0,0-13 1 16,5 1 6-16,0-1 1 0,-3-4 3 0,6-2 2 15,1-2 5-15,-4-7-5 0,1-3 9 0,-3-1 0 16,5-1 5-16,-4-4 1 0,-1-2 13 0,1-2 18 16,2-3 29-16,-2-2-1 0,2-3 6 0,-1-2-6 15,1-2 6-15,2-2-1 0,-1-6 0 0,0 0-4 16,1-10-2-16,1 1-4 0,-3 1-3 0,2-5-2 0,-2-1-19 0,-1-3 8 16,0-1-7-16,2-10 0 0,-4 9-2 0,2 3 5 15,-4-2 12-15,0 3 14 0,0 4 15 0,0 1 3 16,-1 6 3-16,-3 8 7 0,2 2 6 0,-2-1-9 15,0 1-11-15,-1 5-7 0,2 0-11 0,-1-1-12 16,-1 3-23-16,0 3-32 0,0-6-41 0,0 6-36 16,0 0-6-16,0 0 5 15,1 16 15-15,-3 1-1 0,-2 9 8 0,-2 0 7 16,2 6 3-16,-1 1 8 0,-1 2 7 0,0 11 2 16,2-13 0-16,3 1 6 0,0-2 6 0,-1 2 1 15,0-4 3-15,4 0 3 0,-2-4-5 0,2 1 1 16,-1-8 8-16,0 1-1 0,2-3 7 0,-3-8-5 15,1 4 26-15,2-4-19 0,-3-1 3 0,2-1 3 16,-2-2 0-16,1 0 30 0,1-1-16 0,-2 1 18 0,0-5 5 0,1 2 13 16,-1-2 1-16,0 5 11 0,0-5 9 0,0 0-8 15,3 3-8-15,-3-3-4 0,0 0-14 0,0 0-32 16,20-9-42-16,-11 5-65 0,6-5-80 0,1 1-103 16,1-3-117-16,5-4-254 0,-4 2-711 0,2-5 314 15</inkml:trace>
  <inkml:trace contextRef="#ctx0" brushRef="#br0" timeOffset="87668.75">12779 12116 65 0,'0'0'260'16,"0"0"-23"-16,-4 1-11 0,4-1-21 0,0 0-14 15,0 0-12-15,0 0-18 0,0 0-13 0,0 0-11 16,0 0-5-16,0 0 0 0,0 0-4 0,0 0-1 0,-5 3-6 15,5-3 1-15,0 0 1 0,0 0-9 0,0 0 2 16,0 0 1-16,28-3-7 0,0 2-3 0,7-1-6 16,1-3-9-1,15 3-7-15,1-3-12 0,-11 1-4 0,-3 3-7 16,-4-3-3-16,-4 2-6 0,-3 1-6 0,-4-2 1 16,-9 2-13-16,-2 0-5 0,-1 1 2 0,-6-2-27 15,3 2-41-15,-8 0-54 0,9 0-55 0,-9 0-56 16,0 0-93-16,-19 7-254 0,1-5-593 0,-3-3 263 15</inkml:trace>
  <inkml:trace contextRef="#ctx0" brushRef="#br0" timeOffset="89495.22">13928 11357 139 0,'-8'-3'145'15,"8"3"-16"-15,-6 0-2 0,6 0-13 0,0 0-11 16,0 0-10-16,-8-1-6 0,8 1-9 0,0 0-2 0,0 0-10 15,-5-2-8-15,5 2-4 0,0 0-6 0,0 0 3 16,0 0-1-16,0 0-1 0,0 0-4 0,0 0 0 16,0 0-3-16,0 0-2 0,0 0-3 0,-4-1 0 15,4 1 0-15,0 0 3 0,0 0-3 0,0 0 5 16,0 0 1-16,0 0-1 0,0 0 2 0,0 0-2 16,0 0 1-16,0 0 15 0,0 0 9 0,0 0-2 15,0 0-4-15,0 0-9 0,0 0 1 0,23-3-10 0,-2 2-3 0,8-5-6 16,3 1-3-16,5 0-1 0,4 0-3 15,12-2-3-15,-1 0-5 0,0 2-1 0,-13 2-3 16,10-3-4-16,-13 2 0 0,-4 0 3 0,-3 1-8 16,-7 3 5-16,-4-1-16 0,1 0-17 0,-10 1-24 0,4-2-33 15,-7 2-28-15,-2 2-9 0,-4-2-3 0,0 0-18 16,0 0-13 0,-17 2-25-16,0 1-129 0,-2-2-327 0,-3 2 145 15</inkml:trace>
  <inkml:trace contextRef="#ctx0" brushRef="#br0" timeOffset="89726.98">14129 11226 149 0,'1'-9'262'0,"-1"-4"-6"0,2 3-3 0,-2-4-4 16,1 6-3-16,-1 0-15 0,2 2-5 0,-1-1-17 15,-1 3-13-15,0 0-24 0,3 0-20 0,-3 4-20 16,1-4-16-16,-1 4-23 0,0-5-29 0,0 5-17 15,0 0-9-15,0 0-4 0,-1 18-5 0,2-6-2 16,-2 6-4-16,1 1-6 0,1 3 2 0,-2 5 1 0,4 0-1 0,0 1-1 16,0 0-38-16,-1 0-28 0,2 0-34 0,4 1-47 15,-2-3-65-15,2 2-82 0,-4-10-149 0,3-1-461 16,2-6 205-16</inkml:trace>
  <inkml:trace contextRef="#ctx0" brushRef="#br0" timeOffset="90074.59">15234 10754 5 0,'-2'-10'321'15,"2"-1"-14"-15,0 6-14 0,0-5-25 0,-1 6-30 16,1 0-27-16,0 1-22 16,-1-3-32-16,1 6-35 0,0 0-12 0,0 0-12 15,-1 16-11-15,1-4-10 0,0 6-5 16,-3 9-9-16,6 4-7 0,-1 3-2 0,1 1-3 15,-1 1-13-15,3 9-11 0,-2-8-32 0,-2-2-31 0,1-2-38 16,-2 0-39-16,0-4-39 0,0 0-46 0,-3-5-180 16,3-5-409-16,-1-7 181 0</inkml:trace>
  <inkml:trace contextRef="#ctx0" brushRef="#br0" timeOffset="90582.43">14848 11413 87 0,'-4'1'250'0,"0"2"-24"16,0-2-20-16,4-1-13 0,-6 1-5 0,6-1-4 16,-6 3-18-16,6-3-17 0,0 0-14 0,0 0-15 15,0 0-12-15,0 0-13 0,0 0-7 0,0 0-9 0,0 0-8 16,0 0-8-1,0 0-5-15,0 0 4 0,0 0 0 0,0 0 1 16,0 0 1-16,0 0-2 0,0 0-9 0,0 0-2 16,0 0-1-16,0 0-3 0,0 0-2 0,0 0-7 0,0 0-1 15,0 0-6-15,14-7-1 0,-14 7-5 16,0 0-4-16,0 0 1 0,0 0-2 0,0 0-3 16,0 0-2-16,0 0 1 0,0 0 0 0,0 0-1 15,0 0 1-15,0 0 2 0,0 0-10 0,0 0 6 0,0 0 0 0,0 0 0 16,0 0-1-16,0 0-2 0,0 0 10 0,0 0-10 15,0 0-2-15,0 0-1 0,0 0 2 0,9 0-1 16,0-1-5-16,5-1-1 0,7 0 8 0,12-3-8 16,3 2 0-16,19-3-2 0,4 3 0 0,6-4 2 15,-1 4 1-15,33-8 9 0,-33 6 2 0,31-1 8 16,-34-4-2-16,-2 9 0 16,-8-2 11-16,-14 3-17 0,-8-1 3 0,-1-3-2 15,-8 3-3-15,-8 0 13 0,0-2 7 0,-2 3-2 16,-3-1 0-16,0 1-5 0,-3-1 3 0,-4 1-19 15,10-3-4-15,-10 3-37 0,0 0-34 0,0 0-48 16,0 0-56-16,0 0-63 0,-27 5-77 0,10-2-191 16,4-1-541-16,-6 0 240 0</inkml:trace>
  <inkml:trace contextRef="#ctx0" brushRef="#br0" timeOffset="91384.29">15130 11729 38 0,'0'-7'300'0,"4"2"-24"15,-4 1-26-15,1 1-27 0,-1-2-24 0,4 1-24 16,-4 4-16-16,5-5-19 0,-1 5-17 0,4-3-10 0,-3 3-13 16,5 3-15-16,-1 1-8 0,0 1-6 0,1 0-11 15,-1 3-4-15,0 3-7 0,0 2-9 0,3 1-3 0,-6 2-7 16,1 2-5-16,-3 0 0 0,-2 0-3 0,-4 10-2 16,-1-3-2-16,-4 0-2 0,0 1-1 0,-2-4-1 0,-1-3-3 15,-1-3-2-15,0 2 5 0,-2-2-8 16,4-3-2-16,-5-1 2 0,10-4 1 0,-5-1-1 15,5 0 0-15,0-3 1 0,1 1-1 0,0-2 1 16,-2 2 8-16,5-4 32 16,0-1 26-16,-4 4 27 0,4-4 23 0,0 0 27 15,0 0-12-15,0 0-17 0,0 0-17 0,18-16-5 16,-9 5-9-16,5-4-1 0,0 1-10 0,4-6-11 16,0-5-8-16,4 1-1 0,-2-1-9 0,-2-1-7 15,1-1 14-15,-1 3-9 0,-3 0 6 0,0 3 8 16,-3 7 16-16,-8 3 10 0,1 3-5 0,-1 1-4 15,1 1-14-15,-1 2-11 0,-3 0-13 0,0-1-27 0,3 2-22 0,-4 3-44 16,0 0-23-16,0 0 12 0,0 0 7 0,3 17 1 16,-6-5 10-16,3 7 4 0,0 7 7 0,4-1 2 15,1 6 1-15,7-1 8 0,6 1-2 0,2-2-21 16,15 10-11-16,2-6-68 0,2-1-78 0,7-9-123 16,-10-9-305-16,1-2-681 0,-1-7 302 0</inkml:trace>
  <inkml:trace contextRef="#ctx0" brushRef="#br0" timeOffset="137209.44">17230 11043 11 0,'-2'-8'98'0,"2"5"-5"16,0 3-8-16,-3-4-6 0,0 1-9 0,1 0-15 15,-2 0 3-15,-3 1-3 16,2-2-11-16,-4 2-22 0,3-1 20 0,-4 0-13 16,-2 1 5-16,-2 2-6 0,-5-2-4 0,2 0-1 15,-2 2-9-15,1-2 3 0,-5 4-2 0,3 0 8 16,-1 0-6-16,-7 5 4 0,7-3 4 0,0 4-1 15,-4 0 2-15,8 3-11 0,-1-2 5 0,0 2-2 16,5 1-4-16,1 0 2 0,0 3-5 0,3-2 0 16,4-1 14-16,2-1-12 0,1 1 3 0,2 1-3 0,2-2 6 15,2 0-1-15,7 3 4 0,3-3 3 0,-3-5-4 16,8 2 14-16,-1-1 2 0,5-5 1 0,-1 1-7 0,-1-2 5 16,8-3-1-16,-2-2 3 0,-2-3 10 0,-4-1 0 15,4-5 4-15,-7 4 16 0,4-9-2 0,-7 4 4 16,3-6 1-16,-3-1 0 0,-2-2-4 15,-3-6-5-15,2-1-3 16,-3-4-9-16,-3 3-2 0,4-17-7 0,-3 3 0 0,-2-2 3 16,-3 12 11-16,0-1 4 0,-2 4 3 15,-3-2 16-15,1 6-13 0,-1 0 0 0,0 1-3 16,0 9-4-16,-1 2-2 0,0-2-3 0,1 6-3 16,1 0 0-16,-1 4-2 0,2 2-3 0,0-1-5 0,-1 2-9 15,1-2-4-15,1 4-8 0,0 3-9 0,-1-7-16 16,1 7-22-16,0 0-5 0,0 0 4 0,0 0 5 0,-4 14-4 15,3-5 8-15,-1 4 0 0,0 4 0 0,-1 11 6 16,3-5-1-16,-2 4 2 0,2-1 4 0,-3 1-2 16,6-1 0-16,-3 1 5 0,0-1-3 0,1-6 6 15,-1 0 0-15,1-1-1 0,-1 0-2 0,3 0 0 16,-3-1 3-16,1 0-3 0,0-2 3 0,1 0 1 16,-1-4 4-16,0 3-3 0,-1-3-3 0,2 0 1 0,-1 1-2 0,0-2-2 15,0 0 7-15,1 3-2 0,-1-5 5 0,0 7-3 16,1-5 0-16,-2-1 0 0,2 3 0 0,-2 0 2 15,1-3-1-15,1 1-7 0,-2-2 14 0,1 2-9 16,1-5 0-16,-2 0 2 0,0 1-2 0,0 0 2 16,0-3 6-16,0 3-9 0,2-4 1 0,-2 2 3 15,0-4-2-15,0-1-2 16,0 7 2-16,1-4 0 0,-1-3 3 0,1 4-2 16,-1-4 1-16,0 3-3 0,0-3 5 0,0 0 1 15,0 0-2-15,2 3 0 0,-2-3 1 0,0 0 2 16,0 0-2-16,0 0 7 0,1 4-5 0,-1-4 3 15,8 2-1-15,-1 0 1 0,7-1-1 0,6 0 0 16,9-1-2-16,0 0-49 0,5 0-81 0,-2-1-118 16,-2-4-217-16,1 1-495 0,-2-6 219 0</inkml:trace>
  <inkml:trace contextRef="#ctx0" brushRef="#br0" timeOffset="138011.54">16568 11479 84 0,'0'0'125'0,"-8"1"0"0,8-1-18 0,0 0 2 0,0 0-18 15,0 0-12-15,0 0-5 0,0 0-6 0,0 0 0 0,-7-2-2 16,7 2 1-16,0 0-3 0,0 0 0 16,0 0-2-16,0 0-7 0,0 0 5 0,0 0-7 15,0 0 1-15,0 0-9 0,0 0-4 0,0 0-3 0,0 0-3 16,0 0-2-16,0 0 0 0,0 0-5 0,0 0-5 15,0 0 5 1,0 0 0-16,0 0 3 0,0 0 2 0,0 0 3 16,0 0 4-16,0 0 3 0,0 0 1 0,0 0 0 0,0 0-9 15,0 0-2-15,0 0-4 0,12-5-5 16,-4 4 1-16,5-2-7 0,7 2 1 0,10-3-2 16,4-2-2-16,8 3 0 0,16-1 10 0,6-4-1 15,29 0 8-15,-4 0-2 0,6 0-5 0,-3 3 0 0,-28 3-3 16,28-5 1-16,-31 7-3 0,-3-3-1 0,-6 2-2 0,-11-2-2 15,-4 2-1-15,-2 0 2 0,-3-2-6 0,-4-1-2 16,-7 0 3-16,-7 4 0 0,-1 0 1 0,-4-2 1 0,0 2-2 16,0-2 0-16,-4 2-1 0,0-1-3 15,-2 0-9-15,-3 1-18 0,0 0-31 0,0 0-33 16,-21 1-27-16,9 2-46 0,-5-1-49 0,-2 2-142 16,0 3-377-16,-1-5 166 15</inkml:trace>
  <inkml:trace contextRef="#ctx0" brushRef="#br0" timeOffset="138697.79">17204 11889 135 0,'-18'-5'138'0,"-1"0"-16"0,0-2-8 16,-3 3-9-16,3 1-15 0,-10 1-9 0,8 2-1 16,-2-1-2-16,4 3-21 0,-1 2 8 0,-1 0-9 15,2 1-4-15,1 3-6 0,2-1-1 0,0 2-7 16,2 1-5-16,5-2 2 0,0 1-9 0,4 1-14 0,-2 3 11 0,4-2 1 15,3 2-11-15,1 0 6 0,4 0-3 0,0 1-2 16,7 1-3-16,2-3 15 0,1 0-12 0,3-2-4 16,9 0 5-16,-9-1-7 0,9-1-1 0,-7-2 4 15,1-3 5-15,-1-1-2 0,3-4 11 0,-7-1 21 16,1-4 19-16,0 2 18 0,-7-3 13 0,3-5 5 16,-3-3-4-16,-1 0-1 15,1-8-6-15,-2-1-3 0,0-4-6 0,-5-6-10 16,0 1-9-16,0-15-6 0,-2-2-5 0,0 0 0 15,-1 0 3-15,-2 3 18 0,0 11 0 0,1 3 6 16,-2 5-2-16,0 3 3 0,0 8-9 0,2 1 8 16,-3 7-20-16,3 0-9 0,1 4-9 0,-1 0-14 15,1 0-19-15,-2 2-25 0,2 4-2 0,0 0 0 16,0 0 1-16,-8 21 0 0,6-2 15 0,-2 11-7 0,0 3-4 0,-1 16 7 16,3-3 0-16,-1 7 2 0,2-4-1 0,2-1 0 15,-1-12 4-15,5 0-1 0,0-3 4 16,-2-3-3-16,2-3 1 0,0 0-2 0,-1-8-16 0,0-2-15 15,1 0-15-15,-3-4-20 0,1-4-24 0,-2 2-26 16,2-3-21-16,-2-3-18 0,-1 0-11 0,1-2-39 16,-1-3-178-1,0 0-419-15,0 0 185 0</inkml:trace>
  <inkml:trace contextRef="#ctx0" brushRef="#br0" timeOffset="139161.26">17508 11778 25 0,'8'-4'210'16,"-3"3"-26"-16,4 0-18 0,-3 0-17 0,2 2-13 16,0-1-18-16,-2 2-11 0,2 4-10 0,1-1-13 15,-3 2-6-15,-2 3-16 0,1 0-8 0,0 7-3 0,-2 0-4 16,-3 0-12-16,0 0 0 0,-3 1-5 0,-2-1 1 0,-1 1-2 15,-2 0-11-15,-1-3 0 0,0 2 2 0,0-4-3 16,-1 1-2-16,1-3-3 0,0-3 0 0,4 2 0 16,-1-3-1-16,2-2 4 0,1-1-1 0,-2 0 12 15,3 0 24-15,-1-2 24 0,3-2 32 0,-3 3 32 16,3-3-14-16,0 0-22 0,0 0-7 0,18-12-12 16,-7 4-8-16,5-3 2 15,-2-4-16-15,5-2-5 0,1 0-9 0,0-2-6 16,2-2 0-16,-6-1-4 0,2 3-8 0,-6 4 0 15,0 3 3-15,-5 1 13 0,1 0-1 0,-2 5-6 16,0 0 2-16,-1 0-13 0,-1 3-5 0,0 2-10 16,-4-2-16-16,0 3-3 0,0 0-3 0,0 0 0 15,-2 13 2-15,0-4 1 0,-2 3-1 0,1 3 3 16,1 1-5-16,2 4 1 0,0-2 2 0,0 3 3 0,7-3-1 16,4 5-2-16,7 1 10 0,1-3 0 0,8-3-19 15,4-1-50-15,3-2-94 0,5-6-119 0,0-4-193 0,12-4-510 16,-15-4 226-16</inkml:trace>
  <inkml:trace contextRef="#ctx0" brushRef="#br0" timeOffset="140706.91">18859 10798 45 0,'-12'-2'87'0,"-3"-1"-6"0,-3 0-6 0,0 3-11 0,-1 0-3 0,-3 0-4 0,2 0-1 0,-2 3 2 0,2-2-5 15,-8 5-9-15,6-1-2 0,4 0 6 0,-4 2-3 0,3 0-3 0,3 1-2 0,-2 2-3 16,4 1-2-16,2-3-7 0,1 5 1 0,4-4-3 0,2 5-4 0,3-3 1 0,0-1 2 0,5 2 4 0,3 1-1 15,5-1 2-15,3 0-1 0,2-1 5 0,3-3 2 0,7 1 0 0,2-1-2 0,0-4-4 16,-1-1-10-16,1-2 4 0,-5-4 4 0,-1 0-1 0,-2-3 16 16,1-3 9-16,-4-2 5 0,5-4 1 0,-4-3 9 0,-5 1 0 0,2-6 1 0,-3-1-6 0,-2-2 8 15,-2-2-6-15,-4-3-3 0,-2 1-1 0,1-7-6 0,-6 3-5 0,1-12-1 0,-2 10-2 16,0 1-2-16,-5-1-4 0,4 3-2 0,-3 1 4 0,3 5-2 0,-4 1 0 0,4 6-6 0,0 4-3 0,1 3-1 16,0 2-7-16,0 3-3 0,3 0-4 0,-2 3-2 0,2 1-13 0,-2 3 1 0,3 1-3 0,0 0 1 15,-9 16-5-15,7-2 2 0,-3 11 1 0,1 3-1 0,2 4-2 16,-1 0 2-16,3 1 0 0,0 4-1 0,3-3 2 15,-1 2-1-15,2 0 3 0,1-2 2 16,0-1 0-16,1-6 0 0,2 1-1 16,-4-5 3-16,0-4-3 0,0-3 2 0,-3-5-1 15,3 0 1-15,-3 2 0 0,3-7-4 16,-4 2 2-16,5-2 4 0,-5-3-2 16,0 2 7-16,0-1-6 0,3-1 2 0,-3-3-1 0,1 5-3 15,0-3-1-15,-1-2 4 0,0 4-4 0,0-4 2 16,0 0-6-16,0 0-3 0,-1 5-4 0,1-5-9 0,0 0-19 15,0 0-16-15,0 0-29 0,0 0-16 0,0 0-27 16,1 5-38-16,-1-5-26 0,0 0-159 0,0 0-378 16,0 0 168-16</inkml:trace>
  <inkml:trace contextRef="#ctx0" brushRef="#br0" timeOffset="141863.1">19136 10580 203 0,'-1'-1'190'16,"1"1"-22"-16,0 0-15 0,0 0-16 0,0 0-11 0,0 0-17 16,0 0-16-16,0 0-7 0,0 0-11 0,0 0-8 0,0 0-10 15,13 10-4-15,-9-5-7 0,1 1-2 16,1 3-4-16,3-1-6 0,-1 1-10 0,-2 1 1 16,2-2-10-16,1 1-3 0,-3-2-5 0,2 1 7 15,-2-4-11-15,-1 1 3 0,2 0 0 0,-1-2 6 0,-1-2 1 16,0 2-7-16,-5-3 14 0,13-6 5 0,-8 1 6 15,0-1 7-15,-1 1 9 0,1-2-3 0,2-3 5 16,-4 0 1-16,4-1 1 0,-1 0 1 0,-2-1 1 16,1 2 6-16,-1-1-1 0,2 0 3 0,-2 0-3 15,0 4-5-15,1-3-4 0,-4 4-2 0,2 0-10 16,-3 1-1-16,4 0-5 0,-3 3-3 0,1-1-8 16,-2 3-9-16,1-5-15 0,-1 5-6 0,0 0-9 15,0 0 7-15,0 0-3 0,5 13 4 0,-4-4-1 0,0 4 0 0,-1 8 2 16,2 5 0-16,-2 4 3 0,0 1 1 15,0 4 1-15,1 0-3 0,1-1 1 16,1-2 0-16,0 3 2 0,0-1 0 0,3-3 2 16,-3 0-3-16,2-4 0 0,-1-1 2 0,-2 0-1 15,0-7 3-15,-2-2-1 0,1 1 3 0,1-8-3 16,-2 2-1-16,0-2 1 0,-2-2-4 0,2 2 4 16,0-4-3-16,-1 0 1 0,0-2-1 0,-2 1 6 15,1-1 0-15,-2 0-1 0,-2 0 5 0,-1-1-2 16,-1 0 2-16,-1-1-3 0,-2 1 4 0,1-3 0 15,-3 2-2-15,0-4 7 0,3-1-5 0,-3 2-2 16,0-2 3-16,2-1 8 0,2 0 4 0,-1-1 6 16,1-1 8-16,1-1 12 0,1-1 17 31,0-4-1-31,2 0-3 0,-3-3-8 0,16-82 89 0,2 69-115 0,3-4-4 16,4 1-2-16,4 4-3 0,0-1 0 0,2 5-2 15,1-1 1-15,5 3-2 0,1 2 1 0,-2 0-3 16,1-2-4-16,-6 9-1 0,4-5 0 0,-4 5 0 0,-4 2 2 15,-2 3 0-15,-4 2-2 0,-3 0 2 0,-1 1-2 16,-2 1-1-16,-1 0-2 0,-1 1-3 16,0-1-14-16,-1 2-25 0,-4 1-29 0,5-3-18 15,-5 3 1-15,0 0-5 0,0 0-18 0,-3 14-26 0,0-8-33 16,-4 0-40-16,-1 4-177 0,0 0-419 0,-1-1 186 16</inkml:trace>
  <inkml:trace contextRef="#ctx0" brushRef="#br0" timeOffset="142663.49">18620 11294 50 0,'-8'1'149'0,"8"-1"-8"0,0 0-4 0,0 0-6 15,-5 0-9-15,5 0-5 0,0 0-16 0,0 0 1 0,0 0-16 16,0 0-10-16,0 0-2 0,0 0-7 0,0 0 1 16,0 0-5-16,0 0 0 0,0 0 2 15,0 0-5-15,0 0-6 0,0 0 1 0,0 0-7 16,0 0-1-16,0 0-4 0,0 0-6 0,0 0-3 0,0 0 1 16,0 0-2-16,0 0-1 0,0 0-5 0,0 0 4 15,0 0-3-15,0 0-7 0,0 0 0 0,0 0-2 16,0 0 3-16,0 0-6 0,0 0-1 15,0 0-2-15,0 0-2 0,0 0-2 0,0 0 2 0,0 0-3 16,0 0 0-16,0 0-5 0,0 0 2 0,0 0-3 16,0 0-6-16,0 0 11 0,0 0-2 0,0 0 0 15,0 0 2-15,0 0 9 0,0 0 0 0,0 0-5 16,0 0 4-16,0 0 3 0,0 0-6 0,18-3 3 16,-12 1-4-16,6-2-2 0,7 2-4 0,9-3 2 15,4 1-2-15,4-2-1 0,18-1 3 16,6-2 1-16,5 2-5 0,32-5 0 0,-1 3 8 0,-3-2 6 15,7-2 5-15,-7 2 6 0,-4 0-4 0,-26 3 0 16,2 0 1-16,-1 0 2 0,-1 0 0 0,-3 3 0 16,-5-1 1-16,-16 2-6 0,0-1 0 0,-6 3-4 15,-3-1 0-15,-11 0-5 0,-5 2 3 0,-2 0-3 16,-3-1 2-16,-2 2-4 0,2-1 1 0,-4 0 3 16,-1 0-13-16,-4 1-13 0,6-2-18 0,-6 2-34 15,0 0-35-15,0 0-39 0,0 0-35 16,-23 7-57-16,12-5-146 0,-1 2-404 0,-1 1 179 0</inkml:trace>
  <inkml:trace contextRef="#ctx0" brushRef="#br0" timeOffset="144340.26">19233 11829 125 0,'0'0'162'0,"2"-7"-5"0,-2 7-16 0,-2-4-14 0,2-2-13 16,-6 3-11 0,2-2-11-16,-2 1-7 0,-3-3-16 0,-8 1-9 15,-2 1 3-15,-3-1-12 0,-7 2-5 0,-2 1-5 16,-1 2-13-16,2-2 8 0,-2 1-2 0,0 4-9 15,1-2 4-15,-1 3-6 0,4 0-2 0,0 0-2 16,1 3 2-16,4-1-7 0,5 1-3 0,2 0 2 16,5 0-7-16,-1 1 1 0,3 1-1 0,1 0-1 15,-1 2-5-15,4 0 0 0,0-1 0 0,2 1 1 0,5 1 0 0,1 0 7 16,3 0-1-16,4 0-4 0,1-1 3 0,4 1-11 16,3-1 12-16,0-3 1 0,9 1-2 0,-8-3 1 15,11 1-6-15,-10-3 7 0,3-2-1 0,5-3-7 16,-8 0 13-16,0-2 9 0,2-4 6 0,-4 1 7 15,1-3 8-15,-3-2 7 0,3-6 9 0,-1-2 6 16,-2-2 2-16,-1-3 1 16,-3 1 2-16,-2-5-2 0,-1-2 5 0,-2-3-12 15,0-3-3-15,-1 3-8 0,2-14-2 0,-4 3-2 16,-2 10-1-16,-1 4 5 0,2 4 2 0,-2 1 0 16,-1 6 4-16,-1 3 9 0,0 5-6 0,2 1-5 15,-1 3-8-15,0 1-6 0,0 0-8 0,0 0-5 16,-1 4-9-16,2-3-12 0,-1 2-29 0,0 4-19 15,0 0 5-15,0 0 4 0,0 0 2 0,-5 18 1 0,2-2 4 16,1 5 0-16,-3 6-2 0,1 9 10 0,-1 11 0 0,0 1 2 16,1-2 2-16,4-10 3 0,0-1 1 0,2 0 1 15,3 2 1-15,2-5-1 0,3-1 3 0,-1-3 2 16,3-3 3-16,0 0-1 0,-3-8 1 16,2-3 1-16,-1 1 3 0,-3-5-3 0,2-2 7 0,0 0-1 15,4-3 5-15,-3-2 8 0,0-1 3 0,3-4 6 0,-1 0-2 16,2-3 10-16,-4-1-10 0,7-6-1 0,-6-1 0 15,7-8-5-15,-4-1 0 0,-4-2-3 0,3-2-1 16,-1-7-1-16,0 2-2 0,-3 0-1 0,0-3 0 0,0 1-1 16,-5 1 10-16,1 4 8 0,-1 1 6 15,-3 7 5-15,-1 3 3 0,0 3 7 0,0 2 1 16,3-2-1-16,-3 7-1 16,0-2-3-16,1 2-6 0,-2 2 2 0,1 5-4 15,1-7-15-15,-1 7-6 0,-1-6-3 0,1 4-21 16,0 2-29-16,0 0 1 0,0 0 3 0,0 0 3 15,-4 16 2-15,0 0 6 0,0 4 1 0,-5 6 2 16,3 0-2-16,2 2 6 0,0-1 11 0,-1 1-14 16,-3-3 4-16,7 1 0 0,-1-7 5 0,1 1-3 15,1-2 0-15,1 0 2 0,-1-2 3 0,2-3-1 0,-2-3-2 0,3 1 14 16,-3-1-10-16,2-4 3 0,-2 1-2 0,0-1 4 16,2 0-4-16,-2-2 1 0,0-1 8 0,2 1-3 0,-2-4 5 15,0 3-1-15,0 1 2 0,0-4-1 0,0 0 1 16,5 3-2-16,-5-3 0 0,0 0 2 0,13-3-8 15,-3-1-16-15,-1 1-24 0,3 1-37 0,-1-3-45 16,-2-2-51 0,9-2-60-16,-4 1-252 0,3-1-523 0,-1-2 232 15</inkml:trace>
  <inkml:trace contextRef="#ctx0" brushRef="#br0" timeOffset="144509.49">19370 11705 150 0,'0'0'280'0,"-6"0"-25"15,6 0-31-15,0 0-22 0,14-9-19 0,0 3-22 16,11 0-19-16,9-2-14 0,1 1-32 0,18-3-42 0,1-2-51 16,2 7-65-16,5-4-64 0,-5 0-156 0,-2-1-305 15,-18-1 135-15</inkml:trace>
  <inkml:trace contextRef="#ctx0" brushRef="#br0" timeOffset="145057.19">20233 10444 72 0,'0'0'162'0,"0"0"-25"0,9 11-10 16,-3 1-11-16,7 10-12 0,1 5-18 0,3 17-3 0,4 10-15 15,6 26 0-15,-8 4-2 0,-1 3-9 0,-4 3-6 16,-2 2-1-16,-7-8-8 0,2-1-8 0,-3-24 0 15,-4 30 2-15,-2-5-1 0,-6-27-7 0,4 0-2 0,-6 1-6 16,1-4-2-16,-8-1 0 0,1-5-2 0,-5-3-1 16,5-13-10-16,-1-2 3 0,-3-3 0 0,1-1 3 15,1-4-2-15,-2 2 0 0,1-6-1 0,5-5 4 16,0-1 4-16,0 1 7 0,1-4 2 0,3-2 3 16,1-2 3-16,4 0-13 0,1 0 10 0,0-2-3 15,-2 1 14-15,6-3-6 16,-4 2 6-16,0 0 4 0,4-3 0 0,0 0-14 15,0 0-44-15,0 0-84 0,0 0-81 0,22-12-115 16,-13 4-318-16,5-5 141 0</inkml:trace>
  <inkml:trace contextRef="#ctx0" brushRef="#br0" timeOffset="145712.01">18413 10493 61 0,'0'-4'183'0,"0"0"-25"15,0 4-16 1,0 0-17-16,0 0-13 0,0 0-12 0,-20 17-19 0,3 7-2 15,0 7-20-15,-7 18-2 0,-13 34-1 0,2 2-2 16,9 2-9-16,-4 4-1 0,6-1-7 0,8-4 2 16,5-3-7-16,11-25 3 0,4 23-8 15,6-23 12-15,7-1 18 0,12 24 10 0,-3-31 6 0,2 0 3 16,5 0 6-16,2-2-6 0,1-6-6 0,3-2-2 16,-6-4-8-16,-8-9-5 0,0-3-7 0,-2-2-3 0,-3-5-5 15,-7-5-1-15,1-1-4 0,-5-3-7 0,-2 0-1 16,-1-3 1-16,-2 0 0 0,2-1 9 0,-2-4 19 0,0 3 12 15,-1 1 2-15,-1-3-2 0,2 1-5 16,-4-2-6-16,4 3-2 0,-4-3-17 0,0 0-31 16,0 0-44-16,0 0-79 0,0 0-162 0,0 0-165 15,12-8-479-15,-5 3 212 0</inkml:trace>
  <inkml:trace contextRef="#ctx0" brushRef="#br0" timeOffset="149321.19">9417 14616 95 0,'-4'-2'195'0,"4"2"-5"16,-1-3-17-16,1 3-7 0,0 0-16 0,0 0-2 15,-4-4-15-15,4 4-7 0,0 0-6 0,0 0-8 16,0 0-6-16,0 0-3 0,0 0-9 0,0 0-9 0,0 0-1 0,0 0 4 16,0 0-10-16,0 0-2 0,0 0 2 0,0 0-6 15,0 0-5-15,0 0-10 0,0 0-3 0,12-6-9 16,0 2-2-16,6-1-7 0,13 0-1 0,1 1-11 15,6-1-18-15,1 0-21 0,0 2-25 0,1 3-36 16,-1-3-46-16,0 3-45 0,-6-2-45 0,0 4-157 16,-11-2-398-16,-2 0 177 0</inkml:trace>
  <inkml:trace contextRef="#ctx0" brushRef="#br0" timeOffset="149499.57">9482 14824 31 0,'0'0'146'0,"-3"2"-5"0,3-2 8 15,0 0 1-15,16 3-4 0,-3-3-16 0,16-3-7 16,7 2-16-16,16-3-11 0,3 1-29 0,5-3-46 16,3-1-73-16,1 2-158 0,-4-4-226 0,0 1 100 15</inkml:trace>
  <inkml:trace contextRef="#ctx0" brushRef="#br0" timeOffset="149969.59">10578 14650 26 0,'0'0'186'0,"0"0"-15"16,0 0-11-16,-10-3-14 0,10 3-13 0,0 0-4 15,0 0-11-15,0 0-8 0,0 0-8 0,0 0-17 16,0 0-1-16,0 0-11 0,0 0-10 0,22-5-5 15,-12 4-5-15,8-3-2 0,2 0-13 0,1 1-1 16,9-1 1-16,0-2-7 0,4 2 0 0,-3 1-12 0,5-3-26 0,-1 3-31 16,-2 1-29-16,0-4-37 0,0 4-58 15,-2-3-99-15,-2 2-283 0,-7-3 125 0</inkml:trace>
  <inkml:trace contextRef="#ctx0" brushRef="#br0" timeOffset="150285.94">11352 14304 184 0,'2'-10'285'0,"1"2"-9"0,-1 1-4 0,0 0-10 15,-1 2-15-15,0-1-19 0,-1 2-23 0,3 1-18 16,-3 0-23-16,0 3-28 0,1-4-15 0,-1 4-15 16,3-6-14-16,-3 6-15 0,0 0-6 0,1 13-3 15,-1-6-13-15,0 4-5 0,0 1-4 0,0 5-7 16,-1 0-1-16,1 10-21 0,-3-3-8 0,2 3-17 0,-2-1-15 0,5-1-23 16,-4 1-21-16,1-2-34 0,0 1-23 0,1 1-26 15,0-6-37-15,-2-1-48 0,-1-2-148 16,0-3-414-16,0-3 183 0</inkml:trace>
  <inkml:trace contextRef="#ctx0" brushRef="#br0" timeOffset="150595.03">11115 14863 24 0,'0'0'219'0,"0"0"-4"0,-6 4 5 0,6-4-4 15,0 0-15-15,0 0-17 0,0 0-24 0,0 0-17 16,40-8-12-16,-8 4-15 0,2-1-10 0,7-2-9 16,15 0-12-16,4-3-9 0,1 3-6 0,2-3-9 15,0 4-5-15,-5-2-8 0,-8-1-3 0,-9 6-4 16,-6-4-6-16,-5 4 1 0,-9 0-4 0,-4 1-6 0,-6 0-3 0,0 0-10 15,-3 1-19-15,-1 1-16 0,0-1-16 0,-7 1-2 16,0 0-11-16,0 0-27 0,0 0-39 0,-19 7-34 16,0-2-43-16,-8 1-137 0,1 0-358 0,0 1 159 31</inkml:trace>
  <inkml:trace contextRef="#ctx0" brushRef="#br0" timeOffset="151087.26">11243 15158 191 0,'-5'-3'250'0,"5"3"-24"0,0 0-24 16,0 0-24-16,10-8-16 0,-2 8-19 0,1-1-14 15,1 2-16-15,3 0-12 0,-3 2-13 16,4 1-8-16,3 3-6 0,-5-1-13 0,0 1-21 0,-3 4-9 16,0-2-6-16,-4 3-12 15,-1 0 0-15,-2 5-6 0,0-1 3 16,-6 2-5-16,-3 0 3 0,-3 8-1 0,0 0-3 16,-3-5-1-16,-2-2 3 0,2-1 0 0,2-7 0 15,-1 4-1-15,6-6-3 0,-2 1 3 0,3-5 4 0,1 1 1 16,0-2 1-16,2 0 20 0,-1-2 42 0,-1 2 43 15,4-4 41-15,-1 4 21 0,1-4-21 0,0 0-23 16,10-14-20-16,2 1-7 0,2-2-12 0,7-6-9 0,-1 2-9 16,3-5-4-16,1 1-7 0,0-5-10 0,-1 6-2 15,3 0-12-15,-7 3-1 0,-5 4-9 0,0 2-1 16,-5 5 0-16,0-1-5 0,-1 3 1 0,-3-1-6 16,0 5-11-16,-1-3-20 0,-2 4-19 0,2-2-27 15,-4 3-4-15,0 0 4 0,0 0 4 0,0 14 5 16,-1-4 11-16,-2 2-4 0,1 2 4 0,-1-2 4 0,1 5 4 15,-1 0 3-15,2 0 3 0,-1 2-6 0,5-2-18 16,-3 1-17-16,5-2-19 0,-2-3-24 0,-1-4-33 16,4 1-54-16,1-5-67 0,-1-1-176 0,2-4-472 0,0 0 209 15</inkml:trace>
  <inkml:trace contextRef="#ctx0" brushRef="#br0" timeOffset="151457.07">11693 15062 248 0,'0'-5'338'15,"0"5"-29"-15,0-3-34 0,0 3-31 0,1-5-25 16,-1 5-27-16,0 0-24 0,7-2-16 0,-7 2-18 0,0 0-17 0,11 7-9 16,-6 0-12-16,-1-2-9 0,4 4-9 0,-3-1-8 15,-4 4-8-15,3 0 3 0,-4-2-17 16,-1 6-3-16,-2-1-3 0,-2-2-9 0,0 1-1 0,-3-2-1 15,3-2 2-15,1 0-11 0,-1-1-4 0,0-4 2 16,1 2 2-16,3-2 1 0,-3-2-4 0,4 1 2 16,-1-1 14-1,-2-1 33-15,3-2 22 0,0 0 17 0,0 5 1 16,0-5-10-16,0 0-13 0,26-5-9 0,-8-2-8 16,9 2-7-16,-7-2-13 0,2 1 0 0,10-1-5 15,-2 2 0-15,-2-1-11 0,-2-1-1 0,-7 5-9 16,-1 1-2-16,-4-1 0 0,-3 2-1 0,-3-3-11 15,-1 3 4-15,-2-1-3 0,0-2-1 0,-5 3-11 16,9-1-20-16,-9 1-23 0,5-2-35 0,-5 2-38 0,0 0-34 0,0 0 4 16,1 7-41-16,-1-7-62 0,-8 8-86 0,1-4-192 15,1-2-573-15,6-2 253 0</inkml:trace>
  <inkml:trace contextRef="#ctx0" brushRef="#br0" timeOffset="152878.69">12972 14343 81 0,'1'-3'230'0,"2"-4"-9"15,-3 2-5-15,2 0-13 0,-2-2-8 0,0 3-10 16,-2-1-14-16,2 0-15 0,-4-1-22 0,2 1-12 0,-4 1-18 16,1 1-11-16,-6-2-8 0,-3 3-9 0,0 0-10 15,-6 2-9-15,0 2-6 0,-2 1-5 0,-6 4-5 0,0 3-6 16,1 0-3-16,0 1-3 0,3 1-3 0,-3 5-8 16,11-5-4-16,-7 5-2 0,7-3-1 0,1 1-2 15,3 0-1-15,1 1 0 0,5-2 2 16,2 2-5-16,1-6-2 15,3 2-1-15,3 0 5 0,1-3-2 0,1 3 2 16,7-4 0-16,4-1-1 0,0 0 3 0,4-2-4 16,1-2 4-16,1-3-2 0,-1-6 1 0,5-1 2 15,1-2-2-15,-4-2 0 0,3-2 15 0,-4-2 3 16,-5 3 10-16,4-8 13 0,-4-2 3 0,0-3 1 16,-3-1-4-16,-1-4 2 0,0-4-6 0,-4-12-2 15,2-5-5-15,-2 1-4 0,-1-4-4 0,-3 0-3 0,-1-1-5 0,-3 1 4 16,2 3 7-16,-3 17 3 0,0 3 6 0,-3 2 2 15,2 3 3-15,-2 8 7 0,3 2 2 0,-1 7-9 16,1-1-2-16,-1 3-19 0,-3-1-12 0,4 6-32 16,0 2-2-16,0 0-1 0,0 0-2 0,-4 19 5 15,0 1-2-15,2 11 3 0,-5 17 2 0,2 2 0 16,4 1 2-16,-4 3 1 16,5 0 3-16,0-1-1 0,0 0-1 0,5-7 2 15,-3-1-2-15,1-12 1 0,-2-2 3 16,3-1 3-16,0-2-3 0,1-11 4 0,-2 2 0 0,-2-9 6 15,3 5-4-15,-2-4 0 0,1-1-2 0,-3-4 3 16,1 1 11-16,-1-3-8 0,0-1 1 0,0 2 2 16,3-1 6-16,-3-4 2 0,0 5-7 0,0-5 2 15,1 2-1-15,-1-2 2 0,0 0 2 0,0 0-14 0,0 0-17 16,0 5-22-16,0-5-26 0,0 0-33 0,0 0-63 16,0 0-72-16,0 0-280 0,0 0-559 0,-5-12 248 15</inkml:trace>
  <inkml:trace contextRef="#ctx0" brushRef="#br0" timeOffset="153509.01">13139 14146 87 0,'0'-5'250'0,"0"1"-23"0,2 1-23 16,-1-1-22-16,-1 4-23 0,0 0-10 0,1-3-26 15,-1 3-12-15,0 0-13 0,0 0-6 0,8 9-15 16,-3-4-4-16,0 3-8 15,0 1-9-15,2 1-13 0,-1 0-7 0,-1 0-6 16,4 2-7-16,-3-3-12 0,2 0-7 0,0-1-3 16,-2 1 1-16,-1-4 2 0,-1 2-5 0,0-3 2 15,0-1 6-15,0 0-1 0,0-2 2 0,-4-1 10 16,10-1 0-16,-5-2 3 0,0-1 4 0,0-5 2 16,2 3 8-16,0-5 4 0,-2 1-2 0,2-4 2 15,-1-3-2-15,1 2 5 0,-1 6 2 0,0-3 7 0,-2 2 2 16,0 5 1-16,-2-2 3 0,0 2-10 0,0 2-4 15,1-3-12-15,-2 3-2 0,3 0-22 0,-4 3-8 16,0 0 1-16,0 0-4 0,0 0 1 0,6 14-2 0,-4-3-1 16,-2 6 2-16,2 2 4 0,1 7 1 15,-1 3-6-15,-2 3 2 0,-4-1 0 0,3 1 0 16,-1-1 2-16,0 4-3 16,2-2 4-16,-4-1-2 0,2-4 1 0,0 2 1 15,0 1 1-15,-2 0-1 0,2-4 1 0,-2-1-1 16,0-6 1-16,0-1-1 0,0-2 0 0,-2 0 0 15,0-2 1-15,2-3 2 0,-1 0 4 0,-1-3-5 16,3 0 0-16,-3-2 2 0,2-2 5 0,-2-1-4 16,3 0 12-16,-4-1 9 0,3-2 24 0,-1 0 20 15,5-1 21-15,0 0 16 0,-14-5 0 0,10 1 4 0,3-3 11 0,-3-4-15 16,4-1-11-16,3-7-14 0,2-12-11 0,5 0-5 16,3 0-10-16,1-2-7 0,11-7-1 0,-3 8 7 15,8-7-20-15,-8 11-3 0,10-6-5 0,-7 6 3 16,-1 4-6-16,4-1-5 0,-2 4-2 0,-2 2-1 15,-1 2 2-15,-9 3-5 0,1 2 1 0,-2 2 1 16,-4 2 4-16,-4 2-11 0,4 2-3 0,-4-1 3 0,-1 2-4 16,0 0-12-16,0 1-21 0,-3 1-38 0,-1 1-44 15,0 0-10-15,0 0 9 0,0 0-13 0,0 0-26 16,-9 18-41-16,0-8-51 0,-1 1-57 0,-3 2-209 0,0-3-550 16,-3 2 243-16</inkml:trace>
  <inkml:trace contextRef="#ctx0" brushRef="#br0" timeOffset="153932.26">12618 14953 36 0,'-9'0'162'0,"9"0"-11"0,-6-1-13 0,6 1-14 16,0 0-12-16,-8 0-13 16,8 0-4-16,0 0-5 0,0 0 3 0,0 0-5 15,0 0 1-15,0 0 0 0,0 0-2 0,0 0-2 16,0 0 2-16,0 0 2 0,0 0 1 0,0 0 4 15,0 0-3-15,0 0-5 0,0 0-7 0,0 0-9 16,26-7 0-16,3 3 3 0,5-4 4 0,21-1 2 16,11 0-15-16,33-5 13 0,6 0-4 0,-1 0 7 15,4 3 3-15,0-1-5 0,-4 1 6 0,-7 1-9 0,-6 0-5 16,-32 3-7-16,-2-2-2 0,-3 3-8 0,-17 2-5 0,-5 1-6 16,-10 0-2-16,0 2-4 0,-10-2 0 0,0 0-10 15,-2 3-6-15,-2 0-23 0,-1 0-19 16,-3-1-32-16,-4 1-48 0,0 0-48 0,-21 1-54 15,0-1-68-15,-12 6-200 0,-2-2-509 0,3 1 226 16</inkml:trace>
  <inkml:trace contextRef="#ctx0" brushRef="#br0" timeOffset="155150.59">13134 15436 33 0,'-6'-7'172'0,"2"3"-23"0,-2 0-13 15,-2-2-16-15,-2 0-10 0,-2 4-14 0,-1-2-14 16,-6 1-3-16,-1 3-9 0,2 0-6 0,-4 2-5 15,2 3-14-15,2-3-5 0,-5 8-5 0,3-3-4 0,-2 5-2 16,-2 1-5-16,6-2 1 0,1 2-10 0,3 2-7 16,1-3 11-16,-1 5-12 0,5 0 7 0,0-1-9 0,1 1-3 15,2 0 10-15,5 0-7 0,1-2 6 16,1 0 9-16,4-1 5 0,0 1 4 0,3-6 2 16,1 0 7-16,5-1-2 0,3 2 5 0,2-8-4 15,-2 1 12-15,3-6 7 0,0 1 16 0,3-4 17 0,-5-3 10 0,1 0 8 16,2-6 9-16,-1-2 5 0,1-3 0 0,-6-1-2 15,4-1-8-15,-5-4-11 0,-1-1-9 0,0-6-11 16,3-12-6-16,-5 10-12 0,3-9-9 0,-4 0-2 16,-4 7-6-16,2-9-6 0,-2 12 0 0,-2 5 7 15,-3 0 0-15,2 8 15 0,-3 4 12 0,1 5-10 16,1-1-8 0,-2 5-6-16,2 0-10 0,-2 3-9 0,0 0-27 15,0 1-36-15,0 4-11 0,0 0 3 0,0 0 5 0,-8 12 2 16,7-2 5-16,-4 6 2 0,0 10 4 15,0-1 3-15,1 4 0 0,0 0 2 16,0 3 2-16,3 2 2 0,1 1 3 0,0-3-2 16,4 2 3-16,1 0 2 0,-2-3 3 0,3-2-8 0,2-1-14 15,-2-5-1-15,1-6 0 0,0-2 3 0,-2-4 2 0,3-3 6 0,-3 0 8 16,3-4 9-16,-2-3-2 0,4-1 11 0,3-1 9 16,-4-3 7-16,5-1 2 0,-2-6 1 0,2 0 9 0,-4-4-1 15,2-2 3-15,3-5-4 0,-4-2-2 0,1-1-5 16,1-1 0-16,-1-5-6 0,-3 3-1 0,0-3-1 15,0 0-4-15,0 2 3 0,-3 2 13 16,-2 1 11-16,3 9 14 16,-5 4 4-16,3 2 2 0,-5 0 6 15,3 5-6-15,-2 0-14 0,0 0-3 0,2 1-30 0,-3 5-26 16,1-3-23-16,-1 3 1 0,0 0 2 0,0 0 3 16,-5 17-1-16,1-3 0 0,-2 7 7 0,1 2-1 15,-3 6 3-15,0 1 5 0,1 3 1 0,-1 3 0 16,3-4 0-16,-5 0-2 0,4 0 14 15,4-1-12-15,0-4 3 0,2 2 1 0,0-5 4 0,0-6-3 0,1-1 4 16,-1-5 1-16,0-2-2 0,1-1 6 0,-1-1 0 16,2-1 5-16,-2-3-3 0,0 3 9 0,3-4 6 15,-6 1 5-15,3-4 2 0,6 3-2 0,-6-3 2 16,10 0-8-16,-10 0-8 0,19-7-18 0,-6 2-22 16,-3-1-22-16,4-3-52 0,2-3-61 0,0-1-72 15,5-5-81-15,-2-3-206 16,-1-1-567-16,-3-3 251 0</inkml:trace>
  <inkml:trace contextRef="#ctx0" brushRef="#br0" timeOffset="155297.69">13307 15348 59 0,'0'0'256'0,"0"0"-25"0,0 0-21 0,22-7-23 0,4-1-19 16,10 2-29-16,18-2-41 0,1-3-71 15,5 1-79-15,5-4-169 0,23-7-239 0,-24 8 106 16</inkml:trace>
  <inkml:trace contextRef="#ctx0" brushRef="#br0" timeOffset="155723.84">14441 14731 139 0,'-3'1'229'15,"3"-1"-6"-15,0 0-6 16,0 0 1-16,0 0-11 0,0 0-17 0,0 0-20 15,0 0-18-15,0 0-11 0,20-9-17 0,1 6-11 16,5-2-14-16,9-2-11 0,-1 3-7 0,17-4-11 0,3 1-18 0,-4-3-22 0,5 2-30 16,-18 1-35-16,-2 2-51 0,-3-3-48 0,-2 4-47 15,-11-2-171-15,-1 1-380 0,-5 2 168 0</inkml:trace>
  <inkml:trace contextRef="#ctx0" brushRef="#br0" timeOffset="155914.72">14601 14561 275 0,'-1'-4'331'0,"-2"0"-1"0,2 2-3 15,0-3-22-15,1 5-24 0,-3-5-31 0,3 5-32 0,-1-5-30 0,1 5-24 16,0 0-21-16,0 0-18 0,0 17-14 16,1-1-14-16,1 9-10 0,-4 4-5 0,5 5-9 15,-3 13-7-15,1 0-3 0,2 2-57 0,-3-1-45 0,1-2-74 16,0 1-62-16,2-12-84 0,-6-6-231 0,3-3-530 15,2-8 235-15</inkml:trace>
  <inkml:trace contextRef="#ctx0" brushRef="#br0" timeOffset="156538.44">15694 14209 111 0,'1'-17'288'0,"-1"-1"-12"16,1 1-6-16,1 5 1 0,-2 1-11 0,1 0-10 0,0 6-28 15,1-2-18-15,-2 1-28 0,1 2-22 16,0-1-24-16,-1 2-27 0,0 3-16 0,0 0-12 16,0 0-9-16,6 20-4 0,-3 1-11 0,2 6-8 0,-2 3 0 0,-1 3-7 15,1 1-7-15,-2 3-1 0,2 10-1 0,-1-15 2 16,1 1-7-16,-1-4-4 0,3-2-2 0,-5 0 1 16,2-8-2-16,0-2 4 0,-2-3-20 0,1 0-13 15,-1-1-33-15,0-5-24 0,2 1-21 0,-2-3-30 16,-2 0-13-16,2-2-19 0,-1-2-65 0,1-2-206 15,-10 0-458-15,10 0 203 0</inkml:trace>
  <inkml:trace contextRef="#ctx0" brushRef="#br0" timeOffset="156825.51">15424 14783 64 0,'-2'3'249'0,"2"-3"5"0,-7 4 4 16,7-4-19-16,0 0-20 0,0 0-21 0,23-4-22 15,8-2-17-15,19-1-18 0,6-4-12 0,8 0-14 16,1-3-12-16,27-3-8 0,-28 8-14 0,27-9-6 0,-30 8-4 16,-3-2-9-16,-7 0-11 0,-17 5 0 0,-4 2-7 0,-11 0-3 15,-6 1-8-15,-1 2-19 0,-3 0-16 0,-4 1-18 16,-1-2-26-16,-4 3-23 0,0 0-36 0,0 0-22 15,-36 3-31-15,10 2-28 0,-4 0-27 0,-3 2-120 16,6-2-361-16,4 2 160 0</inkml:trace>
  <inkml:trace contextRef="#ctx0" brushRef="#br0" timeOffset="157270.44">15746 14953 138 0,'0'0'298'0,"0"0"-34"16,0 0-34-16,0 0-18 0,0 0-26 0,0 0-19 16,23 0-20-16,-14 4-13 0,0 1-13 0,1 1-17 15,3 2-9-15,-5 4-14 16,-2 3-15-16,3 1-9 0,-8-1-8 0,3 3-5 0,-5 1-8 15,-2 0-5-15,-3 0-5 0,-4 4-1 0,-1-7-2 0,1 4-4 0,0-6 0 0,2 1-5 16,1-4-1-16,-1 0 1 0,2-4 0 16,3 0-3-16,-2-3 7 0,2 1 15 0,1-2 34 15,-1 0 48-15,1-1 27 0,2-2 9 0,0 0-11 0,0 0-19 16,10-10-23-16,0 2-3 0,4-4-8 0,4 0-11 16,1-6-8-16,3 0-2 0,0-2-14 0,1 0 1 15,1-3-2 1,0 2-14-16,-3 2 4 0,-1-1-6 0,-7 5 10 15,1 4-6-15,-9 2 6 0,0 4 0 0,-1 0-17 16,0 1 2-16,2 0-19 0,-2 1-25 0,-4 3-27 16,4-2 8-16,-4 2 2 0,0 0-4 0,-4 17 9 15,4-6 0-15,-1-1 2 0,-2 5 5 0,3 3-2 16,3-1 3-16,2 1 3 0,3 1-4 0,7 3-25 16,6-5-30-16,5 3-52 0,6-5-90 0,18-1-133 0,2-9-201 0,1-5-595 15,-1-5 264-15</inkml:trace>
  <inkml:trace contextRef="#ctx0" brushRef="#br0" timeOffset="158504.97">17640 14350 28 0,'1'-7'209'0,"-1"1"-19"0,0 2-18 0,-1-1-15 15,-2 0-18-15,-2 0-16 0,0 1-12 0,-5-1-11 16,0 3-14-16,-4 2-8 0,-7 0-7 0,1 0-10 16,-2 2 12-16,0 2-24 0,-6 1-3 0,-2 2-8 15,1 2-6-15,3 2-4 0,0-1 13 0,2 3-19 16,2 3-4-16,4-4-1 0,5 0 0 0,-2 2-2 15,5 0-3-15,2-1-3 16,3-3-1-16,3 2-2 0,0 0 7 0,5 0-2 16,3-3 1-16,2 1 2 0,5-1-5 0,4-2 6 15,2-1-5-15,5-3 2 0,4-3 1 16,0-3-4-16,1-3 3 0,-1-2-3 0,0-2 7 16,-3-5 12-16,-9 3 8 0,7-4 4 0,-1-2 13 0,-4-4 0 15,0 0 6-15,-4-1 2 0,-1-5-5 0,-2 0-1 16,-3-5-6-16,-1-1 1 0,5-13-1 0,-4-1-1 0,-4 0-3 15,-1-2-1-15,4 4 1 0,-5 1-1 0,0 9 6 16,-1 0 3-16,-4 4 9 0,1 4 11 0,2 4-2 0,-3 6 7 16,2 1-7-16,2 5-3 0,-2 5-12 15,1 1-6-15,0-3-7 0,1 4-7 0,-1 1-19 16,0-1-25-16,0 5-18 0,0 0 1 0,0 0 1 16,0 0 2-16,-7 18-1 0,5 2 6 0,-3 9-3 0,-1 0 4 0,-1 17 1 15,2-9 2-15,-4 11 1 0,3 1-2 0,1 1 5 16,0-14 0-16,1 8-2 0,-1-9 2 0,1-2 5 15,1-1-2-15,0-1-1 0,0-2 0 0,2 0 3 16,-1-4 1-16,1-7-2 0,0 2-1 0,0-5 1 16,1 1 2-16,-2-4-2 0,2-2 1 0,-1 0 2 15,1 1 3-15,-1-1-2 16,1-3-3-16,-3 1 3 0,3-3 5 0,0 0-7 16,0 2 3-16,-1-3-1 0,1-1 1 0,0-3 1 15,-4 7-2-15,4-4 0 0,0-3 1 0,0 6-2 16,0-6 3-16,-1 3 1 0,1-3-1 0,0 0-1 15,0 5 0-15,0-5 7 0,0 0-4 0,0 0-1 16,1 3 3-16,-1-3 16 0,0 0 12 0,0 0 12 16,0 0 23-16,3 4 6 0,-3-4 1 0,0 0 4 0,0 0-9 15,15-9-8-15,5 4-6 0,10-5-8 0,6 0-23 16,12-6-54-16,7 1-63 0,-1 0-92 0,1-1-112 16,0 2-269-16,-17 3-612 0,-1 1 271 0</inkml:trace>
  <inkml:trace contextRef="#ctx0" brushRef="#br0" timeOffset="158974.73">17021 14929 1 0,'0'0'188'16,"0"0"-21"-16,0 0-16 0,0 0-11 0,-6 1-13 15,6-1-6-15,0 0-5 0,0 0-1 0,0 0 1 16,0 0 4-16,-5 3 0 0,5-3-1 0,0 0-6 16,0 0-6-16,15-7-10 0,-3 4-8 0,8-2-9 15,10-2-8-15,9 0-7 16,19-5 3-16,8 0 2 0,34-1 3 0,-3-6 3 16,-1 7 2-16,0 1 3 0,-3 0-8 0,-29 1-1 15,-1 3-10-15,-5 3-4 0,-3 1-3 0,-19 0-7 16,1 2-5-16,-6-2-5 0,-10 0-4 0,-3 3 0 15,-5-1-6-15,-2 1-2 0,-3-1-10 0,-1 1-11 16,-1-2-22-16,-6 2-11 0,0 0-34 0,0 0-36 16,0 0-45-16,-27 0-60 0,8 3-67 0,-9-3-138 0,6 1-440 15,-1-1 196-15</inkml:trace>
  <inkml:trace contextRef="#ctx0" brushRef="#br0" timeOffset="160124.49">17553 15584 70 0,'0'-4'149'16,"-4"1"-22"-16,-1 0-13 0,0 0-14 0,-4-1-4 15,0 2-9-15,-4-4-6 0,-1 6-19 0,-2-2 0 16,-5 2-2-16,1 0-6 0,1 1-2 0,-11 3-3 16,2-1-2-16,0 3-6 0,1 2-3 0,0 1-3 0,2 1-5 0,6 0-6 15,-1-2-3-15,4 5 2 0,-1 0-4 0,3-1-2 16,3 3-2-16,-1-3 1 0,6 2 6 0,-2-2-10 16,4 0-6-16,4-2 2 0,0 2 13 0,4-2 6 15,5 1 4-15,1 0-3 0,6-2 0 0,0-1 3 16,5-4-6-16,-2 1-3 0,8-2-3 0,-6-5 5 15,2 1-2 1,-2-4 12-16,-1-1 15 0,-1-4 24 0,-2 0 8 0,1-3 11 16,-3-1 4-16,2-8-4 0,-4 1 0 15,1-8-5-15,-5 3-5 0,2-5-9 0,-2 1-3 16,3-16-9-16,-5 10-6 0,2-10-4 0,-2-1-4 16,-1 11-6-16,-1-10-3 0,-4 12 10 15,3 0-6-15,-1 3 6 0,-2 3 10 0,-1 5 8 0,0 3-2 0,0 8-4 16,0 1-1-16,-1 1-5 0,1 3-11 0,0 1-10 0,0 2-33 15,0 4-12-15,0 0-5 0,0 0 0 0,-10 11 4 16,4-1 2-16,-1 10-4 0,-3 6 6 0,1 6-1 16,2 0 2-1,-5 12 1-15,4 3 5 0,3 1-4 0,1-11 3 16,1 9-3-16,2-11 8 0,1 2-6 0,1-2 1 16,4-4 2-16,3-1 11 0,0-4-21 0,3 0 2 15,-1-9 2-15,3-3 2 0,-3 1 0 0,3-6 0 16,5 1 5-16,0-6-1 0,0-1 1 0,1-6-1 0,-2-1 5 15,3-3 5-15,4-8-5 0,-7 3-4 16,5-5 3-16,-2-4 0 0,-2 0-4 0,1-3 4 16,0-1-2-16,-6-2-2 0,5-2 4 0,-5-4-2 15,0 0 5-15,1-2-2 0,-4 0 0 0,-4 1 1 16,3 2 17-16,-4 2 8 0,-1 4 12 0,-3 6 15 0,2 3 10 0,-2 4 0 16,-1 1 7-16,2 3-10 0,-2 2-1 0,0 2-5 15,0-2-15-15,0 3-16 0,0 4-10 0,1-6-27 16,-1 6-5-16,0 0 1 0,0 0 2 0,-9 17-1 15,4-2 2-15,-2 2-1 0,0 9 4 0,-1 0 1 16,2 6 0-16,-3 2-1 0,1 2-1 0,-1-2 1 16,5 0 1-16,-3 0 5 0,-1 1-3 0,2-3-4 0,-1 0 7 15,3-3-4-15,2-2 5 0,-2-3-8 0,1-4 7 16,2-3-2-16,1-1 3 0,-4-6-2 0,3 1-6 0,1-3 10 16,-1-3 0-16,1 1 4 0,-3 0 1 0,3-3 1 15,3 0 7-15,-3 1 4 0,0-4 4 16,0 3 0-16,0-3 6 0,0 0 3 0,-3 7 5 15,3-7-6-15,0 0 0 16,0 0-7-16,5 1-2 0,-5-1-3 0,12-3 4 16,-12 3-19-16,13-4-25 0,-2 1-25 0,-1-2-29 15,6-1-43-15,-1-2-52 0,3 0-55 0,-2-3-63 16,1-1-262-16,2-7-596 0,-1 2 264 0</inkml:trace>
  <inkml:trace contextRef="#ctx0" brushRef="#br0" timeOffset="160278.1">17692 15550 191 0,'-4'0'275'0,"1"2"-2"0,3-2-22 0,0 0-22 16,0 0-25-1,0 0-21-15,44-9-17 0,-8 3-41 0,19-2-62 16,8 0-76-16,30-3-104 0,-29 0-188 0,0-4-331 15,-7 0 146-15</inkml:trace>
  <inkml:trace contextRef="#ctx0" brushRef="#br0" timeOffset="161797.76">19290 14294 137 0,'-4'-5'150'15,"0"0"-21"-15,-4 0-5 0,-2 1-18 0,-4 2-11 16,-3-1-3-16,-4 3-19 0,-6 0-5 0,-1 3-7 15,-3 1-7-15,2 3-5 0,-5 0 3 16,5 2-1-16,-2 2 0 0,2-1-4 0,1 3-5 16,1 3-4-16,3-4 5 15,7 0-9-15,2 2-2 0,2 0-1 0,0-2-4 16,3 1-3-16,5-3-2 0,1 3-7 0,2-2 2 16,4-1 10-16,-1-1-9 0,8 3 2 0,4-4-7 15,4 1 3-15,3-2 2 0,10 0 2 0,-2-4-1 16,1 0 7-16,-1-6 6 0,0 0 17 0,0-4 5 15,-2-1 9-15,-7-3 5 0,7-3 4 0,-5-5 4 16,-5 6 0-16,0-10 2 0,0 0-4 0,-2 0-1 0,-3-7-1 0,0 2-6 16,-1-5 0-16,-1-3-3 0,0-10-8 0,-3 3-4 15,0-4-1-15,-2 11-3 0,-4 0-2 0,1-12 1 16,-1 12-1-16,-1 6-2 0,-1-3 7 0,0 5 3 16,1 10-5-16,-3 1-8 0,3 5 1 0,-1 3-13 15,0 0-5-15,2 3-6 0,-2 1-20 0,-1 2-14 16,3 3-2-16,-4 12 4 15,0 0 1-15,0 8-3 0,-6 9 4 16,5 5-1-16,-4 12 0 0,1 2 3 0,1 3 2 0,2 0 0 16,2-15 1-16,3 0 1 0,2-3 0 0,1 2 2 15,2-4 1-15,-1-3 5 0,0-3-2 0,1 0 1 16,-1-8 0-16,-1 0-1 0,-1-5 1 0,2-1 1 16,-3-2-1-16,2-1 6 0,-1-4-3 15,-2 3-12-15,2-3 1 0,0 1-2 0,-2-2 1 0,0 1-6 0,0-4-7 0,1 4-9 16,-1-4-37-16,0 0-61 0,0 0-52 15,0 0-55-15,-11-8-199 0,7 3-472 0,0-2 209 16</inkml:trace>
  <inkml:trace contextRef="#ctx0" brushRef="#br0" timeOffset="162399.31">19409 14079 146 0,'1'-4'230'15,"0"1"-28"-15,-1 3-20 0,0 0-22 0,1-5-19 16,-1 5-16-16,0 0-12 0,0 0-13 0,9 8-7 16,-4 0-13-16,1-2-8 15,1 5-21-15,-1-3-13 0,2 3-14 0,-1-1-18 16,0 1-10-16,3-1-17 0,-2-1-9 0,0 0 0 16,-2-2-10-16,-2-2 10 0,2 0 8 0,1-1-5 15,-2-1 7-15,0-3-2 0,-5 0 8 16,14-5-7-16,-5-2 14 0,-5 0 14 0,1-4 6 0,4 0 11 15,-3-3 16-15,2-3 7 0,-2 2 9 0,0-4 5 16,1 1 3-16,-2 2 5 0,0 1 8 0,-2 3 0 0,1 0 4 16,-2 6-2-16,1-4-7 0,1 3-9 0,-3 1-8 15,1 1-9-15,0 1-17 0,0 2-21 0,-2 2-2 0,0 0-3 16,0 0 3-16,0 11-3 0,0 1-2 16,0 5 1-16,-4 9-3 0,1 3 1 0,-1 5-2 15,0 1 3-15,-2 12-1 0,-1 2-2 0,5-3 0 16,-2 1 6-16,-2-14 0 15,4-1 4-15,-2 5-4 0,1-7 0 0,1 3 0 16,0-1 2-16,-2-1-1 0,1-3 1 0,-1-2-5 16,1-8 4-16,-2 1 0 0,1-2-3 0,-4-5 2 15,7-3 0-15,-6-1 0 0,2 1 5 0,-1-5-2 16,1-1 2-16,-3-2 4 0,-1-1 6 0,-1-3 9 16,1 0 13-16,0-6 4 0,-4 2 9 0,2-4 14 15,0-5 7-15,5-1-4 0,-1-7-6 0,3-2-3 0,6-1-12 0,5-3-3 16,5-5-6-16,10-8 0 0,2-3-12 0,6 3-9 15,2 1 1-15,1 2-3 0,4 0-3 0,-3 6 0 16,-7 9-6-16,0 1-2 0,3 2-3 0,-1 1 0 16,2 6 2-16,-2-1 3 0,-1 4-4 15,0 1-1-15,-10 2 3 0,-4 3-5 0,-1 2 4 0,-4 0-7 16,-4 1-4-16,3 0-30 0,-1 3-22 0,-7 0-4 0,7 1-9 16,-7-1-13-16,-3 9-16 0,-1-4-24 0,-3 7-35 15,-6-1-44-15,-5 3-225 0,1 0-462 0,-4 1 204 16</inkml:trace>
  <inkml:trace contextRef="#ctx0" brushRef="#br0" timeOffset="162815.84">18882 14807 67 0,'-5'1'126'0,"5"-1"-7"0,0 0-5 15,-5 1-8-15,5-1-2 0,0 0 14 0,0 0 19 16,0 0 2-16,0 0 0 0,0 0-20 15,0 0-16-15,24-6-6 0,4 0-8 0,7 0-8 16,4-2-10-16,21-4-2 0,28-5 4 0,-24 8-2 0,32-6 6 16,1 0 7-16,-1 3 5 0,-1-5 2 15,-1 7 4-15,-3-2-3 0,-30 3-8 0,3 1-10 16,-6 3-4-16,-8 0-6 0,-16 2-8 0,-1-1-1 16,-4-1-11-16,-8 3-1 0,-7 0-6 0,-4 0-2 15,2 1-5-15,-7 1-3 0,3-2-11 0,-2 2-28 0,-6 0-18 0,0 0-25 16,0 0-42-16,0 0-48 0,-23 3-63 0,5 1-219 15,-1-1-462-15,-3 1 205 0</inkml:trace>
  <inkml:trace contextRef="#ctx0" brushRef="#br0" timeOffset="163818.18">19403 15232 79 0,'-18'-4'125'0,"1"0"-12"0,-4 4-8 16,-7-1-10-16,1 2-2 0,-1 1-13 0,-3 1-5 16,1 4-7-16,0-3 2 0,2 1-4 0,0 3-7 15,8-2-11-15,-1 4-4 0,3-3-4 16,1 1-7-16,1 2 0 0,2 1-12 0,5-2 1 0,1 2 13 0,0-3-13 0,4 2-2 16,1 1 8-16,3 0 18 0,3-1 6 0,2 1 6 15,4-2-12-15,4 1 2 0,3 0 0 0,2-3 0 16,5-3-2-16,4 0 0 0,-4-2 2 0,-4-4 8 15,3 1-1 1,-2-4 18-16,-1-4 9 0,1 1 13 0,-3-1 4 16,-4-3 3-16,0-5-4 0,5-4 3 0,-3-1-8 15,-3 1-4-15,-2-5 0 0,1 1-12 0,-3-3-6 0,0-3-7 16,-2 0-6-16,0-1-5 0,0-3-5 0,-3 0-7 16,0 2 4-16,-2 1 13 0,2 6 4 15,-1 0-2-15,0 11 3 0,-1 4 8 0,-1 1-18 16,0 1-21-16,-1 3-4 0,2 2-28 0,-1 1-25 15,0 3-6-15,0 0 2 0,-8 12 6 0,4 1 1 16,-2 4 5-16,-1 9-4 0,-1 1 4 0,0 2 3 0,4 0 1 16,-6 1 2-16,5 0 1 0,0-1 1 15,2 3 0-15,6-3 4 0,-3-3 0 0,1-1-17 0,4-7 0 0,5 7-1 16,-2-7 3-16,6 5 3 0,-2-12 2 0,2 1 2 16,4-3 4-16,-2-5 1 0,3-4 2 0,0-2 3 15,2 0-1-15,-1-6 3 0,7 0-1 0,-10-4 2 16,1-1 0-16,0 1 9 0,2-5 3 0,-3-4-5 15,1 2 4-15,-4-4-2 0,-3-2 0 0,2-4-4 16,0 0-1-16,-2-3-2 0,-1-1 6 0,2-1 12 0,-7 1 9 0,4 4 12 16,-3 3 23-16,-2 8-1 0,-1 0 13 15,-2 7 6-15,0-2-6 0,2 6-14 0,-2 0-9 16,-1 0-18-16,3 4-11 0,-3 2-35 0,0 1-8 0,0 0 2 16,0 0 2-16,0 0-3 0,-8 21 9 0,4-4-3 15,-1 0-3-15,-4 9 5 0,4 3-3 0,-4 0 2 16,0 3 1-1,0-3 2-15,0-1-2 0,4 4 10 0,-1-6-6 16,1 2-3-16,-2-2 2 0,5-7-2 0,-1 0 3 16,1-1 4-16,0-7 0 0,1 1-5 0,1-2 8 15,0 0 0-15,0-2 3 0,0 1-1 0,-1-4 1 16,1-2 5-16,0 1 1 0,0-4 5 0,1 6-1 16,-1-4-3-16,0-2 11 0,0 5-6 0,0-5 7 15,1 4-1-15,-1-4-4 0,0 0 1 0,0 0-2 0,0 0 1 0,0 0-4 16,19-7-19-16,-10 3-22 0,0 1-21 0,4-4-30 15,0 1-44-15,3-1-49 0,1-1-50 0,5-2-63 16,-4 1-235-16,-3-4-562 0,0 0 250 0</inkml:trace>
  <inkml:trace contextRef="#ctx0" brushRef="#br0" timeOffset="163987.43">19522 15129 211 0,'-4'0'248'0,"4"0"-18"0,0 0-25 0,0 0-20 15,0 0-23-15,25-5-13 0,3 2-13 0,5-1-32 0,4 0-47 0,19-4-52 16,2 0-64-16,0 1-67 0,-5-4-126 0,-2-2-272 16,-14 4 121-16</inkml:trace>
  <inkml:trace contextRef="#ctx0" brushRef="#br0" timeOffset="164319.34">20364 14022 50 0,'0'-1'240'16,"0"1"-28"-16,4-3-26 0,-4 3-21 0,12 11-19 0,-1 7-18 15,3 8 9-15,7 20-11 0,-1 5-7 0,4 31-7 16,-3 0-3-16,-2 7-4 0,-5 6-7 0,-1 7-1 16,-6-2-3-16,-3-3-22 0,-6-6-11 15,-5-8-6-15,-7-1-9 0,1-26 0 0,-6 2-7 0,-1-2-2 0,-11 19-4 16,7-27-3-16,-7-2-2 0,-3-3 0 0,-10 1 4 15,2-3-8-15,-29 13-20 0,-5-8-50 0,16-20-55 16,-27 8-70-16,-3-10-220 0,27-10-422 0,-28-3 187 16</inkml:trace>
  <inkml:trace contextRef="#ctx0" brushRef="#br0" timeOffset="164788.97">18690 14230 241 0,'2'-5'240'0,"-1"1"-26"0,1 0-27 16,0 3-23-16,-2 1-17 0,0 0-18 0,2 8-18 16,-2 4-10-16,-2 7-8 0,-3 15-5 0,-4 15-7 15,-3 3-1-15,-2 33-7 0,-4 8-2 0,5-6-6 16,3-2-6-16,3 0-1 0,9-28-7 0,6 2-4 16,3-2-7-16,7-1-1 0,5-6 0 0,5-1-22 15,4-1 1-15,3-6-8 0,8-1-6 0,3-5-21 0,7-2-63 0,30 0-90 16,-25-13-197-16,-1-9-397 0,1-4 175 0</inkml:trace>
  <inkml:trace contextRef="#ctx0" brushRef="#br0" timeOffset="166339">22277 14205 11 0,'-6'-5'146'0,"-4"-4"-3"0,1 2-20 16,-2 3-18-16,-8 0-8 0,0 1-7 0,-8 1-14 15,-1 4-6-15,-3 0-7 0,3 1-6 0,1 4-1 16,-1 3 2-16,-1-3-8 0,5 5-2 0,-4-1-12 15,2 4 4-15,4 0-9 0,3-1-5 0,0 1-2 0,1 3 2 0,2-4 1 16,5 3-6-16,1 0 1 0,2 1-9 0,3-1 0 0,5-1-3 16,0 1 3-16,2-6 1 0,1 1 10 0,5-1 6 15,2-1 6-15,1 1 3 0,1-5 1 0,6-1-1 16,-4-2 3-16,4-3 3 0,1-2 2 0,-2-3 5 0,1-1 13 16,1-5 5-16,2-3 4 0,-5 1 4 15,-2-3-1 1,5-4 7-16,0-4-2 0,-2 0-4 0,-3-2-6 15,0-1-3-15,0-4-5 0,0-1-6 0,-1-15-5 16,1 2-4-16,0 1-6 0,-8 8-3 0,5-10-2 16,-6 11-6-16,0-12-3 0,-4 15 1 0,-1-1 5 15,0 3 5-15,2 4-6 0,-4 7 0 0,1 2-2 16,1 4-1-16,-1 2-3 0,-1 3-5 0,1-1-10 16,0 4-3-16,1 2-22 0,-1-1-5 0,1 4 2 0,0 0-3 15,-13 12 1-15,3 5 3 0,1 7 3 0,0 7 2 0,-4 13-2 16,0 2 1-16,4 0 0 0,0 3 0 0,0-1 3 15,4-1 0-15,3-12 2 0,2-1-2 0,2 0 6 16,3-3 2-16,-2 0-8 0,-1-2 3 16,10-6 3-16,-6-5-2 0,-2-2 3 0,5-3 2 15,-1-3 1-15,-1-2 3 0,1-1 0 0,-1-2 11 0,-1-3 13 0,1-2 9 16,4-1 13-16,0-2-13 0,-1-5 3 0,5-4-5 16,-2 0-3-16,0-3 0 0,0-2-5 0,2-2-4 15,2-3 1-15,-3-4-6 0,0-3 0 0,0 0-3 16,-1-6 5-16,6-10-13 0,-6 12 0 0,4-17 8 15,-2 7-7-15,0-3-1 0,-4 12 11 0,0 2 5 16,-2 3 20-16,-1 4 9 16,-4 7-14-16,1 1 19 0,-2 5 5 0,0 2 3 15,-1-2-5-15,0 7 1 0,0-3-7 0,-2 2-1 16,2 3-21-16,0-1-15 0,-2 0-11 0,0 4-52 16,0 0 3-16,0 0 5 0,0 0 2 0,-4 17-3 15,-1-5 4-15,-5 13 6 0,2 6 3 0,1-1-2 16,-1 4 1-16,-5 12 9 0,4-1-5 0,3-11 2 15,-4 10 2-15,3-9 3 0,3 0 2 0,-1-1 0 0,0-2 5 16,3-3 2-16,-3 2-7 0,2-5 3 0,0-6 1 16,2-2 5-16,1 0-2 0,0-3-2 0,0-1 8 0,0-3-4 15,0-2 5-15,0-3-3 0,1 3 0 0,-1-5-4 16,0-1 7-16,2 1 8 0,-2 1 0 0,1-1 21 16,-1-4-12-16,0 3-7 0,0-3 5 0,0 3 5 15,0-3-5 1,0 0 0-16,4 3 1 0,-4-3-5 0,13 0 2 15,-2-3-3-15,3 0-21 0,3 2-21 0,1-1-34 16,3-2-32-16,1 2-43 0,6-5-47 0,-1 3-61 16,0-2-70-16,0-2-187 0,-6 1-546 0,-1-2 241 15</inkml:trace>
  <inkml:trace contextRef="#ctx0" brushRef="#br0" timeOffset="166523.97">22415 14103 267 0,'-4'2'262'16,"4"-2"-22"-16,0 0-22 0,0 0-28 0,20-4-27 16,0-1-39-16,12 0-54 0,2 3-64 15,18-3-72-15,-12 1-180 0,9-5-266 0,-11 2 118 16</inkml:trace>
  <inkml:trace contextRef="#ctx0" brushRef="#br0" timeOffset="166978.34">21579 14766 29 0,'-6'2'147'0,"6"-2"0"0,0 0-9 0,-6 1-3 15,6-1-6 1,0 0-1-16,0 0-10 0,-7 1-6 0,7-1-12 0,0 0-5 15,0 0-15-15,0 0-6 0,0 0-8 0,0 0-3 16,0 0-5-16,0 0-6 0,0 0-7 0,-6 0-2 16,6 0 0-16,0 0 0 0,0 0 6 0,0 0 2 15,0 0 16-15,0 0 4 0,0 0-6 0,0 0-4 16,0 0-7-16,33-4-2 0,-1-1-6 0,9-2-8 16,14-5-2-16,9 3-5 0,34-11-6 0,4 8 10 0,0-6 1 15,7 3 2-15,2 4 5 0,5-5 15 0,-4 8 3 0,-5-5-1 16,-11 6-10-16,-37 3-2 0,-3-1-2 0,-16 1-8 15,-6 0-2-15,-2 0-4 0,-4 1-3 0,-10 0-10 16,-5 1-17-16,-4 1-19 0,0 0-25 0,-4 0-22 16,-5 1-16-16,0 0-33 0,0 0-35 0,0 0-47 15,-32 6-216-15,4-7-444 0,-2 4 196 0</inkml:trace>
  <inkml:trace contextRef="#ctx0" brushRef="#br0" timeOffset="167711.31">22337 15266 39 0,'-9'-7'141'0,"-5"5"-20"16,0-3-14-16,-4 3-8 0,-1-3-8 0,-1 3-11 0,-1 0-6 0,0 3-10 15,0 2-16-15,1 0 9 0,-7 2-5 0,0 1-3 16,9-3-10-16,-4 4-9 0,5 3-4 0,0-1-4 15,2 1 0-15,2 0-7 0,-1 5 0 0,6-7 0 16,0 6 1-16,2 2 0 0,3-4 12 16,1 1 5-16,-1 3-5 0,6-5 16 0,1 2 4 0,3 2 3 15,4-2-6 1,-4-3-4-16,10 1 0 0,-1-2 2 0,1 0-4 16,2-4-4-16,-3-1-4 0,1 1-2 0,-1-5 15 15,2-3 8-15,1-2 7 0,-4-1 13 0,2-4 0 16,-3 0 9-16,-3-5-3 0,3 2-1 0,1-11-8 15,0 1-3-15,-4-2-8 0,1-1-5 0,-5-3-5 16,1-1-2-16,-1-1-6 0,-2-5-4 0,1 2-5 16,-1-12 3-16,0 10 0 0,-2-12 3 0,-2 11 2 0,-1 5 5 0,0 1 4 15,1 4 13-15,-2 9 2 0,1 2-9 0,-1 4-6 16,1 3-9-16,-3 3-6 0,3-1-25 0,0 4-5 16,0 3-6-16,0 0 0 0,-14 14 0 0,5 3-2 15,0 0 1-15,0 9 1 0,-1 3 0 0,1 0 4 16,0 3-5-16,3-1 0 0,1 3 1 0,1 2-3 15,3-1 5-15,2 1-17 0,0-2-10 0,2 0-17 0,0-1-13 16,3 0-21-16,-1-2-21 0,-1-5-28 0,0-3-37 0,1-3-28 16,-1-6-42-16,-1-3-134 0,-2-4-399 0,3-4 176 15</inkml:trace>
  <inkml:trace contextRef="#ctx0" brushRef="#br0" timeOffset="168128.02">22470 15105 120 0,'5'0'178'0,"-5"0"-20"0,14 4-3 16,-5 2-33-16,0 1-7 0,0 1-6 0,0 6-10 0,0 3-13 0,-3-2-6 15,-2 6-5-15,1 3-12 0,-2 2-6 0,-6 2-7 16,2-3-4-16,-3 0-5 0,-5 0-2 0,3-5-1 15,-3 5-5-15,-1-8-5 0,-2 0 3 0,3-5-6 16,2-2 3-16,-1 0 0 0,2-3 0 0,-1 1-2 16,5-3 11-16,-2-2 10 0,1 4 22 0,1-5 30 15,-2 0 37 1,4-2 36-16,0 0-1 0,0 0-18 0,0 0-21 16,9-15-4-16,-3 4-19 0,6-3-12 0,6-5-8 0,3-1-13 15,-3-3-6-15,5-1-8 0,-1-2-6 16,0-2-9-16,2 4-12 0,-1-4-7 0,-4 1 7 15,-2 3-13-15,-5 7 5 0,-1 2 10 0,-2 1 6 16,-3 6 6-16,0 1-7 0,-2 1-7 0,0 2-21 16,-3-2-7-16,2 5-14 0,-3 1-3 0,0 0-2 0,0 0-3 0,-8 16 4 15,4-5 2-15,-2 3 9 0,6 4-16 0,0 1 8 16,6 9 1-16,6 2-5 0,7 2-9 0,14 10-31 16,3-3-57-16,14-7-95 0,1-4-378 0,9-8-630 15,0-7 279-15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4:28:46.60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2974 3094 102 0,'0'0'214'0,"0"0"-2"0,0 0-4 0,0 0-5 16,0 0-8-16,0 0-7 0,-4-2-7 0,4 2-4 15,0 0-7-15,0 0-10 0,0 0-18 0,-1-4 0 16,1 4-5-16,0 0-12 0,0 0-2 0,0 0-13 16,0 0 9-16,0 0-3 0,0 0 0 0,-2-4-16 0,2 4-11 0,0 0-11 15,0 0-11-15,7-4-3 0,1 0-13 0,3 2-6 16,6-5-11-16,2 2-12 0,11-2-19 15,-4-1-22-15,1 1-35 0,2 2-39 0,-3-2-45 16,-4 5-49-16,6-3-69 0,-6 4-235 0,-8-3-533 16,0 4 236-16</inkml:trace>
  <inkml:trace contextRef="#ctx0" brushRef="#br0" timeOffset="200.22">2959 3379 109 0,'-2'2'199'0,"2"-2"-9"0,-2 3-10 15,2-3-9-15,0 0-5 0,6 4-4 0,0-3-10 16,3-1-14-16,3-2-15 0,10-1-11 0,1 1-25 16,9-1-55-16,-1-4-83 0,-2 1-105 0,0-1-113 15,-2-2-292-15,-9 3 129 0</inkml:trace>
  <inkml:trace contextRef="#ctx0" brushRef="#br0" timeOffset="739.45">3192 2994 420 0,'-7'-7'395'0,"5"0"-26"15,-1 2-28-15,2 1-22 16,1 4-32-16,-5-7-27 0,5 7-29 0,-4-5-13 15,4 5-32-15,-1-4-33 0,1 4-40 0,0 0-22 16,-3-2-43-16,3 2-27 0,0 0-7 0,0 0-9 16,10 10-5-16,0-3-2 0,-1 0-11 0,8 3-3 15,-3-1-15-15,5-1-9 0,-2 1-10 0,8-1-6 16,-5 2-2-16,-1-3-2 0,-3 0 3 0,1-2 5 16,-4 0 8-16,-2-3 5 0,1-2 4 0,-2 1 6 0,-1 0 22 15,-3-1 32-15,2 0 27 0,-4-2 22 0,-4 2 18 16,9-4 18-16,-8 1-3 0,4 1 22 0,-4-2 6 15,2 0 16-15,-3-1 3 0,0 5 1 0,1-3-10 16,-1 3-19-16,4-4-17 0,-4 4-14 0,0 0-19 16,1-3-28-16,-1 3-35 0,0 0-43 0,0 0-9 15,-5 15-13-15,0 2 17 0,-9 7 6 0,1 8 8 0,-10 11 12 0,-2 4-12 16,-1 6 12-16,1 0-5 0,3-1 4 0,-5 0 2 16,4-3 7-16,0 1-3 0,-1-3 10 0,7-2 4 15,3-11 3-15,1-2-7 0,3 1 6 0,0-3-4 16,4-4 6-16,0-10-2 0,1-3 10 0,1-2 3 15,4-4 11-15,0 1-12 0,-1-2 38 0,0-1 20 16,-1 0 19-16,2-5 28 16,-4 7 17-16,4-7 9 0,0 0 11 0,-2 4-2 15,2-4-5-15,0 0-11 0,-2 4-4 16,2-4-17-16,0 0-14 0,0 0-3 0,0 0-16 16,0 0-9-16,0 0-9 0,0 0-19 0,0 0-29 15,0 0-39-15,0 0-39 0,0 0-62 0,0 0-75 16,0 0-67-16,0 0-91 0,14-15-80 0,-5 9-466 15,1-1-966-15,5-5 427 0</inkml:trace>
  <inkml:trace contextRef="#ctx0" brushRef="#br0" timeOffset="2405.67">5048 2992 106 0,'-20'-3'134'15,"-11"3"-6"1,3 0-4-16,-1 7-10 0,0-4-6 0,-1 4-10 15,-1 3-4-15,2 0-10 0,-3 2-10 0,-3-1 4 16,7 2 16-16,-3 0-7 0,3 1-6 0,5 1-10 16,0 2-7-16,3 0-7 0,5-3-2 0,2 0-6 15,0 3-7-15,4-1-5 0,5 1-2 0,2-3-3 16,-1 4-1-16,7-3 1 0,4 3-4 0,1-5 3 16,5-1-3-16,1 1-3 0,9-2 0 0,4-3-5 0,3-3 3 0,-2-3-2 15,2-2-1-15,1-2-5 0,-1-2-1 0,-3-3-3 16,-1-2-4-16,-2-4 1 0,-8 4 15 0,5-8 5 15,-7 3 31-15,3-10 22 0,-8 7 23 0,0-7 9 16,-2-4-1-16,-3 2 1 0,-1-8 0 16,-5 1 5-16,-2-2 3 0,-2-11 4 0,0 1-4 0,-3 9 2 15,-1-12-6 1,-5 5 5-16,9 10 6 0,-4 2 1 0,1 2-3 16,2-3 6-16,-3 8 2 0,4 6 1 0,-1 2 1 15,2 6-20-15,1 2-11 0,1 2-15 0,-1-1-11 0,2 3-21 16,-1-1-31-16,2 5-38 0,-2-3-44 0,2 3-7 15,0 0 6-15,0 16 10 0,-1 1-3 0,1 9 8 16,0 4 8-16,-2 7 3 0,4 13 4 0,1 1-1 16,-3 1 3-16,3 2 10 0,1 0 0 0,4-5-1 0,-1 1 23 15,2-4-23-15,-2-13 12 0,0 0 0 0,1 1 14 16,0-8-5-16,-1 0 2 0,1 0 6 0,-4-8-4 16,1-2 3-16,-4-3 0 0,3-3-4 0,1-1 1 15,-5-2 1-15,3 0-4 0,-2-3-2 0,0 2 4 16,2-2 3-16,-3-4-2 0,1 7-7 15,2-5 4-15,-3-2 1 0,0 0-4 0,-3 7 3 0,3-7-4 0,0 0 1 16,0 0-2-16,0 0-2 0,0 7 3 0,0-7-2 16,0 0 0-16,0 0 5 0,0 0-2 0,0 0-4 15,0 0 2-15,0 0 5 0,0 0-4 0,0 5-8 16,0-5 8-16,0 0 2 0,0 0-7 0,0 0 5 16,0 0-3-16,0 0 0 0,0 0-2 0,0 0 4 15,0 0 1 1,0 0 5-16,0 0 15 0,4 1 10 0,-4-1 1 0,0 0 3 15,0 0-4-15,0 0 1 0,0 0-2 0,0 0-12 16,18-8-33-16,-2 1-40 0,13-3-78 0,1 2-109 16,19-6-152-16,-1-7-325 0,-16 1-777 0,9-7 343 15</inkml:trace>
  <inkml:trace contextRef="#ctx0" brushRef="#br0" timeOffset="3160.82">5130 2296 147 0,'0'-5'294'0,"-4"2"-17"15,4 3-16-15,0-3-23 0,0 3-21 0,-2-6-27 16,2 6-19-16,0 0-18 0,5-5-18 0,1 5-14 16,-6 0-11-16,15 2-12 0,-3 2-12 0,1-2-8 15,2 4-8-15,4 1-4 0,-1 0-10 0,0 1-5 16,-1 2-8-16,0 1-2 0,-2 2-8 0,-1 1-6 16,-3 0-2-16,-1 1-33 0,-2 4 0 0,-5-2-4 0,-1 3 2 0,-8 6 3 15,-4-1 2-15,-5-4-2 0,-2 3 7 0,-3-4-2 16,-1-1 2-16,-2 1 2 0,-3-5 7 0,4 1-4 15,7-6 3-15,-2-1-2 0,2 1-2 0,6-3 12 16,0-2-12-16,-4 0 0 0,7 0 2 0,2-3-2 16,-1 1 2-16,2-1 2 0,1 0 10 15,2-2 7-15,-2 5 12 16,2-5 12-16,11 2 8 0,0-1 5 0,11-1-3 16,-2 0-4-16,11 0 1 0,-4-1-11 0,7-1-3 15,-3 0-2-15,1 2-4 0,-3-3-2 0,-3 3-2 16,-4-3-7-16,-3 3 0 0,-6-1 0 0,-2 0-3 15,2-1 0-15,-5 2-5 0,-3 0 8 0,-5 0-13 16,10-1-16-16,-10 1-15 0,8-1-19 0,-8 1-27 16,0 0-42-16,0 0-42 0,0 0-34 0,0 0-48 0,-27 6-44 15,14-5-185-15,2 1-499 0,-1 1 221 0</inkml:trace>
  <inkml:trace contextRef="#ctx0" brushRef="#br0" timeOffset="3914.02">5414 2814 72 0,'0'-4'300'0,"0"0"-9"16,0 4-7-16,1-5-26 0,-1 5-20 0,-1-5-23 15,1 5-21-15,0 0-30 0,-3-4-14 0,3 4-22 16,0 0-6-16,0 0-11 0,0 0-14 0,0 0-13 16,14 6-16-16,-11 0-11 0,3 0-12 0,1 2-4 0,-1-1-21 0,4 3-11 15,-6-1-18-15,5 0 2 0,1 0-22 0,-4 0-8 16,1-2-6-16,-1 2-1 0,-1-5-1 0,2 2 5 15,-2-1 3-15,-1-2 4 0,1-1 5 16,0-2 5-16,-5 0 2 0,13-4-3 0,-10 0 4 0,3-1 15 16,0-2 4-16,-3-4 4 0,1 1 18 0,-2 0 11 15,-1 0 9 1,4-2 6-16,-1 1-2 0,-4-2 15 0,1 3 4 16,2 1 7-16,-3-1 6 0,0 3 1 0,1 0-7 15,-1 2-7-15,0 0-6 0,3 1-13 0,-3 4-6 16,1-5-21-16,-1 5-24 0,1-5-5 0,-1 5 1 15,0 0 0-15,0 0 0 0,0 17 5 0,0-5-1 16,-1 2-1-16,1 4-1 0,-1 8 5 0,-3 3-2 16,4 2-1-16,-3 3 3 0,2 2-4 0,-3 8 1 0,3-10 2 0,-3 3-1 15,3-2 1-15,1-1 1 0,-2 0 0 0,0-4 1 16,1 0 0-16,0-2 4 0,-2-2-2 0,1-9-3 16,-2 0 0-16,1-5-5 0,-1 3 4 15,0-5-1-15,-1 1 3 0,0-5 1 0,1-2 4 16,-2 3 1-16,0-3 8 0,-3-4 9 0,0 0 1 15,-3 0 6-15,1-2 9 16,-2-3 26-16,3-2 11 0,-4-4 1 0,5 2 6 16,-1-5 1-16,2-2 7 0,4-2-8 0,0-8-12 15,8-2-9-15,4-3-8 0,3-3-10 0,5 3 1 16,8-14-6-16,3 4-6 0,-7 14-2 0,-1-2-6 16,4 5-2-16,0 2-1 0,-1 1-2 0,1 1-5 15,0 3 0-15,-5 5 8 0,-4-1 4 0,4 5 20 16,-9 1 6-16,-2 1 3 0,0 3-3 0,-2-1-3 0,0 0-7 15,0 3-8-15,-5 1-4 0,5-6-1 0,-5 6-8 16,3-4-22-16,-3 4-25 0,0 0-40 0,0 0-19 0,0 0 6 16,0 0-24-16,0 0-31 0,-7 17-50 0,2-9-67 0,0 0-90 15,-5-2-241-15,4 1-631 0,-2-2 279 0</inkml:trace>
  <inkml:trace contextRef="#ctx0" brushRef="#br0" timeOffset="4595.6">4586 3868 53 0,'-12'2'121'15,"2"-2"2"-15,1 0-3 0,0 0 0 0,4 0-4 16,-4 0 5-16,9 0-9 0,-9 1-13 0,9-1-9 0,-8 0-8 0,8 0-6 15,0 0-8-15,-10 0-1 0,10 0-2 0,0 0-20 16,-5 2 5-16,5-2-3 0,0 0-4 0,-5 2 3 16,5-2 4-16,0 0 0 0,-4 5 3 0,1-2-6 15,3-3-5-15,-5 2 0 0,4 2-3 0,1-4 4 16,0 0-6-16,-4 3-2 0,4-3 1 0,-5 3-6 16,5-3 9-1,0 0-1-15,0 0 8 0,-1 4 9 0,1-4 6 16,0 0 4-16,0 0-3 0,24-4-6 0,-2 1-1 15,14-6-6-15,17-3-5 0,6 3-8 0,33-8-5 16,-1 1 2-16,3-4-5 0,5 2 0 0,1-6 7 16,8 8 12-16,-6-2-8 0,-7 8 3 0,-27-1 1 15,-2 0 2-15,-2 5 4 0,-10-5 0 0,-17 7-1 16,-5 1 0-16,-11-4 11 0,-4 4 3 0,1 0 3 0,-8 2 1 0,0-1-3 16,-6 1-6-16,4 0-3 0,-3-1-15 0,-5 2-21 15,8 0-27-15,-8 0-27 0,0 0-34 0,0 0-33 16,0 0-46-16,0 0-63 0,-16 13-75 0,5-9-206 15,-2 1-534-15,1-2 237 0</inkml:trace>
  <inkml:trace contextRef="#ctx0" brushRef="#br0" timeOffset="5851.96">5238 4518 93 0,'-16'0'120'0,"-3"3"-3"0,1-3-15 0,-5 3-11 16,-4 3-1-16,-1-1-8 0,1 1 1 0,-1 1-7 16,2 0-6-16,1 2-3 15,2-2-2-15,-4 1 8 0,2 4-11 0,4-4-3 16,4 1-8-16,2-1-4 0,-1 1-7 0,3 3-4 15,3-4-2-15,2-1-2 0,3 5-5 0,0-3 0 16,2-1 14-16,2 0 6 0,2 1 1 0,2 3 1 16,4-2 5-16,4-2-8 0,6 0 1 0,0-2-3 15,3 1-3-15,9-4-5 0,-3-1 1 16,4-3-22-16,-1 0 1 0,-2-5-1 0,0 1-2 0,-3-2 10 0,-3-2 13 0,-4-2 13 16,0-1 16-16,1-7 11 0,-4 3 8 15,-1-6 13-15,-3-3 5 0,-1 1 12 0,0-1-2 16,-5-4-3-16,-3 1-4 0,-1-2-3 0,0-2-5 15,-4 0-8-15,-1-2 8 0,0-1-2 0,-4 0 3 0,4 1 26 16,-3 2-3-16,-1 0 0 0,3 3-17 0,0 6 9 16,0 3-6-1,2 6-6-15,0 4-9 0,1 0-9 0,0 4-11 16,2-1-11-16,-1 2-22 0,-1 2-46 0,2 0-48 16,1 3-25-16,0 0 6 0,0 0 8 0,0 23 10 15,2-6 2-15,2 11 8 0,0 4 0 0,-4 3 11 16,5 10 3-16,0 3 4 0,4 2 1 0,-4-6 8 15,3 4 4-15,3-1 0 0,-3-14 3 0,1-1 1 16,-4-3 6-16,4 0-1 0,0-3-4 0,-1-2 5 0,-3-9 10 0,1-3-5 16,-2 0-5-16,0-6 2 0,-2 2 3 0,0-2 2 15,-1-1 7-15,-2-1-2 0,3 1 2 0,0-3 12 16,-2-2 4-16,2 5 6 0,-2-5-3 0,1 3 0 16,-1-3-3-16,0 0-6 0,0 0-53 0,0 0-60 15,0 0-52-15,-3-11-56 0,0 4-59 0,-1 1-62 16,-1-4-214-16,1 0-581 0,-2-1 257 0</inkml:trace>
  <inkml:trace contextRef="#ctx0" brushRef="#br0" timeOffset="6299.5">5393 4371 152 0,'8'-3'161'0,"1"3"-10"15,1 0-12-15,-1 3-7 0,3 1-11 0,-1 2-12 16,-2 1-3-16,3-1-15 0,1 6-3 0,-2 2-7 16,-4 2-5-16,4 1-9 0,-4 8-1 0,1 1-2 15,-4 1 3-15,-2-3-4 0,-2 1-6 0,-1-1 0 16,-3 2-4-16,-1-6 0 0,-3-2-5 0,2 2-3 0,-5-3 2 16,3-1-4-16,0-2 7 0,1-3-3 0,2 0 4 0,-1-5 4 15,3 2 12-15,0-4 12 0,0 1 17 0,1-2 27 16,-1 1 26-16,2-1 36 0,1-3 39 0,0 0 27 15,0 0-25-15,0 0-26 0,-1-12-21 0,4 3-22 16,1-3-16-16,3-5-17 0,2-8-15 0,3-2-15 0,0 2-21 31,1-4-9-31,1-2-11 0,-3 3-6 0,5 3-5 16,-6-1 0-16,0 9-5 0,-4 1-1 0,1 0-5 16,-5 7-5-16,5 1-1 0,-7 2-4 0,5 0-4 15,-4 1-8-15,3 1-22 0,-4 1-27 0,1 1-39 16,-1 2 7-16,0 0 9 0,0 0-3 0,3 14 8 15,-3-3 6-15,-4 6 9 0,4 1 8 0,-5 11 8 16,5-3 2-16,-4 1 1 0,3-2 0 0,5 1 8 0,-3-4 1 0,0-2 0 16,4-1 7-16,0-2-14 0,3 0-14 0,-3-2-15 15,4-4-14-15,-1-3-22 0,0 1-31 0,1-4-45 16,2-2-68-16,2-4-86 0,-1-1-267 0,4-3-633 16,2-1 281-16</inkml:trace>
  <inkml:trace contextRef="#ctx0" brushRef="#br0" timeOffset="6738.35">5728 4228 316 0,'0'-3'307'0,"0"3"-29"0,0-4-21 16,0 4-36-16,1-4-25 0,-1 4-24 0,7-4-13 15,-1 5-18-15,2-1-18 0,3 3-10 0,2-2-15 16,-2 4-12-16,1 0-7 0,1 2-10 0,-3 1-5 16,-1 1-7-16,4 1 2 0,-4 5-6 0,-3-1-7 15,2 1-2-15,-7-3 1 0,2 5-4 0,-3 3 1 16,-3-1 1-16,-2 0-4 0,0-1-2 0,-4 0-6 0,0-4 6 0,1 1-2 16,3-3-1-16,0-4-3 0,-3-2-5 0,6 1 1 15,-1-2 2-15,2 0-1 0,-2-2-3 0,2-1 37 16,1-2 20-16,-1 7 2 0,1-7 7 0,0 0 1 15,5 5-8-15,0-5-10 0,9-2-7 0,-1 0-4 16,6-3-17-16,4 1 2 0,5 0-3 0,-2 0-7 16,3-2-1-1,-1 3-18-15,0-2 9 0,3 2-4 0,-4 1 6 16,-4-1-16-16,-4 3-8 0,-1 0 7 0,-5 0-4 0,-4 0 5 16,-2 0-4-16,0 0 1 0,0 0-2 15,-7 0-8-15,9 0 4 0,-9 0-9 0,7-1-31 16,-7 1-18-16,6-1-38 0,-6 1-13 0,0 0-36 15,0 0-54-15,0 0-91 0,0 0-330 0,0 0-666 16,-22 0 295-16</inkml:trace>
  <inkml:trace contextRef="#ctx0" brushRef="#br0" timeOffset="7571.62">6787 3456 93 0,'-5'3'186'16,"5"-3"-7"-16,0 0-8 0,-6 0-19 0,6 0-9 15,0 0-11-15,0 0-10 0,0 0 0 0,0 0-1 16,0 0-8-16,0 0-6 0,-7 1-9 0,7-1 0 16,0 0-5-16,0 0-6 0,21 0-9 0,-10 0-2 15,11 0-9-15,6-1-4 0,8 1-8 0,18-4-5 0,-3 1-6 0,5 0-1 16,2 1-7-16,-1-2-3 0,-3 3-5 0,-3-2-1 15,-12 2-4-15,1-2-5 0,-3 2 1 16,-5 0-1-16,-3 0 1 0,-8 1-5 0,-1-2 0 16,-11 2 0-16,4 0-1 0,-3 0-7 0,-10 0-5 0,13 0-21 15,-13 0-2-15,5 0-13 0,-5 0-17 0,0 0-30 16,0 0-28 0,-17 7-44-16,4-5-40 0,-4 1-158 0,-1 0-380 15,1-2 168-15</inkml:trace>
  <inkml:trace contextRef="#ctx0" brushRef="#br0" timeOffset="7957.04">6927 3718 171 0,'0'0'215'0,"-8"5"-5"0,8-5 2 16,-4 2-3-16,4-2-15 0,0 0-6 0,0 0-12 16,0 0-10-16,0 0-15 0,37-4-11 0,-6-1-18 15,21 1-13-15,3-2-10 0,5 1-7 0,5-1-13 16,3 2-5-16,20-7-15 15,-28 8 6-15,0-3 2 0,3 2-1 16,-4 0-4-16,-20 2-1 0,-1 0-4 0,-4-1-1 16,-7 2-6-16,-11 1-4 0,-3-2 3 0,1 1 8 15,-6 1-3-15,-3-2 3 0,-5 2 3 0,14-1 0 16,-14 1-12-16,6 0-13 0,-6 0-10 0,0 0-34 16,0 0-38-16,0 0-39 0,0 0-49 0,0 0-56 15,-38 4-81-15,25-1-212 0,3-3-524 0,10 0 232 0</inkml:trace>
  <inkml:trace contextRef="#ctx0" brushRef="#br0" timeOffset="14673.34">8622 3534 41 0,'-13'0'89'0,"2"0"-9"16,-1 0-7-16,0 3-5 0,4-3-7 0,2 0-3 15,-2 0-10-15,0 0 3 0,5 2 0 0,3-2 2 16,-8 0-3 0,8 0 9-16,0 0 3 0,-8 2 9 0,8-2 0 15,0 0-3-15,-5 1-2 0,5-1 6 0,0 0-7 0,-6 1-7 16,6-1-1-16,0 0-9 0,0 0-6 0,0 0-1 15,0 0-7-15,0 0 0 0,0 0-7 0,0 0 5 16,0 0-7-16,0 0-1 0,0 0 2 16,0 0-3-16,0 0 8 0,0 0 3 0,0 0 2 15,0 0 7-15,0 0 2 0,0 0 4 0,0 0 0 0,0 0 9 0,0 0-4 16,0 0-2-16,0 0 0 0,0 0-1 0,0 0-2 16,0 0-1-16,0 0-5 0,0 0-2 0,0 0 0 15,0 0-3-15,0 0-7 0,0 0-4 0,0 0 2 16,0 0-4-16,0 0-2 0,0 0-6 0,0 0 0 15,0 0-4-15,0 0-1 0,0 0-1 0,0 0 6 16,0 0-7 0,0 0-4-16,0 0 4 0,0 0-4 0,0 0 2 15,0 0-5-15,0 0 3 0,0 0 0 0,0 0-1 0,0 0 0 16,0 0-1-16,0 0 3 0,24-1-3 0,-2-2 1 16,6 1 1-16,6-1-6 0,5 0 2 0,12-1 1 15,-13 3 28-15,16-5-1 0,-16 3-5 0,0 0-6 16,-2 1 3-16,-4 0-3 0,-4 2-3 15,-7-1-2-15,-3 1 0 0,-6 0-3 0,1-2 1 0,-8 2-2 0,0 0-2 16,3-1 1-16,-8 1-7 0,9 0-14 0,-9 0-24 16,5-1-20-16,-5 1-19 0,0 0-2 0,0 0-24 15,0 0-33-15,0 0-33 0,0 0-51 0,-14 6-153 16,14-6-403-16,0 0 179 0</inkml:trace>
  <inkml:trace contextRef="#ctx0" brushRef="#br0" timeOffset="15090.07">9481 3225 332 0,'0'-11'365'16,"-2"0"-17"-16,2 5-3 0,-2-3-14 0,2 4-18 15,0-1-44-15,-1 2-8 0,1-1-33 0,0 1-20 16,0 4-23-16,0 0-27 0,-1-5-36 0,1 5-54 15,0 0-30-15,0 0-7 0,0 0-4 0,0 18-7 16,2-2 2-16,-2 2-14 16,0 8 12-16,2 0-3 0,0 5-2 0,-1-2 4 15,2-2-4-15,3 2 5 0,-5-2-2 0,2-1-1 16,-2-7-8-16,3-2-20 0,-4 2-35 0,0-3-15 16,0 2-32-16,-1-5-29 0,-3-1-35 0,1 1-58 15,2-2-59-15,-8-4-201 0,4 4-516 0,0-7 229 16</inkml:trace>
  <inkml:trace contextRef="#ctx0" brushRef="#br0" timeOffset="15459.9">9141 3789 20 0,'-10'3'241'0,"10"-3"-20"16,-8 2-26-16,8-2-14 0,0 0-15 0,0 0-17 0,-6 2-4 16,6-2-1-16,0 0-5 0,0 0-2 0,0 0-10 0,0 0-14 15,0 0-13-15,0 0-8 0,38-11-9 0,-9 4-6 16,6 3-10-16,16-6-5 0,7 0-7 0,2 2-7 15,1-4-6-15,3 5-3 0,1-4 10 0,26-1 7 16,-34 4 8-16,1 0 2 0,-17 2-5 0,-4 1-7 16,-3-1 7-16,-7 1 16 0,-9 3 4 0,-4 0 12 15,-1 0 6-15,-4 1-7 0,-3-2 0 0,2 2 0 0,-8 1-21 0,10-3-10 16,-10 3-22-16,8-2-15 0,-8 2-39 0,0 0-34 16,0 0-43-16,0 0-55 0,0 0-75 0,-32 12-85 15,18-10-201-15,1 1-549 0,-1 0 243 0</inkml:trace>
  <inkml:trace contextRef="#ctx0" brushRef="#br0" timeOffset="16315.44">9172 4225 4 0,'2'-4'213'0,"2"0"-20"0,2-1-24 0,3 0-15 16,-1 0-28-16,3 4-13 0,2-1-13 0,4 0-7 15,-3 4-11-15,5-1-11 0,-1 3-6 0,5 4-12 16,-4-2-8-16,-2 6 0 16,6 3-6-16,-9-3-13 0,0 3 10 15,-2 2-7-15,-3 0-2 0,-1 9 4 0,-5-7-8 16,0 8 1-16,-7 0-2 0,-3 0-1 0,-3 2 2 0,-4 1-1 16,-4-3-2-16,1-2-8 0,0-1 6 0,-2-2 0 15,2-3 0-15,3-4 11 0,-2-4 8 0,10 0 14 16,-4-4 7-16,1 0 8 0,1 2 13 0,3-6 23 15,0 0 25-15,-1 2 30 0,6-5 27 0,-5 1 4 0,5-1-26 16,0 0-9-16,-3-13-24 0,6 1-11 0,0-1-9 16,10-4-17-16,3-9-6 0,4-2-9 0,8-9-13 15,-4 7-2-15,7-11-3 0,3 2-24 0,1 1 3 16,-8 11-5-16,-2 0-6 0,1 3-2 0,-4 2-1 16,-6 3 4-1,-3 7-4-15,-4 3 6 0,0 1-9 0,-1 1-5 16,-5 2 1-16,1 2-14 0,-1-2-15 0,-1 4-12 0,-2 1-29 0,0 0-1 0,0 0 8 15,7 10 5-15,-11 1 3 0,1 1 5 16,0 4 4-16,-4 8 1 0,1 2-2 0,-2-1 7 16,2 1 4-16,1-1 9 0,2-5-2 0,3-2 3 15,3 9 5-15,3-1-2 0,-1-9-12 0,3 1-11 16,1-2-25-16,5-5-36 0,0-1-50 0,4-4-65 0,2 0-81 16,1-6-240-16,0-3-569 0,0 0 252 0</inkml:trace>
  <inkml:trace contextRef="#ctx0" brushRef="#br0" timeOffset="16747.46">9752 4020 157 0,'0'-3'319'0,"1"-1"-29"0,-1 4-32 16,3-3-31-16,-3 3-23 0,0 0-25 0,1-5-20 0,-1 5-20 0,0 0-15 15,0 0-6-15,10 11-22 0,-3-5-10 0,-1 5-7 16,-2-2-8-16,1 1-10 0,3 6-3 0,-5 1-6 16,0-2-4-16,0 1-6 0,-2 2-2 15,-1-2 0-15,-1 1-7 0,-2-1-3 0,0-3-2 16,-3 3 1-16,5-7-4 0,-4 0 2 15,1-1-6-15,4-2 0 0,-4 0-5 0,4-1 1 16,-1-2 1-16,1 2 3 0,0-5 7 0,0 5 15 0,0-5 10 16,14 3-1-16,5-3 0 0,12-3-9 0,6-1-1 15,1 0-10-15,12-3 1 0,-9-1-4 16,9 1 0-16,-11 3-5 0,0-2-5 0,0 4 2 16,-7 0-5-16,-5-1-2 0,-7 0-4 0,-5 3-2 15,-4-1-1-15,-1 1 0 0,-3 0 3 0,-1-1-5 0,0 1-1 16,-6 0 4-16,9-2-1 0,-9 2-14 0,7 2-26 15,-7-2-5-15,0 0-22 0,-5 7-54 0,-2-4-89 16,3 2-107-16,-6-2-184 0,4-3-536 0,6 0 238 16</inkml:trace>
  <inkml:trace contextRef="#ctx0" brushRef="#br0" timeOffset="23224.29">11213 3442 65 0,'4'-4'210'0,"0"0"-1"0,0 0-1 16,0 1 18-16,1-1-7 0,-3 1-13 0,0-1 0 15,-1 1 2-15,-1 3-15 0,4-4-7 16,-4 4-12-16,3-4-14 0,-3 4-19 0,2-5-27 15,-2 5-24-15,-10-4-18 0,-2 4-16 0,-1-1-6 0,-7 2-10 0,-8-1-1 16,-1 4-6-16,-5 1-4 0,4 0-3 0,-1 1-3 16,-3 0-2-16,-1 2-4 0,3 1-2 0,2 0-1 15,4-1-6-15,-1 3 0 0,8-3 1 0,0 1-3 16,2 2-3-16,2-1 1 0,6-2-2 0,1 3 0 16,3-4-6-16,-1 5 4 0,5-5 0 0,2 3 2 15,5 1 0 1,1-2-1-16,4-2-1 0,7 1 3 0,5-2-4 15,4-1 3-15,6 1-2 0,-2-4-3 0,1-3 2 0,2 1-1 16,-2-4 0-16,-4-3 2 0,3 0 4 0,-7-3-3 16,1-2 14-16,-8 2 14 0,-1-5 4 0,-2-1-12 15,-1-4 23-15,-1-4 5 0,-4 0 2 0,-3-2 3 16,-1-4 2-16,-3-4 1 0,-1-2-1 16,-2-10 3-16,-1-2 5 0,1 14 1 0,-2-1 9 0,1 2 7 0,-1 4 5 15,2-3 10-15,-2 6-1 0,0 6 5 0,2 3-2 16,-1 2-2-16,0 4-2 0,3 1-1 0,-1 5-12 15,0 0-7-15,0-2-14 0,1 2-10 0,-2 3-21 16,2 2-31-16,0-5-50 0,0 5-28 0,0 0 4 16,0 0 6-16,0 18 8 0,-1 0 4 0,0 8 3 15,-2 4 7-15,2 4 11 0,-2 14 0 0,-1-12-13 0,4 11 26 0,0-11 3 16,0-1 1-16,3-2-2 0,0 0 10 0,0-5 1 16,0 0-3-16,2-4 2 0,-2-5-2 0,1-2 19 15,-2-2-12-15,-1-4-3 0,2 0 3 0,-1-2 2 16,0-4 1-16,0 1 5 0,-2 0-20 0,2-4 24 15,-2 1 12-15,2 0 8 0,-2-3 0 0,0 0 25 16,0 7 2 0,0-7 8-16,0 2 1 0,0-2-12 0,0 0 2 15,0 0-5-15,1 3-6 0,-1-3-4 0,0 0-5 0,0 0-3 16,0 0-16-16,0 0 10 0,0 0-16 16,0 0-37-16,0 0 7 0,-1 4-23 0,1-4-18 15,0 0-35-15,0 0-27 0,0 0-29 0,0 0-15 16,0 0-12-16,0 0-7 0,0 0-44 0,0 0-60 15,0 0-261-15,0 0-600 0,-2-13 266 0</inkml:trace>
  <inkml:trace contextRef="#ctx0" brushRef="#br0" timeOffset="23921.68">11315 3271 227 0,'2'-11'293'0,"1"6"2"0,-1-2-16 15,1 2-5-15,-2-1-20 0,1 0-27 0,0 3-24 16,-1 0-20-16,-1 3-22 0,3-5-23 0,-2 2-16 16,-1 3-25-16,0 0-15 0,0 0-10 0,0 0-14 0,12 8-7 15,-6-2-5-15,0 5-7 0,1-2-7 16,2 3-5-16,0 2-9 0,1 1-9 0,0 2-3 16,0-3-12-16,-1 2-8 0,4-2-8 0,-4-1-7 0,0-2-4 0,-3-1 1 15,2-2-1-15,-3 0 4 0,0-2 2 0,-1-2 10 16,1-4 3-16,3 4 0 0,-4-4 6 0,-4 0 4 15,9-7 6-15,-3 1 9 0,-2-3 6 0,3-2 13 16,0-3 10-16,-3 3 1 0,1-5 8 0,-1 0 3 16,2-1 4-16,-2 1 3 0,1 2 4 0,-2-3-2 15,-1 7 9 1,-1 0-5-16,2-1-2 0,-2 5 4 0,1 1-5 16,-2-2-11-16,1 4-9 0,0-1-8 0,0 0-18 15,-1 4-27-15,2-3-22 0,-2 3 2 0,0 0-1 16,0 0 4-16,2 12 0 0,-2-2 7 0,3 5-7 0,-2 1 1 15,-2 8 1-15,-3 4 1 0,3 1-2 0,-2 1 7 16,-1 2 0-16,2 2 6 0,-1-4 0 16,1 2 0-16,0-3 2 0,0 1 3 0,0 2 2 0,2-5 1 0,2 2 1 15,-4-2 2-15,2-1-1 0,-1-8 5 0,1 2-8 16,0-4 8-16,-1 1 1 0,-2-5-4 0,3-2 5 16,-3-2-4-16,1-1 3 0,2-2-3 0,-1 0 5 15,1-2 4-15,-2 1 6 0,0-1 14 0,-4-3-3 16,6 0 0-16,-19-3-3 0,6 0-3 0,-5-1 5 15,4-6 7-15,-4 3 15 0,1-1-3 0,3-2 9 0,0-1-19 0,2-1 20 16,3-2-1-16,-2-2-1 0,6-2-1 16,0 1-5-16,5-9-9 0,5 0-4 0,2 1 7 15,2 3-10-15,4-3-9 0,4 5-4 0,1 1 6 0,0-2-10 16,2 5-3-16,6 0 1 0,-2 0 2 0,4 0 3 16,-2 2-12-16,1 2 0 0,2 4-2 0,-2-2-1 15,-7 4-1 1,0-1 5-16,-4 3 0 0,-4 3-5 0,-1-1-2 15,-4-3 0-15,-1 5 6 0,-1-3-6 0,1 3-4 16,0-1-8-16,-6 1-13 0,7-2-21 0,-7 2-25 16,0 0 4-16,0 0-3 0,0 0-11 0,-7 13-26 15,-2-6-34-15,0 4-55 0,-5-2-66 0,-3 0-266 0,4 1-574 16,-1-1 255-16</inkml:trace>
  <inkml:trace contextRef="#ctx0" brushRef="#br0" timeOffset="24520.81">10690 3892 63 0,'-5'0'147'0,"5"0"-7"16,0 0-3-16,-8 0-9 0,8 0-7 0,0 0-7 0,0 0-7 15,0 0-10-15,-6 0-3 0,6 0-6 0,0 0-7 16,0 0-9-16,-8 1-6 0,8-1-4 0,0 0 3 15,0 0-6-15,0 0 1 0,0 0 1 0,0 0 2 0,0 0 5 16,0 0 5-16,0 0-1 0,0 0 7 0,0 0-6 0,0 6 3 16,0-6-5-16,0 0-1 0,0 0 3 0,0 0-8 15,0 0-1-15,0 0-7 0,0 0-6 16,0 0-1-16,0 0-5 0,0 0-4 0,0 0-6 16,0 0 1-16,0 0-2 0,0 0 1 0,0 0-2 15,0 0-1-15,0 0-1 16,0 0-1-16,11 1-6 0,-11-1 0 0,18-5-1 15,2 3-6-15,11-2-3 0,7-1-3 0,19 1-1 16,7-9 0-16,37 6 0 0,5-2 7 0,6 4 8 16,7-3 1-16,1 0 6 0,-2 0-1 0,-3 8 5 15,-8-9-11-15,-6 6 2 0,-10-5-2 0,-28 6-3 16,-6-2 2-16,-2 0-2 0,-18 3 19 0,-6-5 9 16,-10 3 7-16,-4 1 12 0,-3-2 11 0,-4 2 12 0,3 1 5 0,-8-1 7 15,-1 2-9-15,1-3-3 0,-5 3-12 0,8 0-20 16,-8 0-28-16,5 0-25 0,-5 0-46 0,0 0-30 15,0 0-48-15,-14 9-50 0,-6-5-63 0,3 0-86 16,-9 3-283-16,6-3-649 0,2-1 288 0</inkml:trace>
  <inkml:trace contextRef="#ctx0" brushRef="#br0" timeOffset="26193.92">11620 4507 176 0,'-3'-2'168'0,"3"2"-6"0,-7-4-12 16,2 3-15-16,-2-2-14 0,0 1-14 0,-6-1-11 15,1 3-9-15,-5 0-8 0,0-1-9 0,-3-2-6 16,0 4-4-16,-3 1-9 0,-5 2-3 0,-1-2 0 16,-1 2-11-16,0-1 0 0,3 5-2 0,-1-3-6 15,1 6 1-15,9-1-4 16,0-2 4-16,1 1-10 0,0-2-5 0,4 4 1 16,0 0-1-16,3 1-4 0,3-1 2 0,0 1-1 15,3-1 7-15,1 0 3 0,5-1 0 16,2 2 8-16,2-4-4 0,5 6 4 0,2-6 0 15,5-1-3-15,2 0-1 0,1-1 0 0,2-4-5 0,8 0 1 16,-3-4 1-16,-8 0-2 0,7-5 17 0,-6 1 8 16,-4-5 15-16,0 1 16 0,3-6 8 0,-8 0 11 0,-2-1 7 15,-1 0 15-15,0-6-3 0,1-5 8 0,-6 4-18 16,1-7-5-16,-5 2 0 0,4-3-9 0,-5 0-3 16,1-2 7-16,-4-13-8 0,0 13-40 0,0-1-7 15,3 5 3-15,-3-3 19 0,3 10 13 0,-3 2-1 16,3 5 4-16,-3 4-1 0,4 3-6 0,0-1-15 15,-3 5-6-15,3-1-29 16,0 1-41-16,-1 2-45 0,1 3-29 0,0 0 8 16,0 0 7-16,-5 16 11 0,1 0 8 0,0 7 9 15,-2 5 0-15,1 2 3 0,-2 4 11 0,6-1 2 16,-3 2 6-16,4 0-1 0,0 2 8 0,4 9-2 16,4-12 5-16,-3-1 3 0,9-3 1 0,-5-1 6 15,0-2-5-15,1-12 6 0,2 1 2 0,-3-3 3 16,2-1-2-16,-2-3 5 0,1-2 15 0,2-5 1 0,-1 2 8 0,7-5-2 15,-6-2 3-15,4-3-2 0,0-5 7 0,0 0 6 16,-3-1 6-16,2-4 1 0,-1-7 0 0,3-2 1 16,-3-1-3-16,-5 2-6 0,2-6-3 0,0 0-8 15,-2-1 4-15,-2 0 1 0,0-3-3 16,-2-1 6-16,0 1 2 0,-1 3 5 0,-3 1 12 16,4 2 7-16,-5 11 11 15,1-3 7-15,-1 8 2 0,-2 2 6 0,3 0-1 16,-2 3-12-16,1 2-12 0,0-1-8 0,1 2-11 15,-1 0-32-15,0 4-32 0,1-3-43 0,-1 3-19 16,0 0 9-16,-6 13 7 0,4-1 7 0,-4 5 6 16,4 2 8-16,-3 7 3 0,-2 3 5 0,3 1 3 15,1 0 2-15,-1 0 9 0,0 3 0 0,3-2 2 16,-3 0 8-16,3-3-1 0,-2-1 0 0,3 3 4 0,0 0 18 0,3-3-7 16,-1-9-4-16,1 1-1 0,-2-2 4 0,-1 0 6 15,4-5-3-15,-3-2 4 0,2-1-2 0,0 1-2 16,-3-3 4-16,2-3-4 0,-2 2 1 0,0-6 6 0,1 7-12 15,-1-7 12-15,1 7-1 0,-1-7 7 16,2 2 9-16,-2-2 3 0,0 0 4 0,0 0 0 16,2 6 6-16,-2-6-4 0,0 0 2 0,0 0-4 0,0 0 3 0,7 2-5 15,-1-3-2-15,5-1 0 0,2-2-29 16,5 1-36-16,1-1-34 0,0-4-53 0,8 0-62 0,-10-1-74 16,11 0-91-16,-10-1-232 0,3-7-633 0,-5 4 280 15</inkml:trace>
  <inkml:trace contextRef="#ctx0" brushRef="#br0" timeOffset="26548.15">11657 4441 121 0,'-5'2'236'0,"5"-2"-2"0,-6 3-6 0,6-3-7 0,0 0-6 15,-2 3-12-15,2-3-11 0,0 0-8 0,0 0-14 16,0 0-16-16,0 0-15 0,27-3-7 0,-5 0-19 16,13 0-9-1,5-3-11-15,12-1-8 0,6 4-6 0,8-4-13 16,0 0-4-16,0 2-3 0,-2-2-10 0,-8 2-6 15,-4 0 1-15,-17 3-3 0,-3-1-4 0,-10 0-1 16,-4 2 0-16,-5 0-8 0,1-1-1 0,-5 2-1 16,-2-1-13-16,0 0-11 0,-2-2-22 0,-5 3-22 15,0 0-32-15,0 0-43 0,0 0-56 0,-35 4-81 16,12-4-212-16,7 1-504 0,4-1 224 0</inkml:trace>
  <inkml:trace contextRef="#ctx0" brushRef="#br0" timeOffset="33615.08">13134 3716 123 0,'-7'-3'195'0,"7"3"-4"16,-7 0-6-16,7 0-7 0,0 0-1 0,-6 0-9 15,6 0-3-15,0 0-9 0,-5-3-6 0,5 3-11 16,0 0-9-16,-4-2-13 0,4 2-10 0,0 0-14 15,0 0-11-15,0 0-9 0,0 0-6 0,0 0-1 16,0 0-8-16,0 0-2 0,0 0 1 0,0 0-3 16,0 0-1-16,0 0-4 0,0 0-2 0,0 0-10 0,0 0 2 0,0 0-3 15,0 0-7-15,0 0-3 0,0 0 2 0,0 0-6 16,0 0-1-16,0 0-2 0,0 0 0 0,0 0-3 16,0 0-3-16,0 0 1 0,0 0 0 0,0 0-1 15,0 0-2-15,0 0-5 0,0 0 9 0,0 0 8 16,0 0-10-16,0 0-2 0,0 0-2 0,0 0 2 15,22-5-4-15,-2 1-3 16,8 1 0-16,4 2 1 0,3-3 0 16,3 0-3-16,3 1-1 0,12-1 0 0,-13 1 1 15,11-3-1-15,-11 2 1 0,-2 3 1 0,-1-2-2 0,-6 0 0 16,1 2-3-16,-9-2 13 0,-5 3-25 0,-5-1-20 16,-2 1-22-16,-3 0-16 0,-2-2-23 0,-1 2-14 15,-5 0-1-15,0 0-2 0,0 0-15 0,0 0-5 16,-18 8-9-16,6-7-20 0,0 1-4 0,-3 1-13 0,-3 0-143 15,0-3-347-15,0 0 153 0</inkml:trace>
  <inkml:trace contextRef="#ctx0" brushRef="#br0" timeOffset="33848.74">13386 3583 199 0,'-4'-11'273'0,"2"2"-1"15,0 2 6-15,0-1 3 0,-1 3 4 0,3-1-10 16,-3 1-13-16,1 2-22 0,2 3-25 0,-1-8-26 16,1 7-27-16,0 1-15 0,0 0-24 0,-1-4-46 15,1 4-7-15,0 0-18 0,-3 12-9 0,3-1 2 16,1 6-12-16,-1 2 1 0,0 8-2 0,4 1-5 0,-2 2-4 0,1 5 3 16,0-3 5-16,3 1-20 0,-1-1-36 0,3 0-39 15,-3-2-46-15,0-2-67 0,3-4-90 0,-7-6-244 16,3-7-553-16,1-2 245 0</inkml:trace>
  <inkml:trace contextRef="#ctx0" brushRef="#br0" timeOffset="34501.53">14636 3055 193 0,'0'-6'249'0,"-1"1"-9"0,-1-1-11 0,2 2-21 16,-1 1-24-16,1 3-15 15,0-8-22-15,0 8-19 0,0 0-18 0,0 0-9 16,0 0-14-16,0 0-9 0,1 25-9 16,-2-10-9-16,5 10-4 0,0 1-4 0,-2 2-5 15,-2 1-5-15,3 0 28 0,0 1-7 0,1 0-2 0,0-3-10 16,0-4-1-16,-1-2-1 0,-1-3-2 0,2-1-30 15,-1-1-25-15,-1-3-29 0,-2 0-44 0,5-1-58 16,-5-2-75-16,0-5-183 0,0 2-429 0,0-7 190 0</inkml:trace>
  <inkml:trace contextRef="#ctx0" brushRef="#br0" timeOffset="34833.57">14417 3621 2003 0,'-10'4'208'15,"1"-2"-107"-15,0 3-31 0,3-3-21 0,1 2-9 16,5-4-9-16,-12 1 6 0,12-1-1 0,-5 3-2 0,5-3-7 16,0 0-4-1,0 0 1-15,20-9-4 0,0 6-2 0,9-3-3 16,11 0-3-16,18-6-4 0,6 2 2 0,28-3-3 15,-2 2-1-15,-26 5 1 0,30-2 15 0,-30-1-2 16,0 5 1-16,1-2-4 0,-6 1 4 0,-7 5-3 16,-15-3-1-16,-6 2-2 0,-9 0-1 0,-2 0-1 15,-7 0-4-15,-3 1-3 0,-1 0 2 0,-1 0-11 16,-2 0-22-16,-2 0-2 0,-4 0 3 0,0 0-5 0,0 0-23 0,-18 7-30 16,4-2-39-16,-3 1-56 0,2-2-67 0,-6 3-124 15,3-3-398-15,0-1 177 0</inkml:trace>
  <inkml:trace contextRef="#ctx0" brushRef="#br0" timeOffset="35519.81">14494 4049 244 0,'0'0'249'0,"-3"-4"-24"16,3 4-28-16,0 0-23 0,0 0-17 0,0 0-17 16,0 0-13-16,17 0-17 0,-8 4-10 0,6-1-10 15,-2 7-11-15,6-1-7 0,4 5-9 0,-2 4-7 0,-1 0-2 0,-3 2-9 16,1 1-5-16,-2 0-4 0,-6-3-3 0,2 6-4 15,-7 1-1-15,0-2-6 0,-5-3 3 0,-5 4-7 16,0 4 1-16,-3-5-2 0,-1-6-1 0,-5 5-2 16,-1-2 1-16,-3-1 0 0,4-6-3 0,-1-1-4 15,2 0 0-15,-1-3 1 0,1 3 7 0,3-5 6 16,0-1 22-16,3-2 25 0,2-1 24 0,0 3 22 0,1-5 32 0,4-1 27 16,-10-1-9-16,10 1-2 0,-4-9-25 0,3 5-10 15,2-7-8-15,-1 0-9 0,9-6-27 16,1 0-1-16,3-5-19 0,7-3-13 0,2 2-3 15,0 0-8-15,0 0-8 0,-1 1-5 0,1 2 3 0,-3 2-1 16,-4 5-4-16,-2 2-13 0,-1 0 8 0,-2 3 8 16,-2 1-11-1,-3 3-7-15,0-1-8 0,0 2-3 0,-1 1-14 16,-3-1-19-16,4 2-18 0,-5 1-25 0,0 0 5 16,0 0 10-16,3 10 4 0,-3 1 3 0,-1-1 14 15,-1 2 0-15,0 3 5 0,-1 2 3 0,2 2 6 16,0 2 0-16,-2-3 6 0,2 3 2 0,1-4-1 15,1 1-5-15,3-1-7 0,-3-5-19 0,2 2-19 16,1-5-17-16,-2 1-15 0,6 0-35 0,-3-4-34 0,8-1-60 0,-7-2-279 16,2-3-552-16,-2-1 245 0</inkml:trace>
  <inkml:trace contextRef="#ctx0" brushRef="#br0" timeOffset="35952.01">14871 4020 68 0,'1'-4'294'0,"2"1"-25"0,-2 0-27 0,4-3-21 15,-2 1-24-15,4 2-19 0,-3 2-20 0,3-2-15 0,0 2-15 0,1-1-12 16,-1 2-11-16,2 2-19 0,3-1-5 0,-6 3-9 15,2 1-10-15,1 4-7 0,-4-2-4 0,4 6-6 16,-5-1-3-16,1 3-3 0,-4 2-2 0,-2 1-4 16,0 2 7-16,-6-2-14 0,1 1 0 0,-3 6-8 15,5-10 1-15,-5 3-2 0,0-2 0 0,4-5-2 16,-3-1-3-16,7-1-1 0,-4 0 0 0,1-4 2 0,-1-1-2 16,4-1 0-16,-3 1 15 0,4-4 11 0,0 4 27 0,0-4 4 15,4 4 11-15,-4-4 0 0,19-1-7 0,3-2-8 16,7 3 0-16,2-7-10 0,2 3-4 0,2-1-2 15,-1-1 7-15,2 1 5 0,0 0-4 0,-2 0-5 16,-5 1 0-16,-8 2-13 0,-2 1-3 16,-6 1-4-16,0-3-5 15,-2 3 1-15,-6 0-8 0,1-1 0 0,2 0-8 16,-8 1-19-16,8 0 2 0,-8 0-24 0,5 1-19 16,-5-1 5-16,0 0-5 0,0 0-40 0,-9 7-45 15,4-5-53-15,1-1-69 0,-5 1-295 0,9-2-596 16,-10-1 264-16</inkml:trace>
  <inkml:trace contextRef="#ctx0" brushRef="#br0" timeOffset="37193.18">16706 3200 26 0,'1'-3'190'0,"-1"-2"-9"0,0 0-7 0,0 0-27 16,-2 0-10-16,-1 1-10 0,-2 1-16 0,0-1-13 16,-8 1-17-16,0 0-5 0,-8 2-13 0,-7-2-2 15,-2 6-13-15,-2-2-3 0,-1 3-2 0,1 1-7 0,0 1 0 0,-3 2-10 16,2 1 2-16,4 1-9 0,-1 2-3 0,1 4 2 15,2-2 0-15,-1 2-6 0,5 1-2 0,3 2 2 16,4-5-5-16,5 2 9 0,0 0-7 0,5-1-2 16,2 0 4-16,4-3-5 0,6 4 4 0,0-3 1 15,5-1 0 1,7 0-1-16,0-3 3 0,13 1-4 0,2-6-1 16,2 2 0-16,3-5-2 0,0-2 4 0,3-1-5 0,-3-3 2 15,-2-3-5-15,1-1 5 0,-3-1-4 0,-4-5 3 16,-4 1-3-16,-2-5 4 0,-5 1 17 15,-5-4 6-15,-1-3 1 0,-3 0 12 0,-3 1 2 16,-5-3 12-16,-2-2 1 0,-2-2 11 0,-2-1-2 16,-4-3-2-16,2-1 4 0,-3 3 0 0,-4 1-5 15,4-1 4-15,-2 6 5 0,0 2 6 0,5 5 4 0,-2 4 12 0,3 5 0 16,-1-1 9-16,1 5-5 0,2-1-6 0,3 4-12 16,-2-1-14-16,-1 0-15 0,2 2-21 0,-1 0-33 15,2 3-30-15,0 0 43 0,0 0-22 0,-5 10 18 16,7 0 0-16,-2 7-4 0,-2 10 0 0,4 3 0 15,-2 3-4-15,0 1 2 0,1 1 4 0,0 2-5 16,0 7 6-16,1-11-4 0,0 2 1 0,2-2 0 0,-1-1-9 0,0-1 13 16,1-2-2-16,0-4 3 0,0-6-2 0,-1-2 3 15,0-2 4-15,0-2-2 0,0-2-4 0,-1-4 3 16,-2 1 1-16,0-4 2 0,1 1 5 16,3 0 2-16,-4-2 8 0,0 1-11 0,0-4 34 15,0 0 10-15,1 5-4 0,-1-5 11 0,3 2-5 16,-3-2-3-16,0 0-2 15,0 0 2-15,1 5-8 0,-1-5-4 0,0 0-12 16,0 0 2-16,0 0-11 0,0 0 2 0,0 0 6 16,0 0-7-16,0 0 1 0,0 2-6 0,0-2-6 15,0 0-6-15,0 0-6 0,0 0-27 0,0 0-17 16,0 0-26-16,0 0-42 0,0 0-71 0,0 0-69 16,4-11-85-16,-3 5-301 0,3-3-684 0,1 0 302 15</inkml:trace>
  <inkml:trace contextRef="#ctx0" brushRef="#br0" timeOffset="37841.56">16826 2470 106 0,'0'0'209'0,"0"0"-23"0,0 0-18 16,0 0-26-16,0 0-16 0,0 0-9 0,0 0-15 0,0 0-13 15,0 0-6-15,3 16-9 0,-3-10-16 0,2 3 1 16,-2 0-4 0,0 0-11-16,0 2 1 0,0 1-13 0,3 0 4 15,-3-2-5-15,1 2-3 0,-2-1-1 0,2 0 3 16,0-4-11-16,-2-2 1 0,2 2-3 0,-1 0 0 16,0-1-10-16,0-2 5 0,0 1 2 0,0-1-2 15,0-1 3-15,0-3 9 0,0 5 3 0,0-5 5 16,0 0 0-16,0 4 1 0,0-4 1 0,1 4 13 15,-1-4 0-15,8 4 2 0,-7-4-3 0,7 1-2 0,-3 0-4 0,5 2 0 16,2-1-9-16,-2 1-3 0,4 1 0 0,-1-4-4 16,9 4-1-16,-6 1-4 0,-3-2-3 15,4 2 0-15,-3-2-6 0,-4 2 7 0,1-2-7 16,0-1 1-16,-4 1-4 0,2-2 0 0,-5 2 0 0,1-1-2 16,0 2-1-16,-1-4 0 0,-4 0 1 0,5 1 4 15,-5-1 2-15,5 2 4 0,-5-2 1 0,0 0-4 0,4 4 0 16,-4-4-5-16,4 1 3 0,-4-1-1 0,0 0 0 15,0 0 1-15,0 0 0 0,0 0-3 0,0 0 1 16,5 2-2-16,-5-2 6 0,0 0-5 0,0 0 0 16,0 0 1-16,0 0 1 0,0 0-5 0,0 0 1 15,0 0 0-15,0 0-5 0,0 0 7 0,0 0-2 16,0 0 1-16,0 0-3 16,0 0 3-16,0 0-12 0,0 0-6 0,0 0-15 15,0 0-15-15,0 0-20 0,0 0-33 0,0 0-62 16,0 0-274-16,1-9-466 0,-1 9 207 0</inkml:trace>
  <inkml:trace contextRef="#ctx0" brushRef="#br0" timeOffset="38627.81">16734 2477 153 0,'9'-2'154'15,"2"1"-17"-15,6-1-12 0,4 2 1 0,1 2-33 16,7-1-9-16,-8 1-5 0,1 2-10 0,5 3-7 16,-3 1-9-16,-2 1-3 0,-7-1-7 0,-1 5 0 15,-2-2-10-15,-1 3 0 0,-2 0-10 0,-2 1 2 0,-4 3-3 0,0-8 0 16,-3 8 1-16,-4-1 22 0,-1-1-5 15,-4 0 1-15,-2 1 3 0,0-6-2 0,-1 2 7 0,-1 1-8 16,1-4 0-16,1 0-1 0,2-3-2 0,1 0-6 16,1-2-6-16,3 1 2 0,-3-4-7 0,2 3 6 15,0-3 18-15,2 1 23 0,2-1 24 0,1-2 13 16,-5 3 12 0,5-3 3-16,-4 2 0 0,4-2-2 0,-3 2-2 15,3-2 1-15,0 0-18 0,0 0 3 0,0 0-11 16,0 0-9-16,0 0-7 0,-6 2-7 0,6-2-9 15,0 0 2-15,0 0-14 0,0 0 0 0,0 0-12 16,0 0-2-16,0 0-24 0,0 0 23 0,-4 2-7 16,4-2 7-16,0 0-11 0,0 0-2 0,0 0 0 15,0 0 3-15,0 0 1 0,0 0 1 0,0 0-4 0,0 0 2 0,0 0 2 16,0 0-13-16,0 0 15 0,0 0 2 0,0 0-3 16,0 0 4-16,0 0 11 0,0 0-4 0,0 0 11 15,0 0-8-15,0 0 3 0,0 0-5 0,0 0-9 16,17-4 2-16,0 1-6 0,-1 1-1 0,5-2-3 15,8 1-4-15,-1-1 2 0,2 0 0 0,0 0-9 16,5 1-3 0,-2 1 7-16,-1-3-6 0,-2 1 1 0,-2 3-4 15,-8-1-2-15,-1-1 6 0,-7 1 3 0,-1 2-8 0,-3 0 11 16,-2 0-4-16,-1-2-11 0,0 1 4 0,-5 1-22 16,8 0 27-16,-8 0 0 0,9-2-4 15,-9 2-3-15,0 0-1 0,0 0-17 0,6 0-23 16,-6 0-29-16,0 0-33 0,0 0-41 0,4 3-26 15,-4-3-5-15,0 0-24 0,-6 7-55 0,-1-4-90 0,1-1-198 0,-2 4-586 16,2-5 260-16</inkml:trace>
  <inkml:trace contextRef="#ctx0" brushRef="#br0" timeOffset="39630.54">17329 3027 36 0,'0'-11'256'0,"3"4"-4"0,-2-5 1 0,-2 3-3 16,2 1-14-16,-1 3-12 0,0 1-13 0,0-2-20 15,3 4-22-15,-3-2-19 0,0 4-10 0,0-5-26 16,0 5-13-16,1-4-25 0,-1 4-18 0,0 0-8 15,0 0-2-15,0 0-8 0,9 13-3 0,-4-4-1 0,0 1-7 0,2 4-2 16,-1 2-7-16,-1-1 0 0,3-1-6 0,-3 2 3 16,3-1-7-16,-2 0-9 0,1-2-8 0,-1 0-2 15,0-3-2-15,-1-2-7 0,-1 3-5 0,0-5 6 16,0 0 32-16,-1-1-1 0,1-1 2 0,-2-2 5 16,0 2 3-16,-2-4-3 0,0 0 1 0,0 0 2 15,13-9 2-15,-8 3 5 16,-2-1 10-16,2-2 0 0,-1-2-1 0,-1 4 4 15,3-3 3-15,-3-1-3 0,0 0 1 0,0 0-1 16,2 4-7-16,-3-1 11 0,1 3 7 16,-1 1 3-16,-2-1-1 0,2 0-5 0,0 2-4 15,-2 1-8-15,0 2-6 0,1-7-3 0,-1 7-12 16,0-4-7-16,0 4-15 0,3-4-13 0,-3 4-18 16,0 0-6-16,0 0 3 0,0 0 4 0,3 12 1 0,-1-2-4 0,-1 2 0 15,2 0 4-15,-3 6 9 0,0 1-2 0,0 6 2 16,0 3 3-16,-3 1 0 0,6 4 4 0,-7 0 4 15,0 0 0-15,3 0 1 0,-3 2 3 0,0-3-7 16,2-1 12-16,-3-1 0 0,-2-1-2 0,2-1 5 16,-1-4-3-16,-1-5 2 0,-1 5 4 0,0-7-3 15,0-1-1-15,-1 0-1 0,2-7-1 0,-1 0 2 0,-1 1 1 0,1-2 8 16,-3-1 5-16,0-1 3 0,0-2 11 0,1-1 6 16,-2-1 15-16,1-2-3 0,-1 0 13 0,2-1 15 15,-3-4 17-15,4-1 13 0,2 0-3 0,-1-5 3 16,4-1-2-16,4-5-11 0,2-3-15 15,6-8-4-15,5-2-12 0,5-3-5 0,9-10-2 16,1 3-15-16,8-3-2 16,-2 6-1-16,1 0-11 0,-10 11 2 0,6 1-6 15,-3 3 3-15,0-3-10 0,0 6 1 0,-6 3-4 16,-2-1 3-16,-2 8 4 0,-9 2 12 0,0 1 1 16,-1 0-6-16,-2 4-2 0,-1-3-5 0,1 2 0 15,-3 2-5-15,-3 1-1 0,8-4-17 0,-8 4-24 16,4-3-37-16,-4 3-48 0,0 0-6 0,0 0 13 15,0 9 1-15,-3-2-25 0,-2 2-30 0,1 1-38 0,-3 1-54 0,0 2-53 16,-3-2-282-16,1 3-639 0,1-5 282 0</inkml:trace>
  <inkml:trace contextRef="#ctx0" brushRef="#br0" timeOffset="40532.44">16153 3892 94 0,'-11'0'131'0,"5"0"-5"0,-2 0 4 0,2 0 0 0,1 1-1 16,5-1-8-16,-8 0-11 0,8 0-12 0,-9 2-5 15,9-2-14-15,0 0-4 0,-6 1-6 16,6-1 2-16,0 0-2 0,0 0-5 0,0 0 3 16,-8 1 0-16,8-1 3 0,0 0-8 0,0 0 0 0,0 0-6 0,0 0-3 15,0 0-6-15,0 0-2 0,0 0-2 0,0 0-1 16,-4 2 0-16,4-2-4 0,0 0 10 0,0 0 0 15,0 0 2-15,0 0 1 0,0 0-4 0,0 0 0 16,18-4-6-16,4 1-4 0,14-1-6 0,17-4 0 16,11-1-7-16,33 0-1 0,4-4-3 0,5 5 4 15,4 1 13-15,2-4-9 16,4-1 6-16,1 3 4 0,5 2-4 0,-3 0-4 16,-5-3 2-16,-13 0-7 0,-10 6 1 0,-32-1-2 15,-7 2-2-15,-15-2 6 0,-2 3 9 0,-7-1 8 16,-5 2 1-16,-6-2 13 0,-3 3-1 0,-5-3 5 15,-3 3 24-15,2-1-10 0,-2 1-2 0,-1-1 13 16,-1-2-31-16,-4 3-14 0,8 0-23 0,-6-1-24 16,-2 1-45-16,0 0-48 0,0 0-43 0,-19 5-42 0,6-4-69 15,1 5-282-15,-5-1-577 0,-1 0 256 0</inkml:trace>
  <inkml:trace contextRef="#ctx0" brushRef="#br0" timeOffset="42167.4">17087 4509 118 0,'2'-4'141'0,"2"0"-1"0,-4-1 11 16,1 1 4-16,2-3-3 0,-3 4-2 15,0-1-6-15,0 4-14 16,-4-11-14-16,0 7-11 0,-1 2-13 0,-1-2-10 16,-2 3-14-16,-3-3-5 0,-7 2-6 0,1 2-7 15,-5 2-8-15,-7 0 0 0,1 2-8 0,0 1-4 16,-2-1-1-16,4 4-6 0,-1 0 1 0,0 1 2 15,1 4-9-15,7-2-2 0,1-1-1 0,2 2-2 16,0 3-4-16,2-1-2 0,1-1 0 0,3 3 2 16,4-1 2-16,-1-2-1 0,6 3-6 0,-1-1 5 0,4-2 0 0,3 0 2 15,7 1 4-15,3-3-1 0,2-3 1 0,7 1-2 16,3 0-1-16,1-4 5 0,0-1-7 0,0-4 1 16,4 0-3-16,-5-2 2 0,-4-3 2 0,0-4-3 15,-3 1 4-15,-2-3 16 0,-2 0 9 0,3-10 18 16,-6 6 15-16,0-7 7 0,-3 5 8 0,1-8 5 15,-3 0-8-15,-1-7-2 16,-3 6-3-16,0-4 14 0,0-3-10 0,-3 1-24 16,-1-2-12-16,-1 0 5 0,1-2 5 15,-4 1 12-15,0 1-17 0,0 2 5 0,3 3 9 16,-3 5 4-16,0 6-5 0,2 6-1 0,2 0 13 0,0 2-19 16,-4 5 7-16,4-2-32 0,0 1-11 0,0 2-48 15,0 4-40-15,0 0-8 0,0 0 9 0,-9 13 5 16,7-1 5-16,-2 7 6 0,-3 9 3 0,0 2 11 0,-1 4-2 15,3 1 6-15,0 13 5 0,-2 0 0 0,6-12 8 16,-1 10-1-16,0-10 11 0,7-2 3 0,2 0 1 16,0 0 2-16,2-3 5 0,3-6 3 0,-1-2 0 15,1-6 1-15,-2-1 1 0,-1-7 11 0,0 0 7 16,1-3-8-16,3 0 10 0,1-3 3 0,-1-3 8 16,2-3 4-16,3-4 10 0,-1 0-4 0,-3-5 0 0,2 2 6 0,4-9-8 15,-8 2-1-15,4-8 1 0,0-1-7 0,-3 0 2 16,1-1-6-16,-4-5-4 0,2 1-3 0,-1-2-7 15,-2-2 8-15,2-11 2 0,-3 10-8 0,-3 1 2 16,1 1 3-16,-3 2 15 0,1 3 3 0,-2 2 19 16,-1 8 4-16,2 2 18 0,-3 3-1 0,0 5 6 15,0-1-3 1,0 4-11-16,0 1-14 0,-2 0-8 0,2 0-18 0,-1 2-26 16,1 3-40-16,0-4-41 0,0 4-48 0,0 0 14 15,0 0 9-15,-7 14 7 0,1 3 10 0,0 1 8 16,-4 8 7-16,-1 2 5 0,2-1 8 15,4 5 2-15,-5-1 6 0,1-2 4 0,1 6 5 16,3-4 5-16,-1 1 11 0,2-1-12 0,1-1 8 0,2 0 3 16,1 0 6-16,0-4-1 0,0-7 5 0,0-1 3 0,1-2 0 15,-1-4-2-15,3-2 1 0,-2-2 0 0,2-1 5 16,-2-2-3-16,-1 0 1 0,0-1 14 0,0 1 14 16,0-5 6-16,2 4 12 0,1-1 1 0,-3-3 2 0,0 0 11 15,0 5-2-15,0-5 0 0,0 4 4 0,0-4 0 16,0 0-2-16,0 0-5 0,0 0-5 0,0 0-6 15,17-4-2 1,-7 0-18-16,4 0-28 0,8 0-35 0,-4-5-41 16,0 1-37-16,0 1-51 0,1-5-66 0,6-3-81 15,-9 4-309-15,4-7-678 0,0 1 299 0</inkml:trace>
  <inkml:trace contextRef="#ctx0" brushRef="#br0" timeOffset="42336.64">17235 4474 37 0,'-4'1'275'0,"-1"-1"-5"0,5 0-22 0,-5 3-19 0,5-3-23 16,0 0-23-16,0 0-23 0,33-3-11 16,-5-1-29-16,3-1-30 0,2 0-54 0,3 1-70 0,0-4-86 0,-4 0-189 15,-1-1-333-15,0-1 147 0</inkml:trace>
  <inkml:trace contextRef="#ctx0" brushRef="#br0" timeOffset="42737.67">17685 4077 191 0,'2'-2'300'0,"-2"2"-28"0,1-4-22 0,-1 4-28 15,7-3-24-15,-7 3-21 0,10 0-21 0,-3 3-18 16,3 0-12-16,-4 0-17 0,1 4-8 0,-1 2-11 16,4 1-10-16,-5-1-10 0,3 6-7 0,-3 0-3 0,-5 2-8 15,1 2-4-15,-2-1-4 0,1 0 4 0,-4 1-6 16,-1-2-7-16,0 0-6 0,-2-2-2 0,5-2 0 16,-6-5-3-16,7 2-1 0,-3-5-1 0,0 1-3 15,3 0-1-15,-1-3 2 0,0 1 1 0,2 0 13 16,-2 0 26-16,2-4 17 0,-2 4 14 0,2-4 16 15,8 1-6-15,5-1 9 16,7-3-12-16,11 1-15 0,7-6-5 0,13 1-11 16,3-3-4-16,2-1-10 0,3 2-7 0,4 0 4 15,1 0 3-15,-2-1-2 0,-2 2-3 0,-5 2-7 16,-18 3-6-16,-2-2 10 0,-15 5-5 0,-2-4-8 16,-5 3 18-16,-2-1 4 0,-2 1 6 0,-1 0-1 15,-2 1-10-15,0-2 7 0,-6 2-11 0,6-1-11 16,-6 1-19-16,5-3-44 0,-5 3-45 0,0 0-72 0,0 0-57 0,0 0-80 15,0 0-107-15,0 0-254 0,-22 3-698 0,22-3 310 16</inkml:trace>
  <inkml:trace contextRef="#ctx0" brushRef="#br0" timeOffset="48013.12">3202 7008 28 0,'0'0'239'0,"0"0"-6"0,0 0-23 0,-4 2-20 16,4-2-22-16,0 0-12 0,0 0-14 0,0 0-21 15,20-5-10-15,-3 2-11 0,1 0-11 0,14-2-10 16,-1-1-7-16,4 2-11 0,1 2-9 0,1-5-40 16,-4 2-43-16,3 2-52 0,-4-2-54 0,-3 4-165 15,-7-2-328-15,-4-1 146 0</inkml:trace>
  <inkml:trace contextRef="#ctx0" brushRef="#br0" timeOffset="48229.28">3185 7367 140 0,'0'2'234'0,"0"-2"-25"0,0 0-16 15,5 2-18-15,3-2-20 0,3-2-13 0,9-1-15 16,9-3-12-16,3 2-17 0,1 0-36 0,5-3-57 15,2 1-70-15,0-1-200 0,-3 0-288 0,-2-1 128 0</inkml:trace>
  <inkml:trace contextRef="#ctx0" brushRef="#br0" timeOffset="48737.03">3556 6854 294 0,'-3'-10'413'0,"2"4"-27"0,-2 2-33 16,1-1-30-16,2 1-37 0,-2 0-35 0,2 4-29 15,0-4-25-15,0 4-26 0,-1-5-20 0,1 5-24 0,0 0-12 16,0 0-9-16,0 0-20 0,9 8-8 0,-2 0-5 16,1 0-7-1,1 0-10-15,3 3-12 0,3 2-7 0,-2-1-4 16,6 0-7-16,-6 0-6 0,5 1-12 0,1 3-10 15,-1-6 1-15,-2 0-3 0,0-2-9 0,-1 1 6 0,-3-4-3 16,-1-1 3-16,1 1 1 0,-6-3 3 16,2 0 2-16,-3-1 3 0,1 1 23 0,-3 1 23 15,-3-3 22-15,6 1 13 0,-6-1-3 0,0 0-2 16,5 1 4-16,-5-1-4 0,0 0-11 0,3 3-13 0,-3-3-17 0,0 0-20 16,1 1-31-16,-1-1-5 0,-4 10 2 0,-3 3-5 15,-7 9 6-15,-2 4-9 0,-2 6 7 0,-6 11 5 16,-2 1 11-16,0 5-12 0,0-2 3 0,-2 1 5 15,3-5 18-15,2 2-14 0,5-2 3 0,-2 2 2 16,9-11-1-16,-2-4 2 0,3-4 3 0,3 2-6 16,1-5 5-1,0-6 1-15,5-5 5 0,-2-2-6 0,2-5 9 0,-1 3 5 16,1-3-5-16,1-1 4 0,-1 2 26 0,1-6 10 16,0 5 7-16,0-5 11 0,0 4-1 0,0-4-3 15,0 0-4-15,0 2-7 0,0-2-3 0,0 0-20 16,0 0-40-16,0 0-49 0,0 0-100 0,0 0-97 15,0 0-115-15,0 0-351 0,11-9-776 0,-1 4 343 16</inkml:trace>
  <inkml:trace contextRef="#ctx0" brushRef="#br0" timeOffset="50058.18">5002 6949 222 0,'4'-6'208'0,"-1"-1"-12"0,2-2-14 0,0-1-13 15,2 3-16-15,1-1-14 0,0 3-18 0,3-2-11 16,1 5-14-16,1-2-9 0,2 4-11 0,2 0-5 15,0 5-8-15,0 1-5 0,2 6-7 0,4 3-2 16,-1 4-4-16,-4 2-5 0,0 1-5 0,-3 4-1 0,-2 3-1 0,-4 2-6 16,-3 2-3-16,-1 0 16 0,-3 2-4 0,-4 1-5 15,-3-2 6-15,-1 2-10 0,-2-6-1 0,-3-1-4 16,3-4-2-16,-2 0-1 0,1-5-1 0,1-3 6 16,-1-4 3-16,4 0 6 0,-4-6 5 0,4 2 10 15,0-2 6-15,4-1 18 0,-3-2 24 0,1-1 35 16,2 1 44-16,-2-3 37 15,3-1 10-15,0 0-17 0,0 0-16 0,-5-7-19 16,3 2-15-16,4-7-16 0,1 0-20 0,2-5-10 16,0-3-9-16,4-7-11 0,1-3-13 0,6-1-4 15,3-12-23-15,-3 10 5 0,2 0-8 0,-1 1-7 16,1 1 0-16,-5 3-9 0,3 5 4 0,-3 0-10 16,-6 9 0-16,0 2-8 0,-2 3 5 0,-1 1-6 15,0 5-5-15,-3-1-12 0,3-1-13 0,-4 2-21 0,5 1-26 0,-5 2-1 16,0 0 5-16,4 14 7 0,-4-3-1 0,1 7 12 15,-1 7 0-15,0 4 9 0,0 1 4 16,-1 2-3-16,2 0 4 0,-1-1 2 0,1 1 6 16,3-3 7-16,5-1-2 0,-2-2 4 0,3 0 12 0,-4-9-6 15,4 0-15-15,2-4-1 0,-2 0-10 0,4-4-35 16,3-3-43 0,1-2-61-16,2-4-81 0,7-2-94 0,-7-3-310 15,2-3-708-15,-5-2 314 0</inkml:trace>
  <inkml:trace contextRef="#ctx0" brushRef="#br0" timeOffset="50641.56">5524 6580 86 0,'1'-3'342'0,"0"-3"-19"0,2 2-10 0,-3 4-20 16,0-6-23-16,1 4-29 15,-1 2-26-15,0 0-23 0,5-4-23 0,1 3-20 16,-6 1-20-16,12 2-16 0,-7 3-7 0,4-2-18 16,1 4-5-16,-2 0-12 0,-2 3-9 0,3 2-6 15,0 3-7-15,0 1-4 0,-4-1 0 0,-1 1-7 16,-1 0-8-16,-1 0 10 0,-2 1-12 0,0 0-3 16,-2 2-1-16,-1-4-5 0,-2 0 3 0,0 1 5 15,1-6-3-15,0 0 1 0,0-2-3 0,3-1 3 0,-4-1-1 16,4-2 0-16,-2 0 2 0,2 0 11 0,-2-1 10 15,3-3 36-15,-1 5 11 0,1-5 22 0,0 0 6 0,0 0 8 16,0 0-2-16,0 0-1 0,0 0-12 0,5 2-18 16,-5-2-5-16,18-6-8 0,1 2-11 15,9-4-11-15,2 2-7 0,5-2-8 0,2 1-5 16,13 0-1-16,-9 0-6 16,12 0-6-16,-16 2-2 0,1 2 1 0,-1 1-5 15,-5-1 0-15,-5 2-9 0,-8-2 3 0,-5 2-2 16,-5 0 2-16,0 2-4 0,-1-1 8 0,-3-1 4 15,2 1 10-15,-7 0 0 0,8 0 5 0,-8 0-2 16,5 0-9-16,-5 0-19 0,0 0-26 0,0 0-38 16,0 0-56-16,0 0-99 0,0 0-85 0,0 0-84 15,-20 6-434-15,11-5-878 0,9-1 388 0</inkml:trace>
  <inkml:trace contextRef="#ctx0" brushRef="#br0" timeOffset="52108.64">6803 6989 52 0,'-2'-3'226'0,"0"1"-23"0,-1-3-7 0,-1 3-18 15,1-1-20-15,-5 0-17 0,0 2-11 0,-2-2-15 16,-4 3-13 0,-4 3-10-16,0-3-3 0,-1 4-13 0,-8 4-15 15,-1-2-2-15,1 1-1 0,0 2-7 0,7 0-6 16,-4 2 1-16,6-1-4 0,-1-1-3 0,3 5-5 15,2 0-6-15,0-2 0 0,4 3-3 0,-1-2-4 16,4 1-2-16,1 2 2 0,3-5-3 0,3 0 1 16,0 1-1-16,5 0 1 0,3 2-1 0,1-8-5 0,6 6 5 15,2-7-2-15,2 3 1 0,9-4-4 0,3-4 3 0,-2-1-5 16,3-3-2-16,0-3-2 0,-4 0-6 0,-1-4 4 16,-3-3 1-16,1 0-6 0,-4-3 11 0,-7 2 25 15,-2-2 10-15,2-6 11 0,-3-4 8 0,-4 1 9 16,-2-3 0-16,-1-1 9 0,-3-3 1 0,-2-1-3 15,1-15 8-15,-4 14 6 0,1 0 17 0,0-2 9 16,-1 1 17-16,-3 3 11 16,1 3 16-16,2 4 14 0,0 6 1 0,0 4-2 15,-1-1-14-15,3 7-9 0,0 1-15 0,1 3-20 16,0 1 17-16,-2 0-23 0,3 0-33 0,-1 2-48 0,1 3-61 16,0 0-57-16,0 0-2 0,0 0-4 0,-5 14 18 15,5 5 16-15,-1 5 4 0,1 5 6 0,0 0 6 16,0 5 0-16,1 12 12 0,2-9 7 0,3 9 2 15,-2 0 5-15,2-9-2 0,-1-4 1 0,2 1 9 0,1-1 3 16,0-4 3-16,-1 1 4 0,-1-2-6 0,0-9 4 16,1 0 1-16,-3-2-2 0,-1-2 4 15,1-4-5-15,0 0 9 0,-3-2-3 0,2-5 3 0,-2 3-4 16,3 0 10-16,-4-4-7 0,0-1 0 0,1 3 14 16,-1-5 19-16,4 4-7 0,-4-4 5 0,0 4-3 15,0-4-5-15,0 0 2 0,0 3-3 0,0-3-5 0,0 0-2 16,1 2-1-16,-1-2-6 0,0 0 0 0,0 0-2 15,0 0-3-15,0 0 1 0,3 4 4 0,-3-4-5 0,0 0-2 16,0 0-4-16,0 0 4 0,0 0 0 16,0 0 1-16,0 0-6 0,0 0-1 0,0 0 4 15,0 0-1-15,0 0-3 0,0 0 1 0,0 0 0 16,0 0-2-16,0 0 3 16,0 0-3-16,0 0-17 0,0 0 13 0,0 0-7 15,0 0-13-15,0 0-34 0,0 0-72 0,9-11-63 0,0 2-49 16,5 2-63-16,4-7-79 0,1-2-279 15,7-4-716-15,-2-1 317 0</inkml:trace>
  <inkml:trace contextRef="#ctx0" brushRef="#br0" timeOffset="52724.28">6879 6234 154 0,'4'-5'262'0,"-3"3"-22"16,3-4-13-16,1 2-17 0,2 2-17 0,3-5-18 16,-5 4-18-16,8-2-17 0,1 4-15 0,-4-2-15 15,3 5-11-15,1-1-13 0,0 0-9 0,0 3-4 0,0 4-11 0,-2 0-6 16,0 1-7-16,-4 1 15 0,1 5-7 15,-1-1-7-15,-4 3 1 0,-2 2-10 0,-2 6-1 16,-8-1-3-16,1 0-3 0,-5-1-3 0,-1-1-3 0,-2 1 0 16,4-7-7-16,-1-1-2 0,-1-1 2 0,2-1-2 15,0-1-3-15,0-5 4 0,6 3-6 0,0-5-1 16,1 0-1 0,-2-2-1-16,2 1 4 0,3 0 3 0,-2-1 27 15,2 0 10-15,1-3 6 0,-4 2 1 0,4-2 2 16,1 4-2-16,-1-4 1 0,13 0 0 0,1 0-4 15,2-1-1-15,3 0-13 0,2-1-4 0,0 0-6 16,0-1-6-16,1 1-1 0,-4-1 0 0,1 1-7 16,-1-1 0-16,-5 2-4 0,-3 0 5 0,3 0 16 15,-8 1-27-15,0-1 5 0,3 1 4 0,-8 0 3 0,9-1 12 0,-9 1-3 16,6-2-6-16,-6 2-13 0,0 0-13 0,4-1-27 16,-4 1-20-16,0 0-25 0,0 0-29 0,0 0-36 15,-13 8-31-15,6-4-46 0,0-1-47 0,2 0-277 16,1 0-581-16,0 1 258 0</inkml:trace>
  <inkml:trace contextRef="#ctx0" brushRef="#br0" timeOffset="53410.41">7284 6644 143 0,'-1'-4'327'0,"-1"2"-18"16,2 2-19-16,0 0-24 0,0-5-15 0,0 5-22 15,0 0-26-15,0 0-22 0,-2-4-18 0,2 4-22 0,0 0-12 16,0 0-20-16,0 0-8 0,0 0-9 16,0 0-12-16,13 9-8 0,-10-6-15 0,4 2-12 15,-3-1-7-15,1 3-14 16,3 1-10-16,-3-3-4 0,0 3-2 0,1-2-6 15,2 2-1-15,-4 0-1 0,1-3-5 0,-1 0 2 16,0 0-8-16,2-2-3 0,-3 0 6 0,-1 0 2 16,2-2 0-16,-4-1 4 0,0 0-2 0,0 0 2 15,12-3 0-15,-11-1 2 0,4 1 6 0,-1-3 13 16,-3-1 11-16,3 0 7 0,1-1 10 0,-2 0 5 16,1 0 6-16,-4 2 7 0,1-2 5 0,0 1 9 0,0 2 1 0,2 0-5 15,-2 1-5-15,2 1 0 0,-2-1-12 0,-1 4-8 16,1-5-8-16,2 3-26 0,-3 2-15 0,0 0-22 15,0 0-6-15,0 0 2 0,0 0-6 0,5 7-3 16,-4 2 0-16,2 1 0 0,-1 2 2 0,1 4 1 16,-1 10 4-16,0 0-4 0,-1 3 7 0,-1 3 6 15,1 0 1-15,-2 2 2 0,0 1 1 0,1 2 8 0,-2-6-6 16,0 3 3-16,-1-2 2 0,1 1 3 0,-2-4-1 16,0 2 4-16,-1-7-2 0,0-4 2 0,-1-3-1 0,0-3 1 15,3-2 5-15,-4 1-2 0,3-6 5 0,-2 2 6 16,2-3 10-16,-1 0 12 0,1-2 22 0,-1-3 6 15,-5-1 9-15,2 0 8 0,2-4 5 0,-5-2 22 16,4 1 3 0,-2-6 2-16,1 2 2 0,3-5-2 0,-4-6-10 0,8 0-5 15,2-7-14-15,4-4-15 0,4-2-10 16,5-13-8-16,7-1-8 0,3 2-1 0,3 3-4 16,-7 12-2-16,3 2-9 0,0-1-1 0,-2 5-4 15,-1 2-3-15,1 3 0 0,-6 5 1 0,0 3 0 0,-2 0 10 16,0 2-8-16,-7 3 3 0,2 1-7 0,-3-1-4 15,3 4-5-15,-5-2 2 0,0 1-7 0,1 1-18 0,-4 2-30 16,5-2-44-16,-5 2-41 0,0 0 14 0,4 7-13 16,-4-2-22-16,-1 2-36 0,-3 3-53 0,-1 2-73 15,-2-1-378-15,0-1-750 0,2 2 332 0</inkml:trace>
  <inkml:trace contextRef="#ctx0" brushRef="#br0" timeOffset="53911.7">6341 7565 73 0,'0'0'158'16,"-7"0"-19"-16,7 0 3 0,-8 2-10 0,8-2 7 16,-5 1-7-16,5-1-11 0,-5 2-9 0,5-2-10 0,-4 2-8 15,4-2-8-15,0 0-12 0,0 0-6 0,0 0-2 16,-6 2-12-16,6-2-6 0,0 0 18 15,0 0 13-15,0 0 12 0,0 0 4 0,0 0 1 16,0 0 2-16,0 0-4 0,0 0 5 16,0 0-5-16,31-4-6 0,0-3-10 15,6 1-8-15,27-6-8 0,32-4 8 0,6 1 1 16,7 0 1-16,3 1 7 0,6 1 12 0,-2 2-2 16,-1-4-3-16,-4 6 1 0,0 1-3 0,-7 1 5 0,-11-2-4 15,-30 4-1-15,-3 3 6 0,-5-2-3 16,-17 1-5-16,-4 0 6 0,-6 1-1 0,-8-1-4 15,-1 2 8-15,-10 1-21 0,0 0 0 0,-4 0-6 0,3 0-16 0,-8 0-19 16,9-1-42-16,-9 1-35 0,0 0-36 0,0 0-60 16,0 0-63-16,0 0-94 0,-39 2-355 0,11 0-708 15,-1-1 313-15</inkml:trace>
  <inkml:trace contextRef="#ctx0" brushRef="#br0" timeOffset="54844.97">7230 8262 260 0,'1'-8'300'0,"0"1"-16"0,0 0-5 0,-1 0-8 16,-1 0-20-16,0 1-20 0,-2 0-18 0,1-1-5 15,-2 1-30-15,0 2-17 0,-1-1-18 0,-1 0-18 16,-2 3-16-16,-2-2-17 0,-4 4-10 0,1 0-7 16,-1 1-11-16,-4 2-7 0,0 2-7 0,-3 1-5 15,4 2-7 1,-2 3-4-16,0 0-5 0,3 0-5 0,0 3 2 0,1 0-6 15,2 2 2-15,2-1-5 0,1-3-15 0,2 4-12 16,3-1-6-16,1 2-8 0,4-5 7 16,3-2-2-16,-2 2 2 0,3-4 11 0,0 2-6 15,2-1 0-15,2-2 7 0,2-4-1 0,-1 1 5 0,0-2 6 16,2-4 7-16,0 2 6 0,-1-2 11 0,1-2 17 16,3-4 18-16,-1-4 8 0,-1-1 10 0,-1-1 6 0,-1-1-2 15,1-9 7-15,0-1 2 0,-1 0 7 0,-2-3-8 16,0 0 1-16,-1-1-17 0,-2-3-6 0,3-15-1 0,-3 12-5 15,3-14-4-15,-2-1-1 0,-2 4-11 0,4 0 4 16,-7 12 3-16,3 0 5 0,0 4 5 16,-3 7-7-16,-1 3 10 0,0 4 3 0,-1 6-3 0,2-2-9 15,-1 7-9 1,-1-3-16-16,1 3-33 0,0-2-37 0,0 3-59 16,0 4-25-16,0 0 2 0,0 0 10 0,-2 21 11 15,0 4 10-15,-2 6 5 0,3 4 8 0,-1 18 12 16,1-1 9-16,0 2 0 0,3-2 7 0,-3-3 13 0,2-14-8 15,2-1 11-15,3 2 3 0,2-3 9 16,-2-1 2-16,1-3 0 0,2-2 5 0,-3-8 5 16,3-2-7-16,-4-5 15 0,0 2-1 0,-2-2 4 0,1-2 3 0,-3-4 2 15,0-2 5-15,1 0 11 0,0 2 24 0,1-4 8 16,-2 0 14-16,-1-2 0 0,1 8-2 0,-1-8-2 16,0 0-6-16,3 2-15 0,-3-2-28 0,0 0-59 15,1-11-55-15,-2 5-50 0,1 1-78 0,-2-5-76 16,2 0-75-16,-1 1-280 0,0-5-705 0,0 2 311 15</inkml:trace>
  <inkml:trace contextRef="#ctx0" brushRef="#br0" timeOffset="55283.7">7375 8027 160 0,'4'-4'190'0,"4"1"-17"16,-1 1-15-16,1-1-12 0,1 3-19 0,5 0-7 15,-1 5-9-15,0-2-8 0,-1 2-11 0,4 3-10 16,-2 2 5-16,-1 2-4 0,0 1-7 0,-1 1-6 16,-3 3-8-16,1 0-2 0,-5 0 2 0,3 3-8 15,-8-2 0-15,4 2-4 0,-3 0 2 0,-1-2 3 16,-5 1-5-16,2-3-1 0,2 2-2 0,-4-2 0 16,-3-2-1-16,3-2 8 0,2-2-2 0,1-3 4 0,-2-2 10 0,0 2 10 15,3-2 23-15,-1-1 27 0,0 0 34 0,1 0 42 16,1-4 34-16,0 0 17 0,0 0-20 0,0 0-19 15,0 0-23-15,-3-16-18 0,6 6-15 0,0-2-20 16,3-5-12-16,-2-2-16 0,7 1-17 0,2-5-10 16,0 0-9-16,-3 7-8 0,-1-2-6 0,0 3-10 15,0 4-3-15,-4 1-9 16,1 3-8-16,0 5-5 0,-2-5-7 0,-2 4-7 16,3-2-30-16,-2 4-23 0,-3 1 5 0,0 0-10 15,11 8 1-15,-7 0-5 0,1-1 3 16,1 4-4-16,1 4 4 0,-1 0 7 0,-1 1 3 0,2 2 2 0,-1 1 1 0,-2 0-3 15,2 1-27-15,-2-1-31 0,0-2-24 0,0 4-23 16,-1-9-21-16,-1 1-33 0,-1-3-26 16,-2-2-25-16,1-2-46 0,-2 2-316 0,-1-6-660 15,-2-2 293-15</inkml:trace>
  <inkml:trace contextRef="#ctx0" brushRef="#br0" timeOffset="55669.1">7789 7886 320 0,'5'-4'299'16,"-1"0"-34"-16,-1-1-26 0,2 2-22 0,0 1-19 0,0-1-17 16,0 3-19-16,4-2-13 0,-1 7-11 15,0-5-19-15,-1 5-10 0,3 0-8 0,-2 4-6 16,1 1-6-16,-3 1-4 0,1 6-5 0,-3 0-5 0,-2-1-5 0,-2 3-4 15,0-2-4-15,-2 1-6 0,-2-1-5 0,0 3-6 16,-1-5 0-16,1-4-3 0,0 2 7 0,0-5-16 16,3 3-8-16,-2-6 1 0,2 1-3 0,0-2 11 15,0 0 22-15,1 0 20 0,0-4 34 0,7 5 9 16,5-5 6-16,6 0-6 0,10-2-9 0,5-2-6 16,0 0-11-16,4-1-12 0,4-1-5 0,-2 0-6 0,10-1-4 0,-13 2-2 15,4 1-6-15,-2 0-3 0,-4 1-6 0,-4 0-3 16,-10 3-4-16,0-1-7 0,-8-1-6 0,-2 1 0 15,-1 1-3-15,-2 0-2 0,0 0 0 0,1 0 1 16,-8 0-2-16,8 0-5 0,-8 0-12 0,5-3-23 16,-5 3-29-16,5 0-49 0,-5 0-53 0,0 0-18 15,0 0-38-15,0 0-67 16,0 0-95-16,-14 9-300 0,6-9-721 16,8 0 320-16</inkml:trace>
  <inkml:trace contextRef="#ctx0" brushRef="#br0" timeOffset="56618.35">9118 7218 56 0,'0'0'227'0,"0"0"0"16,-9 1-1-16,9-1-3 0,0 0-6 0,0 0-1 15,0 0-7-15,0 0-8 0,0 0-15 0,0 0-9 16,0 0-17-16,-6-1-19 0,6 1-9 0,0 0-17 16,0 0 2-16,0 0-25 15,0 0-10-15,24-8-9 0,-7 2-11 0,2 3-17 16,9-5-28-16,-7 4-36 0,7-1-32 0,-2-1-44 15,-3 2-30-15,-1 2-43 0,-4 0-33 0,1 0-223 16,-6 1-459-16,-3 2 203 0</inkml:trace>
  <inkml:trace contextRef="#ctx0" brushRef="#br0" timeOffset="56756.45">9186 7377 63 0,'-14'12'182'0,"5"-5"-8"0,2 0-19 0,0-3-2 15,3 1-11-15,0-2-9 0,2 2 5 16,2-5 8-16,2 5-2 0,5-2-9 0,10-3-6 0,11 1-19 15,7-2-12-15,3-3-23 0,17-3-52 0,1 1-69 16,5-2-86-16,-4-1-172 0,-3 1-329 0,-19 0 146 16</inkml:trace>
  <inkml:trace contextRef="#ctx0" brushRef="#br0" timeOffset="58407.01">11059 6825 63 0,'-1'-8'244'0,"0"1"-2"16,-2-3-6-16,3 3-8 0,-1-2-5 0,-2 2 2 15,3 1 2-15,0 1-9 0,0-1-17 0,0 0-16 16,-1 2-19-16,1 4-17 0,-3-5-24 0,3 0-13 15,0 5-17-15,0 0-33 0,0 0-5 0,0 0-20 16,0 0-3-16,4 12-6 0,-4 0-1 0,0 3-6 16,4 4 0-16,-4 11-5 15,3 0 4-15,-3 1-1 0,2 0-6 0,-2-1 4 16,4-1-1-16,-4 2-4 0,5-4 2 16,-5 0-8-16,4-2 5 0,-3-6-2 0,2 0-1 0,-2-4-3 15,-1 2 3-15,0-5-2 0,3-2 4 0,-6-2-2 16,3-2-3-16,0 1 1 0,3-2 3 0,-3-1-2 15,0 2-1-15,0-3 3 0,0-3-4 0,1 2 1 16,-1-2-3-16,0 0-2 0,0 0-7 0,1 6-4 0,-1-6-26 0,0 0-53 16,0 0-35-16,-9-8-41 0,5 2-40 0,2-1-45 15,-6 0-183-15,6-8-469 0,-2 0 208 16</inkml:trace>
  <inkml:trace contextRef="#ctx0" brushRef="#br0" timeOffset="58792.47">10967 6718 33 0,'-4'-5'275'0,"0"-2"-12"16,3 4-18-16,-1-1-25 0,-1-1-23 15,2 3-23-15,1 2-19 0,-3-4-17 0,3 4-15 16,0 0-20-16,0 0-5 0,14 11-9 0,-2-6-12 16,3 8-6-16,9 2-7 15,3 5-8-15,1 2-6 0,3 0-4 0,7 11-2 16,-2-1-6-16,-6-6-2 0,2 11-4 0,-11-11-4 15,1 6-2-15,-5-4 0 0,-2 2-2 0,-5 2-5 16,-3 2 2-16,-6-6-4 0,-2 1 2 0,-6 0 3 16,-3 0 7-16,-4-5 4 0,-4-2 4 0,-4 3 1 15,-1-4 14-15,0-1-2 0,0-2 1 0,-2-1 6 16,0-4 11-16,5-4 2 0,2 1 6 0,-1-2 5 0,1-1-5 0,5 0 0 16,4-2 0-16,-1-3 2 0,2 2-12 0,2-1 1 15,-1-2-7-15,4 2 4 0,-1-2 10 0,0 2-5 16,4-3 0-16,-5 1-6 0,5-1-3 0,0 0-5 15,0 0-5-15,0 0-13 0,-9 0-3 0,9 0-9 16,0 0-11-16,-3 1-19 0,3-1-21 0,0 0-23 16,0 0-23-16,0 0-25 15,0 0-23-15,0 0-31 0,0 0-37 0,0 0-53 16,0 0-72-16,8-7-241 0,-4 1-600 0,1 2 265 16</inkml:trace>
  <inkml:trace contextRef="#ctx0" brushRef="#br0" timeOffset="59810.59">11202 6386 219 0,'2'-7'227'0,"0"0"-18"0,1 2-18 15,1 0-22-15,3 0-15 0,-2 1-17 0,4 0-14 16,0 1-11-16,4 3-15 0,-3 0-11 0,4 2-11 16,-1 3-2-16,0-1-6 0,-2 5 6 0,3 1-5 15,-1 3-5-15,-3 3-5 0,1 1-4 0,-4 2-5 16,-2-1-4-16,-1 6-1 15,-4-4-5-15,0 4 1 0,-5-5 8 0,0 0 1 16,-3 1-3-16,1-3-1 0,-2 1-2 0,-1-4-2 16,-1 1-1-16,5-6-5 0,-2 3-4 0,2-4 1 15,-2-2-6-15,6-1-1 0,-2 0-2 0,1 0-5 16,-1-1 1-16,4-1-3 0,-2 0 3 0,-1-1 15 16,3-2 10-16,-5 5 9 0,5-5 3 0,0 0 9 15,-1 2-3-15,1-2 3 0,0 0-5 0,-4 4-5 0,4-4-5 16,0 0-2-16,0 0-4 0,0 0-3 0,0 0-7 15,0 0-4-15,0 0 0 0,0 0-6 0,-4 3-3 0,4-3 6 16,0 0-7-16,0 0-4 0,0 0 2 0,0 0 1 16,0 0 15-16,0 0 2 0,0 0 6 0,0 0 10 15,0 0 4-15,0 0 2 0,0 0 0 16,0 0 1-16,0 0-14 0,0 0 8 0,0 0-5 0,35-8-5 0,-12 4-4 16,9-5-11-16,5 0 3 0,15-2-1 0,2 1 4 15,-1 1-15-15,1-3-2 0,1 4 7 0,0-1 11 16,-3-1-4-16,-13 5-3 0,-5-1-5 0,-1 2 4 15,-2 0-5-15,-13 1 2 0,-5 1-5 0,-2 2-2 0,-2-3 0 16,0 3 0-16,-2-1-4 0,-1 0 4 0,-6 1-3 16,8-2-14-1,-8 2-12-15,0 0-29 0,6 0-32 0,-6 0-30 16,0 0-54-16,0 0-63 0,-18 12-90 0,8-9-380 16,2 1-747-16,2-3 330 0</inkml:trace>
  <inkml:trace contextRef="#ctx0" brushRef="#br0" timeOffset="66195.7">11947 7185 83 0,'0'0'141'15,"0"0"-2"-15,0 0 2 0,0 0-11 0,0 0 0 16,0 0-6-16,0 0-8 0,-7 0-11 0,7 0-9 16,0 0-4-16,0 0-8 0,0 0-11 0,0 0-3 0,0 0 0 0,0 0-3 15,0 0-2-15,0 0 4 0,0 0-3 0,0 0-3 16,0 0-7-16,0 0-4 0,0 0 2 0,0 0-3 16,0 0-2-16,0 0-7 0,0 0-5 0,0 0-2 15,0 0-1-15,0 0-6 0,0 0-3 0,0 0 2 16,-7 2 5-16,7-2-9 0,0 0 0 0,0 0-5 15,0 0 2-15,0 0 0 16,0 0 0-16,0 0 0 0,0 0-7 0,0 0-1 16,0 0 1-16,0 0-3 0,0 0 0 0,0 0 0 15,0 0-1-15,0 0 0 0,0 0-1 16,0 0 1-16,18 1-2 0,-5-4-2 0,6 2 0 0,9-4 2 16,5 1-1-16,6-3-1 0,17 0-2 0,0 1 2 15,-1 0-5-15,0 2 3 0,-4-3 1 0,1 1-5 0,-14 2 5 16,-3 1 3-16,-3 1-3 0,0-1-2 0,-2 0-2 15,-10 1 2-15,-1 0 0 0,-7 1-3 0,-2 0 2 16,-1 0 0-16,-3 1 2 0,-1 0-7 0,-5 0-4 16,9-3-9-16,-9 3-9 0,6-1-2 0,-6 1-17 15,4 0-15-15,-4 0-24 0,0 0-12 0,0 0-23 16,0 0-30-16,-19-3-3 0,19 3-36 0,-10 0-111 0,4-3-323 16,2-1 143-16</inkml:trace>
  <inkml:trace contextRef="#ctx0" brushRef="#br0" timeOffset="66581.11">12991 6825 160 0,'0'-5'287'15,"-1"-2"-21"-15,-2 1-11 0,2 2-17 0,1-1-9 16,0 5-19-16,0-8-20 0,0 4-21 0,0 4-19 16,0 0-7-16,0 0-27 0,0 0-15 0,0 0-18 0,0 0-7 0,0 0-11 15,0 0-11-15,0 18-7 0,4-5-6 0,-4 6-2 16,1 0-1-16,2 6 3 0,-2 1-11 0,3 1-5 16,-3-2-1-16,-1 1-1 0,0-1-3 0,3-7-1 15,-6-2-2-15,7 3-6 0,-4-3 2 0,0 0-6 16,0-3 4-16,4-3 4 0,-4 0-6 0,0-3 1 15,1-2-5 1,-2 1 6-16,2-1 3 0,-1-1-2 0,0-1-3 16,0-3 4-16,0 6-2 0,0-6 2 0,1 4 7 15,-1-4 4-15,0 0-8 0,0 0-4 0,-2 4 2 0,2-4-5 16,0 0-6-16,0 0-32 0,0 0-40 0,0 0-32 16,-12-12-30-16,11 7-26 0,-3 0-35 15,0-6-33-15,-1 2-194 0,4-3-455 0,-4-2 202 16</inkml:trace>
  <inkml:trace contextRef="#ctx0" brushRef="#br0" timeOffset="66997.13">12899 6752 215 0,'-4'-5'215'0,"-1"-4"5"15,3 5-6-15,-2-2-6 0,1 1-6 0,1 3-12 16,2 2-12-16,-3-5-17 0,3 5-22 0,-1-3-13 15,1 3-15-15,0 0-13 0,0 0-9 0,0 0-11 16,20 3-9-16,-7 1-5 0,5 4-8 0,7 2-11 16,0 2-1-16,3 3-7 0,3 2 3 0,-2 1-10 15,-1 4-1-15,0 0-2 0,-1 4-3 0,-8-1-2 16,-1 1-1-16,0 2-1 0,-9-2-2 0,1-1-3 16,-6 2-1-16,-4-2 2 0,-4-6 5 0,-5 6-5 15,-1-1 1-15,-4-3 2 0,-3-1-4 0,-2-3 4 16,-1 0-1-16,-3-2-3 0,-3-1 2 0,7-2 0 15,0-2 1-15,0-3 4 0,2 2 0 0,3-4 0 16,1 0 2-16,3-2-2 0,1 1 4 0,4-1-5 16,-2-2-1-16,4 1-2 0,3-2-1 0,-8 3 8 0,4-1 15 0,4-2-1 0,-4 2 1 15,4-2 0-15,0 0-5 0,-3 3 12 0,3-3-11 16,0 0-8-16,0 0-1 0,0 0-3 0,0 0 1 16,0 0-5-16,0 0-11 0,0 0-8 0,0 0-15 0,0 0-19 15,0 0-19-15,0 0-24 0,0 0-36 0,0 0-40 16,21-4-38-16,-16 1-60 0,3 2-250 15,1-4-542-15,1 0 241 16</inkml:trace>
  <inkml:trace contextRef="#ctx0" brushRef="#br0" timeOffset="67476.27">13303 6469 168 0,'0'0'214'16,"0"-4"-29"-16,0 4-24 0,0 0-12 0,0 0-20 15,0 0-12-15,19 9-15 0,-10 1-11 0,5 4-12 16,4 5-6-16,-3 6-4 0,2 4 0 0,10 14-6 16,-3 3 2-16,2 2-1 0,-7 6-4 0,3 4-1 0,-6-1-1 0,-4 2-3 15,-5 1-5-15,-4 0-9 0,-6-3 2 0,-3-2-3 16,-4-2 0-16,-7-2-3 0,-6-5 3 0,-4-3-4 16,-7 3-1-16,-6-7-5 0,-7 1 3 0,-4-2-4 15,-27 16-24-15,1-10-45 0,-3-9-61 0,-2-1-71 16,-4-2-191-16,24-16-393 0,-5-5 174 0</inkml:trace>
  <inkml:trace contextRef="#ctx0" brushRef="#br0" timeOffset="68246.88">10689 6527 46 0,'0'0'191'15,"0"0"-19"-15,0 0-20 0,-4-3-18 0,4 3-14 16,0 0-16-16,-4 8-7 0,-3 2-18 0,-4 7-3 16,-4 7-14-16,-3 7-5 0,-9 20-4 0,0 1-11 15,-10 31 9-15,4 1 0 0,2 2-5 0,16-29-1 16,-4 31-3-16,11-30 5 0,4 1 18 0,4-4 1 16,4-2-3-16,5-3-3 15,6-3 2-15,6-3 8 0,6-3 3 0,5 2-2 16,6-9-5-16,4-2-1 0,1-3-16 0,6-3-16 15,-3-4-42-15,5-3-53 0,9-6-78 0,-1 0-227 16,1-8-397-16,0 1 176 0</inkml:trace>
  <inkml:trace contextRef="#ctx0" brushRef="#br0" timeOffset="69518.89">13895 6735 32 0,'-2'-5'227'16,"2"-2"-4"-16,-1 1 4 0,2 0-4 0,-1 0 10 16,0 3-16-16,0-3-9 15,0 6-12-15,0-5-15 0,0 5-17 0,-1-5-12 16,1 5-26-16,-1-4-11 0,1 4-14 0,0 0-19 16,0-6-14-16,0 6-11 0,0 0-8 0,0 0-6 0,0 0-7 0,4 13-5 0,-2-6-3 15,1 2-4-15,-2 3 1 0,4 3-5 0,3 2 7 0,1-1-3 16,0 0-4-16,0 2-1 0,3-2-4 15,4 3 1-15,-4-4-4 0,0-3-6 16,-4 0-3-16,-1-1-4 0,2-6-4 0,0 1 2 16,-1 1 6-16,-1-6-3 0,1 0-2 0,0-1 1 15,-3-2 2-15,6-5 7 0,-3 0-6 0,1-1 1 16,-1-4 6-16,1-3 7 0,-3 0 1 0,1-2 0 16,-1 1 10-16,0 1 2 0,-3-1 5 0,-2 1 0 15,3 1 3-15,-2 3 8 0,0-2-3 0,-1 2 8 16,0 3 1-16,-1 0 0 0,2 2-2 0,-2 0-8 0,0 2-7 0,1 0-2 15,-1 4-10-15,1-7-17 0,-1 7-25 0,0-2-19 16,0 2-1-16,0 0 6 0,0 0 1 0,0 0 2 16,-2 22 4-16,0-6 1 0,2 2 5 15,-4 10 5-15,2 4-4 0,-2 2 6 0,0 1 1 16,-2 12 3-16,5 2 2 0,-2 0-3 0,2-2-1 0,2 0 7 16,-1 0-1-1,0-12 9-15,3 1-3 0,-2-2-2 0,3 3-2 16,1-2 3-16,-4-3-1 0,4-3 5 0,0 3 1 15,-2-5-5-15,0 1 12 0,-2-10-10 0,-1 2 0 16,-1-1 3-16,1-2-3 0,-3-2 2 0,0-2-1 16,2-1 0-16,0-1-1 0,-4 2 1 0,1-4-1 15,-1 0 4-15,-3 2 3 0,3-3 0 0,-3 1 0 16,2-3-2-16,-4 0 1 0,-2 0 2 0,3-1-2 0,-5-1-1 0,3-2 4 16,-1 2-3-16,3-1 1 0,0-2 3 0,-1 2 8 15,2-3 10-15,1-3 14 0,-1 1 5 0,-1-4 11 16,2-3 11-16,0-2 23 0,-1-3-6 0,3-1 6 15,2-11-9-15,1-1-10 0,6-5-5 0,10-12-11 16,3-3-8-16,3-4-5 0,6-4-8 0,17-21-6 16,-12 23 1-16,15-19-7 15,-14 26-9-15,0 1 13 0,-3 3-10 0,-6 12-2 16,-5 1 7-16,4 3 8 0,-6 3 8 0,-3 6 12 16,-4 1 11-16,2 3 13 0,-4 4 4 0,-2 2-7 15,-2 2-10-15,1 0-7 0,-3 0-12 0,4 1-15 16,-4 1-8-16,2 1-20 0,-3 2-33 0,3-3-22 15,-3 3-41-15,0 0 2 0,0 0 8 0,0 0-4 16,3 12-2-16,-4-4-12 0,-1-1 0 0,0 3-17 0,-3 2-27 0,-3 2-33 16,-1 1-48-16,4-3-75 0,-9 1-310 0,8-1-665 15,-3-5 294-15</inkml:trace>
  <inkml:trace contextRef="#ctx0" brushRef="#br0" timeOffset="71744.98">3907 10125 110 0,'0'0'202'0,"0"0"-6"0,-10-2-3 16,10 2-5-16,0 0-15 0,-4-1-7 0,4 1-8 15,0 0-14-15,0 0-5 0,0 0-6 0,0 0-11 16,0 0-9-16,0 0-12 0,0 0-14 0,0 0-6 16,0 0-11-16,0 0-1 0,0 0-8 0,0 0-7 15,27-1-4-15,-12-2-8 0,4 2-3 0,10-4-15 16,0 3-18-16,-1-2-28 15,1 1-36-15,1-1-32 0,-10 1-37 0,2 1-37 16,-2 1-61-16,-6-1-115 0,-3 0-367 0,-1 2 163 16</inkml:trace>
  <inkml:trace contextRef="#ctx0" brushRef="#br0" timeOffset="71945.45">3893 10389 213 0,'0'0'214'0,"0"0"-6"0,0 0-9 15,0 0-14-15,18-5-15 0,-9 3-15 0,6-2-17 16,3-2-14-16,4 1-12 0,6-5-19 0,0 4-33 0,4 2-45 0,-4-3-49 16,0-2-55-16,3 1-70 0,-13 1-109 0,2-2-289 15,-2 1 127-15</inkml:trace>
  <inkml:trace contextRef="#ctx0" brushRef="#br0" timeOffset="72462.36">4135 9968 177 0,'-3'-5'269'0,"2"-2"-23"16,-2 4-15-16,3 0-25 0,-1-3-22 0,1 6-23 15,-4-3-17-15,4-1-20 0,0 4-11 0,0 0-12 16,0 0-13-16,0 0-9 0,8 11-9 0,-3-3-9 0,0 1-2 16,4-1-7-16,-1 7-9 0,-1-4-1 0,5 4-4 15,-1-1-6-15,1 1-2 0,2-1 0 0,-3 1 3 16,3-3-14-16,-1-2-9 0,1 2-2 0,-4-6-1 16,2 2-4-16,-2-3-1 0,-1-1 4 0,0-1-1 15,-1-2-1-15,-2 1 2 0,2-2-1 0,-3-3 4 16,0 1 9-16,-1-2 3 15,2 0 8-15,-3 0 4 0,-2-2 11 0,3 2 11 16,-2-3 3-16,1 5 8 0,-3-3 1 0,0 0-8 16,4 3-11-16,-4 2-3 0,1-5-15 0,-1 5-18 15,0 0-6-15,0 0 0 0,-6 14-7 0,-2 2 2 16,-3 10-2-16,-2-3-2 0,-1 10 1 0,-7 12-2 16,-2-1 0-16,2 1 0 0,-1 1 2 0,3 1-1 15,-3-1 1-15,6-3-1 0,4-10 15 0,-1 1-5 0,4-2 3 16,1-2 2-16,-2-2-3 0,5-2-3 0,1-8 0 0,3 1 3 15,-3-6 0-15,4-1 1 0,-2-3 6 0,-1-4 1 16,3 2 9-16,0 0 20 0,0-4 26 0,0 1 26 16,0-4 35-16,-1 4 11 0,1-4-1 0,0 0 0 15,0 6-4-15,0-6-18 0,0 0-8 16,0 0-17-16,0 0-35 0,0 0-42 16,0 0-55-16,6-14-68 0,-3 8-63 15,-1 0-71-15,6-1-79 0,-4 0-331 0,3-2-700 16,1 0 311-16</inkml:trace>
  <inkml:trace contextRef="#ctx0" brushRef="#br0" timeOffset="73496.14">5685 9997 161 0,'4'-5'211'0,"2"0"-21"0,-2 1-21 0,2 2-19 16,2-1-14-16,-2 2-13 0,2 1-14 0,2-1-10 0,-2 3-14 15,2 2-11-15,0 3-1 0,-1 1-15 16,5 6 0-16,-1 1-5 0,-2 7-3 0,2 4-11 0,-5 0-4 0,-3 3-4 16,1 2-3-16,-2 2 5 0,-4 0 1 0,-4 2-9 15,-1 0 5-15,-4-1 0 0,-1 0-5 0,1-3 5 16,-4 2 10-16,0-6-3 0,2 1 3 0,-2-4 3 16,1-2 4-16,3-6-5 0,0-1 1 0,2-5 3 15,0 0 5-15,1-1 7 0,3-2 19 0,0-2 24 16,0-1 29-16,1 1 32 15,1-3 48-15,-1 3 43 0,2-5 30 0,0 0 9 16,0 0-33-16,0 0-25 0,0-13-21 0,3 3-27 16,1-5-17-16,1-3-20 0,5-7-17 0,3-1-18 15,1-3-22-15,2-3-20 0,10-14-20 0,-4 0-17 16,2 5-14-16,-6 8-2 0,-1 3-4 0,-1 1 0 16,-3 2-2-16,0 4-2 0,-3 0 1 0,-2 9-3 15,-4 4 1-15,2 1-3 0,-2-1 0 0,-2 5-9 0,2 2 1 0,-3-3-3 16,2 1-25-16,-2 3-30 0,-1 2-34 0,0 0-39 15,0 0 13-15,0 0 14 0,4 13 7 0,-4-3 10 16,0 6 4-16,-1 2 1 0,-3 9 15 0,3 1 9 16,-2 1 10-16,0 3 4 0,1-3 14 0,-1 1-10 15,2-1 6-15,0-3 3 0,1-2 1 0,0-7 6 16,0 1 2-16,1-4 3 16,2 0 5-16,-1-4 1 0,1-1 6 0,-1-1 2 15,5-2 16-15,-1 1 1 0,4-1 9 0,3-2-4 16,10-1 1-16,5-2-3 0,8-5-31 0,-1 0-51 15,0-1-67-15,2 0-81 0,-3-2-91 0,-5-3-341 16,-1-2-702-16,-7-4 311 0</inkml:trace>
  <inkml:trace contextRef="#ctx0" brushRef="#br0" timeOffset="74083.97">6182 9673 123 0,'1'-5'305'0,"0"2"-20"0,2-2-30 16,1 3-21-16,-2-2-29 0,2 3-20 0,1-1-21 16,-5 2-20-16,14 0-14 0,-7 2-16 0,4-1-11 15,-1 4-12-15,-1 3-2 0,0-2-10 0,0 4-9 0,1 4-5 0,-2-4-7 16,-3 5-7-16,3 0 6 0,-7 2-15 0,3 0-4 15,-4-1-3-15,-1 0-5 0,-2-1-1 0,-2 2-5 16,1-2 9-16,2-4-13 0,-5 1 1 0,2-2-3 16,1 0-3-16,0 1 1 0,3-4-5 0,-4 1 6 0,1-5-4 15,3 2-1-15,-2 0 0 0,2-1 4 16,1-1 26-16,0-3 22 16,-1 2 13-16,1-2 21 0,0 0 14 15,-3 4 8-15,3-4-7 0,0 0 0 0,0 0-1 0,0 0-13 0,0 0-9 0,19-4-9 0,-6 2-10 16,8-1-10-16,-2-1-8 0,10-2 1 0,1 2-11 15,0 1 1-15,2-2-8 0,-1 1-6 0,2 1 0 16,-2 0 7-16,-12 1-17 0,4-1 2 0,-8 3-7 16,-1-2 4-16,-2 2-5 0,-4-2 3 15,-1 1 8-15,-1 0 15 0,-2 1-6 0,-4 0-3 16,9-3-3-16,-9 3-7 0,9 0-7 0,-9 0-45 16,0 0-41-16,0 0-58 0,5 0-50 0,-5 0-91 15,0 0-102-15,0 0-299 0,0 0-728 0,0 0 322 0</inkml:trace>
  <inkml:trace contextRef="#ctx0" brushRef="#br0" timeOffset="75554.1">7622 10062 119 0,'-4'-5'207'16,"-1"-2"-15"-16,-3 1-15 0,3 2-15 0,-5-1-18 16,2 1-16-16,-2 1-9 0,-3-1-12 0,-1 3-14 15,-3-1-10-15,0 2-4 0,0 0-14 0,-2 3-8 0,6 1-3 0,-6 1-8 16,2 1-6-16,1 0-1 0,1 5-8 16,2-2-1-16,1 0-5 0,2 3-7 0,-3 1-4 0,8-4 2 15,-4 4 1-15,0 1-4 0,4-2 4 0,2 5-1 16,2-5-6-16,1 1 1 0,4-3 1 0,1 2-2 15,0 1 1-15,5-4 0 0,6 1 8 0,-2-2-4 16,1 1-3-16,-1-7-4 16,4 3 0-16,-1-4 1 0,-1-1-1 0,2 0 3 15,-5-3-2-15,2-2 20 0,-2-4 13 16,1-1 13-16,-5 1 9 0,0-4 7 0,2-3 1 16,-3-1 3-16,1-5-2 0,0-5-1 0,-5 0 0 0,1 1-1 15,-5-2 11-15,4-5-8 0,-3 0-1 0,-1 1-1 16,0 0 3-16,-4-1 7 0,4 0 8 0,0-1 30 15,-1 4 17-15,1 3 6 0,-4-2-5 0,3 10 2 0,-2 2-2 16,2 1-5-16,1 6 2 0,0 0-17 0,0 2-10 0,0 2-12 16,0 2-12-16,0-2-14 0,0 1-15 15,0 5-32-15,0-3-33 0,0 3-50 0,0 0-26 16,0 0-22-16,0 0 10 0,0 0 5 0,-5 17 12 16,5-2 7-16,0 4 6 0,-1 5 9 0,-2 5 2 0,-1 2 10 15,3 1-1 1,-2 0 7-16,6 2-1 0,-3 16 8 0,-3-16 6 15,2 0 2-15,5 0 0 0,-4 0 21 0,4-7-14 16,-3 1 1-16,2-3 1 0,-2 1 11 0,0-9 0 0,4-1 1 16,-2-3 2-16,-2-1 9 0,2-2-5 15,-2 1 4-15,-1-5-4 0,1 2 15 0,-1-2-12 16,3-3 3-16,-3 2-2 0,1-2 4 0,-1-3 5 16,0 6-3-16,3-4-4 0,-3-2 4 0,1 3 10 0,-1-3-5 0,0 0-3 15,0 3 6-15,0-3 0 0,0 0 1 0,3 4-13 16,-3-4 4-16,0 0 0 0,0 0-2 0,0 0 0 15,0 0-2-15,0 0 2 0,0 0 5 0,0 0 3 16,0 0 10-16,0 0-3 0,0 0 9 0,0 0 10 16,0 0 7-16,0 0-10 0,2 3 9 0,-2-3-9 15,13-5 1-15,0 3-12 0,8-5-4 0,10-3-44 0,5-2-62 0,14-4-87 16,-3-2-117-16,0-7-405 0,-3 0-747 0,-4-4 331 16</inkml:trace>
  <inkml:trace contextRef="#ctx0" brushRef="#br0" timeOffset="76224.69">7797 9310 44 0,'1'-3'272'0,"-1"3"-23"0,4-4-24 0,0 3-24 16,0-2-18-16,-4 3-20 0,6-2-16 15,4 2-13-15,-3 0-10 0,3 3-5 0,4 0-13 0,-1 2-10 16,-1 2-10-16,3 2 2 0,-2 3-14 0,-1 0-10 16,-2 3-7-16,2 0 0 0,-5 1-7 0,1 4-3 15,-4-1-8-15,-3 1 2 0,1-1-8 0,-4 1-2 0,1-3 0 16,-3 1 1-16,-1-1-1 0,-3-2-2 0,1-1 0 0,0-2-2 31,2-4 1-31,-1 3-3 0,2-5-6 0,0 0-1 16,3-1 0-16,-2-2 2 0,0 1-2 0,1 0 15 15,1 0 18-15,1-4 14 0,-1 3 11 0,1-3 0 16,0 0 0-16,8 2-4 0,0-2-9 0,4-2-7 16,3 0-2-16,3 1-7 0,2-3-9 0,2 0-1 0,-4 0 13 15,4 2-12-15,-1-1-9 0,-1 1-5 0,-1-1-1 16,-6-1-5-16,1 1 0 0,-3 3 2 0,-6-2-7 16,4 1 2-16,-4 0-2 0,0 0-5 0,-5 1 4 15,9-2-12-15,-6 1-25 0,-3 1-39 0,0 0-32 16,0 0-46-16,0 0-39 0,0 0-52 0,0 0-59 15,-13 6-217-15,7-4-549 0,-1 1 244 0</inkml:trace>
  <inkml:trace contextRef="#ctx0" brushRef="#br0" timeOffset="77088.5">8217 9715 286 0,'0'0'279'16,"0"0"-16"-16,-1-4-30 0,1 4-23 0,0 0-18 16,0 0-22-16,1-5-18 0,-1 5-16 0,4-1-19 15,-4 1-10-15,0 0-16 0,0 0-7 0,12 5-8 0,-7-1-11 16,1-2-4-16,-1 3-10 0,4 0-3 0,0 4 3 15,1-4-15-15,-2 3-5 0,2 1-7 16,3 3-7-16,-4-7-4 0,1 5-2 0,0-3-7 16,1-2 1-16,-4 0 0 0,0 0-1 0,0-2-2 0,0 1-5 0,-1-2 9 15,-1-2 4-15,0 0-1 0,-5 0 11 0,13-2 10 16,-12-1 0-16,3-1 11 0,0-1 2 0,0-1-6 16,1-3 4-16,-3-1 10 0,2 3 3 0,0-5 5 0,-4 3 6 15,4 0 10-15,-3-2 1 0,2 4 15 0,-2-3-13 16,2 4 4-16,-2 0 16 0,-1 1-18 15,1 0-8-15,-1 3-9 0,3-2-17 0,-3 4-3 0,1-5-10 0,-1 5-36 16,4-3-16-16,-4 3-25 0,0 0-12 0,0 0 6 16,0 0 1-16,0 0 7 0,-4 22 3 0,3-9 2 15,-2 5-2-15,2 1 7 0,0 6 1 0,-2 7 2 16,-2 1 2-16,1-1 3 0,3 18 2 0,-3-16 6 16,-1 1-4-16,1 0 5 0,3-1 3 0,1 0 3 15,-4-2-2-15,4 0 4 16,-4-2 2-16,4-3 1 0,-1-6 0 0,1 6 10 15,-4-8-7-15,0-2-1 0,2-2 3 0,0-3 0 16,1-1 0-16,-4-2-7 0,0 0 2 0,1-1 1 16,0-1 0-16,-1 0 7 0,1-4 5 0,-5 1 11 15,3-3 2-15,-2 1 9 0,-1-2 3 0,1-2 0 16,-3-3 14-16,2 0 6 0,-2-5 15 0,1-1 11 16,0-2 13-16,0-4 2 0,4-2-8 0,2-6-3 0,2-7-10 0,4 2-9 15,6-4-6-15,3-12-6 0,6 2-4 0,1-2 2 16,5 6-8-16,-8 10-6 0,2 3 6 0,1 0 17 15,-2 3 5-15,2 3-7 0,0 2-11 0,-4 4 8 16,0 1-6-16,2 3-6 0,-5 2 1 0,-2 1-4 16,-1 0-6-16,-1 5-6 0,-3 0-8 0,0 0-4 15,0 1-4-15,0-2-1 16,-1 1-32-16,-3 3-25 0,6-2-13 0,-6 2-17 16,0 0-20-16,8 6-23 0,-5-1-18 0,-2 1-21 15,-2 1-26-15,-2 3-40 0,-2 2-59 0,2-2-98 16,-3 0-208-16,0-1-639 0,-2 0 283 0</inkml:trace>
  <inkml:trace contextRef="#ctx0" brushRef="#br0" timeOffset="77828.27">7362 10789 81 0,'0'0'183'15,"0"0"-6"-15,-7 0 3 0,7 0 1 0,0 0 1 16,-8-1 3-16,8 1-4 0,0 0-8 0,0 0-13 16,0 0-10-16,0 0-10 0,-1-5-8 0,1 5-1 15,0 0-19-15,0-4-7 16,0 4-8-16,0 0-7 0,0 0-10 0,0 0-8 16,0 0-1-16,0 0-14 0,0 0-6 15,-3-3-5-15,3 3-6 0,0 0-4 0,0 0-1 0,0 0-4 16,0 0-2-16,0 0-2 0,0 0 1 0,0 0-2 15,0 0-1-15,0 0-3 0,0 0 1 16,0 0-3-16,0 0-6 0,0 0 2 0,0 0-1 0,0 0-4 16,0 0 2-16,0 0-4 0,0 0 0 0,0 0-2 0,0 0 6 0,0 0-5 0,0 0-3 15,0 0 1-15,0 0 2 0,0 0-2 0,14 0 2 16,-1 0-1-16,4-3-2 0,12-2 0 0,9 4-4 16,14-5 4-16,5 0 7 0,10-2-1 0,32 0 3 15,2-2 6-15,-3 3 1 0,1-5 5 0,-8 2 6 16,3-1 3-16,-29 5 10 0,0-1 9 0,-2 0 3 15,-3 0 0 1,-5 2 4-16,-17 0 13 0,-4 0 12 0,-5 1 8 16,-10 0 10-16,-6 1 11 0,-3 1 5 0,-1 1 0 15,-1-1-7-15,-3 0-12 0,0 2-10 16,-5 0-14-16,10-3-29 0,-7 1-31 0,-3 2-42 0,0 0-37 16,0 0-66-16,0 0-59 0,0 0-53 0,-15 11-66 15,2-6-109-15,-5 0-214 0,1 1-682 0,3-2 303 16</inkml:trace>
  <inkml:trace contextRef="#ctx0" brushRef="#br0" timeOffset="78877.48">7973 11396 132 0,'-10'0'150'0,"-3"0"-16"0,-6 0-18 0,1 0-10 0,-4 2-5 0,1 2 1 0,0-1-16 15,-7 2-8-15,1 3-4 0,-1 0-4 16,3 2-6-16,3-3-6 0,4 1-3 0,0 5-7 15,1-2-2-15,0 1-4 0,0 2-4 0,3-1-8 0,1-1-1 16,2 4-5-16,2-3-3 0,1 1 1 0,2-1-7 16,3-2 2-16,2 2 5 0,2-1-6 0,-1-2 11 15,5 1 15 1,4-3 0-16,0 2 6 0,9 0 3 0,-1-6-3 0,2 1 0 16,0-1 0-16,1-3-4 0,2-2 4 15,-3-3 11-15,3-2 2 0,-3 0 1 0,-1-5 8 16,0 0 14-16,1-2 2 0,-1-7 1 0,0 1 9 15,-3-3 8-15,-3-3-11 0,-1-1-1 0,-2-1-3 16,-3-1-4-16,0 1 1 0,-3-3-3 0,-1 0 0 0,-2-4-2 16,1 1 5-16,-1 0-2 0,-3 0-3 0,2-3 0 0,-3 2 13 15,0 1 0-15,0 6 1 0,1 0 0 0,0 9 13 16,1-2-10-16,-1 10-6 0,2 2 0 0,0-3-25 16,-1 5-7-16,2 0-19 0,-2 3-48 0,3-3-42 15,-1 6-44-15,0 0-2 0,0 0 2 0,0 0 14 16,-1 22 7-16,1-4 6 0,1 12 7 0,-2-1 5 15,2 3 5-15,3 2 7 16,-4 1 1-16,1 1 8 0,3 0 2 0,1-4 4 16,3-1 0-16,-3 1 4 0,1-3 1 0,-1 0 3 15,3-3 1-15,-2-6 3 0,-2-2 7 0,1-2-3 16,-1-4 5-16,0-4 2 0,-4 1 3 0,4-2-2 16,-3 1 15-16,1-4-5 0,1 1 2 15,-2 0 5-15,-1-3-1 0,0-2 2 0,3 5 14 0,-3-5-18 16,0 2 1-16,0-2 2 0,0 0-1 0,1 4-19 0,-1-4-4 0,0 0-30 15,0 0-30-15,3 4-29 0,-3-4-30 0,0 0-123 16,0 0-300-16,0 0-597 0,-8-17 265 0</inkml:trace>
  <inkml:trace contextRef="#ctx0" brushRef="#br0" timeOffset="79325.31">8130 11257 208 0,'7'-2'212'0,"-1"-1"-20"16,-2 2-22-16,2-2-20 0,1 3-19 0,-7 0-6 15,13 3-15-15,-3 1-6 0,-3 1-6 0,2 4-12 16,0 1-3-16,4 3-11 0,-8-2-7 0,2 4-5 0,-2 2-5 16,1-1-5-16,-2 4-3 0,-3 1-7 0,-2-3-2 15,-2 2-3-15,2-2-4 0,-4-1-1 0,1 3-3 0,-2-5-2 16,-2 2-1-16,4-5 1 0,-1-3 7 0,0 0 3 15,0-1 12-15,2-3 6 0,0 0 17 0,1-1 19 16,1-1 30-16,-2 1 43 0,3-4 36 16,-1 4 32-16,1-4 15 0,0 0-18 0,0 0-21 0,1-13-20 0,3 4-20 15,0-2-16-15,1-5-17 0,4 2-12 0,5-12-18 16,-1 3-12-16,1-1-7 0,3 3-9 0,-2 1-9 16,-3 3-8-16,1 3-4 0,-2 2-7 0,-3 2-1 15,-2 2-7-15,0 1-6 0,-2 2-9 0,-1 1-5 0,-1 2-9 16,2-1-22-16,-4 3-21 0,5-2-37 0,-5 2 4 15,0 0 1 1,6 10 4-16,-2-4 0 0,-3 5 8 0,1-2 9 16,2 8 7-16,0 0 3 0,-1-1 3 0,1 4 5 15,1-3 3-15,2 2-24 0,-1-1-12 0,-2 0-23 16,-2-1-15-16,5-2-25 0,-6-2-21 0,3-4-38 16,1 2-39-16,-5-4-36 0,1-1-44 0,2-1-265 15,-3-5-612-15,0 0 271 0</inkml:trace>
  <inkml:trace contextRef="#ctx0" brushRef="#br0" timeOffset="79733.06">8505 11100 15 0,'2'-4'311'0,"0"-3"-24"0,2 3-22 0,-3 0-23 16,1 1-22-16,2 1-22 0,-1-1-19 0,-3 3-19 15,7-1-21-15,-7 1-8 0,9 1-17 0,-4 2-9 16,2 0-13-16,-3 2-5 0,1 1-8 0,-1 1-10 16,-1 1-4-16,0 4-6 0,-3-1-6 0,1 5-3 15,-2 1-3-15,-4 1 2 0,0 0-11 0,-2-1-6 16,-3-2-7-16,4 2 3 0,-2-6-4 0,2 1-2 0,-3-1-3 16,5-5 0-16,0 2-2 0,0-4 0 0,0 2-2 0,2-2 4 15,-1-1 0-15,1 0 22 0,-1 1 26 0,3-4 9 16,0 3 17-16,0-3 5 0,0 0 16 0,0 0-19 15,12 3-1-15,1-4-8 0,6-3-10 16,2 3-8-16,9-3-9 0,0 1-7 0,5-2-4 0,-2 2-2 16,2-2-6-16,-1 4-7 0,-1-2-4 0,-2 1 1 0,-2-1-1 15,-7 3 2-15,-3 0-6 0,-7 0 3 0,-2 0-2 16,0-3-3-16,-3 3-1 0,-1 0 1 0,0 0 3 0,-6 0-3 16,9 0 0-16,-9 0 1 0,5-1-1 0,-5 1-27 15,0 0-26-15,8 0-37 0,-8 0-35 16,0 0-40-16,0 0-24 0,0 0-38 0,0 0-70 15,0 0-105-15,-18 7-207 16,13-6-635-16,5-1 282 0</inkml:trace>
  <inkml:trace contextRef="#ctx0" brushRef="#br0" timeOffset="80397.14">9582 10450 256 0,'-8'-1'267'15,"8"1"-12"-15,0 0-11 0,0 0-11 0,-6-2-11 16,6 2-12-16,0 0-15 0,0 0-16 0,0 0-17 0,0 0-19 0,0 0-18 15,0 0-9-15,13-5-13 0,-2 3-9 0,8-1-20 16,2-1-29-16,8 0-30 0,1 2-28 0,-1-4-47 16,-1 3-46-16,1-1-56 0,0 0-59 0,-10 1-175 15,-3 0-429-15,-2 2 189 0</inkml:trace>
  <inkml:trace contextRef="#ctx0" brushRef="#br0" timeOffset="80550.8">9675 10574 139 0,'-4'5'159'0,"2"-2"-4"16,-2 3-7-16,3-2 6 0,3 0 9 0,7-3 2 15,0-1-12-15,9 0-13 0,10 0-15 16,7-3-13-16,2-1-24 0,14-1-59 0,0 0-72 0,9-4-94 0,-2-1-122 16,-5-2-280-16,-2-1 125 0</inkml:trace>
  <inkml:trace contextRef="#ctx0" brushRef="#br0" timeOffset="81168.03">10830 9919 206 0,'0'-4'284'0,"-1"0"-23"0,1 4-28 16,-1-4-28-16,1 4-21 0,0 0-23 16,0-4-21-16,0 4-13 0,0 0-21 0,0 0-12 15,-3 14-10-15,3-4-10 0,0 7-6 0,3 7-9 16,-3 1-8-16,1 0-6 0,-1 1-3 0,1 2-6 0,3 1-5 0,-1-3 0 16,-2-1-2-16,3 1-13 0,0-2 2 0,-3-4-5 15,2-3 3-15,-2-2-3 0,3-1-1 0,-3-3-3 16,-2 0 3-16,1-1-2 0,1 0 1 0,-2-3-1 0,1-1 2 15,0-1-2-15,-4-2 0 0,4 1 0 16,0 1 3-16,0-5-1 0,0 4-3 0,0-4-3 16,0 4-8-16,0-4-5 15,0 0-3-15,0 0-10 0,-4 3-31 0,4-3-53 16,-9-2-52-16,1-2-78 0,-3-1-132 0,3-2-395 16,1-4 176-16</inkml:trace>
  <inkml:trace contextRef="#ctx0" brushRef="#br0" timeOffset="81484.42">10783 9932 132 0,'0'-6'247'15,"0"2"-21"-15,0 4-25 0,-2-5-22 0,2 5-16 16,2-3-24-16,-2 3-13 0,0 0-13 0,0 0-12 16,14 5-9-16,-5 2-4 0,1 4-6 0,7 2-3 15,5 2-3-15,-1 5-5 0,1-1-4 0,1 3 0 16,-2 0-14-16,-1 2-3 15,-1-2-4-15,-1 2-7 0,-4-2-3 0,-1 2-3 16,-3 2 0-16,-5-1 0 0,-1-5-2 0,-3-1 1 16,-2 0 7-16,-3 1-5 0,-1-2 8 0,-5 1 1 15,4-4 2-15,-5 1 0 0,-1-3 4 0,1 2-2 16,2-6-4-16,-1 0-2 0,-1-2 1 0,0 1-3 16,1-1-7-16,5-3 0 0,-3 0 0 0,4 1-3 15,-2-1-8-15,2-3 4 0,2 3-7 0,2-4-8 0,-5 3-1 0,3-1-5 16,2-2-12-16,0 0-38 0,0 0-55 0,0 0-63 15,18-14-77-15,-4 2-225 0,3 0-506 0,2-6 224 16</inkml:trace>
  <inkml:trace contextRef="#ctx0" brushRef="#br0" timeOffset="81793.66">11712 9653 226 0,'0'0'209'0,"0"0"-22"0,0 0-17 15,-19 14-23-15,6-1-16 0,-6 6-12 0,0 6-13 0,-3 5-10 16,-9 14-12-16,2 5-8 0,-9 30 2 0,11-23-10 15,-14 19 0-15,20-21-5 0,6 1 1 0,4-2 5 16,4-2-1-16,2-4-2 0,10-13 0 0,4 4 4 0,2-7-4 0,5 0 0 16,8-2-2-16,15 3 6 0,3-8-23 0,6-3-40 15,5-7-67 1,8-5-111-16,-3-7-216 0,2-2-419 0,-4-3 185 0</inkml:trace>
  <inkml:trace contextRef="#ctx0" brushRef="#br0" timeOffset="82185.98">11984 9915 4 0,'0'-5'316'0,"-1"1"-12"15,0 0-11-15,-1-3-17 0,1 5-14 0,1 2-28 0,0-7-25 16,0 7-21-16,-1-5-25 0,1 5-21 0,0 0-15 0,0 0-21 16,0 0-11-1,0 0-14-15,0 14-7 0,1-2-11 0,0 3-2 16,1 4-9-16,-1 8-2 0,0-1-7 0,2 1-5 15,-1 0-17-15,2 1 2 0,-1 0-5 0,1-2-1 16,0-1 7-16,0 1-9 0,-1-9-3 0,1 0 2 16,-2-1-2-16,0-3 3 0,-1-3-14 0,0-1-18 15,-1-1-15-15,3-1-9 0,-3-3-13 0,0 1-5 0,2-2-7 16,-2-3-2-16,-1 4-31 0,1-4-68 0,0 0-61 16,-13-7-193-16,5-1-455 0,-1 0 202 0</inkml:trace>
  <inkml:trace contextRef="#ctx0" brushRef="#br0" timeOffset="82486.85">11940 9800 163 0,'0'-4'265'0,"1"-1"-27"16,-1 1-26-16,0 4-20 0,3-5-21 0,-3 5-16 16,6-4-20-16,-1 4-10 0,3 4-10 0,2 0-4 15,6 2-10-15,5 5-12 0,6 3 1 0,-2 2-12 16,2 5-1-16,1 3-7 15,-1 1-2-15,8 9-6 0,-13-6-6 0,0 1-3 16,-4-1-8-16,-1 2-3 0,-7-1-1 0,-1 0-5 16,-3-4-2-16,-5 1-6 0,-2 1-3 0,-5-8 1 15,2 0 5-15,-9 3-12 0,-2-2 4 0,2-5-1 16,-2-1-1-16,-2-1-1 0,1-2-4 0,0-2-3 16,-3 0 0-16,5-3 3 0,0 0 0 0,5-2-2 15,1 1 0-15,0-4-1 0,1 2 1 0,2-1-3 0,1-1-14 0,4-1-23 16,0 0-58-16,0 0-83 0,0 0-110 0,7-15-160 15,6 6-474-15,4-3 209 0</inkml:trace>
  <inkml:trace contextRef="#ctx0" brushRef="#br0" timeOffset="82887.77">12679 10122 70 0,'0'0'222'0,"-7"0"-19"16,7 0-16-16,-5 3-14 0,5-3-10 0,0 0-9 0,0 0-7 16,0 0-11-16,-8 0-10 0,8 0-13 0,0 0-11 15,0 0-13-15,0 0-4 0,0 0-9 0,-4 2-7 16,4-2 10-16,0 0-7 0,0 0-2 15,0 0-1-15,0 0-1 0,0 0-3 0,0 0 1 0,0 0-3 16,0 0 2-16,0 0-6 0,0 0 1 0,0 0 6 0,0 0 0 16,0 0-2-16,27 2-4 0,-9-4-4 0,4 0-4 15,7-1-4-15,4-1-1 0,-1 1-8 0,3-2 5 0,-3 1-8 16,0 2-8-16,-2-1 2 0,-8 1-3 0,-3-2 1 16,-5 3 1-16,-1-2 9 0,-3 1 7 15,-2 0 0-15,-3 1 3 0,3 1 0 0,-3-2-10 16,-5 2-4-16,10-2-13 15,-7-1-20-15,-3 3-24 0,0 0-34 0,3-1-35 16,-3 1-36-16,0 0-46 0,0 0-32 0,-14-2-47 16,14 2-240-16,-10-2-534 0,10 2 237 0</inkml:trace>
  <inkml:trace contextRef="#ctx0" brushRef="#br0" timeOffset="83257.48">13295 9861 367 0,'0'-4'373'0,"0"-1"-19"16,0 2-18-16,0 3-18 16,0-7-24-16,2 3-25 0,-2 4-27 0,0-5-30 15,0 5-26-15,1-3-18 0,-1 3-26 0,0 0-35 16,0 0-26-16,0 0-8 0,0 0-9 0,1 14-3 15,-1-2-10-15,1 4-7 0,-3 1-4 0,-2 9-1 16,1 7-9-16,1-6 1 0,-1-1-12 0,1 1 5 16,-2 1-5-16,2-5 1 0,-1-2-7 0,2-3 10 15,-1-1-8-15,1-3-4 0,1-2 4 0,0-4-2 0,0 1-9 16,-1 1 9-16,1-5 0 0,0 0 2 0,0 0 6 16,0-1 3-16,0-1-12 0,0-3 3 0,0 5 0 0,0-5-2 15,2 4 5-15,-2-4 5 0,0 0 14 0,0 0-18 16,0 0-3-16,-2 5 11 0,2-5-2 0,0 0-18 15,0 0-16-15,0 0-27 0,0 0-64 0,0 0-76 16,0-14-80-16,2 7-75 0,0-3-247 0,3-5-625 0,0-2 277 0</inkml:trace>
  <inkml:trace contextRef="#ctx0" brushRef="#br0" timeOffset="83589.5">13357 9570 42 0,'-4'-4'288'0,"1"-1"-27"0,1 3-27 0,-1-1-26 15,3 3-30-15,0 0-16 0,0 0-18 0,0 0-9 16,0 0-22-16,14 16-10 0,-3-2-14 0,5 7-9 16,4 4-6-16,1 1-11 0,1 3-6 0,3 10-8 15,-7-8-5-15,8 13 0 0,-7-1-5 0,-4 2 0 0,-5-12-4 0,-3 3-4 16,-3-2-2-16,-2-3 6 0,-2-4 3 0,0 1 9 15,-5 0 5-15,-3-2 11 0,-4-2 4 0,1-2 5 16,0-6 0-16,-6 5 4 0,3-7-6 0,-6 2-6 16,2-1-6-16,4-5-1 0,-4 2-2 0,4-1-7 15,-3-2 10-15,4 0-20 0,3-2-4 0,0-1-2 16,1 1-4-16,3-2-15 16,-2-1-28-16,3 0-29 0,0 0-24 0,2-1-13 15,1 1-23-15,2 1-52 0,6-1-111 0,5-2-214 16,4-3-521-16,6-4 232 0</inkml:trace>
  <inkml:trace contextRef="#ctx0" brushRef="#br0" timeOffset="84723.4">13942 9752 144 0,'0'-8'298'0,"-1"3"-12"15,1 1-18-15,0-3-25 0,0 5-13 0,0 2-33 16,0-7-26-16,0 7-18 0,0-4-26 0,0 4-18 0,0 0-11 0,0 0-9 15,-3 13-10-15,4-6-9 0,-1 1-6 0,3 4-11 16,-2 5-2 0,4 0 3-16,0 0-11 0,-1-1-4 0,3 2-5 15,-1-2-6-15,1 1-9 0,1-1-1 0,1-1-4 16,0 0-4-16,1-1-1 0,-2-6 2 0,-3 0-2 16,0-1 1-16,-1-1 2 0,0-1 6 0,1-4 18 15,-2 2 5-15,-3-3 1 0,11-3-8 0,-3-2-4 16,2-5 6-16,-5 0 7 0,4-5 2 0,-1 6 5 15,-2-3-4-15,-1-5 1 0,3 3-5 0,-3-1 19 0,3 1-11 0,-3 2 7 16,-1-5 3-16,-1 7 16 0,1 1 5 0,-1-1 3 16,-2 4-8-16,-1-1-9 0,2 3-7 0,0-2-11 15,1 2-6-15,-2 2-21 0,0-3-33 0,-1 5-29 16,0 0-17-16,0 0 7 0,0 0 2 0,6 14 3 16,-4-2 15-16,0 6-11 0,1 8 5 0,1 8-2 15,0 13 7-15,-2 3 4 0,-1 0 3 0,2 1 7 0,-2 0-1 16,-1 2-1-16,0-2 10 0,0 2-1 0,0-7-2 0,2-9 3 15,-4-2-2-15,1 0 2 0,0-1-2 0,-2-5 3 16,1 1 2-16,0-1 0 0,-3-5 1 0,0-3 2 16,1-4-4-16,-5-2 8 0,3 1-1 15,-3-4 3-15,1-2 6 0,1-3 5 0,-2 0 20 0,1 1 16 16,-1-3 25 0,0-1 28-16,3-4 15 0,-5-4 3 0,0 1 15 15,7 1 7-15,-5-3 13 0,-1 0 17 0,2-5-1 16,1-7-19-16,2-1-15 0,3-7-24 0,6-2-22 0,5-4-21 15,5-3-20-15,9-15-13 0,9 0-15 0,1-1-13 16,2 2-4-16,-1-1-4 0,5 1-4 0,-1 5 1 16,0 4 5-16,-12 12-2 0,1 2-2 15,-3 2 3-15,-2 6 0 0,-7 3 5 0,-2 1 9 0,-4 4 1 0,-3 1-5 16,2 3-1-16,-2 1-6 0,-2-1-1 0,-3 0-7 16,3 3-19-16,0-1-34 0,-4 3-48 0,5-3-57 15,-5 3-43-15,0 0 22 0,0 0-17 0,-4 16-39 16,0-6-69-16,-1 1-81 0,0-1-270 0,-5 0-711 0,4-2 314 15</inkml:trace>
  <inkml:trace contextRef="#ctx0" brushRef="#br0" timeOffset="86097.08">5056 9239 117 0,'1'-4'210'0,"0"0"-5"16,-1 4-14-16,0-5-14 0,0 5-13 0,-1-4-17 15,2 0-25-15,-1 4-7 0,0 0-13 0,0 0-11 16,0 0-11-16,0 0-6 0,0 0-14 0,0 0-7 16,0 0 1-16,4 12-9 0,-4-3-8 0,1 3-3 15,1 6-2-15,-1 8-7 0,-4 4 1 0,2 3-2 16,1 14-4-16,-2 1-2 0,-5 2-1 0,2 2-10 15,1 0 2-15,-1 0 4 0,-2 4-3 0,0 1-3 0,-4 3-1 0,-1 22 2 16,7-26 3-16,-1 2 0 0,-3 0 1 0,4 0-2 16,-3 27 9-16,4-29 6 0,-2-1 5 15,3 0 1-15,2 4-2 0,1-3 6 0,-3-4-3 0,6 5 0 16,-3-2 4-16,1-2-8 0,2-4 5 0,-2 2-5 16,-1 1-2-16,0-2-1 0,0 0-5 0,4 0 3 15,-8-3-5 1,4 3-5-16,0-15 1 0,0 12 0 0,-1-12-1 15,-3 12 1-15,4 0 1 0,-3 1 0 0,3-1 9 0,-1-11-3 16,1 10-2-16,0 0 1 0,0-10-1 0,1-2-2 16,2 0-5-16,-3-1 6 0,0 0-3 15,1-4-4-15,-2 2 1 0,6-3-1 0,-1-9 2 16,-3-1-4-16,-1-1 0 0,1-5-1 0,-1-2-2 0,3 0 2 16,-2-3 1-16,-1-2 6 0,0 1-1 0,0-3 12 0,0-3 11 15,0 7-2-15,0-7-2 0,0 3-4 0,0-3-46 0,0 0-62 16,0 0-62-16,-4-26-85 0,2 10-258 15,2-9-523-15,-4-4 232 0</inkml:trace>
  <inkml:trace contextRef="#ctx0" brushRef="#br0" timeOffset="88053.45">5124 9215 90 0,'0'0'150'0,"0"0"-10"16,0 0-16-16,0 0-19 0,0 0-5 0,0 0-8 0,0 0-9 0,0 0-10 15,0 0-9-15,15-7-3 0,-10 5-8 0,4 2-6 16,-3-2-10-16,6 1 9 0,-2-1-10 0,3 0-3 16,2 1-3-16,2 0-1 0,1 1-11 0,1-1 4 15,8-2 0-15,2-1-3 0,1 3 2 0,3-1-4 16,-1-1-7-16,1-1 2 0,3 0-3 0,1 0 10 15,1 0-7-15,-1-1-1 0,4 1 4 0,12 0 1 0,-15 3-7 0,0-3 3 16,13 3-2-16,-11 0 1 0,-2-2-3 0,2 1 0 16,13-2 1-16,1 2-6 0,-14 1 3 0,12-3 0 15,-13 1-5-15,12-1-1 0,-13 3 2 0,-2-2 0 16,3-1-3-16,-2 4 2 0,0-2 1 0,-5-1-4 16,3 1 2-16,2 0-2 0,-5 1 5 0,2-1-1 15,-2 1 5-15,0 0-4 16,1 1-2-16,1-3 4 0,-1 3-4 0,0 0 1 15,0 0 1-15,3 0-4 0,-3 0 0 0,3-2 4 16,-1 2 0-16,-1 2 0 0,-1-4-1 0,1 2-2 16,-4-3 0-16,2 3 0 0,-1-2 1 0,0-1-3 15,-2 1 8-15,0 0-7 0,1-1 2 0,-1 2 0 16,-2 0 1-16,-4-2-5 0,6 1 2 0,2-1 2 16,-2-1-3-16,2 0 0 0,-3 1 5 0,1 0-7 0,-8-1 9 0,11 1-3 15,-5 0 1-15,0 1-4 0,2-2 3 0,-7 1 1 16,4 3-2-16,3-3-2 0,-9-1-1 0,3 3-1 15,0-3 2-15,5 2 1 0,-8 1-1 0,1-1 2 16,0 1-10-16,0-1 12 0,-2 0-4 0,1 1-6 16,1-1 10-16,-3 1-1 0,4 1-3 0,-4-1 6 15,4 1-1-15,-2-2-3 16,-1 2 0-16,4-2-5 0,-1 1 4 16,-2 1 9-16,-2 0-5 0,5 0-5 0,-4-2 3 0,1 0-5 15,3 1 1-15,-2 1 5 0,0 0-3 0,-1-2 3 16,2 0-7-16,0 1 4 0,-2 1 4 0,3 0-2 15,-5 0 3-15,4-3-4 0,-6 2 5 0,4-2 0 16,-1 1-7-16,0 2 1 0,-3 0 2 0,1-1-5 16,1 1 7-16,0-1 2 0,2 0 1 0,-1-1 7 0,3 2-8 0,1-1 4 15,4 0 3-15,0 1-4 0,1-3-2 16,0 3-6-16,0-2 5 0,3-1-1 0,-3 0-2 0,4 1 5 16,0 0-7-16,0 1-1 0,-1 0 3 0,3-2-4 15,0 0 4-15,2 2 3 0,-4-2-7 0,3 3 4 16,-1-1-2-16,-2-1 0 0,1 3 3 0,3-2-5 15,1 2 0-15,-5-1 5 0,1 1-3 0,1 0 5 0,0-1-5 0,2 2-3 16,0-1 6-16,1-1 7 0,-3 0-16 0,-1-1 4 16,3 1 0-16,-3 0 2 0,2 0-3 15,0 0 3-15,3 1-2 0,-4-1 3 0,1 1-2 16,1-1 11-16,1-1-12 0,0 1-10 0,-2 0 10 0,0 0-2 16,1 0 6-16,0-1-6 0,3-2 1 0,-3 3 1 15,0-1-3 1,-1 0 3-16,1-1 0 0,5 2 4 0,-4 0-1 15,2-2 3-15,-4-1-5 0,1 3 0 0,0-2-2 0,-2-1 2 16,-2-1 2-16,1 1 4 0,2 1-4 16,-3 0-2-16,-3-1 10 0,-1 0-3 0,3-1 1 15,-3 4-8-15,3-3 5 0,0 1 9 0,-3-1-10 16,2 2 4-16,1-2-6 0,1 1 1 0,0-1 0 0,0 1 1 16,-1 1-2-16,3-3 1 0,-2 2 3 0,1-1-5 0,2 0 0 15,2 1 4-15,-4-1 2 0,-1 1 6 0,1-1 8 16,2 1-11-16,-2 0-1 0,0-1 5 0,2 1-3 0,-1-3-4 15,2 3-1-15,0 0 6 0,-1 1-2 16,5 1 2-16,-3 0 0 0,0-2 3 0,-1 1 2 16,1 1 1-16,0-1 1 0,1-2-1 0,-2 3 1 15,1-2 2-15,-2-1-1 16,4 2 1-16,-3-1 0 0,1 0 1 0,4-2 6 16,9 3-2-16,-10-2-5 0,13-1 1 0,1 2-3 15,1-3-4-15,-1 3 1 0,3-1-2 0,2 2-2 16,-3-3 1-16,3 1-2 0,1-1-3 0,0 1 7 15,2 1-4-15,-1 0-2 0,1 2 2 0,-3-3-1 16,1-1 2-16,1 1-3 0,1 2-1 0,-4 0 1 16,2 1-2-16,3 0-1 0,-4 0-1 0,3 0-1 0,1 1 3 0,1 0-3 15,3 2-4 1,0-2 6-16,-3-1-6 0,-1 3 1 0,-3-3 3 0,1 0 3 0,-5-4-4 16,-5 3-1-16,3-2-1 0,-3 2 2 0,-14-2-2 15,16-1 2-15,-14 2-2 0,14-4 1 16,-14 1-1-16,14 1-2 0,-3-1 1 0,1 0-1 15,1-2 2-15,-15 5-3 0,4-1 1 0,11-2 2 16,-1-2 1-16,-14 4-2 0,2 0-5 0,13-4 9 16,-15 5-3-16,2-3 0 0,0 2 1 0,-2-1 0 15,-1 0 2-15,-1 3 8 0,-2-1 5 0,-4 1-3 16,-2-3 2-16,-4 1 5 0,-4 1 5 0,-1 0 1 16,-5 0 6-16,-3 1 11 0,2-1 5 0,-4 1 5 15,0 1 4-15,-1-2-1 0,0 0-1 0,0-1 0 16,-2 1-11-16,0 1 3 0,0 0-11 0,1-2 2 0,-2 3-2 15,1-3 0-15,-1-1-11 0,-4 4 6 0,5-2-6 0,-2-1-5 16,-3 3-2-16,0 0-5 0,6 0 0 0,-6 0-2 16,0 0 1-16,4-2 4 0,-4 2-23 0,0 0-22 15,0 0-22-15,0 0-34 0,5-2-32 0,-5 2-45 16,0 0-47-16,0 0-29 0,0 0-233 0,0 0-509 16,-14-4 225-16</inkml:trace>
  <inkml:trace contextRef="#ctx0" brushRef="#br0" timeOffset="88786.7">15534 8608 130 0,'0'0'185'0,"0"0"-22"15,0 0-11-15,0 0-19 0,0 0-15 0,0 0-10 16,0 0-13-16,0 0-10 0,0 0-7 0,3 14-7 0,-3-6-5 16,0 1-12-16,-2 1-1 0,1 7-4 0,-2 10-5 0,0-1 7 15,0 2-11-15,-2 1 2 0,1-1-9 0,-4 3 1 16,2 1-5-16,-1-1-4 0,1 1-3 0,4-1-4 16,-3 1-1-16,0 0 1 0,2 1-8 0,0 1 3 15,0-2 3-15,3-1 4 0,-3 2 9 0,1-3 1 16,0-1-2-16,0-2-1 0,2 1 2 0,-2-1 1 15,1-2-3-15,-1 2 0 16,0-2-5-16,1 2 3 0,-2-3-2 0,1-4-3 16,-2 6-1-16,1-8 1 0,-1 8-3 0,0-8-1 15,0 7 12-15,1-5 3 0,1 7 1 0,-1-3 1 16,-1-3-4-16,2-2-1 0,-2 1-2 0,0 4-5 16,4 3-6-16,-4-3 2 0,3-5-1 0,1 1 1 15,-1 0-2-15,-2 6-3 0,3 0 1 0,-1 3-1 16,-2 0 5-16,6-5-7 0,-6 1-4 0,3 1 1 0,0 0-1 0,0-1 0 15,3 1 0-15,-2 0 1 0,-1-2-2 0,0 2 1 16,0-2 0-16,0 0-1 0,0 2-1 0,0-1 0 16,0-6-1-16,0 1 0 0,0 6-1 0,0-6-1 15,0-1-2-15,0 7 2 0,0-1 0 0,-1 0 3 16,1-2-1-16,0-3-2 0,-3-2 1 0,6 0-2 16,-6 3 3-16,3-1 2 0,0-1-2 0,3 6-2 0,-6 0 2 0,6 0 0 15,-6 1 0-15,3-8 1 0,0 9 6 0,3-1 5 16,-6-2 0-16,3-3 0 0,0-1-3 0,-1 7-2 15,-2-3 1-15,2 1-1 0,-3 2 2 0,4-3-2 16,0-4-3-16,-5 4 1 0,5-2 1 0,-5-3-2 16,5 7 0-16,-1-7 1 0,1 7 1 0,0-9 6 15,0 3 4 1,0-1 3-16,0 2 3 0,1-3-2 0,3-1 0 0,-3 2-1 16,3-2 3-16,-3 2-4 0,3-3 1 0,0 0-1 15,1 0-1-15,-2-1-3 0,-2 0-1 0,3-2-5 16,-3-1 1-16,4-1 3 0,-2-1-3 0,-2 2-4 15,3-2 1-15,-3 0 2 0,2 0-3 0,-2-3 3 16,2 0-5-16,-1 2 0 0,-2-3 2 0,3 1 0 16,-2-3-11-16,-1 0-33 0,1-1-48 0,-1-3-64 0,2 6-87 0,-2-6-254 15,0 0-529-15,0 0 234 0</inkml:trace>
  <inkml:trace contextRef="#ctx0" brushRef="#br0" timeOffset="90791.47">5548 12455 56 0,'0'0'79'16,"5"-2"1"-16,-5 2-7 0,8-3 10 0,-2 3-5 16,-1-1-10-16,1 0 4 0,2 1-3 0,1-2-4 15,4 2-4-15,-3-3-1 0,4 1-9 0,4 2 4 0,1-3-7 16,1 2 6-16,8-3-11 0,1 2 7 0,0 1-2 0,3-3-7 16,5-1-3-16,-1 4 6 0,0-2-4 0,2 1 2 15,2 1-10-15,11-3-4 0,0-2-1 0,-11 4-6 16,-1 0 0-16,12 0-3 0,-11 1-6 0,10-3-1 15,-13 3 6-15,14-3-1 0,-13 1-3 0,3 1 0 16,12-4 7-16,-4 2-11 0,4-1 7 0,-15 1-5 16,3 1 3-16,11 2-5 0,1 0 2 0,-14-3 0 0,11-3 3 0,3 2 3 15,-2 1 1-15,-11 2-2 0,11 2 4 0,-12-3-4 16,1 0 2-16,-2-3-2 0,14 3 1 0,-12 2 0 16,11-5 1-16,-1-1 1 0,-13 4 3 0,1 3-2 15,2-2 7-15,11-4 3 0,-10 5-2 0,11-2 3 16,2-2 5-16,-3 0-4 0,3 4 1 0,-3 0 1 15,-1-4-6-15,5 4-1 16,-4-2-3-16,1 2 0 0,-1-3-2 0,3 2-3 16,0 1 3-16,-1-1-2 0,-14 2-4 0,18-3-1 15,-2 1-4-15,2 2 1 0,1 0-2 16,5-2-2-16,-3 2 4 0,5-1-2 0,0 1-5 16,-1 1 3-16,3 2-1 0,25-3-10 0,-26 0 6 0,-3 4 0 15,3-4-3-15,3 2-2 0,22 0-2 0,-27 1 2 16,25-2 0-16,-24-1 1 0,-1 1-4 0,3-2 2 0,-3 3 3 15,3-1 1-15,25 1 4 0,-27-5-4 0,1 3-2 16,28-1 0-16,-4 3 0 0,0 0 1 0,-26-1 2 0,28-1-3 16,-28 0 3-16,4 3-4 0,28-3-2 15,-30 1 8-15,29-5-3 0,-2 7-3 0,-29-3 2 16,30 0-1-16,-3 0 1 0,-28 1 3 0,3 1-6 16,30-2 2-16,-33 4-2 15,-1-4-1-15,30-3 1 0,-32 2 1 0,0-1 3 16,3 2-4-16,-3-4 2 0,0 4 0 0,0-1-1 15,0-2-2-15,-1 0 1 0,-4 0 1 0,3 1-2 16,-1 0 3-16,-2-1-1 0,-4-3-2 0,4 1 4 16,-1 2-1-16,-2-2-1 0,0 2 1 0,-13-1 2 15,14-2-1-15,0 0 0 0,1 1 0 0,-5 0-1 16,-9 0-2-16,14 2 0 0,-16-2-4 0,3 4 4 0,-4-5 1 0,1 2 2 16,-2-1-6-16,1 2 2 0,-3-1 1 0,-3 1-2 15,1-1 5-15,-3 0-1 0,2-2 3 0,1 3-1 16,-4-1-5-16,2-1 5 0,-3 0 1 0,-1 3 1 15,3-1 0-15,-1-1 4 0,1 1 0 0,-2 0-3 16,1-3-1-16,0 1 1 0,1 4 0 0,1-4-1 16,-1 1 0-16,3 0 2 15,0 1-1-15,-4 2 3 0,3-4 2 0,-1 3-5 16,0-2-1-16,1 3 3 0,-1-4 1 0,-3-1 0 16,6 3 3-16,-2 0-3 0,0-1 4 0,-5 0-4 15,4 0 0-15,0 2 3 0,1 1-2 0,1-1-2 16,0-3-4-16,0 3 0 0,1 0 3 0,-1-1 0 15,0-1 0-15,0 1-3 0,0 0 3 0,0-4-5 16,1 6 4-16,-1-2-2 0,0-1-1 0,5-2 0 0,-5 3 2 16,1 1-5-16,-1-1 2 0,0-1 4 0,1 1-2 0,-2 1 0 15,-3 0 0-15,-5 0 1 0,5-1-3 0,-8 0 2 16,0-2 4-16,0 4-1 0,-2-1 11 0,-2 0 1 16,0 1 8-16,-2-1 1 0,-1-2 4 0,1 2-7 15,-5-1 4-15,0 1-2 0,5-2 0 16,-5 2-7-16,1-2-1 0,-1 1-1 0,3 1-1 0,-3 0-2 0,1-1-2 15,-3 2-1-15,4 0 1 0,-3-1-3 0,2-1-1 16,-3 3-2-16,0-2 0 0,0-1 2 0,0 2 11 16,-2 0-7-16,1 0 6 0,-6 1-1 0,7-3 6 0,-7 3 8 15,6-1-9-15,-6 1-1 0,8 0 0 0,-8 0-1 16,0 0 0-16,6-2 0 0,-6 2 1 0,5-1-4 16,-5 1-6-1,0 0 4-15,5-2-2 0,-5 2-1 0,6-2-3 16,-6 2-1-16,8-1 0 0,-8 1 0 0,5-1 0 15,-5 1-3-15,7-2 1 0,-7 2 1 0,0 0-1 16,5 0-1-16,-5 0 9 0,0 0-9 0,9-2-2 16,-9 2 0-16,0 0-1 0,6-1 1 0,-6 1 1 15,8-1 1-15,-3-1-3 0,-5 2 0 0,8 0-1 0,-8 0 2 16,9-3-4-16,-7 2 5 0,-2 1-3 0,8-3 3 0,-4 2-1 16,-4 1 1-16,5-1 0 0,-5 1-4 0,7-3 3 15,-4 3-2-15,-3 0 2 0,5-3-3 0,-5 3 4 16,0 0-2-16,7-2-1 0,-7 2 2 0,0 0-3 15,3-2 5-15,-3 2-1 0,0 0-3 0,0 0-5 16,0 0 3-16,0 0-19 0,6-2-11 0,-6 2-8 16,5-3-18-16,-5 3-9 15,0 0-12-15,3-5-35 0,-3 2-39 0,0 3-33 16,2-5-34-16,-4-1-192 0,0 3-447 0,-2-2 198 16</inkml:trace>
  <inkml:trace contextRef="#ctx0" brushRef="#br0" timeOffset="90991.95">15391 11572 65 0,'-3'-3'278'16,"3"3"-33"-16,0-6-23 0,0 6-28 0,0 0-24 0,0-5-44 15,0 5-23-15,0 0-17 0,-1 15-16 0,-3 4-6 16,-2 8-8-16,-7 21-1 0,0 3-7 0,-1 2-13 0,0 5-62 15,2-2-85-15,-1-6-168 0,-5-6-303 0,9-18 134 16</inkml:trace>
  <inkml:trace contextRef="#ctx0" brushRef="#br0" timeOffset="99612.93">6010 14218 129 0,'0'0'189'16,"0"0"2"-16,0-4-8 0,0 4-6 0,-1-5-4 0,1 5-1 16,0 0-7-16,0 0-16 0,-2-3-11 15,2 3-14-15,0 0-14 0,2-5-7 0,-2 5-10 0,0-1-11 16,4-4-11-16,-4 5-6 0,5-4-7 0,-1 0-10 16,1 1-5-16,0 2-6 0,0-3-4 15,7 0-3-15,-1 3-7 0,1 0-3 0,-2 1-1 16,9 1-5-16,1 0-8 0,0 3 0 0,-1 0-5 15,1 1-7-15,-2 2 2 0,1 4-3 0,-1 0-2 0,5 5-2 16,-2 2-1-16,-11-2 4 0,4 6-3 0,-5 1 0 16,-1 0 2-16,-7-2 1 0,2 5 2 0,-6-1-4 0,-1 2 4 15,-5 0-2-15,-2-1 2 0,-2-1 0 0,0 1 1 16,-2-1 0-16,-2-2 2 0,3-7 0 0,1 0-1 16,-1-1 1-16,1-3 2 0,0 0-2 0,1-2 3 15,3-2 1-15,-1-1-1 0,3-2 0 0,1 1 3 16,1 1 6-16,1-5 13 0,-1 0 17 0,1-1 21 15,2 2 24-15,2-3 18 0,-3 3 0 0,3-3-6 0,0 0-13 0,0 0-9 16,3-14-5-16,2 7-10 0,1-3-5 0,0-1-2 16,2-1-11-16,1-7-1 0,4-3-5 0,-3 5-5 15,5-9-3-15,1 3-6 0,0-2-1 0,1 1-3 16,2-1-3-16,-1 3 0 0,0-2-1 0,0 2-3 16,-3 3-5-16,2-2 5 0,-7 4 5 0,2 1 1 15,-2 4 12-15,-1-2-5 16,-2 4 3-16,-2 0 2 0,3 0-3 0,-5 4 4 15,0 1-2-15,1-2-1 0,0 3-1 0,-1 0-5 16,-1 2-5-16,0-1-14 0,0 1-13 16,-2 2-17-16,0 0-20 0,0 0-5 0,0 0 4 15,0 0 3-15,1 14 4 0,-2-2 4 0,-3 3 5 0,2 2 8 16,-1 4-3-16,-2-1 5 0,0 4-3 0,1 4 5 16,1-5 1-16,2-2 5 0,1-3 1 0,4 3-1 0,0-4 3 15,1 2 5-15,5 3 2 0,4-5 0 0,-1-2 7 16,10 4 3-16,8-4 1 0,1-6-36 0,3-3-75 0,4-2-112 15,2-6-293-15,11-3-555 0,-15-2 246 16</inkml:trace>
  <inkml:trace contextRef="#ctx0" brushRef="#br0" timeOffset="100915.98">6566 13761 77 0,'0'0'127'0,"0"0"-6"0,0 0-7 0,0 0-3 0,0 0-5 16,0-6-6-16,0 6 2 0,0 0-3 0,0 0 3 16,0 0 3-16,0 0-6 0,0 0 2 0,0 0 2 15,0 0 1-15,0 0-6 0,0-5 3 0,0 5-3 16,0 0-2-16,0 0-2 0,0 0-7 0,0 0-4 16,0 0-6-16,0 0-12 0,0 0-5 0,0 0-7 15,4-3-9-15,1 0-4 16,0 2-6-16,2-3-3 0,-2 3-3 0,1-2-4 15,3 2-3-15,3 0-2 0,-2-2-3 0,5 3-4 16,-2 0 0-16,6-4-2 0,-1 7-5 0,0-3 0 16,-3 1-6-16,5 2 0 0,-7-3-3 0,0 2-7 15,3 2-3-15,-5 3-8 0,-1-3-1 0,2 1-8 16,-4 2 4-16,-3-2-1 0,-3 4 0 0,2-1 1 16,-4 1 5-16,-1 3 4 0,-3-2 2 0,-2 0-1 0,-1-2 5 0,-3 5 2 15,1-4-1-15,-1 0 1 0,-2-1 2 0,2 0 0 16,1-1 1-16,-1 2-1 0,0-5 1 0,1 1 4 15,2-1-2-15,1-1 1 0,2 1 2 0,-1-2-4 16,4 1 0-16,-2-1 1 0,3-2-1 0,-1 6 7 16,1-6 0-16,0 0-5 0,6 4 5 0,2-2-3 15,2-1-2 1,3 2 1-16,2-1 2 0,2 3 1 0,1 0-2 16,-3-1 0-16,3-1 0 0,-1 2-1 0,0 2 3 15,0-2-4-15,-3 2 0 0,-1-2-2 0,-3 3 3 0,-1-2 0 16,-5 1 13-16,1-1 0 0,0 1-5 0,-2 0-3 15,-6-2 4-15,2 5 3 0,-8-2-3 16,-3 0 4-16,-3 4-1 0,-3-3 3 0,-7 1 2 16,-1-2-2-16,-1-1 0 0,-1 0 4 0,0 1 2 0,4-3 2 0,-1-2 1 15,0-1 4-15,2 0 7 0,3-1 6 0,5 0 10 16,4 1 4-16,2-1 12 0,-1-1 6 0,3 0 4 16,1 0 7-16,0 0 4 0,0 2 11 0,6-2 8 15,0 0 8-15,0 0-1 0,-10-2-5 0,10 2-12 0,0 0-5 16,0 0-11-16,0 0-15 0,-8 0-1 15,8 0-6-15,0 0-8 16,0 0-5-16,0 0-6 0,0 0-1 0,0 0 4 16,0 0-6-16,0 0-38 0,0 0-22 0,0 0-34 15,-7 2-37-15,7-2-42 0,0 0-50 0,0 0-30 16,0 5-31-16,0-5-304 0,10 2-600 0,-2-2 265 16</inkml:trace>
  <inkml:trace contextRef="#ctx0" brushRef="#br0" timeOffset="102319.7">7925 14255 70 0,'-4'-4'189'0,"-1"-1"-26"16,-2-1-18-16,-3 1-9 0,-1 0-19 0,-7-1-12 0,0 3-9 0,-4 0-13 15,-6 2-7-15,1 1-8 0,-1 1 2 0,-1 2-16 16,8-1-5-16,-7 4-5 0,-1 0-1 16,-2 0-3-16,3 5 2 0,1-3-5 0,5 1-3 0,6 0-6 15,-3 0-1-15,2 1-6 0,3 1-2 0,2 1 0 16,0 1-6-16,4-1-3 0,3-2-1 0,0 3 4 15,2-2-2 1,6 1-3-16,-1 1 2 0,3 0 2 0,3-3-1 16,4 2 3-16,3-1-3 0,3-2 1 0,1 0-2 0,9-3 11 15,0-4-12-15,0 1 2 0,-4-4 0 16,2-3-2-16,1-1 1 0,0-3-1 0,-7 1 0 16,3-7 15-16,0-3 7 0,-6 5 23 0,-2-2 14 15,-2-1 10-15,5-5 8 0,-5-4 5 0,-4 2-4 0,-1-5-6 16,-2-1-4-16,-3-2-2 0,-1-1-2 0,-1-3-8 0,-2 1-4 15,-2-2-6-15,2 1-3 0,-4 0-1 0,1 3-6 16,-5 3 7-16,5-2 0 0,-1 15 7 0,0-4 3 16,1 2-10-16,-2 3 1 0,2 2-5 0,0 3-8 15,3 4-10-15,-3-3-3 0,4 5-2 0,-1-3-15 16,-2 2-32-16,2 2-11 0,1 2-3 0,0 0 9 16,-4 15 0-16,1-2 0 15,2 4 6-15,1 11-2 0,0 1 2 0,1 3 1 16,3 1 3-16,-1 1 0 0,-2 2 3 0,7 10-3 15,-3-12 3-15,0 0 0 0,4 0 3 0,-4-5-1 16,4 0 1-16,0 0 1 0,-1-4 6 0,-3-6-1 16,1 0-2-16,1-5 2 0,-3 1 0 0,0-3-1 15,-1-1 3-15,0-2 0 0,-1-3 3 0,-1-1-2 16,2 0 0-16,-2 0 1 0,1-2 0 0,-2-3 3 0,1 5 0 0,-1-5 1 16,1 5-2-16,-1-3 5 0,0-2-2 0,0 0 3 15,1 5-4-15,-1-5 2 0,0 0-3 0,0 0 3 16,0 4 0-16,0-4 1 0,0 0-1 0,0 0-3 15,2 3 1-15,-2-3 1 0,0 0-1 16,0 0 3-16,0 0-1 0,0 0 0 0,0 0-1 0,0 0 0 16,0 0 1-16,0 0 16 0,0 0 8 0,0 0 5 0,0 0 3 15,0 0-6-15,0 0 1 0,11-5-15 0,-1 2-31 16,8-3-50-16,7-4-82 0,9 0-131 0,2-5-229 16,11-6-547-16,2-4 243 0</inkml:trace>
  <inkml:trace contextRef="#ctx0" brushRef="#br0" timeOffset="104556.07">8046 13484 56 0,'0'0'132'0,"-1"-3"-4"0,1 3-1 0,0 0-2 16,0 0-4-16,0 0-5 0,0 0-6 0,-3-4-17 15,3 4 4-15,0 0-3 0,0 0-8 0,0 0 2 16,0 0-6-16,0 0-2 0,0 0-2 0,0 0-8 16,4-4-10-16,-4 4-5 0,0 0-6 0,4-4-8 0,1 2-4 15,1 0-4-15,1 1 0 0,3-1-6 0,-1 1-3 16,4 1-3-16,0-2-1 0,2 2-2 0,0 0-4 16,4 0-6-16,-6 2-6 0,8-1 8 0,-4 1-1 15,-4 1-2-15,0 1 1 0,0-1-8 0,-3 0 0 16,-1 2-4-16,1 1-4 0,-3-3-1 0,-2 2-4 15,-3 0 3-15,0 2 0 0,-6 2 2 0,-4 1-1 16,-6 2 2-16,1-1 0 0,-1-3 1 0,-1 5 5 16,-2-4-3-16,3-1 1 15,-1 1 3-15,1-6-4 0,2 6 2 0,-1-6 1 16,3 2-1-16,0-3 1 0,1 3 0 0,3-3-2 16,0 1 0-16,1 0 4 0,3-1-4 0,2-2 0 15,-5 5 3-15,2-3 1 0,3-2-2 0,0 0 3 16,9 5-1-16,-1-1-4 0,1 1 7 0,2-2-2 15,2 1-5-15,6 1 0 0,-5 0 0 0,4 2 5 16,0 1 2-16,1-1-2 0,-1 0 2 0,-4 1-2 0,-1-1 1 0,-2-1-6 16,1 2 6-16,-3-3-5 0,-2 0 2 15,-1 5-3-15,-4-8-3 0,1 5 6 0,-2-2 6 0,-2-2 2 16,-4 2 8-16,-4 0-3 0,-7 2 4 0,-4 0-2 16,1-4-3-16,-3 4 7 0,0-3-3 0,-3 1 0 15,-1 0 1-15,4-4 0 0,2 1 2 0,2 1 1 16,0-3 0-1,5 0 0-15,1 1 2 0,0 0-8 0,6-1 3 0,-3 2 0 16,5-2-6-16,4 0 3 0,-9 0 0 0,9 0-5 16,-8-2 2-16,8 2-4 0,0 0-1 0,0 0 4 15,0 0-3-15,0 0-3 0,0 0-12 16,-1 5-28-16,1-5-38 0,8 5-54 0,-3-4-66 0,-4 4-143 16,6-3-363-16,-6 1 161 0</inkml:trace>
  <inkml:trace contextRef="#ctx0" brushRef="#br0" timeOffset="105612.17">8506 13893 228 0,'0'-5'270'0,"0"-3"-9"0,0 4-19 16,1-1-16-16,-1 0-15 0,2 1-18 0,-2 0-17 15,0 4-16-15,1-7-17 0,-1 5-13 0,0 2-14 0,0 0-16 16,0-5-12-16,0 5-14 0,3-4-12 0,-3 4-7 0,0 0-8 15,0 0-7-15,8 9-5 0,-4-4-9 16,1-1-4-16,3 6-5 0,3 2-14 0,1 0-6 16,-2 0-8-16,4 1-9 0,-1-1-9 0,-2-3-10 15,1 3-5-15,-3-4-2 0,1 0-2 0,0-2 1 0,-2-1 8 16,2 0 5-16,-3-3 5 0,-1 1 6 0,-2-3 5 0,-4 0 15 16,13-4 17-16,-10 1 7 0,3-2 7 0,-4-1 5 15,5-5 0-15,-5 1-3 0,1 0 1 0,-1-1 4 16,1-5 1-16,-3 5 11 0,5-2-2 0,-4 2-2 15,0 1-6-15,1 1-2 0,-2 2 3 0,0 1-3 16,0-1-5-16,0 0-5 0,1 2-2 0,-1 2-5 16,1 1-6-16,-1 2-17 15,0-4-16-15,0 4-13 0,0 0 0 0,0 0-1 16,0 0 11-16,0 0-2 0,3 18 7 0,-3-3-2 16,0 0 0-16,1 5 2 0,0 7 0 0,-2 0 4 15,1 4 17-15,0 0 0 0,0 2-1 0,0 1 2 16,0 2-3-16,3-2-2 0,-2-3 3 0,-1 3-2 15,1 0-2-15,2-3 4 0,-2-2-3 0,-1-1 3 16,1-2-3-16,-1-7 1 0,-1 2 2 0,0-3-7 0,-3-1-1 0,1-1 0 16,0-3-1-16,-3-1 10 0,-1 0-4 0,3-5-1 15,-5 3 0-15,0-3 7 0,-1 0-1 0,1 0 2 16,-4-1 0-16,2-2 6 0,-1 4-2 0,3-6 7 16,-4 3 13-16,7-3 17 0,-3-2 21 0,2 0 19 15,0 0 7-15,7 0 2 0,-12-4-2 0,9 0-1 16,-1-2 0-1,0-1 24-15,3-3-4 0,0-5-7 0,2-2-10 16,4-6-6-16,2-5-10 0,6 0-9 0,3-5-8 16,8-7-7-16,3-1-7 0,5 1-8 0,0 0 12 0,3 4-17 15,1 4-10-15,-9 8-3 0,2 2 3 0,-2 1-5 16,0 4-2-16,-5 1-1 0,-7 7-1 16,-1 0-3-16,-4 2-6 0,-2 1 2 0,-2 2 1 15,0 1-7-15,-2-1-31 0,-1 2-47 0,2 1-44 0,-5 1-8 0,0 0 9 16,0 0-2-16,-10 13-16 0,0-2-28 0,-5 4-47 15,-5 2-59-15,-4 1-286 0,0-1-603 0,1 0 267 16</inkml:trace>
  <inkml:trace contextRef="#ctx0" brushRef="#br0" timeOffset="106436.06">7269 15066 105 0,'-8'0'173'15,"8"0"-3"-15,0 0-17 0,-6-1-2 0,6 1-11 16,0 0-9-16,-5-3-6 16,5 3-8-16,0 0-6 0,0 0-4 0,0 0-8 15,0 0-9-15,0 0-11 0,0 0-13 0,0 0-2 16,0 0-3-16,0 0-11 0,0 0-2 0,0 0-10 15,0 0 1-15,-8 0-7 0,8 0-2 0,0 0-3 16,0 0-4-16,0 0-2 0,0 0-2 0,0 0 2 16,0 0-1-16,0 0 1 0,0 0-4 0,0 0 3 15,0 0-4-15,0 0-4 0,0 0 7 0,26-4-5 0,-6 0 4 16,11-1-1-16,21-3-4 0,8-2 0 0,31-5-3 16,5 3 2-16,8-4 0 0,10 2-6 0,4-1-2 0,-3 1 3 15,1-1 2-15,-7 1 6 0,-4 2-1 0,-4-1 2 16,-11-1-4-16,-27 9-4 0,-4-5 2 15,-4 3 0-15,-17 0 1 0,-2 2 1 0,-7 1-2 16,-7 1 14-16,-4 0 12 0,-8 0 13 0,-1 3 9 0,-1-1 6 0,-1 1-1 16,-2-3-9-16,-2 1-27 0,-3 2-29 0,0 0-32 15,0 0-34-15,-15-3-40 0,3 4-55 0,-7 2-60 16,1 1-185 0,-5-1-441-16,0 1 195 0</inkml:trace>
  <inkml:trace contextRef="#ctx0" brushRef="#br0" timeOffset="107231.46">8061 15521 133 0,'-19'-5'123'0,"0"2"-9"0,-3 1-3 0,-6 1-12 15,-1 0-15-15,-2 2 4 0,0 0-4 0,-1 0-6 16,2-1 5-16,-2 7-9 16,-3-3 1-16,7 2-1 0,1-2-8 0,6 3-6 15,-1 1-10-15,4-3-2 0,0 1-4 0,2 2-9 16,0 2 0-16,6-1-7 0,1-1-1 0,0 1-8 16,4 1 1-16,1 0-3 0,-1-1 3 0,5 3-7 15,0 0-1-15,1-2 11 0,3 2 4 0,4-3 2 16,2 4-1-16,4-6-3 0,-1-2 3 0,6 2-8 15,3-2 7-15,-2-2-6 0,2-3-1 0,0-1 6 0,-3-1 9 0,3-2 8 16,-2-1 14-16,-5-5 18 0,3 0 19 0,-1-5 15 16,-1 1-2-16,0-5 4 0,0-3-5 0,-3 0-4 15,1-5-12-15,-3-1-6 0,1-4-11 16,-3-3-8-16,0 0-1 0,-4-2-1 0,4 3 4 16,-2-12 7-16,-4 13 6 0,0 3 11 0,-2 2 16 0,3 2 3 15,-4 11 11-15,0 1-10 0,0 6-10 0,0-1-10 0,0 4-19 16,0-1-12-16,0 1-44 0,0 2-44 0,0 3-12 15,0 0 1-15,-9 11 6 0,5-3 12 0,-1 12-9 16,-5 5 3-16,4 4 1 0,-2 5 1 0,3 11 6 16,-1 1 14-16,0-11-14 0,4 1 7 0,2-2-2 15,1 3 0-15,2-8 6 0,1 5-1 0,-1-6-13 16,2 0-3-16,2-4-1 16,-3-8-2-16,-1-2-7 0,0 0-8 0,1-4 1 15,0 1-7-15,-1-4-13 0,0 0-9 0,-2-2-16 16,3-1-13-16,-4 2-12 0,1-3-22 0,2 0-49 15,-3-3-110-15,0 0-155 0,0 0-485 0,3-9 215 16</inkml:trace>
  <inkml:trace contextRef="#ctx0" brushRef="#br0" timeOffset="107732.78">8171 15424 73 0,'12'-3'202'16,"1"1"-16"-16,-1 3-16 0,9-4-17 0,-1 8-11 15,-3-1-15-15,2 4-12 0,1 1-16 0,-2 2-6 16,4 3-13-16,-7-1-12 0,3 6-4 0,-5-3-6 16,-3 1-4-16,-1 0-11 0,-5 2 1 0,0 0-2 15,-4-2-10-15,-3 3 3 0,-1-2-6 0,-6 4-1 16,0-6-4-16,-5 6 3 0,-4-4-1 0,-1-2-5 15,4-3 4-15,0-1-5 0,0-1 6 0,4-4-5 0,1 0 9 0,2-1 4 16,0-1 10-16,0-1 10 0,5-2 19 0,-1 3 14 16,1-3 30-16,0-1 25 0,4-1 27 15,0 0-3-15,0 0-19 0,-5-10-12 0,9 3-14 16,1-1-11-16,4-7-15 0,5-1-16 0,4-7-5 0,0-1-7 16,5-2-20-16,0 1-16 0,8-13-18 0,-7 13-5 15,0 0-2-15,2-2-3 0,-6 5 3 0,1 0-2 0,-6 7 2 16,-5 1 1-16,-2 6-6 0,2-1 11 0,-4 1-4 31,0 4-8-31,-3-1 4 0,1 1-13 0,-1 1-23 16,-3 3-12-16,0 0 10 0,0 0-3 0,0 0 4 0,-5 14 2 15,-2-3 2-15,-2 3 4 0,1 2 8 0,-4 10-6 0,2-3 0 0,-3 2 2 16,3 0 4-16,2-3 0 0,4 5 5 16,-1-7 1-16,5-1 0 0,4 0 2 0,0-1 7 15,2-2-1-15,7-2 5 0,11 2 1 0,4-6-19 16,6-1-55-16,1-4-79 0,20-5-111 15,-1-3-255-15,-16-2-559 0,-1-4 247 0</inkml:trace>
  <inkml:trace contextRef="#ctx0" brushRef="#br0" timeOffset="108550.43">8768 15172 112 0,'0'0'207'0,"3"-6"-25"0,-3 6-16 0,3-4-17 0,1 1-17 16,3 2-12-16,0-2-11 16,2 0-7-16,4 2-7 0,-3-3-9 0,3 3-3 15,2 0-7-15,-1-1-9 0,7 3-4 16,-8 0-2-16,2 1-7 0,-2 1-6 0,-2-1-2 15,2 1-1-15,-3 1-7 0,2 1-7 0,-3-1-9 16,-3 3 1-16,-2-1-6 0,0 5-6 0,-3-5 1 0,-2 4-4 16,-3 1 2-16,-1-2-4 0,-2 1 1 0,-2 0-2 15,-3 1 3-15,-1 1-5 0,1-4 0 0,1 0 0 0,1 0 0 16,-3-3 2-16,5 0 3 0,-1-2-7 0,3 2 5 16,1-3-2-16,1 1-4 0,0-1 4 0,-1 1-1 15,5-3-2-15,-4 2-6 0,4-2 8 0,4 6 3 16,2-5-3-16,2 0 1 0,5 2 0 0,-3 1-2 15,9-2-2-15,-3 0 1 0,1 2 0 0,-4 0-2 16,4 3-1-16,-4-4 3 16,-1 1-5-16,-1 1 2 0,-4 2 1 0,1-5-1 15,0 4 1-15,-5-2-3 0,0 1 2 0,0 0 2 16,-3 2 5-16,-3-2 4 0,-1 0 8 0,-6 3-3 16,-2-1-2-16,-3 2 5 0,-3-4-3 0,-1 0 3 15,1-1-3-15,-4 3 4 0,2-4 6 0,-2 1 4 16,2 0 1-16,-1-2 8 0,6-1 4 0,1 0 9 15,1 1 2-15,4-2 12 0,2 1-7 0,2-1 12 0,5 0-14 16,-11-1 2-16,11 1-1 0,-9 0 8 0,9 0 3 0,0 0-2 16,-7-2-3-16,7 2-4 0,0 0-10 0,0 0-14 15,0 0-23-15,0 0-30 0,-8 2-37 16,8-2-42-16,0 0-57 0,0 0-62 0,0 0-261 16,-4-4-517-16,4 4 228 0</inkml:trace>
  <inkml:trace contextRef="#ctx0" brushRef="#br0" timeOffset="110207.64">9898 14652 48 0,'-4'-1'83'15,"4"1"3"-15,0 0-5 0,0 0-18 0,0 0 12 16,0 0 20-16,0 0-6 0,0 0 4 0,0 0-3 16,0 0 1-1,-3-4 0-15,3 4-2 0,0 0-5 0,0 0 1 16,0 0-3-16,0 0 0 0,0 0-3 0,0 0 5 0,0 0-1 15,0 0-5-15,0 0 8 0,0 0 2 0,0 0 0 16,0 0-2-16,0 0-4 0,0 0-13 0,0 0-5 16,0 0-7-16,10-5-7 0,3 4-6 0,5-4-3 15,4 2-4-15,10-1-6 0,-2-1-1 0,5 1-7 16,-2 2-20-16,0-2-29 0,-2-1-27 0,0 4-33 16,-4 1-26-16,-6-1-25 0,-4 1-31 0,-3 0-170 0,-4 1-367 0,-1-1 163 15</inkml:trace>
  <inkml:trace contextRef="#ctx0" brushRef="#br0" timeOffset="110376.84">9936 14821 95 0,'0'0'173'16,"7"4"-4"-16,4-4-10 0,3 1-2 0,17-1-26 15,5-1-10-15,14-2-23 0,8-1-41 0,6-2-71 16,2 1-88-16,25-5-72 0,-31 3-189 0,1-3 83 16</inkml:trace>
  <inkml:trace contextRef="#ctx0" brushRef="#br0" timeOffset="110971.87">11345 14330 191 0,'0'-5'210'0,"0"-2"-6"0,2 3 3 0,-1-2 2 16,0 2-9-16,0-1-6 0,1 1-11 0,-2-1-7 16,0 5-7-16,1-6-10 0,-1 6-17 0,0-4-12 15,0 4-15-15,1-3-19 16,-1 3-11-16,0 0-16 0,0 0-14 0,0 0-16 16,0 0-8-16,0 0-4 0,2 10-3 0,-1 0-5 15,-1 0-1-15,1 6-2 0,-2-1-4 0,1 2-2 16,1 2-2-16,-1 8 1 0,1-8-2 0,1-2 2 15,0 8-3-15,0-7 0 0,-1 2 0 0,3-2-3 16,-2 0 2-16,-1 0 1 0,2-2-3 0,-2-4 2 16,1-2 3-16,-1-1 0 0,-1-2-2 0,0 1-3 0,0-5 4 0,1 2 0 15,-1-1 2-15,0-4 5 0,0 5-5 0,0-5 1 16,0 5 0-16,0-5-9 0,0 0-11 16,0 5-6-16,0-5-10 0,0 0-11 0,0 0-54 15,0 0-46-15,0 0-49 0,-11-17-47 0,6 11-171 16,2-5-437-16,-2 2 194 0</inkml:trace>
  <inkml:trace contextRef="#ctx0" brushRef="#br0" timeOffset="111372.83">11292 14154 84 0,'0'0'217'0,"-3"-3"-23"0,3 3-19 16,0 0-17-16,-1-4-18 0,1 4-20 0,0 0-8 15,0 0-13-15,14 9-9 0,-4-6-12 0,4 6-8 16,7 1-7-16,3 4-8 0,2 3-7 0,2 3-4 16,2 2-4-16,1 0-3 0,10 9-3 0,-13-7 0 0,-1 0-3 15,-5 3-3-15,-3 1-3 0,-4-1-6 0,-1 1-4 0,-5 0 2 16,-3 0-4-16,-6-1 2 0,-1-2-1 0,-4-1 3 15,-7 0 6-15,-3-2 5 0,-4-4 6 0,-5-2-2 16,-3-1-3-16,0 0 5 0,-2-1-1 16,-1-5 5-16,3 1 2 0,2-5 0 0,-1 4 3 15,8-3 2-15,1-4 0 16,4 0-4-16,2 0-3 0,1 1-4 0,4-1-5 16,-1-1-1-16,1 0-3 0,5 2 3 0,1-3-1 15,-9 1 0-15,9-1-1 0,0 0-3 0,0 0-1 16,0 0-8-16,18 2-14 0,-5-3-29 0,1 1-43 15,2-2-73-15,2-1-75 0,-5-1-188 0,6 1-442 16,-7-2 196-16</inkml:trace>
  <inkml:trace contextRef="#ctx0" brushRef="#br0" timeOffset="114065.32">12310 14054 150 0,'0'0'198'0,"-4"-4"-8"0,8-3-14 0,-4 7-9 0,-4-5-2 16,4 5-6-16,0-5-13 0,0 5-8 15,0-5-17-15,0 5-13 0,0 0-13 0,-5-3-12 16,5 3-11-16,-7 0-8 0,7 0-5 0,-20 8-10 15,6-2-7-15,-7 10-8 0,-2 1-3 0,-2 5-3 16,0 4-5-16,-1 4-6 0,-6 8-1 0,4 0-4 0,-1 4-3 16,8-14-1-1,3 4 1-15,2-1-5 0,2 0 1 0,1 2-1 16,7-2-2-16,2-2 7 0,1 4 6 0,7-6 4 16,2 2 2-16,2-5 4 0,6-1 5 0,3-4-5 15,3 0 2-15,3-5 0 0,3-3-1 0,3-2-2 16,-1 1-1-16,-2-6-1 0,-7-1-5 0,0 1-1 15,-6-1-1-15,0 1 2 0,-4-3-3 0,-3-1 14 16,0 3 7-16,2-3 8 0,-4 2 3 0,1-2-5 0,-5 0 0 0,6 5-5 16,-6-5 4-16,0 0-6 0,8-3-3 0,-8 3-2 15,0 0-14-15,0 0-14 0,0 0-27 0,5-2-27 16,-5 2-49-16,-1-5-81 0,1 0-83 0,-1-2-159 16,1 1-459-16,0-3 203 0</inkml:trace>
  <inkml:trace contextRef="#ctx0" brushRef="#br0" timeOffset="114418.04">12529 14270 202 0,'2'-8'296'0,"-4"1"-16"0,4 3-15 0,-2-1-26 16,0 0-25-16,0 3-19 0,0 2-21 0,0 0-25 16,0-5-21-16,0 5-27 0,0-4-25 0,0 4-12 15,0 0-5-15,0 0-10 0,4 14-6 0,-3-4-5 16,3 1-5-16,-3 1-6 0,3 5-1 0,-4 0-7 0,4 1 1 0,1 0-3 16,-4 3-3-16,2-3 4 0,-2 1-6 0,2-1-3 15,-2-1 3-15,-1 0-1 0,1-5-3 0,2 2-1 16,-2-5 0-16,-2 0 3 0,2-1-4 0,-1-1 1 15,0-2 4-15,0 0-1 0,0-2-2 0,3 1 2 16,-3-4 1-16,-3 5-5 0,3-5-5 0,0 5-1 16,0-5-5-1,0 3-3-15,0-3-9 0,0 0-36 0,0 0-40 16,0 0-55-16,0 0-50 0,-15-6-197 0,6 1-429 0,5-1 190 16</inkml:trace>
  <inkml:trace contextRef="#ctx0" brushRef="#br0" timeOffset="114765.73">12460 14158 42 0,'-2'-4'241'16,"2"1"-20"-16,0 3-22 0,0-5-22 0,0 5-18 16,0 0-21-16,0-5-12 0,0 5-18 0,0 0-10 15,0 0-8-15,21 8-12 0,-12-1-6 0,6 3-12 16,3-1-4-16,6 7-3 15,2 2-10-15,-2-2-5 0,3 6-2 0,-4 0-3 16,-1-1-4-16,-2 2 0 0,-1-2-7 0,-3 1-4 16,-5 4 1-16,-1-8-3 0,-2 5-4 0,-7-4 0 15,-1 2 1-15,-1 3 0 0,-3-6-2 0,-5-1 0 16,-5 7 5-16,3-6-2 0,-10 0 3 0,-2 0 2 16,1-2 1-16,-3-2-1 0,6-3 2 0,1-2 1 15,-3-1 5-15,5-2-2 0,-1 1-3 0,5-2 1 0,-1-2-1 0,4 0-1 16,1 0-4-16,2-2 1 0,1 2-1 15,-1-2 7-15,6-1 10 0,-6 3-3 0,6-3-1 16,0 0-20-16,0 0-25 0,0 0-35 0,0 0-34 0,21-11-47 16,-9 5-62-16,1 1-186 0,4-2-409 0,-6 0 181 15</inkml:trace>
  <inkml:trace contextRef="#ctx0" brushRef="#br0" timeOffset="115520.93">13132 14483 129 0,'0'0'208'0,"0"0"-17"15,-9-3-20-15,9 3-16 0,0 0-16 0,0 0-13 16,-7 0-8-16,7 0-16 0,0 0-12 0,0 0-7 0,0 0 1 0,0 0 0 16,0 0-2-16,0 0-3 0,0 0-3 0,0 0 0 15,0 0 0-15,-6 0-5 0,6 0 2 0,0 0-1 16,0 0-4-16,0 0-3 0,0 0-2 16,0 0-8-16,0 0-6 0,0 0-5 0,0 0-4 15,0 0-4-15,0 0-2 0,0 0-6 0,0 0-2 0,0 0-4 16,0 0 1-1,0 0-5-15,0 0-1 0,0 0-3 0,0 0-1 16,0 0-3-16,0 0 1 0,0 0-1 0,0 0 4 16,0 0-5-16,0 0-1 0,0 0-3 0,0 0 4 15,0 0-4-15,0 0-2 0,0 0 0 0,0 0 5 0,0 0-5 16,0 0 5-16,0 0-6 0,0 0 0 16,0 0 0-16,0 0 1 0,0 0 0 0,0 0 0 15,0 0 0-15,0 0 3 0,0 0-3 0,0 0 3 0,0 0 4 0,0 0 1 16,0 0 1-16,0 0-3 0,0 0-2 0,0 0-1 15,0 0 2-15,0 0-2 0,0 0 2 0,0 0-3 16,0 0-3-16,0 0 4 0,0 0-1 0,0 0 0 16,0 0 4-16,0 0-5 0,0 0-2 0,0 0 1 15,0 0 0-15,0 0-1 0,0 0-4 0,0 0 3 16,0 0 2-16,0 0 0 0,0 0 1 0,0 0 2 0,0 0-5 0,0 0 0 16,0 0-1-16,0 0 1 0,0 0 3 0,0 0 0 15,0 0 0-15,0 0-3 0,0 0 1 0,0 0 1 16,0 0 0-16,0 0-2 0,0 0 3 0,0 0-3 15,0 0-1-15,0 0 6 0,0 0-3 0,0 0-1 16,0 0-3-16,0 0 3 0,15-4 0 0,-3 2-2 16,-1 1-1-16,8-4 2 15,2 3-1-15,6-3 0 0,-7 2-1 16,11-1 3-16,-3 1 0 0,1-1-4 0,-7 1 2 16,6-2-2-16,-9 3 3 0,2-1 0 0,-6-2-2 15,-1 4 1-15,-2-2-2 0,-4 1 4 0,-1 2 0 0,-1-1-3 16,-3-1 0-16,-3 2-9 0,8-1-16 0,-6 0-18 15,-2 1-19-15,0 0-11 0,0 0-23 0,0 0-14 16,0 0-58-16,0 0-35 0,0 0-201 0,0 0-437 0,-19-3 195 16</inkml:trace>
  <inkml:trace contextRef="#ctx0" brushRef="#br0" timeOffset="119082.75">13685 14290 53 0,'0'-3'202'0,"0"-2"-4"0,0 5-2 0,3-10-6 0,-6 7 0 16,3-3-9-16,0 6-6 0,3-6 1 0,-2 2-6 0,-1 4-9 15,1-6-5-15,-1 6-11 0,0-6-8 16,0 6-21-16,1-5-10 0,-1 5-14 0,0 0-11 0,0 0-6 15,0 0-15-15,0-2-11 0,0 2-14 0,0 0-9 0,0 0-3 16,0 0-1-16,0 16-4 0,-1-8-5 16,1 4-1-16,-1 0-4 0,0 5 0 0,-2 0 1 15,3 1-1-15,-1 2-3 0,2 5 1 0,-2-6-3 0,2 6-2 0,-2-7 1 16,1 3 1-16,1-3-2 0,-1-1 0 0,0 0-3 16,3-6 2-16,-3 0 3 0,2-1-3 0,-2-2 2 15,0 2-1-15,0-4 1 0,0-1 3 0,1 1 0 16,-2-1-3-16,1-2 3 0,0 0 1 0,0-3 2 15,1 4 3-15,-1-4 2 0,0 0 9 0,0 0 3 16,-1 5 2-16,1-5-5 16,0 0 1-16,0 0-5 0,0 0 3 15,1 3 2-15,-1-3-9 0,0 0 7 0,0 0-6 0,0 0 0 0,0 0-12 0,0 0-9 16,0 0-15-16,0 0-15 0,0 0-22 0,0 0-18 16,0 0-61-16,0 0-80 0,-3-14-262 0,3 10-519 15,-3-7 230-15</inkml:trace>
  <inkml:trace contextRef="#ctx0" brushRef="#br0" timeOffset="119513.9">13703 13997 118 0,'0'-5'176'0,"0"5"-18"16,0 0-21-16,9 0-11 0,-9 0-16 0,18 9-9 16,-3-1-15-16,2 4-7 0,6 5-7 0,2 4-8 0,2 4-3 0,9 10-1 15,-12-9-6-15,7 12-9 0,-11-9 0 0,9 10-3 16,-12-11-9-16,-3 4 0 0,-1-1-6 0,-4 1 0 15,-4 1-5-15,-1 0-2 0,-4 0 0 0,-5 2 1 16,-1-3-2-16,-7-2-2 0,-3 1-3 0,-2-3 2 16,-2-2 6-16,-2 1 15 0,-2-4 10 0,1-3 2 15,-1 2-4-15,-2-5 5 0,2-2-3 0,7-3 1 0,-1 0-2 0,3-3-2 16,2-3-7-16,3 2-3 0,2-4-4 0,1 0-4 16,2-1-1-16,-3 1 0 0,4-2 1 15,-1 2 24-15,0-3 10 0,5-1 8 0,-4 6 0 0,4-6-4 16,-2 1-3-16,2-1-8 0,-4 2-4 0,4-2 4 15,0 0-18-15,0 0-12 0,0 0-22 0,0 0-29 16,0 0-39 0,19-2-43-16,-11-1-86 0,-1-2-242 0,5-1-474 15,-2 1 210-15</inkml:trace>
  <inkml:trace contextRef="#ctx0" brushRef="#br0" timeOffset="120832.9">14619 13917 112 0,'0'-3'189'15,"0"3"-11"-15,-1-7-16 0,1 4-21 16,0 3-13-16,0 0-14 0,-5-3-17 0,5 3-11 15,-13 10-7-15,4-4-12 0,-5 11-10 16,-4 4-7-16,0 4-6 0,-2 3-5 0,-2 14-5 16,-4-2-1-16,5 3-3 0,7-10 8 0,-3 13-13 15,7-14-1-15,1 1 2 0,4 1-5 0,2-2-1 0,5-1-5 16,1-1 3-16,8 0 8 0,3-5 5 0,5 1-1 16,8-2-2-16,15 3 3 0,5-5-20 0,0-5-37 0,6-2-49 15,0-5-82-15,1-3-131 0,-3-10-312 0,-12 3 138 16</inkml:trace>
  <inkml:trace contextRef="#ctx0" brushRef="#br0" timeOffset="121218.38">15038 14132 175 0,'0'-5'236'0,"0"0"-9"0,0 1-15 0,0-1-18 16,0 5-19-16,2-8-19 0,-2 8-17 0,0 0-18 15,0 0-15-15,2-4-13 0,-2 4-11 0,0 0-8 16,3 11-9-16,-1 0-8 0,-1 0-4 0,1 5-8 15,-1 0 0-15,2 3-7 0,-2 1-5 0,1-1-5 0,1 1 0 0,0-1 5 32,-1 2-13-32,2-4 1 0,-3 0-4 0,4 0-2 0,-2-1 5 0,-1-1-7 0,0-5-2 0,0 0 2 15,-2 1 9-15,0-4-12 0,0 0-17 0,-2-1-10 16,0-3-8-16,2 2-3 0,-1 0-4 0,0-1-8 16,-3-1-9-16,-1-1-27 0,-1-1-25 0,6-1-43 15,-12-3-48 1,-1 0-119-16,4-1-338 0,0-3 150 0</inkml:trace>
  <inkml:trace contextRef="#ctx0" brushRef="#br0" timeOffset="121523.8">14951 14064 205 0,'0'0'187'0,"0"0"-22"0,0 0-19 16,4-5-8-16,-4 5-20 0,13 5-12 0,-4-1-8 15,9 3-5-15,2 3-3 0,3 3-4 0,4 2-1 16,1 2-6-16,4 3-4 0,-5 0-9 0,4 1-5 16,-7 2-7-16,0-1-7 0,-4-1 0 0,-3 2-6 15,-3-1-5-15,-3-4-1 16,-4-1-6-16,-4 0-3 0,-2-2 3 0,-3 2-3 16,-5 0-1-16,-1-1-1 0,-3-1 3 0,-4-4-5 15,-2 1-2-15,-1-3 0 0,-1 0-1 16,-3-1-4-16,4 0 1 0,-1-2 0 0,5-2-5 0,0 0 2 0,2-1-2 15,1-2-5-15,2 2-9 0,3-1-20 0,-1-2-29 16,7 0-69-16,-7-5-80 0,7 5-135 0,2-7-363 16,10 2 160-16</inkml:trace>
  <inkml:trace contextRef="#ctx0" brushRef="#br0" timeOffset="122004.46">15576 14333 85 0,'0'0'195'16,"-7"0"-23"-16,7 0-15 0,0 0-15 0,-7 0-15 15,7 0-12-15,0 0-8 0,0 0-5 0,-7 1 3 16,7-1-2-16,0 0-4 0,0 0-3 0,0 0-4 0,-6 1 1 0,6-1 3 15,0 0-4-15,0 0-2 0,0 0-4 0,0 0-2 16,0 0-22-16,0 0-7 0,0 0-3 0,0 0-4 16,0 0-5-16,-3 3-1 0,3-3-6 0,0 0-2 15,0 0-3-15,0 0-7 0,0 0 0 0,0 0 1 16,0 0-6-16,0 0 1 0,0 0-5 0,0 0 4 16,0 0-2-16,0 0-3 0,0 0-1 0,0 0-1 0,0 0-4 0,0 0 2 15,0 0-2-15,0 0 0 0,0 0-1 0,0 0-1 16,0 0 4-16,0 0-3 0,0 0 0 15,0 0-1-15,0 0 2 0,0 0-3 0,20-3-1 16,-10 1-4-16,9 2 2 0,2-4 2 0,7 0-4 16,0-1 4-16,2 1-1 0,2 1-1 0,-1-1-1 0,0 2 1 15,0-1 0 1,-4-1-1-16,-7 0 0 0,-2 0 0 0,-5 3-1 16,-2 0 0-16,1-2 6 0,-6 3-2 0,0 0 2 15,0 0 0-15,-6 0 0 0,8-1-8 0,-8 1-10 16,6-2-9-16,-6 2-35 0,0 0-31 0,0 0-32 15,0 0-32-15,-13-7-35 0,13 7-37 0,-12 0-133 16,7-2-385-16,0 0 171 0</inkml:trace>
  <inkml:trace contextRef="#ctx0" brushRef="#br0" timeOffset="122605.76">16135 14033 109 0,'7'0'129'16,"1"-3"-5"-16,2 3-25 0,2 0-3 0,-1 0-23 15,-2 4 0-15,5-1 1 0,-5 0-2 0,0 4-20 16,1-3 0-16,-1 2-9 0,-1 3-6 0,1-2-6 16,-5 4 0-16,-2-1-3 0,1 4-4 0,-3 1 6 0,-4 1-11 0,-4 2 1 15,-2-1 4-15,-3 6-3 0,-6-3-2 0,1 2-4 16,-5-4 4-16,2 2-4 0,-2-2-4 0,-2-1 0 15,2-4 0-15,4-3 3 0,4 0 1 0,-2 0 10 16,7-3-6-16,-3-1 2 0,4-1 1 0,0 1-8 16,4-2 2-16,-2-2 2 0,1-1 23 0,3 2 31 15,1-1 16-15,2-2 13 16,-4 2 6-16,4-2 5 0,0 0-9 16,0 0-6-16,0 0-14 0,0 0-10 0,25-8-8 15,-14 2-8-15,2 3-4 0,5-1 2 0,1 0-15 16,2 0-4-16,-1-1-5 0,2 1-4 0,1 1-2 0,2 1-3 15,-4 2-4-15,-1-3-1 0,2 1-1 0,-3 2-1 16,-6 0 0-16,2-2-3 0,-3 2 0 16,-1-1-3-16,-2 1 1 0,-1 0 5 0,-1-1 5 0,-2 1 5 0,-5 0 4 15,9 1 1-15,-9-1 10 0,8 0-2 0,-8 0-8 16,7-1 3-16,-7 1-7 0,0 0 2 0,0 0-3 16,8 1-1-16,-8-1-5 0,0 0-12 0,0 0-14 15,0 0-22-15,0 0-23 0,0 0-25 0,6-2-30 16,-6 2-41-16,0 0-68 0,5-5-233 0,-3 3-486 15,2-1 215-15</inkml:trace>
  <inkml:trace contextRef="#ctx0" brushRef="#br0" timeOffset="122969.05">16292 13805 66 0,'1'-4'152'0,"-1"4"-20"15,9 0-12-15,-9 0-17 0,20 7-6 0,-4 2-11 16,3 1-2-16,9 7-7 0,1 3-3 0,11 9-4 15,0 4 7-15,-1 2-4 0,0 4-9 0,-5 0-1 16,-6 6-2-16,-1-4-8 0,-8 0-4 0,-6-7-7 16,-5 1-2-16,-4 0-2 0,-4-3-3 0,-7 1 1 15,-2 0-1-15,-5 0-3 0,-4-6 5 0,-7 2-1 16,-2-6-2-16,-10 9 0 0,5-11 0 0,1-1-3 0,-1-3-4 0,0 0 2 16,4 0-3-16,-4-3 0 0,3-2-1 0,-1-2-34 15,0 0-51-15,3-1-46 0,0-1-215 0,4-4-347 16,6-3 153-16</inkml:trace>
  <inkml:trace contextRef="#ctx0" brushRef="#br0" timeOffset="124387.93">17089 13917 176 0,'0'-5'230'0,"0"0"-17"0,0 0-16 15,0 5-18-15,0-5-17 0,-2 1-19 0,2 4-14 16,-2-4-16-16,2 4-21 0,0 0-6 0,0 0-12 15,0 0-5-15,0 0-7 0,13 12-8 0,-8-4-7 0,4 2-4 16,-4 2-4-16,3 1-2 0,5 1 11 0,-3 3-6 16,2 0-1-16,0-1-5 0,4 6-2 15,-4-5-3-15,1 0-5 0,2 3-14 0,-3-8-10 16,0 0-1-16,-4-2-2 0,1-3-2 0,-1-2 2 0,-3 1 3 0,3-3 1 16,-2-2 0-16,3-1 0 0,-9 0 6 0,11-4 10 15,0-4 3-15,-5 0 7 0,2-1 7 0,1-1 4 16,0-5 2-16,-4 4 0 0,3-5 6 0,-2 7-4 15,3-8 5-15,-4 6 1 0,1-3 0 0,-2 2 2 16,0 0 2-16,1 3 7 0,-1 2-1 0,-1 0-2 16,-2 3-4-16,1-1-10 15,0-1-8-15,-1 1-2 0,0 2-7 0,-1 3-4 16,3-2-16-16,-3 2-22 0,0 0-19 0,0 0-1 16,0 0 0-16,0 0 8 0,1 10 0 0,-1 1 0 15,-1 4 5-15,0 9 0 0,-3 1 1 0,1 4 5 16,1 5-3-16,-1 1 5 0,2 10-17 0,1-9 2 15,-2 0 3-15,1 10 0 0,2-10 6 0,1 0 2 16,-1 12 2-16,-1-13 1 0,1 12 1 0,2 2 4 0,-1-2 2 16,-2-13 0-16,-1 2 1 0,0-3 0 0,0 2-1 15,-2-2 1-15,-1-1-2 0,-2 0 0 0,-2-1 2 16,-1-4 6-16,-1 2-2 0,-3-5 0 0,3 0 3 0,-4-2 0 16,1-8-2-16,1 1 4 0,1-3 1 0,-2-2-2 15,-1 1 9-15,4-4 3 0,0-1 7 16,-2-2 9-16,2-1 16 0,-3 0 9 0,4-6 6 0,-2 0 5 0,-3-4 1 15,1-3 3-15,-2-4 7 0,3-1 24 0,3-4 24 16,2-8-7-16,4-6-7 0,3-2-10 0,14-15-18 16,4 0-10-16,9-4-12 0,23-19-13 0,1 4-10 15,5 7-10-15,-13 19-6 0,20-18-4 0,-17 22 0 16,0 0-2-16,3 4-2 0,-7-1 1 0,-13 13 3 16,2 2 8-16,-7 2 11 15,-2 3-6-15,-8 6 11 0,-4 2-6 0,0 1-1 16,-3 2-8-16,-5 2-5 0,2-2-25 0,0 1-43 15,1 2-48-15,-2 1-47 0,-3 1-1 0,0 0-10 16,-8 10-34-16,-5-1-59 0,-6 4-91 0,-4 1-199 16,-2 1-580-16,8-7 257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4:36:46.20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2545 2309 13 0,'0'0'167'16,"0"0"-5"-16,-8 0-11 0,8 0-5 0,0 0-15 15,0 0-4-15,0 0-2 0,0 0-2 0,0 0-4 16,0 0-2-16,0 0 2 0,0 0 2 0,0 0 3 0,0 0-3 0,0 0 2 16,0 0 1-16,0 0-5 0,-6-2-3 15,6 2 7-15,0 0-15 0,0 0 1 0,0-5-7 16,0 5-3-16,0 0-7 0,0 0-5 0,0 0-2 15,0 0-20-15,-3-4-4 0,3 4-7 0,0 0-10 16,0 0-6-16,0 0-19 0,0 0-25 0,0 0-43 0,0 0-43 16,0 0 3-16,0 14 6 0,-1 12 9 0,-4 0 2 0,1 8 12 15,-2 14 6-15,-3 2 8 0,4 5 6 0,-4-3 5 16,2 1 7-16,2 0 2 0,-2-2 6 0,0 2 10 16,1 2 6-16,1-3 10 0,-1 0 0 0,2-15 8 15,1-3-1-15,-1-1 4 0,3-3 1 0,0-2 10 16,-2-8-7-16,3-3 9 0,0-1-14 0,0-6 6 15,0 0-7 1,-1-1-3-16,1-1 1 0,-2-4-1 0,1 0 4 16,1-4-6-16,0 10 5 0,0-10 0 0,-1 4 11 15,1-4 7-15,1 5 2 0,-1-5 1 0,0 0 13 16,0 0-11-16,0 7 0 0,0-7 0 0,0 0-3 16,0 0-12-16,0 0-31 0,0 0-31 0,4-15-38 15,-1 4-48-15,-2 0-48 0,1-5-66 0,1-1-201 16,1-7-476-16,1-1 211 0</inkml:trace>
  <inkml:trace contextRef="#ctx0" brushRef="#br0" timeOffset="363.35">2366 2404 96 0,'0'0'243'15,"-4"-3"-7"-15,3 0-18 0,1 3-15 0,-4-2-18 16,4 2-17-16,0 0-20 0,-5-4-13 0,5 4-19 0,0 0-7 16,0 0-11-16,0 0-11 0,0-3-9 0,0 3-10 15,0 0-3-15,14-3-7 0,-1 1-4 0,10-1-7 16,8-3-5-16,7 1-2 0,18-5-7 0,7 1-7 15,2 0 1-15,24-8-3 0,-26 6 4 0,-2 0-2 16,-1 6-1-16,-6-6-8 0,-3 0 3 0,-14 5-1 16,-4 0-5-16,-2 1 3 0,-11 0-6 0,0 4-1 0,-9-1-3 15,-1 2-12-15,3-4-6 0,-8 3-22 0,-5 1-8 0,8 3 1 16,-8-3 4-16,0 0 2 0,-9 10-8 0,-4 0-10 16,-1 0-20-16,-4-1-26 0,-5 8-38 0,1-1-34 15,5-3-168-15,-4 1-367 0,5-2 163 0</inkml:trace>
  <inkml:trace contextRef="#ctx0" brushRef="#br0" timeOffset="786.33">2503 3192 126 0,'0'0'180'0,"-3"3"-8"0,3-3-3 16,-2 3-6-16,2-3-7 0,0 0-2 15,-3 2-5-15,3-2-5 0,0 0-7 0,0 0-12 16,0 0-13-16,0 0-7 0,0 0-10 0,-4 3-7 16,4-3-3-16,0 0 4 0,0 0 1 0,25-3-4 0,-9 0 3 15,12-6-15-15,3 4-2 0,6-2-1 0,1 1 2 16,16-5-1-16,-17 4-2 0,18-3-6 0,-19 3-7 0,-2 2-3 16,1 0-6-16,-5 0-3 0,-8 2-5 0,1-1-6 15,-5 1 1-15,-1 1-5 0,-7 0-5 0,-1 0-2 16,0 1-1-16,-2-1-1 0,-1 1-9 0,-3 0-25 15,-3 1-17-15,0 0-13 0,7 0-16 0,-7 0-23 16,0 0-30-16,0 0-41 0,-18 2-44 0,7 1-42 16,-5-2-183-1,6-2-456-15,-8 1 202 0</inkml:trace>
  <inkml:trace contextRef="#ctx0" brushRef="#br0" timeOffset="1165.25">2545 2839 104 0,'-8'0'318'0,"8"0"-23"0,-6-2-25 0,6 2-14 0,0 0-26 0,0 0-17 15,-4-2-20-15,4 2-23 0,0 0-18 0,0 0-21 16,0 0-10-16,0 0-11 0,0 0-11 0,24 2-1 16,6-2-15-16,3 2-13 0,21-4 4 0,-1 1-18 15,1 1-4-15,1 3-6 0,-14-3-5 0,11 0 2 16,-16 0-8-16,1 0-1 0,-4-2-6 0,-1 1-3 16,-4 2-1-1,-8 1-2-15,-5-2-3 0,2 0-3 0,-4 3-1 16,-1-3-2-16,-4 0-1 0,-1 0 1 0,-2 0-2 0,3 0-9 15,-8 0-13-15,8 0-14 0,-8 0-6 0,0 0-12 16,0 0-22-16,0 0-25 0,0 0-31 0,0 0-37 16,0 0-52-16,-13 6-63 0,13-6-139 15,0 0-445-15,0 0 197 0</inkml:trace>
  <inkml:trace contextRef="#ctx0" brushRef="#br0" timeOffset="1651.01">3833 2677 113 0,'0'0'303'15,"0"0"-13"-15,0 0-15 0,0 0-18 0,0 0-26 16,0 0-20-16,0 0-13 0,0 0-27 0,0 0-21 16,0 0-25-16,0 0-18 0,0 0-2 0,-9 12-19 15,1-3-10-15,-6 7-5 0,2 0-9 0,-6 9-5 16,-4-4-6-16,-1 4 3 0,0-1-11 0,3 2-2 16,-1-3-5-1,2 1 1-15,1 0-3 0,1-3-6 0,2-1 0 0,4-3-17 16,0-3-18-16,0 1-14 0,1-3-24 0,2 0-22 15,-1-4-28-15,1 1-10 0,2-2-43 16,1-5-12-16,0-2-51 0,5 0-188 0,-8-4-432 16,7-3 191-16</inkml:trace>
  <inkml:trace contextRef="#ctx0" brushRef="#br0" timeOffset="1980.85">3493 2777 225 0,'-2'-10'310'0,"-1"0"2"15,-1-2 4-15,2 4-1 0,-1-2 10 0,-2 4-8 16,5 0-10-16,0 1-33 0,-1 1-33 0,-3 1-30 15,4-1-27-15,0 4-33 0,0 0-21 0,0 0-26 16,0 0-11-16,0 0-9 0,19 16-12 0,-7-1-5 16,8 7-11-1,3 2 2-15,4 3 16 0,7 7-16 0,-1 3-4 16,-7-8-10-16,1-3 1 0,-4-1 9 0,0 1-18 16,0 0-4-16,-4-4 1 0,-1 0-4 0,-3-5-3 15,-5-4-1-15,2 1-2 0,-8-2-3 0,6-4-1 16,-7 1 1-16,3-2 5 0,-2-3-18 0,-3 0 6 15,3 0 0-15,-3-2 4 0,-1-2 3 0,3 4 1 16,-3-4 11-16,0 0 8 0,6 6 0 0,-6-6 6 0,0 0-6 0,4 2-8 16,-4-2-2-16,0 0 0 0,0 0-3 0,0 0-9 15,0 0-20-15,0 0-26 0,0 0-40 0,0 0-61 16,0 0-51-16,0 0-50 0,0 0-60 0,5-12-79 16,-5 7-282-16,0 5-703 15,3-9 311-15</inkml:trace>
  <inkml:trace contextRef="#ctx0" brushRef="#br0" timeOffset="2406.06">4354 2822 175 0,'-3'-7'328'0,"-4"0"-25"15,2 2-14-15,0 0-24 0,-4 0-11 0,4-1-19 16,-4 1-18-16,0-1-28 0,0 5-16 0,1-2-17 16,-2 1-22-16,1 3-10 0,-2 0-14 0,-1 3-16 15,-2 1-10-15,-1 3-12 0,-2 1-11 0,3 3 0 16,-6 5-5-16,7-2-10 0,-5 7-1 0,4 1-5 0,1-5-4 0,3 6-5 16,1 1-2-16,1-7-11 0,3-1-10 0,1-2-4 15,3-4-1-15,1 1 2 0,1-1-2 0,-1-4 2 16,0-2 4-16,3 2 4 0,2-3 17 0,4-2 3 15,0-2 4-15,4-2-4 0,1-2 8 0,0-3-2 16,5-2 9-16,-4-2 5 0,3-1 3 0,4-7 1 16,-9 5-6-1,7-7 2-15,-7 7 1 0,2 1 4 0,-2 0 13 16,-3 3 2-16,-1 3-2 0,-1-1-4 0,-4 3 1 16,1 1-12-16,-4 2-6 0,2-3-14 0,-3 5-23 15,6-5-8-15,-6 5-16 0,0 0 8 0,0 0-15 16,13 10 1-16,-9-6-19 0,3 7-21 0,1-4-34 15,4 7-31-15,-1-1-38 0,0 0-45 0,0 1-46 16,0-1-65-16,-3-3-275 0,1-1-639 0,0-3 284 0</inkml:trace>
  <inkml:trace contextRef="#ctx0" brushRef="#br0" timeOffset="3006.99">4653 2825 278 0,'0'0'423'0,"0"0"-24"15,0 0-35-15,-1-5-32 0,1 5-28 0,0 0-35 16,0 0-28-16,0 0-24 0,0 0-28 0,0 0-23 16,0 0-30-16,0 0-20 0,0 0-10 0,0 0-17 15,-2 14-6-15,0-6-8 0,1 3-7 0,0 5-1 0,-2-1-11 16,3 4-11-16,-1-2 2 0,0 1-17 0,-1-1-8 15,2-1-10-15,0-6-8 0,0 1-3 0,-1-2-12 16,2-1 5-16,-2-3 1 0,1 0 3 0,0-5 17 16,0 7 19-16,0-7 36 0,0 0 15 0,0 0-9 15,0 0-8-15,0 0-2 0,18-22-8 0,-7 10 16 16,1-5-2-16,-2 2-5 0,4-1-2 0,-4-1-6 0,7-3-7 0,-8 3-2 16,1 3-3-16,-2 3-3 0,1 2-2 0,-4 1 0 15,0 2-8-15,-1 3-7 0,2-4-7 0,-3 5-9 16,-3 2-11-16,5-5-22 0,-5 5-1 15,0 0 5-15,0 0-5 0,15 14 11 0,-8-4-5 16,-4 3 2-16,4 2 11 0,-2 2-8 0,0 9 2 16,-1-9-3-16,-3 0-20 15,6 1-5-15,-4-2-11 0,1-1 11 0,-2-4-17 16,-1-4 5-16,3-1 7 0,-3 0 7 0,-1-6 11 16,1 10 21-16,-1-8 36 0,0-2 44 0,0 0-2 15,0 0-11-15,0 0-4 0,19-14-8 0,-11 4 0 16,2-2-7-16,3-3-3 0,-3-2-3 0,6-5-6 15,-5-3-6-15,4 2-3 0,1 4-9 0,-1-3 1 16,-2 11-2-16,-5 2-1 0,0-1-6 0,-1 4 0 0,-3-1-4 16,0 2-5-16,1 1-10 0,-1 3-24 0,-4 1-3 0,11-3-7 15,-11 3-2-15,15 7 2 0,-2-2-13 0,-3 3-7 16,3 1-15-16,1 3-16 0,0 0-18 0,4-1-17 16,-4 3-18-16,4-2-11 0,0-2-8 15,-1 4-16-15,-1-8-20 0,1 3-25 0,1-4-21 16,-7-1-20-16,3-3-17 15,-4-2-165-15,-1-3-491 0,1-1 218 0</inkml:trace>
  <inkml:trace contextRef="#ctx0" brushRef="#br0" timeOffset="3223.13">5347 2914 946 0,'4'-11'-15'0,"-4"-2"52"16,1-3 13-16,-1 1 31 0,-1-5 30 0,1-5 19 15,-2 0 11-15,2-2 6 0,-2 2 11 0,2-3 13 16,-1 0 24-16,1 2 29 0,5 7 22 0,-5 2 6 16,-2 1 9-16,0 3-6 0,4 4-16 0,-2 1-19 15,-2 5-24-15,2-4-24 0,0 1-26 0,0 2-38 0,0 4-43 0,-1-4-51 16,1 4-7-16,0 0-3 0,-3 22 14 15,2-2-8-15,-3 11-10 0,2 2 6 0,-5 14-3 16,2 1-2-16,3-2 9 0,-5 5 3 0,2-3 5 16,3-11-3-16,-1-2 3 0,0 0-3 0,3-4-21 15,-1-2-19-15,1-2-6 0,1-3-13 0,-1-7-32 16,0-3-26-16,2-2-25 0,-1 0-25 0,0-7-23 0,-1 3-15 0,3-4-6 16,-3-1-35-16,0-3-76 0,0 0-198 0,0 0-546 15,0 0 242-15</inkml:trace>
  <inkml:trace contextRef="#ctx0" brushRef="#br0" timeOffset="3809.01">5383 2747 17 0,'-1'-6'253'0,"-2"3"-26"15,3 0-26-15,0 3-20 0,5-3-21 0,3 3-17 16,-2 0-8-16,6 3-13 0,2 0-2 0,4 1-13 15,1 6-3-15,1-3-11 0,5 6-5 0,-7-1-4 16,1-2-8-16,-3 2-6 0,0 0-9 0,-5 1-2 0,2-2-9 0,-4-1-2 16,-4 0-10-16,0-1 0 0,-2 1-6 0,-6 0 3 15,-2-1-4-15,-3-1 1 0,-7 6-4 0,-2-2-3 16,-6 3-1-16,-3-4-3 0,-1 0-1 16,-1 0-1-16,1-1-1 0,0-4-2 0,5-1-6 15,3 1 5-15,1-2 0 0,5-2-4 0,4-1 0 16,1 1-2-16,1-1-14 15,7-1-10-15,0 0-18 0,0 0-17 0,0 0-15 16,0 0-21-16,30-15-14 0,-1 5-25 0,3 0-20 16,5-1-23-16,-1-4-9 0,-2 3 5 0,11-10-113 15,-16 5-308-15,2-2 137 0,-3-1 1179 0,1-4-799 16,-4 2 39-16,0-2 24 0,-8 0 43 0,2-5 32 16,-3 4 36-16,-3-3 23 0,-5 0 18 0,0 3 30 15,-6 0 22-15,2-1 22 0,-8 8 13 0,4 0 29 0,0-2 20 16,0 5-2-16,-2 1-1 0,2 4-20 0,-3 1-20 15,2 1-17-15,1 2-29 0,0 0-12 0,-3 0-23 16,3 3-22-16,0 3-28 0,0 0-59 0,0 0-33 16,0 0 2-16,0 0-6 0,-10 22-3 0,8-3 6 15,-4 11-6-15,2 0 6 0,0 6-1 0,-1 13-3 16,-2-3 9-16,4 4-2 16,3-15-3-16,0-1 3 0,0-1-10 0,0-1 2 15,4-4-5-15,-2-2 0 0,0-7-1 0,0-3-3 16,1 1 0-16,-1-6-2 0,-1-1-19 0,0-4 5 15,-1 2 1-15,2-4 6 0,-2-4-3 0,3 10 0 16,-3-10-2-16,0 6-5 0,0-6-35 16,0 0-57-16,0 0-65 0,0 0-50 0,0 0-56 15,17-18-80-15,-12 8-205 0,-1 0-621 0,3 3 274 0</inkml:trace>
  <inkml:trace contextRef="#ctx0" brushRef="#br0" timeOffset="4156.55">6005 2920 277 0,'0'0'313'0,"-5"4"-11"0,5-4-18 0,0 0-16 16,0 0-18-16,0 0-31 0,0 0-22 0,16-10-18 16,-4 4-17-16,0 1-17 0,2-3-2 0,1 1-26 15,6-3-9-15,-3 1-10 0,-1-1-13 0,0-2 2 0,1-1-13 16,0 0-4-1,-3 0-7-15,2-1-3 0,-4 0-5 0,-1-2-8 16,1 2 5-16,-8 2-4 0,0 1 10 0,2 2 3 16,-2-2-1-16,-4 5-3 0,-1 1-9 0,-1 1-1 15,-3-2-14-15,-4 4-4 0,-2-1-6 0,1 4-6 16,-5 4 0-16,-5 2-6 0,2 4 2 0,0-1-3 16,-5 10-2-16,3 0-7 0,2 2 4 15,3 4-3-15,5 1 14 0,3 2-4 0,6 0 2 0,7-3 5 0,9 3-4 16,4-4 14-16,8-1-6 0,18 2 2 0,4-6-1 15,6-5-4-15,4-6-48 0,1 1-59 0,2-6-89 16,0-5-132-16,-7-4-326 0,-5-3-687 0,-15 1 305 16</inkml:trace>
  <inkml:trace contextRef="#ctx0" brushRef="#br0" timeOffset="4973.81">2518 3584 171 0,'0'0'163'0,"0"0"-8"16,0 0-8-16,0 0-16 0,0 0-6 0,-6 1-18 15,6-1-7-15,0 0-13 0,0 0-6 0,0 0-3 16,0 0-12-16,0 0-8 0,0 0-1 0,0 0-12 16,0 0 5-16,0 0 5 0,0 0 11 0,0 0 2 15,10 7 4-15,-5-7 0 0,2 1 0 0,6-1 1 16,4 0-5-16,5 0-2 16,12-1-5-16,6-2-2 0,15-1-2 15,10-1 5-15,26-2 2 0,14-3 10 0,-4-2-4 16,11 7 4-16,12-4 7 0,10 2 3 0,8 4-3 15,7-7-12-15,1 6 3 0,7 0-9 0,9 0-5 0,-1 1-7 16,1 0-9-16,-5-2 2 0,-2 3-4 16,7-3-5-16,0 0-2 0,5 1-4 0,-5-1-7 15,-2 0 17-15,-3 1 4 0,-3-1 8 0,-6 0 9 0,-2-3 7 0,-16 1 11 16,-4 2 6-16,-11-2 15 0,-9 5 6 0,-8-2 0 16,-9 0 1-16,-34 0-6 0,-5 4-4 0,-18-3-5 15,-4 2-1-15,-10 1-17 0,-5 0-2 0,-5 0-3 16,-1-1 6-16,-4 1 6 0,-1-2-4 0,1 2 1 15,0-1-5-15,-7 1-6 0,9 0-10 0,-9 0-2 16,4-1-9-16,-4 1-11 16,0 0-9-16,0 0-5 0,8 1-13 15,-8-1-14-15,0 0-10 0,0 0-19 0,0 0-27 16,0 0-25-16,0 0-29 0,8-1-28 0,-8 1-24 16,0 0-39-16,0 0-61 0,0 0-85 0,-20-9-346 15,10 6-758-15,-3-5 335 0</inkml:trace>
  <inkml:trace contextRef="#ctx0" brushRef="#br0" timeOffset="5559.88">7571 2605 188 0,'-3'-5'448'0,"3"-2"-26"15,0 2-29-15,0 2-31 0,-1-2-30 0,1 5-32 0,0-7-28 16,0 7-33-16,0-3-19 0,0 3-26 0,0 0-39 16,0-5-47-16,0 5-76 0,0 0-66 0,0 0-55 15,0 0-29-15,0 0-60 0,0 23-81 0,-4-9-240 16,1 1-538-16,1 2 238 0</inkml:trace>
  <inkml:trace contextRef="#ctx0" brushRef="#br0" timeOffset="5713.63">7509 3057 2872 0,'-1'9'188'0,"-1"-1"-78"0,0-3-31 16,1 3 1-16,0-3 10 0,1-1-7 0,0-4-11 16,-3 5-12-16,3-5-7 0,0 0-22 0,0 0 11 15,0 0-10-15,0 0-15 0,0 0-30 0,0 0-35 16,0 0-54 0,0 0-61-16,20-8-88 0,-14 6-288 0,-6 2-584 15,15-11 259-15</inkml:trace>
  <inkml:trace contextRef="#ctx0" brushRef="#br0" timeOffset="6014.42">8106 2959 59 0,'0'0'417'0,"0"0"-38"16,3 1-31-16,-3-1-39 16,0 0-36-16,19-5-25 0,-1 3-23 0,9-3-20 15,6 1-12-15,0-1-20 0,8 0-13 0,-2 1-27 16,14-2-1-16,-15 1-17 0,2 0-13 0,-5 3-13 16,-3-2-11-16,-5 1-7 0,-6 3-16 0,-3-2 5 15,-8 1-16-15,2-1-9 0,-4 1-12 0,0 0-35 16,-4 0-31-16,-4 1-44 0,0-5-41 0,0 5-57 15,-16-4-80-15,3 3-270 0,0-4-579 0,-1 1 257 0</inkml:trace>
  <inkml:trace contextRef="#ctx0" brushRef="#br0" timeOffset="10810.06">10864 2492 2 0,'0'0'163'0,"2"-3"-12"15,-2 3-8-15,0 0-5 0,0 0-9 0,0 0-14 16,0 0-3-16,0 0-8 0,0 0-3 0,0 0-9 16,0 0 0-16,0 0-13 0,0 0-6 0,0 0-10 15,0 0-7-15,0 0-3 0,-11 7-8 0,-1-5-4 16,3 2-6-16,-6 2-2 0,-3 1-6 0,-2 1-4 15,-5 1 2-15,-1 3-4 0,-2 0-1 0,2 2-2 16,-1-1 4-16,0-1-9 0,-1 2-2 0,1 1 4 0,2-2-7 16,3 1-1-16,-1-2-2 0,4 0 1 0,2-1-3 15,2 0 2-15,3 1 1 0,2-1-6 0,4-3 3 16,-1 2 2-16,2-1 3 0,4-1-5 0,1 1 1 16,1-2 1-16,3-1-2 0,5 4 3 0,7-1 2 15,4-2 0-15,9 3 8 0,4 0-11 0,4-2 4 16,-1 0 1-16,-1 0-3 15,-3 0-1-15,2 0-5 0,-4 0 2 0,0 2 0 16,-12-3 0-16,1 0 0 0,-1 3-2 0,-5-1 0 16,-2-2 2-16,-3-1-6 0,-3 4 4 0,-5-3-1 15,0 4 2-15,-6-2 1 0,-7 2 1 0,-7 1 3 16,-6-2-1-16,-6 3 5 0,-2-4 5 0,-2 0 3 16,-5 1 8-16,4-4 4 0,-13 5 3 0,9-8-1 15,4 3-2-15,1-1-2 0,-2 1 1 0,6-5-6 0,5 2 0 16,5-2 2-16,6-1-4 0,4 1 12 0,2-1 5 15,1 0 13-15,9 0-4 0,-11 3-10 0,11-3-13 16,0 0-16-16,1-8-16 0,-1 8-14 0,18-9-24 16,0 6-36-16,1-2-58 0,1 1-55 0,-1-1-192 15,2-1-418-15,-2 0 185 0</inkml:trace>
  <inkml:trace contextRef="#ctx0" brushRef="#br0" timeOffset="11317.89">11275 2827 95 0,'0'0'149'0,"-9"0"-11"15,0 0-10-15,4 0-4 0,-5 0-13 0,1 3-12 0,-3-2-9 16,2 0-3-16,-1 3-8 0,0-1-4 0,-1 2-8 16,0 0-8-16,-4 1-7 0,4 2-3 0,-3 0-7 15,5 1-2-15,-1-1-8 0,-1 4-3 16,0-2 2-16,3 1-3 15,0-3-5-15,0 5-1 0,5-4 1 0,2 0 14 16,-1 2 0-16,2-2 2 0,2-1 1 0,-1 1-3 16,8 0 11-16,-3-2-3 0,0 0 2 0,9-2-1 15,4 1-3-15,1-4-3 0,9 3-8 0,-1-8-1 16,1 1-1-16,0 0-3 0,-1-3-1 0,-6 0-5 16,-1-2-4-16,-2-1 3 0,0 0-3 0,-3-2 16 15,-1 2 7-15,-5-2 4 0,0 0 5 0,0-4 3 0,-4 5-1 16,-1-3 3-16,-1 1 4 0,-3-1 10 0,-3 1 6 15,1 0-23-15,-2 1 4 0,-4-1-4 0,-1 3-18 16,0-1 7-16,-1 2-6 0,-1 2-7 0,-2 0-13 0,-4 1-14 16,2 0-21-16,-2 2-19 0,4 4-27 0,3-4-39 15,-3 5-49-15,4 1-43 0,2-1-235 0,-1-1-467 16,3 1 207 0</inkml:trace>
  <inkml:trace contextRef="#ctx0" brushRef="#br0" timeOffset="11866.13">11556 3028 98 0,'0'0'118'15,"12"-10"-6"-15,-8 6-14 0,1 0-10 0,1 0-8 16,0 0 0-1,1-1-3-15,-1-3-10 0,2-1 1 0,7-1-5 16,-10 0-4-16,8-4 5 0,-3 2-1 0,3-3-4 0,-3-1-6 16,3 0 11-16,1-7-6 0,-2 1-6 0,-1 1-4 15,-2-2-1-15,-1-1-3 0,-3 5 2 0,-1-1 0 16,0-5 5-16,-2 7 8 0,4-9 3 16,-8 8 6-16,-2 0 11 0,2-1 6 0,-1 3 9 15,0 1 2-15,-3-1 0 0,2 7-5 0,-1-2-7 0,-1 3-9 0,-2 0-9 16,4 2-6-16,2 2-6 0,-5 1-12 0,3-1-8 15,-2 3 0-15,1 2-8 0,5 0-10 0,-18 7-2 16,5 5-2-16,0 2-5 0,2 10 0 0,-7-1 0 16,-1 8 0-16,5 0-1 0,-4 10 0 0,4 3 5 15,3-10-5-15,5-1 4 0,5 0-1 0,5-2 0 16,0 0-1 0,6 0 1-16,3-4 2 0,1-8-5 0,5 3 0 15,3-2-18-15,3-8-35 0,-3 2-55 0,9-7-88 16,-2-1-264-16,-2-6-493 0,1-3 218 0</inkml:trace>
  <inkml:trace contextRef="#ctx0" brushRef="#br0" timeOffset="12336.23">11951 2881 239 0,'0'-5'305'0,"0"5"-17"15,4-3-10-15,-4 3-17 0,0 0-19 0,1-3-26 16,-1 3-27-16,0 0-18 0,3-2-21 0,-3 2-17 16,0 0-19-16,0 0-11 0,0 0-11 0,0 0-12 15,5 8-7-15,-3-6-9 0,1 3-10 0,0 2-4 16,3 2-4-16,-2 1-6 15,0 2-1-15,-1 1-1 0,3 2-7 0,-5-4 0 16,1 4 1-16,2-1-8 0,-1 1-2 0,2-4-6 16,-5 1 1-16,2-1 2 0,0-5-6 0,0 0 3 15,-2-1-2-15,1 1 3 0,-1-4 27 0,0-2 40 16,2 6 49-16,-2-6 38 0,1 2 29 0,-1-2 15 16,0 0-15-16,0 0-22 0,6-13-22 0,-2 5-12 15,0-4-11-15,1 1-23 0,3-6-6 0,0 1-13 0,4-7-7 0,-1-2-5 16,0 1-12-16,3-1-11 0,-4 1-2 0,-1 7-16 15,3 0 4-15,-2 3-4 0,-5 2-5 16,-1 3-6-16,2-1-2 0,-2 3-9 0,-1 2-14 16,-1-1-23-16,0 2-24 0,0 1-36 0,-2 0-44 15,0 3-37-15,0 0-20 0,10 0-27 0,-10 0-30 16,12 5-33-16,-7 0-43 16,3 1-63-16,-6 0-291 0,5 2-725 0,-2-4 321 15</inkml:trace>
  <inkml:trace contextRef="#ctx0" brushRef="#br0" timeOffset="12784.09">12360 2930 167 0,'0'0'256'0,"0"0"-8"15,0 0-7-15,0 0-13 0,0 0-16 0,0 0-19 0,8 4-16 16,-8-4-23-16,0 0-12 0,23-7-18 0,-9 4-5 15,5-4-17-15,1 4-9 0,2-6-8 0,2-1-10 16,1-1-11 0,0-2-2-16,-2 1-8 0,-6 1-4 0,-2 0-5 15,1-1-6-15,5-5-5 0,-6 2-3 0,-3 2-4 16,-3 0-2-16,-2 1-7 0,-1-1-1 0,-4 6 6 16,1-5 1-16,-6 7-5 0,1-3-4 0,-7 1-5 15,0 3 2-15,-4 1-3 0,-1 3-1 0,-8 2-3 16,-6 4-3-16,-3 4-2 0,-1 1 1 0,2 6 2 15,0 0-4-15,4 4 2 0,0-3-2 0,3 6 0 0,4-2-1 16,6 5 6-16,3 0-1 0,1-1 6 0,9-7 1 16,6 1 5-16,1-3-5 0,8 5 1 0,8-4-1 15,5-5 8-15,2-5-8 0,4 1 2 0,3-4 5 16,5-2-5-16,11-3-3 0,-14-1-2 0,1-1 11 16,-2 0 4-16,-1-2-1 0,-5 2 9 0,-6 0 4 15,-7 0 10-15,-7-1 17 0,0 1 3 0,-4 2-5 0,0-3 0 0,-1 2-9 16,-7 1-8-16,10-1-11 0,-10 1-29 0,8-1-23 15,-8 1-47-15,0 0-62 0,0 0-68 0,0 0-93 16,0 0-242-16,0 0-577 0,0 0 256 0</inkml:trace>
  <inkml:trace contextRef="#ctx0" brushRef="#br0" timeOffset="15475.34">14429 2792 127 0,'-1'-6'157'0,"1"6"-16"0,3-6-12 16,1 2-13-16,1 2-9 0,0-3-11 0,3 2 24 15,1-1-15-15,5 0-14 0,-5 3-3 0,6 1-11 16,-2-2-8-16,6 4-7 0,-2-1 1 0,2 5-5 15,-2 2-6-15,3 1-6 0,-2 2 1 0,-1 2 3 0,2 5-13 0,-4 3-6 16,-1-6-5-16,-4 8-4 0,-2 2 6 16,-3 0-6-16,0-1 1 0,-5-3 0 0,-4 5-2 15,-2-1 3-15,-3 2 3 0,-2-6-4 0,-5 3 2 16,1-3 1-16,-2-3-2 0,3-2 0 0,-1-5 4 16,0 1-4-16,-2-3 0 0,3 1-3 0,-1-2 4 15,3-2 1-15,3 0 8 16,3-3 17-16,-2-1 15 0,4 2 22 0,-1-2 26 15,1-1 24-15,4-1 0 0,0 0-20 0,-6-8-13 16,6 0-17-16,6-3-9 0,2-3-10 0,1-4-1 16,9-6-6-16,0-6-18 0,10-10-14 0,4 2-4 15,-1 2-8-15,-7 9-4 0,0 0 7 0,0 1-7 16,-1 2-1-16,-2 3-5 0,-7 6 0 0,-4-3 1 16,5 5 4-16,-7 4 3 0,-2 0-14 0,1 2 17 0,-2 2-4 15,0 0-15-15,-1 2 5 0,-2-1-8 0,1 2-15 0,-3 2-16 16,0 0 2-16,0 0-1 0,5 11 4 15,-6-5-2-15,-1 4 7 0,0 3-2 0,-2 4 6 16,1 1 2-16,-1 1 5 0,1 5-2 0,2-4 6 16,2 6 7-16,2 0-3 0,3-1-1 0,1-1 3 15,6-2 4-15,-1-7 2 16,3-2-15-16,4-1-34 0,5 0-46 0,-3-4-68 16,10-6-86-16,-11-2-251 0,4-1-536 0,-2-3 238 15</inkml:trace>
  <inkml:trace contextRef="#ctx0" brushRef="#br0" timeOffset="16045.64">14987 2476 91 0,'4'-5'255'15,"-4"5"-21"-15,0-4-23 0,0 4-27 0,0 0-19 16,3-3-17-16,-3 3-16 0,0 0-14 0,0 0-12 16,14 8-13-16,-6-3-8 0,2-1-7 0,-3 6-9 15,0-3-6-15,-1 9-3 0,0-3-9 0,1 4-1 0,-3 0-8 16,-1 0-5-16,0 0-5 0,-2 1 0 16,-2 0-2-16,0-1 2 0,-2-2 1 0,-1-1 2 0,-1 3 4 0,0-7-1 15,-1 1-2-15,-1-2 4 0,2 2-5 0,0-6-1 16,1 0-2-16,2 2-3 0,-1-2-3 0,0-3-3 15,2 1 3-15,0 2 16 0,-4-3 23 0,5-2 9 16,-1 3 4-16,1-3-1 0,0 0-3 0,0 0-8 16,16-2-10-16,-3-1 0 0,6-4-12 0,2 4-7 15,5-4-2-15,5 0-2 16,-4 2-4-16,1 2-6 0,5-4 2 0,-3 2-7 16,-2 3 5-16,-6-1-3 0,-5 0 1 15,-4 1-8-15,-2 0-1 0,1 1-1 0,-4 0 4 16,-3-1-3-16,4 2-3 0,-9 0 5 0,6-1-12 15,-6 1-9-15,8 1-8 0,-8-1-8 0,0 0 2 16,0 0-2-16,-4 7-18 0,4-7-23 0,-9 6-36 0,3-3-32 16,-2 2-46-16,3-1-50 0,2 1-268 0,-2-4-538 0,4 2 238 15</inkml:trace>
  <inkml:trace contextRef="#ctx0" brushRef="#br0" timeOffset="18383.03">16045 2834 87 0,'0'-4'186'16,"0"4"-11"-16,-5-8-14 15,4 3-5-15,-2 1-10 0,2-1-14 0,-3 1-12 16,-1 0-16-16,0 2-6 0,-4-2-12 0,-2 1-9 15,-2 0-6-15,-4 1 17 0,2 2-8 0,-4-2 1 16,-2 4-15-16,1 0-7 0,-1 1-14 0,1 0 3 16,-1 1-10-16,-6 4-1 0,8 0-3 0,3 0-7 15,-1 1 1-15,7-1-5 0,-5 2-3 0,3 1-1 16,6-1-5-16,-2 1 0 0,4 2-1 0,2 2 1 0,0 2 1 16,5-1-1-16,3 1 1 0,3-4-1 0,4 0 2 15,2-1-2-15,7 3 5 0,-3-6-6 0,0 0 1 16,-1-5-3-16,9 2 3 0,-5-3 5 0,-3-2-8 15,0-4-2-15,0 0 2 0,-1-3-1 0,0 0 7 16,-2-5 7-16,0-1 7 0,-2-2 7 0,-1 0 11 16,-4-3 7-16,1-7 10 0,-1-1-4 0,-1 0 3 0,-4 0 0 0,1-4-9 15,-1-1-5-15,-3 1-2 0,0-4 7 0,-3 0 1 16,-1 1 0-16,-1 2 7 0,-1 1 4 0,1 3 15 16,0 1-3-16,-1 9 6 0,0 0-6 0,5 4 7 15,-4 3-2-15,3 0-1 0,1 4-13 0,0-2-7 16,-1 2-16-16,-2 1-5 0,3 4-23 0,-1-6-41 15,1 3-42-15,0 3-17 16,0 0 9-16,0 0 5 0,-4 25 6 16,5-7 9-16,-2 10 5 0,-3 1 3 0,-1 5 5 15,5-1 2-15,-5-2 6 0,5 2 2 0,0 0 4 16,0 1 0-16,0-5 6 0,2 0 4 0,1 0 1 16,-3-3 0-16,1-8 6 0,2 7-3 0,-2-7 2 0,-1-5 3 15,1-2 1-15,2-1 2 0,-3-3 2 0,0 1 0 16,0-2 11-16,0-1 18 0,0 1 3 0,0-3 9 0,0-3 11 15,0 0 2-15,0 7-2 0,0-7 12 0,0 4-9 16,0-4 0-16,0 0-6 0,0 0-2 0,0 7-3 16,0-7-2-16,0 0-8 0,0 0-2 0,0 0-4 15,0 0-2-15,0 0-6 0,0 0 9 0,0 0-2 16,0 0-5-16,0 0 0 0,0 0-7 0,0 0-1 16,0 0 2-16,0 0 0 15,0 0 1-15,9 1-4 0,-9-1-5 0,19-4-23 16,-1-2-36-16,12 1-49 0,-1-5-70 0,3 2-99 15,2-5-384-15,-1 0-706 0,2-4 312 16</inkml:trace>
  <inkml:trace contextRef="#ctx0" brushRef="#br0" timeOffset="19037.79">16185 2135 118 0,'2'-4'227'0,"-2"4"-27"0,1-3-10 0,-1 3-26 0,0 0-13 16,0 0-23-16,0 0-10 0,0 0-4 0,13 2-12 16,-8 3-10-16,-1-2-4 0,1 1-6 0,4 4-11 15,0 1-3-15,-4 2-7 0,0 0-5 16,3 4-2-16,-2 2-10 0,3 9 0 0,-5-9-5 16,-1 0-1-16,-3 3-5 15,0 0 0-15,-3-2-6 0,-1-1 2 0,-1-2-6 16,1-1 1-16,-2-2 1 0,2 0 0 0,-1-6-3 15,2 1 1-15,1-1-1 0,-1 0-1 0,2-1-6 16,-3-1 7-16,4-2 20 0,0-2 31 0,0 0 17 16,-2 4 6-16,2-4-4 0,0 0-9 0,15-1-10 15,-2-1-6-15,6-3-6 0,3 3-6 0,6-5-6 16,0 4-6-16,0 0-5 0,-2-1-3 0,-3 1-6 0,-2 1-5 16,2 0 3-16,-5 1-5 0,-1 1 0 0,-7-2-2 15,-1 1-6-15,-1 0 4 0,-2 1-4 0,0 0 0 0,0-1-12 16,-6 1-15-16,0 0-25 0,11 1-13 0,-11-1 0 15,0 0-18-15,-3 4-19 0,-5-1-40 0,0 4-34 16,0-3-62-16,-3 0-255 0,0 4-519 16,1-5 230-16</inkml:trace>
  <inkml:trace contextRef="#ctx0" brushRef="#br0" timeOffset="19886.84">16482 2637 318 0,'0'0'347'0,"-1"-6"-16"16,-2 4-25-16,3 2-27 0,0 0-25 0,0-5-27 16,0 5-28-1,0 0-25-15,0 0-25 0,0 0-32 0,0 0-25 16,0 0-11-16,0 0-9 0,0 0-8 0,11 7-11 15,-5 1-35-15,-1-1 11 0,3 0-9 0,-1 0-14 0,3 3-11 16,-2 0-9-16,4 2-5 0,-3-3-8 16,1-3-3-16,0 3-6 0,-1-4 1 0,0 1 4 15,-1 2 6-15,-2-5 5 0,-1-1 1 0,1-1 1 16,0-1 6-16,-6 0 1 0,10-3 8 0,-5 0 15 0,-1-4 8 0,1 0 7 16,0 0 11-16,-1-3 6 0,-1-2 0 0,-1 1 6 15,-1-2 3-15,3 1 13 0,-4 0 9 0,3-1-13 16,-2 1 4-16,-1 0-5 0,1 3 18 0,-1-1-5 15,3 3-2-15,-2 0-2 0,-1 3-14 0,0-1-10 16,0 1 2-16,0 4-26 0,0-6-11 0,0 6-27 16,0-3-24-1,0 3-6-15,0 0 8 0,0 0-4 0,0 0 7 16,3 17 1-16,-2-8 5 0,-1 3 1 0,0 5-1 16,0 2 4-16,-1 1 0 0,1 6 3 0,-3 1 2 15,3 2 6-15,0 0-4 0,0 2 4 0,0-1 2 16,-1 1 4-16,1 0 2 0,1-2 8 0,2 4-5 15,-6-3 5-15,3-1-3 0,0-2 0 0,0-6 9 16,0 5-9-16,-4-7 3 0,3 0 0 0,-3-5 0 0,0 5 3 0,-1-3-3 16,0-5-4-16,0 0 0 0,0-1 5 0,-4 1-4 15,3-4 1-15,-3 2 5 0,0-4 0 0,-2 1 1 16,-2 0 6-16,1-1 3 0,-1-4 10 0,-1 1-8 16,1-2 20-16,1 0 8 0,-1-2 9 0,0-3 3 15,3-2 2-15,1 1 4 0,0-3 3 16,0-1 12-16,5-4 0 0,0-4-1 15,4-1-15-15,4-12 4 0,4 0-17 0,6-2-5 16,1 0-3-16,12-7-10 0,-5 11-4 16,1-1 0-16,1 4 0 0,4-1-5 0,-5 4-1 15,5 0-4-15,-1 3-7 0,-1 3 2 0,-5 0-3 16,-3 8 13-16,-1-3-4 0,-3 2-3 0,-6 3 4 16,2 4 4-16,-4-1-8 0,-1 0-4 0,0 0 8 15,1 2-13-15,-6 2-12 0,6-1-21 0,-4-3-37 0,-2 4-49 0,0 0-9 16,0 0-1-16,2 8-28 0,-2-8-34 0,-3 11-50 15,2-8-74-15,-3 4-261 0,-2 0-618 0,1-2 273 16</inkml:trace>
  <inkml:trace contextRef="#ctx0" brushRef="#br0" timeOffset="20757.93">15663 3488 7 0,'0'0'159'0,"-9"0"-6"0,9 0-2 16,-10-1-8-16,10 1-13 0,0 0 0 0,-9 1-7 0,9-1-3 0,0 0-11 31,0 0-8-31,0 0-8 0,-6-1-13 0,6 1-2 16,0 0-5-16,0 0-5 0,0 0-3 0,0 0-9 15,0 0 2-15,0 0 2 0,0 0-12 0,0 0 5 16,0 0-8-16,0 0-1 0,0 0 2 0,0 0 6 16,-7 1-3-16,7-1-8 0,0 0 1 0,0 0-1 15,0 0-1-15,0 0-5 0,0 0 0 0,0 0-4 0,0 0 0 16,0 0-2-16,0 0 1 0,0 0 29 0,0 0 9 16,0 0-1-16,0 0 0 0,0 0 0 0,0 0-5 15,0 0-11-15,22-5 1 0,0 2-4 0,12-4-10 16,17-1-4-16,8-1-5 0,5-1-4 0,31-2 4 15,3-1-9-15,3 0 1 0,4 0 1 0,1 0 5 16,-7 5-12-16,-7 1 14 0,-26 1-9 0,0 0-1 0,-7 0-2 0,-3 4 1 16,-19-1-1-16,-5 1 0 0,-4-2-6 15,-9 4 1-15,-6 0 4 0,-2-1 0 0,-3 1 1 16,-1-2 4-16,-1 1-2 0,-2 0 9 0,-4 1-10 16,9-1-3-16,-9 1-35 0,0 0-21 0,0 0-27 15,-23 0-24-15,4 3-30 0,1 1-42 0,-4 2-49 0,-5 1-58 16,0 1-191-1,1-2-500-15,0 2 222 0</inkml:trace>
  <inkml:trace contextRef="#ctx0" brushRef="#br0" timeOffset="21490.91">16206 3880 34 0,'-32'-2'149'0,"-4"2"-3"0,1 0-12 0,-1 0-3 16,0 4-5-16,2-3-11 0,-1 8-10 0,-1-4-1 15,3 4-13-15,-1-1-7 0,3 2-8 0,5 1-14 16,7-2-3-16,4 0-6 0,-3 4-5 0,3-1-6 0,4 1 3 0,4 0-11 16,2 3 8-16,1-3-1 0,4 4 5 0,2-5-2 15,6 3-3-15,4 1 1 0,3-2 0 0,8 2 3 16,5-2-5-16,0-5 0 0,8 2-7 0,2-5 1 16,1-1-6-16,-2-2 2 0,1 0-4 0,0-5-1 15,-2 0-2-15,-1-5 0 0,-5 0 10 16,-2-3 9-16,-1-2 15 0,-4-2 12 15,-9 0 3-15,4-7 4 0,-9 4-1 16,4-9-3-16,-3-4-2 0,-5-4 0 0,-2-1-10 16,-3-13 6-16,-3-2 8 0,-2-1-4 0,1 16 10 15,2 1 12-15,-7 1 13 0,1 2 8 0,4 3 9 16,-1 10 17-16,1 0-4 0,2 8-6 0,-2 0-11 16,3-1-18-16,-2 8-10 0,3-4-9 0,-4 1-36 0,4 2-53 15,0 4-45-15,0 0-4 0,0 0 4 0,0 0 8 0,-9 20 1 16,4-3 8-16,0 4-1 0,1 6 5 0,1 4 5 15,1 19 6-15,0-3 4 0,-1-1 0 0,0-1 4 16,3-11 2-16,3 3 6 0,0-5-3 0,-1-4 4 16,2 4-6-16,1-6 2 0,-2-5 7 0,0-3-10 15,0-1 6-15,1-1-9 0,-3-5-12 0,3-1-21 16,-3-2-21-16,3-2-18 16,-4-1-8-16,0 1-2 0,3-1-3 0,-2-4-15 15,-1-1-63-15,0 0-75 0,0 0-239 0,0 0-531 16,-1-20 235-16</inkml:trace>
  <inkml:trace contextRef="#ctx0" brushRef="#br0" timeOffset="21960.67">16495 3730 140 0,'14'0'172'0,"-2"0"-23"0,-1 3-15 0,-1 1-13 16,2 2-10-16,2 6-14 0,-4 1-5 0,0 2-3 0,3 9-6 0,-4 0 4 16,-4 3-5-16,-2-2-8 0,-2 1-5 0,-3 3 3 15,-2-4-2-15,-4 2-3 0,-1-1-3 0,-5 0-2 16,0-4 0-16,-4-1-2 0,-1-1-4 0,0-2 0 16,2-4 6-16,-1-2 0 0,4-3 8 0,1-4 4 15,-5 3 10-15,8-4 4 0,2 1 21 0,0-5 1 16,3 0 13-1,5 0 7-15,-9-2-5 0,5-5-11 0,4-1-13 16,2-5-6-16,3 0-17 0,4-4-5 0,9-8-5 16,1 1-11-16,3-2-5 0,9-12-6 0,-7 11-7 0,3 2-5 15,-2-2-7-15,0 4-5 0,-3 0 2 0,-1 3-3 16,-7 7-6-16,-1 1 4 0,-7 5-5 16,2 2 7-16,-3 0-21 0,0 1 6 0,-1-1-3 15,1 3-16-15,-2-1-8 0,-3 3 4 0,4 7-9 0,-3-3 3 0,-1 8 6 16,0 0 2-16,1 2 1 0,-2 6 2 0,0 4 3 15,1 1 1-15,2 1-2 0,-2 1 6 0,3-1 1 16,-1 1 0-16,5 0 3 0,-2-8 3 0,2 5 0 16,2-6 6-1,2-2-41-15,-1-4-30 0,0 1-39 0,1-6-48 16,1-1-79-16,-1 0-80 0,1-9-189 0,-2-1-536 16,0-1 238-16</inkml:trace>
  <inkml:trace contextRef="#ctx0" brushRef="#br0" timeOffset="22361.64">16869 3700 133 0,'0'-4'321'16,"0"4"-17"-16,-1-3-18 0,5-2-31 0,-2 4-31 15,-2 1-19-15,8-3-20 0,-3 3-20 0,4 0-14 16,-9 0-19-16,13 3-13 0,-5 2-2 0,3-1-20 15,-3 3-13-15,-2 3-5 0,1 0-10 0,0 5-6 16,-3 1-7-16,1 1 4 16,-3 0-16-16,-2-3-3 0,0 1-5 0,-3-2 0 15,-1 3-4-15,1-2 2 0,1-3-5 16,-4 1 6-16,3-3-10 0,1-2-4 0,-1-1 0 0,3-2-3 0,-1 0 3 0,-2 1 8 16,3-2 22-16,0-3 37 0,0 0 3 0,5 5 16 15,3-6-11-15,10-1-13 0,10-4-10 0,8 2-16 16,2-3 5-16,17-6-4 0,-4 3-10 15,5 7-3-15,-2-7-10 0,2 3-1 0,0 3-5 0,-3-2 1 16,-17 3 1-16,-2-1-7 0,-6 3-2 16,-6 1 4-16,-8 0-9 0,-4 0 6 0,2-2-7 15,-7 0-8-15,3 4 2 0,-3-4-8 0,-5 2-4 16,9 0-16-16,-9 0-12 0,5 2-9 0,-5-2-12 16,0 0-48-16,0 0-42 0,-18 6-52 0,9-6-60 15,0 4-95-15,-4-4-239 0,3 0-635 0,10 0 281 0</inkml:trace>
  <inkml:trace contextRef="#ctx0" brushRef="#br0" timeOffset="24344.83">17758 3224 123 0,'0'0'168'0,"-10"-2"-9"15,10 2-10-15,0 0-19 0,-7 0-12 0,7 0-14 16,0 0-9-16,-8-1-12 0,8 1-2 0,0 0-6 15,0 0-5-15,0 0 2 0,0 0 0 0,0 0-3 16,0 0 3-16,0 0 2 0,0 0-3 0,0 0 1 16,0 0-1-16,0 0 0 0,0 0-2 0,0 0-4 15,0 0-3-15,0 0-8 0,0 0 0 0,0 0-4 0,0 0-4 16,0 0-1-16,0 0-6 0,0 0-2 0,0 0-2 0,0 0-8 16,0 0-2-16,0 0-5 0,0 0-1 0,0 0-1 15,0 0 2-15,0 0-2 0,0 0 2 16,0 0 6-16,0 0-9 0,-5 3 0 0,5-3-3 15,0 0-3-15,0 0 3 0,0 0 0 0,0 0 3 16,0 0-10-16,0 0 2 16,0 0-1-16,0 0-1 0,0 0-2 0,0 0 1 15,0 0-5-15,0 0 3 0,0 0 3 0,0 0-7 16,0 0 0-16,0 0 4 0,0 0-1 0,0 0-2 16,20 0 3-16,-8-2 5 0,2 0-5 0,4-1 0 15,14-1-3-15,1-1 0 0,20-1 32 0,0 1-5 16,7-4-1-16,2 4-3 0,-4-1-4 0,1 2-1 15,-5 1-3-15,-2-2-4 0,-17 3-5 0,-2-1-6 0,-4 2-9 0,-7 1-6 16,0-3-9-16,-9 3-14 0,-1 0-16 0,-3 0-20 16,-2 0-13-16,-3 0-11 0,-4 0-12 0,0 0-18 15,0 0-17-15,0 0-13 0,-21 0-13 0,10 0-1 16,-5-1-11-16,-2 1-98 0,-1-3-301 16,1 0 134-16</inkml:trace>
  <inkml:trace contextRef="#ctx0" brushRef="#br0" timeOffset="24567.24">18073 3028 154 0,'-4'-7'313'16,"3"2"-3"-16,-1 2-9 0,0-1-31 0,2 4-23 0,-2-5-29 0,0 3-27 15,2 2-21-15,-2-5-27 0,2 5-16 0,0 0-9 16,-4 16-18-16,-1 1-11 0,-1 8-17 0,-1 1 0 15,2 7-4-15,-3 2-7 0,3 14-5 0,0-13 0 16,0 11-2-16,5-11-4 0,3-3-21 0,-2 1-18 16,5-1-14-16,-1-4-31 0,4-2-36 0,-1-4-57 15,2-6-85 1,-2-4-261-16,2-8-511 0,3 1 226 0</inkml:trace>
  <inkml:trace contextRef="#ctx0" brushRef="#br0" timeOffset="25099.81">18914 2955 154 0,'6'-2'193'0,"3"-1"-23"0,1 2-10 0,1 2-16 16,3 2-4-16,-1 0-17 0,4 4-7 15,0 5-10-15,-2 1-9 0,3 5-12 0,-1 3-6 16,-3 0-8-16,1 2-6 0,-7-3-3 0,-3 5-8 16,-1 1 24-16,-4 0-8 0,0-1-5 0,-8-1-10 15,-2 1 0-15,-5-4-1 16,-2 1-1-16,3-6 1 0,-1-2-2 0,-2-2 5 15,2 0 0-15,-1-1-2 0,1-2 6 0,4-4 3 16,0 1 14-16,2 1 19 0,4-5 21 0,-1-2 36 16,1 1-1-16,5-1-10 0,-8-3-13 0,8-4-12 15,3 0-14-15,1-3-11 0,2-4-14 0,4-2-8 16,7-8-8-16,3 0-5 0,2-3-8 0,2 0-9 16,1-2-1-16,8-7-11 0,-8 7 2 0,0 3-1 0,-8 2-2 15,1 4 2-15,-5 6-13 0,-4 4 16 0,-3 2-4 0,2-1-3 16,-4 5-2-16,1-2-11 0,-1 4-17 0,0-1-36 15,-4 3 2-15,0 0 8 0,0 0-6 16,-8 18 2-16,-1-4 0 0,-2 3-4 0,-2 9 23 16,-1-1-10-16,1 1 4 0,0 3 4 0,3 0 12 15,2 2-3-15,2-3-1 16,2-1 1-16,8-1 7 0,1-8-4 0,3 0 3 16,7 4-4-16,8-5-14 0,4-2-36 0,5-6-49 15,2 0-62-15,7-4-60 0,14-5-76 0,-15-1-244 16,14-8-590-16,-1 1 261 0</inkml:trace>
  <inkml:trace contextRef="#ctx0" brushRef="#br0" timeOffset="25670.07">20170 3041 31 0,'-4'-3'232'16,"2"-4"-11"-16,-1 1-8 0,-5 2-20 0,3-3-17 16,-5 2-17-16,2-2-14 0,-2 2-15 0,-4 2-12 15,-1-2-10-15,-4 5-13 0,-2-2-5 0,-1 0-11 16,-7 5 0-16,2-2-6 0,-1-1-8 0,5 5-6 16,3-2-5-16,-6 6-6 0,6-2-7 0,1 1-2 15,3 1-8-15,1 2 1 16,2 3-5-16,0-3-1 0,6-1-3 0,2 2 2 15,1-1-2-15,1 3 0 0,6-2-3 16,1 2 2-16,2-2-2 0,4 1-3 0,8-2 1 16,0-2-2-16,2 0-3 0,6-2-1 0,2 0-4 15,-5-7-2-15,-3 1 1 0,1-2-1 0,1-6-1 0,-5 2-3 16,-1-3 3-16,-1-3-1 0,-2-2 0 16,-2-1 6-16,0-3 9 0,-6-2 5 0,1-7 10 0,-4-2 9 0,-1 1-1 15,-4-3 3-15,3-4-3 0,-5 3-2 0,1-7-5 16,0 4 4-16,-1-11 9 0,0 11 12 0,-1 0 8 15,1 2 13-15,1 4 5 0,0 9 26 0,1 4 2 16,0 3 9-16,0 0-11 0,2 4-14 0,-2 2-10 16,2 2-16-16,-1-3-10 0,0 5-26 0,1-2-51 15,1 4-30-15,0 0 3 16,0 0 4-16,-3 19 7 0,3-2 5 0,-3 4-5 16,1 8 3-16,1 2 3 0,-3 4 9 0,4-2 2 15,0 4 3-15,5 8 5 0,-2-10-6 16,3-2 11-16,-2 1 3 0,4-3-4 0,-1-3 4 15,-2-4-1-15,1-5-15 0,-1-2-7 0,1-2-12 16,-2-3-19-16,0 0-20 0,-2-3-27 0,1-2-22 16,-2-1-12-16,0-2-5 0,1 0-2 0,-2-4-78 0,0 0-282 0,0 0-541 15,0 0 240-15</inkml:trace>
  <inkml:trace contextRef="#ctx0" brushRef="#br0" timeOffset="26302.84">20219 2855 87 0,'0'-4'327'16,"2"0"-5"-16,-2 4-10 0,0 0-19 0,0-8-32 15,0 8-31-15,-1-5-20 0,1 5-22 0,0 0-23 16,0 0-15-16,0 0-18 0,0 0-15 0,0 0-11 16,0 0-13-16,18 10-11 0,-12-3-7 0,2 2-7 15,0 0-10-15,0 2-16 0,3 3-10 0,0 0-9 16,-1 2-10-16,-1-3-15 0,2 1-12 0,-3-5-7 0,0 2-10 0,-3-2-1 15,-1 0 0-15,0-4 4 0,2 2 3 0,-2-4 4 16,-4-1 28-16,0-2 6 0,0 0-5 0,0 0 2 16,13-7 2-16,-12 2 18 0,3-4 6 0,-4 1 8 15,4-5-1-15,-3 3 8 0,3-6 1 0,-3 4-4 16,-1-5 6-16,0 6 2 0,4 0 2 0,-4-2 7 16,0 3 3-16,4 0 4 0,-4 4 4 0,0 0-10 0,1 0-5 15,-1 6-5-15,0-9-6 0,0 7-21 0,0 2-24 16,0 0-23-16,0-7-27 0,0 7 3 0,0 0 2 15,0 0 3-15,0 0 3 0,3 30-12 0,-6-16 12 16,3 11 5-16,0 2-1 0,-4 3 5 0,4 6 1 16,-1 10 4-16,0-10-2 0,-3 11 6 0,0 0-2 15,3 0 7-15,0-12 5 16,-2 0 4-16,2-2-2 0,-3 0 8 0,-1-5-4 16,2 0-3-16,-1-2-11 0,1-8 17 0,-5-1-1 15,4 0 0-15,0-6 1 0,-1-1 0 0,-3-2-1 16,2-1 5-16,-3-2 1 0,0-2-2 0,0 0 5 15,-3-6 13-15,0 3 4 0,-5-6 5 0,3-3 17 16,-1 0 15-16,5 0 0 0,-2-4 14 16,5-2 1-16,-1-3 2 0,3-7 9 0,2-6-17 0,10-1-19 0,2-13 2 15,5 12-12-15,6-13-22 0,7 2 2 0,6 1-29 16,-1 7 17-16,3-3-4 0,-11 13-3 0,0 6 6 16,-1 0-3-16,-1 2-6 0,-4 8-9 0,0-1 16 15,0 0 8-15,-3 2-9 0,-5 4 3 0,-2 0-2 16,-2 2 3-16,1 2-19 0,-4-3 15 0,-3 4-14 15,8-4-15-15,-8 4-44 16,0 0-18-16,0 0 6 0,0 0-9 0,0 0-25 16,0 0-38-16,-9 21-47 0,0-11-68 0,3-2-93 15,-2-1-206-15,3 0-608 0,5-7 268 0</inkml:trace>
  <inkml:trace contextRef="#ctx0" brushRef="#br0" timeOffset="27274.02">19830 3709 78 0,'-10'1'118'16,"3"1"-18"-16,0-1-5 0,2-1-11 0,5 0-7 16,-9 0-2-16,9 0 0 0,-8 0 5 0,8 0 10 0,0 0 4 0,0 0-2 15,-6 0 6-15,6 0 1 0,0 0 0 0,0 0 6 16,0 0 0-16,0 0 3 0,0 0 2 0,0 0 0 15,0 0-2-15,-7-1 0 0,7 1-5 0,0 0-2 16,0 0-6-16,0 0-8 0,0 0-7 0,0 0-8 16,0 0-4-16,0 0-5 0,0 0 1 0,0 0-8 15,-3 1-2-15,3-1-7 16,0 0-5-16,0 0-2 0,0 0-5 0,0 0-2 16,0 0-3-16,0 0-4 0,0 0 1 15,0 0-6-15,0 0-1 0,0 0-1 0,0 0-5 16,0 0 2-16,0 0 6 0,0 0-8 0,0 0-7 15,0 0 8-15,0 0-2 0,0 0-4 0,0 0 2 16,38-3-1-16,-5-3-2 0,18-6-3 0,8 4-2 16,32-6-1-16,2 6 12 0,-1-2 9 0,1 4 3 0,7-1-1 0,-2 2 4 15,-2-1 0-15,-4 3-6 0,-27-1 3 0,-3 1-3 16,-5 1-6-16,-4-1 2 0,-19 3-2 0,-6-1-4 16,-14-1 0-16,0 1 3 0,-2 1 9 0,-4 0-9 15,-1 0-12-15,1 0 5 0,-3 0-14 0,-5 0-19 16,8-3-24-16,-8 3-25 0,0 0-36 0,0 0-30 15,0 0-46-15,0 0-47 16,-25 4-267-16,11-1-540 0,1-2 238 0</inkml:trace>
  <inkml:trace contextRef="#ctx0" brushRef="#br0" timeOffset="28203.84">20262 4201 141 0,'-10'-6'143'0,"-3"0"-17"16,-6 1-9-16,0 3-5 0,-2 2-9 0,1 0-6 15,-10-2-2-15,2 5-13 0,2-1 5 0,5 2-19 16,3 4 0-16,-1-1-11 0,-5 6 0 0,5-2-14 0,2 0-1 0,4 3-9 15,0-1 1-15,3 3-4 0,1-2 1 0,1 6-9 16,5-3 6-16,1 1 14 0,2-2 3 0,4 1 3 16,0-1 1-16,5 1-5 0,5-2-2 0,0-1-2 15,5 3 3-15,-1-5-2 0,8-4-4 0,2 4-2 16,-3-6 0-16,-3-5-1 0,-3 1-2 0,9-4 4 16,-6 0 11-16,-4-3 2 15,0-3 8-15,-3-4 3 0,-2 0 9 0,5-2 7 16,-8-1 4-16,-1-2 5 0,2-7-9 0,-1-1 3 15,-5-4-3-15,-1 1-5 0,-3-4-1 16,1-3-3-16,0 0-4 0,0-12-2 0,-7-1-11 0,1 13 8 16,0-11 2-16,2 12 7 0,-1 7 14 0,-1-2 11 15,3 10 7-15,-2 4 14 0,1 3-4 0,0 3-2 16,2 1-20-16,-2-1-9 0,1 4-11 0,0 1-22 0,-1 0-28 16,2 4-49-16,0 0-24 0,0 0 12 0,0 0 1 15,-1 20 11-15,1-1 5 0,-2 9-2 0,4 3 9 0,-1 4-2 16,1 2 4-16,-1-1 2 0,3 0 7 15,1-2-4-15,-1 0 8 0,1 2-4 0,0-5 4 16,-1-2 0-16,2-3-6 0,-1 0 11 0,4-4-17 16,-5-6 0-16,1-3-10 0,-1-1-7 0,1 0-11 0,-2-1-14 0,-1-3-23 31,-1 0-22-31,1-3-16 0,0 0-15 0,-2-1-10 0,0-1-24 0,0-3-64 0,0 0-243 16,0 0-514-16,0 0 227 0</inkml:trace>
  <inkml:trace contextRef="#ctx0" brushRef="#br0" timeOffset="28677.23">20562 4081 215 0,'13'-4'219'0,"0"1"-17"0,-2 0-21 16,2 3-13-16,0 2-20 0,1 0-16 0,1 2-9 0,2 5-6 0,-4 2-14 15,-1 2-11-15,0 2-3 0,-4 3-12 0,-1 0-6 16,-3 8-6-16,-3 1-2 0,-2-1-7 0,-7-2-7 16,-2 1 1-16,0 0-4 0,-5 1 0 0,-1-4-4 15,-1 2 0-15,4-9 1 0,-4-1 6 0,4-1 8 16,-3 0 3-16,7-4 9 0,-3-3 13 0,3 2 10 16,4-6 17-16,0 4 31 15,1-2 34-15,-1-2 29 0,1-2 34 0,4 0-21 16,0 0-20-16,-5-9-19 0,8 1-22 15,1-1-14-15,3-6-19 0,2-2-11 0,9-5-9 0,0-2-17 16,4-3-8-16,3-2-13 0,7-9-13 0,-6 11-4 16,-3 0-12-16,-1 0-2 0,-1 6-3 0,-8 7-1 15,1-3-3-15,-5 8 0 0,-1 1-5 0,-2 3-2 0,-2-1-8 16,0 2-14-16,-2 0-27 0,2 3-46 0,-4 1 12 16,0 0-3-16,0 12 10 0,-4 1 8 0,-5 1 7 15,2 6 13-15,-3 6-1 0,0 0-4 0,4 1 3 16,-3 0-1-16,4 2 6 0,5 2 10 0,4-2 2 0,1-3 3 15,9 2-6-15,5-7-6 0,7-1-20 0,5-3-46 16,16 5-66-16,4-10-84 0,9-7-107 16,-6-8-315-16,-2-2-715 15,-2-4 317-15</inkml:trace>
  <inkml:trace contextRef="#ctx0" brushRef="#br0" timeOffset="30544.35">21868 3546 83 0,'-5'-1'144'0,"5"1"-3"0,-9 0-5 16,9 0-1-16,0 0-13 0,-9 0-16 15,9 0-4-15,0 0-13 0,-9 0-14 0,9 0-1 16,0 0-8-16,-5 1-2 0,5-1-2 0,0 0 3 0,-6 0-10 16,6 0 3-16,0 0-1 0,-7 2 0 0,7-2-2 15,-5 1-3-15,5-1 3 0,0 0-4 0,-7 1-1 16,7-1-3-1,0 0-3-15,0 0 3 0,0 0-4 0,0 0 9 16,-5 1 11-16,5-1 1 0,0 0-6 0,0 0-2 16,0 0-3-16,0 0-5 0,21-5 2 0,0 5-10 15,8-3-10-15,-1-3-4 0,9 3 1 0,2-2-3 16,0 2-2-16,12-6-3 0,-15 8 1 0,1-4-1 16,0 3-1-16,-6-1-4 0,-3 2 0 0,-7-1-2 15,0 1 0-15,-5-1-4 0,-4 2 30 0,0 0-5 0,-6 0-2 0,2 0-4 16,-3-1-5-16,0 0-8 0,-5 1-17 0,5-2-7 15,-5 2-4-15,0 0-7 0,0 0-13 0,0 0-16 16,-13 6-12-16,8-5-32 0,-4 1-23 0,4 0-38 16,0 0-40-16,5-2-188 0,-11 0-414 0,11 0 183 15</inkml:trace>
  <inkml:trace contextRef="#ctx0" brushRef="#br0" timeOffset="31397.47">22694 3222 234 0,'0'-5'278'0,"0"5"-16"0,0 0-27 0,2-4-15 16,-2 4-22-16,0-3-24 0,0 3-18 0,0 0-17 15,0 0-21-15,0 0-11 0,0 0-13 0,0 0-9 16,0 0-6-16,5 11-8 15,-1-6-10-15,0 6-2 0,1-4-8 0,0 5 1 16,4-1-9-16,2 4 0 0,0 0-4 0,3 0-4 16,-4-1-3-16,4 1-2 0,-2-4-9 0,2 0-5 15,-5-2-5-15,5 0-4 0,-3-2-1 0,-2 0 0 16,0-6 0-16,0 1 2 0,1-4 0 0,-1 2-2 16,1-3-3-16,-2-3 7 0,1-2 5 15,0-1 9-15,1-4 0 0,1-1 5 0,-1-1 5 0,0 0-1 0,-5 0 0 16,4 1 2-16,-5-2 6 0,0 6 9 0,2-4-12 15,-2 7 5-15,-3-4 9 0,2 2 3 0,-2 4 0 16,2 0-7-16,-2-2-8 0,0 5-7 0,1-2-1 16,-2 4-20-16,2-6-16 0,-2 6-18 0,3 0-1 15,-3 0 3-15,0 0 0 0,0 17 6 0,-3-6-6 16,1 7 4-16,-1 2 1 16,-1 8 4-16,3 5 2 0,-4 12-1 0,-3-9 3 15,3 14 5-15,1-3-3 0,0 3 2 0,0 0 2 16,3-1 4-16,0 2 0 0,1-5-2 0,0 0 6 15,1-11-3-15,-1 0 1 0,0 14 12 0,0-18-12 16,1 1 3-16,-2 0 0 0,1-3-5 0,-4-3 2 16,0-6 3-16,1-2-4 0,-1-3 1 0,-4 1 1 15,0-1 2-15,-2-4 1 0,0-1 1 0,0-3 1 0,-1-1 6 16,-6 2 5-16,4-5 8 0,-5-2 3 0,0-1 4 16,0-1-18-16,-2-2 22 0,1-3 11 0,-1-2 4 15,1 0 17-15,3-4-8 0,0-2 2 0,4-1 5 16,-1-2 10-16,3 1 0 0,3-12 4 0,3 0-12 15,6-5-14-15,5-3-8 0,7-14-13 0,8 4-11 16,5-4 2-16,2 4-9 0,7 1-2 0,1 2-1 0,0 5-7 0,0 2 4 16,0 3-6-16,-10 7-2 0,1 7 4 0,3-2 0 15,-3 2-5-15,0 3-8 0,-5 1 3 0,-8 7 0 16,-2-1-5-16,-3 3 9 0,-2 3-18 0,-3-2 21 16,0 3-13-16,3 0-6 0,-5 1-21 0,3-2-26 15,-6 3-33-15,4-1-2 0,-4 1 7 0,0 0-6 16,0 0-2-1,-10 14-26-15,3-9-19 0,2 2-26 16,-4 0-30-16,1 0-33 0,0 0-55 0,1 1-252 0,1-4-579 16,3-1 257-16</inkml:trace>
  <inkml:trace contextRef="#ctx0" brushRef="#br0" timeOffset="32664.66">23711 3432 236 0,'0'0'298'0,"0"0"-13"0,-5-2-18 15,5 2-23-15,0 0-26 0,0 0-26 0,0 0-19 16,14-7-21-16,0 5-14 0,3-1-18 0,4 1-22 15,11-1-25-15,-1 3-25 0,-2-3-31 0,6 3-27 16,-4-1-42-16,0 0-35 0,-1-1-44 0,-1 1-46 16,-10 1-174-16,-2-1-380 0,-2 0 170 0</inkml:trace>
  <inkml:trace contextRef="#ctx0" brushRef="#br0" timeOffset="32809.68">23743 3546 106 0,'-5'3'186'0,"0"-1"-2"0,3 2 1 16,2-4-2-16,7 5-11 16,4-5-21-16,12 2-17 0,13-2-8 0,0 0-34 15,19 1-49-15,1-1-74 0,1 0-91 0,-3-7-114 0,1 1-253 0,-19 1 112 16</inkml:trace>
  <inkml:trace contextRef="#ctx0" brushRef="#br0" timeOffset="33820.85">25308 2965 174 0,'0'0'222'0,"-2"-5"1"0,0 3-29 0,2-3-17 15,2 0-17-15,-2 0-20 0,3 1-12 0,3 2-13 16,3-5-13-16,3 3-10 0,-1 4-10 0,6-4-6 16,1 4-8-16,3-1-11 0,-3 2-6 0,2 2-6 15,0-1-5-15,0 5-1 0,-1 1-5 0,-1 0-3 0,-2 5-9 16,0-1 0-16,-1 9-3 0,-6-4-4 0,1 2 1 0,-2 4-5 15,-7 3-1-15,-2 1 4 0,-2-1-4 0,-6 3-2 16,-6-1 3-16,-2-2-1 0,0 1-1 0,-2-3 0 16,-3 0 0-16,4-2-1 0,0-3-1 15,1-4 1-15,2-3-3 0,2 0 13 0,4-4-2 16,-1-1-1-16,1 1 3 16,4-7 4-16,0 3 6 0,-2 1 14 0,2-2 25 15,0-1 27-15,0-2 28 0,5 0 23 0,0 0-22 16,0 0-15-16,-2-7-16 0,5-1-4 0,5-3-17 15,2-3 2-15,2-4-8 0,4-6-9 0,5 2-3 16,-1-3-10-16,3-2-5 0,5-11-1 0,-4 10-5 16,4-13-13-16,5 2-1 0,-5 0-10 0,-8 8 3 15,2 3-5-15,-5 2 1 0,-1 2-9 0,-4 8 4 0,-2-1 2 0,-4 7 7 16,1 0 2-16,-3 2-1 0,-1 1-6 0,1 3 0 16,-1-1-20-16,0 2 14 0,-3 3-25 0,0 0 1 15,0 0 0-15,0 0 1 0,-12 20 6 0,3-3 5 16,-4 9 2-16,3 2-6 0,-2 0-5 0,1 4 13 15,3-1 2-15,3 1 1 0,1 1 2 0,4 0 0 16,3-2 0 0,7-1 0-16,4-5-9 0,5 2-21 0,4-6-43 0,7-2-59 15,4-5-98-15,3-6-326 0,16-2-607 16,-1-6 269-16</inkml:trace>
  <inkml:trace contextRef="#ctx0" brushRef="#br0" timeOffset="34622.93">25965 2424 108 0,'-2'-3'171'0,"2"3"-8"16,0 0-6-16,0 0-20 0,3-3-8 0,-3 3-9 16,5-5-11-16,-5 5-3 0,4-4-10 0,1 2-4 15,-1 1-13-15,-4 1-9 0,14-2-10 0,-4 1-5 16,2 1-4-16,2 0 5 0,-1 0-7 0,5 1-5 15,-6 2-2-15,6-1-2 0,-1 5-2 0,-4-3-7 0,2 2 2 0,-6 0-5 16,2 0-1-16,-3 3-7 0,1-1-4 0,-5 1 0 16,2 2 0-16,-6 0-4 0,0-1 0 0,0 4-4 15,-6-4-1-15,-2 2 5 0,1 0-1 0,-4 0-5 16,-1 2 0-16,3-4-1 0,1-2 1 0,-1 2-2 16,4-6 3-16,0 1-3 0,0-2-2 0,1 1 0 15,0-1 1 1,-1 1 3-16,4 0-8 0,-2 0 5 0,3-4 1 15,2 8 2-15,0-4-1 0,4 1-4 0,-1-3 1 16,4 6 1-16,2-4 0 0,1 4 3 0,-1-1-3 16,5 3 6-16,-2-1 1 0,0 1-1 0,0 2 2 15,-5-4-1-15,2 3 0 0,-4-3-3 0,-3 2 3 16,1-1-1-16,-5 1-1 0,0 2 0 0,-5-2-2 16,0 1 5-16,-12-2-6 0,1 4-8 0,-10-1-16 0,-2-2-26 0,-4 1-42 15,5-2-54-15,-1-1-215 0,-1-4-386 0,-1-3 172 16</inkml:trace>
  <inkml:trace contextRef="#ctx0" brushRef="#br0" timeOffset="35309.21">24977 3609 145 0,'0'0'165'16,"-10"3"-5"-16,10-3-8 0,-5 0-12 0,5 0-13 15,0 0-14-15,0 0-6 0,0 0-14 0,-8 0-4 16,8 0-6-16,0 0-7 0,0 0-2 0,0 0-13 16,0 0 2-16,-5-3-5 0,5 3 2 0,0 0-8 15,0 0-1-15,0 0-3 0,0 0 8 0,0 0-5 16,0 0-3-16,0 0-3 0,0 0 6 0,0 0-2 16,0 0-5-16,0 0-5 0,0 0-1 0,0 0-2 0,0 0-6 15,0 0-1-15,0 0 0 0,0 0 3 0,0 0 5 16,0 0 1-16,0 0 1 0,0 0-1 0,0 0-2 0,0 0-1 15,37 0-4-15,-2-3-4 0,18-1-1 0,14 1-6 16,35-3 0-16,9 0-3 0,2-1 2 0,5 4-5 16,14-2 11-16,6-1 0 0,5 2 1 15,-6-3 1-15,0-2 3 16,-6 5 6-16,-5-6-10 0,-8 5-6 0,-13-5 2 16,-9 0 12-16,-36 3 15 0,2-1 6 0,-8-1 9 15,-13 4 1-15,-8 0 19 0,-1-2 10 0,-5 3 10 16,-10 1 22-16,-4-1 7 0,-3-2-5 0,-2 2 0 15,-3 1-6-15,1 0-9 0,0 1-17 0,-2-1-20 16,-1-1-25-16,-1 1-43 0,1 1-40 0,-3 2-53 16,0-5-44-16,0 5-51 0,-8-4-54 0,3 1-80 0,-5 3-300 0,1-3-666 15,-1 1 295-15</inkml:trace>
  <inkml:trace contextRef="#ctx0" brushRef="#br0" timeOffset="37161.08">25612 3927 243 0,'0'-6'262'0,"0"-2"-15"0,-2 1-6 0,2 1-4 16,0 1-7-16,0 2-23 0,-3-4-20 0,3 4-23 16,0 3-17-16,0 0-15 0,0-7-22 0,0 7-26 15,0 0-11-15,0 0-7 0,0 21-10 16,-5-7-4-16,1 11-5 0,2 3 0 0,-5 1-9 16,6 1-5-16,-3 2-4 15,0 2-1-15,4-2-1 0,0-2 0 0,-4 3-1 16,2-4-3-16,2 0 1 0,-1-3-2 0,2-2-3 15,-1-4-1-15,2-6-8 0,1 2 1 0,-3-5-9 16,1 1-16-16,-1-1-24 0,3-3-25 0,-3-3-21 16,0-1-20-16,1 1-23 0,0-4-60 0,-1-1-239 15,0 0-461-15,0 0 204 0</inkml:trace>
  <inkml:trace contextRef="#ctx0" brushRef="#br0" timeOffset="37584.44">25998 4255 120 0,'0'0'170'16,"-9"0"-15"-16,9 0-10 0,-10 1-12 0,10-1-17 15,-8 0-7-15,8 0-12 0,0 0-13 0,0 0-11 16,-8 1-7-16,8-1-8 0,0 0 0 0,0 0 3 16,0 0-1-16,0 0-6 0,0 0-1 0,0 0 3 15,0 0 12-15,0 0 4 0,0 0 3 0,25-1-4 16,-6 0 2-16,-1 1-14 0,10-3-7 0,6 1-4 0,2 0-3 0,-1-1 0 15,16 0-10-15,-9-1 5 0,9-1-4 16,-12-1-2-16,0 4-4 0,-5-2-1 0,-4 1-6 0,1 2-11 16,-12 0-12-16,-1-2 2 0,-5 3-19 0,-6-1-20 15,0-2-36-15,-5 1-49 0,0-3-14 0,-2 5-11 16,-9-3-28-16,-2-1-127 0,-6-2-327 0,-3 4 144 16</inkml:trace>
  <inkml:trace contextRef="#ctx0" brushRef="#br0" timeOffset="37831.87">26191 4100 108 0,'0'-7'269'0,"-2"-1"4"16,0 2-2-16,-2 0-13 0,2 0-9 0,2 1-8 15,-2 2-14-15,0-2-23 0,2 2-24 0,0 3-17 16,-4-6-24-16,4 3-17 0,0 3-14 0,0 0-13 15,0 0-12-15,-9 20-10 0,9-8 5 0,-6 6-13 16,-2 7-16-16,2 3 0 0,1-1-6 0,0 2 0 16,2 0-6-16,1 1-2 0,0-2-20 0,2 0-11 0,2-2-14 0,0 3-12 15,1-11-18-15,1 6-24 0,-2-7-29 0,2-1-42 16,1-4-48-16,1-4-64 0,-3-1-202 0,3 0-484 16,-2-4 215-16</inkml:trace>
  <inkml:trace contextRef="#ctx0" brushRef="#br0" timeOffset="38333.28">26636 4013 67 0,'2'-3'244'16,"6"0"-26"-16,-3 3-22 0,6-2-18 0,1 4-15 16,1 3-16-16,2 0-9 0,3 6-15 0,-1 3-15 15,3 4-6-15,1 5-12 0,-5-1-8 0,-2 3-8 16,0 1 0-16,-5 0-12 0,-3 1-6 0,-3 2-3 16,-1-1-7-16,-5-1-4 15,-3 0 1-15,-3-1-12 0,-3-1 3 0,-1-2-5 16,-2-3-1-16,2-4-3 0,-1-3 8 15,1-2 0-15,-2-2 13 0,4-1 2 0,3-1 13 16,-1-2 10-16,0-3 15 0,5 1 29 0,-1-2 16 0,-3-1-12 16,8 0 3-16,-5-5-3 0,0 1 1 0,4-2-9 15,2-5-15-15,4 0-13 0,0-5 2 0,3 0-15 16,11-7-1-16,-1 0-10 0,3-2-11 0,2 0 7 0,-2 0-16 16,1 3-12-16,0 1-2 0,-7 7-4 0,0 2 5 15,-7 3-2-15,1 0-10 0,0 1-7 0,-4 4 3 16,-1-1-5-16,0-1-12 0,-3 5-14 0,-1 1 4 15,0 0-8-15,9 7-3 0,-5-1 1 0,-3 4 2 16,2 0 7-16,-2 7 1 0,0 0 5 0,2 0 2 16,-1 2 5-16,4 6 0 15,-1-7-7-15,1 0-17 0,7 6-38 0,-6-6-29 16,0-1-45-16,0-1-48 0,-1-2-62 0,-1-5-81 16,-1-1-185-16,-1-5-558 0,3-1 247 0</inkml:trace>
  <inkml:trace contextRef="#ctx0" brushRef="#br0" timeOffset="38734.08">27174 3975 2589 0,'4'-11'180'0,"3"2"-29"0,-3-3-11 15,1 4-5-15,-1 0-19 0,-1 2-18 0,-1-1-10 0,1 3-21 16,-2 0-13-16,0 2-9 0,2-1-6 0,-2-1-11 0,-1 4-4 15,0 0-2-15,0 0-6 0,9 8-1 0,-8-3 12 16,1 3-19-16,1 1 5 0,-3 3-6 0,0 4 3 16,-1 1-4-16,-1 0-2 0,-2 2 5 0,-1 1-3 15,-4-3-3-15,2 0 3 0,1-2 1 0,1-4-3 16,-3 0-3-16,3 0 1 0,0-4 3 0,2-1-1 16,3-1-6-16,-1-1 4 15,0 1 8-15,0-2 17 0,-1 0 9 0,2-3 27 16,8 3 13-16,4-3 3 0,8 0-8 0,12-1-2 15,6-3-12-15,13 0 2 0,6-4-1 0,1 0 4 16,6-2-6-16,26-5 0 0,-26 8-5 0,2 1-12 16,-6-2 0-16,-6 1-5 0,-20 6 4 0,-2-3-3 15,-9 1-12-15,-4 2-5 0,-6-1 10 0,-4 2-1 16,0-1 0-16,-3-1-9 0,-2 0 4 0,3 2-15 0,-7 0-5 16,6-1-28-16,2 1-44 0,-8 0-36 0,0 0-43 15,0 0-64-15,-21 8-96 0,7-5-399 0,1 1-766 0,1-3 340 16</inkml:trace>
  <inkml:trace contextRef="#ctx0" brushRef="#br0" timeOffset="46764.14">3923 6285 185 0,'-3'-4'217'0,"3"-2"-6"0,0 0-3 0,-1 1-6 15,-2 1-2-15,3-3 3 0,0 0 1 0,0 4-11 16,0-6-5-16,3 4 0 0,-6-2-10 0,3 1-2 16,0-1-12-16,0 3-9 0,0-1-21 0,3 3-10 15,-6-3-11-15,3 5-21 0,0 0-20 0,4-2-36 16,-4 2-22-16,0 0-2 0,0 0 2 0,-4 22-6 15,4-6 3-15,0 10-8 16,0 2 3-16,0 6-1 0,-3-1-1 0,1 4 1 16,2 9-4-16,-1-10 3 0,1-5 2 0,0 1-3 15,0-3 3-15,1-1-2 0,-1-2-4 16,0-7 4-16,0-3 5 0,0 1-6 0,2-6 1 16,-2-1 0-16,0 1 2 0,0-6-1 0,0 1 1 0,0 0-1 15,0-1 3-15,0-3 2 0,0 3 3 0,0-5-4 16,0 0-13-16,2 4-15 0,-2-4-20 0,0 5-28 0,0-5-38 15,0 0-55-15,-8 1-53 0,8-1-45 0,-4 1-204 16,4-1-500-16,0 0 221 0</inkml:trace>
  <inkml:trace contextRef="#ctx0" brushRef="#br0" timeOffset="47180.2">3847 6777 30 0,'-10'0'207'0,"2"1"-2"0,3 0-2 0,1 1-4 15,4-2-5-15,-9 1-7 16,3 0-7-16,6-1-9 0,0 0-5 0,-8 1-7 15,8-1-13-15,-4 2-13 0,4-2-12 0,0 0-11 0,0 0-10 16,0 0-12-16,0 0-9 0,0 0-5 0,0 0-8 16,21-5-7-16,-5 1-8 0,6 1 0 0,9 0-5 0,2 1-11 0,3-3-3 15,0 0 4 1,17-2-11-16,2 0-3 0,-5 2 2 0,-9 0-2 16,-3 4-2-16,3-3-4 0,-9 2 0 0,0-2-3 0,-4 3-2 15,-11 0-3-15,-3 0 3 0,-5 1 6 0,-1-1-4 16,-2 1 20-16,1-2 13 0,-1 1 8 0,-6 1 11 0,9 0-2 15,-9 0-7-15,6 0-3 0,-6 0-16 16,0 0-7-16,0 0-18 0,0 0-17 0,0 0-29 16,0 0-25-16,0 0-29 0,-19 4-28 0,10-2-36 15,1 0-48-15,3 1-42 0,0-1-242 0,0-1-523 16,5-1 232-16</inkml:trace>
  <inkml:trace contextRef="#ctx0" brushRef="#br0" timeOffset="47913.27">4684 6730 84 0,'-4'2'189'0,"4"-2"-19"0,0 0-14 16,0 0-11-16,0 0-8 0,0 0-12 0,0 0-3 16,0 0-4-16,0 0-14 0,0 0-8 0,0 0-9 15,14 0-9-15,-4-1-6 0,2-2-7 0,-1-1-7 16,5 2 0-16,3-4-11 0,3 0 1 0,-3-1-12 0,10-4-1 0,-3 3-4 16,-1-5-2-16,-4 5-5 0,-2-2 3 0,0-2-7 15,-2 3 12-15,-2-2 9 0,-2 0 14 0,-3 3 12 16,-1-2 17-16,-1 1 18 0,-3 3 5 0,-3-3 1 15,2 2-5-15,-3 1-10 0,-2 0-13 0,-1 1-11 16,-2 0-12-16,-1 2-9 0,-7 1-8 0,1 2-4 16,-2 0-8-16,-6 3 2 0,-2 2-10 0,-6 3-2 0,7 3 0 0,3-4-1 15,-8 7-3-15,2 1-5 0,5-2-2 16,3-1 3-16,1 4-3 0,2-1-2 0,2-1-7 16,0 3-10-16,3-1-11 0,6-3-7 0,1-1-2 15,5 3 2-15,0-3 4 0,8 1 0 0,1-1 2 0,16-3 3 16,-1 0-1-16,4-4-8 0,4-2-10 0,1-3-6 15,2-3-4 1,12-4 6-16,-14 0 0 0,-1-2 2 0,2-1 10 16,-6-3-2-16,2-3 7 0,-4 1 14 0,-6-2 16 15,-4-2 15-15,0-1 14 0,-3-2 13 0,-4-1 11 16,-5-4 6-16,0-3 3 0,-3 1 14 0,-2-4 5 16,-1 0 17-16,-3-2 25 0,-3 5 4 0,-2 0 32 15,1 3 5-15,-1 3 14 0,3 4-3 0,-2 5-5 16,0 4-11-16,2-1-11 0,0 7-12 0,1-3-12 0,0 1-20 0,-1 4-15 15,2-2-21-15,-1 1-46 0,1 4-41 0,0 0-35 16,0 0 5-16,0 0-1 0,-6 15 8 0,3 2 5 16,-1 2 0-16,1 10 8 0,-1 3 15 0,2-2-13 15,2 4-11-15,2-3 21 0,-1-1 2 0,2 2 0 16,1-3 3-16,2-2-3 0,0-1-2 0,-1-2 0 16,0-6-1-16,2-1 7 15,-1-3 4-15,-2-2 0 0,1-3-19 0,-1 0 4 16,-3-2-13-16,3-2-8 0,-3 1 2 0,2-2-12 15,-3 1-7-15,5-4-9 0,-5-1-14 0,1 4-25 16,-1-4-67-16,0 0-101 0,13-5-96 0,-4-1-223 16,1-1-640-16,3-4 283 0</inkml:trace>
  <inkml:trace contextRef="#ctx0" brushRef="#br0" timeOffset="48283.02">5264 6555 57 0,'0'0'289'0,"-6"3"-18"0,6-3-18 15,-5 3-11-15,5-3-8 16,0 0 2-16,-4 0-5 0,4 0-10 0,0 0-13 16,-4 3-21-16,4-3-14 0,0 0-22 0,0 0-12 15,19-3-9-15,0 0-16 0,12-2-14 0,6 1-6 16,4-1-8-16,11-3-14 0,-2 1 2 0,4-2-19 16,-3 2 5-16,-14 2-4 0,-1 1-16 0,-4 0-4 15,-4 2-11-15,-5-1 7 0,-4 1-5 0,-5 0-1 16,-4 1-7-16,-1-1-5 0,0 2-10 0,-1 0-24 0,-8 0-27 0,6 0-22 15,-6 0-7-15,0 0-25 0,0 0-51 0,0 0-82 16,-18 10-310-16,9-8-587 0,-1-2 260 16</inkml:trace>
  <inkml:trace contextRef="#ctx0" brushRef="#br0" timeOffset="49169.21">6851 6363 208 0,'0'0'288'0,"0"0"-26"0,0 0-29 0,0 0-29 16,0 0-20-16,9-5-16 0,0 4-24 0,5 1-15 0,3-2-14 0,2 5-7 16,3 1-14-16,-3 0-11 0,9 4-5 15,1 2-11-15,-1 2-8 0,1 5-3 16,-3-2-9-16,-3 0-4 0,-2 2-2 0,-7-1-9 15,-4 1-2-15,0-1-3 0,-3 2-3 0,-6 0-2 16,-1 1-9-16,-4 2 2 0,-6 3-2 0,-3-1-1 16,-6-2-1-16,1-4 1 0,-5 0-1 0,0-1 5 15,-1-2-1-15,1-1 3 0,2-5 5 0,2-1 3 16,0 0 3-16,1-2 9 0,7-1 13 0,-2 0 22 16,5-3 23-16,3 0 26 0,5-1 28 0,-10 2 0 0,10-2-19 0,-8-7-11 0,8 7-16 15,4-12-10-15,0 2-16 0,7-5-8 0,11-4-9 16,0-3-9-16,6-1-14 0,10-7-14 0,1-3-16 15,0 2 4-15,0 1-1 0,-11 8-2 0,-1 1-5 16,-3 1 2-16,-1 2-2 0,-8 4 7 0,-1 2 8 16,-5 2-10-16,-2 4 24 15,0-2-4-15,-1 3-1 0,-3 1 0 16,2 2-12-16,-1 1-22 0,0-2-21 0,-4 3-8 0,0 0-3 16,0 0-2-16,-4 19 15 0,-4-7-3 0,3 6 1 15,-9 3 1-15,5 4 8 0,2 0-1 0,-2-2 5 16,4-3 1-16,2 6 0 0,3-6 1 0,3 0 1 15,2-2 1-15,4-3 1 0,2 2 8 0,3-3-2 16,9 1 13-16,9-4-38 0,4-3-52 0,19-4-67 0,2-4-88 0,6-2-97 16,-6-3-244-16,1-6-623 0,-4 1 276 0</inkml:trace>
  <inkml:trace contextRef="#ctx0" brushRef="#br0" timeOffset="49485.33">8005 6507 179 0,'0'0'299'0,"0"0"-16"15,-4 4-21-15,4-4-30 0,0 0-19 0,0 0-22 16,0 0-12-16,0 0-24 0,0 0-16 0,31-6-14 0,-11 4-12 0,12-2-8 16,3 0-18-16,3 0-29 0,-1-1-43 0,2 0-47 15,-4 0-61-15,4-1-58 0,-6 0-55 0,-3-1-154 16,-1 2-388-16,-13 0 173 0</inkml:trace>
  <inkml:trace contextRef="#ctx0" brushRef="#br0" timeOffset="49671.65">8066 6671 44 0,'-2'3'305'0,"0"1"-18"0,1-3-18 0,1-1-20 0,0 0-20 15,17 0-20-15,-4 0-20 0,7-3-23 16,10-2-15-16,5 1-28 0,5 0-44 0,10-4-68 16,1 3-116-16,-17-2-263 0,2 0-399 15,-1-2 177-15</inkml:trace>
  <inkml:trace contextRef="#ctx0" brushRef="#br0" timeOffset="50695.68">8971 6674 180 0,'0'0'186'0,"0"0"-13"0,0 0-23 0,0 0-9 16,0 0-15-16,0 0-7 0,0 0-12 0,0 0-10 15,22-7-14 1,-9 5-1-16,-2-2-16 0,7 0-2 0,0 0-10 16,1-1-3-16,4-2 1 0,3 0 2 0,2-1-6 15,1-2-2-15,1 1-5 0,-1-3 2 0,-1 0-2 0,0 2 3 16,-1-2 2-16,0-3-3 0,-3 3 1 0,-7-1 3 15,1 1 27-15,-6 1 0 0,2-1 7 0,-5 0 10 16,-1 3 11-16,-3-2 12 0,1 0-2 0,-3 0 10 16,0 1-5-16,-3 4-9 0,-3-4-14 0,0 4-7 0,0 0-12 15,-5-1-7-15,-2 2-10 0,-2 2-11 0,-6 1-3 16,-3 2-7-16,-6 5-6 0,-1 5-2 0,-4-1-2 16,0 4-2-16,0 6-5 0,-1 0-5 0,2 3-1 15,3-2-7-15,1 1-1 0,3 2-2 0,-2 0-4 16,7-1 1-16,2 2 0 0,3-3 4 0,8-3-3 15,1-1 1-15,4-1 4 16,4 1-1-16,5 0 7 0,5-2 5 0,11-3 4 16,12 0-2-16,22-3 7 0,4-5-33 0,34-4-50 15,-31-1-67-15,28-4-88 0,-26-2-120 0,-5-5-221 16,-5 2-597-16,-5-5 264 0</inkml:trace>
  <inkml:trace contextRef="#ctx0" brushRef="#br0" timeOffset="51381.7">9775 5908 122 0,'1'-5'224'0,"0"2"-6"0,-1 3 1 0,2-7-11 15,-1 5 8-15,-1 2-10 0,0-5-15 0,0 5-16 16,4-3-18-16,-4 3-20 0,0 0-17 0,0 0-10 16,0 0-17-16,0 0-11 0,0 0-15 0,0 0-7 15,0 0-5-15,3 16-4 0,-3-7-8 0,0 3-2 16,-3 9-4-16,3-2-5 0,0 8-2 0,-4 2 0 0,3 3-3 15,-3-3-2-15,0 5 0 0,3-3-5 0,-2-2-3 0,3 0 1 16,0-2-3-16,0-1-2 0,0-8-1 0,3 1-2 16,-3-5 1-16,1-1-1 0,2-3 2 15,-2 1-2-15,1-3 17 16,1-1 5-16,1-1 2 0,0 0 6 0,-3-1 8 16,7 0 7-16,-3-1 1 0,0-1 4 0,1-1-12 15,3 1-6-15,3-2 1 0,-1-1-11 0,3-1-38 16,4-2-49-16,-1 1-69 0,3-6-96 0,-2 1-324 15,1-3-589-15,4-5 261 0</inkml:trace>
  <inkml:trace contextRef="#ctx0" brushRef="#br0" timeOffset="51973.25">9689 6145 118 0,'0'0'186'0,"-4"3"-9"0,4-3-5 0,0 0-7 16,0 0-9-16,0 0-4 15,0 0-3-15,0 0 0 0,0 0-2 0,0 0 2 16,0 0 3-16,0 0-1 0,0 0-9 0,0 0-7 15,0 0-14-15,0 0-9 0,0 0-7 0,22-3-12 16,-3 0-10-16,11-1-9 0,2-1-8 0,3 3-6 16,0-1-8-16,1-3-4 0,-3 0-4 0,4 4-4 15,-5 1-4-15,0-1-4 0,-10 1-4 16,-1-3-2-16,-4 1-5 0,-3 1-11 0,-4 2-31 16,-2 0-46-16,-2 0-45 0,-5 5-31 0,-1-5-96 0,-13 5-223 0,-2-3-500 0,-6-1 222 0</inkml:trace>
  <inkml:trace contextRef="#ctx0" brushRef="#br0" timeOffset="56009.61">11505 6648 198 0,'0'0'224'0,"0"0"-7"16,-4-4-9-16,4 4-9 0,0 0-9 0,0 0-10 15,0 0-14-15,0 0-11 0,0 0-8 0,0 0-8 16,0 0-16-16,0 0-14 0,0 0-11 0,0 0-11 16,0 0-10-16,13-3-4 0,1 2-8 0,4-1-13 15,10-2-12-15,3 2-17 16,-2 1-22-16,2-1-35 0,2 0-34 0,-1-1-26 15,-3 3-39-15,-2-2-37 0,1 0-33 0,-9 2-143 16,-2-1-373-16,-3-1 166 0</inkml:trace>
  <inkml:trace contextRef="#ctx0" brushRef="#br0" timeOffset="56178.8">11588 6781 39 0,'-3'2'117'0,"1"1"8"15,2-3-4-15,-4 4 5 0,4-4 2 16,0 0-4-16,10 1-11 0,1-1-8 0,1-2-13 16,6 1-11-16,13-1-9 0,-11 0-48 0,14-1-53 0,-5-1-53 15,-2-2-111 1,0 0-209-16,-9 1 93 0</inkml:trace>
  <inkml:trace contextRef="#ctx0" brushRef="#br0" timeOffset="56680.01">11739 6500 84 0,'-4'-2'259'15,"-1"-2"-15"-15,4 1-13 0,-3 0-16 0,4 3-21 16,-4-2-15-16,4 2-22 0,0 0-15 0,-4-3-17 15,4 3-14-15,0 0-12 0,0 0-8 0,0 0-10 0,9 8-10 0,-1-4-5 16,1 1-5-16,1 2-11 0,4 3 1 0,0-2-6 16,4 1-3-16,0 1-5 0,6 2-3 0,-5-4-4 15,1 2-1-15,0-2-2 0,-1-1-4 0,-1-1-3 16,1-1-5-16,1-2-1 0,-4 3-3 0,-3-4 0 31,-2 1 0-31,-3-3 0 0,-2 2 4 0,2-2-2 16,-3 1 9-16,-5-1 4 0,8 2 3 0,-8-2 2 0,6 1-5 15,-6-1-2-15,4 1-5 0,-4-1-7 0,0 6-2 16,-4-1-4-16,-4 4 0 0,-2 3-1 0,-5 2-1 16,-7 7-2-16,0 1 0 0,-2 2-3 0,4-1 3 0,-2 4-1 15,1 0 2-15,2-2 0 0,5 0-2 0,-4 2 0 16,4-3-2-16,0 0 2 0,4-7 2 16,2 0-1-16,6-5-1 0,-4 0 1 0,3-4 1 0,-1 1 8 0,0-3 3 15,2-1 10-15,0 0 4 0,1 0 7 0,0-3 6 16,1-2 11-16,-3 5 11 0,3-5 8 0,-2 3 2 15,2-3-8-15,0 0-3 0,-4 3-6 0,4-3-5 16,0 0-26-16,0 0-31 0,0 0-47 0,0 0-59 16,0 0-94-16,0 0-92 0,0 0-226 0,0 0-566 0,0 0 250 15</inkml:trace>
  <inkml:trace contextRef="#ctx0" brushRef="#br0" timeOffset="59602.93">13321 6728 171 0,'0'0'175'16,"-3"-4"0"-16,3 4-6 0,0 0-3 0,0 0-5 15,0 0-4-15,0 0-5 0,0 0 0 0,0 0-10 16,0 0-4-16,0 0-9 0,2-4-14 0,-2 4-4 15,0 0-11-15,0 0-11 0,0 0-7 0,0 0-9 16,0 0-2-16,2-7-12 0,-2 7-7 0,3-4-4 16,-2 1-5-16,2 1 0 0,-2-2-4 0,0 0 0 0,2 1 1 0,-2-2-3 15,2 1-3-15,-1-1-3 0,2-2 2 0,2 0 1 16,-2-3 0-16,1 3 0 0,-1-5 5 0,3-2-2 16,-1-1 1-16,1 0 0 0,-1-4-2 0,1 0 4 15,2-3 3-15,-4-6-3 0,3 3 0 0,-3-5-3 16,3 1 0-16,-2 0-11 0,2-3 20 0,-2 2-14 15,-2-2-1-15,-4 1-4 16,3 1 2-16,-2-1-1 0,-1 3-2 16,0-1 5-16,0 4-11 0,0 5 0 0,0 3-1 0,-1 1 7 15,1 4-1-15,-3 3 3 0,3-2-3 0,0 6-2 16,0 0-6-16,0 1-6 0,0 0-20 0,0 4-20 16,-1-8-22-16,1 8-4 0,0 0 3 0,0 0 5 15,-12 13 5-15,6 3 0 0,-3 13 9 16,0 0 1-16,-9 20 5 0,7 3 2 0,-5 1 1 0,2 1 2 0,0 1 0 0,1-3 30 15,4 3 4-15,0-9 1 0,3-12-3 16,4 0-3-16,0-1 10 0,2-1-3 0,4-4 2 16,0-1 1-16,2-2 1 0,1-6-1 0,-2-2 1 15,3 0 5-15,0-4-4 0,3 1 2 0,-2-2-1 0,2-3-1 16,-1-4 6-16,3-1 4 0,5 0-10 16,2-2-14-16,1-2-1 15,2-2-10-15,-1-3-9 0,4-3-9 0,-6 3-9 16,-3-4-12-16,1 1-7 0,-1-3-15 0,-3 1-6 15,-4 2-10-15,-1 0 0 0,4-2-7 0,-3-2-8 16,-3 1-6-16,-1 2-2 0,2-3-3 0,-3 1 0 16,-1 2 5-16,-1-1-4 0,0 2-4 0,0 0-1 15,-1 1 6-15,-1-1 0 0,2 3-3 0,-3-1 8 16,4 2 5-16,-3 0 9 0,0-1 2 0,1 1 15 0,-1-1 4 0,0 2 12 16,2-1 7-16,-2 0 6 0,3 0 3 0,0 0 11 15,-2 3 7-15,1-2 16 0,-3 3 8 0,5-4 21 16,-3 1 6-16,1 0 12 0,-3 3 3 0,2-4 12 15,-2 4 13-15,3-4 3 0,-3 4 4 0,1-3 3 16,-1 3 9-16,2-5-2 0,-2 5 8 0,0 0-3 16,0-6 1-16,0 6 5 15,0-4-4-15,0 4-7 0,0-4 4 0,0 4 9 16,0 0-1-16,-3-4-3 0,3 4-3 0,0 0-1 16,0 0-7-16,0-5-6 0,0 5-7 0,0 0-9 15,0 0-9-15,0 0-8 0,0 0-11 16,0 0-4-16,0 0-8 0,0 0-3 0,-18 8-1 0,11-2 1 15,-2 2-7-15,-3 1-1 0,1 3 0 0,-1 2-2 16,-2 0-3-16,5 3 1 0,-4-2-4 0,3-1-2 0,2 3 0 16,3-1 1-16,-1 0 1 0,2 2-2 0,2-7 2 15,-1 0 0-15,3 2-4 0,0-4 3 0,3 1 3 0,-1-3 0 16,2-2 8-16,2 2 0 0,-1-2 8 16,4-2 2-16,3-1 7 0,-1-4 11 0,2 0 7 15,1 0-1-15,2-5-3 0,0 1 15 0,-6-1-27 16,2-1 6-16,-2 2 2 0,-1-5-4 0,0-3 0 0,0 1-10 0,-3-3 1 15,1 2-3-15,-5-2-15 0,0-1-11 0,0 2-10 16,-4-2-7-16,-1 5-7 0,-2 0-3 0,-2 2-12 16,0 0-4-16,-6 3-5 0,-1-1-10 0,-3 3-14 15,-3 3-6-15,2-2-14 0,0 7-11 0,0-3-22 16,-1 3-25-16,6 0-24 0,1 1-36 0,0 1-52 16,1 1-206-16,7-2-506 15,3 1 224-15</inkml:trace>
  <inkml:trace contextRef="#ctx0" brushRef="#br0" timeOffset="60266.97">14199 6524 82 0,'-13'1'191'0,"1"0"-20"0,0-1-15 0,-1 3-16 16,0 0-18-1,-1 2-10-15,1 0-9 0,-2 3-12 0,5 0-9 0,-1-2-8 16,4 2-5-16,-2 0-7 0,1-1-18 16,3 1-17-16,5-3-2 0,0 2 3 0,0-3-12 15,5 1-2-15,4-1 7 0,0-2-7 0,4 0-3 16,5-2-3-16,-3-2-3 0,7-1 2 0,-4-2 1 15,1-2-6-15,-2-1 0 0,-1 1 6 0,-2-3 0 0,-2 2 9 16,-3-1 12-16,0 0 12 0,-2 2 22 0,0-1 20 0,-1 1 11 16,-2 2 21-16,-1 0 6 0,0 1 0 0,2 1-15 15,-2 1-5-15,-2-2-16 0,-1 4-11 0,1-4-26 16,-1 4-8-16,0 0-11 0,0 0-2 0,0 0-4 16,-5 19-4-16,0-7 1 0,0 4-3 0,0 10-3 15,-1-3-3-15,-1 7-2 0,2-1 1 0,3 1-1 16,-1 2 0-16,1 4-1 0,0 12 0 0,2-12 1 0,4 10-3 0,-6-9 3 15,0-2 1-15,2-2-3 0,-4 0 2 0,4-4 0 16,-1 5-3-16,-1-5 3 0,0-3 1 0,-2-7-3 16,2 0 1-16,-4-2 1 0,-1 0-4 0,1-2 0 15,-3-2 4-15,-1-3-4 0,1-1 4 0,-2-2-1 16,-6-2 3-16,0-3 5 0,-5-2 9 0,-1-1 5 16,-5-4 10-16,1-1-1 15,0-4 13-15,7 3 20 0,1-3 2 0,1-1 22 16,3-3 20-16,-2-8-29 0,3 1 8 0,6-5-9 15,3 0-12-15,6-4-17 0,7-4-20 0,7-11-7 16,8 1-15-16,3 4 1 0,5 2-5 16,-6 10 0-16,12-5-1 0,-10 8-7 0,4 4-2 0,-1-1 2 15,1 2-3-15,1 4-2 0,-4 1 5 0,0 1 1 16,-9 6-1-16,-3 0 2 0,-6 3 0 0,0 1 11 0,-2 1-5 16,-2-1-13-16,1 2-4 0,-1-2-14 0,-2 2-20 15,0 0-27-15,-4 2-26 0,0 0-10 0,0 0 1 0,0 0-11 16,0 0-22-16,0 0-36 0,0 0-47 15,-3 12-52-15,3-12-233 0,-5 5-544 0,5-5 241 16</inkml:trace>
  <inkml:trace contextRef="#ctx0" brushRef="#br0" timeOffset="60837.06">14774 6488 69 0,'0'0'232'0,"5"-6"-21"0,0 5-21 0,1-2-20 16,3 2-16-1,3 0-13-15,-1 1-13 0,5 2-14 16,0 2-13-16,3 0-7 0,-1 4-7 0,-1 2-15 16,-2 3-4-16,-2-3 0 0,0 4-10 0,-3 1-10 0,-2 0-3 15,-2 2-5-15,-2-1-1 0,-4 4 1 0,-1-3 0 16,-4 7 0-16,-6-5 1 0,-3 2-3 0,0 4-6 16,-4-3-2-16,0-4 0 0,3-4-2 15,0 0 1-15,0-1 8 0,-2-4 5 0,2 0 9 0,3-2 3 0,1-1 10 16,3-2 15-16,0-1 28 0,2 0 30 0,1 0 34 15,0-4 8-15,5 1-13 0,-7-5 2 0,6-2-26 16,2-1-13-16,3-2-13 0,6-4-17 0,3-8-10 16,7 1-4-16,1 1-15 0,2-4-7 0,1 0-3 15,4-1-9-15,-1 0-8 0,1 0-1 0,-3 3-22 0,-2 1 14 16,-2 3-5-16,-7 5-2 0,-4 4-2 0,-2 0-1 0,0 3-2 16,-3 0-8-16,1 3-2 0,-3-1-10 0,3 2-24 15,-3 0-32-15,-3 2 0 0,0 0 13 0,-1 8-12 16,-1 2 8-16,-4 2 7 0,-3 7 7 0,-3 3 8 15,1 0-16-15,-2 4 12 0,3-1 5 0,2-2 2 16,2-5 3-16,3 3 2 0,2-2 5 0,1-1 3 16,4 0 8-16,6-2-13 15,0-2-10-15,8-1-14 0,9-1-36 0,6-3-53 16,3-1-69-16,18-6-87 0,-6-3-332 0,-7-3-662 16,10-3 293-16</inkml:trace>
  <inkml:trace contextRef="#ctx0" brushRef="#br0" timeOffset="61253.71">15814 6524 195 0,'-7'1'255'0,"7"-1"-4"0,0 0-9 16,0 0-4-16,0 0-9 0,0 0-13 15,0 0-15-15,0 0-22 0,0 0-13 0,0 0-18 16,0 0-13-16,0 0-15 0,0 0-9 0,25-5-13 0,-12 2-14 0,8 1-20 16,0-2-22-16,7 0-34 0,0 0-31 0,0 1-31 15,-5 1-40-15,-3-1-42 0,1-1-50 0,-6 1-50 16,-2 1-140-16,1-1-407 0,-5-1 180 0</inkml:trace>
  <inkml:trace contextRef="#ctx0" brushRef="#br0" timeOffset="61391.74">15857 6632 181 0,'-3'4'185'15,"0"-2"5"-15,3-2 3 0,0 0-8 0,14 3-16 16,3 0-17-16,11-4-17 0,5-1-19 0,2-1-40 15,4-2-62-15,11-1-76 0,-12 1-194 0,1-3-277 16,-4-3 123-16</inkml:trace>
  <inkml:trace contextRef="#ctx0" brushRef="#br0" timeOffset="62156.21">16878 6057 250 0,'0'-7'269'0,"3"2"-3"0,-3 1-13 16,1-1-14-16,1 2-13 0,-2-1-22 0,0 4-21 15,2-5-20-15,-2 5-21 0,0-3-22 0,0 3-10 16,0 0-15-16,0 11-10 15,1-5-10-15,-4 6-7 0,1 3-7 16,1 13-7-16,-6 1-7 0,6 3-4 0,-7 5-3 16,-2 9-3-16,3-10-7 0,0 12 1 0,0-15-3 15,-1 1-3-15,4-1-4 0,0-2 0 0,0-2-2 0,2-3-6 16,1-7 2-16,2-3 2 0,-1-3-4 0,1-3 7 16,0 3 5-16,1-6 3 0,3 1 11 15,-3-1 0-15,6-3 4 0,2 1 2 0,7 0-8 0,3-4 2 0,11-2-13 16,1-1-33-16,1-1-35 0,1-3-43 0,-3 1-61 15,4-4-76-15,-1-2-87 0,-3-3-157 0,0-1-505 16,-1 0 225-16</inkml:trace>
  <inkml:trace contextRef="#ctx0" brushRef="#br0" timeOffset="62475.48">16725 6410 270 0,'-4'0'270'0,"4"0"0"0,-9-2-5 0,9 2-1 16,0 0-5-16,-7 2-4 0,7-2 0 0,0 0-12 0,-7 1-12 16,7-1-13-16,0 0-15 0,0 0-19 0,0 0-22 0,0 0-18 15,27-10-14-15,2 4-26 0,22-2-13 0,9 0-38 16,31-4-53-16,1 0-59 0,-28 6-69 0,29-7-94 31,-33 6-355-31,2-2-626 0,-5-1 277 0</inkml:trace>
  <inkml:trace contextRef="#ctx0" brushRef="#br0" timeOffset="67441.63">3903 9290 4 0,'0'0'229'0,"0"0"-9"15,-10-2-12-15,10 2-15 0,0 0-6 0,0 0-16 16,0 0-11-16,0 0-12 0,0 0-10 0,0 0-10 15,0 0 3-15,0 0-17 0,0 0-9 0,0 0-12 16,0 0-9-16,0 0-12 0,0 0-4 0,18-2-6 0,-1-1-5 16,3-2-7-16,9-3-9 0,3 4-25 0,0-1-41 0,-1-2-46 15,1 2-53-15,2 0-52 0,-5 0-205 0,-8 2-412 16,-2-1 182-16</inkml:trace>
  <inkml:trace contextRef="#ctx0" brushRef="#br0" timeOffset="67610.89">4023 9521 191 0,'-5'4'198'0,"5"-3"-13"0,0-1-10 0,0 0-21 16,0 0-12-16,0 0-12 0,26-4-13 0,-7 0-20 15,0-3-28-15,13-1-51 0,0-1-53 0,-1 1-63 0,-6-1-127 0,1-1-242 16,-7 1 108-16</inkml:trace>
  <inkml:trace contextRef="#ctx0" brushRef="#br0" timeOffset="68074.39">4243 9138 154 0,'-4'-3'324'0,"2"-4"-16"0,-3 2-24 0,2 1-25 15,2 1-31-15,1 3-26 0,-3-2-25 0,3 2-25 16,0 0-13-16,0 0-18 0,0 0-11 0,0 0-9 16,4 18-8-16,4-12-14 0,-2 6-3 0,6 0-6 15,-1 1-6-15,2 1-7 0,2-2-11 0,2 0-2 0,1-2-15 0,-3 2-7 16,3 0-6-16,-3-5-8 0,1 3-7 16,-5-5-6-16,0 0-3 0,0 2 1 0,-3-6-1 0,-2 2 3 15,0-2 2-15,1 1 3 0,-3 0 1 0,-4-2 1 16,0 0 1-16,7-2 11 0,-7 2 5 0,0 0-2 15,0 0-3-15,0 0-4 0,0 0 0 0,0 0-4 16,0 0 0 0,-21 11-6-16,8 0 2 0,-6 6-1 0,-3 7-2 0,-2 1-2 15,-10 10-2-15,-3 6 1 0,4 0 0 16,1-2 0-16,5 3 1 0,7-12-3 0,-7 12-2 16,12-12 6-16,-3 0-3 0,4-1 2 0,1-3 1 15,4 2-2-15,0 1 12 0,4-12 0 0,1 3 2 16,2-4 5-16,2-6 0 0,-2 2 0 0,1-7 4 0,1 4 4 15,-3-4-4-15,3 2 8 0,0-4 7 0,-1 1 25 0,1-4 18 16,0 7 26-16,0-7 5 0,0 0 5 0,-4 3-9 16,4-3-13-16,0 0-8 0,0 0-10 0,0 0-45 15,0 0-67-15,0 0-59 0,0 0-72 0,8-14-82 16,-5 11-86-16,4-6-215 0,1 1-598 0,3-4 265 16</inkml:trace>
  <inkml:trace contextRef="#ctx0" brushRef="#br0" timeOffset="69246.25">5956 9251 42 0,'0'0'180'0,"1"-4"-13"0,0 0-11 0,2 0-5 0,-1 0-3 15,3 1-5-15,0-1-6 0,2-1-14 0,3 0-8 16,0 0-13-16,3 1-10 0,2 1-8 0,2 1-8 15,2 1-6-15,-1 1-11 0,5 1-1 0,-1 3-3 16,3 2 0-16,1 2-6 16,-2 5-7-16,-1 4-5 0,-4 0 3 0,-2 2-4 15,-2 3-7-15,-2 2-1 0,0 1-3 0,-8 4-2 16,-4 1 0-16,-2 4-8 0,-3-2 9 16,-5 2-6-16,-4-3-2 0,2-2 0 0,-7 0-3 15,5 0-7-15,-1-5 10 0,-4-2-7 0,8-5 6 0,-2-1-2 16,-1 0 9-16,1-7-1 0,3 1 5 0,0-3 3 15,4-3 14-15,0 2 11 0,-2-2 23 0,5-3 28 0,-2 3 41 16,4-4 5-16,0 0-3 0,0 0-27 0,-5-9-15 0,10-3-15 16,3 0-4-16,2-5-19 0,5-7-1 0,3-1-4 15,1-3-10-15,11-14-7 0,-1 0-6 16,-1 2-11-16,2-1 1 0,-4 2-13 0,-4 9-4 16,-3-3 4-16,0 5-2 0,-2 5-3 0,-4 0-7 15,1 1 11-15,-5 5 19 16,-2 4-12-16,0 1 5 0,-5 4-3 0,1 3-1 15,1 0-7-15,-3 0-12 0,2 2-25 0,-3 3-5 16,0 0-3-16,0 0 4 0,-8 14 5 0,3 3-5 16,-9 7 8-16,1 5-3 0,-1-2-6 0,0 5 9 15,-6 9 3-15,9-8 1 0,0 1-1 0,2 0 2 16,3-2 3-16,2-2 0 0,2 0 2 0,2-3 3 16,6 0 0-16,-1-8 0 0,9 2-7 0,-2-6 7 0,11-3-26 0,4 0-39 15,5-5-61-15,4-2-86 0,27-8-93 0,-10-3-247 16,3-4-599-16,-7-2 265 0</inkml:trace>
  <inkml:trace contextRef="#ctx0" brushRef="#br0" timeOffset="70217.35">7366 9382 76 0,'-9'-6'166'0,"-1"1"-11"0,1-1-18 0,-5 5-12 15,-3-3-7-15,-3 4-14 0,-2 0-16 0,-4 3-4 16,-4-1-9-16,2 4-9 0,-3 1-2 0,0 2-1 16,2 1-10-16,1 0 6 0,2 1-4 0,2 2-7 15,5-4-3-15,4 4-9 0,0-1-2 0,2 0-8 0,1 2 5 16,6-2-5-16,2-1-3 0,3 0 4 15,2 1 1-15,0-2 0 0,8 2-4 0,0-5-2 16,8 5 2-16,2-4-1 16,8 0 0-16,-1 0-6 0,5-5 0 0,-1-1 3 15,0-2-3-15,1-3-3 0,0-1 3 0,-2-6-2 16,-2 2-1-16,-3-2-1 0,0-6-5 0,-6 4 7 16,-1-7 3-16,2 0 14 0,-10 2 8 0,0-6 13 15,-4 4 3-15,0-10 6 0,-1 0 4 0,-4 0 4 16,-1-4-3-16,-3 0 4 0,-4-14 7 0,2 11 5 15,-2-9 3-15,2 12 6 0,-2-3 5 0,-2 4-5 0,2 1-1 0,-1 4-1 16,1 2 19-16,4 7 1 0,-2 3-6 0,3 3 1 16,-1 5-14-16,1 0-4 0,1 2-20 0,0-2-15 15,1 4-34-15,0-1-39 0,1 4-4 0,0 0 3 16,-4 10-1-16,5 1 5 0,-2 6 0 0,2 6 2 16,-1 7 16-16,1 2-14 0,-2 14 3 0,1 4 2 15,1-2 1-15,-1-1-1 16,6 0 4-16,-4-15 1 0,5-2 2 0,-2 1-5 15,2-2 4-15,-3-1 4 0,1-8-7 0,-1-2 6 16,1-2-1-16,-3-2 3 0,0-5-1 0,2 2-3 16,-4-4-6-16,5 0 6 0,-5-3 0 0,1 0 4 15,-1-1 3-15,4 1 2 0,-4-4 15 0,0 6-11 16,0-6-6-16,0 0-14 0,0 0-35 0,0 0-62 16,0 0-51-16,0 0-59 0,4-17-36 0,-3 10-273 0,-1-4-568 0,3 0 252 15</inkml:trace>
  <inkml:trace contextRef="#ctx0" brushRef="#br0" timeOffset="70850.22">7435 9203 118 0,'1'-7'307'0,"2"0"-12"16,-3 1-3-16,0-1-26 0,1 2-18 0,-1-1-24 15,0 1-24-15,2 2-22 0,-2 3-22 16,0-4-18-16,0 4-12 0,0 0-3 0,0 0-25 15,14 4-9-15,-7 4-8 0,2-1-16 0,0 0-12 0,1 3-8 16,3 2-6-16,1-2-13 0,0 4-10 0,-1-1-8 16,0-2-12-16,-3 1-11 0,3 1-12 0,-7-2-5 0,5-4-12 15,-1 3-8-15,-4-2 5 0,-1-3 1 0,0-1 5 16,-2-1 2-16,2 0 17 0,-1-2 12 0,-4-1 1 16,0 0 1-16,7-5 1 0,-5-1 9 0,-1-2 8 15,-1-1 1-15,1-4 7 0,1 1 12 0,-2-7 1 0,1 3-2 16,3-9 1-16,-2 6 3 0,0-1 3 0,-1 1 4 15,1 2 17-15,3 2-5 0,-2 3-1 0,-2 2 2 0,1 2-2 16,0 1-10-16,-2 1-6 0,0 1-4 0,0 1-8 16,1 1-14-16,-1 3-10 0,0 0-3 0,0 0-3 15,0 0-7-15,9 13 5 0,-7-1-1 0,2 5-3 16,3 8 5-16,-3 2-3 0,1 3 2 0,0 0-1 16,-1 5 3-16,1 0 0 0,-1 0 1 0,-3 2 1 15,4 10 1-15,-1-11-3 16,-6-2 6-16,4-5 6 0,-2 1-7 0,-2-2-1 15,0-9 6-15,2 8-6 0,-5-9 5 0,4-1-1 16,-4-1-3-16,0-5-5 0,0-2 6 0,-1 0 2 16,-1-1 1-16,-3-3 1 0,1 2 10 0,0-6 0 15,-4 0 5-15,0-2 2 0,-3-3 0 0,-1 0 2 16,3-2 4-16,-3-1 13 0,2-2 17 0,2-3 1 16,3-2-1-16,1-2-5 0,1-8-13 0,7-2-10 0,2-6-5 0,7 1-7 15,6-3-3-15,8-10-16 0,2 2-2 0,-1 13 2 16,0 2 3-16,1-1-3 0,5 2 1 0,-1 4 2 15,2 0-5-15,1 1 0 0,-3 4 4 0,1 3 6 16,0-1 5-16,-9 6-2 0,-3 1-3 0,-3 5-1 16,-3-1 1-16,-4-1-5 0,0 0 4 0,0 3-11 15,-4 2-18 1,1-1-9-16,-4 1-11 0,4 3-8 0,-4 4-8 16,-4 3-23-16,-3-1-37 0,-2 6-47 0,-3-1-63 0,-5-1-273 15,2 0-545-15,1 0 241 0</inkml:trace>
  <inkml:trace contextRef="#ctx0" brushRef="#br0" timeOffset="71251.23">6887 9959 108 0,'-6'0'213'0,"-1"3"-7"0,7-3-10 0,-7 1-1 16,7-1 2-16,0 0 2 0,-9-1-10 0,9 1-12 15,0 0-10-15,0 0-20 16,0 0-14-16,0 0-14 0,16-6-8 0,6 1-10 15,9-2-23-15,6-1-7 0,18-6-9 0,7 4-3 16,25-9-3-16,-23 7 9 0,32-5 8 16,-7 2 13-16,-25 4 8 0,28-4 2 0,-29 7 3 0,-2 1-8 15,-7 0-11-15,-16 2-6 0,-2 0-8 0,-8 1-5 16,-9 3-8-16,-5-1-3 0,-2-1-6 0,-3 0-10 16,0 2 4-16,-3 0-23 0,-1 1-29 0,-5 0-26 0,0 0-11 0,5 2-8 15,-5-2-29-15,-14 8-49 0,-4-3-69 0,3 4-110 16,-4-3-183-16,-1-2-540 0,3 1 238 15</inkml:trace>
  <inkml:trace contextRef="#ctx0" brushRef="#br0" timeOffset="72053.35">7532 10314 9 0,'-14'-3'150'0,"-4"3"-12"15,-2 0-16-15,1 3-3 0,-3 0-4 0,-6 2-12 16,8-1-6-16,-9 0-7 0,5 4-4 0,5-2-6 16,-3 1-7-16,4-1-5 0,0 3-11 0,3 1-7 0,-1-1-1 0,6 0-3 15,-1 0-10-15,3-1-3 0,2 2 0 16,1 1-1-16,0-1-5 0,2-2 18 0,3 2-3 15,0-1 3-15,4 0 3 0,0-1 1 0,4 0 1 16,1 0 0-16,2-3 6 0,-1 0-4 0,4 1-3 0,-4-5 1 16,2 2 4-16,1-3 6 0,0 0 5 0,-1-3 11 15,1 0 13 1,-4-1 12-16,1-3-12 0,-1-3 1 0,-1 0-1 16,1-3-1-16,0-3-10 0,-3 0-1 0,2-10-4 15,-4 2-2-15,-3-4-1 0,2-1-5 0,-3-3-6 16,-3-2-4-16,3-4-12 0,0-7 15 0,-4 10 2 15,2-11 1-15,2 0 6 0,-3 12 20 0,-1 5 14 16,3 5 6-16,-3 5 4 0,4 4 1 0,0 3-12 16,0 3-10-16,-1 4-15 0,1-1-13 0,-3 0-20 0,6 1-52 0,-3 5-49 15,0 0-13-15,0 0 10 0,0 0 3 0,0 29 8 16,-3-2 5-16,3 4 4 0,3 3 4 0,-3 13 4 16,0 3 6-16,1-1 2 0,-1-2 5 0,1-11 5 15,3 0 2-15,0-1 3 0,-1-6-3 0,-1 0 8 16,2-1-5-16,1-8-3 0,-3-3-25 0,1 0-10 15,0-7-12-15,-2 2-18 16,3-4-17-16,-3-2-25 0,0 1-17 0,-1-2-24 16,0 0-22-16,2-2-63 0,-2-3-231 0,0 0-517 15,0 0 229-15</inkml:trace>
  <inkml:trace contextRef="#ctx0" brushRef="#br0" timeOffset="72487.17">7571 10166 71 0,'1'-2'252'16,"-1"2"-25"-16,9-3-18 0,-5 1-21 0,2 2-15 15,1 0-13-15,4 1-11 0,-1 0-19 0,3 5-15 0,4 0-5 16,-5 2-11-16,2 4-9 0,1 0-10 0,-3 0-6 16,0 2-3-16,-2 3-11 0,-2 0-5 0,-2 3-5 0,-5-1-6 15,1 0 1-15,-5 1-5 0,-1-1-2 0,-1 1-3 0,-4 3-6 16,0-6 1-16,1-1-3 0,-3-2-1 0,1 1 6 15,2-6-2-15,0 0 2 0,0-1 7 0,2-3 7 16,1 0 10-16,1-1 22 0,2-1 22 16,-2 1 37-16,0-3 32 0,4-1 23 0,0 0-10 0,0 0-19 15,-2-8-20 1,4 2-16-16,5-6-21 0,3-4-12 0,4-5-15 16,4-1-25-16,2-5-26 0,3-4-22 0,9-8-18 15,0 0-5-15,-1 3 4 0,-9 9-5 0,-2 3-2 16,-6 10 8-16,-1-1 7 0,-4 5 7 0,-3 2-5 0,2 2 2 15,-4-1 2-15,-2 4-30 0,1-1-18 16,-1 3-8-16,-2 1 6 0,4 8 0 0,-6 0 13 16,-1 3 0-16,-3 4 3 0,0 4 4 0,0 5 0 0,1 3 9 0,1-1-3 15,0-2 4-15,3 1 5 0,2-6 3 0,3 2 2 16,3-3 2-16,4-1 0 0,1-3-4 0,8 4-16 16,5-5-46-16,0-7-54 0,7 1-88 0,6-7-101 0,-3-4-218 15,0-4-578-15,3 0 256 0</inkml:trace>
  <inkml:trace contextRef="#ctx0" brushRef="#br0" timeOffset="72901.87">8532 9762 137 0,'0'0'280'0,"0"0"-12"0,0 0-31 0,0 0-24 15,0 0-24-15,0 0-16 0,11-7-18 0,2 5-17 16,4-3-16-16,3 1-13 0,8-1-17 0,4 1-28 15,-1-3-35-15,1 2-53 0,-2 1-57 0,2-1-50 16,-5 2-198-16,-7-2-355 0,1 1 157 0</inkml:trace>
  <inkml:trace contextRef="#ctx0" brushRef="#br0" timeOffset="73039.92">8675 9844 19 0,'-17'11'187'15,"7"-1"-19"-15,1-1-9 0,4-2 0 0,1-2-7 16,4 2 3-16,4-1 1 0,6 1-10 0,8-3-11 15,14 5-13-15,5-6-11 16,15-3-32-16,7 0-54 0,-1 0-67 0,0-8-90 16,-1 0-135-16,-3-4-288 0,0-1 127 0</inkml:trace>
  <inkml:trace contextRef="#ctx0" brushRef="#br0" timeOffset="73688.34">9509 9406 140 0,'-4'-7'279'0,"3"2"-10"0,-3 0-8 15,3 1-11-15,-3-1-8 0,4 1-15 0,-3 0-14 16,2 0-24-16,1 4-21 0,-2-4-20 0,2 4-15 15,0 0-20-15,-4-4-15 16,4 4-12-16,0 0-13 0,-3 11-8 0,3-2-9 16,-1 3 0-16,1 5-10 0,0 2-7 0,-4 6 1 15,3 3-9-15,0-3 0 0,1 4-1 0,-2-3-8 16,2-1 1-16,0-1-2 0,0-3-6 0,0-1 1 16,0-3-4-16,2 0 4 0,-4-3-1 0,2-2-6 15,2 0 5-15,-2 0-3 0,-2-4-4 0,2-1 3 16,0 0 4-16,0-2-5 0,2 2 7 0,-2-4-12 0,0-3-5 0,0 4 0 15,0-4-2-15,-2 6-7 0,2-6-9 0,0 4-8 16,0-4-27-16,0 0-54 0,0 0-58 0,0 0-65 16,-10-14-253-16,7 11-522 0,2-9 231 0</inkml:trace>
  <inkml:trace contextRef="#ctx0" brushRef="#br0" timeOffset="74026.42">9427 9282 36 0,'-3'-1'251'0,"0"-4"-23"0,3 5-28 0,0 0-26 0,0 0-15 16,0 0-16-16,0 0-19 0,14 0-9 0,-4 6-11 15,8 4-14-15,6 3-10 0,2 6-2 0,6-1-2 0,10 10-6 16,-2-1-2-16,-1 2-9 0,-10-2-3 0,7 8-6 15,-10-9-5-15,-6-1-4 0,0 1-8 16,-5-1 0-16,-5 2-5 16,-1-3-1-16,-8-4 3 0,-1-1-1 0,-5-2 5 0,-6 0-1 0,-5 5 1 0,-4-4 1 0,-4 0 3 15,-2-3 3-15,-2-1-1 0,-1 0 4 0,-2-6 8 16,3 4-2-16,0-3-1 0,2-1 2 0,6-3-3 16,2-1 8-16,0 1-15 0,9-2-6 0,-1 0-1 15,1-2-4-15,5 0-4 0,0 1-8 0,-2-2-10 16,6 0-6-16,-8 2-8 0,8-2-14 0,0 0-24 15,0 0-41-15,21 0-57 16,-1-5-56-16,-1 0-258 0,11 1-493 0,-1-5 219 16</inkml:trace>
  <inkml:trace contextRef="#ctx0" brushRef="#br0" timeOffset="74712.3">10158 9498 2375 0,'-5'-7'54'0,"4"0"25"15,-2 0 15-15,2 2 1 0,-1 0-8 16,0 0 7-16,2 0-30 0,-1 2-16 0,1 3-12 0,-3-4-4 15,3 4-5-15,0 0-5 0,0 0-3 0,0 0-3 16,0 0 3-16,18 8-4 0,-9 1 1 0,-1-4-5 16,2 7-9-16,-1 0-11 0,4 0-6 0,1 0-19 15,-3 0-7-15,3 0-11 0,-2-1-4 0,-3-2-7 16,4-1 3-16,-4-2 3 0,-2 1 1 0,2-4 10 0,-1 2 2 0,-2-4 7 16,1-1 1-16,-1-1 7 0,0-2 10 15,-1-2 6-15,-1-2 17 0,4-1 11 0,-4-1 23 0,-1-3 13 16,0 2 6-16,1-2 8 0,1 2 10 0,-4-1 13 15,2-2 5-15,2 4 11 0,-2 1 9 0,-2 1 2 16,0 2-3-16,2-2-5 0,-2 3-19 16,2 1-15-16,-2 0-16 15,-1 3-28-15,2-4-17 0,-2 4-7 0,0 0-5 0,8 12-5 16,-4 0 0-16,4 4-6 0,-3 2-1 16,6 8 4-16,-2 2 2 0,-1 4-2 0,1 2 3 15,-3-1 7-15,-1 1-10 0,-1 13 5 0,-1-15-3 0,-3 2-1 16,0 12 14-16,-2-15-10 0,-3 5 3 0,0 0-3 15,-5-3 4-15,1-2-1 0,-1-2 5 0,-5-1-2 16,2-5 11-16,-4-2-9 0,4-5 0 0,-1-4-1 0,1-3 6 16,-1 0 6-16,-3-1 7 0,4-4 11 0,-5-1 14 15,5-3 24-15,-2-2 25 0,-3-1 31 0,8-2 24 16,1-2 11-16,0-3 6 0,1-1-15 0,2-6-18 16,3-10-16-16,6-1-17 0,3-5-16 0,15-10-10 15,5-3-18-15,5 1-19 0,9 1-7 0,-1 0-5 0,6 4-5 16,-4 0 2-16,1 6-6 0,-2 2 2 0,-10 8-1 0,-2 5 4 15,2 1 1-15,-3 0 0 0,-3 5 7 0,-10 4 10 16,-5 2 4-16,2 1 4 0,-4-1-2 0,-2 2-6 16,-1 3-7-16,0 0-16 0,-2-2-39 0,3 1-50 15,-5 3-53-15,4-2-67 0,-4 2-24 0,0 0-31 16,-13 9-40-16,2-2-80 0,-4 0-390 0,-1 1-818 16,5-4 363-16</inkml:trace>
  <inkml:trace contextRef="#ctx0" brushRef="#br0" timeOffset="76917.67">13238 9319 68 0,'0'0'132'16,"1"-5"-9"-16,3 1-9 0,1 2-7 0,0-2 3 15,3 2-14-15,-2-2-7 0,2 3-10 0,3-2-8 16,-2 1 2-16,4 2-11 0,5 0-9 0,-5 5-3 16,3-2 1-16,2 2 2 0,-2 5-12 0,1 0 7 15,5 4-14-15,0 3 7 0,-4 3-3 0,-4 1 0 16,-1 1-4-16,-3 2-4 15,-2 2-2-15,-2 1-2 0,-2-1-3 0,-2 1 4 16,-5 0 6-16,-3 1 2 0,0-3-4 0,-4 0 3 16,-5-1 8-16,-5-3-7 0,4 2 5 0,-5-5-2 15,7-3 4-15,-1-1 0 0,-1-2 3 0,0-2 0 16,6-2 3-16,-2-3 0 0,2 1 9 0,1-1 16 16,4-2 17-16,0 0 23 0,1-2 35 0,-1 0 6 15,5-1-3-15,0 0-9 0,-9-5-8 0,8-2-15 0,2 0-11 0,3-2-18 16,0-3 7-16,4-5-27 0,4-6-2 0,2-5-12 15,5 2-7-15,0-3-2 0,3 1-2 0,1 0-10 16,0 0-6-16,-1 6 4 0,-4 0-13 0,-4 8 4 16,-3 0-3-16,0 2-9 0,-3 4 7 0,-1 0-10 15,-3 4-3-15,0-1-9 0,-1 2-25 0,0 0-14 16,-3 3-14-16,0 0 3 16,0 0-1-16,10 11-2 0,-9-2 5 15,3 3 3-15,-4 4 5 0,4 1 5 0,-3 1-1 0,3 2 4 16,-1-1 7-16,4 5 8 0,0-6 0 0,-1 1 0 15,4-2 1-15,3 0-12 0,5 2-26 0,-3-6-42 16,2-2-58-16,5-4-69 0,-1-4-290 0,0 1-558 16,8-7 246-16</inkml:trace>
  <inkml:trace contextRef="#ctx0" brushRef="#br0" timeOffset="77381.14">13635 9029 191 0,'0'-5'276'0,"0"5"-18"0,0 0-27 16,0-5-27-16,0 5-16 0,3-2-21 0,-3 2-21 0,0 0-13 16,10 0-21-16,-10 0-11 0,14 5-11 0,-5-1-10 15,1 1-11-15,2 3-4 0,2 4-6 0,-1 0-5 0,-3 2-7 16,0 1-9-16,-1 2-1 0,-3 2-2 0,0 5-2 15,-5-5-1-15,-1 6-1 0,-3-6-5 0,-1 1 1 16,-1-3-1-16,-3 1 5 0,-2-2-11 0,4-2 2 16,0-2-4-16,2-2-2 0,-1-1-1 0,-3-2 1 15,7-3 0-15,-2 1 0 0,-2 1 37 0,5-3 28 16,-1-1 5-16,1-2 13 16,0 0-13-16,0 0 6 0,10 1-20 0,8-6-9 15,9-1-7-15,3-1-13 0,6-2-12 0,0 1-29 16,1-1-34-16,3-1-38 0,-2 3-54 0,-4-1-66 15,2 3-77-15,-4-4-235 0,-5 3-542 0,-5 1 240 16</inkml:trace>
  <inkml:trace contextRef="#ctx0" brushRef="#br0" timeOffset="78198.89">14718 9354 145 0,'-3'-6'208'0,"-6"1"-16"0,4 0-17 0,-4 0-16 0,-1-1-12 15,-3 3-18-15,0 0-15 0,-5 1-9 0,0 0-8 16,-1 2-15-16,-2 2-8 0,3 1-4 0,-5 1-11 16,1 1-8-16,1 2 0 0,2 1-8 0,2-1-8 15,1 0-3-15,1 3-6 0,2 1 1 0,0 1-7 16,6-3 2-16,0 4-2 16,3-2-5-16,-1 3 1 0,3-1 1 0,2-1-3 15,1-1 2-15,3 2-1 0,5 1 5 0,0-4-2 16,5 0 3-16,2-1-1 0,3-2-3 0,3-2 0 15,-3-2 1-15,11-1 2 0,-11-4 2 0,0-1 2 16,-1-1 13-16,1-4 8 0,-2-1 6 0,-1-1 2 16,-1-2 6-16,0-3 6 0,-2-2 12 0,-1-4-8 15,-1-4 3-15,-5 1-3 0,1-3 8 0,-3-1-10 0,0-6 0 0,-2 2 1 16,0-2-3-16,-4 0 3 0,0-1 4 0,1 2 3 16,-3 0 16-16,4 2 1 0,-5 2 3 15,1 4 3-15,3 6 17 0,-3 4-5 0,4 6 4 16,0-3-8-16,-2 7-13 0,0-5-10 0,1 5-18 0,1 3 0 15,0-3-53-15,0 0-42 0,0 5-47 0,0 0-19 16,0 0 9 0,0 0 6-16,-4 17 5 0,4 2 10 0,0 7 7 15,-4 4 3-15,4 5 4 0,0 12 5 0,-2-1 8 0,4-10 4 16,0-1 4-16,1 1-1 0,1-2 8 0,4-1 2 16,-3-4 4-16,0-1 1 0,2-5 1 15,-4-3 3-15,1-6 2 0,0-2 3 0,-3 0 1 16,2-4-2-16,-3-2 5 0,4 0 8 0,-2-2 13 0,1 1 23 15,-3-2 23-15,1-1 5 0,-1 1 11 0,0-3 1 0,0 4-2 16,0-4-13-16,0 0 0 0,0 0 0 0,1 5-10 16,-1-5-5-16,0 0-11 0,0 0-11 0,0 0-30 15,0 0-35-15,0 0-55 0,0 0-71 0,3-14-94 16,-2 4-87-16,-2 0-249 0,-3-2-643 0,3-3 285 16</inkml:trace>
  <inkml:trace contextRef="#ctx0" brushRef="#br0" timeOffset="78684.63">14870 8615 131 0,'2'-1'241'16,"2"-2"-25"-16,-4 3-24 0,6-3-18 0,-6 3-19 0,10 0-17 16,-10 0-15-16,16 3-10 0,-11 1-16 0,5 1-6 15,-2 3-12-15,1 1-4 0,-4 3-8 0,1 3-3 16,2 3-8-16,-4-2-7 0,-3 5 0 0,-1 2-8 15,-1 0 1-15,-3-3-5 0,-1 6 2 0,-4-6-3 0,4-2-1 16,-3 0-3 0,-1-3 2-16,0 0-6 0,4-3-5 0,0-3 0 15,1-1 0-15,2-2-4 0,-1 1-2 16,0-3 0-16,2 0 16 0,1 0 10 0,-3-1 12 16,3-3 17-16,-2 4 11 0,2-4 14 0,9 6 10 0,-2-6 1 15,4 0 14-15,3 0-26 0,4-3-4 0,1 0-9 16,3 1-9-16,-4-1-4 0,4 1-9 0,-2 0-3 15,-1 0-11-15,-5 2 2 0,-1 0-11 0,0 0-4 0,-2 0-11 0,-4-3-14 16,0 3-32-16,0-1-34 0,-7 1-41 0,6 0-46 16,-6 0-28-16,5 4-33 0,-5-2-37 15,0-2-270-15,-1 8-554 0,-2-4 245 0</inkml:trace>
  <inkml:trace contextRef="#ctx0" brushRef="#br0" timeOffset="79417.28">15197 9107 173 0,'0'-6'289'0,"0"2"-3"0,1-1-10 0,-1 0-19 16,0 0-14-16,0 5-24 0,0-5-22 0,1 3-22 16,-1 2-20-16,0 0-19 0,0 0-16 0,0-7-15 15,0 7-22-15,0 0-9 0,0 0-6 0,0 0-7 0,0 0-2 0,11 13-13 16,-6-9-3-16,0 3-9 0,1 0-14 0,2 3-9 16,-1-1-5-16,1 1-7 0,4-1-9 0,-3 1-7 15,-2-3-14-15,3 1-7 0,-2-1-4 0,0 0-2 0,0-2 4 16,-1 0 4-16,1-3 5 0,-2-1 5 15,-2-1 3-15,-4 0 7 0,11-3 9 0,-5 0 14 16,0-4 5-16,-1 0 10 16,-1-2 5-16,1-1 9 0,0-2 8 0,-1 2-10 15,0-3 5-15,-3 1 9 0,3 1 9 0,-3 0-4 16,3 1 2-16,-1 0 6 0,-2 2-5 0,-1 1-7 16,0 0 0-16,0 2-9 0,0 1-7 0,0 0-9 15,0 4-11-15,1-5-15 0,-1 5-19 0,0-4-25 16,0 4-3-16,0 0 12 0,0 0-2 0,0 0 3 15,-5 19 2-15,1-7 3 0,3 5 2 0,-3 8 3 0,-1 4 4 0,1 2 3 16,-5 2 2-16,4 2 5 0,0 11-1 0,1-11 0 16,0-2 0-16,0 0 2 0,3 1 3 0,-2-2 2 15,1-2-2-15,0-2 1 16,2-2 3-16,-2-6 2 0,1-1-1 0,1-3-1 0,0 1 2 16,0-4 4-16,-2-3 0 0,0 2 4 0,0-3-10 15,0-3 0-15,0 0 2 0,-1-1 4 0,-1 0 1 0,-2-4 3 0,1 3 7 0,-3-4 1 16,-3 0 4-16,-2-2 10 0,1-1 3 0,-4-1 16 15,0-4-2-15,1 0 4 0,4-3 15 0,-1-4 9 16,1 3 6-16,2-5 11 0,1 3 11 0,2-11-4 16,7-3-14-16,0 0-25 0,11-3-13 0,2-1-5 15,4 1-8-15,1 1-3 0,-1 3-7 0,3 0 0 16,1 5 17-16,-3-1-21 16,3 2-8-16,-2 3 5 0,1 3-1 15,3-2-6-15,-7 8 2 0,-3 1-4 0,-4 1-4 0,2 0 5 16,-5 2-3-16,0 4-7 0,-1-3-3 0,0 1-33 15,-2 2-38-15,-4 1-43 0,0 0 10 0,0 0-14 16,9 9-33-16,-9 0-32 0,-1 0-56 0,-2 1-285 16,-2 1-572-16,0 0 254 0</inkml:trace>
  <inkml:trace contextRef="#ctx0" brushRef="#br0" timeOffset="79816.07">14447 9949 126 0,'-4'-1'197'0,"4"1"-11"0,-13-3-3 0,13 3 3 0,-8 0-2 0,5-2-4 16,3 2-4-16,0 0-5 0,-7-2 2 0,7 2-4 16,0 0-1-16,0 0-10 0,0 0-15 15,0 0-10-15,0 0-15 0,0 0-11 0,12-4-12 0,5 0-9 16,14-2-7-16,6 0-10 0,22-4-7 0,8 1-4 16,31-3-21-16,-1 4-4 0,-4-2 3 0,8 2 9 15,-5 0 10 1,0 1 6-16,-5 0 0 0,-26 2 7 0,0 0-5 0,-7 0-3 0,-5 1-6 0,-20 1-6 0,-3 0-4 15,-11 1 10-15,-7 2 9 0,0 0 1 0,-5-4-3 16,-1 4-3-16,2-1-15 0,-2 0-1 0,-6 1-34 16,6-1-24-16,-6 1-64 0,0 0-58 0,0 0-67 15,-29-2-74-15,2 2-313 0,4-2-640 0,4 2 283 16</inkml:trace>
  <inkml:trace contextRef="#ctx0" brushRef="#br0" timeOffset="80958.62">14927 10489 24 0,'0'0'212'0,"-4"-6"-21"0,-1 3-10 0,4-1-20 15,-5 1-18-15,-1-1-11 0,-2-1-18 0,-2 3-9 16,-2-1-8-16,-5-2-16 0,0 2-2 16,-2-1-9-16,-2 4-11 0,0 0-5 0,2 0-11 0,-10 3 4 15,10 1-2-15,-1 1-11 0,1 0 0 0,-2 2-5 16,4 0-2-16,2 0-7 0,3 2-3 0,2-1 3 15,-1 0-7-15,3 1-4 0,2 1 2 0,0 3-10 0,3-4 8 0,3 3-2 16,1-1 3-16,0 2 1 0,1-3-1 0,6 2 1 16,-1-2 6-16,5-1-4 0,1-1 9 15,6-1 6-15,-1 0 0 0,2-4 8 0,0-1 5 16,-1-2 4-16,0-2 14 0,-3 0 16 0,-4-2 27 0,2 0 2 16,5-8 2-16,-6 3 0 0,-1-4 11 0,1-2-25 15,-6-4 13 1,6-7-3-16,-4 1-7 0,-2-2 0 0,-3-2-14 15,1-1-10-15,-1-5 3 0,-3-1-16 0,0-10 9 16,1 0-6-16,-2 12 3 0,0 0 5 0,-2 3 10 0,0 2 26 16,1 3-1-16,1 9 1 0,-1 2 2 15,1 3-11-15,0 1-9 0,1 5-16 0,0 1-5 16,-2-3-19-16,1 4-35 0,1 0-49 0,0 4-43 16,0 0-33-16,0 0-1 0,0 0 7 0,-4 13 12 0,2 0 8 0,-2 8 10 15,3 8 6-15,-3 3 9 0,0 2 16 0,0 1-2 16,4 2 4-16,-1-2 4 0,2-2 4 0,-1 1 5 15,3-6 4-15,-2 0 6 0,-1-1-3 0,0-8 8 0,4 0 3 16,-3-2 1-16,2-3-12 0,-2-2-2 16,-1 1-6-16,3-3-7 0,-2-3-4 0,-1 1-16 15,0-2-1-15,-1-1-12 16,1 2-11-16,-3-3-10 0,3 2-5 0,-1-3-8 16,-3-1-20-16,0 2-39 0,-1-2-66 0,5-2-181 15,-13-4-444-15,8-1 197 0</inkml:trace>
  <inkml:trace contextRef="#ctx0" brushRef="#br0" timeOffset="81390.89">14992 10275 112 0,'8'-7'206'0,"-3"6"-20"0,3-3-18 0,-2 1-17 15,1 3-17-15,-1 0-19 0,5 0-8 0,-4 2-9 16,3 4-10-16,0 1-6 0,0 0-14 0,2 7 7 15,-3-1-12-15,1 4-2 0,-3 0-13 0,0 0-3 0,-3 2 2 0,-3 0-4 16,-1 1-9-16,-1 4 0 0,-3-5 1 0,-1 5-2 16,1-6 3-16,-5 1-1 0,0-2 4 0,2 0-6 15,-2-2 0-15,1-1 3 0,-1-5 0 0,3 1 3 16,2-4 6-16,0-2 10 0,0 3 10 0,2-4 20 16,0-1 35-16,1 2 33 0,-3-1 50 0,4-3 36 15,0 0 21-15,0 0-6 16,0 0-19-16,0 0-22 0,0 0-25 0,9-21-20 15,-1 10-21-15,1-3-20 0,6-8-14 0,3 2-13 16,1-1-12-16,-1 2-8 0,-5 4-5 16,0 3-11-16,-3 2-10 0,-4 3-8 0,3 1-4 0,-5 0-3 15,5-1-10-15,-5 3-5 0,0 1-32 0,0 1-34 16,-4 2-36-16,6-1-10 0,-6 1 1 0,9 5 5 16,-8 2 0-16,5 0 0 0,-2 3 6 0,0 1 5 0,1 5 6 0,1 1 14 15,0 0-13-15,0 1-9 0,1 0-20 0,-1-2-18 16,-1 2-12-16,4-3-23 0,-4 0-29 15,0-4-33-15,-2-1-40 0,2-5-45 0,0 0-255 16,-4-1-593-16,4-1 263 0</inkml:trace>
  <inkml:trace contextRef="#ctx0" brushRef="#br0" timeOffset="81807.5">15356 10190 289 0,'0'-2'326'0,"0"2"-25"0,-1-7-27 0,1 4-27 0,0 3-28 15,0 0-24-15,4-5-14 0,-4 5-27 0,0 0-19 16,0 0-14-16,0 0-13 0,13 5-12 0,-12-2-11 16,4 4-12-16,-1-2-5 0,-3 2-8 0,3 3-6 15,-3 2-4-15,3-5-5 0,-4 5-7 0,-1 1-3 16,1 1-2-16,-3-3-3 0,2 3-4 0,-3-3-2 15,3-1 0-15,-3 0-2 0,3-3-7 0,-3 1 2 0,3-3-1 0,-3 2-4 16,4-3 1-16,0 1-1 0,0-3 7 0,0-2 11 16,0 7 14-16,5-4 35 0,5-1 0 0,7 0 5 15,6-2-4-15,11 1-3 0,4-4-9 0,13 1 8 16,2-1-1-16,2-1-2 0,1 3-5 0,-2-3-6 16,1-1 8-16,-15 2-1 0,-1 2-6 0,-4-2-5 15,-5 2-6-15,-7-1-4 16,-5 2-6-16,-5 0-5 0,0 0-2 0,-7 0-5 15,3 0-1-15,-1 0-8 0,-4-1 2 0,-4 1-5 16,9-1-18-16,-9 1-8 0,0 0-38 0,6 0-39 16,-6 0-43-16,0 0-39 0,0 0-55 0,0 0-79 15,0 0-358-15,-19 5-713 0,11-5 315 0</inkml:trace>
  <inkml:trace contextRef="#ctx0" brushRef="#br0" timeOffset="82479.25">16747 9590 254 0,'0'0'303'0,"0"0"-24"0,0 0-23 0,-8 0-14 15,8 0-21-15,0 0-24 16,0 0-18-16,0 0-17 0,0 0-18 0,0 0-19 16,0 0-24-16,24-5-22 0,-10 3-39 0,6-3-54 15,-1 3-71-15,10-4-61 0,-1 1-244 0,-6 1-422 0,-3 3 187 16</inkml:trace>
  <inkml:trace contextRef="#ctx0" brushRef="#br0" timeOffset="82647">16740 9809 42 0,'-1'2'153'0,"1"-2"9"0,0 0 11 15,9 4 4-15,0-4-9 0,9-2-19 16,11-2-18-16,3-1-9 0,5 0-14 0,18-3-23 0,0 0-37 15,3-3-59-15,3 1-71 16,-2 0-156-16,-2-2-258 0,0 3 115 16</inkml:trace>
  <inkml:trace contextRef="#ctx0" brushRef="#br0" timeOffset="83010.37">18040 9353 115 0,'-1'-6'302'0,"-2"2"-8"15,3 0-16-15,0 1-17 0,0 3-19 0,-1-7-24 16,1 7-27-16,0 0-17 0,-1-7-26 0,1 7-18 15,-2-1-19-15,2 1-19 0,0 0-8 0,0 0-21 16,-1 11-6-16,2-2-10 0,-2 3-7 0,0 3-5 16,1 5 0-16,0 6-4 0,0-2-4 0,-3 3-4 15,3-3 0-15,0 1-3 16,0 0 1-16,3 0-1 0,-1-6 1 0,0-2-5 16,-1 0-2-16,0-1 1 0,2-5-1 0,-3-1-1 15,1 1-15-15,-1-5-20 0,0 1-21 0,0 0-15 16,0-4-23-16,0 2-4 0,0-1 1 0,-1 0-8 15,1-4-37-15,-7 1-60 0,7-1-210 0,-14-3-432 16,4-2 193-16</inkml:trace>
  <inkml:trace contextRef="#ctx0" brushRef="#br0" timeOffset="83333.3">17870 9270 160 0,'0'-2'242'0,"0"2"-25"0,2-7-22 15,4 7-18 1,0 0-16-16,4 0-13 0,8 4-7 0,10 2-4 0,3 6-11 16,2-3-3-16,3 4-10 0,15 6-9 0,0 3-6 15,-6 0-7-15,-12-3-9 0,-3 1-8 0,-4 1-8 16,-1 4-4-16,-5 1-9 0,-6-2-5 16,-5-1-8-16,-4 0-5 0,-2-4-3 0,-6 0-1 0,-4 1-5 15,-5 2-5-15,-6-1 3 0,-2-3-1 0,-2-1-2 16,-2-3-1-16,-3 1 3 0,9-6 1 0,-4-1-3 0,3 0 1 15,2-3-2-15,0 3 1 0,5-6-2 0,3 1-2 16,3 0-1-16,-2-1-3 0,3 1-2 0,0-2 0 0,0 2-3 16,5-3-3-16,-7 0-3 0,7 0 1 0,0 0-23 15,0 0-25-15,0 0-41 0,0 0-48 16,26-15-68-16,-8 6-238 0,0 1-477 0,-1-3 210 16</inkml:trace>
  <inkml:trace contextRef="#ctx0" brushRef="#br0" timeOffset="83595.75">18768 9061 2 0,'-18'8'185'0,"-6"8"-17"15,0 2-10-15,0 7 1 0,-2 2-7 0,-6 14-8 16,0 1-18-16,5 5-6 0,2-1-11 0,2-2-9 16,1 1-5-16,8 1-9 0,5-13 11 0,7 0-5 0,4-1-5 0,4-3-3 15,2 0-6-15,6-2-6 0,7-6-3 0,3-1-11 16,6-1-3-16,19-2-28 0,-11-7-53 0,14-1-42 16,0-4-67-16,0-2-214 0,-16-6-379 0,1-3 168 15</inkml:trace>
  <inkml:trace contextRef="#ctx0" brushRef="#br0" timeOffset="83897.06">19090 9329 178 0,'-2'-8'366'0,"-1"1"-15"0,3 0-8 15,-1 0-26-15,1 2-23 0,-3 0-26 0,3 2-33 16,0 3-33-16,-1-5-26 0,-3 4-19 16,4 1-32-16,0 0-21 0,0 0-15 0,0 0-3 15,-1 16-6-15,2-6-13 0,-1 5-11 0,0 5-5 0,0-2-6 16,-1 7 2-16,1 0-6 0,0 0-7 0,0-6-1 16,0 1-2-1,1 6 5-15,-2-8-8 0,1-1-36 0,0-1-20 16,0-3-23-16,0-1-26 0,-1-1-17 0,-2 0-23 0,3-5-22 15,-1 1-11-15,-3-1-13 0,1-1-25 0,-2-5-50 16,5 0-194-16,-14-3-467 0,9 0 208 16</inkml:trace>
  <inkml:trace contextRef="#ctx0" brushRef="#br0" timeOffset="84151.04">18994 9225 232 0,'0'-7'252'16,"2"0"-23"-16,-2 2-19 0,2 0-24 0,0 1-24 15,1 3-8-15,5 1-18 0,3 3-12 0,6 4-5 16,2 2-6-16,7 2-6 0,1 6-8 0,-2 0-8 16,1 4-7-16,-1 0-9 0,-2 2-2 0,0 2-5 0,-3 0-10 0,-3-1-3 15,-1-2-8-15,-10-3-3 0,3-1-4 0,-6 3-9 16,-3-2-5-16,-4-3-3 0,-4 1 2 0,-2-4-5 16,-3 2 2-16,-5-4-2 0,-5 4 1 0,0-2-3 15,3-6-1-15,-1 3-1 0,3-4-5 0,-2-5 2 16,1 6-10-16,6-5-12 0,0 0-23 0,2-2-30 15,-1 0-38-15,7-1-80 16,-1-3-261-16,2-2-476 0,4 3 210 0</inkml:trace>
  <inkml:trace contextRef="#ctx0" brushRef="#br0" timeOffset="84484.23">19558 9458 206 0,'-4'0'296'16,"-1"3"-11"-16,5-3-8 0,0 0-1 16,-10 1-31-16,10-1-28 0,0 0-13 15,0 0-20-15,0 0-21 0,0 0-18 0,24-5-14 16,-3 2-12-16,7 1-4 0,2-2-19 15,2-1-10-15,0 2-7 0,0 1-10 0,0-1-9 0,-2 1-5 16,-9 0-4-16,-2-1-3 0,-6 3-6 0,0-2 3 16,-4 2-11-16,-1-3-1 0,-3 1-5 0,1 2 12 15,-6 0-17-15,8-2-19 0,-8 2-6 0,6 0-11 16,-6 0-27-16,0 0-26 0,0 0-17 0,0 0-27 0,0 0-15 0,-22-3-24 16,17 2-28-16,5 1-33 0,-9 0-54 0,2 0-140 15,7 0-435-15,-7-4 192 0</inkml:trace>
  <inkml:trace contextRef="#ctx0" brushRef="#br0" timeOffset="84836.33">20137 9221 244 0,'0'-6'381'0,"0"2"4"0,-3-1-19 16,2 2-39-16,1 3-27 0,0-4-34 0,0 4-32 0,0 0-23 0,0-5-28 16,0 5-33-16,0 0-20 0,0 0-19 0,0 0-9 15,1 15-15-15,-2-6-8 0,1 4-12 0,-4 5-1 16,2-1-8-16,0 4-11 0,1 7-8 0,-3-4 17 16,4 2-19-16,-4 2-6 0,0-3-5 0,2 0-10 15,-2-6 19-15,4 0-12 0,0-2-6 0,-4-6 0 16,3 1-1-16,1-1 4 0,-2-1-6 0,0-3 1 0,2-2 1 0,0 1-7 15,0-2 5-15,-2 0 3 0,2 0-3 0,0-4 6 16,0 4-6-16,0-4 8 0,-2 5 4 0,2-5-13 0,0 0-6 16,0 0-16-16,0 0-18 0,0 0-29 15,0 0-50-15,0 0-68 0,0 0-79 0,-4-17-83 16,3 5-226-16,1 0-607 0,0-5 269 0</inkml:trace>
  <inkml:trace contextRef="#ctx0" brushRef="#br0" timeOffset="85083.78">20179 8998 30 0,'0'-6'299'0,"0"0"-25"0,0 3-27 16,1 1-28-16,-1 2-23 0,0 0-24 0,0 0-19 0,0 0-13 16,12 6-17-16,-1 10-12 0,2 0-14 0,6 8-4 15,0 6-12-15,11 15 7 0,-1-1-1 0,-1 4-8 0,0-1-6 16,-2 0 0-16,-8 2-7 0,-2-5-4 15,-7-13-1-15,0 6-2 0,-6-6-3 0,-2-2-1 16,-5-2 2-16,-2 2 0 0,-4-6 1 0,-6 2 0 16,-4-5-1-16,-7-1-3 15,-1-2-7-15,-5-3-1 0,-3 1-7 0,-1-5-32 16,-13 1-59-16,10-2-65 0,-13 0-102 0,13-8-296 16,2-1-557-16,2-2 246 0</inkml:trace>
  <inkml:trace contextRef="#ctx0" brushRef="#br0" timeOffset="86217.9">20938 9314 119 0,'-3'-7'293'16,"1"3"2"-16,1-2-5 0,-2-1-8 0,2 2-6 15,0 2-13-15,1-3-5 0,0 1-15 0,0 5-3 16,0-7-37-16,0 4-29 0,0 3-7 0,0 0-21 0,0-7-19 0,0 7-15 15,0 0-19-15,0 0-12 0,0 0-13 0,0 0-9 16,0 0-2-16,10 10-4 0,-6-6-9 0,1 1-11 16,1 4-9-16,4-1-12 0,-1 4-6 0,0-4-9 15,5 4-12-15,-1-2-3 0,2 0-9 0,-3-4-8 16,2 2-6-16,-1-1-4 0,-2-2 1 0,3-2 3 16,-1-1 0-16,-1 0 4 15,5-6 3-15,2 1 1 0,-2-4 4 0,2-1 11 16,-6-3-5-16,1 1 2 0,0-3 9 0,-5-3 5 15,4 0 9-15,-4 0 3 0,1-1 5 0,-2 2 5 16,-2 1 12-16,1-1 12 0,-5 4 9 0,1 1-3 16,2 4 20-16,-3-3-23 0,0 4 0 0,-1 1-10 15,0-1-15-15,0 3-24 0,-1 2-9 0,0 0 3 16,0 0-1-16,2 16 7 0,-4 1-5 0,2 1 2 0,-1 8 0 0,0 4 0 16,0 4 2-16,-1 0 1 0,1 13 0 0,-4 1 2 15,4 1 3-15,-3-1-5 0,0-1 4 0,3 0 11 16,-4-13-13-16,-3 12 4 0,-1-13 2 0,0 2-7 15,1-1 4-15,-2-2 13 0,0 0-12 0,-3-4 1 16,1-2-2-16,1-9 5 0,2-2-7 0,2-4 4 16,0-2 2-16,-2-2 19 15,1-3 4-15,-2-3 11 0,0-3 4 16,0-3-3-16,0-3 14 0,2-2 16 0,2-7 8 16,0-2-2-16,0 1-16 0,9-10-5 0,0-1-4 0,8-3-15 15,12-11-4-15,2-3-13 0,7 2-5 0,1-1-3 16,6 1-5-16,-2 6 0 0,2 1-6 0,0 5 5 15,-9 10-1-15,2 1 2 0,0 4 8 0,-1-3 2 16,-5 7-2-16,-8 2 5 0,-3 4-6 0,-4 0 1 0,1 2-4 16,-6 2 7-16,-1-1-12 0,0 4-12 0,-1-3-24 15,3 3-30-15,-4-3-26 0,-3 3-7 0,0 0-11 16,0 0-29-16,-1 8-51 0,1-8-91 0,-9 7-309 0,3-4-636 16,-1-3 281-16</inkml:trace>
  <inkml:trace contextRef="#ctx0" brushRef="#br0" timeOffset="88345.58">23543 9114 284 0,'0'0'286'0,"0"-7"-22"16,0 3-28-16,0 4-24 0,2-4-26 0,-2 4-30 15,0 0-23-15,0 0-17 0,0 0-11 0,-6 15-11 0,2-5-4 16,-1 6-14-16,-3 9-6 0,-1-1-8 0,0 0-6 16,3 2-5-16,-1 0-12 0,2-6 1 15,0 3-10-15,0-4-1 0,4-2-4 0,-2-1-5 0,3-3-1 0,-1-4-4 16,1 2 2-16,0-5 1 0,1 1-2 0,-1-2 10 16,1-1 20-16,-1-4 14 0,8 0-2 0,-8 0-2 15,14-8 3-15,-4 2 5 0,2-2-1 0,-1-5-4 16,4-2 0-16,-2 3-3 0,0-3-7 0,1-1-2 0,0 1-6 15,5-2-2-15,-6 3-3 0,-3 6-9 16,-1-3 3-16,-1 3-8 0,-3 1 13 0,0 1-21 0,0 2 0 0,-1-1-13 16,0 3-13-16,0 0-5 0,-4 2 0 0,0 0 3 15,11 9-5-15,-7-2 6 0,1 3-3 0,-1 1-2 16,1 0 8-16,0 5-1 0,4 0 2 0,-2 0 2 16,0 3 1-16,2-4 2 0,4 2 4 0,6 2-2 15,-5-5 0-15,3-2 2 0,2-3 2 0,0-1 3 16,2-3 0-16,6 1-4 15,3-6 2-15,1-5 4 0,1-1 0 0,1-5-2 16,-1 0 11-16,4-2-3 0,-4-4 7 0,1 0 3 16,-5-2-4-16,1-3 2 0,-7 2 1 0,1-4-1 15,-1-2-4-15,-4-1-3 0,-3-2-3 0,-3 0-13 16,-5-1-10-16,0 3 0 0,-4-1-6 0,-5 5 4 16,-1 5 7-16,-4 1-9 0,-5 0 5 0,-1 4-3 15,-3 0-4-15,-7 0 2 0,-6 3-2 0,-1 3-2 0,-1 3 3 0,0 4 1 16,-1 2 1-16,-2 0 2 0,1 4 1 0,1 2 1 15,0 2 1-15,3 0 1 0,2 0-18 0,9 0-21 16,0 1-14-16,4-1-15 0,4 0-10 0,5 0 3 16,2 0 6-16,7-1 5 0,1-1 2 0,12 1-9 15,2-1-1-15,12-1-10 0,4-5-13 0,6 1-22 16,10-2-13-16,1-3 2 16,1-2 0-16,-13-3 13 0,12-2 23 0,-2-7-2 15,-13 5 28-15,-2-4 17 0,-2 0 24 0,-1-2 26 16,-7-5 24-16,1 2 33 0,-6-2 23 15,-2-2 21-15,0 2 18 0,-4-1 16 0,-1-1 14 16,0 2 10-16,-7 5 15 0,2 0 21 0,-3 1 6 0,-3 3 8 16,1 1-9-16,-1 3-24 0,2 3-2 0,-2-1-20 15,-1 2-12-15,-1 1-14 0,1 1-21 0,-1-2-21 0,0 5-44 16,1-4-50-16,-1 4-21 0,0 0 0 0,0 0 6 0,-1 20 0 16,0-3 1-16,-2 6 6 0,-1 6 5 0,-1 4-1 15,-2-1 3-15,-3 3 3 0,1 13-3 16,-3-1 6-16,1 1 1 0,3 0 3 0,-1-2 0 15,1-13 1-15,3-3 4 0,3 1 0 0,-1-12-1 0,3 0 2 16,-1-2 5-16,-2-5 3 0,3-4-1 0,0-1 12 0,-1 0 23 16,1-4 51-16,0 1 31 0,0-4 38 0,1 6 11 31,-1-6-8-31,0 0-13 0,0 0-16 0,18-15-9 0,-10 5-21 0,2-3-11 0,3 0-14 16,5-11 5-16,2 2-18 0,-1-4-12 0,2 5-5 15,-1 0-8-15,-6 7-6 0,0-1-2 0,-5 8-5 16,-1-3-7-16,-2 4 1 0,-1 1-21 15,2-1-24-15,-5 3-29 0,2 1-21 0,-4 2-1 16,9 0 1-16,-1 4-4 0,-3 0 5 0,3 4-16 16,-2 0-6-16,4 6-2 0,-1 2-14 0,1 0-16 15,2-1-27-15,-1-1-17 0,0-1-15 0,-1-1-32 16,-3 0-21-16,0-3-27 0,1-4-14 0,-2 2-37 0,0-3-175 16,-1-3-532-16,-1 3 236 0</inkml:trace>
  <inkml:trace contextRef="#ctx0" brushRef="#br0" timeOffset="88623.93">24935 9244 168 0,'0'0'213'15,"5"-1"2"-15,-5 1-3 0,0 0-1 0,0-7-3 16,0 7-7-16,0 0-13 0,4-4-11 0,-4 4-14 16,0 0-15-16,1-1-15 0,-1 1-14 0,4-3-12 15,-4 3-12-15,9-2-10 0,-2-2-6 0,5 0-10 16,0 1-3-16,4 1-7 16,2-5-7-16,3 4 5 0,0-6-18 0,6 1-3 15,-2-3-2-15,-4 5-5 0,-2-5-3 0,-2 1-1 0,2-2 1 16,-2 0-2-16,-1 2 6 0,1-2 4 15,-4 0-3-15,-2 2 2 0,-1-1 3 0,-3 2-3 16,-1 0-1-16,-2 0 7 0,0 5 4 0,-1-2-11 16,0 1-5-16,-3 2-4 0,0 3-10 15,-8-5-4-15,8 5-6 0,-19 5 1 0,4 0-1 0,-2 4-4 0,-7 2 4 0,3 3-4 16,-2 1-1-16,3 1-1 0,1 4-2 16,3 2 5-16,-1 4 8 0,4-2-12 0,1-2-25 0,4-4-18 15,5-1-11-15,3 1-22 0,1-3-31 0,5 1-54 16,5-4-71-16,-3-2-257 0,5-3-535 0,1-6 237 15</inkml:trace>
  <inkml:trace contextRef="#ctx0" brushRef="#br0" timeOffset="88946.85">25448 9068 312 0,'3'-5'304'16,"2"-2"-29"-16,-2 5-30 0,1-1-27 0,0 0-21 15,-4 3-24-15,7 0-19 0,-3 5-17 0,1-2-12 0,3 1-13 16,0 7 0-16,-1 0-20 0,0 4-9 0,0 3-8 16,-3 2-4-16,1-1-8 0,-1 8-4 0,-4-2-9 0,0-5-2 15,-2 3-3-15,0-4 0 0,-2-2-11 16,-1-4-6-16,1-1 2 0,3-3 9 0,-4-1 3 16,3-1 8-16,0-2 25 0,0-1 42 0,-1 0 43 15,3-4 39-15,-2 4 24 0,2-4-3 0,0 0-8 0,0 0-19 0,1-12-18 16,1 5-17-16,2-3-17 0,0-2-21 0,2-6-18 15,2 4-29-15,4-11-26 0,4-3-29 0,1 2-38 16,2 1-34-16,3-1-44 0,0-1-37 0,2 5-39 16,0 3-35-16,3 2-47 0,-2 1-45 0,3 3-42 15,-3 3-301-15,-5 0-697 0,1 6 309 0</inkml:trace>
  <inkml:trace contextRef="#ctx0" brushRef="#br0" timeOffset="89225.48">25927 9232 251 0,'-2'4'343'0,"1"0"-2"0,1-4 0 0,0 0-28 15,0 0-33-15,0 0-29 0,10-8-25 0,-1-1-12 0,4-3-29 0,6-1-22 16,0-4-21-16,4 1-16 0,4 0-17 0,-1-1-7 16,-3 0-9-16,-3-1-5 0,2 2-11 0,-4 3-3 15,-5-1-12-15,2 2-8 0,-5-3-1 0,-1 7 1 16,-4-4 16-16,-1 4-1 0,1-3-7 0,-5 6-5 15,-4 0-21-15,1 2 2 0,-4-1-13 0,-6 4-7 16,-8 5 2-16,-6 2-7 16,-1 4 5-16,-3 3-17 0,3 3 13 15,-3 2-11-15,7 2 7 0,2 6 0 0,1 1-21 0,5 5 0 16,7 0-6-16,9-1 3 0,9-1-3 0,12-4 5 16,4 0-38-16,22 3-43 0,6-7-65 0,8-4-108 15,31-9-361-15,2-6-678 0,1-8 301 0</inkml:trace>
  <inkml:trace contextRef="#ctx0" brushRef="#br0" timeOffset="90096.55">27216 8857 190 0,'1'-7'252'0,"0"1"-12"0,-1 2-21 16,0-1-22-16,0 5-27 0,0-4-17 0,0 4-17 16,0 0-17-16,-6 12-15 0,2-1-10 0,1 6-7 0,-4 2-13 0,1 9-7 15,-1-2-10-15,2 5-6 0,3 1-4 0,-2-5-4 16,0 3-6-16,-2-2-2 0,4 0-6 0,1-1-1 15,2-8-5-15,-3 4 2 0,-1-3 1 0,6-3-4 16,-3-5-5-16,0-1-1 0,-3-1-1 0,3-4 2 16,0-2 0-16,0 3 2 0,-1-2 11 0,2-1 17 15,-1-4 8-15,0 3 4 0,0-3 4 0,0 0-9 0,0 0-40 0,0 0-54 16,0 0-56-16,-1-22-31 0,1 10-40 0,0-4-40 16,-1-1-179-16,1-8-417 0,0 0 185 0</inkml:trace>
  <inkml:trace contextRef="#ctx0" brushRef="#br0" timeOffset="90428.63">27130 8778 160 0,'-5'-8'198'15,"0"3"-5"-15,0 0-16 0,1 1-13 0,0-1-16 16,2 5-18-16,-2-3-15 0,4 3-9 0,0 0-14 16,-10 5-10-16,7 0-6 0,3 1-12 0,0 5-4 15,4 0-7-15,2 4 0 0,1 2-5 0,6 8-8 16,3-3 2-16,5 4-8 0,-1 1-2 0,3 2 0 15,5 9-7-15,4-1-2 0,-11-10 0 0,-3 4-2 0,-1 0-5 0,0 3 3 16,-2 0-4-16,-4-3-2 0,-4-2-1 16,0 1-1-16,-6-2-1 0,-1-3 20 0,-8 1 12 15,-2-2 5-15,-3-2 7 0,-2-1 0 0,-3-1 2 0,-4-2-3 16,1-2 1-16,-2-1 2 0,6-7 1 0,-1 3 7 16,0-5 2-16,3 2 4 0,2-4 0 0,2 0-2 15,3 1-1 1,0-4-1-16,3 0-6 0,0 2 0 0,0-1-3 15,1-1 7-15,4-1 1 0,-8 1-2 0,8-1-10 0,0 0-20 16,0 0-34-16,-5-4-35 0,5 4-51 0,9-13-71 16,0 5-41-16,1 0-52 0,2-2 9 15,-3 0-215-15,5-4-496 0,6-1 220 0</inkml:trace>
  <inkml:trace contextRef="#ctx0" brushRef="#br0" timeOffset="90851.58">28058 8898 220 0,'-6'-2'233'15,"6"2"-17"-15,-5-2-17 0,5 2-12 0,0 0-17 16,0 0-9-16,-8-1-21 0,8 1-13 0,0 0-13 0,0 0-12 16,0 0-12-16,0 0-5 0,23 3-6 0,-9-5-10 15,15 0-9-15,-1-1-1 0,7-2-8 0,1 0-3 16,2 0-6-16,12-5-3 0,-12 4 2 15,-2 3 3-15,-2-3-2 0,-3 1-2 0,-2 1-2 0,-9 0 0 0,-6 3-4 16,-3-2 0-16,-2 2 6 0,0 1 4 0,-4-3 0 16,0 3 1-16,1-2-6 0,-6 2-9 0,5-2-3 15,-5 2-12-15,0 0-16 0,0 0-15 0,-20 4-18 16,8-1-23-16,-1 1-27 0,-4-1-29 0,1 2-23 0,3 0-34 16,0-1-31-16,-1 1-178 0,4-2-412 15,1-1 183-15</inkml:trace>
  <inkml:trace contextRef="#ctx0" brushRef="#br0" timeOffset="91183.59">28188 9097 136 0,'-6'0'207'0,"6"0"-12"0,-5 2-12 16,5-2-5-16,0 0-13 0,-6 0-13 0,6 0-16 15,0 0-8-15,0 0-14 16,0 0-4-16,0 0-8 0,0 0-4 0,17 4-7 16,-5-5-8-16,7 0-13 0,0-1-2 0,9-3-9 15,4 3-7-15,4-1-5 0,-3 0-4 0,7 2-5 16,-7-2-5-16,2-1-3 0,-3 3-2 0,-9 0-4 15,-2 1-4-15,-5 0-1 0,-2-1 0 0,-3 1-5 16,-2 0-4-16,-4-2-3 0,4 2-5 0,-9 0-4 16,9 0-9-16,-9 0-2 0,0 0-15 0,0 0-28 0,0 0-19 0,-18 7-42 15,9-5-40-15,-4 1-210 0,-2-3-399 0,-1 1 177 16</inkml:trace>
  <inkml:trace contextRef="#ctx0" brushRef="#br0" timeOffset="91499.93">28214 9339 207 0,'-4'3'257'15,"0"-2"-15"-15,-1 2-8 16,5-3-11-16,-4 2-21 0,4-2-13 0,0 0-15 15,0 0-16-15,11 3-14 0,1-4-15 0,9-1-13 16,10-2-13-16,3 1-10 0,6 0-8 0,11-4-9 16,1-2-8-16,-11 6 5 0,-3-2 0 0,3-2-5 15,-5 3-2-15,-3 0-1 0,-3 2-8 0,-11-1-6 16,-8 3-4-16,3-4 8 0,-3 4-18 0,-5 0-1 16,0-2-3-16,-6 2-8 0,11-1-13 0,-11 1-20 0,7-1-21 0,-7 1-16 15,0 0-11-15,0 0-28 0,0 0-50 0,0 0-70 16,-16 8-269-16,9-7-513 0,7-1 226 0</inkml:trace>
  <inkml:trace contextRef="#ctx0" brushRef="#br0" timeOffset="93088.22">29970 8903 14 0,'2'-5'203'16,"0"-1"-16"-16,-4 2-22 0,1-2-19 0,-4 1-12 16,0 2-12-16,-2-4-13 0,-4 3-13 0,-2 1-13 15,0 1-7-15,-6-1-12 16,-4 2-2-16,-5 1-3 0,0 0 3 0,0 3-6 16,0 0-5-16,1 2-4 0,-3 1-1 0,4 0-5 15,5 1 1-15,-6 1-6 0,9-1-7 0,-3 2-6 16,0 1 1-16,6-2-8 0,-3 1 1 0,10-1 3 15,-1 0-4-15,2 2-4 0,2-1 1 0,2 2 0 16,3-5 2-16,4 4 0 0,1 0-1 0,4-4-3 16,5 3 3-16,4-2-6 0,-1-2 2 0,3-1 0 0,7-3 0 0,-7-1 0 15,9-3 0-15,-8-3-2 0,-2 0 0 16,2-1 10-16,-1-2 0 0,-1-1 8 0,-5-3 7 0,8-6 8 16,-10 2 4-16,0 0 2 0,0-5 15 0,-2 0 2 15,0-6-4-15,-6 3 5 0,5-2 1 0,-2-3 3 16,-5 0 5-16,3-1 1 0,-5-1 1 0,4-1 3 15,-4 1 8-15,1 1 0 16,-1 0-4-16,0 2-11 0,-1-1 3 0,-2 3 22 16,2 2-9-16,-1 7-5 0,2 2-5 15,-3 4 9-15,3 6-4 0,0-4-9 0,-2 3-8 16,2 0-5-16,0 1-5 0,-2 2 5 0,2 1-21 0,0 3-9 16,0-7-6-16,0 7-25 0,0 0-29 0,0-4-21 15,0 4-8-15,0 0 12 0,0 0-5 0,-5 18 3 16,3-2 6-16,-2 3 5 0,-1 7 4 0,-1 4 0 0,0 5 1 15,-1-1 4-15,1 2 3 0,0-1 5 0,-1 13 5 0,1-14-5 16,5-1 7-16,0 0-1 0,-3 1 3 16,4-4 1-16,0 2-4 0,-3-3 10 0,6-4-2 15,-3 1 3-15,1-6-1 0,0 1 12 0,1-4-7 16,0-2 0-16,0-5 1 0,-1 3 5 0,0-4-2 0,-1-2 3 16,0 0-2-16,4 0-2 0,-6-2 3 0,4 0 18 0,-2-1 7 15,2 0 17-15,-2 0 23 0,0-4 18 0,0 3 14 16,0-3 14-16,0 5 8 0,0-5 10 0,0 0 6 15,0 4 3-15,0-4 1 0,0 0-1 0,0 0 0 16,0 0 2-16,0 0-4 0,0 0-20 0,0 0-14 16,18-15-22-16,-6 10-20 0,17-9-40 0,4-1-52 15,19-6-47-15,8-1-50 16,30-8-60-16,4 7-71 0,-7 3-71 0,-25 3-93 16,1 1-361-16,-3 3-843 0,-4 1 374 0</inkml:trace>
  <inkml:trace contextRef="#ctx0" brushRef="#br0" timeOffset="93558.19">29365 9435 40 0,'-11'0'213'16,"0"0"-13"-16,3 0-16 0,1 0-11 0,0 0-15 16,0 1-11-16,7-1-14 0,-9 1-13 0,4 0-10 0,5-1 5 15,0 0 4-15,-5 2-10 0,5-2-5 0,0 0-3 16,0 0-2-16,0 0-6 0,28 0-2 0,2-2-7 16,5-1-6-1,20-4-12-15,4-1-3 0,6 3-1 0,27-4 5 16,-28 2 8-16,31-3 7 0,-31 6 1 0,29-4-3 15,-36 3-5-15,-2 1-8 0,-13 1-4 0,-6 2-9 16,-4 1-3-16,-11 0-6 0,-3-1-5 0,-6 1-10 16,0-2-7-16,-1 2-25 0,-7 0-24 0,-4 0-22 15,8 0-4-15,-8 0-27 0,0 0-49 0,-22 7-72 0,3-5-294 16,0-1-535-16,0 0 236 0</inkml:trace>
  <inkml:trace contextRef="#ctx0" brushRef="#br0" timeOffset="94808.04">29750 10014 103 0,'-22'-4'142'0,"-4"-1"-11"0,-2 4-10 16,0-3-11-16,0 4-5 0,-1 4-8 0,-1-2-12 16,-3 3-2-16,4 1-5 0,-4 0-8 0,3 2-6 0,1 4-3 31,2 0-7-31,7-3-6 0,4 3-10 0,-3-2-1 0,6 4-6 0,-1-3-1 0,4 3 5 16,1-4 6-16,4 2 5 0,1-2 5 0,4 1 1 15,3 2-2-15,2-4 3 0,6 4 3 16,-2-1 1-16,8-3-1 0,1-1-3 0,1-1-3 0,9-1 1 15,-7-3 0-15,5 0 3 0,-4-3 8 16,1-3 8-16,-5-1 7 0,5-1 7 0,3-6 8 16,-7 2 7-16,-4-3 8 0,4-6 3 0,-2-2-10 15,1-2 3-15,-11-2-2 0,2 0-3 0,1-10-4 16,-2 2-2-16,1-1-7 0,0 0 4 0,-4-1-9 16,4-14-4-16,-1 14-9 0,-5 1 6 0,1-1-2 15,0 2 2-15,0-2 3 0,0 3 9 0,-3 4 1 16,-1 3 6-16,0 7-3 0,0 5 4 0,3 4-12 0,-2-3-11 0,-1 6-4 15,-1-2-13-15,-2 1-35 0,3 2-42 0,0 4-42 16,0-5-30-16,0 5 3 0,0 0 5 0,-4 17 8 16,-1-1 9-16,0 5 8 0,-8 5-2 0,7 3 12 15,-3 3 8-15,0 1-1 0,0 1 6 0,1 1 5 16,-3 11 6-16,5-1 9 0,4-11-2 0,1 2 6 16,2-4 4-16,3-1-6 15,-2-3 6-15,4-10 1 0,0 1 4 0,1-2 0 16,0-2 3-16,7-5 2 0,-5-1 4 0,0-4 0 15,5-2 7-15,2-1 2 0,0-2 5 0,4-5-3 16,-1-2-3-16,0-3 5 0,4-4-9 0,1-4-6 16,-2-5 14-16,-1-2-9 0,-3-1 1 0,3-6-1 15,-6 1 8-15,6 0-6 0,-1-13 7 0,-10 11 7 16,4-1 3-16,-6 2 7 0,1-3 19 0,-1 4 16 0,-1 2 15 0,-3 6 16 16,-1 5 5-16,-2 2 7 0,0 4 1 0,-1 4 4 15,2 1-8-15,-1 1-14 0,1 2-16 0,-2-2-11 16,0 2-34-16,0 4-40 0,0-5-36 0,0 5-8 15,0 0 6-15,0 0 1 0,-9 22 4 0,4-7-6 16,-4 9 9-16,-1 0-1 0,1 3 11 0,-1 2-4 16,4-1 7-16,-5 1 6 0,4 3 1 0,0-3-2 0,5 1 8 15,-3 0-2-15,2 2 3 0,-1-6-5 0,3-3 6 0,1-3 1 16,-1-3-1-16,1-4 8 0,0-3 6 0,0 2 11 16,0-3-12-16,0-3 8 0,1 0-2 15,0 2-1-15,-1-5 14 0,0-1 13 0,0 2 5 16,0-4 5-16,3 6 9 0,-3-6 3 0,1 2-6 0,-1-2-1 15,0 0-10 1,13-2-9-16,-3-3-38 0,4 0-54 0,7-2-64 16,-2-3-60-16,8-3-82 0,8-3-86 0,-7 2-330 15,3-2-740-15,-4-5 328 0</inkml:trace>
  <inkml:trace contextRef="#ctx0" brushRef="#br0" timeOffset="95093.17">29953 9869 2301 0,'-27'7'345'16,"9"-2"-148"-16,4-4-76 0,4 2-36 0,-3-2-11 16,6 1-2-16,0 0 5 15,0-2 19-15,2 3 18 0,5-3 1 0,-8 0-3 16,8 0-15-16,0 0-5 0,0 0-8 0,38-5-11 15,-5-2-1-15,21 2-14 0,1 0-1 0,11-2-31 16,1-2-6-16,-2 3 4 0,27-5 0 0,-36 5-5 16,3-1 4-16,-1 0-15 0,-24 4 15 0,-1 1-9 15,-14 0 0-15,-1-1-5 0,-6 3 1 0,-2-2-12 0,-1 2-6 16,-3 0-22-16,0-2-23 0,-6 2-15 0,0 0-32 0,0 0-43 16,-21 5-62-16,3-3-91 0,-9 2-297 0,-1-1-640 15,5-1 284-15</inkml:trace>
  <inkml:trace contextRef="#ctx0" brushRef="#br0" timeOffset="99472.03">28436 3388 140 0,'-5'-4'187'0,"5"4"-5"0,0 0-6 0,-5-3 11 15,5 3-9-15,-1-2-13 0,1 2-5 0,0 0-9 16,-3-2 0-16,3 2-12 0,0 0-5 0,0 0-7 16,0 0-6-16,0 0-7 0,0 0-8 0,0 0-1 15,0 0-16-15,0 0-1 0,0 0-7 0,0 0-6 16,-5-3-5-16,5 3-9 0,0 0-2 0,0 0-9 15,0 0-4-15,0 0-9 16,-4-4 1-16,4 4-6 0,0 0-2 0,0 0-5 16,0 0-2-16,0 0 9 0,0 0-3 0,0 0-8 15,0 0-1-15,0 0-3 0,0 0 0 16,0 0 3-16,0 0-3 0,0 0-2 0,0 0 2 0,0 0-1 16,0 0 1-16,0 0-7 0,17 0 2 0,0-3-4 15,15-3-2-15,19-3 6 0,3 1-5 0,9-2 0 16,2-1-1-16,27 3-7 0,-25-1 4 0,-7 2 0 0,1 2 2 15,-5 0-2-15,-1 1 1 0,-5-4 6 0,-13 4-9 16,-4 2-1-16,-1-1 1 0,-10 1 0 0,-3-1-7 16,-5 3-9-16,-2 0-15 0,-3-3-4 0,-4 3-7 15,2 0-6-15,1 0-12 0,-8 0-8 0,7-2-1 16,-7 2-2-16,0 0-7 0,0 0-1 0,0 0-21 16,0 0-11-16,0 0-27 0,0 0-18 0,0 0-37 0,-21-3-205 0,15 2-429 15,1 0 190-15</inkml:trace>
  <inkml:trace contextRef="#ctx0" brushRef="#br0" timeOffset="99835.34">29343 3021 86 0,'-3'-2'257'0,"0"-1"-15"0,3 3-18 16,-2-4-23-16,2 4-24 0,-3-3-18 0,3 3-16 16,0 0-15-16,0 0-16 0,0 0-8 0,0 0-12 0,15 7-11 0,-6 0-5 15,5 3-7-15,3 2-11 0,0 1-1 0,3 5-7 16,4 0-5-16,-1 2-7 0,-1-2 2 0,0 1-10 16,-2 0 1-16,-2 2-5 0,-6-5 1 0,-2 1-4 15,-1 0-1-15,-4-2-7 0,-3 2-4 16,-2-2 2-16,-5 2-1 0,-3-2 1 0,-7-1 1 15,-6 5-2 1,-2-2 1-16,-8-3-4 0,5 1 3 0,-4-1-4 0,2-4-2 16,-1 1 3-16,4-2-1 0,5-1-2 0,-2 0-2 15,5-3 0-15,7-1 2 0,0 1-3 0,2-2 0 16,0 1-23-16,3-1-19 0,0-1 0 0,5 1-9 16,0-3-23-16,9 5-54 0,4-6-69 0,5 1-181 15,7-7-404-15,6 3 179 0</inkml:trace>
  <inkml:trace contextRef="#ctx0" brushRef="#br0" timeOffset="100258.43">30197 3096 213 0,'0'-2'348'0,"0"-1"-25"16,0 3-18-16,0-4-25 0,0-2-23 0,0 6-23 15,0-5-29-15,0 5-5 16,0 0-39-16,0 0-21 0,0 0-17 0,0 0-18 16,0 0-9-16,4 12-6 0,-4-4-14 0,3 6-8 15,-1 3-11-15,-1 0-1 0,-1 3-7 16,2 4-2-16,-1-4-8 0,-1 9 2 0,3-3-9 15,-3 0 1-15,2 0-2 0,-2-7-8 0,1 0 11 16,-1-2-12-16,0-3 0 0,0-2-4 0,0 2 0 16,0-7 1-16,0-1-1 0,0-2-1 0,2 3-5 0,-2-3 2 0,0 0 4 15,0-4 15 1,0 4 17-16,0-4 0 0,0 5 9 0,0-5 5 0,-2 4-6 0,2-4-5 0,0 0-4 16,0 0-7-16,4 4 6 0,-4-4-12 0,0 0-37 15,0 0-65-15,0 0-32 0,-6-14-49 0,5 8-42 16,1 1-45-16,-2-6-50 0,1 1-278 15,0-4-607-15,-1-1 269 16</inkml:trace>
  <inkml:trace contextRef="#ctx0" brushRef="#br0" timeOffset="100659.34">30281 2900 137 0,'-6'-6'212'0,"2"0"-12"0,-1 5-17 0,1-4-14 16,-1 1-19-16,-4 2-13 0,0-1-17 0,-3 4-8 16,-5 3-10-16,-2 2-7 0,-7 4-4 15,2 3-6-15,-3 6-6 0,0 3-1 0,1 3-8 0,-10 11 3 16,1 4 1-16,3 3 4 0,-4 3-1 0,8 0 5 16,0 0-3-1,3-1-8-15,0-1-3 0,16-11-10 0,-2-1 0 16,1 2-9-16,7-4 24 0,1-2-4 0,2 2 5 0,10-4 9 15,1 1 7-15,2-2 0 0,9-3-6 0,3-1 4 16,6-3-6-16,15 3-1 0,8-9-2 0,2-3-6 16,7-3-5-16,-5-4 7 0,4-4 4 15,-4-7-1-15,-3-1 1 0,-3-2 4 0,-5-5 4 0,-14 0 0 16,-2-2-6-16,5-13-10 0,-11 4-3 0,3-14-11 0,-5-5-10 16,-2-4-4-16,-13-3-6 0,-6 0-1 0,-5-3-8 15,-4 7-3-15,-11 0-7 0,-5 7 6 0,1 13-22 16,-18-3-22-16,-7 4-38 0,-11 4-50 0,-5 11-49 15,-34 3-42-15,7 11-64 0,25 1-116 16,-31 11-245-16,5-2-676 0,35 0 299 0</inkml:trace>
  <inkml:trace contextRef="#ctx0" brushRef="#br0" timeOffset="104162.5">2955 12958 56 0,'0'0'189'0,"0"0"-16"0,4-2-14 0,-4 2-18 0,0 0-15 15,0 0-6-15,0 0-17 0,0 0-10 0,0 0-11 16,0 0-6-16,-21 7-11 0,8-2-4 0,-4 2-10 16,-4-2-1-16,-5 5-10 0,-1 0-6 0,-1 1 0 15,2 0 3-15,-3 1-3 0,2 0 1 0,-1 3 2 16,2-4-4-16,2 4-5 0,1-1-2 0,5-4-3 0,0 2-1 0,4 0-8 15,0 1 0-15,5-4-5 0,0 0 0 16,0 1 5-16,4 0-6 0,0 0-3 0,2 2 3 16,2 0-1-16,4-2-2 0,3 2 6 0,1 1-18 0,9 0 9 15,3 7-2-15,6-4-3 0,4 1 2 0,2 0 2 16,4-1-2-16,0-3-4 0,-2 0 0 16,3 1 4-16,-4 1-4 15,0 1 7-15,-5-2-1 0,-5-1 0 0,0 4-1 16,-5-7 0-16,-9 2 5 0,-2-4-7 0,0 1 1 15,-2 3-2-15,-9-4 11 0,-4 3-2 0,-6 0 3 16,-9 2-4-16,-7-4 9 0,-5 2 13 0,0 0 8 16,-2-3 10-16,0-1 7 0,1-2 3 0,-14-2-4 15,12 2 2-15,2-1 6 0,2-4 3 0,0 0 10 16,7 0 10-16,10 0 7 0,-1 0 7 0,6 0 2 0,5 0-8 0,1-2-6 16,0 2 12-16,1-1-13 0,6 1-3 0,-12 0-4 15,12 0-9-15,-6 0-10 0,6 0-14 0,0 0-18 16,0 0-14-16,0 0-23 0,15-7-21 0,-8 3-26 15,3 1-37-15,3 1-36 0,-2-1-50 0,8-1-64 16,-6 1-234-16,6-1-520 0,-2-2 230 0</inkml:trace>
  <inkml:trace contextRef="#ctx0" brushRef="#br0" timeOffset="104625.86">3370 13379 121 0,'-6'-2'164'0,"3"0"-16"0,-2-1-13 0,5 3-15 16,-10 0-3-16,10 0-24 0,-11 3-12 0,4-3-8 0,0 2-10 0,0 0-7 15,0 1-3-15,0-1-3 0,2 1-13 0,-3 1-3 16,1 2-7-16,-1-2-2 0,-2 4-5 0,5-1 0 16,-3 3-7-16,0-3-4 0,3 3 3 0,-1-3-5 15,2 4-2-15,3-1 2 0,-3-2-2 0,4 2 6 16,0 0 18-16,4 1-3 0,0 0 19 0,3-2-5 31,1 0 6-31,6 2 10 0,0-2 6 0,5 0 3 0,0-4 0 16,4 1 2-16,4-5 1 0,-6 2-1 0,3-3 7 15,-5-3 10-15,-1 3 12 0,1-7 11 0,-1 2 15 16,-6-1 9-16,-2-1 16 0,0-1-9 0,-4-2-12 16,-1 1-3-16,-1-2-6 0,-2 2-5 0,-4-3-17 15,-2 2-5-15,2 0-17 0,-3-4-4 0,-2 7-20 16,-4-6-5-16,2 4-9 0,-6 2-11 0,3-1-11 0,-1 3-19 0,-2 2-11 16,2-1-21-16,-2 2-24 0,2 3-31 0,0 0-30 15,3 3-37-15,-3-1-36 0,2 0-38 0,4 2-61 16,2 1-170-16,3-3-503 0,0 2 222 0</inkml:trace>
  <inkml:trace contextRef="#ctx0" brushRef="#br0" timeOffset="104841.97">3869 13556 174 0,'0'0'293'0,"5"3"-28"16,-5-3-28-16,0 0-24 0,0 0-24 0,1 4-20 15,-1-4-17-15,-6 8-12 0,2-2-13 0,-5 0-12 16,-4 6-10-16,-6 2-23 0,-4 3-35 0,-4 0-57 16,-2 3-89-16,0-5-268 0,-2 1-397 0,5-4 176 15</inkml:trace>
  <inkml:trace contextRef="#ctx0" brushRef="#br0" timeOffset="105728.6">4646 13566 199 0,'0'0'213'0,"-4"2"-7"0,4-2-15 15,0 0-17-15,0 0-12 0,0 0-17 0,0 0-14 0,0 0-15 0,14-6-11 16,0 0-8-16,0 4-13 0,5-6-9 15,8 1-6-15,0-2-6 0,2 0-9 0,1 0-4 16,-1-3-5-16,2 0-5 0,1 0-3 0,-3-3-2 16,-1 1-6-16,-2 0 4 0,-3-1 14 0,-8 2 5 0,2 0 7 15,-5 1 9-15,-1-1 11 0,-5 3 7 0,1-1 5 16,-1-1 11-16,-2 4-1 0,-2-3 0 0,-2 2-13 0,-1 0-7 16,-4 0-16-16,-1 1-9 0,-2 1-10 0,-1 2-5 15,-3 1-11-15,-4 1 0 0,-6 3-4 0,-1 0-9 16,-3 5 1-16,-3 2-7 0,0 3-2 0,-2 4-4 15,3 0 4-15,1 1-11 0,-1 5-6 0,4 0-1 16,1 3 3-16,2 1-1 0,2 2-1 0,1-3-5 16,7 4-1-16,0-4 2 15,6-3 2-15,4-1 3 0,2 1 4 0,4-3 5 16,10 6 10-16,6-5-3 0,11-6 0 0,0 2 5 16,26-6-14-16,3-5-39 0,31-6-70 0,-29 1-108 15,29-11-326-15,-27 4-587 0,-3-4 261 0</inkml:trace>
  <inkml:trace contextRef="#ctx0" brushRef="#br0" timeOffset="106630.75">5943 13283 247 0,'0'0'277'0,"0"0"-7"0,-2-3-15 16,2 3-13-16,0 0-4 0,0 0-29 0,0 0-17 16,0 0-19-16,0 0-18 0,0 0-15 0,0 0-19 15,0 0-15-15,-1-4-14 0,1 4-14 0,0 0-10 0,0 0-13 16,0 0-11-16,0 0-10 0,-1 14-2 0,-1-6-4 15,1 6 18-15,-4 5-6 0,1 0-3 16,1 6-3-16,-4 0-1 0,2 3-5 0,1-1-4 0,2-1-3 0,-5 1-6 16,5-1 3-16,-1-2-6 0,1 1 0 0,2-8-1 15,0 0 2-15,-3 2 2 0,3-4-6 0,0-3 1 16,0 0 2-16,3-3-3 0,-3 3 1 0,1-4-2 16,-1-1 0-16,1 0 8 0,-2-4-7 0,2 2 1 15,-1-1 3-15,1-1-1 0,-1 1-1 0,0-4 1 0,0 0 11 16,2 6 8-1,-2-6 8-15,0 0 24 0,0 4 21 0,0-4 29 16,0 0 15-16,0 0-13 0,0 0-7 0,0 0-12 16,9-14-11-16,-6 11-11 0,1-6-7 0,1-1-3 15,1-5-6-15,0 1-1 0,1-5-14 0,0-4-6 16,1-3-12-16,-3-4-9 0,0 2-12 0,0-1-8 16,-3 0 4-16,0-2-4 0,-4 4-7 0,0 0-3 15,-3 1-4-15,-1 6-7 0,0 2-6 0,-3 0-2 0,1 1-4 0,-4 1 5 16,0 1 0-16,-3 5-1 0,-3 0 1 0,-1 2-2 15,-1 3 1-15,-7 1 0 0,-2 0 5 0,9 5-3 16,-9 5 10-16,1 0-5 0,0 3 3 0,2 4-2 16,-2 3 1-16,5 0 1 0,1 1 4 0,1 3-2 15,1-1-1-15,9-4 3 0,1 1-12 0,1 0-6 16,4-1 4-16,2 1 5 16,4-4 2-16,6 2 7 0,3-1 5 0,7-1-1 15,12 2 5-15,4-6 6 0,21-3-11 0,1-3-25 16,3-3-54-16,5-6-68 0,1-3-86 15,33-5-324-15,-34-1-620 0,-3 1 275 0</inkml:trace>
  <inkml:trace contextRef="#ctx0" brushRef="#br0" timeOffset="107834.15">6293 13271 84 0,'0'0'311'0,"1"-5"-9"0,-1 5-23 0,0 0-25 0,0-5-33 0,0 5-22 16,0 0-22-16,0 0-25 0,0 0-24 0,0 0-19 15,0 0-11-15,0 0-12 0,0 17-9 0,-1-7 8 16,1 0-9-16,0 6-7 0,-4 2-8 0,3 0-5 16,1 2-8-16,-3-1-3 0,-1 6-6 0,3-6-5 15,1 0-2-15,0 2-1 0,0-4-2 0,0-2-6 16,0 1-3-16,1-5 1 16,2-4-1-16,-2 1 1 0,-1-1-2 0,0-2 3 15,0 2 33-15,3-5 24 0,-3 2 47 0,0-4 38 16,0 5 23-16,0-5 17 0,0 0-4 0,0 0-17 15,0 0-17-15,18-11-14 0,-12 4-17 0,3-1-12 16,1-1-12-16,2-4-11 0,-1-1-11 0,3-2-13 16,2-7-3-16,-1 3-8 0,-4 4-8 0,-2-2-9 15,0 8-3-15,-4-1-2 0,1 4-13 0,0 0 0 0,-1 2-8 0,0 1-5 16,-5-2-11-16,4 4-14 0,-3-1-18 16,-1 3-20-16,1-4-27 0,-1 4-26 0,0 0-15 0,0 0 1 15,0 0 15-15,8 8 8 0,-4-1 11 0,0 2-8 16,2-1 12-16,-2 2-1 0,4 1-2 0,5 3-5 15,3 0-6-15,7 1-14 0,3-2-12 0,-1-6-15 16,5 3-8-16,3-3 3 0,4-4 1 0,-1 1-3 0,1-4-6 0,-1-3 8 16,-4-1 10-16,-1-2 15 0,-1-5 10 15,-6 3 24-15,-5-4 35 0,-6 0 37 0,1-1 29 16,-2 0 29-16,-5-3 40 0,-3 5 23 0,-1-1 14 16,-3 0-5-16,-2 0-9 0,0 0-9 0,-3 0-27 15,0 4 0-15,-4-2-5 0,-1 3-12 0,-2 0-13 0,-1 3-3 16,-6 3-11-1,1-1-8-15,-2 5-1 0,-1 1-3 0,1 3-8 16,0-1-4-16,1 5 20 0,0-3-37 0,3 4 15 16,-6 5 2-16,8-2-6 0,-5 4-5 0,6-3 3 15,0-1-2-15,4 0-25 0,0-2-6 0,3-2-3 16,0 1 5-16,3-3-1 0,2-3 2 0,-1 0 12 16,4-1-3-16,0-2 20 0,6 0 4 0,2-2 4 15,-1-3 1-15,9-3 0 0,0 0 11 0,0-2-6 0,-3-2 18 0,5-1 2 16,5-5 6-16,-10 3-2 0,7-7-2 0,-2 1 1 15,-4 4-4-15,0 0 1 0,-2 0 1 0,0 3-2 16,-5 0 7-16,0 5-3 0,0-2-1 0,-4 4-1 16,-1-1-10-16,1 1-8 0,-1 0-9 0,-1 1-15 15,1 2-28-15,-4 1-14 0,0 0 7 0,0 0 0 16,13 6-5-16,-7 0 11 16,0 0 11-16,-1 4-4 0,3-1 17 0,-2 1-15 15,4 3 0-15,2 0 4 0,1-1-1 0,2 1 0 16,2-4-22-16,-1 1-13 0,2-4-13 0,0 3 0 15,-1-5-4-15,-1-1 2 0,2-3 8 0,-5 0 3 16,4-3 7-16,-6-2 6 0,-2-3 9 0,0 1 14 16,2-6 24-16,-3 0 33 0,-2-4-12 0,-2 1 14 15,4-2 28-15,-4-1 14 0,-2-1-7 0,2-7 20 0,-1-2-19 16,-1 2-11-16,0-2 15 0,0 1 8 0,-2 2 1 16,1 8 6-16,1 1 7 0,0 4-8 0,-2 3-5 0,0 1-8 15,2 2-11-15,-2 2-21 0,0 0-9 0,0 2-33 16,0 3-43-16,3-7-36 0,-3 7-1 0,0 0 17 15,0 0-5-15,-6 24 6 0,2-6-6 16,-1 7 19-16,-3 1 6 16,2 2 6-16,-2-1-1 0,2 3 8 0,1-4 4 15,1 2 1-15,-1 0-25 0,1-3-23 0,0-4-22 16,3-3-12-16,0-2-28 0,-2-1-27 0,1 0-38 16,0-6-50-16,1 1-49 0,-2-5-234 0,3 0-574 15,0-5 254-15</inkml:trace>
  <inkml:trace contextRef="#ctx0" brushRef="#br0" timeOffset="108119.36">7072 13208 11 0,'-5'2'186'0,"-1"-1"-9"0,0-1 2 15,6 0-7-15,-7 2 9 0,7-2 4 0,0 0 2 0,15 8-9 0,2-7-11 16,11 2-19-16,8-3-12 0,18 0-14 0,2 0-13 15,-1 0-9-15,2-5-7 0,1 1-9 0,-6 3-10 16,3-6-6-16,-18 4 1 0,4 1 5 0,-4-5-1 16,-5 4 1-16,-10 0 0 0,-6 0 9 0,-3 2 4 31,-1-2 17-31,-2 1-13 0,-3 0 3 0,1 2-3 16,-4 0-16-16,-4 0-16 0,5-1-17 0,-5 1-24 0,0 0-27 15,0 0-24-15,0 0-27 0,0 0-34 0,-17 8-31 0,11-3-43 16,1 0-49-16,-3-1-45 0,3 1-188 0,1-2-487 15,2 2 216-15</inkml:trace>
  <inkml:trace contextRef="#ctx0" brushRef="#br0" timeOffset="108404.46">7843 13205 429 0,'0'-5'447'0,"0"1"-19"15,0 1-19-15,0 3-28 0,0-9-25 0,0 9-33 16,0-5-34-16,0 5-28 16,0 0-25-16,0-3-35 0,0 3-21 0,0 0-29 15,0 0-24-15,0 0-26 0,0 0-27 0,0 0-13 16,0 0-9-16,0 14-5 0,-1-6-7 0,-2 4 1 16,3 0-24-16,-3 5 14 0,1 4-2 0,-2-1-6 15,1-2-16-15,2 3 19 0,-1-1 5 0,-1-1-34 16,2-2-39-16,-3-1-21 0,3-3-15 0,0-1-24 15,-2-1-21-15,2-4-18 0,-2 1-23 0,2-3-15 0,-2-2-7 16,2 3-3-16,1-6-96 0,0 0-256 0,0 0-586 0,-4-14 260 16</inkml:trace>
  <inkml:trace contextRef="#ctx0" brushRef="#br0" timeOffset="108566.98">7843 12994 2518 0,'-4'-12'165'0,"1"5"-19"16,2-2-18-16,0 3-12 0,0 0-21 0,-2 2-11 15,2-2-22-15,1 4-15 0,0 2-5 0,-2-8-12 16,1 7-20-16,1 1-25 0,0 0-4 0,0 0-12 16,0 0-15-16,0 0-15 0,16 14-41 0,-5-5-50 15,2-1-61-15,5 3-255 0,-3-2-506 0,4 1 224 16</inkml:trace>
  <inkml:trace contextRef="#ctx0" brushRef="#br0" timeOffset="108936.46">8362 13087 45 0,'0'0'294'16,"0"0"-31"-16,0 0-25 0,0 0-27 0,0 0-24 16,0 0-20-16,0 0-15 0,-23 9-17 0,10-4-11 0,0 7-16 15,-1 2-11-15,-1 1-11 0,-4 5-9 0,-2 1-9 16,2 1-9-16,0 2-5 0,2 1-4 0,1-3-7 15,9-5-3-15,-2 1-7 0,0-3-2 16,4 2 0-16,5-2 6 16,-2-2 4-16,4-1 7 0,-1-1 10 0,5-1 10 0,4 0 14 15,5-2 3-15,4 0 0 0,3-3 0 16,6-1-4-16,-1-6-3 0,1-1-14 0,-6-1 8 16,-2 0 13-16,6-8 1 0,-8 2-9 0,-1-2-6 15,-1-2-7-15,2-6-5 0,-8 5-7 0,3-7-10 16,-4-4 3-16,-4-1-20 0,-4 4-4 0,-1 3-7 15,0-5-3-15,0 9 0 0,-5 1-1 0,-4 0-16 0,0 5-11 0,0-1-13 16,-5 3-19-16,-4 1-10 0,-3 3-17 0,1 3-15 16,-3 2-20-16,-5 1-26 0,7 5-36 0,2 0-21 15,2 0-65-15,1 1-233 0,6-1-532 0,5 0 236 16</inkml:trace>
  <inkml:trace contextRef="#ctx0" brushRef="#br0" timeOffset="109290.66">8688 13174 407 0,'2'-2'454'0,"-2"2"-43"0,4-3-36 0,-4 3-43 0,5-3-32 15,-5 3-32-15,0 0-28 0,0 0-43 0,0 0-6 16,0 0-24-16,0 0-22 0,0 0-20 0,4 12-11 15,-6-6-9-15,0 4-12 0,-3 1-12 16,1 4-23-16,-1-1 5 0,1 2-37 0,0-5-10 0,2 1-20 16,-2-2-5-16,1-4-4 0,1 0 9 0,-1-3 8 15,2 4 15-15,0-3 35 0,1-4 27 0,0 0 1 0,7 0-3 16,-7 0 2-16,17-9 10 0,-8 4 0 0,7-6 2 16,-1 4 5-16,-3 1 2 0,-1-1 3 0,-2 2-11 0,1 0-11 15,-4 2-7-15,1 1-16 0,-1-1-9 16,0 2-10-16,3 2-13 0,-2 2-8 0,4 2-9 15,3 2-14-15,4 4-12 0,0 6-27 0,9 1-47 16,-4 1-73-16,0 1-80 16,-3 1-117-16,4-4-412 0,-7-4-836 0,-2-5 370 15</inkml:trace>
  <inkml:trace contextRef="#ctx0" brushRef="#br0" timeOffset="110092.55">10305 13041 334 0,'3'-7'343'0,"-3"2"-8"0,2 2-14 15,-2-3-18-15,2 1-26 0,-2 2-22 0,0 3-30 16,0-5-31-16,0 5-16 0,1-3-31 0,-1 3-10 15,0 0-38-15,0 0-23 0,0 0-3 0,0 0-15 0,0 22-8 0,0-7-2 16,-1 2 4-16,-1 9-19 0,-3 1-4 0,1 1-3 16,2-1-1-16,-3 0-3 0,1 0-2 0,0-1-4 15,3-8 1-15,-2 1 2 0,2 2-9 16,0-3-1-16,-2-2 4 0,2-6-2 0,-2 0-3 0,2 0 2 16,1-3-5-16,-1-2 6 0,1-1-2 0,0 1 5 15,-1 0 17 1,2-2 21-16,-1-3 31 0,0 0-7 0,-1 4 4 15,1-4 2-15,0 0 3 0,-2 4-11 0,2-4-3 16,0 0-7-16,0 0-5 0,0 0-5 0,0 0-7 0,0 0-1 16,0 0-7-16,0 0-19 0,0 0-11 15,0 0-16-15,0 0-29 0,0 0-49 0,0 0-65 16,0 0-43-16,0 0-44 0,5-11-56 0,-1 6-77 16,0-1-200-16,-2 0-616 0,4-4 274 0</inkml:trace>
  <inkml:trace contextRef="#ctx0" brushRef="#br0" timeOffset="110540.2">10310 12847 103 0,'-6'-3'201'0,"1"-2"-21"16,-2 3-10-16,0-1-12 0,-2 1-10 0,-4 0-11 0,0 2-12 15,-2 3-11-15,-2 4-12 0,-3 0-14 0,-8 7-9 0,1 3-9 16,-2 3-3-16,0 3-7 0,-5 14 7 0,1 2 9 16,2 1-3-16,-1 5-8 0,5 0-6 0,3-3-3 15,2 4-8-15,3-1 0 0,0-3-7 0,10-6-4 16,0-4 18-16,1 2 7 0,7-3 14 0,2 1 2 15,6-5 18-15,2 0 8 0,5-4 6 0,5-1 11 0,5-5 3 0,8 0-8 16,5-8-3-16,16 0-12 0,4-4-11 16,6-5-5-16,2-6-8 0,1-2-4 0,25-14-13 15,-35 7-3-15,-1-3 8 0,-4-6 8 0,-3-1-7 0,-1-7-2 16,-8-6 2-16,-3-1-13 0,-6-4-7 0,-6-6-6 16,-7 3-11-16,-7-7 0 0,-8 4-6 0,-4 1 3 15,-7 0 1 1,-7 4-4-16,-1 12 5 0,-3 3 5 0,-5 1-23 15,-12-3 1-15,5 14-5 0,-4 2-12 0,-13-1-18 16,0 7-51-16,-5 7-39 0,16 3-45 0,-16 6-63 16,16 0-81-16,1 5-329 0,2 0-682 0,8 0 301 15</inkml:trace>
  <inkml:trace contextRef="#ctx0" brushRef="#br0" timeOffset="111542.75">12487 13066 194 0,'0'0'201'0,"-4"-4"-11"0,4 4-16 0,0 0-22 16,0 0-5-16,0 0-14 0,-5-1-15 0,5 1-11 0,0 0-14 15,0 0-7-15,0 0-7 0,0 0-11 0,0 0-2 16,0 0-3-16,0 0-6 0,0 0 2 0,0 0 1 16,0 0 1-16,0 0-3 0,7-6-6 0,1 4-1 0,-2-3-4 15,3 0-2-15,-2 0-2 0,4-2-1 0,-1 0 6 16,2-1 0-16,-5 1 3 0,2-2 5 0,2 3 13 16,-1-4-5-16,-1 3 3 0,-1 1 1 0,-2-4-2 15,0 0 3-15,-2 6 1 0,1-2 1 0,-2-1-4 16,1 2-5-16,-3 1-6 0,0-1-8 0,-1 0-10 15,0 5-7-15,-6-6-13 16,-2 6-5-16,-2 2 0 0,-4 0-2 0,-4 2 6 16,-3 1-12-16,-7 3-1 0,0 4-6 0,0 2 9 15,-1 1-10-15,1 3 0 0,0 4-1 0,-2 4-3 16,-2 9 2-16,7-7-1 0,0 2 0 0,6-1-1 16,0-1-2-16,4 1 3 0,3-2 0 0,6 2 6 15,1-3 0-15,5 2 25 0,5-11 6 0,6 5-1 16,7-3 4-16,6-2 11 0,8-2-10 0,5-1-2 0,22-5-3 0,3-3-3 15,4-6-32-15,26-10-35 0,-27 9-50 0,4-3-47 16,22-8-69-16,-30 4-69 0,-6-3-235 0,0-4-552 16,-5 3 245-16</inkml:trace>
  <inkml:trace contextRef="#ctx0" brushRef="#br0" timeOffset="112313.31">13380 13034 56 0,'0'0'230'0,"-4"-5"-7"16,1 4-12-16,3 1-25 0,-6-4-23 0,6 4-8 15,-8-1-18 1,8 1-16-16,-9-3-12 0,-1 5-10 0,0-1-9 16,-2 2-7-16,0 0-3 0,-4 6-9 0,-2-1-6 15,-1 1-7-15,-4 7-5 0,5-4-3 0,-5 4-7 0,4 1-4 16,-4 4 0-16,3-3-6 0,6-2-4 0,1 0-4 15,0 0-4-15,1-1 4 0,4 1-6 16,0-1 4-16,4-4 2 0,3 1 6 0,1-1 0 16,1-2 6-16,3-3 3 0,1 1 4 0,5-1 2 0,2-5 1 0,2 1-2 15,5-4-5-15,1-3 0 0,2-2 12 0,-4 1 0 16,1-5 5-16,4-4 5 0,-6 2 4 0,-2 1 5 16,1-2-6-16,-3 0 7 0,0-2 1 0,-2 0-3 15,-1 0-8-15,-3 3 13 0,0 2 4 0,-2 0 1 16,-1 2 0-16,-1 2-6 0,-1 2-1 0,0 0-7 15,2 0-13-15,-4 1-12 16,2 1-11-16,0 1-25 0,-2 2-22 0,3-3-23 16,-3 3 14-16,0 0 2 0,2 8 9 0,0-1-2 15,-2 0 5-15,2 0-13 0,-1 5-14 0,2-3-7 16,3 0-16-16,-2 4-12 0,1-2-19 0,2-1-15 16,4 2-9-16,3-1-29 0,-1-3-15 0,5 1-22 15,-1-3-15-15,-1-2-15 0,6-2 0 0,-4-2 11 0,0-4 20 0,-2 2 20 16,1-4 33-16,-1-1 30 0,-3-3 42 15,1 1 35-15,0-4 36 0,-1-1 36 0,1 2 22 0,-2-5 23 16,-3 0 24-16,2 0 21 0,-2 2 16 0,-1-1 18 16,-1 4 11-16,0-1 29 0,-2 6 11 0,-1 0-10 15,0 0 10-15,-2 1-16 0,-1 0-15 0,4 3-21 16,-3-2-20-16,-1 3-17 0,-1 2-18 0,2-3-28 16,-2 3-21-16,0 0-22 0,0 0-14 0,0 0-2 0,0 0-3 0,-1 10-8 15,-1-2 3-15,-2 2-6 0,-1 2 3 16,0 5-1-16,-3 0-3 0,-1 6-1 0,-1 2-1 15,2-7-3-15,2 2 0 0,-2-3-3 0,-1 0 2 0,7-5-2 16,-2-2-3-16,1-1 4 0,2-4-5 0,-3 3-3 16,4-5 3-16,-1 2 22 0,1-5-7 0,1 4 17 31,-1-4-1-31,0 0-3 0,17-9-3 0,-6 3 2 0,5-4-8 0,1 1-1 0,0-3-3 0,7-2-2 16,-1-1-1-16,2 3-6 0,-9 4 1 0,2-3-6 15,-1 6 1-15,-3 0-3 0,-4-1-3 0,3 4-3 16,0-1 1-16,-2 6-3 0,3-3-8 0,0 3-16 15,4 4 12-15,-1 1-4 0,-1 5-11 0,5 2-11 16,-1 2-41-16,3 0-59 0,-5 2-59 16,0 2-88-16,1-3-131 0,-3-6-255 0,-1 1-732 15,-2-6 324-15</inkml:trace>
  <inkml:trace contextRef="#ctx0" brushRef="#br0" timeOffset="113347.02">15392 13251 146 0,'0'0'164'0,"-6"0"4"0,6 0-7 15,0 0-12-15,0 0-11 0,0 0-7 0,6-12-9 16,1 2-9-16,-1 3 0 0,4-3-2 0,-1-4-5 0,4-1 7 0,-2-1 4 15,4-4 0-15,0-6 0 0,-1 1 1 0,1 0-2 16,1 0-1-16,0-1 3 0,-3-1 5 0,-2-2-1 16,1 2 8-16,-2-2-6 0,4 0 0 0,-6 0 2 15,0 1-5-15,-1-2 3 0,-3 0-11 0,1 2-9 16,-2-1-2-16,-2 4-1 0,-1-1-9 0,3 6 5 16,-3 3 3-16,1 1-3 15,-1 6-7-15,0 2-11 0,-1 1-11 0,2 0-7 16,-2 2-8-16,1 1-33 0,0-2-34 0,0 6-44 15,0-4-14-15,0 4 1 0,-8 12 5 0,-1 2 1 16,-4 10 5-16,-1 5 7 0,-5 15 7 0,-4 0 5 16,4 6-2-16,-3 1 5 0,4-5 6 0,2 5 3 15,3-1 4-15,0-1 5 0,8-15 2 0,1-2 3 16,7-1 2-16,-2 0 5 0,1-6 5 0,5-5 7 0,-2-3 2 0,0-3 14 16,5 0 12-16,-1-7 15 0,2 0 16 0,0-2 20 15,-1-2 22-15,2-3 17 0,-1 0 9 16,2-4 14-16,-3 0 4 0,3-3-14 0,1-3-7 0,-4 2-1 15,2-3-9-15,-6-3-11 0,7 0-14 0,-5-2-6 16,-2-2-17-16,0 0-17 0,-2 2-9 0,0-2-13 16,-1 6-22-16,-2 0-14 0,0 3-19 0,-1 1-26 0,0 3-28 15,1-1-31-15,1 1-53 0,-4 2-37 0,2-1-45 0,0 4-35 16,0 0-28-16,0 0-27 0,0 0-27 0,0 0-255 16,0 0-666-16,-5 12 295 0</inkml:trace>
  <inkml:trace contextRef="#ctx0" brushRef="#br0" timeOffset="113678.99">15868 13208 193 0,'2'4'220'0,"-2"-4"-2"16,0 3-2-16,0-3 0 0,0 0-4 0,0 0-3 15,8 1-21-15,-8-1-18 0,11-3-16 0,1 0-15 16,5-3-15-16,-1-2-14 0,1 2-7 0,3-5-10 0,6-3-3 0,3-1-3 15,-5 2-2-15,6-6-7 0,-5 2-4 0,-2-1 0 16,-1 1-5-16,2 0-4 0,-7-1-12 0,-2 2 7 16,-2 1-3-16,-3 0-1 0,-2 1-4 0,-3 3 3 15,-1 0 11-15,-3 1-8 0,2 3-3 0,-6 0-10 16,-1 2-7-16,-1 1-11 0,-9 1-3 0,1 5 0 16,-6 1-1-16,-5 5-13 15,-3 3 2-15,0 2-2 0,2 3-6 0,-1 3-3 16,8 3-10-16,3 2 6 0,-3 0 6 0,9 5 0 15,0 0-1-15,6 1 0 0,9-1-3 0,5-3 3 16,7-2-3-16,6-1-14 0,11-4-33 0,16 0-60 16,5-4-90-16,35-7-116 0,-25-7-225 0,1-6-584 15,-1-2 259-15</inkml:trace>
  <inkml:trace contextRef="#ctx0" brushRef="#br0" timeOffset="123793.39">17415 12828 33 0,'3'-3'232'15,"-2"-1"-18"-15,1 1-19 0,-2 3-23 0,4-5-19 0,-4 5-20 16,4-2-12-16,-4 2-9 0,9 2-13 0,-1 3-7 16,-1 2-9-16,2 0-7 0,4 5-6 0,-3 1-6 15,1 2-4-15,1 2-8 0,1 5-5 0,-2 1-6 0,1 1-4 16,-4-2-3-16,-2 4-3 0,2-1-5 0,-7-7-1 0,0 0 3 16,3 2-5-16,-4-3 2 0,0 0-6 15,0-5-2-15,-4 0-2 0,3-5 4 0,1 0 11 16,-1 0 18-16,-2 0 25 0,2-2 26 0,-3-2 31 15,0-2 17-15,4-1 6 0,0 0 12 0,0 0 0 0,-11-8 18 16,7 0-6 0,0-1 4-16,-1-1 4 0,4 0-3 0,-3-1-12 15,4-7-15-15,1-1-12 0,2 0-13 0,3-8-11 16,2 1-10-16,-2 3-16 0,3 0-7 0,4-2-11 16,-5 8-10-16,1-1-12 0,1 3-6 0,-1-2-13 15,-2 4-6-15,4 0-9 0,-5 4-27 0,0 0-18 16,1 2-27-16,2 0-19 0,-2 0-34 0,2 2-25 15,2 1-23-15,-3 0-29 0,0 3-25 0,1-1-35 0,-2 5-38 0,5 0-40 16,-1 1-43-16,-5-1-210 0,0 1-621 0,2 2 274 16</inkml:trace>
  <inkml:trace contextRef="#ctx0" brushRef="#br0" timeOffset="124680.06">17938 13063 152 0,'-6'0'165'0,"6"0"-9"0,0 0-13 0,0 0-4 16,0 0-16-16,0 0-6 0,-8 0-7 0,8 0-10 15,0 0 5-15,0 0-7 0,0 0 6 0,0 0 4 16,0 0 0-16,0 0-3 16,0 0-5-16,0 0-6 0,0 0-11 0,16-8-6 15,-8 6-7-15,2-5-6 0,3-1-5 0,1 1-6 16,5-2 5-16,-2-2 2 0,5-5-2 0,-5 3 1 0,1 2-1 15,3-9 2-15,-1 3-3 0,0-4 0 0,-7 8-2 16,0-4 0-16,1 3 0 0,-5-2 9 16,0 1-5-16,0 0 5 0,-5 3 3 0,0 5 11 15,-2-5-13-15,-2 4-11 0,0 0-3 0,-1 4-12 0,-3-2-6 0,-1 2-3 16,-8 1-9-16,3 3-6 0,-3 1 0 0,-9 5-5 16,2 3-1-16,-5 3-7 0,1 2 3 0,0 3-6 15,4 3 1-15,2 1 0 0,1 2-1 16,2 0-1-16,6 5 0 0,1-1 2 0,7 0 2 0,5 0-6 15,5-3 2-15,5-1 1 0,5-2-5 0,8-3-11 16,5-4-21 0,7-2-38-16,10-1-58 0,6-5-64 0,2-7-74 15,-2-3-227-15,-5-4-542 0,-9 1 240 0</inkml:trace>
  <inkml:trace contextRef="#ctx0" brushRef="#br0" timeOffset="125350.61">18685 12857 104 0,'0'-7'308'0,"3"4"-9"16,-2-1-7-16,-1-1-6 0,1 1-15 0,-1 4-22 16,0-6-17-16,0 6-27 0,0-5-27 0,0 5-20 0,3-2-30 0,-3 2-28 15,0 0-22-15,0 0-5 0,0 0-10 0,-5 12-9 16,2-3-1-16,-2-1-9 0,0 4-6 0,-4 4-2 15,4 0-5-15,-4 1-1 0,1 1-1 0,3 0-7 16,1 1 1-16,-1 2-1 0,5-4-16 0,-4-5-1 16,3 0-1-16,1-2-5 0,0 0 2 0,1-4 10 15,3 0-5-15,-4-1-1 0,4-4 24 0,1 1-7 0,-1-2 3 0,9-2 9 16,-7-1 10-16,3-2 1 0,0 0 12 16,3-2 9-16,-3-1-7 0,3-2-1 0,-2-1-4 0,1-1 5 15,-3 2-3-15,3-5-3 0,-5 7-7 0,2-3-9 16,-1 1 0-16,1 1 2 0,-3 1-2 0,-1 1-10 15,0 2-4-15,0 1 2 0,-1 2-5 0,-1-2-14 16,3 1-4 0,-4 2-24-16,-1 1-6 0,0 0 0 0,0 0 0 0,12 4 8 15,-11 1-3-15,4 0 5 0,1 2 1 16,2 3 1-16,1-2 0 0,0 1 3 0,8 6 6 16,-3-6-2-16,1 4 1 0,2-6 6 0,1 4 3 15,0-5-2-15,0 1 0 0,1-2 7 0,-1-2-6 0,2-3 11 16,-10 0 12-16,7-3 8 0,-7 2 9 0,4-7 3 15,-2 2 7-15,-6-2 4 0,4-1-9 0,-1-1 1 0,-5-2-8 16,-1-2-3-16,-2 3-16 0,-1-6 2 0,-4 1-7 16,2 0-7-16,-5-1 6 0,-3 0-18 0,2 2-5 15,-2 0-5-15,-3 0-5 0,3 3-13 0,1 2-17 16,-4 2-16-16,3 0-21 0,1 3-33 0,0 1-9 16,0 1-31-16,-2 3-32 0,2 3-31 0,2-1-41 15,2 4-16-15,0 0-219 16,3-3-539-16,2 3 239 0</inkml:trace>
  <inkml:trace contextRef="#ctx0" brushRef="#br0" timeOffset="125883.13">19304 12792 199 0,'5'-3'301'0,"0"-3"-23"16,0 2-26-16,1 1-24 0,1 2-27 0,-1-2-22 15,2 3-18-15,2 0-14 0,2 4-14 0,-1 2-13 16,3-1-12-16,2 5-3 0,0 1-14 0,-2-1-10 16,1 4-6-16,-2 1-10 0,1-1-8 0,-5 3-3 15,0-4-7-15,-3 1-6 0,-2 2-1 0,0-4-8 0,-1-1-2 16,-2 3-5-16,-1-1 2 0,0-4-2 0,0-1-5 0,0-1-1 16,0-2-4-16,0 2 3 0,0-2 4 0,0-2 9 15,0 2 26-15,-1-1 32 0,1-4 37 0,0 0 16 16,0 0-14-16,0 0-15 0,0 0-11 0,10-10-9 15,0 1-14-15,2-3-6 0,-2-1-18 0,4-2 9 16,5-4-11-16,2 2-3 16,0-4-6-16,-3 0 0 0,3-1-10 15,-1 2-2-15,-2 2-3 0,-3 4 8 0,-3 2 2 16,-1 0 5-16,-2 3 8 0,-1 4 4 0,-3-2 3 0,-1 4 4 16,2-3-16-16,-2 5-8 0,0-3-11 0,-3 1 3 15,-1 3-22-15,5-2-21 0,-5 2-24 0,0 0 8 16,0 0-9-16,6 9 12 0,-5-1-23 15,0 2 6-15,-1 3 0 0,0 3 5 0,0 2-4 0,-2 1 9 0,0 0 4 16,-2 6 10-16,3-7 2 0,-1-1-1 0,-1 1 3 16,2-1-3-16,-2-1 3 0,3-3 5 0,0-1-1 15,-1-2 2-15,1-1 4 0,0-3-1 0,-2 0 2 16,2-1 10-16,0 0 1 0,-1-2 4 0,1 0 2 0,0-3 17 16,0 5-13-16,0-5 7 0,0 0-7 0,0 0-47 15,0 0-59 1,0 0-44-16,0 0-39 0,-2-21-52 0,-2 8-56 15,3-2-52-15,-2-5-249 0,-1-4-627 0,2 0 278 16</inkml:trace>
  <inkml:trace contextRef="#ctx0" brushRef="#br0" timeOffset="126030.27">19794 12564 75 0,'2'-5'325'0,"-2"-2"-7"0,0 2-22 0,1 0-25 0,-1-1-27 15,0 6-24-15,1-6-24 0,-1 6-19 0,0-4-33 16,0 4-35-16,2-3-32 0,-2 3-18 0,0 0-36 15,5 9-40-15,-5-5-51 0,3 3-78 0,-1 0-239 16,-1 0-415-16,1 0 184 0</inkml:trace>
  <inkml:trace contextRef="#ctx0" brushRef="#br0" timeOffset="126816.75">20153 12631 58 0,'0'-6'296'0,"0"3"-11"0,3-4-7 16,-3 1-13-16,0 2-4 0,1 2-29 0,-1 2-21 16,0-7-25-16,0 7-9 0,0-5-34 0,0 5-21 0,0 0-21 15,0 0-25-15,0 0-8 0,0 0-9 0,0 14-9 0,0-2-6 16,-1 4-3-16,1 5-7 0,-4 3 0 16,3 1-3-16,-2 2-7 0,3-2 0 0,-1 7-4 15,-2-8 1-15,2 5-6 0,-2-3-1 0,3 1 1 16,0-2-2-16,-2-6 1 0,2 0 0 0,0-3 6 15,2 1-7-15,-4-6-6 0,2 1-12 0,0-5-16 0,0 0-13 0,0-1-8 16,0-1-4-16,0 1-3 0,-1-1-6 0,2-2 8 16,-1-3-4-16,0 0-29 0,0 0-74 0,0 0-77 15,0 0-178-15,0 0-443 0,2-19 197 0</inkml:trace>
  <inkml:trace contextRef="#ctx0" brushRef="#br0" timeOffset="127117.46">20463 12598 26 0,'0'-7'320'0,"0"2"-16"0,1 0-20 0,-1 0-29 16,1 1-28-16,-1 4-23 0,0-6-28 0,0 6-10 0,0 0-31 0,0 0-14 15,0 0-14-15,0 15-9 0,0-5-13 0,0 7-10 16,0 1-7-16,2 10-6 0,-4-4-13 0,2 2-1 15,2 2-1-15,-1-2-6 0,-1 3-8 0,0-5-2 16,0 2-3-16,0-7 0 0,1 1-5 0,0-2-4 16,-1-3 8-16,0 2-8 0,2-1-2 0,-4-4 1 15,2-2-1 1,0-1-2-16,0-2-3 0,0 1-4 0,0-2-20 16,0-2-7-16,-2 0-8 0,1 0-3 0,1-4-9 15,-2 6 0-15,2-6-29 0,-7 2-34 0,1-2-38 0,6 0-49 16,-14-3-45-16,4-1-149 0,1-1-414 0,3 0 183 15</inkml:trace>
  <inkml:trace contextRef="#ctx0" brushRef="#br0" timeOffset="127455.64">19964 12830 9 0,'0'0'183'0,"-10"0"6"0,10 0-11 16,-9 0-7-16,9 0-3 0,0 0-5 0,0 0-6 15,-8 0-18-15,8 0-7 0,0 0-14 0,0 0-12 16,0 0-9-16,0 0-7 0,30-3-15 0,-11 1-2 0,9-2-13 0,4-2-3 15,5 2-6-15,0-1-5 0,0-1-8 0,-5 2 1 16,3 0-6-16,-7 1-9 0,-6 3-7 0,-4-2-6 16,-6 2-26-16,-3-3-19 0,-2 2-29 0,0 5-7 15,-4-4-7-15,-3 0-7 0,0 0-8 0,0 0-27 16,-19 5-31-16,6-3-137 0,-1 1-311 0,1-2 138 16</inkml:trace>
  <inkml:trace contextRef="#ctx0" brushRef="#br0" timeOffset="127903.66">20436 12686 195 0,'0'0'197'0,"0"0"-6"16,0 0-8-16,0 0-3 0,0 0-14 0,-7 2-11 15,7-2-19-15,0 0-6 0,0 0-15 0,0 0-11 16,0 0-10-16,0 0-6 0,23-3-12 0,-10 2-8 0,9 0-4 0,7 0-16 15,3-1-28-15,4 0-43 0,-1 0-70 0,0-1-101 16,0-2-123-16,-2 0-344 0,-2 0 153 0</inkml:trace>
  <inkml:trace contextRef="#ctx0" brushRef="#br0" timeOffset="128520.76">20836 12917 177 0,'-4'1'217'0,"4"-1"-15"16,0 0-16-16,-4 3-15 0,4-3-24 0,0 0-9 15,0 0-16-15,0 0-13 0,23-6-9 0,-10 4-6 16,1 0-18-16,4-4-8 0,2 1-3 0,1 1-4 16,5-5-7-16,0 1-9 0,1-2-3 0,-5 3-1 15,-2-3-6-15,-2 2-3 0,0-2-5 0,-3 1-3 16,-1-2-2-16,-3 3 0 0,-1-1-2 0,-4 1 3 0,-1 1 6 0,0 1 14 15,-1 2-2-15,-1-2-2 0,-2 0-8 0,-2 4-3 16,-2-2-4-16,-2 1-3 0,-1 1-6 0,-6 1 0 16,-1 3-4-16,-3 3-1 0,-2-2-2 0,0 4-2 15,0 0-1-15,0 1-1 0,3 4-2 0,-3-3-2 16,3 1 2-16,1 4-2 0,3 0-6 0,1-5 4 16,3 7-1-16,3-6 6 15,0 2-2-15,3-2 0 0,2 2-2 0,5-3 5 16,-2 1 0-16,7 0-2 0,6 0-9 0,2-2-26 15,8 0-52-15,1-5-55 0,4-1-70 16,0-4-154-16,-3-1-394 0,2-2 175 0</inkml:trace>
  <inkml:trace contextRef="#ctx0" brushRef="#br0" timeOffset="128874.86">21390 12762 64 0,'0'0'366'0,"0"-4"-11"0,0 4-32 15,0 0-23-15,-2-5-30 0,2 5-29 0,0 0-25 16,0 0-27-16,0-4-27 0,0 4-19 0,0 0-18 0,0 0-15 16,0 0-17-16,-4 14 0 0,3-5-18 0,0-4-5 0,-1 7-7 15,2 3-6-15,-4-1-5 0,-1 2-5 0,1 2-4 16,2-1-3-16,-5 0-2 0,2-3-5 0,2-2-9 16,-1-2-2-16,1 0-8 0,2-3-7 0,0-3-2 0,-2 2 7 15,3-1 4-15,-1-1 22 0,1-4 34 16,0 3 21-16,0-3-3 0,0 0-5 0,0 0-12 15,15-11-5-15,-4 3-9 16,0 0-5-16,5-4-15 0,0 2 10 0,0-1-5 16,-2 1 1-16,3 0-6 0,-7 5-5 0,-1-4-3 15,1 6-12-15,-2-2 3 0,-3 1-7 0,3 1-2 16,1 1-5-16,-3 2-7 0,1 0 0 0,4 2-5 16,2 1-4-16,0 3-9 0,3-1-7 0,0 1-37 15,3 1-41-15,-2 2-54 0,2-1-72 0,10 1-100 16,-11-3-294-16,1-2-675 0,3-1 299 0</inkml:trace>
  <inkml:trace contextRef="#ctx0" brushRef="#br0" timeOffset="129908.86">22851 12683 80 0,'2'-3'219'0,"0"-2"3"15,-1 1-6-15,-1 4-5 0,1-6-11 0,-1 2-20 16,0 4-22-16,-1-6-14 0,1 6-17 0,-9-1-15 16,-1 1-14-16,-3 2-10 15,-6 3-10-15,-5 9-11 0,-1-4-4 0,-3 5-12 16,5-1-1-16,-4 1-8 0,2 2-3 0,3-1-7 15,2 1-4-15,-1 1 4 0,7-4-10 0,0 3 1 16,4-2-2-16,2-2-3 0,2-3-3 0,2 0-1 16,0-2-2-16,4 1 3 0,0-6 9 0,4 2 2 15,6-1 6-15,2-1 5 0,1-2 13 0,2-2-5 16,3-2 14-16,-2 2 9 0,2-3 3 0,-1-2-2 0,3 0-1 0,-6-1 8 16,4-2-7-16,0 2 0 0,-8 1-4 0,3 2-2 15,0-3-4-15,-3 3 2 0,-1-1-11 0,-1 1-2 16,-3 2-12-16,0-1 7 0,-1 3-18 0,0-3-5 15,-4 3-6-15,6-1-11 0,-6 1-7 0,0 0 6 16,13 4-5-16,-12-1 6 0,6 2-7 0,-2 0-2 16,0-1 7-16,2 2-6 15,0 3 5-15,-2-5 1 0,-1 6-2 0,1-3 1 16,1 1 1-16,-1-1 9 0,-1-1-9 0,-1-1 1 16,1 1 1-16,-1-4 0 0,1 2 0 0,-2 0 0 15,0-2 10-15,-2-2-2 0,6 3 28 0,-6-3 34 16,0 0-1-16,0 0 6 0,17-5 5 0,-10 0-5 15,5-2-2-15,-3-1-7 0,6 1-4 0,-6-3 2 16,7-2 0-16,2 0-6 0,-3-4-6 0,6-2-1 0,-1-1-3 0,-6 4-8 16,1 1-8-16,-1-1 8 0,0 3 0 0,-1 1-5 0,-3 3 0 15,-3 2-3-15,-1 0-3 0,-1 2-8 0,0 0-6 16,-1 2-6-16,1-1-18 0,-1 1-11 0,-4 2-19 16,5 0-8-16,-5 0-3 0,12 6-2 0,-7-1-4 15,1 3 3-15,2 0 4 0,-3 2-7 0,0-1 10 16,4 1-10-16,-4 0-41 0,0 2-23 0,-1-3-42 0,-1 1-49 15,-2-1-76-15,-1 2-375 0,-1-5-713 16,1-1 316-16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4:39:02.74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4303 2732 63 0,'0'0'237'0,"0"0"-1"0,0 0-4 0,0 0-8 16,0 0-9-16,0 0-14 0,0 0-10 0,0-5-19 15,0 5-18 1,0 0-4-16,0-6-8 0,0 6-7 0,0-3-20 0,0 3-9 16,0 0-4-16,3-5-3 0,-3 5-3 0,0 0 1 15,1-6-7-15,-1 6 0 0,0 0-5 0,0-4-6 16,0 4 11-16,0 0-6 0,0 0 3 0,-4-5-8 15,4 5-2-15,0 0-1 0,0-4-3 16,0 4 13-16,0 0-17 0,0-5-5 0,0 5 11 0,0 0-14 16,0 0 2-16,0 0-13 0,0 0 9 0,0 0-11 15,0 0-5-15,3-4-7 0,-3 4 1 0,0 0-12 16,0 0-1-16,0 0-17 0,0 0 9 0,0 0-19 16,0 0-30-16,0 0-28 0,0 0-30 0,0 0-18 15,0 0 6-15,1 12 7 0,-1-2 13 0,1 6 8 0,3 2 8 16,0 1 8-16,-1 10 11 0,-3 2 1 0,1-2 6 15,0 2 6-15,2-3 6 0,2 3 4 0,-4 0-2 16,0-5 10-16,3-2-1 0,-4-6 4 0,4 1-5 16,-4-2 7-16,0-4-2 0,3-4 5 0,-3 3 1 15,0-6 1-15,1 2 2 0,-1-3 0 0,0 2 8 16,0-3-8-16,1 0 13 16,-1 0 12-16,0-4 9 0,0 5 3 0,0-5 10 15,0 0 3-15,-1 5 2 0,1-5-3 0,0 0 1 16,0 0-4-16,-1 4-8 0,1-4 5 0,0 0-7 15,0 0-18-15,0 0-34 0,0 0-33 0,0 0-28 16,0 0-42-16,-7-14-53 0,3 7-42 0,3 2-67 16,-4-4-212-16,0 1-538 0,1-4 238 0</inkml:trace>
  <inkml:trace contextRef="#ctx0" brushRef="#br0" timeOffset="532.21">4193 2569 2 0,'0'0'216'0,"0"0"-26"0,0 0-21 0,0 0-20 16,0 0-12-16,16 1-18 0,-9 0-8 16,6 2-16-16,6 6-8 0,8 0-2 0,4 4-8 15,2 2 3-15,2 2-15 0,9 6 14 0,-11-6-10 0,8 10-4 0,-10-7-1 16,-4 1-12-16,-3 4-2 0,-3 1-5 0,-6 0-5 15,-5-1 0-15,-5-1-1 0,-2 4-3 0,-6 0 13 16,-7-2 8-16,-5 1 10 0,-7-3 3 0,-6-1 9 16,-3 0 0-16,-13 3 9 0,0-2 5 0,9-8 4 15,-13 2-2-15,16-5 12 0,0-1-13 0,4-2 4 16,1-3 4 0,9-1-9-16,-2-1-5 0,2 1-10 0,6-2-1 15,2-1-12-15,4-1-4 0,-3-1-5 0,5 3 3 16,4-4 2-16,-9 0-1 0,9 0-6 0,-5 3-6 15,5-3 5-15,0 0-4 0,0 0-9 0,0 0-2 16,0 0 12-16,0 0-17 0,0 0-1 16,0 0-9-16,0 0-1 0,0 0-27 0,0 0-23 0,14-10-36 0,-10 8-39 0,5-1-49 15,-5 0-53-15,2-4-68 0,4 2-68 0,-3-2-211 16,4 0-596-16,-1 0 265 0</inkml:trace>
  <inkml:trace contextRef="#ctx0" brushRef="#br0" timeOffset="1033.58">5266 2409 46 0,'0'0'214'16,"0"0"-21"-16,-17 9-21 0,9-3-12 0,-5 8-11 15,-6 6-18-15,-4 8-5 0,-4 11-13 0,3 4 0 16,-5-4 7-16,6 7 7 16,1 0-1-16,3-2-5 0,3 5 0 0,5-16-8 15,2 13 4-15,8-10 1 0,2-1-1 0,5-2-2 16,3 1 1-16,5-5 10 0,4-1-7 0,5-5-7 15,8-2-4-15,1-4-8 0,4-5-3 0,2-2-5 16,-2 0-13-16,1-4-8 0,-3-1-13 0,-2-4-26 16,-1-1-28-16,-9 0-31 0,-3-2-23 0,-6 1-35 15,-3-2-39-15,1-2-76 0,-4-1-94 0,-5-2-197 0,0 1-533 16,-4-2 236-16</inkml:trace>
  <inkml:trace contextRef="#ctx0" brushRef="#br0" timeOffset="1450.25">5690 2660 90 0,'0'-5'356'0,"0"1"-21"0,0-1-23 0,0 5-12 15,0-7-15-15,0 7-18 0,0-3-34 0,-1-2-22 16,1 5-27-16,0 0-26 0,0 0-26 0,0 0-15 16,0 0-12-16,0 0-9 0,-3 23-11 0,3-9-7 15,0 3-9-15,0 2-9 0,0 1-5 0,4 8-2 0,-3 0-4 16,4-2-7-16,-4 0-2 0,3 1-4 0,-3-6 1 15,3-2-4-15,-1 1-4 0,-2-2-2 0,3-5-5 16,-3 0 12-16,-1-3-10 0,0-1-6 0,2-2 10 16,-2 0-10-16,1-2-1 0,-1 0 2 0,1-2 4 0,-1-3-2 15,4 6 6-15,-4-6-7 0,0 0-5 16,0 0-44-16,0 0-33 16,0 0-34-16,0 0-34 0,0 0-39 0,-10-21-46 15,8 12-52-15,1-1-265 0,-3-7-577 0,0 1 255 16</inkml:trace>
  <inkml:trace contextRef="#ctx0" brushRef="#br0" timeOffset="1766.75">5689 2554 145 0,'-3'-6'300'16,"0"4"-16"-16,1-2-12 0,-2 1-18 0,4 3-23 15,-1-5-21-15,1 5-23 0,-3-3-19 0,3 3-18 16,0 0-12-16,0 0-16 0,0 0-18 0,12 6-9 15,-4 1-7-15,5 3-7 0,1 4-10 0,8 1-4 16,4 3-8-16,-1 1-7 16,2 2-3-16,1-2-8 0,0 3-2 0,-5 0-5 15,2 1-1-15,-6 2-4 0,-3-5-3 0,-3-3 0 16,-5-2-3-16,-1 2 7 0,-3 1 4 0,-4-2 2 16,-1 0 9-16,-7 1 6 0,-5 0-1 0,1-3 0 15,-6 5-4-15,-5-3 6 0,-1-2-1 0,-2-1-1 16,-2 0 6-16,6-3-12 0,-3 1 1 0,6-5-5 15,3 4-2-15,2-6-1 0,3-1-5 0,-1 0-9 0,4 0 4 16,2 0-24-16,2-1-21 0,-1-1-38 0,5-1-3 16,0 0-50-16,0 0-66 0,0 0-86 0,0 0-329 15,31-16-640-15,-13 8 284 0</inkml:trace>
  <inkml:trace contextRef="#ctx0" brushRef="#br0" timeOffset="2521.9">6332 2798 237 0,'0'0'256'16,"0"0"-18"-16,-11 0-11 0,11 0-9 0,0 0-9 15,0 0 2-15,-6 0-18 0,6 0-11 0,0 0-11 16,0 0-16-16,-7 0-17 0,7 0-17 0,0 0-7 16,0 0-12-16,0 0-10 0,0 0-6 15,0 0 6-15,0 0-4 0,0 0-5 0,0 0 1 0,0 0 1 16,0 0-7-16,0 0-8 0,0 0-5 0,0 0-2 0,0 0-5 16,0 0 1-16,0 0-5 0,0 0 2 0,0 0 3 15,0 0-2-15,0 0 5 0,0 0-12 0,0 0 8 16,0 0-4-16,0 0-3 0,0 0 0 0,0 0-3 15,0 0 2-15,0 0-12 0,0 0-2 16,0 0-5-16,0 0-2 16,0 0 0-16,0 0-5 0,0 0 4 0,0 0 2 15,0 0-12-15,0 0-1 0,0 0 5 0,0 0-6 16,0 0 6-16,0 0-5 0,0 0-13 0,0 0 14 16,0 0-5-16,0 0 1 0,0 0-2 0,0 0-4 15,0 0 0-15,0 0 0 0,0 0-1 0,0 0-4 16,0 0 0-16,0 0 2 0,0 0-1 0,0 0-2 15,0 0 4-15,0 0-8 0,0 0 6 0,0 0 2 0,0 0-5 0,0 0 5 16,0 0-2-16,0 0-1 0,0 0-3 16,0 0 1-16,0 0 2 0,0 0-1 0,0 0-14 0,0 0 16 15,0 0-2-15,0 0 4 0,0 0-16 0,0 0 15 16,0 0-1-16,0 0-4 0,0 0 3 0,0 0-3 16,0 0 4-16,0 0-5 0,0 0 4 0,0 0-6 15,0 0 1 1,0 0-1-16,0 0 3 0,0 0-2 0,0 0 7 15,0 0-6-15,0 0 4 0,0 0-7 0,0 0 6 16,0 0-2-16,0 0-13 0,0 0 8 0,0 0 2 16,0 0 1-16,0 0-3 0,0 0 7 0,0 0-5 15,0 0 9-15,0 0-10 0,0 0 5 0,0 0-4 16,18-2 5-16,-3 0-1 0,6 1 8 0,6 0-7 16,8-2-2-16,0 1 0 0,2 1 6 0,0-3-1 0,-2-1-8 0,3 5 3 15,-2-1-10-15,-1 1 23 0,0-1-10 0,0-2-5 16,-9 1 7-16,-5-1-4 0,-5 3-5 15,-3 0 5-15,-3-1 1 0,-3 1 1 0,0-2 7 0,-2 2-12 16,-5 0-11-16,12 0-17 0,-12 0-22 0,5-2-25 16,-5 2-35-16,0 0-34 0,0 0-33 0,0 0-23 15,0 0-29-15,0 0-43 0,0 0-49 0,0 0-228 0,-29-3-596 16,29 3 264-16</inkml:trace>
  <inkml:trace contextRef="#ctx0" brushRef="#br0" timeOffset="2885.15">7011 2576 230 0,'0'0'377'16,"0"-5"-19"-16,-1 3-25 0,1 2-27 15,1-5-23-15,-1 5-31 0,0 0-29 0,0 0-24 16,0 0-16-16,0 0-33 0,0 0-18 0,0 0-16 15,0 0-13-15,3 12-15 0,-2 0-7 0,3 3-8 0,0 2-3 0,-1 2-17 16,2 2 3-16,0 3-6 0,1-1-8 0,0 2 1 16,-2 0 2-16,0-7-5 0,2-1-1 0,-3-1-5 15,0-4-4-15,0-2-2 0,-2 2-2 0,3-5 1 16,-4 0-5-16,4 0-1 0,-4-4-7 0,0 4 17 16,0-7-6-16,3 7-1 0,-3-7 46 0,2 2 8 15,-2-2 6-15,0 2-2 16,0-2-4-16,1 4-8 0,-1-4-6 15,0 0-1-15,0 0-8 0,0 0-5 0,0 0-13 16,0 0-23-16,0 0-50 0,0 0-61 0,0 0-41 16,0 0-42-16,0 0-45 0,0 0-53 0,0-22-57 0,-1 12-276 15,1 0-661-15,0-1 293 0</inkml:trace>
  <inkml:trace contextRef="#ctx0" brushRef="#br0" timeOffset="3185.85">7100 2344 188 0,'0'0'213'0,"0"0"-24"0,0 0-19 0,0 0-15 16,16 14-11-16,-1-3-9 0,8 9-3 0,0 2-11 15,4 5-10-15,10 10 3 0,-4 1-4 0,-1 2-2 16,1 5-2-16,-3-6-9 0,-5 1-3 0,-9-8-6 0,-1 0-7 0,-6 2-2 0,-5-1-3 15,-2-2 10-15,-4 0 10 0,-6-3 23 16,-3-1 8-16,-3-2 14 0,-8 0 7 0,-1-6-3 16,-3 1-3-16,-1-2-3 0,-2-1-4 0,0-2-5 15,-1-2 0-15,1-2-10 0,1-3-11 16,1 2-6-16,11-6-8 0,5 0-18 0,0 0-1 0,0 1-23 16,6-3-41-16,0 0-49 0,3-2-38 0,2 0-62 15,0 0-95-15,0 0-131 0,25-7-279 0,-7-3-695 16,10-4 307-16</inkml:trace>
  <inkml:trace contextRef="#ctx0" brushRef="#br0" timeOffset="7466.06">8055 2771 5 0,'-4'-1'194'15,"4"1"-1"-15,0 0-6 0,0 0-9 0,0 0 0 16,-9-3-7-16,9 3-7 0,0 0-7 0,0 0-6 15,-5 0-12-15,5 0-14 0,0 0-8 0,0 0-7 16,0 0-8-16,0 0-4 0,0 0-8 0,0 0-8 16,0 0-12-16,-5-1-5 15,5 1-5-15,0 0-1 0,0 0 11 0,0 0 5 16,0 0-1-16,0 0-2 0,0 0 0 0,0 0-7 16,0 0-1-16,0 0-4 0,0 0 2 0,0 0-9 15,0 0 11-15,0 0-16 0,0 0-1 16,0 0 4-16,0 0-11 0,0 0-4 0,14-4-3 15,-10 1-8-15,-4 3 0 0,5-1-1 0,-5 1-3 16,0 0-8-16,0 0 6 0,7-1-6 0,-7 1 2 0,0 0 0 0,0 0-18 16,6-2 16-16,-6 2-8 0,0 0 6 0,0 0-3 15,0 0 0-15,0 0-18 0,0 0 16 0,0 0-2 16,4 0-2-16,-4 0 3 0,0 0 0 0,0 0 3 16,0 0-3-16,0 0-1 0,0 0-16 0,0 0 8 15,0 0 4-15,0 0-1 0,0 0 1 0,0 0 3 16,0 0-9-16,0 0 10 0,0 0-8 0,0 0 4 0,0 0 1 15,12 0 1-15,0 0 1 0,2-2-3 0,6-1-1 0,10 1 2 16,6-3 0-16,1 0 1 0,14-1-2 0,0 1-2 16,0-2 1-16,4 2 2 0,-3 0-5 0,-1 0 1 15,-10 2 0-15,-5-1 3 0,0 0-9 16,-8 2-8-16,-6-1-22 0,-6 1 0 0,-2 1-12 16,-5-1-12-16,-2 2-20 15,0-3-36-15,-7 2-39 0,0 1-31 0,0 0-31 16,-18-5-18-16,1 2-208 0,-9 1-483 0,-2 1 213 15</inkml:trace>
  <inkml:trace contextRef="#ctx0" brushRef="#br0" timeOffset="7713.48">8348 2534 106 0,'0'-8'321'0,"-3"-1"-7"15,0 2 3-15,2 0-5 0,0 2-2 0,1 5-33 16,-1-6-36-16,-1 2-37 0,2 4-18 0,-1-4-29 16,1 4-28-16,0 0-18 15,-6 10-9-15,3 4-10 0,1 3-11 0,-2 9-7 16,1 3-7-16,3 1-3 0,-2 2-6 0,0-2-5 16,5 1-1-16,-2 1-6 0,2-3-21 0,2-1-25 15,-4 1-29-15,4-3-38 0,2-7-38 0,-2 2-63 16,4-6-79-16,-3-5-268 0,4 0-555 0,-1-3 245 15</inkml:trace>
  <inkml:trace contextRef="#ctx0" brushRef="#br0" timeOffset="8051.85">9269 2442 24 0,'0'-5'389'0,"0"-1"-20"0,0-2-31 0,0 4-30 16,0-1-27-16,0 0-33 0,0 5-26 0,0-6-18 15,0 6-34-15,0 0-19 0,0 0-17 0,0 0-12 0,6 16-19 0,-6-7-26 16,0 6 7-16,4 6-8 0,-3 4-18 0,2 1 4 15,-2 1-2-15,3 1-3 0,1-3-9 0,-1 2 3 16,-3-1-9-16,3-7-4 0,0-1-4 16,-3 1 0-16,2-3-2 0,-2-4-3 0,-1-2 0 15,0 1-21-15,1-5-23 0,-1 2-26 0,3-1-27 16,-3-4-16-16,1 4-15 0,-1-7-18 0,0 0-30 0,0 0-64 0,-10 0-58 16,10 0-204-16,-13-8-510 0,4 2 226 0</inkml:trace>
  <inkml:trace contextRef="#ctx0" brushRef="#br0" timeOffset="8368.2">9165 2314 103 0,'-2'-1'297'0,"2"1"-30"0,-5-4-32 0,5 4-25 15,0 0-22-15,0 0-25 0,0 0-13 0,7 10-12 16,8 2-9-16,0 1-5 0,8 7-5 15,1 3-1-15,3 4-6 0,11 9-7 0,-6 0-12 16,-5-9-2-16,4 8-10 0,-11-7-14 0,-2-1 2 0,-4 0-7 0,-1-1-7 16,-6-2-2-16,-4 1 6 0,-7-6 6 0,-2-1 6 0,-7 7 1 15,-6-5 2-15,-4 1 2 0,-3-4-2 0,-3 2-5 16,-3-4 2-16,1-1-2 0,-1 1-3 0,3-5 7 16,1-1-5-16,8-2-6 0,1 0 0 0,3-2-13 15,3-1 1-15,4 0-31 0,-1-1 23 0,5-1-20 16,-3 0-18-1,8-2-18-15,-6 3-9 0,6-3-5 16,0 0-18-16,0 0-37 0,0 0-71 0,24 5-87 16,-3-10-369-16,-1 0-661 0,-1-4 294 0</inkml:trace>
  <inkml:trace contextRef="#ctx0" brushRef="#br0" timeOffset="11476.44">10116 2651 97 0,'-6'0'193'0,"6"0"-6"16,-12 3-3-16,8-2-2 16,-5 0-8-16,9-1-8 0,-7 2-6 0,4-1-10 15,3-1-2-15,0 0-13 0,0 0-10 0,-8 0-10 16,8 0-11-16,-2 1-8 0,2-1-11 0,0 0-12 15,0 0-2-15,0 0-8 0,0 0-4 0,-9 0 0 16,9 0-6-16,0 0-5 0,0 0-1 0,0 0-5 16,-5 3-4-16,5-3-3 0,0 0-1 0,-4 2-6 15,4-2 6-15,0 0-1 0,0 0 9 0,0 0 0 0,0 0 11 16,0 0 4-16,0 0 6 0,-4 3 5 0,4-3 2 16,0 0 0-16,0 0-8 0,0 0 2 0,0 0-3 15,0 0-2-15,0 0-4 0,0 0-3 0,0 0-6 16,0 0-3-16,0 0-6 0,0 0 1 0,0 0-7 15,0 0-2-15,0 0-4 0,0 0 4 0,0 0-10 16,0 0 1-16,0 0-9 16,0 0 3-16,0 0-5 0,0 0 1 0,0 0-5 15,0 0-22-15,0 0 26 0,0 0 0 0,0 0 3 16,0 0-2-16,0 0-2 0,0 0-1 0,0 0-4 16,0 0 0-16,0 0-18 0,0 0 20 0,0 0 0 15,0 0-6-15,0 0-2 0,0 0 2 0,0 0-3 16,0 0-2-16,0 0 7 0,0 0-5 15,0 0 6-15,0 0 0 0,0 0-1 0,0 0-3 0,0 0 5 0,0 0 0 16,0 0 0-16,0 0 4 0,0 0-15 0,0 0 10 16,28-3-1-16,-8 1 5 0,9-1-6 0,3 1 8 15,6-1-5-15,2 1 8 0,11-5-9 0,1 7 0 16,-12-4-3-16,-3 3 1 0,0-2 5 0,-5 1-7 16,-1-3 5-16,-10 5-2 0,0-2 2 0,-8 0-4 15,-2 1 3-15,3 1-13 16,-9-1-18-16,3 0-18 0,-3 1-26 0,-5 0-24 15,10 0-30-15,-10 0-19 0,0 0-25 0,0 0-12 16,0 0-26-16,0 0-36 0,0 0-36 0,-20 3-163 16,20-3-480-16,-16-1 213 0</inkml:trace>
  <inkml:trace contextRef="#ctx0" brushRef="#br0" timeOffset="11861.9">10787 2437 2715 0,'0'-9'179'0,"1"1"-30"0,-1-1 9 0,-1 2-2 15,2 0-5-15,-1 2-7 0,0 5-25 0,-1-7-31 0,1 7-10 0,0-5-4 16,0 5-9-16,0 0-17 0,0-7-3 0,0 7-10 16,0 0-14-16,0 0-1 0,0 0-5 0,0 21-4 15,1-6 1-15,3 14-3 0,-4 0 1 16,1 0 3-16,0 2-2 0,2-1 2 0,1 3-5 15,-3-1 2-15,3-3-8 0,1 0 6 0,-1-3 3 0,-3-5-25 16,2-1 20 0,3-3-1-16,-3-1-2 0,-1-4 10 0,2-1-1 15,-1-4-3-15,-2 0-5 0,-1-1 1 0,3 1 0 16,-3-5 6-16,0-2-4 0,1 7 7 0,-1-7-1 16,4 7 0-16,-4-7 10 0,0 0 3 0,-3 6 1 15,3-6-4-15,0 0-3 0,0 0-6 0,0 0 2 16,0 0 4-16,4 2-14 0,-4-2-19 0,0 0-53 15,0 0-52-15,0 0-48 0,0 0-51 0,-9-19-65 0,9 14-89 0,-5-7-200 16,1 2-620-16,3-7 275 0</inkml:trace>
  <inkml:trace contextRef="#ctx0" brushRef="#br0" timeOffset="12663.67">10772 2098 1910 0,'-7'-9'135'0,"-4"1"-12"0,6 2-8 16,1 0-19-16,0 2 0 0,1-1-35 0,1 2-10 16,-1-1-9-16,3 4 0 0,-1-2-3 0,-3-1-4 0,4 3-2 15,-4-4-7-15,4 4-3 0,0 0-6 0,0 0 1 16,0 0-3-16,0 0 3 0,18 4-8 0,-6-1 4 15,6 1-2-15,3 1-1 0,6-1 0 0,-5 1 2 16,0-2 0-16,-2 2-1 0,1-5-5 0,-1 4 4 0,2-4-5 16,-4 0 1-16,-1 0-3 0,0-4 4 15,2 2-3-15,-7-1 2 0,-1-1-1 0,2 0 7 0,-5-2 19 0,2 3 23 16,-5-1 18-16,0-1 6 0,-1 0 10 0,0-2 13 16,0 4 9-16,-2-3 5 0,2 2 0 0,-2 0-5 15,0 0-6-15,-1-1 5 0,0 2-11 0,-1 3-7 16,2-3-7-16,-1-1-5 0,-1 4-24 0,1-3 4 15,-1 3-4-15,0 0-9 0,2-4-4 0,-2 4-2 16,0 0-10-16,2-3-10 16,-2 3-14-16,0 0-28 0,0 0-23 0,0 0-35 15,0 0 6-15,-2 17 10 0,0-3 5 16,0 13 7-16,-2 4-3 0,-6 18 15 0,2 5 4 16,-1 25 8-16,0-21 2 0,0 26 4 0,0-32 3 15,5 5 7-15,-1-4-2 0,4 1 5 0,-3-4-2 16,4 1 2-16,0-2 1 0,0-13 2 0,1 0 8 15,3-1 14-15,0 0-2 0,0 0 3 0,0 1 18 0,-3-7-12 0,3 0-8 16,-3-3-1-16,3 1 7 0,-4-8 1 0,4-2-9 16,-3 0-5-16,0-2-4 0,-1-4 6 0,0 1 2 15,0-2 2-15,3-2-3 0,-3 0-5 0,-3 0-2 16,3-2-2-16,0-2 4 0,0 2 4 0,0-6 1 16,0 10-2-16,0-10 0 0,0 4 0 0,0-4-4 15,4 8 4 1,-4-8 5-16,0 5-11 0,0-5-3 0,0 0 1 0,0 0-4 15,-4 4 11-15,4-4-1 0,0 0-7 0,0 0 8 16,0 0-5-16,0 0 2 0,0 0 18 16,0 0 13-16,0 0 8 0,0 0 0 0,0 0 8 15,0 0 2-15,0 0 5 0,0 0 0 0,0 0-2 16,0 0-4-16,0 0-4 0,0 0 1 0,0 0-11 16,0 0 2-16,0 0-3 0,0 0-4 0,0 0-5 0,0 0-6 0,0 0 2 15,0 0-8-15,0 0 1 0,0 0-3 0,0 0-4 16,0 0-9-16,0 0 5 0,0 0 1 0,0 0 4 15,0 0-11-15,0 0-1 0,0 0-3 0,0 0 0 16,0 0-2-16,-10 3 2 0,-4-1 0 0,-17 1-11 16,-4-1-26-16,-22 0-33 0,-9 0-55 0,-31 3-81 15,-4-6-91 1,1 1-163-16,6-1-260 0,-1-8-780 0,7-14 346 16</inkml:trace>
  <inkml:trace contextRef="#ctx0" brushRef="#br0" timeOffset="14051.34">4320 2252 67 0,'-38'-1'130'0,"-13"1"-7"0,0 5-4 0,-1-4-7 16,14 6-5-16,-3-2-6 0,-9 5 2 0,13-4-8 16,3-1-4-16,3 2-10 0,3-1-4 0,7-2-4 0,6 1-9 0,-3-3-11 15,5 4-3-15,4-5-9 0,2 0-2 0,-1 1-6 16,2 1 2-16,1-1 4 0,1-1 11 0,4-1 1 15,-7 1 5-15,7-1-1 0,-5 3 3 0,5-3 9 16,0 0 4-16,0 0 8 0,-10 0 6 0,10 0 4 16,0 0 10-16,-5 0 3 0,5 0 3 0,0 0-7 15,0 0 5 1,0 0-11-16,0 0-9 0,0 0-5 0,0 0-9 16,0 0-6-16,0 0-10 0,0 0-6 0,0 0-7 15,-9 0-7-15,9 0-13 0,0 0-22 0,0 0-2 16,4 12 1-16,0 0 1 0,-3 7-3 0,7 10 3 15,-2 22-1-15,0 2 1 0,-3 8 0 0,-7 24 4 16,1 0-2-16,1 4 2 0,-4-5 4 0,-3 0-4 16,1 2 5-16,-6-5-1 0,8-22 0 0,-1-3 1 0,2 2 1 0,-4-4 8 15,4-7 2-15,1-10 4 0,0 11 2 0,2-14 10 16,-1-5-12-16,-2-2-5 0,2-7-1 0,2-1-2 16,-4-2 0-16,4-5-1 0,1 1 3 0,-3-4 0 15,2 0 10-15,1-4 18 0,-3 2 13 16,3-7 10-16,-1 7 16 0,1-7-1 0,-1 7 7 15,1-7 10-15,0 0-9 0,0 0-11 0,0 8-1 0,0-8-12 0,0 0-7 16,0 0 0-16,0 0-2 0,0 0-12 0,0 0-8 16,0 0-4-16,0 7-5 0,0-7-2 0,0 0 2 15,0 0-8-15,0 0 7 0,0 0-10 0,0 0-3 16,0 0-1-16,0 0 1 0,0 0 0 0,0 0 1 31,0 0-10-31,19-4 2 0,2-3 5 0,8 2-13 16,10-6 4-16,11-3-3 0,8 2 0 0,-2-1 4 0,11-1 0 15,22-3-9-15,0 2 8 0,-35 4-6 0,1 1 4 0,-1 2-1 16,-16 4-1-16,-1-1 1 0,-5 1-1 0,-12 3-1 16,-2-2 5-16,-5 2 1 0,-3-1-3 0,-2 1-5 15,1-2-16-15,-9 3-17 0,10-2-16 0,-10 2-22 16,4-3-43-16,-4 3-39 0,0 0-49 0,0 0-56 16,0 0-97-16,-14-9-267 0,6 5-677 0,7-4 300 0</inkml:trace>
  <inkml:trace contextRef="#ctx0" brushRef="#br0" timeOffset="15354.16">11501 2421 256 0,'0'-3'296'15,"0"-6"-15"-15,3 3-8 0,-3 4-8 0,1-5-17 16,-1 4-23-16,0 3-22 0,3-6-22 0,-3 3-19 16,0 3-21-16,0 0-18 0,1-2-25 0,-1 2-18 15,0 0-11-15,0 0-6 0,9 7-10 0,-2 2-14 16,0-1 2-16,2 4 1 0,2 0-8 0,0 3 2 15,1 0-5-15,5 7-2 16,-5-6-4-16,9 3-12 0,-8-4 8 16,1-1-6-16,0-4-1 0,0 0-4 0,-5-3-1 15,5 0 0-15,-9-2 3 0,4-1 0 0,-1-3-12 16,1-1 12-16,-3 0 2 0,1 0 2 0,-1-7 2 16,3-1 10-16,-1-1 3 0,-2-1 8 0,-1-2 3 15,-1 1 12-15,1-5-2 0,0 4 5 0,-2-4 3 16,-1 4 9-16,-1-1 1 0,3-3 0 0,-2 7-12 0,0-2 1 0,0 5 6 15,-2 0-18-15,0-1 2 0,0 3-1 0,0 4-9 16,1-7-9-16,-1 7-37 0,-3-5-12 0,3 5-10 16,0-4-28-16,0 4 0 0,0 0 3 0,2 14 2 15,-4-4 10-15,2 7-3 0,0 10 8 0,0 4 7 16,-4 1 1-16,3 15 0 0,-2-10 7 0,2 12 2 16,0-1 3-16,-3 5 5 0,5-5 8 0,1 0-10 0,4 1 6 15,-1-2 7-15,-2-11 1 0,-1 9-2 0,4-11 0 16,-3 1 0-16,4 1 3 0,-4-2-1 0,-3-1 4 15,0-1 1-15,2-1-3 0,-5-3 4 0,2-2-6 16,-7-1 7-16,3-7 7 0,-2 2-11 0,-3-4-2 16,-1 0 2-16,0-3 3 0,-2-1 2 0,-3-1-5 15,1-4 5-15,-5 0 1 16,-1-3 2-16,2-1 5 0,-10-2 7 0,6-3-14 16,-4-4 19-16,-1-1 1 0,1-3 7 0,0-5 28 15,5-2 1-15,3-4 15 0,0-4 7 0,4 0 14 16,3-4 3-16,5-4-4 0,5 0-12 0,4-18-12 15,8-3-8-15,5 2 0 0,5-4-12 0,7 2-7 16,3 3-11-16,3 5-1 0,0 3-3 0,2 4-7 16,0 5-1-16,-8 8 1 0,0 4-6 0,1 0 4 0,-2 5-1 15,-6 0-1-15,-2 5 6 0,-5 5-1 0,-2 0-1 16,-3 0-5-16,-3 2-8 0,0 2 0 0,0 1-8 16,0-2-6-16,-1 1-22 0,-4 3-36 0,5-3-24 15,-5 3-45-15,0 0 5 0,0 0 9 0,4 10-11 16,-5-6-38-16,-3 4-11 0,0 1-43 0,0 1-49 15,-2 0-60-15,1-1-295 16,2-1-670-16,2-2 296 0</inkml:trace>
  <inkml:trace contextRef="#ctx0" brushRef="#br0" timeOffset="16757.49">12710 2664 111 0,'-5'1'119'0,"5"-1"2"0,0 0-2 0,0 0-4 16,0 0-5-16,0 0-3 0,0 0 7 0,0 0-2 15,0 0 2-15,-10-1-7 0,10 1 3 0,0 0 3 16,0 0 3-16,0 0 4 0,0 0 5 0,0 0-1 0,0 0 2 0,0 0-3 16,0 0-4-16,0 0-12 0,0 0-5 0,0 0-8 15,0 0-7-15,0 0-10 0,21-5-10 0,-4 4-8 16,6-3-2-16,8 1-8 0,1 0-10 0,2-1-16 15,-2 2-15-15,6-1-31 0,-3 1-20 0,-2-1-33 16,-2 0-27-16,-9 2-41 0,6-2-19 0,-10 2-49 16,-6 0-177-1,-1 0-420-15,-6-1 186 0</inkml:trace>
  <inkml:trace contextRef="#ctx0" brushRef="#br0" timeOffset="17004.91">12747 2852 22 0,'0'0'307'0,"-9"3"-16"15,9-3-6-15,0 0-11 0,0 0-34 0,0 0-37 16,0 0-11-16,0 0-17 0,32-1-27 0,-1-1-37 16,8 2-61-16,24-3-76 0,1-4-132 0,4-1-195 15,-7-1-381-15,-3-3 168 0</inkml:trace>
  <inkml:trace contextRef="#ctx0" brushRef="#br0" timeOffset="20699.38">14832 2396 185 0,'0'0'202'0,"-7"-2"-3"15,7 2-14-15,0 0-8 0,0 0-13 0,0 0-15 16,0 0-14-16,0 0-11 0,-8 0-9 0,8 0-13 15,0 0-2-15,0 0-5 0,0 0-3 0,0 0-5 0,0 0-2 16,0 0-4-16,0 0-8 0,0 0-8 0,0 0-3 16,21-8-7-16,-6 3-3 0,4 0-8 0,4-2-5 15,0-2-8-15,10 0 2 0,-4-4-8 0,5 2 1 16,-1-2-4-16,-3-3-2 0,-6 3-1 0,5-6-3 16,1-1-1-16,-6 1 5 0,2-2 11 0,-7 3 8 15,-5 4 5-15,0 0-1 0,-4 0 13 0,-2 1-1 0,-3 1 4 0,0 0 1 16,-3 4-8-16,-2-4-4 0,-5 4-3 0,-1-1-8 15,-4 1-7-15,-4 7 3 0,-6-4-2 0,-9 7-10 16,-4 3-11-16,-3 7 1 0,-1 2-4 0,-10 4 9 16,2 10-15-16,3-2 2 0,11-4-2 0,3 3 1 31,-6 9 4-31,12-7-1 0,6 2 4 0,4 0 5 0,3 0 3 16,9-1 1-16,5-1 0 0,9-2 3 0,7-1-1 15,12-5-16-15,15 1-56 0,7-8-57 0,3-6-91 16,5-3-119-16,4-10-195 0,-3 0-557 0,24-15 248 15</inkml:trace>
  <inkml:trace contextRef="#ctx0" brushRef="#br0" timeOffset="21554.78">15464 1601 180 0,'0'0'242'0,"0"0"-14"16,0-5-21-16,0 5-20 0,0 0-20 0,0 0-16 15,9 0-18-15,-9 0-13 0,10 0-18 0,2 2-6 16,0-2-11-16,1 3-8 0,6-1-9 0,2 3-8 15,-1 1 7-15,-1-1-15 0,11 4-6 0,-12-2-4 16,1 2-4-16,-2 1-9 0,-2 2-2 0,-5-2-9 16,3-1-2-16,-4 3-8 0,-4-2 1 0,-3 0-3 15,1 0-6-15,-6 2 4 0,-2 0-1 0,0-3-1 0,-7 4 4 0,-1-2-2 16,-3 0 4-16,0-2-6 0,0 3 6 0,-3-4-3 16,5 1 1-16,-3-2-1 0,3 1 1 15,3-1-5-15,1-2 5 0,1-1-6 0,1 1 0 16,4 0 1-16,-4-2 1 0,7 1 3 0,-4 0 2 15,4 1-4-15,1 1 1 0,2-1-2 0,2 0 1 16,1-1 2-16,4 3-2 16,1 0-8-16,6 1 5 0,-1 1 2 0,-5-1 2 15,7-1 0-15,-4 0-4 0,-3 0 4 0,3-1-7 16,-4 1 5-16,-3-2-2 0,3 0-1 16,-4-1-3-16,-1 1 6 0,-4 0 4 0,-1-2 3 0,-3 1 2 15,-4-1-3-15,-3 1 1 0,-8 0-1 0,-2 0 2 16,-1-4-2-16,-3 2 9 0,-5-3-9 0,1 1 5 15,8-1 4-15,-9-2 2 0,9 1 10 0,0-1 7 0,-1-1 15 16,4 0 6-16,3-1 2 0,2 4 10 0,1-3 0 16,6 3 4-16,-1-1 1 0,0-1 6 0,7 3-17 15,-9-2-8-15,9 2-6 0,-7-2-12 0,7 2-29 16,-2-3-33-16,2 3-21 0,8-5-47 0,-2 3-36 16,-6 2-56-16,16-7-59 0,-9 4-223 0,3 0-505 15,2-4 224-15</inkml:trace>
  <inkml:trace contextRef="#ctx0" brushRef="#br0" timeOffset="21971.12">16144 1530 2 0,'2'-6'339'0,"1"1"-15"0,-1 2-18 16,-2 3-26-16,4-7-21 0,-4 4-32 0,0 3-25 15,0 0-23-15,0 0-23 0,0 0-20 0,0 0-17 0,0 0-8 16,0 0-18-16,13 17-4 0,-13-5-17 0,0 5-2 16,0 3-13-16,0 9-4 0,-5 0-6 0,1 4-5 15,0 0-1-15,-4 0-5 0,2 1-2 0,0-2-2 16,-2-1-5-16,3 1 1 0,-2-5 1 0,1 1-11 15,3-10 4-15,-1 2-9 0,-3-1 4 0,5-2-3 16,-1-6 1-16,-1 0-4 16,4-3 1-16,0 0-2 0,0-2 5 0,0-2-5 15,-1 2 2-15,1-6 2 0,0 7 7 0,0-7 9 16,0 4-2-16,0-4 9 0,0 0 4 0,0 0 1 16,4 6-1-16,-4-6-7 0,11 0 4 0,-11 0-12 15,21-5-1-15,-7 3-28 0,2-1-25 0,2-2-31 16,0 0-45-16,-1-2-48 0,-1 0-65 0,3 0-61 15,-1-2-239-15,-2-3-558 0,-1 1 247 0</inkml:trace>
  <inkml:trace contextRef="#ctx0" brushRef="#br0" timeOffset="22155.97">16076 1838 129 0,'-13'2'368'0,"13"-2"-11"16,0 0-20-16,-9-2-22 0,9 2-36 0,0 0-27 15,0 0-28-15,0 0-31 0,30-7-47 0,1 6-69 16,5-3-77-16,17 1-94 0,4-3-123 0,-4-3-178 16,-14 0-427-16,-2-1 189 0</inkml:trace>
  <inkml:trace contextRef="#ctx0" brushRef="#br0" timeOffset="23020.53">14270 2775 115 0,'0'0'169'0,"-9"-1"-16"0,9 1-19 15,-5 0 1-15,5 0-2 0,0 0-12 0,-9-2-3 16,9 2-2-16,0 0 16 0,0 0-6 0,0 0-10 16,0 0-12-16,0 0-8 0,0 0-12 15,-7 0-6-15,7 0-11 16,0 0-4-16,0 0-6 0,0 0-8 0,0 0-6 0,0 0 0 16,0 0-8-16,0 0-3 0,0 0-4 15,0 0-2-15,0 0-3 0,-3 4-1 0,3-4-2 16,0 0 2-16,0 0-5 0,0 0 5 0,0 0-8 15,0 0 2-15,0 0-3 0,0 0-2 0,0 0 14 16,0 0 16-16,14 5 10 0,1-5 2 0,16-4-3 16,21 3-1-16,12-3-6 0,44-2 0 0,8-3 1 0,12 0 2 0,12 1 3 15,10 3 3-15,3-7-4 0,17 7 0 0,-2-3-8 16,-4 2-5-16,-9 0-1 0,-10 0 1 0,-9-2-7 16,-12 1-5-16,-12-2-2 0,-13 1-12 0,-35 3-13 15,-4-2-12-15,-4 0-5 0,-19 0 2 0,-1 0 6 16,-14 2 18-16,-3-1 48 0,-8-1 20 0,0 1 25 15,-3 2 25-15,-1-4 1 0,-3 5 2 0,-2-4-7 0,1 0-12 16,1 3-8-16,-3-1-11 0,-1 5-31 0,5-6-30 0,-5 3-52 16,0 3-62-16,0 0-60 0,0 0-42 15,0 0-50-15,0 0-81 0,0 0-254 0,0 0-620 16,0 0 274-16</inkml:trace>
  <inkml:trace contextRef="#ctx0" brushRef="#br0" timeOffset="25542.37">14737 3246 81 0,'-4'-4'283'0,"4"-4"-12"0,-3 2 19 16,2 0-10-16,1 1-12 0,-1 0-14 0,1 1-19 16,-3 1-23-16,3 3-18 0,0-5-23 0,-1 2-22 0,1 3-17 0,0 0-22 15,0 0-28-15,0 0-8 0,0 0-8 0,-8 19-7 16,7-1-8-16,-8 11-3 0,4 5-7 0,-4 1-1 16,3 0-14-16,-6 11 1 0,3 0 2 0,1-13-14 15,2-1 7-15,0-2 2 0,-1 1-2 0,2-2-1 16,1-4 2-16,0-5-9 0,1-1 1 0,0-2 1 15,-1-2-4 1,3-3 3-16,0-2 0 0,0-3-4 0,-1 0 2 16,2-1 0-16,-1-2 3 0,1-1 2 0,-1 2 2 0,1-5-6 15,-2 4-13-15,2-4-15 0,0 0-18 0,0 6-27 16,0-6-55-16,0 0-62 0,0 0-72 16,0 0-277-16,-9-12-569 0,7 6 251 0</inkml:trace>
  <inkml:trace contextRef="#ctx0" brushRef="#br0" timeOffset="25896.49">14982 3582 193 0,'-6'0'220'0,"6"0"-15"0,-9 0-17 16,9 0-12-16,-7 1-11 0,7-1-12 15,0 0-10-15,-6-3-2 0,6 3-12 0,0 0-15 16,0 0-8-16,0 0-11 0,-5 4-7 0,5-4-11 0,0 0-4 0,0 0-5 16,0 0-5-16,28 0-6 0,-9-1-4 0,3 0-7 15,-2-1-3-15,11-1-8 0,3-2 0 0,0-1 0 16,3 3-10-16,-4-1 0 0,-1-1-3 0,0 1-3 15,-3 0-5-15,-6 4 1 0,-5-1-9 0,0-1-13 16,-8 1-14-16,3 0-19 0,-3-1-16 0,-6 0-25 16,1 2-21-16,-1-3-31 0,-4 3-34 0,0 0-21 0,0 0-151 15,0 0-367-15,-13-4 162 0</inkml:trace>
  <inkml:trace contextRef="#ctx0" brushRef="#br0" timeOffset="26159.52">15143 3384 111 0,'0'-7'329'0,"0"0"-8"0,0 1-12 0,-3 1-3 15,2-1-21-15,1 6-18 0,-2-5-36 0,2 2-20 16,0 3-28-16,0 0-20 0,0 0-27 0,-3-3-24 0,3 3-10 0,0 0-12 15,-5 20-11-15,1-4-26 0,-1 2 13 16,1 9-7-16,0 2-6 0,-1-1-5 0,-1 2-3 16,2 1-3-16,0 0-8 0,3-2-32 0,-2 2-30 15,1 0-34-15,3 2-29 0,-1-4-36 0,1-3-46 16,1-6-69-16,-2-3-244 0,4-6-526 0,2-1 233 0</inkml:trace>
  <inkml:trace contextRef="#ctx0" brushRef="#br0" timeOffset="26683.05">15828 3580 149 0,'0'0'202'0,"0"0"-13"0,0 0-12 16,0 0-9-16,0 0-20 0,0 0-9 0,0 0-16 15,0 0-13 1,0 0-11-16,0 0-10 0,0 0-10 0,26-7-14 16,-12 5-2-16,-2-3-3 0,9-1-3 0,-4-3-6 15,2 3-9-15,2-2 3 0,-4-2-3 0,3 0 1 0,-3-1 6 16,2 0 0-16,-2-2 2 0,-2 2-1 0,2-4 2 16,-4 1-2-16,-3-1 0 0,-1 1 9 0,-3 4 2 15,-2-2 6-15,0 0 8 0,-3 0-6 16,0 5-2-16,-5-3-7 0,1 4-8 0,-4-3-10 0,-2 4-4 0,-3 1-3 15,-9 3-6-15,-1 1-2 0,-10 6-4 0,0 4-4 16,0 2-6-16,-1 5 0 0,4 1-4 0,1 3 2 16,2 0-6-16,3 1 2 0,4 2 1 0,6-1-3 15,4 5 9 1,3-4-8-16,12 2 3 0,5-1 4 0,10-1-6 0,6-1-12 16,17 1-37-16,5-9-59 0,5-3-80 0,5-2-91 15,-3-7-184-15,2-7-493 0,-1-5 218 16</inkml:trace>
  <inkml:trace contextRef="#ctx0" brushRef="#br0" timeOffset="27669.97">16206 3048 95 0,'1'-7'176'16,"-1"7"-17"-16,4-3-18 0,0 0-3 0,0 2-23 16,4-1-5-16,3 1-16 0,-2-2-3 0,5 1-16 15,-1 3-4-15,1-1-2 0,0 3-10 0,6-1 3 0,-4 4-1 16,2 0-4-16,-3 0-5 0,2 2-2 0,-3 1-6 15,-3 0-2-15,-1 2-10 0,-1 1 3 16,-1-1-5-16,-5 6-1 0,-3 0 1 0,-3 3-1 0,-6 3-4 0,-8 0-7 16,-2 1 4-16,-2-3 5 0,-4 1-3 0,-3-2-4 15,0-1 6-15,1-1 0 0,3-3-3 0,6-4 7 16,0-1 3-16,2-3 8 0,3-2 1 0,2 1 11 16,4-1 4-16,2-3 18 0,-2-1 24 0,2 2 21 15,1-2 30-15,1 2 2 0,3-3-16 0,0 0-18 16,0 0-11-16,5-14-17 0,2 6-8 0,1 2-5 0,1-2-15 0,1 1-6 15,1-1-6-15,1 4 0 0,-3-2-11 16,0 2-5-16,3 0-7 0,-2 1-7 0,0 0 0 0,4 2 2 16,-5 2-7-16,4-1-3 0,3 4-1 0,2-1-4 15,0 1-9-15,3 0-21 0,-2 0-33 0,3-1 3 16,-2-1-54-16,4 1-70 0,2-1-89 0,-3-2-294 16,-1-4-607-1,-2 1 268-15</inkml:trace>
  <inkml:trace contextRef="#ctx0" brushRef="#br0" timeOffset="28102.12">16822 2924 53 0,'1'-5'293'0,"-1"0"-3"0,0-1-5 0,2 3-4 16,-1 0-10-16,-1 3-5 0,0-7-31 0,0 7-18 16,1-4-25-16,-1 4-17 0,2-3-24 0,-2 3-14 15,0 0-16-15,0 0-17 0,0 0-22 0,0 0-11 16,0 0-15-16,0 0-7 0,0 0-10 0,0 0-10 0,-2 17-6 15,1-5-2-15,-2 5 4 0,2 9-5 0,-3 1 0 16,0 0-4-16,-3 0 0 0,3 4-3 0,-2-3 3 0,1-1-2 16,-1 2 2-16,2-2-7 0,2-3 0 0,1-5 2 15,1-1-2-15,0 1 4 0,0-7-15 0,1 2 15 16,1-2 8-16,0-3 9 0,-1-2 3 16,2 1 16-16,-1-2-17 0,5 0 39 0,-3-1-12 0,3 0 1 15,2-2-9-15,1-1 2 0,2-1-4 0,1-1-4 16,4-3-7-1,0 0-40-15,2-3-37 0,-2-1-50 0,-2-4-66 16,3 2-68-16,-3-3-87 0,-3-1-262 0,2-1-620 16,-4-1 274-16</inkml:trace>
  <inkml:trace contextRef="#ctx0" brushRef="#br0" timeOffset="28371.31">16712 3120 30 0,'0'0'316'0,"-10"0"-3"15,10 0-5-15,-5 1 0 0,5-1 2 0,0 0-5 16,-8 1-11-16,8-1-16 0,0 0-19 0,0 0-29 15,0 0-22-15,0 0-14 0,0 0-22 0,36-2-35 16,2-1-56-16,16-1-84 0,7-1-99 0,1-2-115 16,-2 0-354-16,1-3-617 15,-5-4 273-15</inkml:trace>
  <inkml:trace contextRef="#ctx0" brushRef="#br0" timeOffset="39729.61">5365 5663 30 0,'0'0'114'16,"0"0"-8"-16,-4-2-5 0,4 2-2 0,0 0 3 15,0 0-6-15,0 0 3 0,0 0-5 0,0 0-1 16,0 0-3-16,-5-2 4 0,5 2-3 0,0 0-2 0,0 0-2 0,0 0 0 15,0 0-5-15,0 0-3 0,0 0-10 0,0 0 0 16,0 0-2-16,0 0-4 0,0 0-4 0,0 0-5 16,0 0-2-16,0 0-1 0,0 0-3 0,0 0-1 15,0 0-1-15,0 0 2 0,0 0-1 16,0 0-6-16,0 0 3 0,0 0-4 0,0 0-2 0,0 0-1 16,0 0 3-16,0 0-6 15,0 0-3-15,0 0 0 0,27 0 0 16,-5-5-8-16,10 4 0 0,1-3-2 0,3 1 1 15,4 1-24-15,-1-1-29 0,-3 1-33 0,0 0-42 16,-3-1-54-16,1 0-46 0,-7 4-168 0,-6-4-404 0,-4 3 179 16</inkml:trace>
  <inkml:trace contextRef="#ctx0" brushRef="#br0" timeOffset="39999.01">5338 5939 98 0,'-2'2'237'0,"2"-2"-13"0,-3 3-16 16,3-3-10-16,0 0-12 0,0 0-12 0,9 2-16 15,-9-2-17-15,20-3-11 0,1 1-12 0,1-3-15 16,7 1-9-16,3-1-14 0,0 3-28 0,0-3-36 0,-1 0-40 16,2 3-44-16,-5-1-47 0,0-2-46 0,-9 3-148 0,-2-2-333 15,-6 1 147-15</inkml:trace>
  <inkml:trace contextRef="#ctx0" brushRef="#br0" timeOffset="40600.61">5518 5532 111 0,'-1'-9'312'0,"-1"2"-9"0,2 2-7 0,-2-2-2 16,1 4-34-16,1 0-26 0,0 3-21 0,-1-6-26 15,1 6-24-15,0 0-15 0,-4-5-12 0,4 5-28 16,0 0-4-16,0 0-14 0,0 0-11 16,13 11-8-16,-9-7-6 0,3 4-1 0,3 0-8 15,3 2-5-15,5 0 1 0,-4 2-13 0,9 4-1 0,-6-4-9 16,1 1-7-16,6-4-7 0,-1 5-8 0,-5-3-11 0,0-2-3 16,1 0-7-16,0-3 0 0,-5-2-1 0,0-1 0 15,-4 0 3-15,4-1 5 0,-2-2 1 0,-3-1 6 16,1 0 13-16,-2-1 5 0,-3-1 16 0,0-2 24 15,2 2 8-15,-4-1 8 0,1-2 14 0,0 1 18 16,-2 1 15-16,0 1-14 0,-1-4 0 0,-1 4-8 16,4 1 11-16,-4 2-10 15,1-4-18-15,-1 4-6 0,1-3-16 0,-1 3-28 16,0 0-25-16,0 0-33 0,0 0 19 0,0 0 1 16,-10 21 3-16,1-5-7 0,-3 8 6 0,-5 2 1 15,-5 3-7-15,-6 9 2 0,0 4 7 0,0-5-5 16,1 6 3-16,8-14 2 0,-7 10 0 0,1 4-5 15,8-14 7-15,-1 0 1 0,3-2-2 0,2 1 0 16,-1-3 2-16,6-7-3 0,2-4 3 0,-1 1-1 0,2-6 0 0,0-3 16 16,4 1-19-16,-1-3 27 0,0 0 13 0,1-1 19 15,0 2 21-15,-1-3 19 0,2-2 10 0,-2 4 8 16,2-4 10-16,0 0 4 0,-3 4-1 0,3-4-2 16,-1 2-6-16,1-2-5 0,0 0-16 0,0 0-17 15,0 0 1-15,0 0-5 0,-3 4-19 0,3-4-32 16,0 0-39-16,0 0-54 0,0 0-64 0,0 0-123 0,0 0-97 15,8-14-108-15,-5 7-402 0,1 2-932 0,1-4 413 16</inkml:trace>
  <inkml:trace contextRef="#ctx0" brushRef="#br0" timeOffset="41572.08">7311 5459 177 0,'-2'-4'296'0,"-1"-3"-18"0,0 4-11 0,2-1-7 15,-2 1-9-15,1-1-18 0,2 4-18 0,-2-5-30 16,2 5-22-16,0 0-16 0,-3-3-23 0,3 3-16 0,0 0-10 16,0 0-14-1,3 16 5-15,-3-1-24 0,1 2-7 0,2 1 22 16,0 9-8-16,-2 1-8 0,2 3 0 0,0-1-12 16,-1 3-6-16,3-3-3 0,-2 1-9 0,0-3 0 15,0 1-3-15,1-2-2 0,1-7-6 0,-1-2 2 16,0 0 3-16,-3-6-9 0,2 0-2 0,-2 0 1 15,0-2 0-15,3-2-5 0,-4-1-3 0,3-2 6 16,-3 1-7-16,0 0 5 0,1-2-1 0,-1-1 7 0,0-1-11 0,0-2 6 16,1 5-3-16,-1-5 1 0,3 5-2 0,-3-5 6 15,0 0-6-15,0 0 3 0,-4 4-19 0,4-4-16 16,0 0-12-16,0 0-15 0,0 0-33 0,0 0-52 16,0 0-62-16,0 0-49 0,-10-14-57 0,6 6-188 15,-3 0-529-15,1-2 234 0</inkml:trace>
  <inkml:trace contextRef="#ctx0" brushRef="#br0" timeOffset="41952.31">7264 5424 277 0,'-1'-4'293'0,"-2"1"-22"0,3 3-24 0,-1-6-23 16,1 6-28-16,0 0-21 0,4-4-17 0,-4 4-21 16,12 2-14-16,0 2-8 0,4 4-14 0,3 0-12 15,7 6-6-15,4 3-7 0,2 2-4 0,-2 4-4 16,1 0-6-16,-5 6-5 0,8 8-2 0,-11-13-6 0,-5 7-4 0,1-4-7 16,-5 2-2-16,-5-2-3 0,-1 2-4 0,-4-5-1 15,-6 4-4-15,-5-5 10 0,-5 1 5 0,-6-3-2 16,-1 1 3-16,-4-1 5 0,-3-1 6 0,-2-2 3 15,0-2 23-15,1-1-20 0,-3-1-3 0,-1-1-3 16,2-2 7-16,-2 2-12 0,6-4 5 0,4-5-8 16,4 4 2-1,1-3-7-15,6-1-6 0,3 0 1 0,1-2-7 16,-2 0 1-16,3-2-11 0,0 2-2 0,5-2-4 0,-5 1-1 16,5-1-14-16,0 0-10 0,0 0-20 0,0 0-38 15,0 0-42-15,19-10-54 0,-6 5-71 0,-3-3-74 16,4-3-217-16,-2-1-575 0,-1 0 256 0</inkml:trace>
  <inkml:trace contextRef="#ctx0" brushRef="#br0" timeOffset="42520.45">7664 5135 91 0,'2'-4'366'0,"0"1"-27"15,-1-1-23-15,-1 4-33 0,4-4-26 0,-2 0-29 0,4 1-22 16,0 2-22-16,4-2-23 16,2 1-13-16,3 2-16 0,4 0-20 15,0 2-14-15,-2 2-8 0,2 3-8 0,-1-3-11 16,0 7-7-16,-2-4-11 0,-3 8-12 0,-1-2-1 15,-2 2-7-15,-5 2-1 0,-1 2 1 0,-5 7-6 16,-4 1 1-16,-3-4-5 0,-6 5 0 0,0-2-3 0,-3-3 0 16,2-2-6-16,1-5 2 0,1-1-2 15,-1 0 5-15,2-3-8 0,3-3-4 0,3-1 3 0,1-1 0 0,-1-3 1 16,3 1 21-16,-1-2 15 0,0 1 10 0,3-1 8 16,0-1 14-16,1-2 5 0,10 1-4 0,-4-1-5 15,8 0-2-15,4-3-6 0,4 0-7 0,10 0-8 16,-9 0-3-16,-2 1-4 0,7-2-7 0,-8 2-3 15,2 0 1-15,-3 2-7 0,-8-1 1 0,1 0-9 16,-6 1-2-16,3 0-16 0,-4-1-24 0,2-1-34 0,-7 2-43 0,0 0-31 16,6 3-3-16,-7 1-30 0,-3 1-54 0,-4-2-80 15,-3 6-318-15,-1-4-664 0,2 1 294 0</inkml:trace>
  <inkml:trace contextRef="#ctx0" brushRef="#br0" timeOffset="43338.14">8129 5825 187 0,'-11'2'229'0,"3"-2"-2"16,1 1-3-16,1-1-7 0,6 0-17 0,-9 2-14 16,9-2-14-16,-6 0-11 0,6 0-12 0,-4 1-7 0,4-1-9 15,0 0-12-15,0 0-8 0,0 0-9 0,0 0-11 16,0 0-5-16,0 0-5 0,0 0-3 15,0 0-2-15,0 0-2 0,0 0 1 0,0 0-2 16,0 0-1-16,0 0-3 0,0 0-3 0,0 0 1 0,0 0-1 0,0 0 4 16,0 0-7-16,0 0-5 0,0 0-5 0,0 0-1 15,0 0 14-15,0 0-15 0,0 0-16 0,0 0 0 16,0 0-4-16,0 0-6 0,0 0-4 0,0 0-2 16,0 0 3-16,0 0-1 0,0 0 3 0,0 0 0 15,0 0 25-15,0 0-27 0,0 0 14 0,0 0-10 16,0 0-6-16,0 0 3 15,0 0-2-15,0 0-7 0,0 0 2 0,0 0-2 16,0 0-3-16,0 0-1 0,0 0-2 0,0 0 1 16,0 0 10-16,0 0-12 0,0 0 1 0,0 0-10 15,0 0 21-15,0 0-4 0,0 0 4 0,0 0-3 16,0 0 3-16,0 0-2 0,0 0-2 0,0 0 1 16,0 0-6-16,0 0 0 0,0 0-2 0,0 0 3 15,0 0-21-15,0 0 7 0,0 0 12 0,0 0-2 0,0 0-1 0,0 0 1 16,0 0-4-16,22-4 6 0,-9 1-4 15,17-1-1-15,3-2 2 0,8 3-3 0,12-4 1 0,2-1 4 16,0 5-7-16,-2-6-2 0,-3 2 4 0,2 4-2 16,-14-1-1-16,-3-1 0 0,-3 2 7 0,-4-1 0 15,-8 3 14-15,-7-2 12 0,-1 2-1 0,-3 1 1 16,-1-3 2 0,-3 3-1-16,0-2-4 0,0 1-2 0,-5 1-10 0,6-1-4 15,-6 1-4-15,0 0-45 0,9 0-8 16,-9 0-41-16,0 0-49 0,0 0-46 0,7 1-21 15,-7-1-44-15,0 0-61 0,0 0-370 0,0 0-730 16,0 0 323-16</inkml:trace>
  <inkml:trace contextRef="#ctx0" brushRef="#br0" timeOffset="44108.58">9225 5624 181 0,'-3'-4'287'0,"1"-3"10"0,0 2-4 16,0 1 14-16,0-3-6 0,0 2-2 0,0 4-1 16,2-6 4-16,-1 3-9 0,1 4-20 15,-1-6-28-15,1 6-23 0,0 0-23 0,0-4-28 0,0 4-16 0,0 0-24 16,0 0-30-16,0 0-36 16,0 0-46-16,0 0-6 0,0 0-5 0,2 16-4 0,2-4-1 0,-3 7 15 0,0 6-14 0,3 1-2 15,-1 1 6-15,-2 2-7 0,0 0 1 16,1-3 1-16,2 4-7 0,-2-6 10 0,2 0-3 15,-1-5-2-15,1-2 4 0,-1-2-2 0,-2-6 0 0,3 3 4 32,0-2-2-32,-4-3 1 0,3-2-4 0,-2 3 9 15,-1-4 14-15,1 1-15 0,1-2 17 0,-2 1 16 16,0-4 5-16,2 3 15 0,-2-3 0 0,0 4 4 16,0-4-8-16,0 0 1 0,0 4-7 0,0-4-7 15,0 0-4-15,0 0-1 0,0 0-10 0,0 0-20 16,0 0-13-16,0 0-20 0,0 0-38 0,0 0-29 15,0 0-56-15,0 0-58 0,0 0-53 0,0 0-48 0,7-11-43 0,-4 5-289 16,1 0-689-16,1-2 305 0</inkml:trace>
  <inkml:trace contextRef="#ctx0" brushRef="#br0" timeOffset="44378.13">9512 5229 205 0,'-3'-4'295'15,"3"4"-31"-15,0 0-28 0,0 0-26 0,0 0-26 16,10 13-16 0,-2 3-20-16,6 9-14 0,4 8-4 0,6 14-10 15,2 3-8-15,9 26-5 0,-10-19-3 0,4 18-9 0,-11-17-3 16,-3 0-11-16,-7 3-5 0,0-3-8 15,-11-2-5-15,-3-6-1 0,-8-1-1 0,-8 2-6 16,-5-4-3-16,-9-3 3 0,-4-1-5 0,-8-3-4 16,-21 13-8-16,18-17-34 0,-29 10-56 0,-6-5-89 15,-5-4-144-15,-3-11-189 0,-5-11-512 0,-2-3 228 0</inkml:trace>
  <inkml:trace contextRef="#ctx0" brushRef="#br0" timeOffset="44895.03">7001 5357 164 0,'-5'-5'283'16,"1"2"-20"-16,1 0-27 16,1 0-28-16,2 3-24 0,-4-4-23 15,4 4-20-15,-7 7-19 0,1 4-12 0,-4 10 4 16,1 10-13-16,-9 20-12 0,4 7-10 0,-9 31-7 0,8-4-12 15,-1 0-2-15,7-1-3 0,7 1 7 0,4-27 14 16,9 24 8-16,5-26 0 0,15 22 1 0,-2-32-5 16,11 2-5-16,6-5-4 0,28 8-12 15,-18-23-34-15,32 1-53 0,4-8-91 0,5-11-140 0,-1-8-208 0,5-6-503 16,-2-6 222-16</inkml:trace>
  <inkml:trace contextRef="#ctx0" brushRef="#br0" timeOffset="45812.52">9959 5484 268 0,'1'-8'334'16,"-1"-3"-22"-16,3 3-25 0,-2 1-16 0,-1 2-24 16,3 1-26-16,-3 1-27 0,0 3-22 0,1-7-20 0,-1 7-19 0,0 0-10 15,0 0-16-15,0 0-10 0,10 12-11 0,-5-5-6 16,2 5-13-16,2 3 4 0,1 1-15 0,-1 2-3 15,2 4-7-15,2-1-16 0,-1 4-6 0,-2-8-16 16,4 8-12-16,-3-9-8 0,1-1-7 0,-2-1-2 16,-1-5 16-16,1 1-3 0,-3-3 3 0,2-1 1 15,-3-1 2-15,1-4 0 0,0-1 1 0,-1-4 8 0,2-1 5 0,2-4 8 16,-2-2 14-16,1-3 9 0,-4-1 7 0,5-2 9 16,-2 0 6-16,-3-2 13 0,1 1 1 0,2 0-9 15,-2 2 30-15,-1-1-1 0,-1 6 4 16,0-6 7-16,-1 6 1 0,-1 5-22 0,1-1 0 15,-1 0-10-15,0 4-22 0,-1 0-3 0,-1 3-50 0,2-1-39 16,-2 1-1 0,0 0-6-16,2 12 19 0,-2 2-5 15,1 4 2-15,-1 10 11 0,-1 3-3 0,1 4 4 0,0 15 12 0,-4 2-11 16,4-2-4-16,-3 1 9 0,-2 0-1 0,8 2 7 0,-3-1 1 16,0-3 3-16,2 0-4 0,0-3 8 0,-1-8 5 15,1-4-14-15,-2 0-5 0,2 0 1 16,-1-2 12-16,-2-1-5 15,-2-6 5-15,2-4 0 0,-2-3-3 0,-4-2 13 0,3-4-4 0,0-2-5 0,-2 0 8 16,-2-3 5-16,-3 0 5 0,-2-4-5 0,-5-1 15 16,-4-2-20-16,-5-2 6 0,-1-2 4 0,0-7 16 15,0 3 14-15,0-5-10 0,1-3 3 0,0 2 3 16,4-5 1-16,5-3 5 0,-1 0 16 0,6-7 1 16,4-5-3-16,4-12-10 0,7 0-9 0,10-5-20 15,6 5-8-15,5-4-6 16,9 3 0-16,5 4-3 0,1 3-5 0,0 3 2 15,1 3-7-15,3 2 5 0,3 6-8 0,0 0 3 16,2 3 4-16,-11 6 1 0,-3 3-1 0,4 1 3 16,-9 1 0-16,-2 3-8 0,-8 3 7 0,-7 2-1 15,1 0 0-15,-5 0-3 0,0 3-4 0,-2 0-2 16,0-1-20-16,-1 0-31 0,2-1-49 0,-6 3-29 16,0 0 6-16,0 8-9 0,0-8-31 0,-10 7-37 0,2 4-45 15,-2-3-54-15,2 0-53 0,-3-2-278 0,3 0-681 0,3 0 301 16</inkml:trace>
  <inkml:trace contextRef="#ctx0" brushRef="#br0" timeOffset="46144.48">11068 5704 378 0,'-5'3'401'15,"5"-3"-6"-15,0 0-29 0,0 0-28 0,0 0-29 0,0 0-32 0,0 0-30 16,0 0-25-16,23-8-31 0,-3 4-52 0,10-3-47 16,2 4-59-16,2-4-56 0,2 3-64 0,1-1-89 15,0 0-110-15,-6 0-184 0,-3-5-508 0,-9 7 225 16</inkml:trace>
  <inkml:trace contextRef="#ctx0" brushRef="#br0" timeOffset="46282.48">11080 5874 162 0,'-7'8'222'0,"2"-4"6"0,5 1 9 15,0-1 5-15,9 0-8 0,4-3-24 0,18 2-18 16,21-1-27-16,0-2-60 0,3-2-95 0,8-6-141 0,-5-1-182 16,-5-3-339-16,-2-3 150 0</inkml:trace>
  <inkml:trace contextRef="#ctx0" brushRef="#br0" timeOffset="47100.17">12967 5499 115 0,'0'0'259'15,"-8"0"-28"-15,8 0-20 0,0 0-18 0,0 0-18 16,-8-1-13-16,8 1-17 0,0 0-17 0,0 0-13 0,0 0-13 16,0 0-5-16,0 0-9 0,0 0-2 0,0 0-3 15,0 0-2 1,0 0 4-16,0 0 3 0,0 0 2 0,0 0-7 16,25-4-9-16,-6-1-4 0,0 0-6 0,9-4-11 15,3-3-3-15,-4 3-5 0,1-4-4 0,0-2-3 16,-1 0-4-16,-3-1-2 0,2-1-6 0,-2-4 8 15,-3 0 0-15,-2 2-1 0,-3-5-3 0,-4 7 3 16,-3 0-1-16,-3 0 8 0,0 3 3 0,-4 0 17 16,0 2-1-16,-2 1-9 0,-5 2-6 0,-1 0-6 0,-4 4-7 0,-2 1-6 15,-5 0-2-15,-4 8-6 0,-6 2 6 0,-4 6-11 16,3 5 3-16,-4 0-12 0,5 5 8 0,0 3-14 16,6 3 4-16,0 3 3 0,5-1 0 0,3 3 6 15,9 1 0-15,3-3 4 0,10 3 2 0,4-2-4 16,15 5 0-16,1-12-13 0,17 1-40 0,4-8-52 15,6-6-84-15,7-7-118 0,-1-9-257 0,29-7-597 0,-32-5 265 0</inkml:trace>
  <inkml:trace contextRef="#ctx0" brushRef="#br0" timeOffset="47785.92">13523 4708 160 0,'3'-3'209'0,"3"0"-16"0,0 1-18 0,3-2-14 0,2-1-17 15,2 2-11-15,1 3-15 0,6 0-6 0,0 3-6 16,-2 2-10-16,4-1-6 0,-3 2-4 0,-3 2-13 16,1-1-11-16,-3 3-4 0,-4-2-5 0,2 4-7 15,-7-2-26-15,0 7 0 0,-1-3-4 0,-8 3 4 16,-1-2-3-16,-3 0 3 0,-2 2-4 0,-4-1 1 15,0-2 0-15,-8 2 4 16,6-2 0-16,-1-5-1 0,-1 3-1 0,9-4-2 16,0 0 3-16,-4-2-1 0,7 2-1 0,-4-4-6 15,5 0 0-15,-2 2-3 0,5-2-3 0,-1 2 1 16,3-5 2-16,3 5-2 0,4-1 1 0,1-1-3 0,6 3 2 0,1-1 1 16,3 1-1-16,3 0-3 0,-1 0-3 0,-2 1 3 15,3 0-3-15,-2-1-1 0,-4 3 3 16,0-2-3-16,-4 0-1 0,-2-2-1 0,-3 2 2 0,0-1 3 15,-4 2 4-15,-2-5 3 0,-7 6-2 16,-2-3 3-16,-6 2-4 0,-7-1 4 0,-3 1-3 16,-6-4-3-16,3 0-6 0,0 2-16 0,-2-7-17 15,1 1-9-15,1-2-29 0,0-4-31 0,6 0-34 16,3 1-33-16,1-1-163 0,0-2-359 0,9-1 159 0</inkml:trace>
  <inkml:trace contextRef="#ctx0" brushRef="#br0" timeOffset="48186.86">14190 4657 1816 0,'4'-10'197'0,"-3"3"-2"0,0 0-3 15,2-1-27-15,-2 2-8 0,3-2-14 0,-4 4-18 16,1 0-20-16,-1 0-28 0,0 4-6 0,1-4-11 16,-1 4-13-16,2-6 0 0,-2 6-11 0,0 0-9 0,0 0-2 15,0 0-8-15,4 10 3 0,-4 0-6 0,1 6 0 16,-1 1-4-16,0 2-3 0,-4 8 0 0,-2 2 0 16,-1 3 2-16,0-1-1 0,-8 15-3 0,5-12-1 15,-1-2 1-15,2 1-3 0,-2-1 4 0,0-3 2 16,5-1-4-16,-1-5-1 0,2 1 2 0,-1-7 1 15,2-3 0-15,3-2 2 16,-2 0-4-16,-1-4 0 0,3-3 4 0,1 2 4 16,0-2 3-16,1-1 6 0,2 1 3 0,-2-2 11 15,3-1-3-15,1 1 2 0,5-3-1 0,10-1-8 16,-1-2-16-16,1 1-28 0,1-4-37 0,0 1-44 16,0-2-63-16,4-3-58 0,3-1-77 0,-7 2-213 15,3-3-551-15,-6 0 244 0</inkml:trace>
  <inkml:trace contextRef="#ctx0" brushRef="#br0" timeOffset="48349.63">14067 4936 273 0,'-5'0'362'15,"5"0"-27"-15,-8 0-34 0,8 0-23 0,0 0-34 16,0 0-25-16,35-6-38 0,-2 4-49 0,21-1-74 15,3 3-86-15,7-2-107 0,-1-3-235 0,1-2-402 16,-3 0 178-16</inkml:trace>
  <inkml:trace contextRef="#ctx0" brushRef="#br0" timeOffset="49189.45">12535 5859 123 0,'-4'0'147'16,"4"0"-5"-16,-10 0-7 0,10 0-13 0,-6 2-12 15,6-2-8-15,0 0-8 0,-6 1-5 0,6-1-5 16,0 0-9-16,0 0-6 0,0 0 1 0,0 0 0 15,-6 0-10-15,6 0-3 0,0 0-4 0,0 0-5 16,0 0-5-16,0 0 2 0,0 0-9 0,-3 3-3 16,3-3-4-16,0 0 0 0,0 0-9 0,0 0 1 0,0 0 1 0,0 0 8 15,0 0 16-15,8 6 11 0,-1-6 8 0,4 3 3 16,7-6-5-16,14 2-3 0,24-4-4 0,9-3 12 16,44-4-2-16,10-2 2 0,11 1 4 0,13-2 0 15,7 0 4-15,13-1-8 0,11 3-4 0,2 0-1 16,-3 3-3-16,-7-2-3 0,-8-1-2 0,-7 2-7 15,-18 6-4-15,-10-2-6 16,-17-3 1-16,-10 1-3 0,-36 3 0 0,-7 0-2 16,-17 0 2-16,-5 1 7 0,-12 2 17 0,-6 1 23 15,-3-2 23-15,0 2 14 0,-3-1-27 0,-2-2-33 16,-1 2-24-16,-4 0-40 0,-3-3-27 0,-1 3-35 16,-2 0-43-16,-8 1-49 0,-3-1-63 0,-2 2-69 15,1 2-243-15,-2 0-577 0,1-1 256 0</inkml:trace>
  <inkml:trace contextRef="#ctx0" brushRef="#br0" timeOffset="49768.95">13193 6300 170 0,'0'-9'283'0,"-5"-2"-6"16,5 0-4-16,-2 2-7 0,0-2-1 0,2 6-1 16,0-3-9-16,-1 1-16 0,1 2-11 0,-3 1-34 15,3 4-22-15,0-5-18 0,0 0-22 0,0 5-44 16,0 0-14-16,0 0-10 0,0 0-5 0,-1 21-11 16,-1-3-6-16,0 10-2 0,0-1-4 0,-1 5-9 15,0 3 0-15,2 10-3 0,-4-9 0 0,5 0 1 16,-4-3-2-16,4 1-6 0,-1-1 13 0,1-1-14 0,1-3 3 0,-1-4-2 15,4-6-10-15,-4-2 5 0,0-2-15 0,0-2-11 16,0-2-16-16,0-4-12 0,0 1-10 0,0-2-10 16,0 1-5-16,0-3-2 0,1-2-1 0,-1-2-11 15,-1 5-40-15,1-5-58 0,0 0-54 0,0 0-245 16,0 0-519-16,0 0 230 0</inkml:trace>
  <inkml:trace contextRef="#ctx0" brushRef="#br0" timeOffset="50069.62">13474 6602 56 0,'-2'1'291'0,"2"-1"-28"0,-7 4-20 0,7-4-27 16,-3 3-22-16,3-3-19 0,0 0-16 0,11 1-14 0,1-3-14 0,4 0-13 15,15-1-12-15,1-1-12 0,2 1-6 16,3-1-11-16,18-1-10 0,-1 0-8 0,-4 0-27 16,-11-1-27-16,-2 1-46 0,-3 2-51 0,-5 0-45 15,-9-2-49-15,-7 3-159 0,-4-2-372 0,-4 0 166 0</inkml:trace>
  <inkml:trace contextRef="#ctx0" brushRef="#br0" timeOffset="50323.51">13662 6410 353 0,'0'-7'379'0,"-1"1"-11"0,1 4-18 0,-3-2-36 16,3 4-29-16,0-7-37 0,0 7-28 0,0-2-26 16,0 2-31-16,0 0-19 0,0 0-17 0,-4 13-12 15,3 0-5-15,-3 6-19 0,-1 6-17 0,0 2 14 16,0 3-21-16,0 3-23 0,-2-1-35 0,2 4-27 16,-1 0-27-16,2-3-24 15,-4 3-32-15,7-3-38 0,-5 2-62 0,4-7-44 16,1-2-243-16,1-9-528 0,-2-5 234 0</inkml:trace>
  <inkml:trace contextRef="#ctx0" brushRef="#br0" timeOffset="50787.03">14292 6713 114 0,'0'0'207'0,"-4"2"-16"0,4-2-13 0,-4 3-4 16,4-3-13-16,0 0-6 0,0 0-6 0,-1 4-2 15,1-4-4-15,0 0-11 0,0 0-4 0,19-5-17 16,-5 3-9-16,4-5-7 0,9-1-15 0,-1-1-4 0,0 0 1 0,1-3 3 16,1 0 2-16,-6-2-4 0,1 1-7 0,-4 1-4 15,2-5-5-15,0-3-7 0,0 1-6 0,-8 5-4 16,-1-6 25-16,3 0-13 0,-8 4-3 0,-3 1 7 16,-2 3-10-16,-2 0-9 0,-2 3-6 0,-2-1-3 15,-5 3-8-15,-1 4 3 0,-4 0-7 0,-5 6-3 16,-12 0-2-16,3 9-9 0,-3 0 1 0,1 5-5 0,0 2-1 15,5 0-1-15,2 3 2 0,1 0 2 0,4 4-1 16,4-4 6-16,5-4-5 0,5 8 3 0,4-7 2 0,4 1-2 16,9 2-4-16,9-3-16 0,3-2-26 0,7-1-45 15,5-6-70-15,14-5-97 0,-10-2-261 0,14-7-553 16,3-4 245-16</inkml:trace>
  <inkml:trace contextRef="#ctx0" brushRef="#br0" timeOffset="51341.75">14665 6101 80 0,'0'-5'232'0,"1"3"-23"0,2-1-21 0,4-4-19 0,1 5-13 16,0-3-9-16,5 0-16 0,0 3-16 0,3-1-5 15,7 1-12-15,-4 1-12 0,2 1-5 0,1 1-5 16,-1 4-10-16,0-3-5 0,-3 5-6 0,-2 2-7 16,-2-1-4-16,-2 1-9 0,-2 0-1 0,-5 2-7 15,3 5 0-15,-7-4-5 0,-1 5-2 0,-5 1 0 16,-7 4-2-16,-5 2-3 0,-6 0-1 0,-3-2 3 0,-2 1 1 0,0-2-5 15,0 0-1-15,1-3-2 0,1 1-4 0,9-9 0 16,4 1 3-16,-2-1-2 0,4-5-6 0,7 2 5 16,-4-4 9-16,3 1 24 0,1-3 34 0,1 4 10 15,3-5 0-15,-1 3 1 0,1-3-6 0,0 0-5 16,19-3-10-16,-2 1-1 0,1-1-11 0,4 1-4 16,6 1-6-1,3-1-11-15,0-1-29 0,-1 0-35 0,0 1-46 16,0-2-55-16,-3 1-79 0,1-2-262 0,3 1-513 0,-12 0 227 15</inkml:trace>
  <inkml:trace contextRef="#ctx0" brushRef="#br0" timeOffset="51695.96">15263 6010 281 0,'4'-12'357'0,"-3"2"-12"16,2 0-20-16,-2 2 2 0,0 2-37 0,1 2-30 16,-1-1-38-16,-1-1-22 15,1 3-21-15,-1 3-23 0,0 0-19 0,0 0-23 16,0 0-10-16,0 0-7 0,0 0-14 0,2 17-10 16,-5-5-5-16,2 5 4 0,-4 7-20 0,1 2-2 15,-3 2-8-15,0 1 0 0,-2 4-10 0,0-3 6 16,4-1-7-16,-5 1-4 0,2-2 5 0,0-2-7 15,4 1-8-15,-1-9 4 0,0-2-13 0,0 1-8 16,5-4 23-16,-4-3-3 0,4 0-8 0,0-1 9 0,-1-4-2 0,-2 1 8 16,6-1 7-16,-6-2 17 0,6-1 3 15,-3-2 7-15,1 9 3 0,-1-9 6 0,3 3-2 0,-3-3-3 16,9-1-6-16,-9 1-10 0,15-5 0 0,-5 1-26 16,4 0-38-16,3-2-44 0,1-2-67 0,-2 2-55 15,2-6-62-15,6 0-82 0,-7 0-330 0,7-4-709 16,-7 3 314-1</inkml:trace>
  <inkml:trace contextRef="#ctx0" brushRef="#br0" timeOffset="51858.73">15229 6227 202 0,'-8'2'356'16,"3"0"-19"-16,1 1-25 0,4-3-24 0,0 0-30 15,17 0-26-15,11-3-29 0,10-3-66 0,22-2-90 16,31-6-129-16,-26 2-300 0,27-8-413 0,-32 6 182 16</inkml:trace>
  <inkml:trace contextRef="#ctx0" brushRef="#br0" timeOffset="55119.99">4642 9101 45 0,'1'-7'250'0,"-1"-2"-5"0,0 1 0 0,1 2-10 16,-1-1-12 0,2-1-15-16,-1 5-12 0,-1-3-10 0,1 1-12 15,1 1-16-15,-1 0-11 0,-1 4-28 0,1-5-14 16,-1 5-20-16,0-4-26 0,0 4-11 0,0 0-6 15,-5 13-10-15,0-3-5 0,-5 13-4 0,-4 3 2 16,-1 8-4-16,-6 11-2 0,-2 1-2 0,0 0-8 16,2 1 10-16,-3-3-8 0,1-2 1 0,9-8-3 0,-1-3-2 15,4 1 21-15,1-4-2 0,-1-2 5 0,3-2 5 0,2-6-5 16,0-2 6-16,0-4-8 0,2-1-2 0,2-5-2 16,1 1 13-16,-2-2 2 0,2 0 4 0,-1-2 3 15,1 1 10-15,0 0 4 0,1-4-1 0,-1 3-4 16,1-3 3-16,-3 2 2 0,3-2-40 0,0 0-43 15,0 0-27-15,-4-9-35 0,3 4-31 0,-2 0-43 16,6-7-58-16,-2 3-53 16,-1-7-215-16,8-2-524 0,1-8 232 0</inkml:trace>
  <inkml:trace contextRef="#ctx0" brushRef="#br0" timeOffset="55382.95">4635 9039 194 0,'3'-8'322'0,"-2"3"-24"0,3 1-31 0,-3 1-34 0,1-3-22 16,-2 6-28-16,2-1-21 0,-2 1-21 0,0 0-13 0,2 19-14 16,-2-6-14-16,1 6-12 0,-1 7-8 0,0 3-8 15,-1 2-9-15,-1 1-5 0,5 1-7 0,-1-3-3 16,1 4-8-16,-2-4 0 0,4 1-6 16,-2-2 1-16,-2-3-7 0,0 0 1 0,2-6-5 15,-2-3-1-15,1 2-2 16,-2-6-2-16,0-3 2 0,1 0-3 0,0-1-2 15,-1-2 1-15,0-1 2 0,0-2 5 0,0 0-5 16,0 0 4-16,0 0-6 0,0-4 0 0,1 2-5 16,-1-2-16-16,-3 3-27 0,3-3-36 0,-8 2-42 15,8-2-61-15,-13-5-62 0,5-1-218 0,5 0-487 16,-3-4 216-16</inkml:trace>
  <inkml:trace contextRef="#ctx0" brushRef="#br0" timeOffset="55683.71">4250 9458 122 0,'-19'7'249'0,"2"-5"-3"15,4 0-5-15,3 0-7 0,2-1-9 0,2-1-5 0,-1 0-6 0,2 2-11 16,5-2-20-16,-7 2-20 0,7-2-9 0,0 0-14 16,0 0-12-16,32 0-10 0,1-2-10 0,5 0-14 15,21-1-8-15,2-2-11 0,1-2-9 0,-1 3-6 16,-5 0-5-16,-4-2-7 0,-13 3-1 0,-2 3-7 15,-8-3-1-15,-2 3-6 0,-8 0-5 0,-6-1 3 16,0 0-7 0,-6 1-6-16,0 0 2 0,2 0-6 0,-9 0-2 0,9 0-3 15,-5-2-3-15,-4 2-2 0,0 0-17 16,0 0-12-16,0 0-23 0,-17 4-19 0,11-3-27 16,-2 1-30-16,1-2-27 0,0 3-64 0,2-1-42 15,-3 0-204-15,8-2-499 0,0 0 221 0</inkml:trace>
  <inkml:trace contextRef="#ctx0" brushRef="#br0" timeOffset="55884.27">5124 9423 166 0,'0'0'392'0,"2"3"-16"0,-2-3-29 15,0 0-39-15,0 0-25 0,0 0-21 0,0 0-44 16,0 0-30-16,0 0-47 0,0 0-55 0,0 0-55 16,0 0-58-16,1 2-70 0,-1-2-105 0,0 0-210 15,0 0-447-15,8-8 198 0</inkml:trace>
  <inkml:trace contextRef="#ctx0" brushRef="#br0" timeOffset="56369.75">5484 9082 25 0,'0'-5'387'0,"1"-1"-28"0,-1 0-21 0,1 2-26 16,1 1-23-16,-2-1-31 0,0 4-27 0,2-3-34 15,-2 3-15-15,2-4-21 0,-2 4-19 0,0 0-19 16,0 0-19-16,0 0-14 0,0 0-12 0,0 0-9 15,0 13-11-15,0-2 3 0,-2 3-17 0,1 2 4 16,-2 3-4-16,1 8-13 16,-2 0 7-16,-1 2-19 0,0-2 4 0,0 2-3 15,0-1-1-15,1 1-3 0,-1-2-4 0,0-2-1 16,0 1 2-16,2-6 0 0,-1-1-7 0,2 0 5 16,-1-4-6-16,-1-3 0 0,3-2 2 0,-2 1 1 15,2-3 3-15,-1-2-3 0,-1-2 5 0,3 1 25 16,0-1 59-16,0-4 19 0,-1 5 42 0,1-5 43 15,0 0 34-15,0 0 14 0,0 0-21 0,0 0-23 0,-8-14-22 16,4 2-17-16,3-5-16 0,-3-7-12 0,4-3-16 0,1-4-12 16,3-1-10-16,0-4-12 0,5-9-14 0,-3-2-4 15,2 3-5-15,0 10-8 0,-1 3-5 0,2 3-5 16,-1 3-6-16,-2 5-7 0,-3 6 2 16,2 2-1-16,0 2-3 0,-4 3-6 0,2 1-3 0,-1 0-10 15,0 3-2-15,0-1-20 16,1 0-18-16,2 2-24 0,1 2-21 15,8 0-22-15,3 1-22 0,4 4-30 0,8 0-32 16,-1 6-41-16,4-3-57 0,-1 6-43 0,-2-1-64 16,-2 1-78-16,-9-4-329 0,0 2-855 0,-7-1 377 15</inkml:trace>
  <inkml:trace contextRef="#ctx0" brushRef="#br0" timeOffset="56570.35">5476 9600 207 0,'-6'4'306'0,"5"-3"-9"0,-2 4-4 0,-2-1-20 15,5-2-18-15,0-2-18 16,0 0-27-16,5 3-18 0,3-3-19 0,6 0-19 16,5-2-16-16,10 0-10 0,2-2-30 0,1 3-44 15,5-5-50-15,-1 1-70 0,-3-1-87 0,0 0-102 16,-5 0-170-16,-6-3-459 0,-7-2 204 0</inkml:trace>
  <inkml:trace contextRef="#ctx0" brushRef="#br0" timeOffset="56808.61">5465 9419 228 0,'0'0'366'16,"-8"0"-17"-16,8 0-9 0,-10-1-24 0,10 1-8 16,0 0-6-16,-6-2-43 0,6 2-18 0,0 0-30 15,0 0-24-15,0 0-21 0,24-2-9 0,-4-1-44 16,10-1-27-16,3 0-53 0,1 0-40 0,-2 2-50 16,2-3-52-16,-1 2-55 0,0 1-62 0,-5-3-72 15,-8 4-170-15,-3-2-505 16,-3 1 225-16</inkml:trace>
  <inkml:trace contextRef="#ctx0" brushRef="#br0" timeOffset="57109.41">6099 9415 216 0,'0'0'473'0,"0"0"-9"0,0 0-36 16,0 0-39-16,0 0-39 0,0 0-35 0,0 0-33 0,0 0-46 15,0 0-56-15,3 3-64 0,-3-3-100 0,0 0-100 16,0 0-141-16,0 0-301 0,0 0-571 16,13-7 253-16</inkml:trace>
  <inkml:trace contextRef="#ctx0" brushRef="#br0" timeOffset="58390.09">8198 9135 13 0,'0'-3'280'0,"0"3"-6"0,0-7-14 16,0 3-13-16,0 4-4 0,0-6-12 0,0 6-13 16,0-6-13-16,0 6-17 0,0-6-16 0,0 6-13 15,1-4-24-15,-1 4-21 0,0 0-11 0,0 0-14 16,0 0-16-16,0 0-10 0,0 0-10 0,0 0-3 16,7 21-8-16,-7-8-4 0,1 4-1 0,-2 2-8 0,2 6-3 0,-1 1-1 15,-1 1-2-15,-6-1-15 0,6-7 3 0,-3 8-3 16,-1-3-4-16,1-6 1 0,2 1 1 0,-1-2-3 15,2-7 5-15,1 1-2 0,0-1-1 0,-3-3 2 16,3-2 1-16,-1 2 28 0,1-2 15 0,0-5 36 16,0 3 51-16,0-3 38 0,0 0 25 0,0 0-15 15,0 0-18-15,0 0-15 16,18-15-16-16,-13 7-14 0,4-6-13 0,1-2-10 16,2 2-11-16,-2-3-8 0,9-4-4 0,-1-3-17 15,-1 3-8-15,-1 1-1 0,-4 6-4 0,-2 2-6 16,-1 2-8-16,-3 3-5 0,-1 0-5 0,-1 3-5 15,0-1-4-15,-1 2-8 0,0 0-15 0,1 1-12 16,-4 2-8-16,0 0-8 0,9 3-4 0,-4 1-1 16,-2 1 0-16,0 1 4 0,0 5-1 0,2-2 2 0,-1 3 2 0,0 5 7 15,-3-5 2-15,3 5 2 0,-3 0 14 16,2 0-6-16,-3-1 1 0,1-4 3 0,2-3 0 16,-3-1 3-16,0-2-8 0,1 1 10 0,2-2 7 0,-3-1 14 15,0 0 14-15,0-4 20 0,0 5 27 0,0-5 27 16,1 2-1-16,-1-2-8 0,0 0-8 0,13-11-10 15,-8 1-5 1,1-1-7-16,6-1-8 0,-2-2-6 0,6-10-2 0,0 2-6 16,2 0-7-16,-3 0-2 0,-1 5-9 0,-4 0 6 15,2 4-9-15,-2-3 0 0,-4 7-6 16,0 4-4-16,-2 0-6 0,-1-2-13 0,1 4-13 16,1 1-29-16,-4-1-14 0,-1 3-4 0,8 7 0 0,-4-2-2 0,2 5 12 0,1-2-10 15,-1 2 13-15,2 1 1 0,-3 4 2 16,4-1 0-16,1 3 2 0,-5-5-6 0,3 2-27 15,-3-2-19-15,4-2-24 0,-4 0-23 0,1-2-22 0,-3-1-25 16,0-2-23-16,-1 0-27 0,1-1-23 16,-2-1-29-16,-1-3-312 0,0 0-661 0,0 0 293 15</inkml:trace>
  <inkml:trace contextRef="#ctx0" brushRef="#br0" timeOffset="58728.67">8764 8814 124 0,'5'-12'357'0,"-2"4"0"15,1 0-38-15,2 2-17 16,-3-1-41-16,2 2-30 0,-2 0-20 0,3 2-21 16,-1-1-25-16,1 1-16 0,1 3-18 0,1 0-14 15,4 3-19-15,-3 0-12 0,1 3-5 0,0 1-8 16,2 2-10-16,1 1-8 0,-3 2-7 0,-1 3-7 15,0 2-4-15,-3 0-3 0,-2 0-6 0,0 0-1 16,0 3-2-16,-4-3-1 0,-3 0-1 0,1 1-7 16,-1-1-1-16,2-6 10 0,-2 1-16 0,2-3 2 0,0-2-2 0,2 0 12 15,-2-3-11-15,-2 0 3 0,3-1 6 0,0 3 18 16,0-3 23-16,0-3 28 0,0 0 6 0,5 3-4 16,3-4-10-16,5-1-12 0,6-1-3 0,9-3-6 15,1-1-9-15,2 1-9 0,2-3-38 0,2 2-48 16,0 1-44-16,-1 2-57 0,-4-2-54 0,0 4-59 15,-1-2-72 1,-11 1-248-16,-4 3-627 0,-4-2 279 0</inkml:trace>
  <inkml:trace contextRef="#ctx0" brushRef="#br0" timeOffset="59377.08">9610 9303 109 0,'-11'1'242'0,"3"0"-14"0,0 2-16 16,3-3-10-16,-2 2-12 0,3 0-11 0,4-2-10 15,-8 0-14-15,8 0-5 16,-5 3 2-16,5-3-1 0,0 0-4 0,0 0-4 16,-9 0-5-16,9 0-9 0,0 0 3 0,0 0-24 15,-4 1 8-15,4-1-5 0,0 0 2 0,0 0-1 16,0 0-1-16,0 0 5 0,0 0-2 0,0 0 1 15,0 0-4-15,0 0-6 0,0 0-11 0,0 0 7 16,0 0-19-16,0 0-4 0,0 0-1 0,0 0-10 16,0 0-3-16,0 0 1 0,0 0-3 0,0 0-5 0,0 0-1 0,0 0-6 15,0 0-5-15,0 0 0 0,0 0-4 0,0 0 0 16,0 0-5-16,0 0 0 0,0 0-5 0,0 0-15 16,0 0 8-16,0 0-2 0,0 0-1 0,0 0-2 15,0 0-3-15,0 0-6 0,0 0 4 0,0 0 8 16,0 0-13-16,0 0 2 0,0 0-7 0,0 0 6 15,0 0 0-15,0 0 1 16,0 0-5-16,0 0-3 0,0 0 6 0,0 0-2 16,0 0 0-16,14-6 0 0,2 4-3 0,4-2 3 15,11-1-2-15,3-2-2 0,3 1-6 0,17 5 4 16,-2-6 1-16,-2-1-1 0,1 4 1 0,-11-2-2 16,-6 0 2-16,-2 5 1 0,0-3-6 0,-5-1 3 15,-8 4 4-15,-6-2 4 0,-3 2-4 0,0 1 0 16,-1-1 2-16,-5-1-15 0,-4 2-10 0,9-1-26 0,-5-2-23 0,-4 3-33 15,6 0-20-15,-6 0-20 0,0 0-23 0,9 0-27 16,-9 0-39-16,0 0-28 0,0 0-41 0,0 0-43 16,0 0-243-16,-21 3-634 0,21-3 281 0</inkml:trace>
  <inkml:trace contextRef="#ctx0" brushRef="#br0" timeOffset="59715.7">10414 8995 91 0,'1'-8'413'0,"-1"3"20"0,3-2 1 16,-2 1-12-16,-2 2-27 0,2 3-41 0,-1-5-33 0,0 6-39 16,3-5-36-16,-3 5-36 0,0 0-47 0,0 0-42 15,0 0-33-15,0 0-12 0,1 12-10 0,-1 1-9 0,0 7 1 16,0 6-10-16,0 3-2 0,-1 0-11 0,1 7 0 15,-3-2-5-15,3-2 4 0,0-2-3 0,-1-1-5 16,1-2-4-16,-3 0 0 0,3-10 1 0,0 0-10 16,0-5 4-16,3-1 2 0,-3-2-3 0,0-1-5 0,0-2 10 15,-3-1-12 1,6 1 5-16,-2-4 3 0,-1 2-6 0,0 1 9 0,0-5-1 0,0 4-4 16,0-4 4-16,0 0-2 0,-1 6 2 0,1-6-15 15,0 0-24-15,0 0-34 0,1 2-41 0,-1-2-41 16,0 0-55-16,0 0-71 0,0 0-79 0,0 4-283 15,0-4-676-15,0 0 299 0</inkml:trace>
  <inkml:trace contextRef="#ctx0" brushRef="#br0" timeOffset="60263.78">11574 9094 197 0,'0'0'304'0,"-5"-1"-6"0,5 1-3 0,0 0-13 16,-8-1-5-16,8 1-9 0,0 0-13 0,0 0-3 15,0 0-20-15,-5-2-29 0,5 2-20 0,0 0-17 16,0 0-18-16,0 0-18 0,18-5-13 0,0 2-13 15,4-1-22-15,8-2-28 16,4 2-39-16,-1 1-35 0,-3 1-46 0,0-2-42 16,-1 3-49-16,-8-3-42 0,0 3-54 0,-1-3-258 15,-5 2-551-15,-1-2 244 0</inkml:trace>
  <inkml:trace contextRef="#ctx0" brushRef="#br0" timeOffset="60433.11">11597 9278 115 0,'-2'5'258'16,"-1"-3"-13"-16,2 0-11 0,1-2-13 0,0 0-16 15,5 3-19-15,1-3-14 0,13 0-15 0,8-4-19 16,6-1-11-16,3 0-12 0,18-2-14 0,-2 2-24 16,7-2-61-16,-4 1-68 15,4-1-78-15,-21 2-235 0,-1 1-394 0,-1-4 175 16</inkml:trace>
  <inkml:trace contextRef="#ctx0" brushRef="#br0" timeOffset="60834.1">12586 8947 212 0,'0'0'348'16,"0"-8"-2"-16,0 8-36 0,0 0-23 0,-1-4-31 16,1 4-22-1,0 0-27-15,-4-3-25 0,4 3-19 0,0 0-23 16,0 0-18-16,0 0-13 0,-13 11-15 0,8-5-2 16,-4 6-17-16,-4 0-9 0,3 1-11 0,-4 4-5 15,5-1 4-15,0 3-11 0,-3 2-11 0,5-3 11 16,-1 6-15-16,4-7 0 0,1 1 8 0,3 0 9 15,2 0-6-15,3-1 6 0,2-2 3 0,4-1 9 16,3-1-2-16,3-2 5 0,7-2 5 0,-1-6 3 0,9 0-8 0,-1-3 2 16,0-4 4-16,-3 0 19 0,0-2 3 0,-8-2 13 15,-2-1 6-15,0-2 5 0,-4-1-5 0,3-2-6 16,-7-3-13-16,-1-2-14 0,-3 1-9 0,-2-2-23 16,-4-1-19-16,0 3-27 0,-4 0-25 0,-6-1-33 15,1 4-63-15,-4-1-41 0,-11 2-44 0,-3 1-40 16,-2 3-60-16,-7 7-87 0,0 0-224 0,1 2-672 0,4-2 298 0</inkml:trace>
  <inkml:trace contextRef="#ctx0" brushRef="#br0" timeOffset="74066.47">14909 8894 53 0,'0'-4'159'16,"0"4"-8"-16,0-4-2 0,0 4 1 0,0 0-4 15,0-9-8-15,0 9 2 0,0-3 1 0,0 3 3 0,0 0-5 0,2-5 1 16,-2 5-5-16,0-5-6 0,0 5 0 15,0 0-4-15,2-4-2 0,-2 4 5 0,0 0-18 16,0 0-9-16,0 0-11 0,0-3-7 0,0 3-15 16,0 0-6-16,0 0-13 0,0 0-15 0,0 0-15 0,0 0-5 15,0 0-4-15,0 14-1 0,-4-5-3 0,0 3 0 16,1 4 1 0,-1 3-3-16,-3 5 4 0,-2 3-6 0,2 0 5 15,0-2-1-15,2 1-1 0,-2 0-3 0,0 2 3 16,2-3 2-16,0-6-3 0,0 1 0 0,-1-2-2 15,3-2 1-15,0-4-4 0,2-2 2 0,-1-4 1 16,0 1 7-16,1-3 2 0,0 2 22 0,1 0 35 16,0-6 30-16,0 0 11 0,0 0-11 0,0 0-6 15,11-15-17-15,-2 6-10 0,3-6 5 0,3-7-16 0,0 0 0 0,6-2-10 16,-1-4-5-16,2 3-4 0,1-2-7 0,-3 2 3 16,1 2-4-16,1 1 0 0,-6 2 4 0,-6 7 8 15,-3 5 1-15,-1-2-2 0,-2 6-9 0,2-3-9 16,-1 3-16-16,1 0 5 0,-3 2-13 0,0 0-10 15,-3 2 2-15,0 0-5 0,9 8-3 0,-5 3-4 16,-2-5 9-16,2 5 0 0,-1 1 3 0,-1 0 1 0,-2 5 1 0,0 2-2 16,2-4 9-16,-2 2-4 0,-2-1 3 0,2-1-4 15,0-1 9-15,0-1 1 0,0-3-7 0,2-2 3 16,-2-3 1-16,0-2 11 0,0 1 3 0,0-4 8 31,0 5 22-31,0-5 29 0,0 0 20 0,0 0-24 16,0 0-2-16,11-11-3 0,3 1-19 0,0-4-1 0,5-6-1 15,2 2-6-15,-1 0 2 0,-6 3-8 0,-1 1-4 0,0 1-3 16,0 2 8-16,-6 5 2 0,2-1-11 0,-4 1 5 16,-1 3-4-16,1 1-8 0,-2-1-15 0,-1 0-15 15,-2 3-19-15,8-2-12 0,-8 2 0 0,6 9-8 16,-2-4 0-16,0 5-11 0,1 0-33 0,-1 2-28 16,3 5-34-16,1 1-54 0,-4 1-73 0,1 0-99 15,3-4-202-15,-3-4-637 0,0-1 281 0</inkml:trace>
  <inkml:trace contextRef="#ctx0" brushRef="#br0" timeOffset="74714.73">16012 8965 187 0,'-5'1'189'16,"5"-1"-10"-16,0 0-10 0,0 0-8 0,-6-1-9 0,6 1-6 16,0 0-10-16,0 0-5 0,0 0-2 0,0 0-4 15,-7-1-5-15,7 1-11 0,0 0-1 0,0 0-8 0,0 0-6 16,0 0-4-16,0 0-7 0,0 0-6 0,0 0-8 0,0 0-8 15,28-6-2-15,-10 2-11 0,9 2-3 16,2-3-5-16,2 2 2 0,2-2-9 0,-1 1-4 16,3 0-4-16,-1 0-6 0,-6 2 0 0,-6 0-3 15,0-1-1 1,-4 1 2-16,-6 2-1 0,0 0-5 0,-1-3 0 0,-3 3 0 16,-1 0-1-16,1 0-12 0,-4-1-20 0,-4 1-25 15,0 0-21-15,0 0-5 0,0 0-17 0,0 0-31 16,-14 11-41-16,3-8-42 0,-6 1-178 0,4 1-415 15,-1 0 184-15</inkml:trace>
  <inkml:trace contextRef="#ctx0" brushRef="#br0" timeOffset="75068.95">16035 9154 149 0,'-8'3'248'0,"3"-2"-19"0,0 1-12 0,0 0-18 15,5-2-8-15,-8 3-9 0,8-3-12 0,-5 0-12 16,5 0-7-16,0 0-16 0,0 0-15 0,0 0-8 16,-8 0-8-16,8 0-11 0,0 0-6 0,0 0-6 15,0 0-13-15,17-5-2 0,-3 5-6 0,4-3-7 16,4-1-6-16,7 1-6 0,3 1-4 0,1-3-4 15,3 2 0-15,1-2 5 0,4 1 11 0,-1 1-4 0,1-1 2 16,-6 0-9-16,-1 2 2 0,-4-1-8 0,-3 2-2 0,-9-2-4 16,-1 3 0-16,-7 3-4 0,0-6-2 0,-4 2 8 15,0 1-11-15,0 0-1 0,-6 0-7 0,6-1-6 16,-6 1-4-16,0 0-27 0,10 0-12 0,-10 0-25 16,0 0-29-16,0 0-35 0,0 0-54 0,0 0-40 15,0 0-242-15,0 0-503 0,-16 5 222 0</inkml:trace>
  <inkml:trace contextRef="#ctx0" brushRef="#br0" timeOffset="75447.86">17037 8935 3 0,'-8'1'191'15,"8"-1"-14"-15,-5 1-4 0,5-1-2 0,0 0-11 16,0 0-4-16,-5 2-4 0,5-2-6 0,0 0-10 15,0 0-8-15,0 0-9 0,0 0-7 0,0 0-10 0,0 0-9 16,0 0-12 0,20-3 0-16,-6 2-11 0,7 1-10 0,7-3-3 15,0 3-7-15,7-2-5 0,0-1-6 0,1 1-4 16,3 0-3-16,13-2-4 0,-15 3-1 0,-3-2-4 0,0 3-5 16,-4-1-2-16,-3 1-14 0,-8-1-23 15,-6-1-24-15,1 2-29 0,-9-1-48 0,0-1-46 16,-1 0-208-16,-4 2-407 0,0 0 180 0</inkml:trace>
  <inkml:trace contextRef="#ctx0" brushRef="#br0" timeOffset="75755.1">17282 8739 254 0,'0'-5'362'0,"-4"1"-10"0,3 0-13 15,1 0-18-15,-2 1-18 0,2 3-31 0,-2-6-40 16,2 6 3-16,-2-3-42 0,2 3-22 0,0 0-35 16,0 0-31-16,0 0-33 0,0 0-15 0,0 0-10 0,-2 14-5 0,1 0-2 15,1 4-3-15,0 7-2 16,-1 5-10-16,-1 1-1 0,5 1 4 0,-3 0-1 0,0-1-1 0,3 2-9 0,-1 4-25 15,0-5-31-15,-4 1-26 0,4-1-33 0,-2 1-35 16,-2-3-43-16,0-4-55 0,-4-1-270 0,3-8-542 16,-1-5 240-16</inkml:trace>
  <inkml:trace contextRef="#ctx0" brushRef="#br0" timeOffset="75955.45">17057 9397 164 0,'-4'2'331'16,"0"0"-23"-16,4-2-27 0,-3 5-28 0,3-5-11 16,0 0-36-16,0 0-18 0,0 0-22 0,18 0-16 15,2-3-13-15,12 1-27 0,1 0-33 0,8-3-38 0,12 1-50 16,1-1-60-16,4 0-75 0,-5-4-85 0,1-2-135 15,-4 2-396-15,-14-1 176 0</inkml:trace>
  <inkml:trace contextRef="#ctx0" brushRef="#br0" timeOffset="76218.57">18066 8840 399 0,'0'-5'444'0,"0"-2"-19"16,1 3-30-16,-1-1-54 0,0 1-38 0,0 4-39 16,0 0-34-16,0 0-53 0,0 0-30 0,0 0-17 0,-3 18-18 0,-1 2-11 15,-1 7-11-15,-1 6-5 0,-2 12-5 0,2 2-29 16,1 1-42-16,1-2-48 0,4 3-51 0,0-1-82 15,0-12-120-15,-3-3-240 0,3-8-576 0,-1-7 255 16</inkml:trace>
  <inkml:trace contextRef="#ctx0" brushRef="#br0" timeOffset="77860.7">20322 8814 169 0,'-5'-3'176'0,"5"3"-10"0,-4-2-12 16,4 2-20-16,0 0-13 0,0 0-11 0,0 0-11 16,0 0-12-16,0 0-5 0,0 0-13 0,-9 2-4 15,9-2-8-15,0 0-4 0,0 0-8 0,0 0-6 16,0 0 1-16,-2 4-7 0,2-4 2 0,0 0-3 15,0 0-5-15,0 0 1 0,0 0-5 0,0 0-1 0,0 0-1 0,11 1 0 16,-11-1-1-16,14-1 0 0,-7 0-6 16,4-2 0-16,-1 0-1 0,3-3-1 0,0 1-2 0,5-1 2 15,-4 0-7-15,2-1-1 0,-1-1 11 0,1-1 7 16,1 1 1-16,-7 1 0 0,2 0 10 0,-1-2 5 16,-3 1 10-16,1 0 7 0,-2 1 0 0,2 0 1 15,-6 2-5-15,3 0 4 16,-2 0-1-16,-3-2-4 0,1 3 6 0,0 1 3 15,-1-3-8-15,-1 5-9 0,0 1-14 16,-5-7-6-16,-2 4-10 0,-4 2-1 0,-7 2 3 16,1 4 3-16,-10 0-11 0,0 4-1 0,-6 3 2 0,-2 0-4 15,-1 5 0-15,-6 8-6 0,-5 1 4 0,6 6-4 16,0-3-1-16,0 2-2 0,13-4 1 0,-6 7-2 16,8-5 2-16,7-1 2 0,1 0 0 0,6-1 3 0,1-1 6 15,6 0-1-15,5 2-1 0,3-7 7 0,4-4 1 0,6 0 5 16,7 1-4-16,4 0 2 0,4-5-2 15,6-5-5-15,3 0 6 0,16-6 0 0,-13 1-1 16,12-3 1-16,-12-3 0 0,-5 1 0 0,-6-3 5 16,1 1 0-16,-10 1 13 0,-3 0 14 0,-3 1 10 0,-3-1 14 15,-3 1 4 1,-2 0 10-16,2 2 5 0,-2-2 4 0,-6 2 0 16,7-1-9-16,-3 1-14 0,-4 0-4 0,3-4-11 15,-3 4-13-15,0 0-30 0,0 0 2 0,0 0-27 0,3-3-22 16,-3 3-26-16,0 0-19 0,0 0-33 15,0 0-28-15,0 0-20 0,0 0-23 0,-14-2-28 16,14 2-38-16,-3-3-228 0,3 3-516 0,0 0 228 16</inkml:trace>
  <inkml:trace contextRef="#ctx0" brushRef="#br0" timeOffset="78061">20764 9150 285 0,'0'0'349'15,"2"-5"-32"-15,-2 5-28 0,-2-5-24 0,2 5-35 16,0-5-17-16,0 5-31 0,0 0-25 0,0 0-34 16,0 0-50-16,2-4-55 0,-2 4-56 0,7-3-52 15,-3 3-42-15,2-3-74 0,-2 1-134 0,-4 2-367 16,4-4 163-16</inkml:trace>
  <inkml:trace contextRef="#ctx0" brushRef="#br0" timeOffset="78608.98">21198 8778 273 0,'2'-10'337'0,"-1"5"-20"0,1-2-18 16,1 2-21-16,-3 1-21 0,2 0-25 15,0 2-24-15,-2 2-19 16,0-5-26-16,4 3-21 0,-4 2-22 0,0 0-21 16,0 0-34-16,0 0-3 0,0 0-15 0,1 17-3 15,-1-5-3-15,0 3-2 0,-5 4-11 0,5-1-4 0,-4 7 0 16,-1-1-2-16,4 2-1 0,-3-1-6 0,-1 0 5 15,1 0-5-15,0 3 0 0,2-9 1 0,-1 5-5 16,3-7 2-16,-4 2 0 0,4-4-3 0,-3-1-4 16,3-1 6-16,-3-3 0 0,2 1 0 0,1-4-7 0,-1-2 3 15,1 1 6-15,0-4 12 0,-2 3 25 0,2 0 29 16,0-5 36-16,0 6 32 0,0-6 28 0,0 0 22 16,0 0 9-16,0 0-2 0,0 0-23 0,0 0-20 15,-5-19-13-15,5 7-18 0,-4-5-20 0,0-2-20 16,6-7-13-16,-8-3-16 0,3-1-12 0,-2-4-4 15,2-4-6-15,3-8 2 16,-1 14 0-16,-2-4 1 0,6 4 4 0,-3 4 9 16,1 3-3-16,-1 6 0 0,0 1 6 0,1 2 3 15,-1 6-1-15,0-1-8 0,2 1-4 0,-2 4-2 16,0-3-10-16,1 7-2 0,-1-3 1 0,0 0-17 16,0 0-3-16,0 5-10 0,1-5-21 0,5 1-17 15,0 1-13-15,5 1-9 0,4-1-12 0,4 1-9 16,2-1-12-16,10-1-25 0,1 4-24 0,1-3-37 0,4-1-27 0,1 2-32 15,-4-1-39-15,0 1-57 0,1 0-56 0,-9 1-357 16,-5-2-802-16,-3 3 354 0</inkml:trace>
  <inkml:trace contextRef="#ctx0" brushRef="#br0" timeOffset="79163.62">21194 8999 77 0,'0'0'246'16,"-7"0"-8"-16,3 1-13 0,4-1-18 0,0 0-18 16,0 0-14-16,-9 0-8 0,9 0-12 0,0 0-13 15,0 0-19-15,-7 3-6 0,7-3-13 0,0 0-6 16,0 0-9-16,0 0-2 0,0 0-2 0,0 0 2 15,0 0 0-15,0 0 4 16,0 0-1-16,0 0-2 0,0 0 3 0,0 0-4 16,0 0-6-16,0 0-3 0,0 0-5 0,0 0 13 15,0 0-23-15,0 0-3 0,0 0-2 0,0 0-11 16,0 0-3-16,0 0 5 0,0 0-7 0,0 0 1 16,0 0-15-16,0 0-1 0,0 0-4 0,21-9 4 15,-1 7-6-15,0-2-9 0,12 1 4 0,0-1 0 16,6-2-6-16,1 1 4 0,-1 1-6 0,0 2 0 0,2-1 2 0,-7-2-5 15,-1 2 2-15,-10 2 0 0,-4-2-3 0,-4 3 3 16,-3 0-9-16,0-2-5 0,-4 4-7 0,0-4-10 16,-1 4-18-16,-6-2-15 0,6 0-5 0,-6 0-6 15,0 0-26-15,0 0-21 0,0 0-31 0,0 0-26 16,-24 0-33-16,15 0-32 0,0 0-242 0,3 0-520 16,-2 0 231-16</inkml:trace>
  <inkml:trace contextRef="#ctx0" brushRef="#br0" timeOffset="79642.8">22203 8898 59 0,'0'0'194'0,"-4"-2"3"0,4 2-3 16,0 0 1-16,0 0-1 0,-6-3-5 0,6 3-6 0,0 0 4 15,0 0-9-15,-4-1-8 0,4 1-4 0,0 0-14 16,0 0-11-16,0 0-9 0,0 0-12 0,0 0-21 0,0 0-6 15,0 0-9-15,18-6-10 0,-8 4-8 0,2-2-11 16,5 1-13-16,5 0-22 0,-3 1-31 0,11-1-31 0,-10-1-37 16,10 1-39-16,-11 1-54 0,3-1-29 0,-2 3-227 15,-7-4-461-15,-1 3 204 0</inkml:trace>
  <inkml:trace contextRef="#ctx0" brushRef="#br0" timeOffset="79796.45">22184 9008 56 0,'-3'2'195'0,"-2"1"-7"15,3 0 0-15,2-3-4 0,0 5-4 0,0-5-9 16,18 1-20-16,1-1-16 0,11 0-13 0,2-1-31 0,4-1-57 0,1 2-82 16,3-5-107-16,1-1-94 0,-7 0-270 0,-1-2 120 15</inkml:trace>
  <inkml:trace contextRef="#ctx0" brushRef="#br0" timeOffset="81384.62">23347 8666 228 0,'0'0'227'0,"0"0"-19"0,-3-1-19 0,3 1-13 16,0 0-16-16,0 0-16 0,-4-4-17 0,4 4-13 0,0 0-9 0,0 0-12 15,-6 0-11-15,6 0-17 0,0 0-1 0,0 0-9 16,0 0-3-16,0 0-7 0,0 0-3 0,0 0-6 16,0 0-1-16,0 0-7 0,0 0-3 0,0 0-3 15,0 0 1-15,0 0-2 0,0 0-4 0,0 0-2 16,0 0 0-16,0 0 1 0,0 0-1 0,0 0 1 16,0 0 4-16,14-2-2 15,-5-3-1-15,2 2-3 0,2 1 2 0,5-2-3 16,-5-2-1-16,5 2 0 0,-3-4-1 0,4 1-3 15,-2 0 1-15,-6 0 1 0,1 0 2 0,-2 2 5 16,0 1 6-16,-3 0 10 0,-1 0 6 0,0 1 2 16,-2 0 5-16,0 1-3 0,-1 0-5 0,-3 2-8 15,0 0-9-15,0 0-8 0,0 0 4 0,-26 2-9 16,7 3 1-16,-8 2-2 0,-7 6-2 0,-2 1-1 0,-11 8-3 0,2 1 8 16,10-5-9-16,-7 9 0 0,-1-3 1 0,16-3 2 15,1 1-9-15,-1-1 2 0,7 2 6 0,2-2-3 16,8-3 3-16,2-2-3 0,4 3-1 0,4-1 1 15,6-1 4-15,4-3 1 0,12 2-2 0,8-3-3 16,3-3-18-16,21-1-30 0,1-2-40 0,1-4-48 16,9-5-58-1,-7-4-230-15,-3 2-461 0,-3-1 205 0</inkml:trace>
  <inkml:trace contextRef="#ctx0" brushRef="#br0" timeOffset="81816.95">23804 8896 218 0,'-9'-8'374'0,"9"8"-20"0,-2-4-11 0,2 4-9 0,0 0-31 15,0-5-19-15,0 5-25 0,0 0-25 16,0 0-22-16,0 0-29 0,0 0-23 0,0-5-10 16,0 5-23-16,0 0-6 0,0 0-27 0,0 0-3 0,0 0-21 15,0 0-20-15,0 0-16 0,0 0-7 0,-2 15-3 16,1-5 1-16,-3 6-9 0,1 1 3 0,-1 8 0 16,0 0-4-1,1 1-7-15,1 2 12 0,-2-1-10 0,0 0 3 16,3-1-3-16,-1 3 4 0,1-3-6 0,1-8 5 15,0 1 0-15,-1-5-8 0,1-4 1 0,1 2-3 16,-1-5 6-16,0-1 1 0,0-2-2 0,0 1 0 16,0 0 0-16,1-2 10 0,-1 1 8 0,0-4 6 0,0 5-2 15,0-5-1-15,0 3 4 0,0-3 1 0,0 0-6 16,0 0-2-16,0 0-27 0,0 0-61 0,0 0-39 0,0 0-51 16,0 0-47-16,-2-15-53 0,2 9-66 0,-1 0-262 0,2-4-628 15,1 0 278-15</inkml:trace>
  <inkml:trace contextRef="#ctx0" brushRef="#br0" timeOffset="82587.5">24428 8898 196 0,'0'0'201'0,"0"0"-16"15,0 0-21-15,0 0-13 0,-8 1-15 0,8-1-11 16,0 0-9-16,0 0-10 0,0 0-6 0,0 0-7 16,0 0-2-16,0 0-2 0,0 0 3 0,0 0-12 15,0 0-4-15,0 0-5 0,19-7-8 0,-10 4-7 16,5 0-3-16,3-4-7 0,1 2-4 0,7-6-4 0,-3 2-6 16,4-2-1-16,2-4-2 0,0 1 1 0,1-3 0 0,-1 1 7 15,-2-1 0-15,-2-3 2 0,0 2 4 0,-4 0 1 16,0-3 7-16,-7 5 1 0,0-1 3 0,-2 0 7 15,-4 3 8-15,-1 2 7 0,-4 2 12 0,2 0-7 16,-4-1-6-16,0 2-3 0,-4 0-7 0,-2 2-12 16,-2-1-8-1,-2 4-6-15,-4 1-5 0,-4 5-9 0,-10 1 1 16,-4 4-9-16,0 4-3 0,-4 5 0 0,-11 8-5 16,5 4-3-16,0 2 1 0,11-6-3 0,-2 11-2 0,7-7 0 15,6 0 10-15,1 4 0 0,6 0 0 0,2-3-2 16,4 0-1-16,8-2 2 0,6 0 5 0,4-1-4 15,6-2 9-15,6-7-5 0,6 0 5 0,2-5-3 16,5-1-2-16,17-2 5 0,0-4-7 0,-2-2 4 0,1-2-4 0,-16-2 2 16,1-2 1-16,-5 2 0 0,-4-3 15 15,-9 1 28-15,-7 2 17 0,-1 0 12 0,-3-1 9 16,-2 1 2-16,2 0-3 0,-8 1-9 0,10 0-7 0,-6-1-13 16,-4 1-15-16,5-2-23 0,-5 2-19 0,7 0-31 15,-7 0-34-15,0 0-51 0,0 0-50 0,0 0-63 16,0 0-71-1,0 0-88-15,-16 4-257 0,16-4-686 0,0 0 304 0</inkml:trace>
  <inkml:trace contextRef="#ctx0" brushRef="#br0" timeOffset="88383.08">25228 8018 92 0,'0'-8'164'0,"1"4"5"16,0-4-4-16,1 0-7 0,-1 1 2 0,0 2-10 16,0-1-1-16,1-1-4 0,-1 2-12 0,0-2-8 15,-1 1-1 1,3 2-6-16,-1 1-3 0,-2-3-10 0,1 4-4 0,-1 2-5 16,3-4-6-16,-3 4-8 0,0-4-6 15,0 4-9-15,0 0-10 0,1-6-3 0,-1 6-13 16,0 0-11-16,0 0-6 0,0 0-6 0,0 0-2 15,-5 22-3-15,4-8-4 0,-5 6 2 0,-1 4-5 0,0 5-1 16,-2 0 0-16,0 1 2 0,-3 1-5 0,3 0 3 16,-1 2-3-16,4-3 4 0,-2-1-4 0,0 0 1 0,2-4 1 15,1 3 1-15,1-3-5 0,0 1 12 0,2-7 6 0,0-3-1 16,2-5 3-16,0 0 3 0,0-2 4 16,0-1-4-16,0-2 16 0,0 0-8 0,0-1 0 15,0-1 6-15,0-2-1 16,0 5 7-16,4-6 0 0,0 2 2 0,1-2 2 15,0 2-5-15,8-2-2 0,-3 0-4 0,4-1-1 16,0-1-9-16,5 1-12 0,-1-4-27 0,2-1-45 16,0-4-45-16,-1 0-56 0,2 1-55 0,4-2-83 15,-1-4-162-15,-8 2-497 0,0 1 221 0</inkml:trace>
  <inkml:trace contextRef="#ctx0" brushRef="#br0" timeOffset="88636.97">25055 8257 281 0,'0'0'297'0,"0"0"-14"16,-11 0-7-16,11 0-13 0,0 0-23 0,-8-3-27 15,8 3-22-15,0 0-17 0,0 0-22 0,21-6-18 16,0 4-21-16,12-2-23 0,8 0-39 0,13-2-48 16,7 0-57-16,-1 1-77 0,7 2-91 0,-6-4-171 15,-6 3-425-15,-17 0 188 16</inkml:trace>
  <inkml:trace contextRef="#ctx0" brushRef="#br0" timeOffset="89539.43">25998 8741 72 0,'-5'0'184'0,"0"1"-8"15,5-1-9-15,-8 1-15 0,8-1-5 0,-5 1-9 16,5-1 2-16,-7 2-2 0,7-2-8 0,0 0-8 16,0 0-11-16,0 0-10 0,-7 1-4 0,7-1-9 15,0 0-7-15,0 0-3 16,0 0-9-16,0 0-5 0,0 0-8 0,0 0 4 16,0 0-4-16,0 0 8 0,-4 1-12 0,4-1-2 15,0 0-3-15,0 0-1 0,0 0-7 0,0 0 0 16,0 0-5-16,0 0-1 0,0 0-1 0,0 0-2 15,0 0-4-15,0 0-1 0,0 0-2 0,0 0-2 16,0 0-3-16,0 0 1 0,0 0-4 0,0 0-1 16,0 0-3-16,0 0 2 0,0 0-6 0,0 0 10 0,0 0-5 0,0 0-6 15,0 0-1-15,0 0 12 0,0 0-3 0,0 0 2 16,0 0 2-16,0 0-1 0,0 0 3 0,0 0-1 16,0 0-1-16,0 0 3 0,0 0-2 0,0 0-5 15,0 0-4-15,0 0 5 0,0 0-4 0,0 0-3 16,0 0 3-16,0 0-3 0,0 0-5 0,0 0 4 15,0 0 6 1,0 0-2-16,0 0 0 0,0 0-3 0,0 0 2 0,0 0 6 16,0 0-3-16,0 0 0 0,0 0 3 0,0 0-2 15,0 0-5-15,0 0 2 0,-1 3-2 0,1-3 2 16,0 0-3-16,0 0 0 0,0 0 0 0,0 0-2 16,0 0 3-16,0 0 0 0,0 0-1 0,17 0 1 15,-6-2-7-15,8 0 7 0,9-2-4 0,-2 3-1 16,11-2-4-16,-2-2 7 0,0 1-5 0,1-1 1 0,0 1-4 15,2 0 1-15,-6-1 6 0,-1 1-6 0,-12 3 2 0,3-2 7 16,-4-1-18-16,-7 2-1 0,-1 0-8 0,-1 1-1 16,-4-1-18-16,1 2-18 0,-6 0-12 0,7-3-14 15,-7 0-37-15,0 3-27 0,0 0-20 0,-13-5-10 16,3 2 0-16,-1 2-4 0,-2-1-13 0,-4 0-28 16,0 1-114-16,0-3-363 15,3 3 161-15</inkml:trace>
  <inkml:trace contextRef="#ctx0" brushRef="#br0" timeOffset="89755.67">26183 8574 269 0,'2'-10'321'16,"0"1"-11"-16,-2 2-3 0,0 1 8 0,2 0-14 15,0-1-7-15,-2 2-17 0,0 1-30 0,0-1-30 0,0 5-22 16,0-4-34-16,0 4-33 0,0 0-43 0,0 0-9 15,0 14-10-15,-2 1-9 0,-2 10-6 0,-2 3-2 16,0 7 0-16,1 1-12 0,5 8 1 0,0-9 0 16,0 2-27-16,0-2-22 0,0 0-26 0,0 1-42 0,1-4-66 0,-1-1-71 0,-1-2-353 15,-1-4-616-15,0-9 273 0</inkml:trace>
  <inkml:trace contextRef="#ctx0" brushRef="#br0" timeOffset="90641.86">27314 8513 99 0,'0'0'247'0,"0"0"-12"16,-4-5-16-16,4 5-20 0,0 0-19 0,0 0-18 16,-2-4-20-16,2 4-14 0,0 0-14 0,0 0-10 15,-4-2-15-15,4 2-8 0,0 0-8 0,0 0-8 16,0 0-9-16,0 0-6 0,0 0-3 0,0 0-2 16,0 0-7-16,0 0-2 0,0 0-1 0,0 0-4 15,0 0 2-15,0 0 1 0,0 0-4 0,19 5 2 16,-11-6-7-16,7-1-2 0,1-3-1 0,4 3-1 0,0 0-5 0,1-6 1 15,5 2-2-15,-5-1 1 0,2 1-3 0,-5-2-3 16,1-1 0-16,0-1 0 0,-2 0-3 0,-3 3 2 16,-5-2 1-1,1 5 15-15,-3-3 2 0,-1 1 4 0,-2 4 6 16,0-4-6-16,-2 3-4 0,-2 3-9 0,-4-5-5 0,-2 5-1 16,-8 1-4-16,-3 4 0 0,-11 2-2 0,-4 6-1 15,0 3-3-15,-2 3-1 0,1 1-3 0,-6 8 2 16,10-5-3-16,1 0 0 0,1 2 1 0,5 2 6 15,3-2 3-15,0 3-7 0,7-1-3 0,6 2 0 16,2-2 1-16,5-1 1 0,10 1 3 0,7-4-2 16,3-4-10-16,8 1-19 0,5-6-40 0,4-3-49 15,16-2-77-15,-2-6-247 0,-12 0-480 0,2-6 213 16</inkml:trace>
  <inkml:trace contextRef="#ctx0" brushRef="#br0" timeOffset="91074.11">27641 8831 35 0,'-4'1'300'0,"4"-1"-30"0,-4 3-32 16,4-3-28-16,0 0-19 0,0 0-21 0,11 7-17 15,-1-4-14-15,2 2-18 0,2 0-13 0,1 2-9 16,0 2-15-16,-2 0-6 0,-3 1-11 0,2-2-7 0,-3 5-17 0,-4-1-10 16,0 4-3-16,-5-1 0 0,-5 2-4 0,-3 2-4 15,-6 5-4-15,-5 1 2 0,-2-3-5 0,-3-2-4 16,0 0 2-16,-1-2 1 0,0-2-2 16,5-1-2-16,1-5 4 0,2-1 4 0,3-1-3 0,1 1-1 15,4-4 3-15,4-2-4 0,-2 1 12 0,5 1 12 16,-2-2-3-16,-2-3-2 0,6 0 6 0,0 4 5 0,0-4 1 15,17 1-6-15,3-1-5 0,7-2 2 0,6 2-7 0,2-1-1 16,2-3-2-16,2 3-6 0,2-4-5 0,9 0 2 16,-13 5-1-16,-1-2-3 0,-2 0 5 15,-4 2-4-15,-10 0 1 0,-1-1-6 0,-6 1 2 16,1 0 3-16,-5 0-11 0,-2 0 5 0,-1-2-8 0,0 2-9 16,-6 0-18-1,9 0-3-15,-9 0-19 0,0 0-29 0,0 0-42 16,-5-7-42-16,5 7-39 0,-9-5-236 0,7 0-474 15,-6 0 210-15</inkml:trace>
  <inkml:trace contextRef="#ctx0" brushRef="#br0" timeOffset="91606.73">28540 8815 162 0,'0'0'199'0,"0"0"-16"16,0 0-18-16,0 0-12 0,0 0-8 0,0 0-21 0,0 0-11 0,-3 3-6 16,3-3-2-16,0 0-7 0,0 0-7 0,0 0-3 15,0 0 4-15,0 0 0 0,0 0-2 0,0 0-6 16,0 0-2-16,14-4-8 0,-5 1-10 0,2-4-1 16,6 2-6-16,0-3-6 0,1 2-2 0,-3-3 3 15,6-2-3-15,2-3 4 0,-5 3-3 0,5-5-4 16,-7 4 0-16,3-5-1 0,-3 3-3 0,-3-1-3 0,-1-2 0 0,-3 4 3 15,0-1 1-15,0 3 7 0,-4 1 1 0,-5-1-3 16,1 3-5-16,-2 0-10 0,-4-2-4 0,-4 4-7 16,0 2 0-16,-10 0-4 0,2 2 5 0,-11 7-17 15,-2 2 0-15,0 5-3 0,-2 0 4 0,3 5-5 16,-2 0-1-16,3 4-3 0,6 1 1 0,1 2 6 16,1 1-4-16,9 0 3 15,2 1-3-15,5-2 4 0,7 2 0 0,8-2 5 16,3-2-5-16,11-2-6 0,5-3-16 0,2-5-47 15,22 0-54-15,-3-3-73 0,7-6-82 0,-5-6-196 16,5-1-507-16,-3-4 225 0</inkml:trace>
  <inkml:trace contextRef="#ctx0" brushRef="#br0" timeOffset="92192.35">28891 8356 132 0,'0'0'209'0,"-10"0"-8"16,10 0-17-1,-9 1-12-15,9-1-17 0,0 0-9 0,-5-1-8 16,5 1-11-16,0 0-9 0,0 0-11 0,0 0-7 16,-5 2-5-16,5-2-5 0,0 0-1 0,0 0-4 15,0 0 0-15,0 0 1 0,0 0 0 0,0 0 5 16,0 0-3-16,0 0-6 0,0 0 7 0,0 0-8 0,0 0-3 16,0 0-2-16,0 0-6 0,0 0-7 15,0 0-8-15,0 0-3 0,0 0-10 0,19-9-7 0,-4 7 1 0,6 0-3 16,-1-1-1-16,10 0-6 0,0-1-7 0,2 0-1 15,0 0 0-15,5 0-5 0,-2 1 1 0,-2-2-2 16,-4 3-1-16,-6-3-5 0,-5 4 2 0,-7-3 2 16,1 4 2-16,-3-2-4 0,-1 2-4 0,-2 0 0 15,-1 0-6-15,-5 0-12 0,8-3-5 0,-8 3-22 16,0 0-25-16,0-4-22 0,0 4-18 0,0 0-13 0,-14-1-22 0,5 1-21 16,9 0-11-16,-9 1-30 0,4 1-207 0,5-2-444 15,-11-4 197-15</inkml:trace>
  <inkml:trace contextRef="#ctx0" brushRef="#br0" timeOffset="92577.45">29740 7990 123 0,'2'-4'304'0,"2"0"-17"16,0 1-21-16,-1 1-22 0,-1-1-21 0,-2 3-28 15,3-4-16-15,-3 4-23 0,0 0-19 16,0 0-15-16,4-3-19 0,-4 3-9 0,0 0-16 0,0 10-9 16,-2-4-9-16,0 7-8 0,-3 2-3 0,-1 3-7 15,-4 10-7-15,-4-1-1 0,1 1 4 0,-1 1-14 16,0 2 0-1,0 0-5-15,5-1 1 0,-4-1-1 0,1 1-6 16,1 0 2-16,2-3-3 0,2 2 7 0,2-6-7 0,1-4-4 16,0-3-1-16,1-4 1 0,2 4 0 0,1-3 10 15,-1-5 7-15,1 4 1 0,0-7 3 0,1 4 4 0,3-4 10 16,0 2 1-16,1-2 1 0,6-2-2 0,0 1 2 16,2-1-12-16,4-1 16 0,2-2-17 0,3 0-22 15,5-3-30-15,-4-1-44 0,-4-1-55 0,2-3-70 16,3-4-83-16,-4 3-214 0,-4-5-525 0,0 1 234 15</inkml:trace>
  <inkml:trace contextRef="#ctx0" brushRef="#br0" timeOffset="92893.9">29603 8224 240 0,'0'0'293'0,"-6"0"-8"0,6 0-8 15,0 0-2-15,0 0-15 0,0 0-18 0,0 0-21 16,0 0-25-16,0 0-14 0,0 0-26 0,0 0-16 0,35 1-13 16,-4-2-16-16,6 0-40 0,17-2-53 0,-1 3-74 15,6-2-90-15,0-5-336 0,-5 3-523 0,-6-6 232 0</inkml:trace>
  <inkml:trace contextRef="#ctx0" brushRef="#br0" timeOffset="110984.97">7802 11507 64 0,'0'-5'185'16,"0"5"-7"-16,0-5-3 0,0 5-9 0,0 0-9 16,0-4-4-16,0 4-9 0,0 0-9 0,0 0-11 15,0-4-9-15,0 4-7 0,0 0-7 0,0 0-12 16,0 0-10-16,0 0-10 0,0 0-5 0,0 0-5 16,0 0-10-16,0 0-8 0,0 0 2 0,0 0-13 15,0 0 0-15,0 0-5 0,0 0-4 0,0 0-3 0,-4-3-2 0,4 3 1 16,0 0-3-16,0 0-6 0,0 0-2 0,0 0-5 15,0 0-2-15,0 0-5 0,0 0 0 0,0 0-3 16,0 0 1-16,0 0-1 0,0 0 1 0,0 0 1 16,0 0 1-16,0 0 1 0,0 0 5 0,16 3 0 31,-16-3 1-31,19-3-3 0,-9 2 5 0,6-4-4 0,0 1 0 0,-2 1 3 16,3-1 4-16,-4 0-4 0,0-1-2 0,0-1 4 15,1 0 1-15,-3 1 0 0,-1-2 6 0,-3 2 1 16,1 0 14-16,1 1 2 0,-7-1 6 0,2 0 3 15,3 0 5-15,-6 0-3 0,0 1-4 0,2-1-7 16,-3 1-2-16,0 4-8 0,-4-8-8 0,-1 6-6 16,-7-1-2-16,-2 2-7 0,-4 1 2 0,-10 1 1 15,-3 2-2-15,1 3-2 0,-4 5 3 0,-2-2-3 0,1 5-1 16,-12 7-1-16,15-3 2 0,-10 9-2 0,2 5-1 0,12-10 2 16,1 4 0-16,0 1-2 0,-5 7-2 0,13-7 2 15,4 0 1-15,0-2-2 0,4 4 3 0,6-6 2 16,4-2-2-16,0-2 0 0,2 0 2 0,5-1 4 15,3-1 4-15,12 0 1 0,4-5 3 0,5-1-1 16,8-4 0-16,13-2-1 16,8-3 4-16,-4-2 2 0,-3-4-3 15,2 6-1-15,-16-4-2 0,0-2-1 0,-4 0 0 16,-4 2-1-16,-9-2 1 0,-3 2 0 0,-5-1 2 0,-2 3 1 16,-3-1 0-16,-1 0 1 0,-1 0 5 0,1 1 5 15,-7 0 5-15,8 0-1 0,-8 0-4 0,2-3-2 16,-2 3-2-16,0 0-6 0,0 0-10 0,0 0-9 15,0 0-14-15,-21 4-23 0,17-3-25 0,4-1-37 0,-10 4-36 0,3-2-22 16,1 0-216-16,-2 0-416 0,3-2 184 16</inkml:trace>
  <inkml:trace contextRef="#ctx0" brushRef="#br0" timeOffset="111185.56">8399 11839 115 0,'0'0'348'0,"0"0"-35"15,0 0-28-15,0 0-30 0,0 0-29 0,2-6-23 16,-2 6-20-16,0 0-28 16,0 0-34-16,0 0-35 0,0 0-48 0,0 0-52 15,0 0-57-15,0 0-43 0,0 0-41 0,8-2-174 16,-6 0-357-16,2-1 157 0</inkml:trace>
  <inkml:trace contextRef="#ctx0" brushRef="#br0" timeOffset="111671.21">8733 11522 232 0,'0'-4'288'0,"0"4"-23"0,-1-4-20 15,2 1-22-15,-1 3-22 0,0-6-22 0,0 6-22 0,0 0-19 16,0 0-13-16,2-3-23 0,-2 3-25 0,0 0-29 16,0 0-13-16,0 0-5 0,0 0-1 0,-2 15-6 15,2-6-2-15,-1 1-1 0,1 9-1 16,0-1-5-16,-2 2 0 0,-2 0-2 0,3 0 0 0,-3 4-1 15,0-5-3-15,0 6-1 0,3-7 0 0,-3 2-3 0,0-4 2 16,4 0 0-16,-1-4 0 0,-1-2-3 0,1-1 3 16,0-2 3-16,0 0-2 0,1-3 2 0,-4 1 17 0,4 0 23 15,0-5 32-15,0 4 39 0,0-4 28 0,0 0-14 16,0 0-13-16,-6-12-13 0,3 4-11 0,-1-3-6 16,0-1-6-16,-1-7-10 0,1-5 4 15,-2-5-12-15,2 0-4 16,0-4-18-16,3-15 4 0,1 3-6 0,0 11-2 15,5 0-2-15,-1 3 0 0,2 2-2 0,-2 3 11 16,1 6-14-16,3 1 2 0,-3 3 7 0,3 1-19 16,1 1-7-16,1 1-3 0,5 3-4 0,1 1-9 15,4 1 7-15,-1 1-7 0,11 0-4 0,0 4 5 0,1 3-32 16,2 3-35-16,-5-2-43 0,4 8-32 16,-5-1-47-16,1 6-41 0,-1 0-54 0,-11-2-290 0,1 0-620 0,-3 1 275 15</inkml:trace>
  <inkml:trace contextRef="#ctx0" brushRef="#br0" timeOffset="112072.07">8741 11685 25 0,'0'0'252'0,"-6"2"-19"0,6-2-10 0,-4 1-19 16,4-1-10-16,0 0-9 0,-8 1-7 0,8-1-14 15,0 0-14-15,0 0-11 0,0 0-17 0,0 0-9 0,0 0-15 16,0 0-10-16,26-2-5 0,-8 0-13 0,10-2-4 15,2-1-10-15,2 0-4 0,8 1-7 0,-3-1-3 0,3 0-7 16,13-2 3-16,-12 1-7 0,-5 4-4 0,0 0-4 16,-7-2-1-16,-7 4-3 0,-3-1-4 0,-4 1-1 15,-2 0-8-15,-3 0-6 0,-2-2-5 0,-1 2-1 16,-1-1-3-16,0-1-8 0,-6 2-9 0,0 0-11 16,8 0-18-16,-8 0-26 0,0 0-31 0,0 0-27 15,0 0-33-15,-23 2-50 16,17-4-134-16,6 2-385 0,-10 2 171 0</inkml:trace>
  <inkml:trace contextRef="#ctx0" brushRef="#br0" timeOffset="113059.06">9900 11589 70 0,'0'0'134'15,"0"0"-18"-15,0 0-2 0,0 0-2 0,0 0-2 0,0 0-1 0,0 0 5 16,0 0-8-16,0 0 4 0,0 0-9 0,0 0-1 16,0 0-6-16,0 0-3 0,0 0-6 0,0 0-13 15,0 0-7-15,10 0-7 0,-2 0-4 0,-2-3-8 16,6 3-1-16,2-2-6 0,3 0-14 0,-3 2-28 16,5 3-33-16,0-3-42 0,-1-1-47 0,-3 1-163 15,3 1-312-15,-5-1 138 16</inkml:trace>
  <inkml:trace contextRef="#ctx0" brushRef="#br0" timeOffset="113237.45">9932 11722 180 0,'0'0'204'16,"-2"3"-20"-16,2-3-19 0,11 0-18 0,3 0-14 15,5-3-12-15,11 0-16 0,1 3-23 0,3-1-51 16,4-3-62-16,13 0-190 0,-15-1-238 0,4 2 106 16</inkml:trace>
  <inkml:trace contextRef="#ctx0" brushRef="#br0" timeOffset="114239.74">11331 11364 131 0,'-2'-3'184'0,"2"3"-12"0,0 0-12 0,0 0-9 0,0 0-11 15,0 0-14-15,0 0-11 0,0 0-12 0,0 0-14 16,0 0-10-16,0 0-9 0,0 0-5 0,0 0 0 15,0 0-16 1,0 0-11-16,0 0 1 0,0 0-3 0,0 0-4 16,0 0-3-16,0 0-4 0,0 0-3 0,0 0-3 15,0 0-2-15,0 0 4 0,0 0-5 0,0 0-1 16,18 0 5-16,-7 0-7 0,4 0 3 0,3-2-9 16,3-2 6-16,6 0-4 0,-1 0-1 0,4-1-1 15,-11 2-1-15,5-1 4 0,-3-1-5 0,-1-1 1 16,1 1 3-16,-7 1-4 0,1-1 4 0,-2 0 5 0,-3 3 25 0,-5-3 18 15,0 5 9-15,0-3 6 0,3 1-4 0,-7-1-6 16,-1 3-13-16,2-4-12 0,-2 4-9 0,-8-4-8 16,8 4-6-16,-18 0-2 0,0 3-4 0,-4-2-3 15,-5 6 1-15,-2 1-4 0,-2 2-1 0,-7 3-3 16,-7 7 2-16,12-3-1 0,-13 6-4 0,12-4-1 16,1 0-1-16,-1 2 0 0,6 1 1 0,5 3 1 0,3-3 0 0,2 1 1 15,5 0-2-15,6-4 1 0,3-2 8 0,4 3-3 16,5-2 5-16,13 2 4 0,7-3 3 0,11-3-3 15,16-1-13-15,7-4-23 0,4-2-45 0,-1-6-71 16,1-1-77-16,-2-5-151 0,-6-1-402 0,-5-3 179 16</inkml:trace>
  <inkml:trace contextRef="#ctx0" brushRef="#br0" timeOffset="114625.11">11966 11534 300 0,'0'-5'348'0,"0"-1"-19"0,0 1-18 16,-1 1-16-16,1 1-17 0,0 3-29 0,0-6-17 15,0 6-34-15,0-4-26 0,0 4-15 0,-1-4-19 16,1 4-26-16,0 0-24 0,0 0-32 0,0 0-8 16,0 0-5-16,0 0-10 0,-4 20-7 0,3-11-1 15,-2 8-4-15,1-5 0 0,-2 5 4 0,1 0-11 16,2 2-6-16,-1-1-7 0,0 0-1 0,2 0 1 0,2-1 4 0,-2-7-1 15,0 3-28-15,2-2-19 0,-2-2-30 0,0 1-36 16,1-2-16-16,-1 0-44 0,0-1-38 0,0 1-67 16,0-6-145-16,0-2-455 0,3 3 202 0</inkml:trace>
  <inkml:trace contextRef="#ctx0" brushRef="#br0" timeOffset="115211">10957 12058 49 0,'0'0'163'15,"-5"-2"-11"-15,5 2-7 0,0 0-13 0,-7-1-5 16,7 1-9-16,0 0-8 0,0 0-8 0,0 0-9 16,0 0-10-16,-7-1-19 0,7 1 1 0,0 0 1 15,0 0-12-15,0 0 2 0,0 0-12 0,0 0 13 16,0 0-5-16,0 0-15 0,0 0 6 15,0 0-5-15,0 0 4 0,0 0-7 16,0 0-4-16,0 0 3 0,0 0-5 0,0 0 0 16,0 0-4-16,0 0 9 0,-5-1-6 15,5 1 0-15,0 0 2 0,0 0-2 0,0 0 0 0,0 0-6 16,0 0 2-16,0 0-4 0,0 0 1 0,0 0-3 16,0 0-6-16,0 0 2 0,0 0-1 0,0 0 2 15,26 0 0-15,-8-5 1 0,12 4 2 0,7-4 0 16,15-1 5-16,11 1 5 0,30-4 2 0,-1 0 2 0,1 0 0 0,1-2 0 15,-4 5-2-15,-26 2-1 0,1-3-3 0,27 2-2 16,-30 2-3-16,-6-3-1 0,0 3-2 0,-4-1-5 16,-16 2 1-16,-1 0-3 0,-4 1 3 0,-10-1-1 15,-4 2 0-15,-4-1 12 0,-3 1 12 0,-2 0 16 16,-3-3 8-16,2 3-4 0,-2-2-2 0,-5 2-10 16,9-1-9-16,-9 1-18 15,6 0-20-15,-6 0-29 0,0 0-37 0,0 0-44 16,0 0-48-16,0 0-43 0,0 0-66 0,-31 6-138 15,19-6-442-15,1 3 196 0</inkml:trace>
  <inkml:trace contextRef="#ctx0" brushRef="#br0" timeOffset="115915.1">11486 12180 221 0,'0'0'223'0,"0"0"-20"15,0 0-24-15,0 0-16 0,0 0-18 0,0 0-18 16,19-5-12-16,-10 2-13 0,4 3-14 0,0 0-5 0,1 0-15 0,4 3-2 15,-1 3-8-15,-4-3-4 0,0 0-9 0,-2 2-6 16,1 0-5-16,-2-1-6 0,-1 0-2 0,0 4-14 16,-5 0 3-16,2-2 0 0,-2 4-4 0,-3 0-1 15,-2 1-1-15,-3 1 2 0,-5-2-2 0,0 6-1 16,-1-2-1-16,-2 1 4 0,1-3-4 0,-4-1-3 16,5-1 2-1,-1-2-1-15,1-1 3 0,3 0-3 0,-2-2 2 16,3 0 2-16,1-1 15 0,-1-1 3 0,2 0 15 15,2 0 22-15,2-3 18 0,-6 2 18 0,6-2 12 0,0 0-9 16,0 0-15-16,0 0-7 0,13-17-11 0,0 7-5 16,1-2 3-16,9-3-17 0,1-1-4 0,3-4-5 15,1 1-6-15,-3-2-6 0,3 1-1 0,1 1-3 16,-3 1 0-16,-3 1-5 0,-7 5-3 0,2 2 1 0,-8 2-3 0,3-1 0 16,-6 2 0-16,0 3-7 0,-2-1-1 15,3 2-5-15,-3 1-2 0,-1-1-13 0,-3 1-8 16,-1 2-10-16,0 0-1 0,0 0 0 0,4 10 10 15,-8-3-5-15,0 0 5 0,-1 5-4 0,0 5 5 0,-4-2 0 16,5 0 1-16,3 2-2 0,-4 2 6 0,6-2 3 16,3 2 4-16,0-2 2 0,7-3 2 0,6 1 5 0,9-1-10 15,8-2-36-15,5-6-58 0,15-2-89 0,4-6-289 16,-2-3-522-16,-2-5 231 0</inkml:trace>
  <inkml:trace contextRef="#ctx0" brushRef="#br0" timeOffset="116367.35">12884 11930 76 0,'0'0'137'16,"-5"2"-10"-16,5-2-4 0,0 0-14 0,0 0-10 16,0 0-5-16,-7 0-1 0,7 0-6 0,0 0-9 15,0 0 5-15,0 0 2 0,0 0-1 0,0 0 3 16,0 0 6-16,0 0 2 0,0 0 0 0,0 0-9 0,0 0-4 0,0 0-6 16,22-8-7-16,-10 7-6 0,8-3-12 0,9 0-4 15,3 0-3-15,7-1-5 0,12-3-3 0,-1 2-3 16,2 3-9-16,-15 1 3 0,0-1-3 0,-1-1-2 15,-4 0-10-15,-3 0-19 0,-9 4-17 0,-3-3-26 16,-4 2-31-16,0 0-14 0,-3 1-21 0,-2-3-52 16,-3 2-139-16,-5-4-332 15,0 5 147-15</inkml:trace>
  <inkml:trace contextRef="#ctx0" brushRef="#br0" timeOffset="116635.98">13123 11780 167 0,'0'-6'297'16,"-1"3"-10"-16,-1 0-19 0,2 3-18 0,0-7-23 0,0 7-19 15,0 0-30-15,0-6-19 0,0 6-22 0,0 0-19 16,0 0-17-16,0 0-10 0,0 0-12 0,0 0-3 0,-2 25-13 15,0-11-2-15,1 4-11 0,1 4-6 0,-1 2-16 16,2 5-20-16,-2-2-36 0,0 0-42 0,-1 1-46 16,2-4-78-16,-1-4-222 0,-2-3-448 0,2-8 198 15</inkml:trace>
  <inkml:trace contextRef="#ctx0" brushRef="#br0" timeOffset="117848.06">14347 11313 115 0,'-1'-3'162'16,"1"3"-15"-16,-4-4-4 0,4 4-13 0,0 0-6 16,-8 0-9-16,8 0-6 0,-5-2-4 0,5 2-9 0,0 0 1 15,0 0-9-15,0 0-7 0,0 0-3 0,-5-3-10 16,5 3-4-16,0 0-7 0,0 0-6 0,0 0-7 0,0 0-1 0,0 0-8 15,0 0-1-15,0 0-3 0,0 0-4 16,0 0-2-16,0 0-3 0,14-3-2 0,-4 3-3 16,-2-1-1-16,4-1-1 0,0 0-6 0,1 1-6 15,2-2 2-15,1 0-2 0,-2-1 5 0,0 2-6 0,2-3 0 16,-3 2 3-16,0 0 3 0,-3-2-4 0,-1 3 1 16,0-3 3-1,-3 3 2-15,2-2 8 0,-3 0 6 0,-1 0 3 16,0 4 2-16,-1-3-7 0,-1 1 0 0,-2 2-5 15,0 0-3-15,0 0-7 0,-10-5 3 0,1 6-3 16,-4 0 0-16,0 4-5 0,-6 1-1 0,-1 1 2 16,-10 5-3-16,1 2-1 0,1 0 0 0,0 3-1 15,1-1-4-15,4 4 1 0,1-2-1 0,-1 2 0 0,7 1-1 16,3 0-4-16,3-3 9 0,4 0-3 0,4 0 0 0,2 2 7 16,6-3-4-16,3 0 4 0,10 1 2 0,8-3-1 15,5-2-4-15,8-4-36 0,13 3-53 0,4-9-70 16,-4-2-192-16,3-3-379 0,-17-3 168 0</inkml:trace>
  <inkml:trace contextRef="#ctx0" brushRef="#br0" timeOffset="123933.01">14090 11179 10 0,'0'0'73'0,"0"0"-2"16,0-4 2-16,0 4-8 0,0 0 2 0,4-4-13 15,-4 4 9-15,3-3-4 16,-3 3 0-16,0 0-9 0,1-6 2 0,-1 6-4 15,1-2-6-15,-1 2-2 0,0 0 5 0,0 0-15 16,0 0 6-16,4-5-11 0,-4 5-1 0,0 0-4 16,0 0-7-16,0 0-13 0,0 0-9 0,0 0 13 15,0 0-1-15,-18 10-3 0,5 4 9 0,-10 4-5 16,-5 4 1-16,-15 14-6 0,-5 4 0 0,-22 15 3 16,1 5 2-16,3 1 1 0,2-1 6 0,-3 1-8 0,-5-6 0 15,1 3-3-15,20-17-2 0,-17 13 4 0,22-20-8 0,-1 0 11 16,2-4-7-16,2-2 0 0,14-6 12 0,1-2-12 15,1-2 3-15,2 0-2 0,1-3 12 0,5-4-8 16,1 0 3-16,0-1-6 0,0-2 4 0,4 1-7 16,3-3 7-16,-1 0 3 0,3-1-7 0,1 0 7 15,0-2-1-15,1 1 0 16,1-1 1-16,1 0 3 0,-2-2-9 0,2 2 1 16,1-2-3-16,1 3-13 0,3-4-18 15,-9 2-14-15,9-2-30 0,-11 0-85 0,2-2-175 0,2-1 77 16</inkml:trace>
  <inkml:trace contextRef="#ctx0" brushRef="#br0" timeOffset="124500.93">11951 11136 78 0,'0'0'124'0,"-1"-2"-17"16,1 2-5-16,0 0-18 0,0 0-8 0,0 0-9 0,0 0-12 0,0 0-6 15,15 5-5-15,-1-1 2 0,5 6-12 0,11 5-4 16,16 9 0-16,10 1-10 0,22 13 2 0,6 4 11 15,-1 1 1-15,8 2-5 0,-2 2-1 0,5 1-9 16,-1 2 12-16,3 0-3 0,-3-1-1 0,-1 1-8 16,-4-3-8-16,-1 0 4 0,-10-2-2 0,-23-11-4 15,0 0 7-15,0-2 2 16,-5 0-2-16,-1-1-4 0,-4-2-1 0,-15-7 1 16,2-3-2-16,-3-1-1 0,-5-2 1 0,-5-4-14 15,-4-2 4-15,-4-2 0 0,0-2-3 0,-2-1 6 16,-3-2 6-16,0 2 9 0,-1-3 12 0,1 0 12 15,-2 1 1-15,-3-3 9 0,5 2-3 0,-5-2 4 16,5 3-8-16,-5-3-1 0,0 0-4 0,4 0-12 16,-4 0-25-16,0 0-68 0,0 0-78 0,0 0-128 0,0-10-293 0,0 4 130 15</inkml:trace>
  <inkml:trace contextRef="#ctx0" brushRef="#br0" timeOffset="125766.56">14420 11255 84 0,'-37'43'76'0,"-17"23"-10"0,13-20 7 0,-22 23-14 16,3 0-3-16,3-3 2 0,16-18 8 0,0 0-2 0,-15 16-5 16,19-22-6-16,1-3-7 0,4-2 4 0,9-11-3 15,-1-1-2-15,2 0-10 0,3-2 7 0,0 0-16 16,2-3 4-16,3-3-9 0,3-2 4 0,-2-1-6 0,4 3 0 0,0-7-6 15,5-2 5-15,-3 2 3 0,0 1-1 0,5-6 2 16,-1 2-14-16,-1 0 4 0,-1-4-15 0,4 4-11 16,-2-2-11-16,2-3 1 0,-4 1-9 15,5-3-9-15,-3 1-140 0,3-1-198 0,0 0 88 16</inkml:trace>
  <inkml:trace contextRef="#ctx0" brushRef="#br0" timeOffset="126838">12595 11214 83 0,'0'0'133'0,"-1"-3"-25"0,1 3-8 16,0 0-16-16,0 0-12 0,0 0-10 0,0 0-7 16,-18 11 2-16,5 2-15 0,-10 15-10 0,-13 12 6 15,-6 4-7-15,-24 31-15 0,3 4 7 0,-3 0-5 16,3 0-5-16,-2 8-1 0,0-8 5 0,-1-3 0 0,4-5 7 15,-2-4-3-15,19-21-3 0,2-5 0 0,1 5-2 16,1-4 0-16,1-3-2 0,7-3-4 0,5-8 6 16,2-3-7-16,1 1-11 15,0-1 8-15,4-2-9 0,0-1 21 0,2-2-5 16,4-6-7-16,-1 3 1 0,4-5-4 0,2-2 1 0,2 0 1 16,0-1 4-16,-1-2-12 0,3 1-4 15,1-3 7-15,1 0-10 0,0 1-1 0,1-3-3 16,1-1-2-16,-2 2-11 0,4-4-1 0,-2 2-6 15,2-2-26-15,0 0-113 0,0 0-185 0,0 0 83 16</inkml:trace>
  <inkml:trace contextRef="#ctx0" brushRef="#br0" timeOffset="127524.14">14224 11769 17 0,'-84'67'106'16,"10"-9"-16"-16,25-17-5 0,-3-5-1 0,6 1-5 15,1-4-15-15,3-5-7 0,11-6-7 0,3-1-5 0,1-3-1 16,2 2 2-16,2-3-11 0,6-5 2 0,2-2-15 15,2-1 4-15,3-1-3 0,5-3 0 16,-3 0-7-16,3 0-9 0,-1-3-1 0,4 2-3 16,-4-1 3-16,3-3-5 15,3 0 0-15,0 0-10 0,0 0-9 0,0 0-10 16,13 2-23-16,-13-2-94 0,17-6-157 0,-6 2 71 16</inkml:trace>
  <inkml:trace contextRef="#ctx0" brushRef="#br0" timeOffset="128272.62">16154 11369 39 0,'0'0'56'0,"0"0"-4"0,0 0 0 0,0 0 3 16,0 0 0-16,0 0 1 0,0 0-4 0,0 0 4 15,0 0-4-15,0 0 7 0,0 0-14 0,0 0-2 16,0 0-1-16,0 0-2 0,0 0 5 0,0 0-8 0,0 0-8 0,0 0-5 15,0 0 5-15,23-2-10 0,-10-1 8 0,8 3-9 16,6-3-1-16,4 2-3 0,2-4 4 0,5 3-8 16,-2-1-9-16,1 0-12 0,-1 3-13 0,-3 0-21 15,-3-3-22-15,-1 3-83 0,-9-3-161 0,-2 1 71 16</inkml:trace>
  <inkml:trace contextRef="#ctx0" brushRef="#br0" timeOffset="128595.13">16220 11644 128 0,'0'0'127'0,"-1"3"-18"15,1-3-3-15,0 0-6 0,27 0-2 0,0-3-18 16,9 2-6-16,18 0-18 0,6-1-11 0,3-1-17 15,2-1-22-15,-3 1-21 0,0 2-45 0,-7-2-87 16,-20 1-160-16,-1-1 71 0</inkml:trace>
  <inkml:trace contextRef="#ctx0" brushRef="#br0" timeOffset="129931.1">17910 11211 81 0,'0'0'110'0,"0"0"-7"0,0 0-12 0,0 0-6 15,0 0-12-15,0 0-6 0,0 0-4 16,0 0-9-16,0 0-7 0,0 0 1 0,-6-1-10 16,6 1 0-16,0 0-15 0,0 0 2 0,0 0 0 0,0 0-3 15,0 0 2-15,0 0-4 0,0 0 0 0,0 0-5 16,20 0 2-1,-12-1 0-15,4-2-8 0,2 1 5 0,4-1-1 16,0-1 0-16,1 3-5 0,-1-3 7 0,1-1 6 16,-1 0 3-16,0 1 2 0,-4-3 11 0,4-1 6 15,-7 3 2-15,1 0 14 0,-2-1 8 0,-1 2 9 16,1 0 1-16,-5-1-1 0,3 2 0 0,-3-2-2 16,-1 1-10-16,-3-1-5 0,3 1-9 0,-4 1-4 15,0-2-13-15,0 5-12 0,-10-5-6 0,-2 3-6 0,-3 2-7 0,-6 0 2 16,0 4-3-16,-10 4 0 0,-2 0-3 0,-3 2-1 15,2 2 1-15,-1 4 1 0,-10 7-1 0,11-5-3 16,-8 10 0-16,10-7 1 0,1 2-2 0,3 1-2 16,6 1 2-16,2 1 3 0,5-1 0 0,2 3-6 15,5-2 2-15,7-5 1 0,5 4 4 0,3 2 5 16,9-6-2-16,7 0-1 16,10-4 3-16,18 0-2 0,5-5-12 0,7-4-30 15,2-3-40-15,27-5-55 0,-33-3-173 0,-3-2-333 16,-5 1 147-16</inkml:trace>
  <inkml:trace contextRef="#ctx0" brushRef="#br0" timeOffset="130312.71">18354 11491 96 0,'0'0'223'0,"0"-5"-17"16,-2 4-11-16,2 1-15 0,0-6-16 0,0 6-15 15,0 0-11-15,0 0-11 0,2-6-13 0,-2 6-14 16,0 0-14-16,0-4-9 0,0 4-10 0,0 0-9 0,0 0-10 15,0 0-18-15,0 0-15 0,0 0-5 16,0 0-2-16,-2 11 0 0,2 0-4 0,2 1 1 16,-4 3-7-16,-1 2 9 0,3 1-4 0,0 1 0 15,0-2 4-15,0 2-13 0,0-1 12 0,3-1-5 0,-1 0 3 16,-2 2 2-16,1-5 0 0,-1-2-10 0,2 2-29 16,0-2-29-16,0-1-17 0,0-2-42 15,-2 3-187-15,1-7-332 0,2-1 147 0</inkml:trace>
  <inkml:trace contextRef="#ctx0" brushRef="#br0" timeOffset="131083.54">18872 11212 65 0,'6'-1'134'15,"1"-1"-10"-15,3 1-16 0,3 1-16 0,-1-2-2 16,7 5-7-16,1-1-17 0,0 4-11 0,1-1-6 16,4 6-4-16,3-1-3 0,-7 4-1 0,-2-2-5 15,-5 3-5-15,5 2-6 0,-2 4 4 0,-8-4-8 16,-3 3 3-16,-1-3-5 0,-4 3-4 0,-2 3 2 15,-3 5 0-15,-2-3-3 0,-6 0 1 0,-3-2-4 16,1 0 3-16,-5-3-2 0,2-6 2 0,2 5-8 16,-3-7 5-16,5-1-2 0,4-4 5 0,-3 2 0 15,1-4-5-15,5-2 13 0,0 1 11 0,0 0 23 16,1-1 21-16,1 0 41 0,1-1 26 0,3-2-3 16,0 0-11-16,0 0-13 0,0-13-19 0,3 3-2 15,5 0-15-15,4-5-9 0,4-7-7 0,2-4-1 16,6-1-15-16,-2 2-5 0,1-1-10 0,5-2-4 15,-2 3-5-15,-2 0-2 0,-3 1-2 0,-2 2-3 16,-4 2 1-16,-4 5 0 0,-3 7-2 0,1-3-6 16,-4 2 1-16,0 4-4 0,-1 1-4 0,0 0-12 0,-3 1-20 15,-1 3-5-15,0 0 4 0,0 0-1 0,-15 11 4 0,6-3 0 0,-4 6 7 0,-5 7-5 16,2 0 2-16,2 2 2 0,1 2 8 0,1 0-3 16,5 1-1-16,3 1 0 0,4-1 0 0,1 0-1 15,8-1 1-15,8-3 5 0,6-3-14 0,7-1-32 16,6-4-56-16,18-1-69 0,6-5-195 0,-4-7-407 15,3-1 180-15</inkml:trace>
  <inkml:trace contextRef="#ctx0" brushRef="#br0" timeOffset="131653.87">20272 11413 70 0,'0'0'138'0,"0"0"-1"0,0 0-4 0,0 0-2 15,0 0-3-15,-8 0-12 0,8 0-11 0,0 0-9 0,0 0-7 16,0 0-16-16,31-3-3 0,-11-2-4 15,1 5-7-15,7-3-6 0,7-1-10 0,-5 2-4 16,4-1-3-16,2-4-4 16,2 6-6-16,-3-1-8 0,1-1-10 0,-4-1-10 15,-2 3-18-15,-11-5-20 0,-1 4-27 0,-4 2-18 16,-3-3-16-16,-4 3-125 0,-1-4-243 0,-5-1 108 16</inkml:trace>
  <inkml:trace contextRef="#ctx0" brushRef="#br0" timeOffset="131869.96">20484 11282 51 0,'0'-3'256'0,"0"3"-6"0,-1-7-11 0,1 4-15 16,0 3-20-16,0 0-23 0,0-5-26 0,0 5-16 0,0 0-22 15,0 0-11 1,0 0-18-16,0 0-8 0,0 0-11 0,0 20-7 15,-1-9-10-15,1 6 1 0,0 1-9 0,0 2-2 16,5 9-5-16,0 0-18 0,2 2-23 0,1-2-40 16,1 3-44-16,0-1-57 0,-2-2-220 0,0-3-395 15,-2-11 175-15</inkml:trace>
  <inkml:trace contextRef="#ctx0" brushRef="#br0" timeOffset="132971.94">21670 11117 128 0,'0'0'139'16,"-4"-2"-18"-16,4 2-12 0,0 0-1 0,0 0-18 15,0 0-17-15,0 0-5 0,0 0-3 0,0 0-8 0,0 0-2 0,0 0-10 16,0 0-1-16,0 0-3 0,27 2-10 0,-14-4 8 16,-1 0-8-16,4-1-7 0,4 0-3 0,-1-1 2 15,1-1 2-15,0 0-5 0,0 0-2 0,-1-3 1 16,1 1-3-16,-6 1 5 0,-1 0 6 0,-3 1 2 16,2-4 11-16,-3 4 13 0,-2-2-5 0,2 1 2 15,-5 0 5-15,0 1-8 16,-1 0-10-16,-1 2 0 0,-1-1-6 15,-1 1-2-15,0 3-8 0,-5-7 0 0,-1 5-1 16,-2 1-5-16,-6 2-2 0,-1 1-7 0,-6 3-1 0,-7 2 1 16,0 3-1-16,-1 2-4 0,-1 5 0 0,0 0 1 15,-1 3-2-15,0 1-3 0,3 1 0 0,5 2-3 16,-2-2 3-16,5 2 1 0,4 2-1 16,2-3 3-16,5 3-2 0,5-3-3 0,4-4 5 0,3 2 1 0,4-6 2 15,10 7 0-15,5-1 5 0,8-4-6 0,7-5 2 16,17 5-27-16,1-5-42 0,4-5-60 0,-6-3-178 15,5-2-326-15,-7-5 144 0</inkml:trace>
  <inkml:trace contextRef="#ctx0" brushRef="#br0" timeOffset="133526.24">22121 11330 92 0,'0'0'195'15,"0"0"-18"-15,0 0-19 16,0 0-17-16,0 0-17 0,18-4-9 0,-9 4-16 15,0 3-7-15,3-2-10 0,-1 1-12 0,2 1-4 16,-4-1-8-16,5 2-10 0,-4 1-3 0,-1-1-7 16,1 1-10-16,1 1 3 0,-4 2-6 0,-1-1-6 15,-2 2-2-15,0 2-2 0,-3-2-4 0,-2 1-3 16,-1 2 0-16,-5 3 9 0,-2-1-9 0,0 1 0 16,-2-1-6-16,-2-2 3 0,2-1-2 0,-2 1-3 0,3-3 2 0,2-3-2 15,0 2 6-15,1-4 0 0,2 0-9 0,1 0 0 16,0-1 5-16,1 1 5 0,1-2 11 0,-1 1 3 15,3-3 4-15,0 0-5 0,17 0-1 0,3-2 1 16,11-1-2-16,1 1-7 0,4 0 2 0,16-3-3 16,0 2-20-16,2-1-32 0,2 1-50 0,-5-1-85 15,-12 1-103 1,-2 0-302-16,-5 1 133 0</inkml:trace>
  <inkml:trace contextRef="#ctx0" brushRef="#br0" timeOffset="134227.73">21314 11855 29 0,'0'0'149'0,"-8"0"-4"16,8 0-15-16,-5-1-6 0,5 1-12 0,0 0-15 0,0 0-11 0,0 0-1 15,0 0-9 1,-9 0-9-16,9 0-5 0,0 0-14 0,0 0 4 15,0 0 2-15,0 0-8 0,0 0-5 0,0 0-8 16,0 0 3-16,0 0-5 0,0 0 6 16,0 0-15-16,0 0-3 0,0 0-4 0,0 0-2 0,0 0-1 15,0 0 1-15,-6-2 1 0,6 2-7 0,0 0 1 16,0 0 1-16,0 0-4 0,0 0-4 0,0 0 6 0,0 0-3 16,0 0 5-16,0 0-2 0,0 0-1 0,0 0 3 15,0 0-3-15,0 0-2 0,0 0 11 0,0 0-2 16,0 0 9-16,38 0-6 0,-9-2 4 0,8-1-3 15,17-3-1-15,11 2 0 0,32-2 4 0,3-2 1 16,2 4 7-16,4-3 6 0,5 3 5 0,2-1 5 16,3 0 2-16,-1-1-2 0,-2 1-3 0,-5 1-1 0,-14 1-7 0,-28 3-1 15,26-5-4-15,-34 4-3 0,-1 0 3 16,-20-1-5-16,-1 0-2 0,-6 1-3 0,-3 1 1 0,-9 0-4 16,-5 0 1-16,-2 0 6 0,-3 0 4 0,-3-3-6 15,2 3 0-15,-7 0-3 0,7 0-22 0,-7 0-23 16,0 0-33-16,0 0-29 0,0 0-34 0,-21 3-47 15,0 2-180 1,3-2-381-16,-2 1 168 0</inkml:trace>
  <inkml:trace contextRef="#ctx0" brushRef="#br0" timeOffset="134976.26">22070 12087 105 0,'0'0'255'0,"4"-7"-33"0,-1 5-24 0,1-2-22 0,3 2-23 0,3-2-15 15,2 2-12 1,8 1-14-16,-1 0-13 0,3 3-8 0,6 3-12 0,0 1-7 16,1 2-9-16,-3 1-10 0,-1 4-3 0,-9-4-10 15,2 1-15-15,-4 5-10 0,0-1-13 0,-4 3-9 0,-4 0-1 16,0 0 1-16,-5 4-2 0,-5 3-4 0,-3 0-2 15,-6-2 6-15,-1 3-4 0,-3-5 7 16,-2 2 3-16,-1-4-3 0,-1-2 2 16,5-3 0-16,-1-3-5 0,0 0 5 0,6-3-3 0,-2-2 9 15,4 1 16-15,3 0 8 0,-1-6 19 0,2 3 15 16,0-1 26-16,0-2 21 0,1 2 25 0,4-2 14 16,0 0-13-16,-6-7-15 0,10 0-18 0,2-3-2 15,4-3-20-15,3 0-8 0,5-7-6 0,1-4-9 16,7 3-6-16,2-1-1 0,1-4-7 0,-1 3-6 0,2 1 1 15,-5 3-7-15,-4-1-5 0,-5 8 3 0,-3 1 8 16,-2 4-10-16,-2-2-6 0,-1 5 5 0,-4-1-12 16,2 0-7-16,-1 1-6 0,-1 1-4 0,0 3-21 0,-4 0-16 15,0 0 1-15,0 0 6 0,0 0 2 0,-13 17 2 16,6-7 5-16,-2 5-2 0,2-1 13 0,-3 3-7 16,5 0 3-1,0 0-4-15,2 1 5 0,6 1 0 0,3 0 5 0,11 4 0 16,8-4-9-16,20 6-45 0,10-6-88 15,37-1-128-15,4-6-178 0,-3-10-498 0,-24-6 221 16</inkml:trace>
  <inkml:trace contextRef="#ctx0" brushRef="#br0" timeOffset="143179.87">5053 14382 38 0,'0'0'140'0,"-2"-6"-1"0,1 3-8 0,1 3-2 0,-2-5 3 15,2 5-9-15,-1-6-6 0,-2 3-8 0,3 3-5 16,-1-5-2-16,1 5-4 0,-1-4-13 0,1 4-14 15,-1-3-7-15,1 3-11 0,0 0-15 0,0 0-20 16,0 0-6-16,0 0-3 0,0 0-1 0,-7 19-8 16,2-2 7-16,1 2-10 0,-3 7 2 0,1 5-2 15,0 5-1-15,1 9 5 0,-4 5 1 0,3-2-4 0,-2 0 5 16,4-11-2-16,0 9 0 0,-1-10-1 0,5-2-2 16,0-1 5-16,-1-1-9 0,1 0 3 0,-4-6 5 15,4 0-4-15,0-5-1 0,0-3 3 0,0-1 3 0,0 1 0 16,4-6 6-16,-3 0-7 0,-1-3-2 0,0-2 2 15,0 0 5-15,0-1 1 0,0-2-4 0,0 1-1 16,0-3-2 0,0-2 3-16,0 7 0 0,0-7 0 0,0 5 4 15,0-5 1-15,0 3 1 0,0-3 0 0,0 0-7 16,0 0 17-16,0 0 9 0,0 0 5 0,0 0-42 16,0 0-52-16,0 0-40 0,-1-21-24 0,1 9-14 15,0-6-105-15,-4-2-264 0,0-8 117 0</inkml:trace>
  <inkml:trace contextRef="#ctx0" brushRef="#br0" timeOffset="143502.87">4904 14292 101 0,'-3'-5'158'0,"2"2"-14"0,-3-2-19 16,3 1-13-16,0 1-13 0,1 3-19 0,-2-3-2 15,2 3-32-15,0 0 13 0,0 0-13 0,14 6-6 0,-1-2 3 16,2 4-5-16,6 0-7 0,7 4 1 0,4 1-7 0,4 0-1 15,12 5 1-15,-12-2-8 0,9 3 0 0,-13-1-5 16,-2 0-6-16,0 2 7 0,-6 0-4 16,0-2-4-16,-6 4 5 0,-5-6-7 0,-3 2 9 15,-5 1-6-15,-2-1 5 0,-7 0-2 0,-5-1 2 16,-5 4-4-16,-9 0 7 16,-5-4-1-16,-3 1 6 0,-3-2-3 0,-2-4 2 15,2 0 3-15,0 0 9 0,4-2 2 0,0 0 4 16,3-3 2-16,-2-1-3 0,9-2-2 0,3 0 1 15,3-3-1-15,2 0-7 0,6 2-1 0,-2 0-3 16,3-3-20-16,0 0-11 0,5 0-9 0,0 0-11 16,0 0-25-16,0 0-29 0,0 0-44 0,24 0-137 15,-7-6-285-15,2 2 126 0</inkml:trace>
  <inkml:trace contextRef="#ctx0" brushRef="#br0" timeOffset="143681.23">5429 14839 267 0,'0'0'332'0,"0"4"-31"16,0-4-35-16,0 0-34 0,0 0-35 0,0 5-38 16,0-5-36-16,0 0-39 0,0 0-49 0,0 0-46 15,0 0-68-15,0 5-55 0,0-5-41 0,0 0-92 16,0 0-288-16,0 0 128 0</inkml:trace>
  <inkml:trace contextRef="#ctx0" brushRef="#br0" timeOffset="144404.91">6063 14445 37 0,'0'-8'236'15,"0"3"-8"-15,0-2-17 0,0 2-14 0,1 0-19 0,-1-2-18 0,-1 4-16 16,1 3-15-16,0-5-18 0,0 5-13 0,0-4-21 16,0 4-22-16,0 0-20 0,0 0-8 0,0 0-4 15,0 0-4-15,0 17-3 0,0-7-2 0,-3 9-3 16,-2 7 1-16,3 3-6 0,-2 0 2 0,0 9 4 16,0-3-9-16,-1-1 3 0,1 13-5 0,0-10 3 15,-2-5 0 1,2 2-15-16,0-3 2 0,0-2 2 0,3-2 2 15,-1 1 0-15,-1-8 1 0,3-2 0 0,-3 0 3 0,2-5-5 16,-1-1 6-16,0-3-3 0,-1 3-11 0,0-4 0 16,3-1-7-16,-3-2-14 0,2 0 1 0,1-1-5 15,0 1 2-15,0-5-5 0,-4 3 8 16,4-3-116-16,0 0-115 0,-9-7-287 0,3-1 128 16</inkml:trace>
  <inkml:trace contextRef="#ctx0" brushRef="#br0" timeOffset="144621.14">5802 14473 164 0,'-1'-5'196'16,"-3"-1"-23"-16,5 1-21 0,3 0-12 0,0-1-17 15,6-1-10-15,-1 2-13 0,4-4-12 0,6 4-10 16,8-4-9-16,1 3-4 0,3 2-12 0,3 1-7 15,-2 2-7-15,4 4-33 0,-4-1-30 0,1 1-29 16,-2 5-39 0,-4 2-148-16,-8-1-259 0,0 1 115 0</inkml:trace>
  <inkml:trace contextRef="#ctx0" brushRef="#br0" timeOffset="144806.01">5888 15075 103 0,'-2'3'235'0,"2"-3"-29"0,-1 4-21 15,1-4-22-15,0 0-8 0,4 4-23 0,2-4-10 16,6 0-13-16,7 0-22 0,11-4-25 0,0 1-39 16,3 0-57-16,7-2-52 0,-4 4-158 0,-2-3-264 15,-1-3 117 1</inkml:trace>
  <inkml:trace contextRef="#ctx0" brushRef="#br0" timeOffset="145153.68">6534 14991 92 0,'0'0'362'0,"0"0"-37"0,0 0-33 15,0-12-30-15,0 12-33 0,0 0-51 0,0 0-69 16,-1-3-83-16,1 3-96 0,0 0-232 0,0 0-325 16,3-9 145-16</inkml:trace>
  <inkml:trace contextRef="#ctx0" brushRef="#br0" timeOffset="150049.71">7573 14693 78 0,'0'0'183'15,"0"0"-6"-15,0 0-16 0,0 0-6 0,0 0-8 0,0 0-9 16,-1-3-7-16,1 3-14 0,0 0-6 0,0 0-12 15,0 0-8-15,0 0-11 0,0 0-6 0,0 0-6 16,0 0-12-16,0 0 6 0,0 0-16 0,0 0-4 16,0 0-3-16,0 0-8 0,0 0-6 0,0 0 1 15,0 0-5-15,0 0 0 0,13 0-1 0,0 0-16 16,6-3-15-16,1 2-27 0,7 0-37 0,2-2-44 0,2-3-45 16,-3 9-136-16,-6-6-324 0,-2 1 144 0</inkml:trace>
  <inkml:trace contextRef="#ctx0" brushRef="#br0" timeOffset="150196.84">7626 14826 117 0,'-4'3'186'0,"0"-3"-16"0,0 3-17 16,4-3-18-16,0 0-10 0,0 0-11 0,0 0-10 15,17 1-9-15,6-4-16 0,11-1-29 0,6 0-33 16,15-4-53-16,1 2-51 0,0-2-117 0,-1 0-221 15,-4-1 98-15</inkml:trace>
  <inkml:trace contextRef="#ctx0" brushRef="#br0" timeOffset="151067.9">10139 14079 35 0,'1'-7'169'0,"-1"1"1"0,0-1-9 0,-1-1 4 15,2 2-2-15,-1-1-18 0,0 2 1 0,0 0-5 0,3-1-12 0,-3 2-11 16,0 0-16-16,1 1-12 0,-1 3-11 0,0 0-11 15,0-5-23-15,0 5-15 0,0 0 3 0,0 0-11 16,0 0-2-16,4 22 1 0,-6-5-8 0,0 0 4 16,1 7-5-16,-2 5 0 0,2-2-1 15,-1 2 1-15,0 0 11 0,0 0-3 0,-1-3 7 0,0-1-7 16,2-4-10-16,-4-2-22 0,4 1-21 0,-3-1-17 0,-1-4-31 16,2 2-39-16,-2-1-37 0,1-3-139 0,1-4-321 15,-5 1 141-15</inkml:trace>
  <inkml:trace contextRef="#ctx0" brushRef="#br0" timeOffset="151500.1">9574 14778 11 0,'0'0'151'0,"-6"1"-24"0,6-1-11 16,0 0-13-16,0 0-7 0,0 0-14 0,0 0-12 16,-1 4-6-16,1-4-5 0,0 0-8 0,0 0 0 15,0 0-8-15,0 0-5 0,0 0 5 0,0 0-5 16,0 0-8-16,0 0 2 15,0 0-1-15,0 0 4 0,0 0-6 0,19 0 0 16,-1-3-7-16,3-1 1 0,15 1-4 16,15-7-3-16,12 1 5 0,29-11-3 0,8 8 8 15,6-5-3-15,10 2 5 0,7 1 1 0,3 2 4 16,7-1-1-16,-3 2-2 0,-2 0 2 0,2-2 1 0,-3 4 2 16,-6 2-2-16,-7 3-6 0,-17-1-1 0,-3 1-1 15,-38 0-1-15,1 3-1 0,-20 0-5 0,-1 0-2 0,-5-4 3 16,-11 5 0-16,-1-2 9 0,-7 1 26 0,-2-1 24 15,-2 2 15-15,-3-2-3 0,-1-1-6 0,0 1-10 16,-2-3-16-16,-2 5-26 0,0-6-37 0,-5 4-48 16,-2 0-54-16,-4-1-58 0,-7 1-209 0,-2 2-404 15,-2 0 179-15</inkml:trace>
  <inkml:trace contextRef="#ctx0" brushRef="#br0" timeOffset="152023.29">9799 15354 103 0,'-2'-6'225'0,"-1"0"-9"0,2 0-15 0,1 1-12 16,-4 0-14-16,4 2-10 0,-1-2-20 0,1 0-13 15,0 5-15-15,-1-5-18 0,1 5-10 0,-3-4-11 16,3 4-16-16,0 0-15 0,0-4-20 0,0 4-13 16,0 0-2-16,0 0-8 0,0 18 1 0,0-5-1 15,-1 4-2-15,1 10 1 0,-3 0-2 0,0 0-9 0,2 2 0 16,0-4-2-16,-3 4 3 0,0-4 0 0,4 3 2 0,-5-5 0 15,4-3 2-15,-3-2 6 0,3-1-3 0,-3 0 1 16,3-6 4-16,-2-2-19 0,2 2-7 0,-2-4-11 16,2-1 3-16,1-1 8 0,-3-2 5 0,2 1-2 15,1-4-44-15,0 0-68 0,0 0-158 16,-18-13-312-16,12 5 138 16</inkml:trace>
  <inkml:trace contextRef="#ctx0" brushRef="#br0" timeOffset="152386.68">9647 15224 67 0,'0'0'150'0,"5"-3"-13"0,-5 3-15 0,9-1-18 0,3 2-14 15,0 2-11-15,6 2-1 0,4 2-12 0,5 0-9 16,0 5-4-16,0 2 1 0,1 5 4 0,-2 1-8 15,0 1 4-15,-3 4-12 0,-4 1 4 0,4 2-7 16,-7 2-3-16,-5 2 0 0,-2 0-10 0,-4-1-1 0,-5 3-5 16,-2-1 2-16,-5-1-3 0,-2-1 7 0,-5 0-4 15,-5-4-1-15,1-1 1 0,-5 2-2 0,-4-6 2 16,2-3 12-16,-1-2 1 0,1 0 12 0,-1-5 1 16,8-3 5-16,3-1-4 0,-2-1-6 0,7-2-4 15,-3-1-5-15,6 1 1 0,0-2-7 0,1 0-2 16,3-1 0-16,-3-2-1 15,1 3 0-15,5-3 4 0,-5 1-8 0,5-1-7 16,0 0-14-16,0 0-29 0,0 0-25 0,0 0-33 16,16-12-26-16,-7 6-44 0,-2-1-149 0,5-4-331 15,-3 2 146-15</inkml:trace>
  <inkml:trace contextRef="#ctx0" brushRef="#br0" timeOffset="152825.49">10075 15042 206 0,'0'0'194'0,"4"-2"-21"16,0-1-21-16,-4 3-17 0,11-1-13 0,-11 1-17 0,13 1-7 16,-8 2-14-16,4-1-10 0,3 5-7 0,-2 1-8 15,-1 0 2-15,1 1-6 0,-1 3-7 0,0-1-3 16,1 4-2-16,-5-1-7 0,-1 4-3 0,0-3 0 15,-1 1-7-15,-3 2 0 0,-3-3-1 0,-1-4-5 16,3 2 0-16,-3-3 11 0,0-2-6 0,4-1 2 0,-4-2-1 16,3 0 4-16,-1 0 2 0,-1-1 17 0,3-1 14 15,0-3 11-15,-1 4 9 0,1-4-3 0,0 0-6 16,6 3-13-16,-6-3-7 0,22-7-16 0,-3 3-21 16,8-2-24-16,-2-1-47 0,5 2-47 0,0 0-57 0,1 0-47 15,-12 0-159-15,12 3-393 0,-4-1 174 16</inkml:trace>
  <inkml:trace contextRef="#ctx0" brushRef="#br0" timeOffset="153289.01">10589 15637 23 0,'-8'3'120'16,"3"-1"6"-16,5-2-28 0,-5 1-2 0,5-1-2 15,0 0-10-15,-4 1 7 0,4-1-1 0,0 0 6 0,0 0-4 0,0 0 2 16,0 0-2-16,0 0 1 0,-5 1-4 0,5-1-3 16,0 0-5-16,0 0-6 0,0 0-2 0,0 0-7 15,0 0-4-15,24-5-2 0,-6 2-6 0,3 0-2 16,8-1-7-16,-1-1-4 0,4 2-5 0,-4-3-2 15,2 4-3-15,-9-1-7 0,0 0-1 0,-1 0-3 16,-3 3 2 0,2-4-4-16,-2 1 0 0,-6 2-3 0,-1-1 3 15,-2 1-15-15,-2 0-1 0,2-1-14 0,-4 2-14 16,-4 0-20-16,8-3-24 0,-5 2-35 0,-3 1-52 0,4-4-164 16,-3 0-346-16,-1 4 153 0</inkml:trace>
  <inkml:trace contextRef="#ctx0" brushRef="#br0" timeOffset="153558.54">11159 15426 2 0,'1'-2'302'0,"-1"2"-27"0,0 0-31 0,1-5-28 16,-1 5-28-16,0 0-21 0,0 0-22 0,0 0-18 16,0 0-12-16,-1 14-11 0,0-6-10 0,-4 9-7 15,4 1-12-15,-3 6-7 0,1 5-6 16,-1 0-5-16,2 1-4 16,-2 4-16-16,2-2-32 0,1 0-42 0,-1 1-51 15,2-5-73-15,-4 0-196 0,0-10-385 0,3-1 170 16</inkml:trace>
  <inkml:trace contextRef="#ctx0" brushRef="#br0" timeOffset="157753.09">12890 13772 50 0,'-1'-5'100'0,"1"2"-3"16,0 3 0-16,-1-5 1 0,1 5-15 0,0-7 5 15,0 7-9-15,-3-2-3 0,3 2-3 0,-1-7-2 0,1 2-3 16,-1 1 4-16,1 4-5 0,1-5-4 0,-1-1 6 16,0 4 1-16,0 2-6 0,0-7-11 0,0 7 1 0,0-3-2 15,0 3 0-15,-1-6-3 0,1 6 3 0,0 0-5 16,0-4 1-16,0 4-4 0,0 0 1 0,0 0 0 0,2-4 0 16,-2 4-5-16,0 0-4 0,0 0-1 15,0 0-6-15,-1-5-1 0,1 5-3 0,0 0-1 16,0 0-8-16,0 0 3 0,0 0 1 0,0 0-10 15,0 0 0-15,0 0 1 16,0-5-7-16,0 5-6 0,0 0-7 0,0 0-9 16,0 0-7-16,0 0 8 0,0 0-3 0,4 12 3 15,-3-7 1-15,0 5 1 0,-1 2-4 0,0 13 8 16,0 1-1-16,-1 5-2 0,0 5 3 0,-4 12-1 16,-3 3 1-16,-4 5 14 0,-2 0 3 0,2 2-8 15,-6-1 3-15,1 2 0 0,-2-4-2 0,-4 2-1 16,-1-7 1-16,-1 5 2 0,-3-6 0 0,4-4 4 0,-3-1-4 0,10-14 0 15,0-2 2-15,-5-3 2 0,8 1-1 0,-7-2 0 16,9-9 1-16,-2 1-2 0,1-2 4 0,-1-3-1 16,4-4 5-16,2 0 0 0,0-1 13 0,2-2 12 15,1-1 12-15,0-2 8 0,5-1-3 0,-8-1-10 16,8 1-7-16,-5-8-2 0,5 2-6 0,1 0-3 16,3-5-2-16,1 1-2 0,1 0-7 0,2 0 0 0,2 2-2 0,-1 0-5 15,-1 2-1-15,3-3-1 0,0 6-5 0,0 1 0 16,-1 1-4-16,2 2-3 0,2 3-1 0,-4 4-1 15,3 2 3-15,2 14-4 0,-2-2 0 0,0 7 3 16,-8 4-3-16,-3 16 5 0,0-1 0 16,-4 5 1-16,-4 1-4 0,-3 2 1 0,-2 26 6 0,-1-24-1 15,-3 23 5-15,-2-24-1 16,-6 21-14-16,9-25-4 0,0 2 2 16,-1 0 5-16,-3-2-1 0,0-1 3 0,3-1 2 15,-1-6 4-15,2 1-1 0,3-12 1 0,1-2 5 16,-1-2 4-16,5-2-2 0,2 0 1 0,3-10 2 15,2 2 0-15,9-4-1 0,7 4 3 0,10-1-9 16,10-11-11-16,24 2-26 0,37-8-47 0,7-10-65 16,9-4-224-16,13-15-401 0,3-7 178 0</inkml:trace>
  <inkml:trace contextRef="#ctx0" brushRef="#br0" timeOffset="158654.76">14213 14425 55 0,'0'0'113'15,"0"0"-7"-15,0 0 0 0,0 0-11 16,0 0-9-16,0 0-8 0,0 0-1 0,0 0-6 16,0 0-6-16,0 0 0 0,0 0 3 0,0 0 11 15,0 0 5-15,0 0-4 0,0 0-2 0,25-5-8 0,-12 4-8 16,1-3-3-16,8-3-7 0,6 2-7 0,-1-5 2 0,2 2-12 0,2-3 0 15,0-1 8-15,2-3-9 0,-5 1-1 0,5-3 1 16,-2-2 0-16,-1 0 2 0,-4-2-5 16,2 0 1-16,-5 2 5 0,0 2 3 0,-9 1 9 0,0 0 2 15,-2 5-5-15,-7 1 3 0,1-1-7 0,-6 0-3 16,0 5-4-16,-5-3-6 0,0 2-4 0,-4 2-4 16,-10 3-5-1,-3 0 0-15,-7 6-8 0,-3 3 2 0,-5 7-2 16,-8 4-4-16,12 1-3 0,0 1-1 0,-9 10-1 0,13-5-3 15,1 1 1-15,6 3-2 0,2 1 2 0,2-1 1 16,8 0-3-16,5 2 3 0,2 0 1 0,12-3 3 16,8 1 3-16,5-3 1 0,8-4 1 15,18 1-1-15,6-9-34 0,9-6-60 0,30-5-72 16,-30-5-213-16,29-10-405 0,-29 2 179 0</inkml:trace>
  <inkml:trace contextRef="#ctx0" brushRef="#br0" timeOffset="159491.15">14927 13588 3 0,'6'-1'120'0,"6"-1"-5"0,1 1-8 0,-3 2-14 15,5 2-4-15,2 2-8 0,2-1-8 0,-1 0-6 16,0 4-4-16,1-1-8 0,-2 0-1 0,-5-1-5 15,5 3-6-15,-8-4-9 0,2 5-3 0,-3-1-4 16,-3 1-1-16,-1 0-1 0,-1-1-7 0,-6 1 5 16,-2 0 0-16,-4 0-1 0,-7 2-2 0,0-1 10 0,-2-4-1 15,0 4-4-15,0-5 5 0,3 2-5 0,-3-3-2 0,7 0 1 16,-2-1-7-16,5-1 0 0,2 0 0 0,0-1-1 16,-1 1-4-16,2-1 3 0,4 2-5 0,-3-3-3 15,4-1 9-15,0 0-8 0,0 4-2 16,0-4-5-16,10 4 2 0,0 0 5 0,1 1 1 0,4 3-1 15,2 1 2 1,-3 0-2-16,2-1 2 0,2 4 10 0,-3-3-10 16,1 4 2-16,-1 0-7 0,-6 0-1 0,1-3 0 15,0 2-3-15,-2 0 5 0,-5-3 1 0,-2 1-2 16,-2-3 0-16,-6 1 2 0,-2 1 3 0,-5 2-5 0,-4-4 5 16,-7 1-5-16,-3-2-1 0,-3-1 1 0,-1-5-10 15,-1 0 7-15,-3-3-14 0,4 1-5 16,-1-4 5-16,2 0-11 0,4-1-5 0,1-1-9 0,5 3-8 0,7-2-8 15,4 1-26-15,2 0-17 0,3 1-35 0,1 1-75 16,6-3-223-16,0 1 98 0</inkml:trace>
  <inkml:trace contextRef="#ctx0" brushRef="#br0" timeOffset="159922.63">15602 13573 123 0,'0'0'175'0,"0"0"-15"0,0 0-31 16,1-2-1-16,-1 2-17 0,0 0-13 0,0 0-12 16,0 9-10-16,0 0-8 15,-1 2-6-15,-2 1-6 0,-2 3-6 0,0 4-9 16,-4 0-7-16,0 6-7 0,0 1-3 0,-1-3 0 16,-2 5-8-16,3-4 8 0,1 3-5 0,1-1-6 15,-3-2 0-15,5-7 0 0,-3 2-2 0,4-1-4 16,-1-4 4-16,3 1 2 0,2-5 5 0,-2 0 4 15,0-1-9-15,3 0 19 0,-2-3-5 0,1 0 13 16,1 0 12-16,0-2 1 0,2-1 6 0,2 1 7 0,3-1 6 0,3-2-15 16,-2 1-6-16,3-2-4 0,2-2-7 0,4-2-18 15,-2 2-29-15,2-1-42 0,0-1-42 16,1-4-44-16,0 3-63 0,-3-2-103 0,-1-3-326 16,-3 3 145-16</inkml:trace>
  <inkml:trace contextRef="#ctx0" brushRef="#br0" timeOffset="160120.66">15474 13841 128 0,'0'0'298'0,"-10"-1"-33"15,10 1-29-15,0 0-23 0,0 0-26 0,23-11-19 16,-3 7-22-16,12 0-41 0,1-1-54 0,20 0-58 16,-1 1-78-16,-1 0-200 0,-11 0-307 0,-1-2 136 15</inkml:trace>
  <inkml:trace contextRef="#ctx0" brushRef="#br0" timeOffset="161377.34">13599 15013 52 0,'0'0'112'0,"0"0"-3"0,0 0-20 0,0 0 11 15,-3-2-19-15,3 2-12 0,0 0-9 0,0 0-9 16,0 0-4-16,0 0 3 0,0 0-14 0,0 0-6 0,0 0-5 0,0 0 4 16,0 0-7-16,0 0-5 0,0 0 5 15,0 0-7-15,0 0 1 0,0 0-10 0,0 0 3 16,0 0 5-16,0 0-3 0,0 0 2 0,0 0 10 15,25 3 3-15,-3-3-6 0,15 0 13 0,18-2-7 0,34-2-9 16,12-1-2-16,4-3-2 0,13-2 12 0,8-1 2 16,15 2 5-1,11 1-8-15,5-4 9 0,5 4-2 0,-2-1 2 16,-3-1-3-16,3 3-6 0,-7 0 1 0,-11 2-2 16,-12 0-3-16,-12 2 2 0,-10-1-2 0,-10 4 2 15,-38-3-17-15,-2-1-18 0,-5 1-4 0,-16 1 0 16,-6 0 11-16,-12 1 4 0,-1-2-4 0,-9-2 11 15,-3 2-12-15,-3-3-3 0,-3 3 9 0,-3-3-1 16,-1 3 0-16,-7-3-20 0,-3 3-29 0,-2 1-32 0,-5-1-36 0,-1 3-99 16,-4-3-234-16,3 3 104 0</inkml:trace>
  <inkml:trace contextRef="#ctx0" brushRef="#br0" timeOffset="161840.84">14401 15332 267 0,'0'-5'267'0,"0"1"-22"16,0-1-23-16,-2 1-27 0,2 4-23 0,0-6-21 0,0 6-32 15,0 0-23-15,0 0-11 0,0 0-12 16,4 17-7-16,-4-1-6 0,0 4-3 0,-4 9-9 16,2 3-5-16,-2 4-4 15,-4 13-20-15,3-4-2 0,-4 1 3 0,4-11-8 16,-1 1 3-16,3-1 1 0,1-1-6 0,2-2 1 16,-4-4-2-16,2 1 6 0,-1-6-5 0,-2-3-16 15,1-4-3-15,3-4-21 0,-2-1-15 0,3 0-23 16,0-5-18-16,-1 2-14 0,2-5-26 0,0 0-50 15,-1-3-110-15,0 0-310 0,0 0 138 0</inkml:trace>
  <inkml:trace contextRef="#ctx0" brushRef="#br0" timeOffset="162178.72">14800 15741 119 0,'0'0'117'0,"-7"0"-18"0,7 0-11 15,0 0-2-15,0 0-2 0,0 0-5 0,0 0 3 16,0 0 2-16,0 0-8 0,24 0-4 16,-6-3-7-16,1 2-5 0,11-3-5 0,-1 0-2 0,3 0-10 0,3-1-14 15,1-3 8-15,0 3-8 0,3-2 2 0,-1 2 0 16,0-2-8-16,-3 0-26 0,-6 3-21 0,-8 1-16 0,-2-2-27 16,-5 2-19-16,-4 0-20 0,-3 2-80 0,-2-2-202 15,-4-2 89-15</inkml:trace>
  <inkml:trace contextRef="#ctx0" brushRef="#br0" timeOffset="162394.79">15014 15562 82 0,'-5'-3'232'0,"5"3"-26"16,0 0-28-16,-3-4-14 0,3 4-24 0,0 0-15 15,0 0-13-15,-6 14-15 0,2-3-10 0,0 7-10 16,-5 9-9-16,3 0-1 0,-3 4-5 0,1 3-8 0,3 0-3 16,-1 2-4-16,3 0-30 0,2-2-27 0,1 0-41 15,1 0-54-15,4-7-179 0,-2-8-306 0,1-4 135 16</inkml:trace>
  <inkml:trace contextRef="#ctx0" brushRef="#br0" timeOffset="165586.93">15855 15886 95 0,'0'0'165'0,"0"0"-10"16,0 0-16-16,0 0-14 0,0 0-6 0,-8-5-16 15,8 5-13-15,0 0-9 0,13-7-5 16,-5 4-11-16,-2-1-6 16,6-1-6-16,-1 1-7 0,2-1-1 0,5-3-11 15,-3-1-2-15,4 1-2 0,-1-4-3 0,-1 2-2 16,3-1 5-16,2-2 0 0,-3 1 12 0,-5 0-2 16,3-2 7-16,-1 1-3 0,-2-1 3 0,-1 0 5 15,0-3 1-15,-4 2 0 0,1 0 5 0,0-1-4 16,-5 1-1-16,1-1-5 0,-4 0-6 0,-1 0-2 15,-2 4-4-15,-1 2-1 0,0 0-7 0,-4 1-9 0,-2 2 1 0,-3 1-3 16,-2-1-3-16,-5 6-3 0,-3 2-2 16,1 3-4-16,-8 5 1 0,-3 3-3 0,3 5-4 0,0 4 1 15,0 1-6 1,3 3-5-16,4 5 6 0,2-3 3 0,5 5-1 16,1-3 2-16,8 0-1 0,5 0 1 0,5 0 7 15,8-5-3-15,6 2 3 0,10-4 3 0,17 1-1 16,4-5-20-16,3-2-44 0,4-10-59 0,4 0-88 15,6-9-150-15,-4-3-381 0,-7-1 168 0</inkml:trace>
  <inkml:trace contextRef="#ctx0" brushRef="#br0" timeOffset="166303.81">16340 15204 73 0,'3'-3'149'0,"0"-1"-14"0,-3 4-19 0,8-4-11 16,-2 1-13-16,1 3-8 0,5-3-4 0,-1 2-6 15,1-2-14 1,0 3-4-16,1 3 1 0,1-2-4 0,-1 4-2 0,0-2 1 15,2 4-10-15,2 2 2 0,-4 0-5 0,-4 1-2 16,1 3-3-16,-4 2-2 0,-1 1-7 0,-2-2 8 16,-6 3-9-16,-2 7-6 0,-5 1 2 0,-5-1-5 15,-3 2 2-15,-4-4-4 0,-1 0 0 16,-4-2-1-16,0-4-6 0,1 2 9 0,1-4 10 16,6-2-2-16,1-3 2 0,4-1-1 0,0-3 1 0,5 0-2 0,0-1 8 15,5-1 14-15,-3 0 20 0,3-1 17 0,-3 0 19 16,7-2 3-16,-5 2 1 0,5-2-7 0,0 0-15 15,0 0-3-15,0 0-12 0,13-12-9 0,-3 7-6 16,2 1-4-16,-2-1-5 0,4 1-7 0,3-1 0 0,-1 1-10 16,1 1-4-16,-3 1-7 0,4-1 6 0,1 2-5 15,1-1-4-15,9 2-1 0,0 2-2 0,-1 2-17 0,3-2-26 16,-1 2-32-16,-4 0-48 0,2 0-43 0,-7-2-63 16,-4 0-200-16,1-2-453 0,3-2 201 0</inkml:trace>
  <inkml:trace contextRef="#ctx0" brushRef="#br0" timeOffset="166736.07">16877 15129 80 0,'0'0'212'15,"0"-8"-22"-15,0 8-16 0,4-4-18 0,-4 4-18 16,0 0-17-16,1-5-11 0,-1 5-16 0,0 0-11 16,0 0-8-16,0 0-10 0,0 0-9 0,0 0-6 15,4 14-2 1,-4-5-10-16,-2 1-1 0,0 3 3 0,-2 4-12 15,0 0 1-15,-2 2-11 0,2 6 5 0,-6-2-3 16,2 5-3-16,1-3-4 0,-1-6-1 0,3 0-1 16,0 1-1-16,0-3 0 0,0-1 3 0,1 0-6 15,1-6 0-15,2 2 1 0,-1-6-4 0,0 2 3 16,1-4-1-16,1 2 2 0,-1 1-2 0,2-4 7 0,-1 2 12 16,1-2 10-16,3 0 5 0,-4-3-1 0,8 6-2 0,-2-5-1 15,2-1-5-15,6 0 0 0,-1-1-8 0,4-1-19 16,-4-2-28-16,6 0-29 0,-2 1-44 0,2-1-40 15,-1-5-38-15,-8 6-134 0,1-2-335 0,-1-4 148 16</inkml:trace>
  <inkml:trace contextRef="#ctx0" brushRef="#br0" timeOffset="167007.84">16790 15311 46 0,'0'0'247'0,"0"0"-13"0,0 0-27 0,0 0-18 15,0 0-17-15,0 0-18 0,0 0-18 0,32-6-11 0,-9 5-19 16,9-2-38-16,1 0-43 0,3 0-53 0,19 1-57 16,-15-3-181-16,12-3-289 15,-15 3 128-15</inkml:trace>
  <inkml:trace contextRef="#ctx0" brushRef="#br0" timeOffset="168609.51">17806 13687 21 0,'3'-5'130'0,"-2"1"-11"0,0-1-9 0,2 2-1 0,-1-2-14 0,0 1 15 0,0 1-16 15,-2 3-4-15,0-5-4 0,3 2-5 16,-3 3-11-16,1-4-11 0,-1 4-6 0,3-3-8 16,-3 3-10-16,0 0-18 0,0 0-13 0,0 0 1 0,0 0 7 15,0 0-14-15,2 12 0 0,-2-4 3 0,-1 4-5 16,1 0 3-16,-3 5-16 0,3 12 28 0,-1 2-7 16,0 1-5-16,1 0-1 0,0 3 9 0,2 2-9 0,2 7-1 15,0-9 1-15,3 0 9 0,3 1 2 0,0-3 3 16,2 1-1-16,0-6-4 0,2 1-1 0,0-3 2 15,1-4 3-15,-2-5-3 0,-2-1 5 0,5-1-10 16,1-1 4-16,-1-4-2 0,2 0 3 0,-2-1-4 16,0-2-5-16,2-1 1 0,0-2-4 0,-1-1-1 0,-2-3 3 15,0-3 1 1,-1 1-3-16,4-5-2 0,-8 2 10 0,-1 0-3 16,0-2 1-16,0-2 4 0,0 0 7 0,-4 0 0 15,-1 0 3-15,0-2 1 0,-3 4 5 0,-1-4-1 16,0 2-9-16,-1-2 3 0,-3 4 1 0,0-3-9 15,-1 3 2-15,-3-1 2 0,2 4-5 0,-2-4 2 16,-1 3-8-16,3 1 2 0,-3 0 3 0,2 1-4 16,0 1 1-16,-1 1-4 0,0-1-1 0,1 2 4 0,-2 2-4 0,0 0-5 15,-2 4 5-15,2-2 1 0,-3 4-2 0,-3 1-3 16,2 6-3-16,-1-1 1 0,0 7-2 0,-4-1 6 0,1 4 6 16,2 1-5-16,-4 1-1 0,2 6 9 0,-4 11-6 15,-3-1 4-15,3 6-4 0,-2 8 5 0,1 0 8 16,-6 20-1-16,13-20 4 0,-7 0-4 0,8 2 3 31,-4 1-1-31,2-3-6 0,3 1 5 0,6 0-1 0,-2-2-2 16,4 1 1-16,2 1-2 0,3 1 4 0,2 0 1 15,4 2-13-15,3 21 0 0,-2-26-9 0,2 3 14 16,2-1-9-16,8 22 4 0,-11-25 1 16,-3 1 3-16,0 0 3 0,-1 3-10 0,-3 22 12 15,-2-26-1-15,-7 3 3 0,-3-1-5 0,-6-4 4 16,-7 4 27-16,-17 15 0 0,-1-23-1 0,-22 12-20 0,-14-6-7 0,-11-5 1 15,-15-3-7-15,-5-3 7 0,-12-6-35 0,-13-1-27 16,-13-2-85-16,-9-10-142 0,-1-3-302 0,0-8 134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4:42:08.26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3405 2764 137 0,'3'-5'169'16,"-3"5"-10"-16,0 0-17 0,0-4-6 0,0 4-7 16,0 0-6-16,0 0-6 0,0-5-7 0,0 5-9 0,0 0-8 15,0 0-9-15,0-3-4 0,0 3-11 0,0 0-4 16,0 0-6-16,0 0-5 0,0 0-3 0,0 0-5 16,0 0-3-16,0 0-8 0,0 0 2 0,0 0-10 15,0 0-3-15,0 0 2 0,0 0-7 0,-3-5-2 16,3 5-2-16,0 0 2 0,0 0-2 0,0 0-8 15,0 0 5-15,0 0-2 0,0 0 3 0,0 0-8 0,0 0 3 0,0 0-1 16,0 0 15-16,0 0 4 0,0 0 6 0,0 0-4 16,0-4 2-16,0 4 6 0,0 0 9 0,0 0 0 15,0 0 7-15,-3-3 5 0,3 3 6 0,3-7 5 16,-3 7 0-16,-3-5 6 0,3 5-5 16,0-8 10-16,-1 3-18 0,2 0-6 0,-1-1 16 15,-1 1-9-15,1 0-8 0,0 0-4 16,-2 1 5-16,4-1-2 0,-2 0-1 15,0 5-5-15,0-6-5 0,0 6-11 0,0-4-8 16,0 4-12-16,0 0-18 0,0 0-31 0,0 0-2 16,0 0 1-16,-6 17 4 0,3 0 7 0,-2 2-2 15,-4 8 3-15,1 4 3 0,2 4 1 0,0 12 7 16,-1 2 2-16,1-3 3 0,3-12-1 0,-2 12 3 16,4-11 1-16,-2-2 3 0,3 1 1 0,0-5 2 0,0-3-1 15,-1-4-1-15,1 1 2 0,1-5 11 0,-2-6-7 16,2 0 0-16,-2-3 1 0,2 2 1 0,-2-5 0 0,2 1 2 15,-1-3-1-15,0 0 2 0,0-4 1 0,-1 6 2 16,1-6 4-16,1 4-4 0,-1-4-3 0,0 0-31 16,0 0-26-16,0 0-25 0,0 0-31 15,-12-14-43-15,9 3-28 16,-1 1-44-16,-1-6-218 0,-1-3-475 0,0-8 211 16</inkml:trace>
  <inkml:trace contextRef="#ctx0" brushRef="#br0" timeOffset="332">3341 2648 206 0,'0'-12'261'0,"1"2"-24"0,2 1-21 0,-3 0-16 15,1 4-17-15,-1 0-15 0,1-3-12 16,2 5-25-16,2-3-17 0,1 3-11 0,5-1-12 16,4 3-9-16,6 2-9 0,8 1-6 0,2 7-8 15,-2-4-7-15,3 7-6 0,0 3-7 0,-4-1-9 16,0 1-5-16,-5 6-5 0,-4-1-6 0,-2 0 0 15,-8-3-7-15,0 2 1 0,-8-2-2 0,-1 0-5 0,-9 4 3 0,0-5 1 16,-9 4-1-16,-9-2 1 0,-1-1 0 16,-4 1-2-16,0-5 0 0,-3-1 4 0,3 1 6 15,0-4-1-15,1-1 4 0,2-2-2 0,1 1 6 0,10-2-6 16,1-1 3-16,4 0-6 0,1 0 6 0,4-3-1 16,8-1-2-16,-13 2-1 0,13-2-3 0,-10 2-7 15,10-2-7 1,-5 4-8-16,5-4-3 0,0 0-7 0,0 0-18 15,0 0-33-15,0 0-45 0,33-4-69 0,-19 2-207 16,3-3-428-16,-3 2 190 0</inkml:trace>
  <inkml:trace contextRef="#ctx0" brushRef="#br0" timeOffset="547.91">3605 3077 246 0,'-5'7'392'15,"5"-7"-25"1,0 0-29-16,0 0-24 0,0 0-29 0,-6 3-20 16,6-3-31-16,0 0-25 0,0 0-22 0,0 0-20 15,0 0-36-15,0 0-45 0,0 0-65 0,0 0-99 16,0 0-113-16,0 0-305 0,0 0-537 15,0 0 238-15</inkml:trace>
  <inkml:trace contextRef="#ctx0" brushRef="#br0" timeOffset="917.67">4078 2660 115 0,'3'-9'356'0,"-3"2"-15"16,0 0-21-16,0 1-11 0,1 1-21 0,-1 1-18 15,0 1-29-15,0 3-27 0,4-6-25 16,-4 6-29-16,0-5-18 0,0 5-50 0,0 0-37 0,0 0-7 0,0 0-5 15,0 23-5-15,0-6-1 0,0 10-4 0,0 0-3 16,-4 2 5-16,-1-1-8 0,5 4 2 0,-4-1-5 16,3 1 0-16,-2-2-6 0,2 0 3 0,-3-1 1 15,3-1-5-15,-2-10-7 0,2 3-5 16,1-4-11-16,-2-6-18 0,-1 1-16 0,1-1-21 0,0-2-11 16,1-3-8-16,1-2-7 0,0-4 1 0,0 8 4 0,0-8-30 0,-8 3-53 15,8-3-42-15,0 0-216 0,-14-12-456 16,5 5 202-16</inkml:trace>
  <inkml:trace contextRef="#ctx0" brushRef="#br0" timeOffset="1086.97">3911 2694 107 0,'0'-14'299'16,"0"2"-14"-16,0 0-8 0,2 0-4 0,4 2-17 15,-6 0-22-15,1 0-21 0,2 1-23 0,-1-1-20 16,6 3-22-16,-2-5-17 0,3 6-13 0,7 0-4 15,1-2-26-15,4 4-26 0,8 0-32 0,-1 4-39 16,0 3-52-16,-1 3-52 0,-1 5-58 0,-7-3-74 16,-5 4-155-16,-3 2-432 0,-2 4 191 0</inkml:trace>
  <inkml:trace contextRef="#ctx0" brushRef="#br0" timeOffset="1263.31">3796 3332 288 0,'-3'3'280'0,"2"3"-28"0,1-6-26 16,7 2-19-16,-1-2-22 0,9 0-19 0,3-4-17 15,10 2-16-15,8-3-14 0,0-2-26 0,0 1-48 16,2-1-75-16,13-7-102 0,-14 5-199 16,3-3-357-16,8-2 158 0</inkml:trace>
  <inkml:trace contextRef="#ctx0" brushRef="#br0" timeOffset="1951.58">4960 2825 148 0,'0'0'222'0,"0"0"-2"16,0 0-5-16,0 0-3 0,-5-3 1 0,5 3-10 15,0 0-1-15,0 0-7 0,0 0-5 0,0 0-8 16,0 0-14-16,0 0-17 0,0 0-17 0,0 0-9 16,0 0-16-1,0 0-8-15,0 0-8 0,0 0-9 0,0 0-13 0,28-1-6 16,-10-2-13-16,2 2-33 0,10 1-20 0,1-3-43 15,-5 2-44-15,5 1-45 0,-3-3-60 0,4 1-53 16,-13 2-200-16,3-3-481 0,-5-1 214 16</inkml:trace>
  <inkml:trace contextRef="#ctx0" brushRef="#br0" timeOffset="2105.23">4974 3019 128 0,'-1'2'215'0,"1"-2"10"0,6 5-2 16,7-1-13-16,6-2-20 0,14-1-19 0,3 1-16 16,15-4-21-16,7 2-45 0,-2-6-70 0,5 0-112 0,-21 4-185 15,12-7-301-15,-16 1 133 0</inkml:trace>
  <inkml:trace contextRef="#ctx0" brushRef="#br0" timeOffset="5159.46">7347 2107 188 0,'-1'-4'285'0,"1"-2"-10"0,0 1-4 0,0-1-4 0,0 6-19 16,1-5-18-16,-2 1-26 0,1 4-18 0,1-4-27 15,-1 4-14-15,0 0-24 0,-1-5-23 0,1 5-46 16,0 0-14-16,0 0-5 0,1 13-3 0,-1-2-3 16,4 9 2-1,-4 6-7-15,4 5-5 0,-3 3-7 0,3 14-17 16,-4-14-24-16,2 1-34 0,2 1-37 0,-1-1-55 16,-6-3-77-16,2 2-157 0,-4-7-421 0,5-9 187 15</inkml:trace>
  <inkml:trace contextRef="#ctx0" brushRef="#br0" timeOffset="5660.83">6759 2853 73 0,'0'0'93'0,"0"0"0"16,-11 0-6-16,11 0-9 0,0 0-8 0,-4 1-10 15,4-1-1-15,-4 1-10 0,4-1-2 0,-1 4-9 16,1-4-7-16,0 0 2 0,0 6-6 0,0-6 2 16,1 4 1-16,3-2 3 0,0 1 11 0,1 1 10 0,9-1-5 15,6-1 8-15,13-1-6 0,20 2 2 16,15-6-10-16,35-3-2 16,7 2 11-16,15-5-5 0,6 0 11 0,18 0-4 15,14 1 32-15,8 0-8 0,5 0-5 0,4-1-5 16,0 0-5-16,8 2-7 0,-10 0-2 0,-11 0-4 15,-13 0-6-15,-10 1-1 0,-11 2-4 0,-12 1-2 16,-11-2 1-16,-18 3 5 0,-28 0 3 0,-6 2-1 16,-7-5 3-16,-17 5-8 0,-3-3 0 0,-12 3-3 15,-6-2-3-15,-3 0-3 0,3 2-5 0,-8 0-4 0,0 0-13 16,-5 0-15-16,0 0-26 0,0 0-25 0,0 0-47 16,-27 5-66-16,-2-3-216 0,-7 1-418 0,-4-1 185 15</inkml:trace>
  <inkml:trace contextRef="#ctx0" brushRef="#br0" timeOffset="6131.1">7328 3338 205 0,'0'-4'250'15,"0"4"-9"-15,-4-4 19 0,4 4-11 0,-4-5-12 16,4 5-18 0,-1-2-26-16,1 2-22 0,0 0-20 0,0 0-18 15,0 0-18-15,0 0-16 0,0 0-12 0,0 0-10 16,0 16-7-16,-3-5-4 0,2 6-12 0,1 0-3 15,-3 12-3-15,3-4-6 0,0 2-3 0,-1 3 0 0,1-1-2 16,-2-3 0-16,2 1-15 0,0 1 4 16,-3-3 2-16,3-9-4 0,0 0-1 0,0-4-21 15,-3 1-12-15,3-1-15 0,0-1-19 0,-1-4-22 0,1 1-5 0,0-3-4 16,0-2-19-16,0-3-68 0,0 0-67 0,0 0-192 16,-15-11-454-16,11 2 201 0</inkml:trace>
  <inkml:trace contextRef="#ctx0" brushRef="#br0" timeOffset="6416.27">7201 3251 160 0,'0'0'231'0,"-1"-5"-23"16,1 5-24-16,0 0-17 0,0 0-17 0,0 0-14 16,18 13-15-16,-8-6-10 0,8 4-3 0,5 4-1 15,1-1-8-15,3 3-6 0,1 2-3 0,3 3-7 0,0 1-7 16,7 7-8-1,-14-8-4-15,2 2-6 0,-6 0-6 0,-6-1 0 16,4-1-10-16,-8 2 1 0,-3-5-7 0,-6-2-2 16,-2 1 0-16,-6 2 3 0,-3-2 2 0,-5 1 1 15,-6 2-4-15,0 3-4 0,-1-9 3 0,-4 1-5 16,2 0-1-16,5-8-6 0,0-1-1 0,2 1 1 16,-2-2-2-16,7-3-2 0,1 1-3 0,-1-3-18 15,3-1-29-15,9 0-54 0,0 0-74 0,-11-8-84 0,11 1-173 0,0 7-448 16,15-21 198-16</inkml:trace>
  <inkml:trace contextRef="#ctx0" brushRef="#br0" timeOffset="6663.65">7753 3567 202 0,'0'0'310'0,"-5"4"-34"15,5-4-25-15,0 0-23 0,-5 1-20 0,5-1-18 0,0 0-17 16,0 0-18-16,0 0-14 0,0 0-9 0,27-2-22 16,-8-1-5-16,12-1-13 0,1 1-27 0,2-2-40 15,2 0-60-15,-4 1-65 0,4 0-86 0,-8-1-205 16,-4-3-423-16,-2 3 188 0</inkml:trace>
  <inkml:trace contextRef="#ctx0" brushRef="#br0" timeOffset="6964.45">8244 3353 84 0,'0'0'403'0,"0"-4"-15"0,0 4-28 0,0 0-37 16,-1-5-42-16,1 5-28 0,0 0-34 0,0 0-37 16,0 0-29-16,0 0 2 0,0 0-16 0,0 0-19 15,0 0-16-15,0 15-2 0,1-4-20 0,-1 0-4 16,1 6-8-16,7 2-4 0,-8-1-12 0,4 2 2 16,-3-2-8-16,3 1 1 0,-1 0 4 0,-1-2-11 15,1 0-4-15,-2-2-7 0,-1-3 2 0,5-1 1 0,-4-2-13 0,0-2-24 16,2-1-20-16,-3-1-23 0,1 1-25 0,1-1-15 15,-2-5-15-15,1 5-13 0,-1-5-23 0,0 0-77 16,0 0-80-16,0 0-195 0,0 0-530 0,-4-20 235 16</inkml:trace>
  <inkml:trace contextRef="#ctx0" brushRef="#br0" timeOffset="7180.59">8445 3176 2463 0,'2'-6'228'15,"6"1"-98"-15,-7 0-36 0,3 1-34 0,0 2-26 16,-3-3-14-16,2 3-8 0,-3 2-7 0,0 0 0 16,9 7-1-16,-3-1 7 0,3 4 3 0,0 3 11 15,6 9 3-15,-1 2 2 0,3 6 10 0,-4 0-2 0,6 13-12 0,-8-9 15 16,2 13-4-16,-3-1-1 0,-6-10 4 16,-4 11-7-16,-4-12 1 0,-6-3 1 0,-3 16-17 15,-7-5-12-15,-9-4-19 0,-5-3-27 0,-8-1-37 0,-5-5-53 16,-11-4-66-16,1 0-100 0,-7-9-171 0,-27 1-503 15,4-7 222-15</inkml:trace>
  <inkml:trace contextRef="#ctx0" brushRef="#br0" timeOffset="7519.14">6790 3171 226 0,'-1'-2'239'0,"1"2"-26"0,-5-3-30 0,5 3-13 16,-8 10-20-16,4 6-11 0,-5 2-18 0,-2 10-10 15,-2 16-11-15,0 4-7 0,-2 0-12 0,4 6-4 16,1-1-11-16,5 5-1 0,0-4-8 0,2 5-3 16,15 24 2-16,2-31-4 0,8-3 3 0,10-9-7 15,10-2-7-15,10-7-2 0,30 4-19 0,-21-19-38 16,35-3-70-16,3-10-110 16,-4-12-161-16,4-3-389 0,2-13 173 0</inkml:trace>
  <inkml:trace contextRef="#ctx0" brushRef="#br0" timeOffset="8083.04">9266 3069 178 0,'-1'-3'176'15,"1"3"-18"-15,0 0-23 0,-9 10-13 0,0 1-7 0,-4 3-5 16,-5 10 2-16,-1 5-9 0,-6 9 8 0,-5 7-11 16,4 2-3-16,0 1-4 0,0 1-8 0,2 4-3 0,2-9-7 15,10 5 4-15,0-4-2 0,8-12 1 0,7 3-5 16,3 0-1-16,7-5-3 0,1 0-2 0,9-6 1 15,5-4-23-15,4-6-30 0,4-3-57 0,16-4-77 16,-1-8-100-16,-11-4-134 0,11-6-382 0,-14 0 169 16</inkml:trace>
  <inkml:trace contextRef="#ctx0" brushRef="#br0" timeOffset="8385.25">9482 3282 113 0,'0'-7'356'0,"-1"2"-24"0,1-2-34 0,0 4-29 15,0-1-34-15,0 4-23 0,-2-8-26 0,2 8-22 16,0 0-18-16,0 0-21 0,0 0-14 0,0 0-9 15,3 18-10-15,0-7-11 0,-1 6 0 0,2 2-5 0,-4 6-12 0,1 0-7 16,2 3-5-16,1-2-3 0,-4-1-2 0,1-4-10 16,0-2-28-16,2-1-18 0,-3-1-24 0,1-3-26 15,-2 0-23-15,1-5-32 0,0 0-34 0,0 0-45 16,0-4-63-16,-4-2-144 0,4-3-434 16,0 0 192-16</inkml:trace>
  <inkml:trace contextRef="#ctx0" brushRef="#br0" timeOffset="8653.26">9449 3200 187 0,'1'-5'318'16,"-2"2"-35"-16,1-1-30 0,-2 0-27 0,2 4-29 16,0-6-15-16,0 6-25 0,0 0-18 0,0 0-15 0,15 10-14 15,-5-1-9-15,3 1-10 0,3 5-4 0,10 4-8 0,-3 3-3 16,-1 3-6-16,-1-3-4 0,4 3-5 0,-6 1-4 15,-1-3-9-15,-2 2-2 0,-3-2-2 0,-4 0-5 16,-4-5-4-16,-5 0-1 0,0 0-5 0,-3-1 1 16,-7-6-13-16,1 3-8 0,-7 1-17 0,0-4-15 15,-8 1-16-15,0-1-12 0,4-5-19 0,-1 1-15 0,6-2-19 16,2-2-31-16,-1-1-51 0,5-4-230 0,9 2-451 16,-12-6 200-16</inkml:trace>
  <inkml:trace contextRef="#ctx0" brushRef="#br0" timeOffset="8907.2">9858 3460 110 0,'-7'3'269'0,"3"-2"-20"0,-3 0-16 15,5 1-15-15,2-2-13 0,-8 1-10 0,8-1-4 0,-3 3-18 16,3-3-16-16,0 0-12 0,-4 2-8 0,4-2-16 16,0 0-11-16,17 0-12 0,1 0-5 0,3 0-13 15,7-2-9-15,1-1-23 0,3 0-25 0,1 0-30 16,1-3-29-16,-5 1-32 0,3-1-37 0,-5 0-61 16,-7 2-69-16,-1-1-151 0,-10 0-416 0,0 1 185 15</inkml:trace>
  <inkml:trace contextRef="#ctx0" brushRef="#br0" timeOffset="9116.57">9923 3320 74 0,'-4'-4'368'0,"3"1"-13"0,1-1-27 0,0 4-31 0,-4-3-24 15,4 3-31-15,0 0-19 0,-4-2-28 0,4 2-28 16,0 0-27-16,0 0-9 0,0 0-15 0,0 12-14 15,5-1-4-15,1 4-15 0,-4 4-10 0,3 4-22 16,3 3 16-16,-1 3-2 0,0-2-15 0,-2 1-23 16,3-2-30-16,2 0-38 0,-5-6-38 0,-1 6-37 15,1-9-52 1,0-1-73-16,-2-3-239 0,-2-3-519 0,2-3 229 0</inkml:trace>
  <inkml:trace contextRef="#ctx0" brushRef="#br0" timeOffset="9439.44">10382 3345 55 0,'0'-6'457'0,"1"-1"-11"0,-1 2-38 15,0 1-23-15,0 4-38 0,0-6-27 16,3 3-41-16,-3 3-21 0,1-5-32 0,-1 5-28 0,0 0-24 15,0 0-17-15,0 0-29 0,0 0-6 0,0 0-14 0,5 17-14 16,-2-5-7-16,-2 0-5 0,4 8-15 0,-4 1-3 16,3-2-8-16,-1 8-5 0,-2-2-2 0,4-2 4 15,-2-5-10-15,-2 0-8 0,3-2-35 0,-3 1 2 16,-1-5-23-16,4-3-19 0,-3 3-39 0,-1-4-13 16,0-1-34-16,0 0-24 0,0-3-19 0,0 1-14 15,0-5-11-15,0 0-39 16,-6 3-64-16,6-3-232 0,0 0-571 0,-17-12 253 15</inkml:trace>
  <inkml:trace contextRef="#ctx0" brushRef="#br0" timeOffset="9655.56">10478 3103 142 0,'0'-3'294'0,"0"3"-34"0,2-4-30 16,-2 4-27-16,0 0-20 0,9 12-20 0,-1-3-14 15,2 6-9-15,5 9-8 0,0 4-5 0,2 4-10 16,7 15 1-16,1-1-7 0,-2 2-8 0,0 3-8 16,-5-3-4-16,-4-1-9 0,-4 0-4 0,-6-10-8 15,-3 9-2-15,-6-12-3 16,-6-1-9-16,-11 12 2 0,2-15-24 0,-6-3-26 16,-15 3-48-16,-1 1-65 0,-2-5-126 15,-3-9-237-15,-4-5-505 0,15-9 225 0</inkml:trace>
  <inkml:trace contextRef="#ctx0" brushRef="#br0" timeOffset="11713.94">11976 2338 47 0,'0'0'130'0,"-8"3"-1"0,8-3-14 16,0 0-5-16,-8 2-11 0,8-2-11 0,-5 3-10 16,5-3-10-16,0 0-9 0,0 0-2 15,0 0-9-15,-8 2-1 0,8-2-2 0,0 0 0 16,0 0 6-16,0 4 0 0,0-4 15 0,0 0 10 16,9 4 4-16,-5-4-3 0,8 0 8 0,0-1-14 0,2-1-8 0,5 0-2 15,3-3-10-15,-1-3-3 0,6 0 7 0,-1-3 0 16,4-1 4-16,-5-2 2 0,2 0 4 0,-5-4-2 15,-2 1 4-15,-4 4 3 0,-2 1 7 0,-3-2-3 16,3 3 1-16,-9 1 4 0,1 0-3 0,1 0-7 16,-7 1-10-16,-4 2-4 0,1 1-13 0,-4 2-4 15,-3-3-8 1,-3 6-5-16,-6 1-5 0,-9 5-3 0,-2 5 0 16,0 2-6-16,-5 6-3 0,7 3 2 0,-1 0 1 15,2 3-6-15,5 1 0 0,7 0-3 0,-2 4 3 0,7-1-5 16,5 4 5-16,6-6-3 0,7 6 6 0,9-6-5 15,11 2 9-15,18-2-23 0,7-5-40 16,1-7-59-16,9-6-88 0,2-8-287 0,0-5-526 16,0-4 232-16</inkml:trace>
  <inkml:trace contextRef="#ctx0" brushRef="#br0" timeOffset="12578.19">12519 1559 140 0,'0'0'183'0,"0"0"-17"0,2-7-19 0,3 7-15 16,-5 0-14-16,5-2-13 0,-5 2-12 0,10 0-6 16,-2-2-10-16,5 4-12 0,-3 0-7 15,3 1-8-15,0-1-2 0,-3 4-3 0,6 0-3 16,-4-1-5-16,3 5-6 0,-3-3-3 0,-3 3 0 15,0-3-13-15,1 7 0 16,-5-4-2-16,0 3-1 0,0 3-4 0,-2-1-6 16,-7-3 7-16,-1 2-1 0,-1 1 3 0,-4-1-8 15,-1 1 9-15,2-8-5 0,1 4 1 0,-1-5 0 16,1 5-4-16,0-6-1 0,1 1 4 0,1-1-5 16,2 1 2-16,-1 0 3 0,0-4-7 0,4 3 4 15,-2-2-6-15,3-3 5 0,-5 5-4 0,5-5 0 16,4 6 1-16,0-2 6 0,0 0-4 0,3 0-4 0,1 1 7 15,0-2-10-15,2 2 8 0,3 0-6 0,-2-1 1 16,0 4-4-16,0-1 8 0,-3-1-2 0,-1 2-4 0,2 0 11 16,-4-2-8-16,-5 4 4 0,3-4 3 15,-3 2-3-15,-3 0 4 0,-5 2 9 0,-2-3-2 16,-4 1-4-16,-5 1 5 0,-3-2-1 0,-3 1-3 16,-3-1-3-16,-2-4 2 15,2 2-3-15,-1-5 0 0,1 2 2 0,6-2-5 16,3 0 5-16,0-2-5 0,6 0 2 0,0 2 3 15,4-3-11-15,-1 1-15 0,6-2-33 0,0 0-33 16,4 1-40-16,4-3-43 0,5-2-97 16,4-1-284-16,2-2 126 0</inkml:trace>
  <inkml:trace contextRef="#ctx0" brushRef="#br0" timeOffset="13017">13091 1452 309 0,'1'-4'324'0,"-1"0"-30"0,0 4-25 0,2-9-32 16,-1 8-26-16,-1 1-27 0,1-4-12 0,-1 4-33 15,4-3-15-15,-4 3-17 0,0 0-13 0,0 0-16 0,2 13-7 16,0-2-4-16,-1 3-11 0,1 7-3 15,-2-1-10-15,2 9 3 16,-5 0 4-16,3 3-13 0,-4-1-4 0,2 3 0 16,-4 0-1-16,0 0-8 0,2-3 0 0,-3-2-4 15,2-1 3-15,-2-2-2 0,1-6-6 0,5-2 2 16,-4-1 0-16,2-1-5 0,2-3 1 0,-3-4-5 16,3 1 4-16,-2-4-1 0,2-1 0 0,1 1 0 15,-4 0 3-15,4-4-2 0,0 3 2 0,0-5 1 16,-1 4 15-16,1-4 6 0,0 0-2 0,0 0 9 0,0 0 7 0,-3 7 1 15,3-7 0-15,0 0-5 0,0 0 1 16,0 0-10-16,0 0 7 0,0 0-16 0,24-11-15 16,-13 8-19-16,0-1-32 0,1-1-31 0,0-2-42 15,1 4-44-15,4-5-45 0,-2 1-36 0,2-1-41 16,-6 1-186-16,-2-2-501 0,1 1 222 0</inkml:trace>
  <inkml:trace contextRef="#ctx0" brushRef="#br0" timeOffset="13179.77">13050 1782 191 0,'0'0'296'0,"-6"2"-12"0,6-2-28 0,0 0-20 16,0 0-27-16,0 0-18 0,0 0-22 0,20-3-15 15,8 0-29-15,23 0-42 0,4 0-65 0,0-1-77 16,4-4-87-16,-8 0-189 0,0-1-362 0,-14 2 160 15</inkml:trace>
  <inkml:trace contextRef="#ctx0" brushRef="#br0" timeOffset="13934.96">11721 2806 183 0,'0'0'181'16,"0"0"-8"-16,0 0-16 0,0 0-4 0,0 0-12 0,0 0-12 0,0 0-10 16,0 0-15-16,0 0-5 0,0 0-14 0,0 0-7 15,0 0-14-15,0 0 0 0,0 0-1 0,0 0-9 16,0 0 5-16,0 0-3 0,0 0 0 0,0 0 1 15,-4 3-13-15,4-3-2 0,0 0-1 0,0 0-9 16,0 0 0-16,0 0-4 0,0 0 2 0,0 0-6 16,0 0 0-1,0 0-5-15,0 0 9 0,0 0 1 0,0 0 6 0,18-3 1 16,-5 1-3-16,7-2-3 0,11 0 29 0,20-4-5 16,13 0-2-16,41-2-6 0,7-2-1 15,7-1-10-15,13 6 0 0,9-7 10 0,9 8 1 16,14-3 1-16,-1 4-1 0,4-3-6 0,-4 1 0 15,-7-1-3-15,-3 4-1 0,-10-1 1 0,-11 0-4 16,-12-2-5-16,-9 3 2 0,-19-4-5 0,-29 6 5 0,-6 0-9 0,-4-1 5 16,-20-1 4-16,-4 3-6 0,-10-1 39 0,-2-1 22 15,-7 2 24-15,0-2 30 0,-2 2 3 0,-3-1 3 16,2-1-10-16,-5 1-40 0,1-1-22 0,-2-3-27 16,-1 6-23-16,-1-5-26 0,1 5-37 0,-5-3-46 15,5 3-56-15,-7-2-57 0,7 2-61 0,-9-1-84 16,9 1-241-16,-14-4-634 0,9 1 280 0</inkml:trace>
  <inkml:trace contextRef="#ctx0" brushRef="#br0" timeOffset="15855.37">12168 3224 44 0,'2'-8'221'0,"-1"-1"-2"0,0 1-2 16,3-3-1-16,-4 5-2 0,0 0-5 0,3-1-5 16,-2 2-18-16,-1 0-16 0,1 2-12 0,-1 3-24 15,1-7-16-15,-1 5-15 0,0 2-30 0,0 0-13 0,0 0-6 0,-1 15-5 16,-4 3-4-16,1 1 27 0,-5 10-9 0,2 3-2 16,-1 2-8-16,0 2-9 0,3-3 6 0,-4 2-8 15,4 2-4-15,0-6-5 0,1-1 2 0,0 1-9 16,0-3 2-16,3-3-4 0,-3-4 1 15,4-6-1-15,-3-1-16 0,3-2-9 0,-2-2-13 0,2-1-21 16,0-3-17-16,0-2-12 0,0 2-1 0,0-6-14 0,0 7-18 16,0-7-60-16,0 0-71 0,0 0-194 0,0 0-456 15,0 0 202-15</inkml:trace>
  <inkml:trace contextRef="#ctx0" brushRef="#br0" timeOffset="16124.95">12483 3532 38 0,'0'0'280'0,"0"0"-30"16,0 0-19-16,-3 5-22 0,3-5-23 0,0 0-15 15,0 0-17-15,0 0-15 0,13 0-10 0,-3-3-15 16,4-1-13-16,13 1-14 0,4 0-2 0,3-4-11 16,-1 3-8-16,2 1-22 0,-3-4-32 0,1 4-35 15,-5 1-41-15,-10-2-32 0,4 1-32 0,-4-1-43 16,-8 1-144-16,-2 1-341 16,-3-2 151-16</inkml:trace>
  <inkml:trace contextRef="#ctx0" brushRef="#br0" timeOffset="16372.45">12637 3304 261 0,'-2'-7'335'0,"0"-1"-21"0,1 4-22 15,0 0-34-15,1 0-31 0,0 4-28 0,-4-4-24 16,4 4-17-16,0 0-17 0,0 0-17 0,-4 21-12 15,-1-5-13-15,2 5-7 0,0 8-6 0,0 3-11 16,-2 1-8-16,5 4-4 0,-2-1-16 0,-1-3-37 0,3 2-32 16,1-1-34-16,3-3-30 0,0-2-42 0,5-2-55 0,-3-8-261 15,-2-4-480-15,2-4 213 0</inkml:trace>
  <inkml:trace contextRef="#ctx0" brushRef="#br0" timeOffset="16804.66">13210 3550 19 0,'0'0'253'0,"0"0"-27"0,0 0-21 0,0 0-19 16,0 0-24-16,0 0-14 0,0 0-19 0,0 0-11 15,15-7-11-15,-6 3-14 0,0-1-8 0,5-1-20 16,-2 2-14-16,3-4-17 16,3 1-12-16,0-2-5 0,0 1-6 0,-1-1-5 15,-2-3 2-15,-2 0 1 0,4-1-7 16,-4 0 7-16,-3 0-9 0,0-3 3 0,-5 5 9 15,2-1 2-15,-3 3 12 0,-3-1-4 0,-2 3 3 0,-3 1-4 16,0 1-7-16,-4 2 4 0,-2 0 1 0,-3 2-4 16,-2 6-2-16,-4 1-1 0,-2 3-1 0,-3 6-3 15,5 1 0-15,-4 2-1 0,4 3 1 0,1-1-9 0,0 1 6 16,5 2 2-16,4-5 4 0,4 0-5 0,1 5 3 16,4-2 2-16,4-5 7 0,5 2-6 0,5-5-5 15,9 3-20-15,3-7-50 0,7-3-75 0,-1-5-211 16,6-2-378-16,-2-7 168 0</inkml:trace>
  <inkml:trace contextRef="#ctx0" brushRef="#br0" timeOffset="17227.82">13533 3015 204 0,'5'-6'207'0,"-2"3"-19"0,1 0-27 0,1 1-12 0,2-2-12 16,2 1-13-16,0 1-8 0,1 2-18 0,1 0-6 15,0 2-4-15,3 3-5 0,0 2-5 0,-1 0-8 16,1 3-7-16,-5 5-10 0,4 0-5 0,-8 2-1 16,0 0-6-16,-2 9-2 0,-3 0-5 0,-6 0-3 15,-4 0-5-15,-1 0 1 0,-6 0-1 0,2 1-3 16,-4-3-1 0,-2-2-2-16,2-1-1 0,1-5 4 0,3-2 1 15,5-4 2-15,2-5-2 0,-1 4 1 0,3-4-3 16,0-1 0-16,3 2 5 0,0-2 10 0,0-1 6 0,2-3-2 15,1 0 0-15,0 0-7 0,13 4-3 0,-1-5-3 16,5-2-3-16,5 3-24 0,-1-4-33 16,8-1-49-16,-1-1-56 0,0 1-61 0,-1-1-192 15,2-3-423-15,-8 1 187 0</inkml:trace>
  <inkml:trace contextRef="#ctx0" brushRef="#br0" timeOffset="17575.45">14053 2950 215 0,'1'-4'334'0,"-1"1"-32"0,0 3-28 16,0-6-31-16,0 6-25 0,3-7-23 0,-3 7-26 15,0-4-20-15,0 4-21 0,0 0-12 0,0 0-9 0,0 0-18 16,1 17-10-16,-1-7-6 0,0 0-5 15,0 7-6-15,-1 0-6 0,-2 2-7 0,-1 6-5 0,-1 3 0 0,4-3-7 16,-6 2 31-16,4-2-5 0,0-7-10 0,0 1-1 16,1-2-6-16,0 0-2 0,-1 3-9 0,3-9 0 15,0 1-3-15,0 0 0 0,0-3-7 0,-2-1 0 16,2-1-4-16,0-1 6 0,2-2-6 0,-2 2-3 16,0-3 5-16,1 2-6 0,3-2 3 0,0-1-10 15,0-1 14-15,7-1-2 0,-2-1-8 0,4-3-25 0,5-1-35 16,-9 1-38-16,10-4-43 0,-6-2-58 0,5-3-60 15,-4-1-269-15,4-5-556 0,-2-1 247 0</inkml:trace>
  <inkml:trace contextRef="#ctx0" brushRef="#br0" timeOffset="17744.75">13942 3100 225 0,'-5'1'217'0,"0"1"-7"0,2 0-18 0,3-2-8 16,0 0-6-16,0 0-12 0,27 3-16 0,0-5-16 16,11 0-17-16,-1-6-38 0,21 0-58 0,0 0-67 15,3-2-88-15,-4-3-149 0,-1 0-305 0,-2-3 135 0</inkml:trace>
  <inkml:trace contextRef="#ctx0" brushRef="#br0" timeOffset="19711.43">15313 1480 112 0,'0'0'134'0,"0"0"-14"0,0 0-11 16,0 0-12-16,0 0-13 0,0 0-14 15,0 0-7-15,0 0-12 0,-2 14-5 0,0-8-1 16,0 13-9-16,-1 0-2 0,1 10-8 0,-5 2-4 16,3 1 1-16,-5 16 6 0,3 0-10 0,6-11-4 0,0 12-2 0,4-1 1 15,2 2 0-15,1-4-5 0,2 1 0 16,2-2 4-16,4-12 14 0,7 9-8 0,0-1 14 16,-2-11 2-16,1-4-3 0,3 1 10 0,-2-4-3 15,1-3 9-15,2-3-4 0,-1-3 4 0,-6-4-1 16,0-3 7-16,-5-3 13 0,6 0 18 0,-6-4 5 15,0-2 6-15,-3 1 2 0,2-3-4 0,-1-4-8 0,-2 2-9 0,0-5 0 16,0 4 0-16,-3-2 2 0,-2-1-2 0,1-2 9 16,-2 4-1-16,-2-4-8 0,0 0-12 0,-2 4 3 15,0 2-8-15,0-2-8 0,-1 1-5 0,0 2-7 16,-2 0-4-16,4 1-11 0,-3 1-12 0,1-1-8 16,2 4-3-16,-8-1-8 0,0 1-2 0,8 0-2 15,-16 5 2 1,6 2 0-16,-6 3 0 0,-3 10 2 0,-3 1-3 15,1 8 2-15,-2-1 1 0,-4 14-2 0,-3 6 4 0,1 1-1 16,4 4 4-16,0-1-1 0,2 4 0 16,1-5 0-16,4 5 1 0,3-4 0 0,6 3 5 15,-1 1 0-15,8 0 3 0,4-1-1 0,2 1 2 16,2-1-2-16,3 3 2 0,5-4-3 0,0 4-1 16,3-6 3-16,-2 2 2 0,-2-3 0 0,1-2-2 0,-10 0 3 0,4-13 0 15,-6 11 2-15,-3 1-3 0,-4-13-3 0,-9 12 10 16,-8-2-6-16,-9-3-5 0,-6 1 3 0,-14-3-14 15,-19 13-22-15,-16-6-43 0,-6-8-60 0,-9-3-112 16,-9-7-245-16,-6-6-529 0,3-9 233 0</inkml:trace>
  <inkml:trace contextRef="#ctx0" brushRef="#br0" timeOffset="21037.07">11678 1607 24 0,'0'0'99'0,"0"0"-3"0,-2-5-6 16,2 5-7-16,0 0-11 0,0-4 1 0,0 4-9 16,0 0 1-16,0 0-8 0,0 0 7 0,0 0 0 15,2-4-2-15,-2 4 13 0,0 0-7 0,0 0 0 16,0 0 2-16,0 0 4 0,0 0-2 0,0 0-2 0,0 0-7 15,0 0 4-15,-2-5-5 0,2 5 2 0,0 0-5 16,0 0-1-16,0 0-7 0,0 0 0 0,0 0-8 0,0 0-1 16,0 0-6-16,0 0 2 0,0 0-10 0,0 0 2 15,0 0-3-15,0 0-2 0,0 0-12 16,4-3 7-16,-4 3-7 0,0 0-6 0,0 0 5 16,0 0-4-16,0 0-5 0,0 0-6 0,0 0-9 0,0 0-17 0,0 0-26 15,0 0-1-15,0 0 13 0,-2 15 1 0,0-4 1 16,2 1 6-16,0 8 5 0,-5 6 0 0,1 9 5 15,3-1 1-15,-10 16 6 0,4 4-3 0,-3 4 1 16,-3 25 5-16,-8 2 7 0,0 8 1 0,-8-4 12 16,-3 3-7-16,-4 0 3 0,5-5-1 0,-4-4 8 15,0-6-7-15,9-21 4 16,0-1-1-16,0-1 3 0,2-1 0 16,-2-2 2-16,3-4-2 0,-4-7 5 0,13-9 4 15,-2-6-1-15,0-1 1 0,2-7-3 0,3-1-2 16,-4-2 7-16,4-2 1 0,3-5 17 0,2 1 27 15,0-5 21-15,1 0-2 0,0-4-7 0,5 1 0 0,-12-9-11 16,7 3-17-16,1-6-14 0,3-4-11 16,2-1-3-16,2-3-5 0,3 2 1 0,-1 0-4 0,-1 0 3 0,5 2-3 15,1 1-5-15,2 1-4 0,-3 5 2 0,5-3-3 16,-4 7 1-16,2 0-1 0,1 2-8 0,2 3-2 16,2 3-5-16,0 8 0 0,7 9 4 0,-6 2-2 15,0 8 0-15,3 13 1 0,-2 4 3 0,-6 5 0 16,-2 8 1-16,-2 20 2 0,-7-19-1 0,-7 20 8 15,1-24 3-15,-7 33 6 16,-3-4 11-16,3-31 2 0,2 1 4 0,-2-1 2 16,1-4 0-16,0-4 0 0,2-13 4 15,3-3 4-15,2-4 4 0,2-7 0 0,2-3 3 16,7-3 4-16,5-2-2 0,14-4-5 0,9-5-5 16,24-9-36-16,29-7-66 0,7-7-90 0,-4-7-310 15,-1-10-502-15,4-4 222 0</inkml:trace>
  <inkml:trace contextRef="#ctx0" brushRef="#br0" timeOffset="26712.3">5299 6754 122 0,'0'0'166'0,"0"0"-4"16,0 0-3-16,-9 2-4 0,9-2-8 0,0 0-8 16,0 0-6-16,0 0-8 0,0 0-9 0,0 0-8 15,0 0-10-15,0 0-14 0,0 0 1 0,0 0-10 0,0 0-10 0,0 0-5 16,29-2-7-16,-8 0-6 0,8-1-4 0,3 2-12 15,1 0-28-15,-1-6-25 0,4 5-38 0,3-2-38 16,1 1-46-16,-4 0-165 0,-4-1-335 0,-4 2 148 16</inkml:trace>
  <inkml:trace contextRef="#ctx0" brushRef="#br0" timeOffset="26881.53">5355 6967 157 0,'-9'5'198'0,"5"0"-18"0,-4-3-20 16,6 1-10-16,3 1-3 0,-1-4-5 15,16 2-14-15,4-1-11 0,13-2-12 0,7-1-13 0,17-2-37 0,7-1-51 16,30-5-69-16,-31 3-197 0,28-4-283 0,-26 3 124 16</inkml:trace>
  <inkml:trace contextRef="#ctx0" brushRef="#br0" timeOffset="27667.66">7328 6195 256 0,'0'-12'269'15,"0"0"-16"-15,0 1-12 0,-3 1-14 0,3 3-9 16,3 1-14-16,-3 0-19 0,0 2-19 0,0 0-22 15,0-1-20-15,0 5-17 0,0 0-13 0,0 0-9 0,0 0-8 0,0 22-10 16,5-3-5-16,-4 8-6 0,-1 4-7 0,1 3 3 16,-1 2-12-16,3 1 0 0,-2 9-10 0,3-15 7 15,-1 1-9-15,-2-3-3 0,3-1-2 0,-3-3 0 16,-1-6-1-16,4-3-2 0,-4-2-1 0,0-1-5 16,1-2-26-16,-1-1-12 0,3-4-18 0,-6 2-26 15,3-1-32-15,-1-2-34 0,1 0-24 0,0-1-29 0,0-4-235 16,-4 3-458-16,4-3 203 0</inkml:trace>
  <inkml:trace contextRef="#ctx0" brushRef="#br0" timeOffset="28030.99">6937 6793 87 0,'-9'2'223'0,"4"-1"-21"0,-2 1-22 15,7-2-16-15,-5 2-15 0,5-2-14 0,-6 3-17 0,6-3-9 0,0 0-15 16,-8 0-3-16,8 0-3 0,0 0-8 0,0 0-1 16,0 0 0-16,18 2-1 0,0-4-10 0,14-1-3 15,9 1-10-15,20-5-4 0,27 0-6 0,-23 0-9 16,31-6-2-16,-1 3-1 15,-3 1-1-15,-27 1-5 0,3 2-2 0,-3-2-1 16,-5 5 0-16,-5-1-7 0,-13 3-3 16,-6-1 0-16,-3-1-3 0,-5 3-3 0,-9 0 4 0,-2-1-2 15,-4 1-4-15,-4 1-8 0,-4-1-8 0,0 0-12 16,-1 1-1-16,-4-1-10 0,0 0-22 0,-9 7-25 16,-3-4-27-16,-4 1-45 0,-4 3-55 0,-6-5-106 15,4 2-339-15,0 1 150 0</inkml:trace>
  <inkml:trace contextRef="#ctx0" brushRef="#br0" timeOffset="28570.08">7252 7054 68 0,'-3'2'170'0,"3"-2"-20"0,-6 1-9 0,6-1 0 15,0 0-2-15,-6 4-3 0,6-4-9 0,-4 1-9 16,4-1-13-16,0 0-10 0,0 0 4 0,0 0-4 15,13 8-13-15,-5-7-4 0,1 2-4 0,3 4-12 0,6 0-5 16,0 0-4-16,0 1-8 0,0 1-5 16,1 0-4-16,-2 2-1 0,-2 2-5 0,-2-2-5 15,0 4 1-15,-4 1-6 0,-4 0 2 0,-1 3-2 0,-4 9 1 0,-7 0-6 16,-7-1 0-16,-1 0 4 0,-3-2-5 0,-4-1 1 16,-1-2 1-16,-1-1-4 0,1 0 0 0,4-5 4 0,-4-2 3 15,4-3 3-15,2 2 4 0,-1-5 7 16,4 4 5-16,4-7 9 0,2 0 10 0,3 1 12 15,-3-2 1-15,6-3-3 0,2-1-4 0,0 1-4 0,0-1-6 16,18-1-3 0,2-3-5-16,9-1-3 0,9-2-8 0,-4 4-5 15,3-2 1-15,17-1-6 0,-16-1 5 0,15 1 2 16,-15-1 7-16,14 2-5 0,-13 2 1 0,1-1-5 16,-5-1-1-16,-3 2-5 0,-4 1-2 0,-9 2 3 15,-6 0-8-15,0-1 0 0,-2 1-1 0,-3-1-6 16,-3 1-18-16,-1-1-18 0,-4 1-29 0,10-1-36 15,-10 1-61-15,5-3-97 0,-5-2-264 0,0 2-556 0,-1-4 247 0</inkml:trace>
  <inkml:trace contextRef="#ctx0" brushRef="#br0" timeOffset="29221.22">9894 5866 184 0,'-2'-7'282'0,"2"2"-9"0,0 0-2 15,0 1-9-15,0-1-12 0,0 5-20 0,0-7-19 16,0 7-9-16,-1-5-20 0,1 5-33 0,0 0-19 16,0 0-17-16,0 0-19 0,0 0-13 15,0 0-11-15,0 0-5 16,5 25-6-16,-1-7-3 0,0 7-7 0,-1 5-13 15,4 0-16-15,-3 2-28 0,1 4-32 0,2 10-36 0,-4-11-48 16,-3-2-54-16,3 3-64 0,-3-7-192 0,-4-3-470 16,2-6 208-16</inkml:trace>
  <inkml:trace contextRef="#ctx0" brushRef="#br0" timeOffset="29588.1">9186 6715 195 0,'-6'1'259'0,"2"1"-34"15,-1 0-34-15,2 0-30 0,3-2-17 0,-1 6-13 16,1-6-16-16,7 2-8 0,5-2-9 0,6 0-9 15,11-2-5-15,10 2-8 0,24-7-3 0,36 1-3 0,4-5-5 16,12 6-5 0,4-3-5-16,6 1-5 0,3 2-1 0,7-4-1 15,4 4 2-15,-2-2 1 0,-5 3 0 0,-9 0 1 16,-12 3-1-16,-13 0-5 0,-7-2-6 0,-32 2-2 16,-3 1-6-16,-6-1 3 0,-12 1-6 0,-8 0-3 15,-1 0-5-15,-15-2 0 0,0 2-12 0,-5 0-8 16,0 0-11-16,-2-1-18 0,-7 1-20 0,6 0-31 15,-6 0-41-15,0 0-36 0,-23-2-54 0,4 2-165 0,-2-2-405 0,-2 0 179 16</inkml:trace>
  <inkml:trace contextRef="#ctx0" brushRef="#br0" timeOffset="30058.18">9915 7088 216 0,'-1'-5'310'0,"1"1"-19"0,-4-1-38 0,4 5-29 15,-1-3-32-15,1 3-20 0,-2-2-17 0,2 2-20 16,0 0-17-16,-3 10-8 0,0 2-13 0,2 5-12 16,-5 7-10-16,3 3-5 0,-1 2-6 0,0 3-5 0,-2 1-7 0,0 1-6 15,1 0-1-15,2 1-4 0,0-2-2 0,1-2-3 16,-1-2-3-16,-1 0-1 0,2-5-9 0,-2-6-9 16,2-2-8-16,-1-8-9 0,2 4-11 0,0-5-14 15,-1 0-12-15,1-3-13 0,1 0-27 0,0-4-65 16,0 0-72-16,0 0-186 0,-5-13-435 0,4 6 193 15</inkml:trace>
  <inkml:trace contextRef="#ctx0" brushRef="#br0" timeOffset="30352.25">9770 7077 120 0,'-3'-3'274'0,"2"0"-27"0,1 3-29 0,-4-2-27 15,4 2-20-15,0 0-18 0,0 0-10 0,0 0-14 16,13 12-16-16,-4-5-17 0,7 3-6 0,0 2-5 16,8 3-7-16,3 4-5 0,2 0-7 0,-1 2-7 15,2 2-6-15,8 10-3 0,-11-10-2 0,-3 0-1 0,-6-1-12 16,1 1 0-16,-2-1-7 0,-7 2 1 0,-7-5-3 16,-3-2 1-16,-7 7-1 0,-2-5 2 0,-9 3-1 0,-3-4 6 15,-5-1-5-15,2-1-3 0,-4 4 0 0,-2-9-3 16,1 3-4-16,0-1-2 0,-1-4 0 0,5-2 3 15,4-3-2-15,2 0-4 0,5-4 9 0,4 0-13 16,2 2-20-16,-1-2-33 0,9 0-67 0,-5-5-82 16,5 5-253-16,13-8-481 0,1-1 214 0</inkml:trace>
  <inkml:trace contextRef="#ctx0" brushRef="#br0" timeOffset="30606.2">10505 7413 98 0,'-6'2'284'0,"1"-2"-30"0,5 0-27 16,-7 2-23-16,7-2-21 0,-4 3-12 0,4-3-12 15,0 0-12-15,0 0-8 0,0 0-9 0,0 0-1 0,33-5-20 0,-11 2-15 16,7-1-5-16,7 2-9 0,5-4-12 0,9 2-37 16,-11-2-46-16,-2 2-72 0,3-1-85 0,-4-2-215 15,-3 2-420-15,-5-3 186 0</inkml:trace>
  <inkml:trace contextRef="#ctx0" brushRef="#br0" timeOffset="30860.15">11242 7177 76 0,'0'0'364'0,"0"0"-35"0,4-4-37 16,-4 4-33-16,0 0-30 0,0 0-27 0,0 0-8 15,-4 17-35-15,1-5-16 0,2 3-12 0,-1 0-9 0,-1 10-15 16,3 0-11-16,-3 6-8 0,3-4-4 0,4 3-24 16,-4-2-44-16,2-1-64 0,0 1-71 15,3-3-92-15,0-8-219 16,-4-8-464-16,2-3 206 0</inkml:trace>
  <inkml:trace contextRef="#ctx0" brushRef="#br0" timeOffset="32009.97">12368 6507 19 0,'0'0'192'16,"-9"0"-14"-16,9 0-1 0,-8 1-8 0,8-1-6 15,0 0-3-15,-5 0 3 0,5 0 5 0,0 0-9 16,-8 1-5-16,8-1-8 0,0 0-14 0,0 0-10 16,0 0-9-16,31-1-15 0,2-4-12 0,4 2-9 0,23-4-3 0,4 0-34 15,31-1-40-15,-33 4-48 0,2-4-59 0,1 2-68 16,-6 0-202-16,-8 1-409 0,-15 1 182 0</inkml:trace>
  <inkml:trace contextRef="#ctx0" brushRef="#br0" timeOffset="32680.34">14558 5886 50 0,'0'-8'297'0,"1"1"-1"0,-1 3-12 0,0 1-11 16,0-2-22-16,0 5-23 0,-1-5-25 15,1 5-3-15,0 0-44 0,-4-5-18 0,4 5-45 0,0 0-11 16,0 0-12-16,-1 15-7 0,-2-3-4 0,2 8-1 16,-4 9-9-16,1-1-23 0,0 5-28 0,0 2-22 15,3-1-25-15,-2 3-30 0,3-1-37 0,0-4-41 16,0 1-81-16,3-5-131 0,-3-3-399 0,-3-7 176 0</inkml:trace>
  <inkml:trace contextRef="#ctx0" brushRef="#br0" timeOffset="33043.68">14030 6603 1 0,'-6'4'290'0,"1"-4"-30"0,5 0-24 0,-7 3-29 16,7-3-21-16,-7 0-18 0,7 0-16 0,0 0-14 0,-7 1-12 16,7-1-9-16,0 0-13 0,0 0-10 0,0 0-7 15,30-4-9-15,2-1-8 0,21-2-11 0,10-1-3 16,31-7-6-16,12 4-6 0,8-4-3 0,5 3-7 15,5 0-2-15,4 3-4 0,-2-1 5 0,3 1 10 16,-7 1 6-16,-5-1 0 0,-8-1-4 0,-10 8-4 16,-33-2 20-16,-9 3-7 0,-6 1-9 0,-14-3 2 0,-6 2-5 0,-13-1-7 15,-3 0 3-15,-3 2-9 0,-3 0-2 0,0-2 1 16,-3 1-16-16,-2-1-21 0,-4 2-44 0,0-5-33 16,0 5-49-16,-9-9-54 0,0 8-74 0,-1-3-171 15,-2 1-470-15,1-6 208 0</inkml:trace>
  <inkml:trace contextRef="#ctx0" brushRef="#br0" timeOffset="33698.68">14659 6984 110 0,'-2'-9'298'16,"1"4"-16"-16,0-2-15 0,1 0-16 0,0 1-21 0,0 4-27 0,-1-2-24 16,1 4-23-16,0-8-19 0,0 8-26 0,0 0-15 15,0 0-10-15,0 0-9 0,-6 25-3 0,4-9-10 16,-2 2-9-16,-1 10-2 0,-1 1-8 16,2 2 2-16,-1 3-5 0,-2-2-5 0,1 1-1 0,2-1-5 15,0-6-25-15,2 1-17 0,-1-7-16 0,-1-3-25 16,2-1-20-16,-1-5-17 0,0 0-23 0,0-1-25 0,-1-5-17 15,3 0-49-15,-1 1-150 0,2-6-383 0,0 0 170 16</inkml:trace>
  <inkml:trace contextRef="#ctx0" brushRef="#br0" timeOffset="33983.98">14568 6949 130 0,'0'-4'234'0,"0"4"-25"16,0-5-27-16,0 5-14 0,0 0-23 0,0 0-14 16,9 0-10-16,-9 0-17 0,20 9-10 0,-4-2-6 0,3 4-14 15,6 4-10-15,2 3 0 0,0 3-7 0,-1 0-7 16,-2 3-6-16,4 1 0 0,-6 4-7 0,1 0 0 16,-8-3-6-16,-1 2 0 0,-6 2-3 0,-4-2-2 15,-6-2-1-15,-4 0-2 0,-9 0-1 0,-1-4 3 16,-7 2-3-16,-2-6 2 0,-3 1 1 0,-3-1-5 15,-3-4 1-15,4-2-5 0,2 0 2 0,1-2-1 16,8-6-5-16,0 0-6 0,1-1-12 0,5-2-23 16,3 1-35-16,-3-2-43 15,12-5-59-15,-3 3-184 0,4-5-379 0,5-2 168 16</inkml:trace>
  <inkml:trace contextRef="#ctx0" brushRef="#br0" timeOffset="34316.06">15212 7221 264 0,'0'0'249'0,"-9"0"-22"0,9 0-23 0,-9 0-22 0,9 0-15 0,0 0-16 15,-10 0-19-15,10 0-10 0,-4 3-7 0,4-3-7 16,0 0-9-16,0 0-2 0,0 0-10 16,0 0-4-16,0 0 0 0,0 0-6 0,0 0 1 0,23 0-7 15,-10 0-5-15,9-3 1 0,7 1-11 0,4 0-8 16,4-5-5-16,14 3-6 0,-11 0-4 0,14-5-3 16,-3 3-2-1,-13 3-6-15,-2-2-3 0,-5 1-23 0,-8 1-19 16,-3 1-25-16,-3-1-27 0,-7 2-18 0,1 0-21 0,-4-1-41 15,-3 0-45-15,-4 2-190 0,0 0-421 0,-12-5 188 16</inkml:trace>
  <inkml:trace contextRef="#ctx0" brushRef="#br0" timeOffset="34531.92">15439 7074 262 0,'0'-3'307'0,"-2"-2"-6"0,2 1-16 15,0 4-12-15,-4-5-24 0,4 5-23 0,0-4-26 16,0 4-27-16,0 0-26 0,0 0-16 0,0 0-14 16,0 0-12-1,-1 17-15-15,0-3-8 0,1 5-4 0,-4 7-5 16,3 2-9-16,1 4-3 0,0 0-9 0,0 3-8 16,0-1-28-16,0-2-42 0,2 0-38 0,2 0-41 15,-1-3-50-15,4-2-66 0,-4-8-241 0,-1-2-499 16,3-6 222-16</inkml:trace>
  <inkml:trace contextRef="#ctx0" brushRef="#br0" timeOffset="34770.18">16022 7068 53 0,'0'-7'467'0,"-1"0"-23"0,1 5-57 16,0 2-34-16,-3-7-41 0,3 7-39 0,0 0-36 15,0 0-34-15,-4 12-27 0,0 2-5 0,2 6-22 16,-5 12-13-16,3 0-26 0,-2 2-62 0,3 13-48 16,-4 0-62-16,4 1-84 0,5-2-124 0,-4-15-238 15,2 0-548-15,-2-15 243 0</inkml:trace>
  <inkml:trace contextRef="#ctx0" brushRef="#br0" timeOffset="-169471.76">9368 5859 122 0,'0'0'174'15,"3"-5"-18"-15,-2 3-6 0,1-2 0 0,-1 1-4 16,1-1-6-16,0-1-9 0,-1 0-5 0,2 1-12 15,-1-2 9-15,1 1-8 0,-2 2-11 0,0-2-10 16,2 0-5-16,1 3-9 0,-3-3-5 0,-1 5-1 0,2-3-5 0,-2 3-6 16,3-4-5-16,-2 1-5 0,-1 3-5 0,0 0-5 15,0 0-4-15,2-4-2 0,-2 4-7 0,0 0-6 16,0 0-10-16,0 0-3 0,0 0-18 16,-8-3-11-16,8 3 4 0,-21 5-7 0,1 2 0 0,-8-1-2 15,-3 3 1-15,2-1 5 0,-3-1 2 0,0 2-1 16,3-2 3-1,-2-1-2-15,4 0 0 0,8-1 5 0,-4-2 2 16,1-1-1-16,3 1 8 0,1-1-6 0,0-1 0 16,5-1 4-16,2 0 1 0,0 1 7 0,0-1 9 15,6 0 14-15,-1 0 5 0,6 0-4 0,-13-2 7 16,9 0 5-16,4 2 6 0,-6-1 1 0,6 1 3 16,-8-2 3-16,8 2-3 0,0 0-6 0,-5-2-2 15,5 2-6-15,0 0-3 0,0 0 3 0,0 0-9 0,0 0 4 0,-6 0-4 16,6 0 4-16,0 0 2 0,0 0-3 0,0 0 5 15,0 0 3-15,0 0-4 0,0 0-4 0,-7-3-2 16,7 3-5-16,0 0-3 0,0 0-4 0,0 0-8 16,0 0-23-16,0 0-24 0,0 0-30 0,0 8 4 15,0 0 3-15,-1 3 7 0,-3 7 5 0,0 10 5 16,0 20 5-16,-6 5 3 16,-3 30 8-16,2 1 1 0,-2 2 2 0,0-1 2 15,-3 1 3-15,2-2 4 0,0 0 3 0,6-25-1 16,-5 27 8-16,3-2 2 0,2-26 5 0,-3 24 1 15,6-23-1-15,0-1 1 0,1-3 3 0,1-2-5 16,1-4 1-16,2-1 0 0,-3-12 1 0,3 11-1 16,0 0 2-16,0-10 0 0,0 9-2 0,0-12 6 15,-1 4-3-15,-1-3 0 0,0-2 0 0,1 3-2 0,-3-1 3 16,0-3-1-16,3 0 1 0,-3-4-1 0,0 1 1 16,3-6-2-16,-2-3 0 0,2 0 0 0,0 1-1 0,-2-4 2 15,-1 0-2-15,-1-1 1 0,0 1 3 0,1-2 0 16,3-2-3-16,-3-2 2 0,3 0 1 0,-3-2-1 15,1 0 2-15,1-1-5 0,-2-1 1 16,4-2-1-16,-5-2 0 0,5 1 0 0,-4 1-3 0,4-2 4 0,0-3-3 16,-1 5 0-16,-2-1 0 0,3-4 2 0,-1 5-3 15,-3-3 4-15,4-2-1 0,-2 4 2 0,2-4-3 16,-3 3 0-16,3-3 1 0,-3 3-2 0,3-3 0 16,0 0 3-16,-1 4-2 0,1-4 1 0,0 0 0 15,0 0-2-15,0 0 0 0,0 0 1 0,0 0-2 0,0 0 1 16,0 0 2-1,0 0 1-15,-3 3-2 0,3-3 1 0,0 0 18 16,0 0 10-16,0 0 3 0,0 0 6 0,0 0 11 16,0 0 1-16,0 0 9 0,0 0 7 0,0 0 1 15,0 0-3-15,0 0 1 0,0 0-3 0,0 0-6 16,0 0-5-16,29-12-12 0,5 1-17 0,23-5-25 16,33-7-67-16,9-2-91 0,5-2-139 0,5-4-239 15,-5-6-582-15,-3-5 257 0</inkml:trace>
  <inkml:trace contextRef="#ctx0" brushRef="#br0" timeOffset="-168068.47">15670 5703 158 0,'-3'-6'202'0,"3"0"-7"15,0 0-4-15,0-1 12 0,-1 2-6 0,1 0-10 0,0 0-8 0,0 2-8 16,0 3-13-16,0-8-9 0,-2 4-15 16,2 4-17-16,2-2-9 0,-2 2-14 0,0 0-11 15,-2-5-17-15,2 5-17 0,0 0-10 0,9 0-3 0,-9 0-6 16,20 3-11-16,-1-1-8 0,1 4-6 0,8 1-7 15,4 0-4-15,4 2-8 0,0-3-7 0,1 1 0 16,13 0-9 0,-11-2 1-16,-7-2 2 0,7-2 3 0,-4 2 0 15,0-3 4-15,-2 0 2 0,0 0-2 0,-3 0 10 16,-5 0-5-16,-2-3 2 0,-9 2 10 0,-1-3 9 16,0 2 13-16,-2-3 17 0,-2 3 0 0,0-3 3 15,-1 1 4-15,-2 1 5 0,-1-2 6 0,1 0 5 16,-3 0-2-16,1 1 2 0,0-2 3 0,-2-1-1 0,1 5 0 15,-2-3-2-15,-1 0-6 0,4 0 5 0,-4 3-2 0,0-3-6 16,0 5-7-16,3-5-6 0,-3 5-6 0,1-4 0 16,-1 4-7-16,0 0-3 0,1-4-2 0,-1 4-10 15,0 0-7-15,0 0-5 0,0 0-10 0,4-1-9 16,-4 1-14-16,0 0-16 0,0 0-5 0,0 0 4 16,0 9 13-16,2 0-1 0,-2 1-1 0,1 7 8 15,3 10-4-15,-4 2-4 0,0 8 3 0,-2 13 3 0,-1 4 3 0,1 5 4 16,-5 25 3-16,1-24 2 0,0 27 4 0,0-3 0 15,3-1 5-15,2-23 1 0,2 25 3 0,-2-29-3 16,1 3 3-16,0 1 5 0,-3-3-1 0,3 28 1 16,0-26 3-16,0 1 5 0,-1 0-2 0,2-2-2 31,-1 1 2-31,0-4 5 0,2-2-2 0,-1-2 0 0,-1-2-1 16,0-2-2-16,0-11-2 0,0-2 3 0,-1 3-2 0,1-3-2 15,-2 0 6-15,1 0-1 0,0-3-2 0,-2 1 6 16,2-4-2-16,-2-3 0 0,2-6-1 0,-2 2 1 15,2-4-1-15,-1-1-1 0,0-1 1 16,1-2-1-16,-1-2-1 0,0-1 7 0,1 1-5 16,0-3 1-16,-1 1 0 0,2-3-5 0,-1-1 2 0,1 1 4 15,-1-1-1-15,1-1-2 0,-1-1 2 0,1-3-1 0,-2 7 2 16,2-7 0-16,-1 5 0 0,1-5 2 0,0 4 6 16,0-4 8-16,0 0-2 0,1 3 2 0,-1-3 0 15,0 0 0-15,0 0-3 0,0 0 2 0,0 0-3 0,0 0 3 16,0 5 0-16,0-5 8 0,0 0 3 15,0 0 3-15,0 0 0 0,0 0 6 0,0 0 0 16,0 0 4-16,0 0-9 16,0 0-5-16,0 0 0 0,0 0-3 0,0 0-1 15,0 0-6-15,0 0-4 0,0 0 3 0,0 0-3 16,-2 4-2-16,2-4-7 0,0 0 1 0,0 0 0 16,-5 4 1-16,-1-2 0 0,-1 2-1 0,-6 2 1 15,-14 3 1-15,2 0 0 0,-10 0-3 0,-17-1-17 16,-6 0-48-16,-7-2-63 0,-27 0-93 0,-2-10-339 15,31 1-597-15,0-2 265 0</inkml:trace>
  <inkml:trace contextRef="#ctx0" brushRef="#br0" timeOffset="-166919.18">17489 6179 73 0,'0'0'166'0,"0"0"4"0,-8-1-19 0,8 1-11 16,0 0-13-16,0 0-5 0,0 0-15 0,0 0-6 15,0 0-11-15,0 0-11 0,0 0-9 0,0 0-4 16,0 0-5-16,0 0-10 16,0 0-1-16,0 0-9 0,0 0-9 0,0 0 11 15,0 0-3-15,0 0-2 0,12-4-4 16,1 1-3-16,-2 1-5 0,8-2-1 0,3-2-3 0,0 0 1 16,6-4-4-16,1 3-1 0,1-2-4 0,0-4 7 15,1 2 1-15,1-1 7 0,-4 0 3 0,2-3 2 16,0 1 0-16,-2-3 8 0,-2 0 4 0,-2 0 6 15,-2 0 0-15,-3-1 3 0,-5 5 2 0,-1 0-3 0,-7 4-2 0,-2-3-3 16,0 0 3-16,-1 2-3 0,-6-1-13 16,-1 1-4-16,-5 2-5 0,-2 1-5 0,-6 2-5 15,-12 3-5-15,-1 3-1 0,-7 3-5 0,-1 6 0 16,-11 5-1-16,2 3-2 0,15-1-2 0,-1 4-2 0,-4 9-3 16,4 6 0-16,3 2 3 0,11-5-1 15,6 0 2-15,3-1 0 16,9-1 5-16,8 1-1 0,10 1 2 0,15 6 1 15,11-10-1-15,12-2-6 0,31 0-35 0,5-10-59 16,3-8-87-16,-2-11-260 0,3-6-478 0,-6-6 211 16</inkml:trace>
  <inkml:trace contextRef="#ctx0" brushRef="#br0" timeOffset="-165963.65">18196 5259 87 0,'1'-5'135'0,"4"4"6"15,-1-2-17-15,1 0-7 0,4 2-15 0,4 0-9 16,-3-2-3-16,9 2-2 0,-2 1-10 16,3 1-2-16,-2 2-7 0,3-2-7 0,-2 6-1 15,0-1-2 1,0 1-10-16,0 1-8 0,-5 6-1 0,0-6-3 16,-1 4-4-16,0 0 1 0,-5 0-9 0,-3 0-1 15,-3 0-3-15,0 0 2 0,-5 0-9 0,-2 3-9 16,-4-1 12-16,-1 1-3 0,-2-1 3 0,-3-4-6 15,-2 0 5-15,2-1 2 0,-2-2-1 0,5-2-3 16,-1 1-5-16,0-1 8 0,3 1-9 0,3-3 9 16,1-1-14-16,0-1 1 0,-1 1 3 0,2 0 2 0,5-2-1 0,-5 2-6 15,4 3 0-15,1-5 1 0,4 5-1 16,1-2-2-16,4 1 4 0,1 2 8 0,5 0-11 16,2 2 4-16,-2 0-1 0,0 0-6 0,2 1 1 0,-3 1 0 15,3 1 0-15,-7-2 2 0,-1 0-1 0,3 4 2 16,-4-4-1-16,-1 1-3 0,-3-2 3 0,-2 2-3 15,-2-1-1-15,-4-2 2 0,-2 0 0 0,-9 1 7 0,-5-3-4 16,-8 0 1-16,-2-1-1 0,-7 1 1 0,-2-5 10 0,1 0 5 16,-13-2-6-16,11-2-1 0,0-1-3 15,4-1-1-15,2 0-5 0,5-2-5 0,2 1-9 16,8 2-16-16,1 0-39 0,6-2-35 0,6 1-35 16,1 2-146-16,5-4-308 0,1 1 137 0</inkml:trace>
  <inkml:trace contextRef="#ctx0" brushRef="#br0" timeOffset="-165515.72">18939 5131 42 0,'2'-2'246'16,"-2"2"-12"-16,4-4-16 0,-3 3-21 0,-1 1-19 16,1-3-21-16,-1 3-17 0,0 0-21 0,0 0-15 15,0 0-8-15,0 0-14 0,0 0-9 0,4 13-8 0,-4-6-8 16,1 7-3-16,-4 3-7 0,0 0-4 0,-1 2-5 15,-1 9-3-15,-2 2-1 0,-1 1-1 16,1 1-3-16,-2 2-5 0,1-2-2 0,0-1-4 16,-1 2 1-16,2-2-4 0,1-3 0 0,-3-1 1 0,4-1-2 0,1-6-5 15,0-3 0-15,0-1-1 0,3-6 4 0,1 2 0 16,-4-4-5-16,4-1 5 0,0-2-6 0,0 0 4 16,0-1 12-16,-3-1 5 0,1 0 12 0,2-3 4 15,2 5 4-15,-2-5 5 0,0 5 0 0,0-5 8 16,0 0-5-16,11 0-4 0,-11 0-8 0,14-5-5 15,1 0-14-15,-2 2-26 0,4-5-34 0,-2 1-36 0,2 0-50 0,-2 0-54 16,4 0-49-16,-5-3-194 0,2 2-452 0,0-3 199 16</inkml:trace>
  <inkml:trace contextRef="#ctx0" brushRef="#br0" timeOffset="-165362.07">18873 5421 212 0,'-4'-1'275'0,"4"1"-16"0,-10-3-26 0,9 0-20 15,1 3-23-15,0 0-22 0,19-5-16 0,2 5-16 0,15 0-40 16,16 0-54-16,3 2-72 0,6 1-92 0,-8 2-182 16,1-3-330-16,-13-2 146 0</inkml:trace>
  <inkml:trace contextRef="#ctx0" brushRef="#br0" timeOffset="-164629.05">17337 6650 137 0,'-5'-1'149'0,"5"1"-9"16,0 0-6-16,0 0-6 0,0 0-10 0,0 0-2 0,0 0-4 15,-9 1-12-15,9-1-7 0,0 0-1 0,0 0-12 0,0 0 2 16,-4 0-6-16,4 0-1 0,0 0-9 0,0 0-5 15,0 0-4-15,0 0-4 0,22 0-1 0,-3-2-5 16,17 0-4-16,16-3-3 0,8 0-2 0,37 0-5 16,3-5 13-16,14 1-1 0,7 4 6 15,11 0 10-15,3-2-4 16,3 0-1-16,0 2 0 0,-6-1 3 0,-8 0-8 16,-5 0-1-16,-8 2-7 0,-14-1-4 0,-32 3-4 15,-2 1-2-15,-4-3-2 0,-7-1-4 0,-18 3-1 16,0-2-4-16,-4 2 2 0,-11 0-5 0,-6 2-5 15,1-2-1-15,-5 2-1 0,-1-3 2 0,-3 3-30 0,0-3-47 16,-5 3-37-16,0 0-32 0,0 0-14 16,-18-5-33-16,-1 5-54 0,-1-1-124 0,-7 2-385 0,-4 0 170 0</inkml:trace>
  <inkml:trace contextRef="#ctx0" brushRef="#br0" timeOffset="-164127.99">17751 7137 116 0,'0'-5'230'15,"-4"-2"-11"-15,3-1-5 0,-3 2-8 0,3-2-9 0,-2 1 0 0,3 1-7 0,0 2-3 16,0-1-8-16,3 1-11 0,-3-1-16 0,0 5-23 16,0-4-17-16,0 4-12 0,0 0-28 15,0 0-11-15,0 0-5 0,0 14-7 16,0 3-7-16,0 1-4 0,-3 10-4 0,3 1-3 16,-1 4 0-16,1 1-6 0,-2 13 0 15,0-13 3-15,1-2-8 0,-3 3-3 0,2-4 0 0,-2-2-7 0,4 0 5 16,-2-4-1-16,1-6-2 0,1 0 0 0,0 0 1 15,-2-1-3-15,0-6 0 0,-1-2-10 0,1-2-17 0,0-3-9 16,2 0-8-16,-2-1-8 0,1-1-12 0,1-3-11 16,0 7-6-16,-2-5-27 0,2-2-59 0,0 0-48 15,0 0-207-15,-11-6-446 0,7 0 197 0</inkml:trace>
  <inkml:trace contextRef="#ctx0" brushRef="#br0" timeOffset="-163858.43">17963 7420 236 0,'-5'0'237'0,"5"0"-15"15,-5 3-25-15,5-3-17 0,0 0-16 0,0 0-18 16,0 0-18-16,0 0-11 0,23-6-8 0,-4 4-15 16,9-2-8-16,4 1-9 0,4 1-8 0,1-1-14 0,0-1-26 15,0 1-31-15,-5 1-34 0,0 1-36 0,-4-2-30 16,-6 3-19-16,-3-1-29 0,-9-2-128 16,0 2-300-16,-2-2 133 0</inkml:trace>
  <inkml:trace contextRef="#ctx0" brushRef="#br0" timeOffset="-163642.29">18152 7228 99 0,'-1'-6'272'16,"1"4"-10"-16,0 2-21 0,0-9-25 0,0 8-24 15,0 1-24-15,0 0-19 0,0 0-17 0,0 0-14 16,0 0-15-16,-3 11-11 0,3 3-11 0,0 4-5 15,0 8-8-15,-1 2-6 0,-3 4-3 0,3 1-5 16,0 3-9-16,1-2-34 0,1 2-29 0,0 10-34 16,4-14-30-16,1-3-51 0,0-3-38 0,-1-6-170 0,0-5-370 0,0-4 165 15</inkml:trace>
  <inkml:trace contextRef="#ctx0" brushRef="#br0" timeOffset="-163178.76">18631 7628 115 0,'-2'3'160'0,"2"-3"7"0,0 0-2 16,0 0-12-16,0 0-6 0,0 0-16 0,0 0-6 15,23-9-6-15,-5 3-5 0,0 1-10 0,0-2-6 16,1-2-4-16,5-3-2 0,-1 1-5 0,4-4-13 16,-3 1-3-16,3-2-3 15,-3-1-1-15,0-1-3 0,-2 0-4 0,0-1 0 16,0 0-3-16,-4-2-2 0,-7 6 3 0,-1 1-1 15,-1-1 1-15,-5 1-3 0,1 4-1 16,-5-1-8-16,0 3-6 0,-5 1-6 0,-2-1-6 0,-2 2-5 16,-4 4-6-16,-5 1-6 0,-2 4 0 0,-6 5-3 15,3 5-2-15,-3-1 0 0,2 5 0 0,2 3-6 16,3 1 0-16,1 3 2 0,4-1 1 0,3 2-4 0,3 0 5 0,4 1-2 16,3 2 0-16,7-4 0 0,2-1-3 0,3-6-2 15,6 1-4-15,2-9-22 0,12 3-36 0,2-7-55 16,6-5-64-16,-1 0-245 0,14-7-464 0,-16 0 206 15</inkml:trace>
  <inkml:trace contextRef="#ctx0" brushRef="#br0" timeOffset="-162608.56">19034 6872 87 0,'1'-6'172'16,"3"1"-6"-16,1 3-9 0,4-3-16 0,0 1-11 15,3 3-12-15,2-2-17 0,1 1-8 0,3 4-10 16,-1 1-7-16,2 3-1 0,-1 4-7 0,-3-2-3 16,0 4-7-16,-1 2-3 0,-2 2-9 0,-3 1-3 15,-3 1-7-15,-1 6-6 0,-6 1 3 0,-2 1-3 16,-6 1 1-16,-6 0-3 0,-4 1-8 0,-4-1 1 0,-4-4-3 0,-1 2 0 16,1-5-1-16,-1-2-5 0,4-5 2 0,7-1 3 15,-1-4 2-15,7-3 5 0,2 0 8 0,1-1 14 16,2-1 20-16,1 1 23 0,2-3 22 0,-1 2 6 15,4-3-6-15,0 0-20 0,0 0 4 0,0 0-24 16,0 0-9-16,18-11-6 0,-4 9-4 0,4-5-5 16,1 5-9-16,3-4-5 0,-3 6-3 0,11-1-11 0,-10-2-23 0,9 2-17 15,-8 1-25-15,-1 0-34 0,2 1-42 0,-2-2-46 16,-1 0-52-16,1-2-215 0,-7 2-470 16,-2-1 207-16</inkml:trace>
  <inkml:trace contextRef="#ctx0" brushRef="#br0" timeOffset="-162276.75">19597 6841 90 0,'3'-9'268'0,"0"1"0"0,-1 1-12 15,-1 3-8-15,1-1-12 0,-1 1-26 16,0 0-21-16,1 2-25 0,0-1-15 0,-2 3-20 15,2-4-19-15,-2 4-25 0,0 0-10 0,0 0-9 16,0 0-6-16,2 13-8 0,-3 0-5 0,-2 6-7 16,2 0-3-16,-2 9-2 0,-3-4-3 0,1 8-6 15,-1-4 1 1,3 1-7-16,-2-2-7 0,2 2 5 0,-1-3 4 0,3-1-8 0,1 1 0 16,0-9-1-16,1 0-5 0,1-2 1 15,-1-3 2-15,-1 0 0 0,1-4-4 0,1 0 3 16,-1-2 3-16,3 1-4 0,-2-2 2 0,1-1 1 15,3 1 4-15,0-1 0 0,2-3-10 0,4-1-16 16,0-1-24-16,0-2-28 0,7-3-44 0,-3 1-46 16,5-6-43-16,-3 2-238 0,0-7-467 0,-1-1 207 15</inkml:trace>
  <inkml:trace contextRef="#ctx0" brushRef="#br0" timeOffset="-162107.46">19476 6988 121 0,'-7'1'242'0,"7"-1"-16"0,0 0-23 16,0 0-24-16,0 0-16 15,30-10-18-15,0 6-16 0,3-1-10 0,18-3-27 16,1-1-28-16,7 2-36 0,1 0-39 16,5-3-62-16,-5 3-199 0,-1-5-294 0,-8 0 131 0</inkml:trace>
  <inkml:trace contextRef="#ctx0" brushRef="#br0" timeOffset="-161087.93">20368 5264 101 0,'0'-3'178'15,"0"3"-18"-15,0-7-1 0,0 6-17 0,0 1-17 16,1-4-13-16,-1 4-14 0,0 0-10 0,3-4-14 0,-3 4-17 0,0 0-6 16,0 0-5-16,0 0-10 0,0 16-8 0,-3-1 1 15,2 6 0-15,1 9-5 0,-5 6-4 0,1 10 15 16,-6 5-17-16,4 5-4 0,-5-1 3 0,6 3 0 16,0 1-2-16,1-6 2 0,4 8-3 0,4-6 1 15,6 0-7-15,4-1 6 0,4-4 2 0,0-2-2 16,3-3-3-16,-6-12 11 0,2-4-17 0,-1 0 9 0,1-5 1 15,-2-2-4-15,-3-4-2 0,0-4 2 0,0-2-2 0,-2-4 7 16,0-2 4-16,1 0 16 0,-2-4 8 0,3 0 13 16,-3-5 0-16,3-1-1 0,-1-3-4 0,2-2-4 15,1-5-7-15,-4-2-7 0,3-6-3 0,0 0-2 16,-5 4-6-16,-3-2 4 0,1-5-7 0,-1 8-5 16,-5-4 1-16,0 6 0 15,0-2-4-15,-4 5 2 0,2 2-1 0,-1-3-8 16,-2 5-2-16,1-1 1 0,0 2 0 15,0 3-5-15,-2-1 1 0,0 1-8 0,-1 2-3 16,-3 1-7-16,-1 2-1 0,-1 3 1 0,-2 3 5 0,-4 5-4 16,-5 5 0-16,-2 3 3 0,-5 6 0 0,-3 11 2 15,-4 5-3-15,1 3 5 0,3-1 3 0,-3 8-7 16,5-2 2-16,5 0 2 0,1 3 1 0,0-5-2 0,6 3 4 16,1 1-1-16,4-5-1 0,2 7 5 0,6 2 3 15,3-4-2-15,3 4 5 0,3-1-5 0,2 1 7 16,3 0 2-16,6-2-7 0,0 1 4 0,4 1 0 15,0-6 0-15,2 0 3 0,-2 3 2 0,-1-3 4 16,-2 1-3-16,-4-4-3 0,-2 5 0 0,0-2 3 0,-9 0-3 16,-9 0-3-1,-5-4 2-15,-10-2-2 0,-2-2-3 0,-7-7 0 16,-1 1 4-16,-6-8 0 0,-8-5-2 0,-3-6 0 16,-6 0 6-16,-8-5-4 0,-32 0-7 0,2-4-49 15,-6-8-62-15,-10-5-259 0,0-10-403 0,1-9 179 0</inkml:trace>
  <inkml:trace contextRef="#ctx0" brushRef="#br0" timeOffset="-159817.34">17386 5434 70 0,'0'-6'117'0,"0"6"-2"15,0-7-16-15,0 7-16 0,0-2-5 0,0 2 3 16,0 0-12-16,0-7-1 0,0 7-4 0,0-3-3 16,0 3-12-16,0 0 9 0,0-5 1 0,0 5-6 15,0 0-4-15,-2-6 2 0,2 6-4 0,0-3 3 16,0 3-10-16,2-4 6 0,-2 4-5 0,1-5 5 0,-1 5 4 16,0 0 0-16,0 0-6 0,-1-5-2 0,1 5-4 0,0 0-4 15,0 0-4-15,0 0-8 0,0 0 1 0,0 0-2 16,0 0-4-16,0 0-5 0,-2-3-5 15,2 3-8-15,0 0-20 0,0 0-7 0,0 0 7 16,0 0-7-16,-6 17 5 0,6-5 5 0,-5 6 0 16,-3 7 0-16,-1 9 5 15,-6 14-3-15,-2 6 6 0,-1 3-1 0,-6 21 4 16,-6 2 3-16,1-2 1 0,-1 4 4 0,4 0-2 16,3 0-2-16,4-25 8 0,-6 24-4 0,10-24 1 15,0-2 7-15,2 0 3 0,-2-4-10 0,3-7 1 16,5-10 2-16,-3-1-4 0,3-3-6 0,-2-2 8 15,3 0 4-15,-3-4-4 0,3-6 0 0,-1-4-8 16,3-1 8-16,-2-1-5 0,2-4 6 0,-1-1 4 0,4-3 9 0,-2 0 13 16,1-2 6-16,2-2-4 0,0 0-2 0,0 0-6 15,-9-13-10-15,9 6-3 0,2-3-2 0,-2 1-6 16,5-1 5-16,-1 3-1 0,3-4-3 0,-4 5-1 16,1 1-1-16,3 1 0 0,-2 1-2 0,0 3-15 15,4 0-3-15,-2 3 1 0,1 4-3 0,1 2 3 16,1 8-3-1,0 10 7-15,-2 7-1 0,2 16 1 0,-10 7 5 0,-5 27 3 16,-6 1-4-16,-2 4 4 0,-5 0-2 0,-4-3 10 16,0 5 3-16,-8-2 2 0,-2 3 9 0,2-5 1 15,1 1 5-15,2-8 6 0,11-22-2 0,3-5-2 16,-1 0-3-16,6-5 2 0,6-1-3 0,-1-12 0 16,6-2-4-16,6 1-5 0,7-4-6 0,19 5-9 15,8-4-21-15,15-4-36 0,33-3-65 0,-1-9-178 0,6-5-329 16,-3-13 145-16</inkml:trace>
  <inkml:trace contextRef="#ctx0" brushRef="#br0" timeOffset="-158150.79">23003 2815 17 0,'0'36'39'16,"-1"0"0"-16,3 14 3 16,-3-5-1-16,2 4 2 0,-3-3-2 0,-1 2-2 15,-3 3-2-15,1-1 2 0,-2-3-5 0,2 1 2 16,-3-2-2-16,5-10-8 0,-5 10 4 15,5-11-1-15,-6 12 0 0,4-1 2 0,0 1-3 16,-2 0-3-16,2 4 6 0,-2 0-1 0,1 1 7 16,0 3 2-16,0-2-11 0,1 1-4 0,-1-2 6 0,3 3 2 15,-3-3 9-15,2 2-2 0,-1-2-4 0,-2-4 0 0,2 3-2 16,0 3 2-16,-6-2-1 0,4 2 5 0,-3-5-3 16,4 2-1-16,-4-1-5 0,3 3-4 0,1-6 7 15,-1 4-5-15,0-3-4 0,-1 0 1 0,4-14 0 16,-5 16-5-16,5-3 3 0,-6-1 3 0,3-1-4 15,0 4-4-15,1-3 5 0,-2 5 2 0,-1 0-4 16,1-3 2-16,3 6 7 16,-5-4-15-16,0 4-2 0,1-3 1 0,-1-1-5 15,2 2 5-15,-1 0-3 0,0-4 1 0,-1 3-1 16,4-2-1-16,-2-1 0 0,-1 4 2 0,3-5 1 16,-1 2-2-16,-2 0-2 0,-1 1 2 15,2-2-1-15,-1 1-2 0,0-1 2 0,3-2-4 16,-2 0 2-16,3-8-2 0,0 6 3 0,-4-7 3 0,8-2 6 15,-3 2 2-15,-2 11-3 0,1-2-2 0,1 1 2 0,-1-1 0 16,-2 1 1-16,2 0-6 0,0-10 1 0,1 13 2 16,0-3-4-16,-2 3 1 0,-3 1 2 0,0-3-3 15,1 0 0-15,3-2 0 0,-2 0 0 0,0-12 1 16,3 2-3-16,-1 1 0 0,0 10 2 0,-1 0-3 16,-1 0 6-16,4 0-1 0,-1-15-4 0,0 5 2 15,-1-3 0-15,1 13 0 0,-2-10 0 0,-1-2 0 0,3 3-2 0,2 7-3 16,-5-11-1-16,2 1 2 0,0 1-3 0,0-2 3 15,0-3-2-15,1 0 1 0,-1 1-1 0,-1 0 1 16,3-3-3-16,-2-1 0 0,1 1 0 0,2-3 2 16,-4 2 0-16,3-1 3 0,1-2-1 0,-3-5-2 15,5-3-1-15,-5 3 2 0,5 0-2 16,-4-2 0-16,1-1 0 16,1-4 1-16,0-1 0 0,0-1-1 0,0 0-3 15,-1 0 2-15,2-5 0 0,1-6 4 0,-1 12-3 16,1-12 3-16,-2 9-1 0,2-9-1 0,0 7 5 15,0-7 0-15,0 0 4 0,0 0-10 0,-2 7-21 16,2-7-20-16,0 0-27 0,0 0-36 0,0 0-107 16,0 0-148-16,0 0-383 0,0 0 170 0</inkml:trace>
  <inkml:trace contextRef="#ctx0" brushRef="#br0" timeOffset="-155938.22">24792 3612 134 0,'0'-6'179'0,"1"0"0"0,0-1-11 0,1 3-3 15,-1-2-14-15,0 0 1 0,1 2-9 0,-2-2-2 16,0 2-10-16,1 3-5 0,-1 1-2 0,2-7-21 15,-2 7-14-15,2-5-9 0,-2 5-18 0,0-4-24 16,0 4-31-16,0 0-11 0,0 0 4 0,0 0-2 16,-4 21-2-16,3-8-2 0,-3 4 3 0,-3 11-2 0,0 0 3 0,-1 6 1 15,6 2 1-15,-7 9 3 0,0-13 1 16,1 0-3-16,0 2 2 0,2-5 3 0,-2-1 0 16,2-5 2-16,-1-3-3 0,2-4-16 0,1 1-16 15,3-3-16-15,-4 3-23 0,1-5-30 0,3-3-29 0,-1 3-16 16,2-4-138-16,0-4-302 0,2-1 134 15</inkml:trace>
  <inkml:trace contextRef="#ctx0" brushRef="#br0" timeOffset="-155258.6">23941 4303 16 0,'-9'-2'96'15,"9"2"3"-15,0 0 13 16,0 0-27-16,0 0-10 0,-5-2 0 0,5 2-11 16,0 0-7-16,0 0 0 0,0 0-7 0,0 0 5 15,0 0-1-15,0 0-13 0,0 0-4 0,0 0 3 16,0 0-3-16,0 0-6 0,-4-3-3 15,4 3 0-15,0 0-12 0,0 0 10 0,0 0-8 0,0 0-4 16,0 0 2-16,0 0-2 0,0 0 0 0,0 0-8 16,0 0 2-16,0 0-6 0,0 0 3 0,0 0 13 0,0 0-3 15,0 0 5-15,0 0-4 0,0 0 4 0,0 0 1 16,0 0-12-16,0 0 1 0,0 0 4 0,0 0-7 16,0 0 3-16,0 0-3 0,0 0 3 0,0 0-1 0,0 0 0 15,0 0-10-15,0 0 15 0,0 0-12 16,0 0-4-16,0 0 1 0,0 0-1 0,0 0 1 15,0 0 3-15,0 0 2 0,15 5 6 0,-3-5 0 0,11 2 0 0,11-1-1 16,21-1-2-16,12 2 1 0,34-4 0 0,2 5 5 16,7-1 9-16,5 0 5 0,5-4-1 0,8 4 2 15,6 0 1-15,4-2 5 0,-2 3-3 0,-9-3 3 16,-5 2-5-16,-1-3-3 0,-6 2-1 0,-9-3 0 16,-7 3-2-16,-35-1 2 0,3 0 1 0,-7-1 1 15,0 1-7-15,-6 0 2 16,0 0 3-16,-18 0-7 0,-4 0-1 15,-4 0 2-15,-11-3-4 0,3 3 2 0,-9 0 7 0,-1 0 7 16,-1 0 2-16,-1 0 3 0,-3 0-5 0,-5 0-6 16,9 0-8-16,-5-2-23 0,-4 2-37 0,0 0-52 15,0 0-43-15,0 0-50 0,-31-2-125 0,13 2-340 16,-3 0 151-16</inkml:trace>
  <inkml:trace contextRef="#ctx0" brushRef="#br0" timeOffset="-154703.68">24270 4705 7 0,'-2'-7'223'0,"2"-2"-4"0,0 6-10 0,-1-3-7 15,1 0-15-15,0 6-12 0,0-6-15 0,0 6-21 0,1-2-15 16,-1 2-18-16,-1-5-16 0,1 5-21 16,0 0-6-16,0 0-12 0,0 0-6 0,1 22-4 15,-2-7-3-15,1 4-5 0,1 5-4 0,-2 3-2 16,-2 0-3-16,-1 3-1 0,3 0 0 0,-3 0-5 0,4-2-1 0,-5 1 3 15,5-2-5-15,-2-3-4 0,2-3 5 0,-2-3-4 16,0-2 5-16,0-3-4 0,1-3-2 0,1 1-5 16,0-1 3-16,0-5-1 0,-3 2 3 0,3 0 3 15,0-2-4-15,0 0 1 0,0-5-1 0,-2 3-3 16,2 1 3-16,0-4-1 0,-2 3 2 0,2-3-2 16,2 5-7-16,-2-5-11 0,0 0-30 0,0 0-32 0,0 0-29 0,0 0-42 15,-15-7-39-15,12 3-160 0,-3 0-368 0,1-3 163 16</inkml:trace>
  <inkml:trace contextRef="#ctx0" brushRef="#br0" timeOffset="-154271.41">24121 4637 218 0,'-1'-3'206'0,"1"3"-17"15,-5-4-21-15,5 4-20 0,0 0-16 0,0 0-14 16,0 0-15-16,9-2-5 0,-9 2-16 0,20 6-8 16,-1 1-7-16,9 3-9 0,4 3-8 0,4 2 6 15,11 3-1-15,-1 2-1 0,0 3-4 0,-1 0-3 16,-15-6-5-16,-1 5-4 0,-1 1-4 0,-4 2-1 15,0 0-6-15,-7 1 3 16,-2-2-6-16,-7 2-3 0,-3-2 5 0,-5 1-8 16,-7-5 4-16,-7 1-4 0,-4-1 7 15,-5-1-6-15,-3 0-1 0,-3-4-1 0,-4-3 5 0,1 3 12 16,-2-4-2-16,1-4 3 0,2 4 7 0,-2-4 4 16,4 0-1-16,-2-4 0 0,9 1 0 0,4-1-6 15,6 1-5-15,0-3 0 0,3 1-7 0,3 0-5 16,1 1-1-16,0-1-5 0,1-1 1 0,4-1-8 0,-4 2-1 15,4-2-1-15,0 0-12 0,13 5-24 0,-3-3-31 16,8-1-48-16,0-1-48 0,1-1-64 0,0 1-179 16,-2-2-430-16,-2 0 190 0</inkml:trace>
  <inkml:trace contextRef="#ctx0" brushRef="#br0" timeOffset="-153453.62">24958 5027 41 0,'-5'0'149'16,"5"0"-9"-16,-8 2-1 0,8-2-7 0,0 0-4 0,-10-2-13 0,10 2-8 15,0 0-7-15,0 0-7 0,0 0-9 0,0 0-3 16,0 0 0-16,0 0-2 0,0 0 1 0,-4 2-5 16,4-2-5-16,0 0 0 0,0 0-4 0,0 0-5 15,0 0-1-15,0 0-2 0,0 0-9 0,0 0-1 16,0 0-6-16,0 0-5 0,0 0-4 0,0 0-5 16,0 0-2-16,0 0-1 15,0 0-4-15,0 0-5 0,0 0-2 0,0 0 0 16,0 0 2-16,0 0-1 0,0 0 1 0,0 0-3 15,0 0 0-15,0 0 3 0,0 0 3 0,0 0 0 16,0 0 3-16,0 0 3 0,0 0 0 0,0 0 2 16,0 0 2-16,0 0 3 0,0 0 2 0,0 0-1 15,0 0 0-15,0 0 2 0,0 0 3 0,0 0 3 16,0 0-5-16,0 0-3 0,0 0-7 0,0 0 1 0,0 0-2 0,0 0-4 16,0 0-5-16,0 0 3 0,0 0-2 0,0 0-3 15,0 0-6-15,0 0 8 0,0 0-7 16,22 0 0-16,-8 0 0 0,9 0-1 0,9-4-2 15,1 4 2-15,7-1-4 0,11 0-2 0,1 1 3 0,-1-1-5 16,-1-1 5-16,-9-1-2 0,-4 3 1 0,-2-2 1 16,-5 1-2-16,-8 2 3 0,-4-2-4 0,-3 0 0 0,-2-2-1 15,-1 6 1-15,-5-6 3 0,0 3 1 0,-1-1-5 16,-6 1-4-16,6-2-5 0,-6 2-15 0,0 0-26 16,0 0-31-16,0 0-26 0,0 0-39 0,0 0-40 15,-25-1-52-15,12 0-162 0,3 2-432 0,10-1 193 16</inkml:trace>
  <inkml:trace contextRef="#ctx0" brushRef="#br0" timeOffset="-151108.57">26214 4722 61 0,'0'0'161'0,"1"-2"-19"0,-1 2-14 0,0 0-14 0,0 0-19 0,0 0-11 16,0 0-4-16,0 0-12 0,0 14-4 0,-5-6-3 15,0 7-3-15,-2 2-1 0,-4 5-3 0,-5 3-4 16,0 2-5-16,-5 2-1 0,-2-3-7 0,-3 3 0 16,-7 8-3-16,-4-3-2 0,-3-2 1 0,13-6-7 15,-5-4 2-15,3 2-2 0,-3-5-3 0,4 0 1 16,1-4 2-16,0-1 1 15,8-4 11-15,1-4 7 0,4-2 17 0,3 0 28 16,-1-3 24-16,1 1 7 0,3-4 3 0,2-1 12 16,-4-3 5-16,3 0 8 0,1-4 6 0,3-2-3 15,3-4-8-15,0-1-15 0,3-1-16 0,3-6-12 16,2 1-13-16,4 0-7 0,-1 6-9 0,0 0-6 16,-1 3-1-16,-2 5-17 0,1-1-13 0,1 3 9 15,-6-1-13-15,1 3-8 0,2 2-10 0,1 3 0 0,1 0 0 0,3 6-5 16,3 4-5-16,-2 2 2 0,5 2-3 15,0 10 2-15,1 0-1 0,0 1-3 0,0 1 4 16,2 3-2-16,-1 0 9 0,0-2-5 0,-3-3-6 16,5 0 8-16,-4 3 5 0,-3-8-23 0,-2-2-27 0,1-1-17 15,-5-7-18-15,4 3-13 0,-2-5-19 0,1-3-20 16,-1 1-41-16,6-3-58 0,-4-5-65 0,-1 0-218 0,-1 0-547 16,-1-6 242-16</inkml:trace>
  <inkml:trace contextRef="#ctx0" brushRef="#br0" timeOffset="-149321.81">26904 3884 38 0,'0'-9'184'0,"4"0"-1"0,0 1-6 16,-2-1 0-16,1 1 2 0,-2 1-1 0,3 2 5 15,-3-1-9-15,2 0-18 0,-2 3-10 0,1 1-18 16,-2 2-16-16,1-3-18 16,-1 3-22-16,0 0-23 0,0 0-21 15,0 0-4-15,0 0-1 0,1 15-6 0,-1 4-2 16,-1 1-7-16,-2 6 0 0,1 3-1 0,-2 6 3 0,-3-4-1 15,1 5 2-15,1 0 0 0,1-4-4 0,0 1 0 16,-1-4 5-16,0 1-5 0,2-5 0 16,2 1 1-16,-4-9-2 0,1-2 2 0,4-3-9 15,-1-2 8-15,-2-4-2 0,2 2 4 0,1-1-1 0,0-2 35 0,0-3 38 16,-2 2 40-16,2-4 45 0,0 0 21 0,0 0-18 16,0 0-17-16,-3-13-20 0,3 1-14 0,1-5-9 15,-1-8-12-15,4-4-4 0,0-3 4 0,1 2 0 16,5-16-16-16,-1 0-7 0,3-4 0 0,-1 0-14 15,2 6-3-15,0-4-5 0,-2 1-7 0,-2 15-4 16,1 2-5-16,-2 2-4 0,1 0 1 0,0 5-2 0,-3 6-4 0,0 0-5 16,-1 7 0-16,-1 1-10 0,-1 0-2 0,1 2-8 15,-1 2-1-15,4-2-32 0,-2 3-36 0,7 1-30 16,-2 1-30-16,8 4-20 0,1 0-19 0,-1 3-21 16,0 5-23-16,1 0-28 0,2 5-18 0,-1 4-22 15,-1 2-21-15,-9-3-162 0,1-1-498 0,-1 1 220 16</inkml:trace>
  <inkml:trace contextRef="#ctx0" brushRef="#br0" timeOffset="-149159.04">26978 4112 73 0,'-1'2'224'0,"1"-2"-21"16,0 0-21-16,0 0-19 0,17-2-15 0,-1-1-18 15,7 0-12-15,7 0-21 0,5-1-39 0,1 0-61 16,5 0-68-16,-1 1-150 0,-3-1-238 0,1-3 105 16</inkml:trace>
  <inkml:trace contextRef="#ctx0" brushRef="#br0" timeOffset="-148642.22">27814 3858 89 0,'8'-5'172'0,"-1"1"-12"16,0 1-14-16,-1 2-17 0,2 1-13 0,1-2-6 0,1 4-10 0,-2-2-10 16,4 4-9-16,-3 2-7 0,-1 2-10 0,0 4-7 15,-1 2-4-15,-2 3-8 0,-1 1-2 0,-4 1-4 16,0-1-4-16,-5 1-2 0,-3 5-4 0,0-3-2 16,-3 0-1-16,2-4-3 0,-1-3-2 0,1 0 0 15,2-5-3-15,1 0 1 0,1-2 5 0,0-2 3 16,1-1 9-16,1 0 24 15,1 1 25-15,0-2 37 0,2-3 35 16,0 0-3-16,0 0-10 0,0 0-13 0,5-13-16 16,1 3-12-16,3-2-8 0,1-5-18 0,2 3-3 15,6-6-6-15,0-1-8 0,0-1-8 0,3 1-6 0,-4 1-9 16,-2 8 4-16,-3-1-7 0,-1 2-2 16,-3 4-2-16,-2 1-7 0,-2 2-2 0,3 0-4 15,-2 0-8-15,-3 3-21 0,2-3-20 0,-4 4-15 0,0 0 7 0,8 8 3 16,-7-4 6-16,2 6 6 0,-1 0 0 0,1 1-4 15,2 6 7-15,-3-1-12 0,1 2-21 0,3 0-20 16,-2 2-19-16,1-2-17 0,2 2-29 0,-1-3-31 16,0-6-35-16,1 3-212 0,-3-5-454 0,1-3 201 15</inkml:trace>
  <inkml:trace contextRef="#ctx0" brushRef="#br0" timeOffset="-148426.07">28300 3742 106 0,'1'-3'177'15,"-1"3"-20"-15,0 0-15 0,14 7-7 0,-8 1-10 0,3 0-7 0,3 7-5 16,-1 2-5-16,2 9-16 0,1 0-5 0,-5 3-8 16,1 2-6-16,-2 1-7 0,-4 1-4 15,-3 0-5-15,-5 1-12 0,-1 1-14 0,-8-3-10 16,-1-3-20-16,-9 0-23 0,0-5-46 0,-7-2-55 15,2-1-141-15,-6-6-286 0,0-4 127 0</inkml:trace>
  <inkml:trace contextRef="#ctx0" brushRef="#br0" timeOffset="-148156.55">27895 3566 143 0,'0'0'146'0,"-16"9"-16"16,7-1-21-16,-2 4-8 0,-8 8-1 0,-2 8-19 15,-3 11-24-15,-2 9 8 0,-1 3-7 0,7 2 3 0,3 2-10 0,5 1 3 16,8-1-2-16,10 2-5 0,8-4-5 0,6-1 0 15,10-5-5-15,12-1 1 0,0-5-8 0,4-3-47 16,4-4-96-16,0-9-106 0,-3-7-238 0,-10-6 105 16</inkml:trace>
  <inkml:trace contextRef="#ctx0" brushRef="#br0" timeOffset="-145850.81">24186 7098 30 0,'0'0'143'15,"0"0"-7"1,0 0 4-16,0 0-6 0,0 0-6 0,0 0-6 16,-10-2-1-16,10 2-3 0,0 0-4 0,0 0-1 15,0 0-9-15,0 0-4 0,0 0-2 0,0 0-10 0,0 0-4 16,0 0-2-16,0 0 6 0,0 0-5 15,0 0-6-15,0 0-6 0,0 0-6 0,0 0-4 16,0 0-7-16,0 0-8 0,22-6-6 0,-8 4-3 16,5-3-3-16,13-1-4 0,-1 0-5 0,2 0-4 0,4 0-9 0,-3 3-18 15,1-1-34-15,-2 0-32 0,-1 1-21 0,-1 1-36 16,-1 1-29-16,0-1-49 0,-9 2-109 0,-4 0-342 16,2 0 152-16</inkml:trace>
  <inkml:trace contextRef="#ctx0" brushRef="#br0" timeOffset="-145612.53">24328 7262 33 0,'0'0'199'0,"-5"3"-8"0,5-3-23 0,0 0-11 16,0 0-16-16,0 0-11 0,19 2-13 0,1-4-15 15,10 0-7-15,4 0-10 0,19-3-17 0,6-1-34 16,7 2-31-16,0-2-53 0,27-3-44 0,-33 0-137 16,-2 5-248-16,0-4 110 0</inkml:trace>
  <inkml:trace contextRef="#ctx0" brushRef="#br0" timeOffset="-144817.12">25754 7028 22 0,'0'0'158'0,"0"0"8"0,0 0-20 16,-5 4 9-16,5-4 0 0,0 0-9 0,0 0-8 15,0 0-16-15,11-9-11 0,-2 7-11 0,3-3-9 0,8-1-11 16,2-1-3-16,6-1-7 0,2-5-6 0,0-2-2 16,0 2 3-16,0-2 6 0,2-2-1 15,-4 2-2 1,1-3 2-16,-4 0-6 0,2-4-1 0,-3 1-1 0,-1 0 0 16,-5 3-3-16,-4 3-4 0,-4-2 1 0,3 0 3 15,-6 5-3-15,-1-1 5 0,-5 1-7 0,2 2-1 16,-6-1-13-16,-2 3-6 0,-3 1-7 15,-2 2-6-15,-4 1-2 0,-8 3-4 0,-6 4-3 16,-4 4-5-16,-2 4-2 0,-2 4-5 0,-10 8 4 0,5 4-3 16,12-4 0-16,-7 11-1 0,12-9 1 0,5 4 0 0,3 1-3 15,7 0-1-15,3-1 1 0,6 2-1 0,6-3 8 16,7-2-4-16,9-2 5 0,7-2 1 0,15 0-1 0,9-7-15 16,1-5-43-16,7-3-45 0,2-6-70 0,29-10-91 15,-32-3-165-15,1 2-456 0,-5-6 202 16</inkml:trace>
  <inkml:trace contextRef="#ctx0" brushRef="#br0" timeOffset="-144177.85">26908 6099 67 0,'5'-2'202'16,"-5"2"-14"-16,4-3-18 0,-4 3-13 0,4-2-24 16,-4 2-20-16,0 0-13 0,0 0-15 0,0 0-5 0,-7 16-3 0,-4-4-10 15,-3 1-6 1,-8 8-4-16,-3 3-4 0,-12 7-8 0,-4 2-4 0,-1 0-3 0,-1-1 0 16,-3-1-8-16,7-2-2 0,7-10 2 15,2-1-5-15,4-4-4 0,6-4 7 0,4-2 2 16,4 1 24-16,1-5 19 0,3-1 29 0,3 2 33 15,-3-5 18-15,8 0-12 0,-10-7-1 16,6 2-4-16,0-7-2 0,6 4-14 0,0-9-6 0,2 1-10 16,6-1-14-16,-1-1-6 0,0 2-6 0,4-1-15 15,0 0-10-15,0 3 4 0,1 2-12 0,-5 4-9 16,0-1-10-16,1 6-3 0,-1 0-4 16,0 0-13-16,3 3 5 0,1 6-12 0,2-1-12 0,1 7-3 15,0 0-3-15,5 5-13 0,-1 2-12 0,-2 0-15 16,0 3-22-16,5 0-25 0,-4 2-36 0,1-2-46 0,-1 0-58 15,-7-5-257-15,2-3-544 0,-1-3 241 0</inkml:trace>
  <inkml:trace contextRef="#ctx0" brushRef="#br0" timeOffset="-143776.81">27152 6191 14 0,'5'-3'222'16,"0"1"-25"-16,-1 2-21 0,-4 0-12 0,12 2-17 16,-7 1-14-16,1 2-16 0,1 2-4 0,-1 2-19 15,-1 3-10-15,-1 3-11 16,1 4-2-16,-6-2-4 0,-2 1-5 0,2 1-4 16,-3 7-10-16,0-7-13 0,-2 6 5 0,-1-8-1 15,2 0-6-15,-2-1-2 0,2-5-2 0,1-2-2 16,-1 1-4-16,2-5 0 0,-1 2 11 0,3-2 24 15,-3-1 32-15,3-1 35 0,1-3 57 0,-1 2 12 16,1-2-21-16,0 0-19 0,6-10-20 0,0 1-14 16,5-4-16-16,-1-5-12 0,8-4-4 0,2 0-9 0,-1-2-8 0,4-4-11 15,0 2-3-15,0 3-8 0,-2 1-2 16,-7 6-1-16,-1 5-4 0,-6 1 0 0,2 3-3 0,-5 1-10 16,1 1-15-16,-1 1-28 0,-1 1-28 0,-3 3-37 15,0 0 11-15,0 0 6 0,5 11 6 0,-8 1 2 16,1 5 6-16,-1 2 4 0,-2 8 7 0,1 2 3 15,3 2-1 1,2 2-3-16,3-3-8 0,2 1-9 0,9-1-30 0,2-2-36 16,7-3-57-16,7-4-84 0,1-4-220 15,5-4-520-15,14-1 231 0</inkml:trace>
  <inkml:trace contextRef="#ctx0" brushRef="#br0" timeOffset="-142727.4">28449 5702 60 0,'3'-11'188'0,"-3"1"-14"0,0 3-2 16,1 1-18-16,-1 1-13 0,0 1-12 0,0-1-21 15,0 5-14-15,0-8-22 0,0 8-21 0,0 0-5 16,0 0-2-16,-4 14-8 0,0 1-4 0,-5 8-2 15,3 7-4-15,-7 4 5 0,-5 18-6 0,-7 30-3 16,0 3 5-16,4 1-2 0,-3 4-5 0,2-1 1 16,1 9-4-16,4-9-1 0,4 3 2 0,0-7-7 0,3-1 5 0,8-1 2 15,5 0-3-15,-2-23-2 0,-1 20 1 0,4-21-4 16,0-1 4-16,-4-1 1 0,1 0-1 0,-2-6-2 16,-4 0-1-16,-2 2-1 0,-4-7 3 0,-2-13 15 15,-5 8 1-15,0-8 2 0,2-5-1 0,-5-1-1 16,0-5 3-16,0 0 1 0,-1-4 4 0,-2-3 3 15,0-4 0-15,6-3 5 16,-3-3 0-16,2 2 3 0,1-6 0 0,1-1-4 16,0-1-3-16,3-3-5 0,-4 1-3 0,0-2-2 15,6 4-5-15,0-2 0 0,2-3-14 16,-1 3-10-16,1-2-16 0,4 4-40 0,-1-3-50 16,2-1-69-16,0-1-225 0,5 0-431 0,4-4 190 0</inkml:trace>
  <inkml:trace contextRef="#ctx0" brushRef="#br0" timeOffset="-141956.46">28747 6534 232 0,'1'-5'232'0,"0"1"-3"0,1 0-14 0,0 0-17 0,-2 2-21 16,0 2-19-16,3-6-20 0,-3 6-17 16,1-2-14-16,-1 2-17 15,0 0-14-15,0 0-8 0,3 13-14 0,0-4 2 16,-3 4-8-16,2 4-7 0,-2 2-4 0,-2 7 0 0,2 4-6 16,-5 1 1-16,3 0-5 0,1 4-2 0,-1-4-3 15,2 0-4-15,-4 1 2 0,2-2-4 0,1-1 0 16,1-2-3-16,-2-2-2 0,1-5 0 0,-2-2 3 15,2-5-3-15,1-1-2 0,0-3-1 0,-1 0 2 16,2-3-2-16,-2-1 4 0,1 1 1 0,-1-1 20 0,1-5 16 16,0 6 13-16,0-6 25 0,1 5 17 0,-1-5 17 15,0 2 21-15,0-2 13 0,0 0 10 0,0 0-4 16,0 0-16-16,0 0-18 0,0 0-13 0,0 0-10 16,-3-13-15-16,2 8-6 0,1-2-7 0,0 3-9 15,-1-1-5-15,2 2-10 0,-1 3-3 0,0-6-4 16,0 2-4-16,0 4-7 0,1-3-6 0,-1 3-9 0,0-6-3 0,0 6-1 15,0 0 9-15,0 0-17 0,2-2-10 0,-2 2-8 16,0 0-12-16,0 0 11 0,0 0-27 0,0 0 7 16,0 0-4-16,0 0-3 0,0 0 12 0,0 0 9 15,0 0-16-15,2-5 8 0,-2 5 10 0,0 0-4 16,0 0 6-16,0 0-2 0,0 0 13 0,0 0-9 16,0 0 9-1,0 0-10-15,0 0 9 0,0 0-6 0,0 0 3 0,0 0-1 16,0 0-4-16,0 0 24 0,0 0-9 0,0 0-15 15,0 0 4-15,0 0-4 0,0 0-2 0,0 0-5 16,0 0-1-16,0 0 5 0,0 0 6 16,0 0-4-16,0 0-4 0,0 0 6 0,0 0-1 15,0 0-3-15,0 0 0 0,0 0-2 0,0 0 4 0,0 0-5 16,0 0-16-16,1-3-23 0,-1 3-10 0,2-4-1 0,-2 4-17 16,1-4-15-16,-1 4-21 0,1-4-32 0,-1 4-31 15,2-4-42-15,-1 1-42 0,-1 3-215 0,0-7-521 16,0 1 231-16</inkml:trace>
  <inkml:trace contextRef="#ctx0" brushRef="#br0" timeOffset="-140784.8">28751 6994 140 0,'0'0'155'15,"0"0"6"-15,0 0 2 0,0 0-3 0,0 0 0 0,0 0-16 0,0 0-11 16,0 0-14-16,0 0-13 0,0 0-4 0,4-12-12 15,-1 7-11-15,2 0-9 0,0 0-3 0,1 0-4 16,1-3-11-16,2 2-7 0,0-3-5 0,0 1-5 16,5-4 3-16,-1-3-8 0,0 1 0 0,2-1-5 15,3-2-3-15,-3 2 11 0,-2 1 0 0,1-2 2 16,-2 2-1-16,0-3 3 0,0 1 6 0,-2 0 2 0,0 0 1 0,-5-2-2 16,1 2 2-16,1 2 4 0,-5 2 2 0,0 0 0 15,-2 0 5-15,2 0-2 0,-2 3-2 0,0 1-8 16,-2 2-4-16,2-2-11 0,-4 3-4 0,2 0-5 15,-5 1-3-15,0 1-2 0,-5 3-1 0,-6 2-3 16,-2 3-2-16,-6 1-7 0,0 6 2 0,1 2-1 16,-2 3-4-16,0 2 6 15,3 0-7-15,1 5 0 0,5-1 2 0,0 0-2 16,7 0-1-16,0 3 0 0,8-8-1 0,3 10 3 16,5-3 2-16,8 0 9 0,3-3 1 0,11 2 3 15,5-4 0-15,15-1 0 0,11 0 2 0,3-4-3 16,3-5 1-16,27 2-1 0,-31-2-12 0,-3-7-27 15,-3 0-34-15,-13-2-33 0,-4 1-44 0,-4 3-50 16,-5-4-60-16,-7-4-184 0,-4 2-464 0,-5-3 205 0</inkml:trace>
  <inkml:trace contextRef="#ctx0" brushRef="#br0" timeOffset="-140051.65">28974 6425 85 0,'-3'-3'133'16,"3"3"-8"-16,-7-4-3 0,7 4 3 0,-5-2-10 15,5 2 0-15,-3-3-3 0,3 3-10 0,0 0-6 16,-5-2-9-16,5 2 5 0,0 0-13 0,0 0-4 16,0 0-6-16,0 0 3 0,0 0-6 0,0 0 6 15,0 0 10-15,-4-3 1 0,4 3 0 0,0 0-5 16,0 0-4-16,0 0-5 15,20-2-5-15,-6 1-9 0,4-1-4 16,12 0 1-16,5 0-13 0,3-1 17 0,15 1-9 0,-2 0-4 16,1-1-2-16,-15 2-7 0,0-1-5 0,-1 2-3 15,-3-2 0-15,-5 2 0 0,-10 0-4 0,-3-2-3 16,-2 2-3-16,-4 2 1 0,4-4-3 0,-7 2-1 16,1 0-6-16,-7 0-10 0,6 0-9 15,-6 0-4-15,0 0-8 0,0 0-7 0,0 0-20 0,0 0-17 0,0 0-18 16,0 0-23-16,-32 2-26 0,23-4-25 0,1 2-42 15,3-3-134-15,-1 1-363 0,6 2 162 0</inkml:trace>
  <inkml:trace contextRef="#ctx0" brushRef="#br0" timeOffset="-139597.29">30132 6097 5 0,'0'0'208'15,"0"0"-23"-15,6-1-22 0,-6 1-19 0,4 0-19 16,-4 0-12-16,0 0-15 0,3 9-4 0,-6-1-8 15,-2 4-9-15,-5 1-4 0,-2 3-6 0,-7 5 0 16,-4 4-10-16,-4 2-3 0,-8 6-6 0,-2-2-6 0,-3-1-3 16,8-9-6-16,-1 0 5 0,1-2-7 0,1-2-3 0,6-3-4 15,9-6 7-15,2-2 13 0,3-1 20 16,-1-1 19-16,6 2 31 0,-1-5 37 0,2-1-1 16,5 0-20-16,-10-8 5 0,9 1-2 0,1-3-6 15,1 0-7-15,4-7-18 0,0 1-7 0,4 0-14 0,4-5-6 16,-3 4-7-1,3 0 3-15,1 4-16 0,-2 2-26 0,-2 0 12 16,-1 6-3-16,0-1-6 0,-2-3-10 0,0 7-5 16,2 1-5-16,1 1 0 0,0 3-10 0,4 6-8 15,0-1 1-15,0 4-10 0,0 2-5 0,3 1-17 16,0 6-19-16,2 4-23 0,-3-3-26 0,1 0-38 16,-2 2-47-16,2-2-54 0,-7-5-262 0,3-3-548 15,-3 0 243-15</inkml:trace>
  <inkml:trace contextRef="#ctx0" brushRef="#br0" timeOffset="-139149.3">30381 6192 240 0,'5'-4'223'0,"3"2"-11"0,-3-1-29 0,4 2-21 16,-4 0-19-16,2-1-14 0,-1 2-11 16,1 4-5-16,0 1-15 0,-1 2-5 0,1 1-13 15,-3 4-3-15,2-2-6 0,-2 7-12 0,-3-1-3 0,-1 1-7 0,-1 0-4 16,-5 0-3-16,-2 1-5 0,1 0 2 0,-3-3-8 16,-1 2-3-16,0-2-4 0,2-3-1 0,2-3 1 15,-1-1-1-15,4-1 0 0,-1-3 10 0,1-1 23 16,3 2 23-16,-3-2 42 0,2-1 50 0,2-2 35 0,0 0-20 15,0 0-26-15,0 0-16 0,7-17-9 16,2 7-19-16,3-2-9 0,2-3-12 0,0 1-8 0,1-1-13 0,5-2-10 16,-1-1-5-16,-5 6-8 0,-2 1 0 0,-1 2-3 15,-4 3-9-15,-2 0-5 0,1 3-9 0,-1 0-10 16,-1 1-12-16,-1 0-33 0,-3 2-29 0,0 0-5 16,0 0 10-16,4 9 3 0,-1 0 4 0,-6 3 2 15,3 4-1-15,-4 3 8 0,4 6-4 0,0 1 9 16,3 1 0-16,3 4 2 15,3-2-4-15,8-1-15 0,2-3-36 16,5 2-62-16,7-2-97 0,1-4-334 0,16-2-625 0,-11-9 277 16</inkml:trace>
  <inkml:trace contextRef="#ctx0" brushRef="#br0" timeOffset="-138146.75">31177 6578 85 0,'0'-5'280'0,"0"2"-40"0,2-2-20 0,-2 5-25 15,0-4-19-15,0 4-25 0,2-3-15 0,-2 3-18 16,0 0-13-16,0 0-9 0,0 13-11 0,0-3-11 16,0 4-10-16,-4 2-6 0,4 4-7 0,-2 7-6 15,-1 1-3-15,1 2-3 0,0 1-5 0,-2 0 0 0,2 1-5 0,-2 0-4 16,4-3-2-16,-4-3-1 0,2-6 3 16,-1-1-8-16,2-2 0 0,0 0-3 0,-1-8 0 15,4 0-3-15,-4-1 2 0,4-2 4 0,-1-3 30 16,-2 2 45-16,1-2 43 0,0-3 54 0,1 5 38 0,-1-5 33 15,0 0-29-15,0 0-29 0,-1-19-20 0,1 4-22 16,1-6-18 0,-1-4-12-16,1-2-19 0,0-2-8 0,1-3-13 15,0-1-13-15,2-13-14 0,2-1-7 0,0 2-18 16,1-3-3-16,-2 0-2 0,5-1-5 0,3 3 0 16,-5 12-1-16,-3 2 3 0,1 4 10 0,2 4 3 15,-3 4 7-15,-1 6 2 0,-1 4-4 0,-1 0-7 16,0 1 0-16,0 4-5 0,-2 0-10 0,6 0-6 15,-3 0-31-15,2 1-30 0,3 2-29 0,5 1-25 0,3 3-32 0,6 1-31 16,5 7-26-16,-2 2-31 0,-2 2-40 0,0 3-41 16,0 3-39-16,-5 1-313 0,3 0-700 0,-9-5 311 15</inkml:trace>
  <inkml:trace contextRef="#ctx0" brushRef="#br0" timeOffset="-137961.86">31294 6728 13 0,'-4'2'277'15,"1"-1"-18"-15,3-1-26 0,0 0-17 0,0 0-23 0,0 0-22 16,19 3-21 0,2-5-27-16,0 2-44 0,9-1-49 0,-1 1-72 15,3-1-86-15,-11-4-135 0,2 2-284 0,-3-2 126 16</inkml:trace>
  <inkml:trace contextRef="#ctx0" brushRef="#br0" timeOffset="-137476.25">31895 6595 69 0,'3'-3'293'0,"-3"3"-25"0,5-3-28 15,-5 3-21-15,0 0-27 0,5-2-21 0,-5 2-22 16,0 0-17-16,0 0-13 0,0 0-15 0,5 6-11 15,-2-1-10-15,-3 0-4 0,1 3-12 0,-1 2-6 0,0 1-8 0,-2 2-7 16,-2 3-1-16,0-1-7 0,-4 2-2 16,3 0-2-16,-4-2-2 0,3 0-2 0,-2 1 0 15,3-3-10-15,1-5-1 0,-1-2 1 0,1 0 1 0,3 0 0 16,-2-1 5-16,2-2 35 0,1 1 36 0,0-4 29 16,-4 5 38-16,4-5 0 0,0 0-20 0,0 0-17 15,13-12-8 1,-7 6-18-16,3-2-11 0,-1 0-12 0,5 1-9 0,-4 0-2 15,0-1-2-15,1 2-17 0,0 1-6 16,-3 0-9-16,-1 2-1 0,2 1-9 0,-3-1 10 16,1-1-18-16,-1 4-19 0,0-3-9 0,3 3-13 15,-8 0-5-15,12 3-11 0,-5 0-26 16,0 0-19-16,0 0-15 0,0 0-28 0,-2 2-32 0,1 2-41 0,-1-2-44 16,0 0-49-16,0 0-221 0,-3-1-558 0,2-1 247 0</inkml:trace>
  <inkml:trace contextRef="#ctx0" brushRef="#br0" timeOffset="-137247.85">32229 6545 63 0,'4'-8'318'0,"-2"3"-19"16,1 2-25-16,1-2-32 0,-2 2-25 0,0-1-26 16,0 2-26-16,-2 2-18 0,0 0-16 0,0 0-19 15,15 7-7-15,-11 3-13 0,3 1-12 0,0 4-5 16,2 4-1-16,-4-1-13 0,4 8-12 0,-5 1-2 15,0 0-4-15,-4 2 0 0,-1-1-11 0,-3 2-9 16,-4 1-9 0,-1 0-16-16,-1-3-13 0,-7-2-16 0,2-1-22 15,-4-1-21-15,-3-7-27 0,-3 1-41 0,-1-5-49 16,-1-2-191-16,-2-5-413 0,1-3 183 0</inkml:trace>
  <inkml:trace contextRef="#ctx0" brushRef="#br0" timeOffset="-136991.12">31876 6416 27 0,'0'0'164'31,"-13"5"-20"-31,3 1-29 0,1 0-7 0,-5 8-2 0,-2 0-19 15,-1 9-3-15,0 2-8 0,-2 3-9 0,5 2-7 16,-1 2-1-16,3 0-11 0,5 0 12 0,3-1-7 16,0 0 3-16,13 4-2 0,1-2-1 0,13 8-5 15,0-10-2-15,14 3-2 0,2-5 1 0,5-4-55 16,7-7-84-16,-13-7-156 0,15 1-272 0,-16-7 121 16</inkml:trace>
  <inkml:trace contextRef="#ctx0" brushRef="#br0" timeOffset="-136389.53">32831 6699 45 0,'-8'-5'180'0,"-1"-1"-13"0,-1 2-9 16,-1-1-21-16,-1 1-12 0,-2 1-9 0,-3 1-17 15,-2 2-8-15,1-3-11 0,-2 6-6 0,1-2-4 16,3 4-9-16,-2 1-12 0,3 0 0 15,0 2-3-15,4 0-12 0,-2 3-5 0,4-3-3 0,-2 3-4 0,6 0-1 16,-1-2 3-16,1 4-2 0,2-1-7 0,3 0 2 16,3 5 5-16,-1-3-6 0,6 1 0 0,-2-3 11 15,2-2 4-15,4 2 3 0,-1-3 1 0,1-2 9 16,-1-4 13-16,-1 2 7 0,3-5 0 0,1 0 6 16,-1-7 4-16,3-3-4 0,-1 0 7 0,1 0 4 15,-3-5 1-15,0 0-9 16,-2-2-5-16,1-8-3 0,-1 1-5 0,-1-4-5 15,1-2-3-15,-4-2-10 0,5-2-1 0,-1-12-4 16,-1-1 5-16,1 2 6 0,-5 14 16 0,2-5 16 16,-3 7 4-16,0 2 20 0,-2 8 3 0,0 2 4 15,-1 4-7-15,-2 13-6 0,2-17-14 0,-2 17-9 16,0 0-13-16,3-16-35 0,-3 16-43 0,0 0-42 16,0 0-23-16,0 0 7 0,0 0 8 0,0 0 3 0,0 0 13 0,-16 53 3 15,7-22 4-15,1 1 8 0,1 2-1 0,-1 2 6 16,3-2 1-16,0 14 3 0,3-13 6 0,2-2 6 15,2-1-3-15,3 0-1 0,-1-3-19 0,1 3-15 16,0-2-21-16,1-1-29 0,-5-10-31 0,3-3-39 16,-1 1-51-16,-3-17-226 0,2 20-485 0,-2-20 215 15</inkml:trace>
  <inkml:trace contextRef="#ctx0" brushRef="#br0" timeOffset="-135972.69">32971 6581 147 0,'0'0'314'0,"0"0"-29"15,0 0-35-15,0 0-22 0,0 0-29 0,0 0-24 16,0 0-14-16,0 0-22 0,0 0-9 0,0 0-18 16,0 0-13-16,54 26-10 0,-44-12-10 0,-1 1-6 15,-2 2-11-15,-1 1-5 0,-1 2-6 0,-4-1-4 16,-1 2-6-16,2-2-5 0,-5 0-4 0,-1 5-3 15,0-5-4-15,-2-3 1 0,-2-2-4 0,3 2 1 0,5-16-6 0,-11 19 2 16,6-9 7-16,5-10 1 0,0 0 8 0,-12 15 17 16,12-15 31-16,0 0 44 0,0 0 47 0,0 0 29 15,0 0 31-15,0 0-8 0,0 0-19 0,0 0-24 16,0 0-17-16,0 0-21 0,0 0-11 0,0 0-17 16,23-61-9-16,-8 40-12 0,1-3-10 0,0 2-12 15,0 0-5-15,-4 8-6 16,-1-2-6-16,-5 7-6 0,-6 9-9 15,15-19-5-15,-15 19 0 0,9-10-8 0,-9 10-22 16,0 0-24-16,0 0-22 0,9-12-28 0,-9 12-27 0,0 0 12 16,0 0 7-16,0 0 6 0,0 0 7 0,0 0 9 15,13 49 0-15,-12-30 2 0,4 6 0 0,3 4-7 16,6-2-11-16,0 2-18 0,8 3-45 16,2-8-68-16,13 8-112 0,-5-12-404 0,14-1-775 0,-5-9 344 0</inkml:trace>
  <inkml:trace contextRef="#ctx0" brushRef="#br0" timeOffset="-118206.59">3098 11729 87 0,'0'0'143'0,"0"0"-10"0,0 0-20 0,0 0 1 15,0 0-9-15,0 0-12 0,0 0-2 0,0 0-8 16,0 0-13-16,0 0-10 0,0 0-6 15,0 0 1-15,0 0-6 0,0 0-9 0,0 0 4 0,0 0-4 16,0 0-3-16,0 0 3 0,0 0-3 0,0 0 4 16,0 0-5-16,0 0-3 0,0 0-1 0,0 0-3 0,0 0 3 15,0 0-8-15,0 0-8 0,0 0 6 0,0 0-2 0,0 0-6 16,0 0 0-16,0 0 0 0,0 0-1 0,0 0-3 16,0 0-1-16,0 0 0 0,0 0-4 0,0 0-1 15,0 0 4-15,-6-3-4 0,6 3 4 16,0 0-5-16,0 0-2 0,0 0-1 0,17-1-1 0,-5-2 4 15,6 0-3 1,4 1 0-16,7-2 1 0,2 3 1 0,0-1 1 16,-2-3 0-16,4 5 0 0,-2-3-4 0,-2 2 4 15,-1 0-2-15,-6-1-1 0,-4 1 3 0,1 0-2 16,-6 1-2-16,1-3-1 0,-2 3 1 0,-1 3-13 0,-3-6-26 16,-1 6-22-16,0-3-27 0,-7 0-37 15,10 0-7-15,-8 1-108 0,-2-1-260 0,-1 6 116 16</inkml:trace>
  <inkml:trace contextRef="#ctx0" brushRef="#br0" timeOffset="-117774.18">3183 11897 89 0,'0'0'100'16,"0"0"1"-16,0 0 9 0,0 0-5 0,0 0-11 0,0 0-4 15,0 0-8-15,0 0-10 0,0 0 2 0,22-6-6 0,-2 1-6 16,7 3 11-16,2-1-5 0,7 1 11 0,2-5 2 16,0 4-6-16,2 1-6 0,-3 2-6 15,1-4-4-15,-4 1-7 0,-2 1-1 0,-2-1-6 16,-3 3-5-16,-8-1-7 0,2 1-6 0,-8 0-17 0,-2-2-16 15,-2 2-19 1,-4-1-21-16,2 1-17 0,-1-3-22 0,-6 3 7 16,0 0-5-16,6 3-14 0,-6-3-41 0,0 0-71 15,0 0-226-15,-21 4 100 0</inkml:trace>
  <inkml:trace contextRef="#ctx0" brushRef="#br0" timeOffset="-117226.26">4563 11379 37 0,'0'-7'240'15,"0"3"-13"-15,0 0-13 0,0 0-15 0,0-1-13 16,1 1-14-16,-1 4-20 0,0-4-17 0,0 4-14 0,0-3-17 0,0 3-13 0,0 0-18 16,0 0-11-16,0 0-14 0,0 0 2 0,0 0-13 15,0 13-3-15,0-3-4 0,0 2-5 0,0 7-3 16,0 6-1-16,0 3-1 0,0 1-1 15,0 0-4-15,0-2 0 0,0 2 0 0,0-4-1 16,0-4 0-16,0-3-6 0,0 0 1 0,-1-1 1 16,1 0-2-16,0-5 5 0,-3 0-1 0,3-3-6 15,0 2-19-15,0-4-23 0,0 0-15 0,0-2-21 16,0-1-17-16,-1 2-20 0,1-6-19 0,0 5-21 16,1-1-32-16,-1-4-91 0,0 0-295 0,0 5 131 15</inkml:trace>
  <inkml:trace contextRef="#ctx0" brushRef="#br0" timeOffset="-116687.27">4306 11918 67 0,'0'0'144'0,"0"0"-6"0,-8 0-17 16,8 0-9-16,0 0-9 0,0 0-14 0,-9 1 2 0,9-1-11 0,0 0 0 16,0 0-4-16,0 0-4 0,0 0-12 0,0 0 2 15,0 0-9-15,0 0-2 0,0 0-10 0,0 0-1 16,0 0-6-16,0 0-1 0,0 0-3 0,0 0-4 15,0 0-2-15,0 0-5 0,0 0-1 0,0 0-2 16,-5 2 0-16,5-2-4 0,0 0 1 0,0 0-8 16,0 0 6-16,0 0-7 15,0 0 2-15,0 0 5 0,0 0-7 0,0 0 4 16,0 0 11-16,0 0-1 0,0 0 0 0,0 0 13 16,0 0 4-16,0 0-2 0,0 0-4 0,0 0-5 15,0 0-5-15,0 0 2 0,27-3-3 0,-7 0 2 16,11 2 0-16,5 0-3 0,16-3 8 0,-1 2 3 15,8-1 6-15,-4 0 5 0,0 0 3 0,1 2 4 16,-6-3-1-16,-8 2-2 0,-5 0-5 0,-1 0-2 0,-4 0 2 0,-3 1-8 16,-4-1-5-16,-10 1-2 0,-1 1-3 0,-1-1-4 15,-3 1 5-15,-2-1-6 0,-1 1-4 0,-7 0 1 16,9 0-6-16,-9 0-13 0,8 0-10 0,-8 0-12 16,2 2-5-16,-2-2-19 0,0 0-27 0,-11 8-37 15,5-4-32-15,-3 1-58 0,-2 0-125 0,0-2-360 16,1 2 159-16</inkml:trace>
  <inkml:trace contextRef="#ctx0" brushRef="#br0" timeOffset="-115954.5">4560 12083 58 0,'0'0'154'16,"-5"2"-9"-16,5-2-21 0,0 0-11 0,0 0-7 16,0 0-12-16,0 0-13 0,25 0 2 15,-18 0-14-15,6 1-10 0,-2 0-6 0,-1 0-13 0,4 3-3 16,-3 1 4-16,2-2-9 0,-1 1-4 0,1 1-8 0,-3 1 2 15,-1 1-5-15,-1 0-4 0,-2 2-3 0,-1 1-2 16,-1 0 10-16,-3 7-13 0,-3 0 3 0,-6 1 1 0,-1 0-5 16,-5 4 0-16,-5-2 2 0,-3 1 4 15,-1-2-8-15,0-3 4 0,-1 1-4 0,0-1-5 16,6-6 5-16,-1 1-3 0,1-3-1 0,1 4-1 16,-1-5 6-16,6 1 1 0,-1-3-2 0,4 0 1 15,1 0-6-15,2-2 6 0,-2 0 7 0,4-1-4 0,1-1 12 16,3-1 7-1,-7 2 6-15,4 0 12 0,3-2 0 0,0 0 5 16,-5 3 5-16,5-3-5 0,-2 3-3 0,2-3-3 16,0 0-3-16,0 0-5 0,-4 4-1 0,4-4-2 15,0 0-6-15,0 0-4 0,0 0-2 0,0 0 1 16,0 0-4-16,0 0 2 0,0 0-3 0,0 0 7 16,0 0 2-16,0 0 1 0,0 0-5 0,0 0 3 15,0 0-3-15,0 0 19 0,0 0-7 0,0 0 1 0,37-5-6 0,-9 3-3 16,4-3 0-16,1 1-3 0,3-1-3 0,18-1 7 15,-16 2 12-15,17-3 9 0,-18 4 5 0,3-4 5 16,-3 4-4-16,-8-1-3 0,-2 3-2 0,-8-1-2 16,-5 1 7-16,-1 1 3 0,-4-2 2 0,-3 2 3 15,2-2 3-15,-3 0-2 0,0 1-1 0,-5 1 1 16,8-1-9-16,-8 1-5 0,5 0 1 0,-5 0-16 0,0 0-22 0,9-1-33 16,-9 1-35-16,0 0-56 0,0 0-65 0,0 0-47 15,0 0-273-15,0 0-538 0,0 0 238 0</inkml:trace>
  <inkml:trace contextRef="#ctx0" brushRef="#br0" timeOffset="-108683.38">6124 11683 9 0,'0'0'115'0,"0"0"-18"0,0 0 3 16,0 0-27-16,0 0 4 0,0 0-5 0,0 0-16 15,0 0-1-15,0 0 6 0,0 0-1 0,0 0-9 0,0 0 1 16,0 0 5-16,0 0 1 0,-6-2 8 0,6 2-6 0,0 0 9 15,0 0 8-15,0 0 7 0,0 0 5 16,0 0-4-16,0 0 3 0,0 0-5 0,0 0-10 16,0 0-5-16,0 0-5 0,0 0-13 0,9-5 1 0,-4 1-9 15,1 1 3-15,6-2-7 0,-2 0-5 0,2-1-1 16,3-3-5-16,0 1-7 0,3-3 4 0,1 1 2 16,-1-2 2-16,5-2-2 0,-1-3 8 0,-6 7 2 0,2-2 0 15,-1-2 12-15,-1 1-3 0,-1 2 4 0,0 0 1 16,-5 2 4-16,-1 0 13 0,1 0-6 0,-3 0 4 15,-1 1-2-15,1 2-7 0,-3-2-2 0,-1 1-11 16,1 2 7-16,-4-1-22 0,0 0-10 0,-3 0-4 16,-3 3-6-16,-2-2-7 0,-2 3 5 0,-10 0-8 0,-8 3 2 15,0 2-3 1,-4 4-3-16,-3 0 0 0,-1 3 1 0,0 3-1 16,2 1 2-16,2 4-4 0,2-1 0 0,4 3 0 15,0-1 0-15,2-1-2 0,7 3 0 0,5-5 1 16,1 0 1-16,4-2-5 0,0 3 1 0,7-2 2 15,3-3 4-15,7 1 7 0,2 0 1 0,5-2 2 16,14-2 1-16,1-2-1 0,6-2-1 0,13-3 1 16,-1 1 3-16,3-3-4 0,-16-3 0 0,1 3 2 0,-5-2-1 0,-1 0-2 15,-10 0 2-15,0 1-3 0,-10-1 1 0,0 2 1 16,0-2 4-16,-1 2-6 0,-6-3 4 0,-1 3 0 16,2 0-3-16,-6 0-2 0,0 0-8 0,9-2-22 15,-9 2-24-15,0 0-29 0,0 0-28 0,-15-5-37 16,11 4-33-16,-2 0-54 0,-3-2-151 0,1 2-417 15,-1-2 185-15</inkml:trace>
  <inkml:trace contextRef="#ctx0" brushRef="#br0" timeOffset="-108065.68">6943 10943 55 0,'0'-7'246'0,"0"7"-2"0,3-6-12 0,-2 2-13 0,-1 4-8 0,0-4-15 15,0 4-9-15,3-4-12 0,-3 4-15 0,0-4-14 16,0 4-14-16,0 0-12 0,0 0-16 0,2-3-11 16,-2 3-12-16,0 0-16 0,0 0-6 0,0 0-19 15,0 0-22-15,0 0-3 0,0 0-2 0,0 15-4 16,-1-3 0-16,-3 3-2 0,0 4-2 0,-1 5 6 15,-1 3-8-15,-2-3-3 16,3 7 0-16,0-4-3 0,-2-2 6 0,1-2-6 16,2-3 3-16,3 0 0 0,-3-3-3 0,4-4 3 15,0 2-8-15,0-5 5 0,0 2-1 0,0-3 4 16,1 1 3-16,2-4 6 0,-3-1-5 0,5 3 4 16,1-2 2-16,1-2 2 0,3 2 1 0,-1-1 1 15,8-2 0-15,2-1 1 0,-1-1-2 0,2 0-22 16,-2-3-29-16,2 1-49 0,2-1-57 0,-3-5-59 0,1 3-209 0,0-3-445 15,-3-2 196-15</inkml:trace>
  <inkml:trace contextRef="#ctx0" brushRef="#br0" timeOffset="-107432.91">6778 11151 90 0,'0'0'132'0,"0"0"-9"0,0 0 2 0,0 0-4 16,0 0-3-16,0 0 0 0,0 0-5 0,0 0 0 15,0 0-6-15,0 0 1 0,0 0-9 0,0 0-8 16,0 0-9-16,0 0-8 0,0 0-2 0,0 0-2 16,0 0 2-16,0 0-3 0,0 0 2 0,0 0-3 15,0 0 1-15,0 0-1 0,0 0-6 0,0 0 4 16,0 0-2-16,0 0-1 0,0 0-2 0,0 0-5 0,0 0-6 0,0 0-2 15,0 0-7-15,0 0-7 0,0 0-4 0,18-3 0 16,-5 1-4-16,6 0-3 0,9-2-5 16,4 0 2-16,4 2-5 0,3-4 2 0,0 3 1 0,-1 0-6 15,-2-2 6-15,0 1 1 0,0 1-2 0,-8-2 0 16,-6 1-3-16,-2 1 1 0,-3 1 1 0,-5 2-4 16,-3-3 3-1,2 0 0-15,-4 3 0 0,0 0-4 0,-4-1 0 16,-3 1-7-16,9-1-16 0,-9 1-17 0,4-2-25 0,-4 2-39 15,0 0-44-15,0 0-45 0,0 0-255 16,-18 10-473-16,12-8 210 0</inkml:trace>
  <inkml:trace contextRef="#ctx0" brushRef="#br0" timeOffset="-94950.03">8461 11647 135 0,'0'0'126'0,"-1"-4"-9"0,1 4-6 0,0 0-10 15,0 0-6-15,0 0-9 0,0 0-8 0,0 0-7 16,0 0-3-16,0 0-3 0,0 0-6 0,0 0 3 16,0 0 0-16,0 0-4 0,0 0-3 0,0 0 8 15,0 0-3-15,0 0 1 0,0 0 5 0,0 0-1 16,0 0 0-16,0 0-7 0,9-4-9 0,-4 1-6 0,3 0-2 0,-2 0-5 16,4-3-4-16,2 0-2 0,4-3-6 0,0 3 2 15,2-1-1-15,7-7 1 0,-8 5 3 0,8-4 3 16,-4 4 6-16,3-7 7 0,-2 2 8 0,2 0-4 15,-2-2 2-15,-1 1 2 0,-5 4 3 0,-2 1 7 16,-1-1-8-16,-3 3 8 0,0-1-2 0,-1 1 3 16,-1-1 4-16,-3 2 1 15,1 1 1-15,-2 2-8 0,-3-4-3 16,2 4-11-16,-2-1-9 0,-2-2 0 0,1 5-19 0,-4-4-8 16,0 2-13-16,-5 0-3 0,-1 1-7 0,-8 3-3 15,0-3-5-15,-3 6 8 0,-6-2-6 0,0 5 3 16,6 1 0-16,-4 1-3 0,-2 4 4 0,4 2-3 0,-1 1-2 15,3 2 3-15,4 4 4 0,2 0-5 0,3 3 2 16,4-8-2-16,4 1 2 0,3 0 1 0,3 1 4 16,5 0 1-16,8 4 3 0,2-4 4 0,7-1-1 15,8-5-4-15,1-1 5 0,7-3 2 0,11 1 3 0,-11-7-2 16,12 2 0-16,-12-4 3 0,-1 0-7 0,1-1-15 16,-6-2-28-16,-2-2-41 0,-4 1-44 0,-6 1-48 15,0 1-70-15,-7-5-140 0,-1 2-420 0,-6 0 186 16</inkml:trace>
  <inkml:trace contextRef="#ctx0" brushRef="#br0" timeOffset="-93884.92">8944 11118 86 0,'0'0'125'15,"0"0"-6"-15,0 0 2 0,0 0-1 0,0 0-4 16,0 0 2-16,-9 0-3 0,9 0-2 0,0 0-2 16,0 0-8-16,0 0 0 0,0 0-6 0,0 0-5 15,0 0-12-15,0 0-4 0,0 0-8 0,0 0-7 16,0 0-7-16,0 0-4 16,0 0-2-16,0 0-8 0,0 0-4 0,0 0-6 15,0 0 0-15,0 0-5 0,0 0-3 16,0 0-4-16,0 0-2 0,0 0 3 0,0 0-5 0,0 0-2 15,0 0 0-15,0 0-3 0,0 0 3 0,0 0-1 16,0 0 4-16,0 0 5 0,0 0-1 0,0 0 0 16,0 0 0-16,0 0-2 0,0 0-3 0,0 0-1 15,0 0-1-15,0 0-1 0,0 0 2 0,0 0-8 0,0 0 2 0,0 0 1 16,0 0-2-16,0 0-2 0,0 0 3 0,0 0-2 16,0 0-6-16,0 0 6 0,0 0-3 15,0 0-1-15,0 0 0 0,0 0-1 0,0 0 4 16,0 0 2-16,0 0-6 0,0 0 0 0,0 0 0 0,0 0 4 15,0 0-2-15,0 0 1 0,0 0 3 0,0 0-4 16,0 0 5-16,0 0-7 0,0 0 4 0,0 0 1 0,0 0-4 16,0 0-1-16,26 0 3 0,-13 0-3 0,5-1 0 0,2-1 3 15,8 1 0-15,0 1-1 0,0-2 6 16,2 0-5-16,-1 2 3 0,-3-3-5 0,-5 3 5 16,0-2-2-16,-2 2 1 0,-2-3 0 0,-6 2-2 15,3 0 2-15,-9-2 2 0,3 2-2 0,-3 1 3 0,-5 0 0 16,13 0-2-1,-9 0 1-15,-4 0-2 0,0 0-9 0,9-3-10 16,-9 3-15-16,0 0-12 0,0 0-19 0,0 0-14 16,0 0-20-16,0 0-26 0,0 0-17 0,0 0-52 15,-12 8-127-15,12-8-340 0,-5 2 151 0</inkml:trace>
  <inkml:trace contextRef="#ctx0" brushRef="#br0" timeOffset="-93468.26">9643 10737 121 0,'1'-5'223'0,"3"3"-14"16,-4 2-16-16,4-2-20 0,-4 2-18 0,0-4-17 15,0 4-19-15,0 0-19 0,0 0-13 0,0 0-7 0,0 0-17 16,0 0-4-16,2 9-9 0,-4 2-4 0,0 1-13 16,-2 5-2-16,0 3-3 0,-2 4-4 0,-1 2 1 0,2-1-3 15,0 4-5-15,1-2-1 0,0 1-5 0,2-1-2 16,-3-1 3-16,3-2-1 0,0-6-3 0,1 2 4 15,1-2-1-15,0-3-3 0,1-3-1 16,0-2-3-16,0-2 5 0,-1-2-8 0,2 2 6 0,-1-4 2 0,-1 1 2 0,1 0-2 16,-1 0-2-16,3 0 6 0,-1-4 3 15,2 3-2-15,1 1 1 0,2-4-4 0,3 0 3 16,3-1-14-16,0 0-42 0,4-1-52 0,5-4-79 0,6-1-149 16,-10-1-350-16,10-6 155 0</inkml:trace>
  <inkml:trace contextRef="#ctx0" brushRef="#br0" timeOffset="-92898.06">9501 10926 116 0,'0'0'146'0,"0"0"-7"0,0 0-14 0,0 0-7 16,-6 0-10-16,6 0-7 0,0 0 1 0,0 0-5 15,0 0 2-15,0 0 1 0,0 0-3 0,0 0-4 16,0 0 7 0,0 0 5-16,0 0-3 0,0 0-1 0,0 0-7 15,0 0 0-15,0 0-6 0,0 0-8 0,0 0-8 16,0 0-7-16,0 0-8 0,24-4-1 0,-6 3-14 16,12-2-3-16,2 2-4 0,5-2-3 0,15 1-3 15,-15 2-1-15,3-1-3 0,-2-1-4 0,-5 1-3 16,1-2 0-16,-4-1 0 0,-7 4-5 0,-5-1 0 15,-4 0 0-15,-1 1-4 0,0-2-1 0,-7 2-11 0,-1 0-17 0,3 0-20 16,-8 0-27-16,0 0-15 0,0 0-31 0,0 0-36 16,0 0-64-16,-22 8-143 0,7-5-383 0,2-2 169 15</inkml:trace>
  <inkml:trace contextRef="#ctx0" brushRef="#br0" timeOffset="-91024.93">10234 11426 71 0,'0'0'224'0,"0"-4"-17"0,0 4-20 0,0 0-20 16,0-3-18-16,0 3-22 0,0 0-14 0,0 0-21 31,0 0-10-31,0 0-6 0,0 0-10 0,-8 11-8 16,0-5-7-16,1 5-4 0,-1-1-6 0,-1 2 0 15,-2 4-6-15,-1-1-3 0,3 2-4 0,-4-3-10 16,3 3-13-16,-3 4-13 0,-1-5-14 0,3 0-18 16,-2-2-18-16,1 1-9 0,1 1-18 0,-2-3-31 0,3-1-138 0,-1-4-275 15,3-2 122-15</inkml:trace>
  <inkml:trace contextRef="#ctx0" brushRef="#br0" timeOffset="-90840.08">10009 11504 31 0,'1'-7'328'16,"-1"6"-23"-16,0-4-25 0,3 1-29 0,-3 2-27 16,0 2-29-16,2-6-21 0,-2 6-23 0,1-4-26 0,-1 4-15 15,0 0-12-15,0 0-15 0,12 10-9 0,-3 2-12 16,2-2-8-16,1 4-8 0,6 7-17 0,-7-5-20 16,12 5-33-16,-4 1-42 0,2-2-42 0,-2 2-39 15,4 2-234-15,-5-7-413 16,-1-3 183-16</inkml:trace>
  <inkml:trace contextRef="#ctx0" brushRef="#br0" timeOffset="-90144.8">10866 11419 33 0,'0'0'136'0,"-5"-2"-10"0,5 2-5 0,0 0-14 16,0 0-8-16,0 0-7 0,0 0-7 0,0 0-3 16,0 0-12-16,0 0-5 0,0 0 3 0,0 0-4 15,0 0-7 1,0 0 10-16,0 0-3 0,0 0 6 0,0 0-7 0,0 0-1 0,13-4 0 16,-8 3-9-16,9-3-7 0,-4 1-6 0,8-2-3 15,-2 1-1-15,4-3-1 0,0-1-1 16,6 2 6-16,1-5 2 0,-3 1 6 0,3 0 0 15,-3-2 0-15,-5 3 1 0,4-3 10 0,-5-1 5 16,-2 1 3-16,0 2 2 0,-6-2 2 0,0 3 1 16,-4 0 12-16,0-2-8 0,-1 2-9 0,-3 0-9 15,-2 2-8-15,-2-1-8 0,1 3-5 0,-7 0-9 16,-6-1-2-16,-2 0 3 0,-4 6-11 0,-2 0-2 16,1 6-1-16,-7 4-4 0,1 0-3 0,0 2-2 0,3 4-3 15,1 0-3-15,1 3 0 0,3 1-4 0,2 3 0 0,3 0-1 16,7-5 6-16,3 1-7 0,4 2 2 0,2 4 1 15,10-3 1-15,6 0 0 0,11-1 3 0,3-4-20 16,18 0-44-16,11-5-58 0,8-7-76 0,-5-3-253 16,26-3-487-16,-32-1 216 0</inkml:trace>
  <inkml:trace contextRef="#ctx0" brushRef="#br0" timeOffset="-89136.39">11413 10669 125 0,'0'0'125'0,"0"0"2"16,0 0-5-16,0 0-10 0,0 0-2 0,0 0-4 0,0 0-4 0,1-4-6 15,-1 4 4-15,0 0-9 0,0 0-9 0,0 0-7 16,0 0-12-16,8 0-5 0,-8 0-7 0,10 2-3 16,-3-4-6-16,4 2-2 0,2 2-6 0,-3-2-7 15,3 2 0-15,2-2-5 0,-2 3 0 0,5-1-8 16,-4 1 3-16,0 1-3 0,-1 1-1 0,3 1-2 15,-4-2-4-15,-1 3-2 0,-2 0 1 0,0 1-1 0,-1 1-1 0,0-3-4 16,-2 3-9-16,-5 0-2 0,1 1 4 0,-2 0 2 16,-3 0-1-16,-3-1-1 0,-2 2 7 0,-2-2-3 15,-3 0 0-15,-1 1 2 0,0 0-1 0,-1-3 0 32,3-2 2-32,-3 4 3 0,3-4-5 0,4 2 4 15,-3-1-6-15,2-4-1 0,4 3 2 0,-3-1-4 0,3-2-2 0,0 0 7 16,4 2-5-16,1-4 2 0,0 4 3 0,4 1 3 15,3-1 5-15,1 0-1 16,1 0 1-16,5 0 3 0,-1 0-4 0,5 3 2 0,-2 0 3 0,1-1-2 0,0 0-2 16,0 2-1-16,-6-3 1 0,3 2-1 0,-3-1-2 15,-2 1-2-15,1-2-2 0,-6 0-6 0,1 1-1 16,-2-2 4-16,-2 1-1 0,-2-1 4 16,-3 0 4-16,-9 3-2 15,3-3 1-15,-8-3 4 0,0 4-1 0,-6-5 2 0,2 2-2 0,-6-2 5 0,0-2 2 16,0 0 8-16,6 2-6 0,-1-3 2 0,5 2-1 15,-2-1-1-15,8-2 1 0,-2 2 1 0,4-1-1 16,4 2-2-16,-1-1-7 0,2 1 1 0,0 0-4 16,5 1-21-16,-6-1-26 0,6 1-27 0,0 0-32 15,0 0-41-15,18-5-138 16,-10 3-305-16,3 0 135 0</inkml:trace>
  <inkml:trace contextRef="#ctx0" brushRef="#br0" timeOffset="-88704.02">12019 10605 184 0,'0'0'249'0,"1"-4"-15"16,0 0-21-16,-1 4-17 0,3-1-22 0,-3 1-19 16,0 0-16-16,0 0-19 0,2-4-13 0,-2 4-15 15,0 0-14-15,0 0-9 0,0 0-11 0,0 0-9 16,0 0-3-16,0 10-3 0,-2-2-11 0,1 0-1 16,-1 4-5-16,-2 6-1 0,2 2 1 0,-3 4-6 15,0 2-2-15,0 0-6 0,0 1 1 0,-1-1 2 16,1-1-6-16,1-7 3 0,2 2-2 0,-3-1 1 0,1-2-4 0,3-1 0 15,-3-4-2-15,0 0 4 0,4-1-1 0,0-1-3 16,-1-3 2-16,1-2 0 0,-3 2-4 0,3-2 2 16,0-1 2-16,0 0 0 0,0-4-3 0,0 5 4 15,0-5 2-15,0 5 0 0,0-5-2 0,0 0 5 16,0 4-2-16,0-4 4 0,0 0-2 0,0 0 1 16,7 0-3-16,-7 0-2 0,11-2-9 0,-3 0-23 0,-2-1-44 0,6-1-42 15,0-2-43-15,4-1-55 0,-1 0-146 0,0 0-380 16,3-1 169-16</inkml:trace>
  <inkml:trace contextRef="#ctx0" brushRef="#br0" timeOffset="-88387.68">11900 10840 126 0,'0'0'292'0,"0"0"2"0,-4-1-15 0,4 1-8 16,0 0-14-16,0 0-23 0,0 0-26 15,0 0-23-15,10-10-20 16,3 8-18-16,4-3-19 0,2 2-9 0,10-5-26 16,4 4-16-16,5-1-27 0,14-1-30 0,-16 3-41 15,2-1-48-15,-5 1-50 0,-1 1-70 0,-2 1-236 16,-9-1-460-16,-2 0 204 0</inkml:trace>
  <inkml:trace contextRef="#ctx0" brushRef="#br0" timeOffset="-87400.72">10308 11759 95 0,'0'0'151'15,"0"0"-15"-15,0 0-13 0,0 0-8 0,0 0-6 16,0 0-16-16,0 0-3 0,0 0-5 0,0 0-10 15,0 0-7-15,0 0 5 0,0 0-17 0,0 0 3 16,0 0-8-16,0 0 4 0,0 0-13 0,0 0 0 16,0 0-3-16,0 0-7 0,-7 4-3 0,7-4-5 15,0 0 1-15,0 0-3 0,0 0 0 0,0 0-6 16,0 0-3-16,0 0 1 0,0 0-2 0,0 0-5 0,0 0 5 0,0 0-2 16,0 0-1-16,0 0 3 0,0 0 2 0,0 0 0 15,0 0-2-15,0 0-2 0,0 0 2 0,22-6 7 16,-7 4-6-16,12-2 2 0,10 1 4 0,17-5 2 15,10 2-5-15,33-3-4 0,7-4-3 0,8-1 5 16,12 3 5-16,15-1 7 0,13-1-2 0,7-3 0 16,0 3-5-16,-4-2-1 0,2 2 3 0,-7 0-3 0,-6-3-7 0,-6 0 3 15,-18 3-6-15,-10-1 6 0,-10 1-5 16,-34 5-1-16,-2-3 4 0,-4 0-3 0,-5 1 1 0,-15 3-1 16,-6-1 2-16,-15 4 19 0,-1-1 35 0,0 0 27 15,-6 1 0-15,-6 0-10 0,-2 0-9 0,2 1-10 16,-2-1 2-16,-1 1-19 0,-2-1-4 0,-1 4-16 15,0-3-18-15,0 3-25 16,0 0-27-16,0 0-28 0,0 0-31 0,-20 5-33 16,13-1-38-16,-2 1-233 0,-2-1-440 15,2 2 195-15</inkml:trace>
  <inkml:trace contextRef="#ctx0" brushRef="#br0" timeOffset="-86228.9">10922 12102 132 0,'0'-5'281'0,"0"-4"-11"15,0 4-3-15,2-1-27 0,-2 1-17 0,0-1-13 16,0 1-23-16,0 2-9 0,0 3-27 0,-2-7-17 16,2 7-23-16,0-3-21 0,0 3-30 0,0 0-29 15,0 0 2-15,0 0-11 0,-1 13-7 0,-2-2-1 16,-3 5-3-16,4 4-2 0,-2 8-4 0,0-2 7 0,0 3-3 0,2 2-1 15,-4-1-2-15,1-1 3 0,-2 0 1 0,4 0-4 16,-3-3 2-16,3-6 2 0,2 3-3 0,1-5 1 16,-4-1 0-16,4 0-5 0,-4-5-16 0,4 1-24 15,-1-2-19-15,0 1-20 0,-3-2-29 0,4-2-20 16,0 1-24-16,-1-2-28 0,-2-1-163 0,3-1-369 16,0-1 163-16</inkml:trace>
  <inkml:trace contextRef="#ctx0" brushRef="#br0" timeOffset="-85881.19">11142 12460 90 0,'0'0'89'0,"0"0"-13"0,-2 3 1 0,2-3-3 0,0 0 4 0,0 0-2 16,0 0 5-16,0 0 12 0,11 3-4 0,-2-3-5 15,4-2-5-15,7 1-9 0,10-2-3 0,3 1-13 0,0-1 1 16,7 1-8-16,-2-5 2 0,15 2-2 0,-15 3-8 15,0-1 2-15,-6 1-10 16,-3 0 3-16,-8 1-10 0,-1-1-12 0,-6-1-12 16,-1 3-15-16,-4 0-27 0,0-1-19 0,-4 0-45 15,-5 1-116-15,0 0-241 0,0 0 106 0</inkml:trace>
  <inkml:trace contextRef="#ctx0" brushRef="#br0" timeOffset="-85627.2">11365 12269 84 0,'0'-5'290'0,"0"-2"-9"0,0 2-7 16,1 1-18-16,-1 0-20 0,0 0-27 0,0 4-14 16,0-5-33-16,0 5-23 15,0 0-24-15,0 0-25 0,0 0-14 0,0 0-11 16,-1 13-8-16,1 3-3 0,-4 2-4 0,2 5-2 15,0 7-7-15,-1-2-9 0,3 2-2 0,0-2-2 16,4 1-15-16,-3 1-17 0,2 0-20 0,2-3-31 16,1 0-37-16,1-3-26 0,-1 0-44 0,1-6-54 15,-3-1-143-15,2-3-390 0,0-2 173 0</inkml:trace>
  <inkml:trace contextRef="#ctx0" brushRef="#br0" timeOffset="-85125.93">11959 12516 33 0,'0'0'198'0,"0"0"-2"0,0 0-3 0,0 0-8 16,0 0-14-16,0 0-16 0,0 0-16 0,0 0-20 0,0 0-3 15,13-7-13-15,-2 3-10 0,-1 0-11 16,4-1-4-16,4 0-14 15,1 1-4-15,-2-6-7 0,2 5-1 0,1-5-8 16,-3 1-1-16,2-3-5 0,-2 1-1 0,6-5 2 16,-7 4 1-16,4-5 1 0,-6 1 1 0,-3 1 5 15,0 0 3-15,-1-2-1 0,-5 5-2 0,0 3 0 16,-4-1-4-16,1 0-9 0,-4 0-5 0,-3 3-6 16,-3 0-7-16,-4 3-3 0,-6 2-1 0,-4 2-3 15,-10 3-4-15,0 5 2 0,0 3-4 0,2 3 1 0,-1 2-2 0,5 1-6 16,2 2 0-16,1 1 1 0,4 1 2 0,1 2-5 15,4 0 5-15,1 4-5 0,4-5 1 0,9-4 2 16,0 2 0-16,4-1 2 0,9-3-2 0,6 5 5 16,8-7-8-16,6-1-28 0,3-4-54 0,18 1-68 15,2-8-83-15,-3-4-144 0,-1-5-414 0,-12 0 184 16</inkml:trace>
  <inkml:trace contextRef="#ctx0" brushRef="#br0" timeOffset="-84593.4">12299 11918 46 0,'2'-2'186'16,"2"-1"-22"-16,2 0-14 0,2 0-16 0,-2 1-18 16,5 0-3-16,3 0-16 0,-3 2-8 0,6 0-13 0,-4 2-6 15,2 1-7-15,0 1-4 0,-1 1-16 0,3 2-2 16,-7-1-2-16,0 2-4 0,-2 0-4 16,1 6-1-16,-3-2-14 0,-4 4 8 0,-5 3-7 15,-4 5-4-15,-1-6 1 0,-6 3 5 0,-5-1-6 0,-4 2-3 0,2-3-3 16,-2-2 1-16,0-3-4 0,3-2 6 0,3-3 7 15,-1 1-1-15,3-3 2 0,2-1 3 0,4-4-6 16,1 2 4-16,2 0 2 0,0-2-2 0,1 1 7 0,2 1 1 16,-1-2-1-16,4-2-1 0,-1 3-1 15,1-3-3-15,8 2 1 0,3 0-9 0,1-1 3 16,7 1 2-16,1-2-23 0,3 1-30 0,8-2-44 0,0 1-48 0,-2-3-183 16,0-1-334-16,-1 1 148 0</inkml:trace>
  <inkml:trace contextRef="#ctx0" brushRef="#br0" timeOffset="-84208.03">12705 11901 10 0,'2'-5'234'0,"1"0"-5"15,-2 1-10-15,3 1-13 0,-3-1-14 0,-1 4-18 16,2-5-18-16,0 2-16 0,-2 3-17 0,2-3-16 0,-2 3-11 0,2-2-12 16,-2 2-15-16,0 0-5 0,0 0-12 15,0 0-5-15,0 9-7 16,0-1-8-16,-2 0-3 0,2 3-2 0,-6 4-5 0,5 3 1 16,-4 1-12-16,-2 5 9 0,-2 2-7 0,2-2-2 15,2 0 0-15,1-4 0 0,-1-2 0 0,0 0-2 16,2-1 0-16,0 0-4 0,0-5 1 0,-1 1 2 15,3-2 0-15,0-3-5 0,-1 1 0 0,1-4 3 16,1 0-2-16,-1 0 0 0,-1 0 5 0,2-2-2 16,0-3 0-16,-1 8 1 0,1-8-2 15,0 3 5-15,0-3 0 0,1 3 0 0,-1-3 3 0,4 2-5 16,-4-2 7-16,8 1-3 0,-8-1-3 0,13-1-7 16,1-2-19-16,-1-1-38 0,3-1-39 0,2-2-50 15,0 1-43-15,1-3-177 0,-1-1-391 0,1 1 173 0</inkml:trace>
  <inkml:trace contextRef="#ctx0" brushRef="#br0" timeOffset="-83960.64">12660 12058 19 0,'0'0'283'0,"0"0"-8"0,-4-2-8 0,4 2-7 0,0 0-15 0,0 0-19 16,0 0-19-16,0 0-27 0,0 0-16 0,16-8-17 16,-1 7-30-16,7-2-38 0,8 0-45 0,6-2-64 15,3 3-78-15,14-5-120 0,-2 2-129 0,-11 0-385 16,-7-7 170-16</inkml:trace>
  <inkml:trace contextRef="#ctx0" brushRef="#br0" timeOffset="-77614.11">14157 11346 53 0,'-2'-6'167'15,"4"1"-19"-15,-5 0-15 0,1 0-15 0,-2 1-17 16,-3-3-4-16,-2 3-13 0,-2 0-4 0,-1 1-11 0,-7-2-14 15,0 4 3-15,-3-1-6 0,-8 2-9 16,0 0-6-16,-1 3-8 0,1-3-4 0,-1 6 0 16,-1 0-4-16,0-1-1 0,2 4 0 0,1-1-6 15,1 4-1-15,3-2-3 0,6 3-2 0,1-4-4 16,0 1-5-16,5 5 1 0,-1-2 0 0,5 0 6 16,1-1-5-16,2 0-6 0,1-1 11 0,1 0-3 15,4 1-2-15,0 0 4 0,5-4-3 0,4 4 6 16,4-3 12-16,2-2 1 0,3-2 2 0,5 0 5 0,-1-2 2 0,8-3 7 15,1-3 14-15,-1-4 15 0,0 1 11 0,-2-4 11 16,2-3 13-16,-2-3 1 0,-4-3 7 0,1-2 3 16,-3-3-6-16,1-2-11 0,-2-6-10 0,7-11-7 15,-5 1-11-15,-4-7-5 0,2-1-6 0,-5-3-10 16,-4-1-4-16,0 3-3 0,-4 0 3 0,-3 5-12 16,-2-2 0-16,1 15-5 0,-8 2 4 0,4-1-1 0,-4 6 4 15,3-1 9-15,-2 11 7 0,2 0-1 0,0 7-4 0,-1-1-4 16,1 4-9-16,0-1-9 0,-1 2-11 0,2 1-34 15,0 4-26-15,0 0 1 0,0 0 2 0,-8 16 4 16,5 2 6-16,-2 13 7 0,-4 4 4 16,1 15 1-16,-2 1-2 0,1 2 5 0,0 0 4 0,-1-2 4 15,5-1-1-15,1-1 3 16,3-15 2-16,2 1-1 0,0-2 1 16,7 3 4-16,1-6 2 0,-3-3-3 0,7 1 12 15,1-1-6-15,0-9 1 0,-2-2 6 0,-1-2-1 16,1-3 2-16,4-1 0 0,-2-3 4 0,0-3 6 0,3-3 10 15,-2-2 7-15,2-4 4 0,2-2 10 0,-1-3-12 16,-1-2 1-16,3-5-5 0,4-3 4 16,-4-5-4-16,0-2-5 0,2-3-1 0,2-12-6 0,-1-4-7 0,1-2-2 15,-1 3 1-15,-3-1-1 0,-8 12 0 0,0 0 0 16,0 2 11-16,-1 4 23 0,-2-1-11 0,-3 2 10 16,0 8-3-16,-2 4 13 0,-1 5 9 0,1-2 0 15,-3 3-2-15,3 1-1 0,-4 1-19 0,1 2-2 0,0 1-6 16,1 0-9-16,0 2-13 0,-2 2-37 0,0-4-22 15,0 4 3 1,0 0 5-16,0 16-1 0,-2-5 3 0,-1 7 7 16,-3 11 1-16,-2 3 2 0,-5 2 2 0,2 11 4 15,-4 1 2-15,-1-1 3 0,6-12 0 0,-3 1 3 16,4 0-1-16,0-2-1 0,0-2 3 0,4-2 3 16,1-3-1-16,-1-6-2 0,4-1 6 0,-2-2-2 15,3-4 0-15,0 0 5 0,-1-1-2 0,1-6 4 16,1 5 6-16,-1-5-3 0,0 1 5 0,0 0-3 0,0-2 0 0,4-2 0 15,-4 1 6-15,0-3-1 0,0 7 3 0,4-6 3 16,0 1 0-16,-2 1-2 0,6-2-1 0,-2-1 2 16,7 0-7-16,8 0-23 0,-6-1-38 0,9 0-53 15,4-3-71-15,6-2-77 0,-4 0-271 0,2-3-570 16,0-3 252-16</inkml:trace>
  <inkml:trace contextRef="#ctx0" brushRef="#br0" timeOffset="-77244.69">14476 11134 143 0,'0'0'259'16,"0"0"-7"-16,0 0-10 0,-8 0-9 0,8 0-16 16,0 0-25-16,0 0-18 0,0 0-18 0,18-3-16 15,-4 2-15-15,13-1-15 0,8 4-31 0,3-2-45 16,17 1-54-16,2 2-98 0,5-2-97 0,-6-4-120 16,-4-2-360-16,-1-3 159 0</inkml:trace>
  <inkml:trace contextRef="#ctx0" brushRef="#br0" timeOffset="-72248.69">8291 10662 87 0,'2'-5'135'15,"-2"-2"-3"-15,1-3-19 0,-2 4 3 0,2 0-13 16,-1-1-4-16,0 0-11 0,1 2-10 0,-2-2-1 16,1 2-7-16,-3 0-7 0,2-2-5 0,0 2-6 0,0 3-5 15,-2-1-6-15,3 3-1 0,-1-5-8 0,-1 0-5 0,2 5-5 16,-2-2 0-16,2 2-2 0,0 0-6 0,0 0 1 15,-12 7 0-15,9 0-5 0,-4 1-5 0,-2 8-2 16,-5 9 3-16,5 6 9 0,-5 13 1 0,-2 9 1 16,0 0 1-16,-4 29 4 0,6-24 3 0,-3 25-2 15,7-25-1-15,-3 22 4 0,5-23-1 0,2-1-2 16,1 25-3-16,2-21 2 16,1-3-3-16,-1 27 3 0,2-28 1 0,1 4-3 15,0 0 0-15,-1 22-3 0,-3-26-1 0,0 0-1 16,-1-2-8-16,-1 2 5 0,-2 1-2 0,-1-2-3 15,1-2 2-15,-2-2 8 0,1-2-7 0,0-3-6 16,-4-13 1-16,4 2 1 0,-1-2-3 0,-3-3 4 16,3-2 0-16,1-5-1 0,-4-6 6 0,4-1 0 15,-4-3 7-15,4-4 8 0,0 0 6 0,-3-4 5 0,-2-1 1 0,-2-1-2 16,-4-3 2-16,-3-2-4 0,-5-3 3 0,-3-2 3 16,5-2-3-16,-2-1-3 0,1-3-3 0,1 0-3 15,2 2-3-15,1-1-2 0,4 4-4 0,3 1-3 16,1 0 0-16,3 3-2 0,3 1-3 0,2 0-3 15,3-1-3-15,-4 2-1 0,8 2 0 0,-10 0-1 16,10 0 0 0,-13 4 0-16,7-1-32 0,1 2-25 0,0-1-30 0,0 2-43 15,2-2-52-15,-2 1-211 0,4 2-420 0,1-7 186 16</inkml:trace>
  <inkml:trace contextRef="#ctx0" brushRef="#br0" timeOffset="-24029.49">15778 11514 98 0,'0'0'100'0,"-10"0"-12"0,4 0-2 15,6 0-2-15,-7 3-7 0,7-3-11 0,-8 0 3 0,8 0-7 0,0 0 2 16,-3 0-1-16,3 0-2 0,0 0 3 0,0 0-5 16,0 0-1-16,-8-3-3 0,8 3 2 15,0 0-1-15,0 0 0 0,0 0-1 0,0 0-2 0,0 0 0 16,0 0 0-16,0 0 3 0,-5-2-1 0,5 2 1 16,0 0 0-16,0 0-3 0,0 0-1 0,0 0-2 15,0 0 1 1,0 0 1-16,0 0-7 0,0 0-2 0,0 0-1 0,0 0-5 15,0 0 3-15,0 0-2 0,0 0-4 0,0 0-1 16,0 0-4-16,0 0-2 0,0 0-5 16,0 0-2-16,0 0-1 0,0 0 0 0,0 0-4 0,0 0 1 15,0 0-5-15,0 0 0 0,0 0-1 0,0 0-1 16,0 0-2-16,0 0 2 0,0 0-4 0,0 0 3 16,0 0-2-16,0 0-4 0,0 0 4 0,0 0-5 0,0 0 1 0,0 0 0 15,0 0-3-15,0 0 3 0,0 0-2 0,0 0 2 16,0 0-3-16,0 0 3 0,0 0-1 0,0 0 0 15,0 0-2-15,0 0 0 0,0 0 1 16,0 0 3-16,0 0-3 0,0 0-2 0,0 0 2 0,0 0-1 16,0 0 0-16,0 0 2 0,0 0 2 0,0 0-4 15,0 0 1 1,0 0 1-16,0 0 0 0,0 0-2 0,0 0 2 16,0 0-3-16,0 0 3 0,0 0-1 0,0 0 0 0,0 0 0 15,0 0-2-15,0 0 1 0,0 0 1 0,0 0 4 16,0 0-6-16,0 0 1 0,0 0 0 0,0 0 3 15,0 0-1-15,0 0 3 0,0 0-3 0,0 0 3 16,0 0 1-16,27-1-2 0,-7-3-3 0,8-1 3 16,4 3 1-16,4-1-5 0,2-3 3 0,15 0-2 0,3-1 3 15,-5 3 3-15,-10 1-6 0,14-3 5 0,-4 3 1 0,-13 2 0 16,2 0 1-16,-4-3-8 0,-4 2 3 0,0 1-1 16,-11-1 0-16,1-1 0 0,-7 3-3 0,-3 0 4 15,2 0-4-15,-9 0 7 0,3 0-7 16,-2 0-1-16,-6 0 3 0,9-1-2 0,-9 1-6 0,8 0-6 15,-8 0-20 1,0 0-25-16,6 1-19 0,-6-1-21 0,-1 5-41 16,1-5-231-16,-13 5-399 0,8-2 176 0</inkml:trace>
  <inkml:trace contextRef="#ctx0" brushRef="#br0" timeOffset="-22679.38">17446 11314 58 0,'0'0'131'0,"0"0"-18"16,0 0-12-16,0 0-5 0,0 0-4 0,0 0-4 16,-4-2-16-16,4 2 7 0,0 0-18 0,0 0 7 15,0 0-4-15,0 0-12 0,0 0 13 0,0 0-9 16,0 0 7-16,0 0 5 0,0 0 6 0,0 0 8 0,0 0 6 0,0 0-14 15,0 0-5-15,0 0-7 0,9-7-6 0,-3 3-7 16,3-2-5-16,5 1-5 0,-4 0-3 0,8-4-5 16,-1 0-4-16,7-3-1 0,2-1-2 0,-1 0 3 15,1-2-8-15,-3 1 4 0,3-1 4 0,-4 2 6 16,-2 1 0-16,1-3 5 0,-3 4 3 0,-4-1 6 16,0 2 8-16,-3 1 7 15,-1 2 5-15,-4-1-5 0,2 1 10 0,-4 2-3 16,0 0 5-16,-1 1-14 0,0-1-9 0,-3 1-12 15,0-2-18-15,0 6-15 0,-9-5-9 0,-1 5-5 16,-9 0-4-16,-1 0 3 0,0 5 0 0,-9 3-2 16,-1-1 2-16,2 5-4 0,1-1 2 0,-1 2 2 15,-1 2 0-15,-2 2-1 0,3 1 0 0,1 1 0 16,4 1 1-16,1 2-5 0,3-2 5 0,5 1 3 0,5-4 0 0,3-3-7 16,5 1 7-16,3 2 2 0,8-5-1 0,6 4 2 15,11-3-3-15,6-4 9 0,19 2 2 0,2-5 2 16,4-6-14-16,3-1-25 0,0-2-44 0,0 1-59 15,-2-6-77-15,-4-2-184 0,-14 0-428 0,8-1 189 16</inkml:trace>
  <inkml:trace contextRef="#ctx0" brushRef="#br0" timeOffset="-21792.58">17888 10819 42 0,'0'0'143'16,"-7"3"-10"-16,7-3-8 0,0 0-11 0,0 0-7 15,0 0-3-15,-5 0-4 0,5 0-5 0,0 0-6 16,0 0-7-16,0 0 1 0,0 0-5 0,0 0-4 15,0 0-2-15,0 0-9 16,0 0-6-16,0 0-5 0,0 0-5 0,0 0-7 16,0 0-3-16,0 0-3 0,-6-4-5 0,6 4-2 15,0 0 1-15,0 0-3 0,0 0-1 0,0 0 0 16,0 0 3-16,0 0-3 0,0 0 1 0,0 0 0 16,0 0-5-16,0 0 4 0,0 0 2 0,0 0-5 15,0 0-1-15,0 0-3 0,0 0 1 0,0 0 3 16,0 0 4-16,0 0 0 0,0 0-3 0,0 0 0 0,0 0-1 0,19 0-6 15,-5-3 3-15,4-1-6 0,12 3 1 0,3-4-1 16,1 3-4-16,6 1-1 0,-4-7 4 0,-1 7-4 16,1-4 3-16,0 1-5 0,-3-1 3 0,-6 2-3 15,-5 0-1-15,-3-1 4 0,-2 2-6 0,-3-1 3 16,-4 3 6-16,1-3 6 0,-4 2 0 0,-1 0-2 16,-1 1 0-16,-5 0-3 15,10-3-2-15,-10 3-6 0,4 0-6 0,-4 0-7 16,0 0-13-16,5-1-16 0,-5 1-22 0,0 0-40 15,0 0-24-15,0 0-31 0,0 0-50 0,0 0-104 16,0 0-333-16,-9 9 149 0</inkml:trace>
  <inkml:trace contextRef="#ctx0" brushRef="#br0" timeOffset="-20552.05">18736 10429 38 0,'2'-2'208'0,"0"-5"-6"0,1 2-7 0,-2 1-10 0,3 1-14 16,-2 0-11-16,0-1-13 0,-2 4-7 0,2-5-13 0,-2 5-12 16,4-3-15-16,-3 1-18 0,-1 2-1 0,0 0-14 15,0 0-19-15,0 0-10 0,0 0-9 0,0 0 0 0,3 10-4 16,-3 1-3-16,0 6-4 0,-1 0-3 0,-3 10 1 15,0 0-5-15,1 1 2 0,-4 2-6 0,0-1 1 16,1 1-3-16,2-2 0 0,-1 3 1 16,1-1-4-16,0-6 3 15,2-7 0-15,-1 3-2 0,5-4 0 0,-4-3 1 0,2-4-3 16,-1 3 2-16,1-3 3 0,1-1 0 16,-2-2-3-16,2 0 5 0,2 1 5 0,3-2 5 15,-2-1 4-15,5 1-2 0,3 0 0 0,3 0-1 16,4-3-16-16,1-2-39 0,7 0-57 0,5-4-78 0,-10 0-193 15,7-3-392-15,-1 1 174 0</inkml:trace>
  <inkml:trace contextRef="#ctx0" brushRef="#br0" timeOffset="-19957.04">18670 10626 102 0,'0'0'121'0,"0"0"-1"0,-8 2-8 16,8-2-13-16,0 0 7 0,0 0-9 0,0 0 6 15,0 0-2-15,0 0 2 0,0 0-3 0,0 0-6 16,0 0-9-16,0 0-4 0,0 0-8 0,23 0-5 15,-6-2-9-15,11-3-6 0,3 3-7 0,7 1-7 16,14-3 3-16,3 2-4 0,0 0-6 0,-2-1 0 0,-14 3-2 0,-2-1-4 16,-1-1 2-16,-4-1-9 0,-4 3-1 0,-8-1 2 15,-7-2-2-15,1 3 0 0,-3 0-4 0,-5 0 1 16,3 0-4-16,-3 0-6 0,-6 0-11 0,9-1-9 16,-9 1-19-16,0 0-23 0,0 0-43 0,-23 4-67 15,10-4-125-15,-4 2-316 0,2 1 140 0</inkml:trace>
  <inkml:trace contextRef="#ctx0" brushRef="#br0" timeOffset="-17566.72">20403 10035 106 0,'0'0'124'0,"-3"-9"-16"0,3 6-7 16,0-3-10-16,0 3 6 0,0 3-11 0,3-5 0 0,-3 5-1 15,0-5-7-15,0 5-2 0,1-4-7 16,-1 4-8-16,0 0-7 0,0 0-12 0,-4-6 0 16,4 6-7-16,0 0-8 0,0 0-4 0,0 0-1 15,-13 20-6-15,6-10 8 0,-6 6-9 0,-1 6-1 0,-3 7-1 0,1 2-6 16,-4 14 2-16,-3 4-7 0,4 5 8 0,-1 0-4 15,-7 23 5-15,5-23-3 0,-1 23-4 0,5-21 3 16,-3 30-3-16,8-28 4 0,-9 25-3 0,8-23-2 16,1 20 0-16,4-22 0 0,2 2-6 0,0-2 3 15,3-2-3-15,-1 3 6 0,3 0-3 0,-2 0-2 16,-1-1-2-16,1 0 9 16,-4 27-4-16,2-29 4 0,-2 2-16 0,-4-3 11 15,-1-3 4-15,-1-1-2 0,-3-2 5 0,-1-2-5 16,1-1 0-16,-3-3 1 0,0-11 4 0,2-1-3 15,-4 0-8-15,2-1 14 0,-1-4 2 0,1 0 3 16,-2 2 7-16,5-7-4 0,-3-1 9 0,-2 1-1 16,8-6-13-16,-2-5 12 0,0 2 7 0,0-2-11 15,1-3 7-15,5-1 3 0,-2-1-3 0,-1-3-2 0,-1 1-4 0,1-3 2 16,-1-2-6-16,1 1 4 0,1 0-6 0,1-2-3 16,-2-1 1-16,3-1 0 0,1 2 2 0,-2-2-12 15,-1-2-15-15,3 2-23 0,-4-2-35 0,2 0-25 16,1 2-47-16,-2-2-152 0,1-1-315 0,3-1 140 15</inkml:trace>
  <inkml:trace contextRef="#ctx0" brushRef="#br0" timeOffset="-16464.07">21051 10818 62 0,'-3'1'125'0,"3"-1"8"0,0 0 8 0,0 0-2 15,0 0-9-15,0 0-12 0,0 0-15 0,15-8-4 16,-2 4-17-16,4-2-5 0,2-5-10 0,6 1-9 16,4-3 0-16,1-5-8 0,-2 4-3 0,4 1 1 15,-2-3-9-15,-1 2 1 0,-1-4-2 0,-2 4 0 0,-3-2-2 0,-8 3-2 16,2 1-2-16,-5 2 3 0,1-2 10 0,-4 4-6 16,-4-1-3-16,-1 4-6 0,-3-3-8 0,-2 2-5 15,0 3-5-15,-7 0-3 0,-5-1-4 0,1 8 1 16,-17-2 2-16,1 4-3 0,0 3-1 0,-4 1-1 15,3 4-2-15,1 0 1 0,1 0 5 0,1 2-9 16,3 4 2-16,-2-1-2 16,3 2 2-16,7 2-6 0,5-5 5 0,3-2-4 15,3 0 4-15,4 0 2 0,4 0 2 16,8-3 9-16,-2-2-2 0,15 2-2 0,7-5-1 0,4-2-15 16,18-2-27-16,-1-4-56 0,4-7-48 0,-1-2-167 15,0-1-330-15,-3-5 146 16</inkml:trace>
  <inkml:trace contextRef="#ctx0" brushRef="#br0" timeOffset="-15909.7">21927 10049 64 0,'3'-4'189'0,"-3"4"-17"16,3-2-10-16,-3 2-17 0,0 0-16 0,3-4-14 0,-3 4-18 15,0 0-5-15,0 0-17 0,0 0-7 0,0 0-8 16,0 0-4-16,-3 13-2 16,0-4-11-16,-1 2-6 0,-4 6-2 0,2-2-8 15,-7 10-3-15,5 0-3 0,-2 2 1 0,1 2-9 16,-4 1-2-16,6-2-2 0,0-2-1 0,2-1-8 16,0-6 7-16,5 0 0 0,0-2 0 0,0-2-2 15,1-3 0-15,3-1 16 0,1 0 16 0,2 1 3 16,0-3 0-16,6-3 1 0,1 3-6 0,5-4-1 15,2 0-3-15,6-2 1 0,-4-3-15 0,-2-1-29 0,0-1-47 0,1 0-29 16,-1-4-54-16,-3 0-156 0,0-3-322 0,1-2 142 16</inkml:trace>
  <inkml:trace contextRef="#ctx0" brushRef="#br0" timeOffset="-15493.09">21728 10261 11 0,'0'0'191'0,"-7"-1"-3"0,7 1-7 0,0 0-6 15,0 0-8-15,0 0 0 0,0 0-7 0,0 0-14 0,0 0-13 16,0 0-10 0,13-4-16-16,6 2-12 0,11-1-8 0,5 1-7 15,22-2-18-15,5 0-32 0,2-1-42 0,28-3-67 16,-29 6-77-16,-4-5-154 0,-1 0-335 0,-3 0 149 16</inkml:trace>
  <inkml:trace contextRef="#ctx0" brushRef="#br0" timeOffset="-12839.98">22806 10842 127 0,'0'0'129'0,"0"0"-15"16,0 0-9-16,0 0-12 0,0 0-8 0,0 0-10 15,0 0-8-15,0 0-4 0,0 0-6 0,0 0 5 16,0 0 5-16,0 0 10 0,0 0-1 0,0 0-5 15,0 0-4-15,0 0-12 0,15-6-3 0,-5 2-6 16,-1 0 0-16,7-2-9 0,0-2-2 0,3 1 0 16,2-3-2-16,3-2-6 0,2-2 3 0,1-2 5 0,0 0 2 0,-3 0 1 15,0-4 3-15,-3 3 4 0,1 0 4 16,-3-2 0-16,-6 4 1 0,6-3 6 0,-8 2-4 16,-1 2 6-16,-2 2-1 0,-3 1 1 0,-1 2-1 15,-4-3-10-15,0 2-9 0,-4 3-3 0,-1 0-12 0,-8 2-4 16,3 1 2-16,-12 1-9 0,0 6 0 0,-8-1-3 15,-1 5 2 1,-1 5-7-16,-1-1 2 0,1 5-3 0,2 0 0 16,2-1-5-16,4 5 2 0,0 0 0 0,5 4-1 0,5-1 0 15,1 2-1-15,8-4 4 0,4 4-2 16,3-5 0-16,10 6 2 0,4-5-3 0,10 0 0 16,6-5-16-16,20 0-28 0,3-4-38 0,5-8-69 15,1-2-241-15,3-7-425 0,3 0 188 0</inkml:trace>
  <inkml:trace contextRef="#ctx0" brushRef="#br0" timeOffset="-12031.21">23323 10086 126 0,'2'-4'162'0,"-2"4"-20"0,8-6-15 0,-1 2-11 15,0 1-13-15,3-1-12 0,3 1-7 0,3-2-5 16,2 4-15-16,1 1-3 0,1 0-3 0,0 1-7 0,0-2-5 0,-2 2-5 15,3 2-2-15,-1 1-7 0,-3-2-7 0,-6 4 3 16,7-2-2-16,-7-2-8 0,1 6-1 0,-3-1-6 16,0 1-8-16,-3 1 4 0,-2-1-7 0,-1 3 8 15,-6-1-5-15,2 2 1 0,-4 1-2 0,-8-1-2 16,4-2 14-16,-5 3-11 0,1-1-1 0,-2-1-3 16,0-2 2-16,-2 0 7 15,3 0-2-15,0-4-4 0,3 1 9 0,0 1-9 16,0-4 2-16,4 2-6 0,4-2 3 0,-4-2 2 15,3 2-3-15,2 0-4 0,2-3 4 0,-4 3 3 16,4 2 2-16,0-5-4 0,8 6 4 0,-2-4-7 16,2 1 1-16,3 0 7 0,-1 0 0 0,2 1-1 15,2-1 4-15,-2 1-6 0,1-1 7 0,0 1-10 16,-2 2 0-16,1-1 6 0,-3-1-1 0,0 1-9 0,-5-1 2 0,2-1-6 16,-2 2 6-16,-4-1-1 0,0 1 3 0,-4-2 5 15,-6 2-6-15,1-1 3 0,-5 0-3 0,-4 1 0 16,-5-4 3-16,-3 2 6 0,0-1-5 0,-2 1-2 15,-2-2 1-15,10-2 0 0,-9 0-9 0,8-2-2 16,1 2-18-16,1-2-20 0,6 2-27 0,1-5-20 16,6 4-145-16,-1-3-258 0,5 0 114 0</inkml:trace>
  <inkml:trace contextRef="#ctx0" brushRef="#br0" timeOffset="-11598.89">23956 9959 76 0,'0'0'219'0,"2"-5"-14"0,-2 5-22 0,1-4-20 0,-1 4-18 0,1-2-17 15,-1 2-18-15,0 0-5 0,0 0-17 0,0 0-11 16,0 0-8-16,0 0-4 0,5 11-11 0,-5-2-5 16,-1 1-5-16,2 1-6 0,-1 6-5 0,-1-1-5 0,-2 2-3 15,2 3-2-15,-3 5 1 0,2-2-10 0,-2 3 6 16,-4-1-4-16,4-2 1 0,-2 0-5 16,0 1 0-16,2-6-4 15,-1-2 4-15,1-1-6 0,1-3 2 0,-1-1-6 16,2-2 3-16,-2 0-2 0,3-4 4 0,-2 1-6 15,3-2 8-15,0 0-6 0,-1-2 5 0,1-3-1 16,-1 6 3-16,1-3 13 0,0-3 4 0,-3 5 0 16,3-5-1-16,5 3 10 0,-1-2 0 0,5-1 1 0,-3 0-4 15,6 0-5-15,2-1-3 0,3-2-4 0,0 1-21 16,6-1-35-16,-3 0-40 0,10-3-47 0,-3-1-59 0,-5-1-159 16,5 1-368-16,-9-3 163 0</inkml:trace>
  <inkml:trace contextRef="#ctx0" brushRef="#br0" timeOffset="-11429.58">23945 10211 38 0,'0'0'224'15,"0"0"-8"-15,-10 0-11 0,10 0-18 0,0 0-21 16,0 0-17-16,0 0-16 0,42-4-15 0,-10 2-42 15,3-4-37-15,5 4-64 0,16-2-71 0,-5-1-143 16,-12-1-258-16,-1 0 114 0</inkml:trace>
  <inkml:trace contextRef="#ctx0" brushRef="#br0" timeOffset="-10650.03">22409 11118 64 0,'0'0'104'0,"0"0"-11"0,0 0-6 16,0 0-11-16,0 0 6 0,0 0-16 0,0 0-11 0,0 0-6 0,0 0 7 16,0 0-8-16,0 0-1 0,0 0-10 0,0 0 2 15,0 0-10-15,0 0 4 0,0 0-7 0,0 0 5 16,0 0-2-16,0 0 12 0,0 0 1 0,0 0 3 16,0 0 0-16,0 0 11 0,0 0-10 0,0 0 16 15,0 0-3-15,0 0 6 0,0 0 1 0,0 0 1 16,0 0-2-16,0 0-7 0,0 0-5 0,16-8-2 0,2 5-9 0,12-1-5 15,9-2-9-15,21-1 3 0,7 1-6 0,35-7 1 16,14 3-3-16,8-1 1 0,12 0 13 0,4 2 2 16,10 0 2-16,-7 0 0 0,-2 2 3 0,-6-1-7 15,-7 1-5-15,-2 3-1 0,-9-4-2 0,-5 2-6 16,-10-5-6-16,-5 5 1 0,-29 2 0 0,-4-1 3 16,-3-1-6-16,-3 2 3 15,-20-1-5-15,-1 0 0 0,-7 1-4 0,-9 1-1 16,-3 1 6-16,-8-3-2 0,2 4 10 15,-6-2-2-15,-2-1-4 0,1-1-12 0,-5 3-24 0,0 2-39 16,-9-6-20-16,-4 4-48 0,0-2-55 0,-7 4-191 16,0-2-402-16,-1 2 178 0</inkml:trace>
  <inkml:trace contextRef="#ctx0" brushRef="#br0" timeOffset="-9810.3">22705 11518 109 0,'0'-4'225'0,"0"-2"-3"0,2 1-6 15,-2-1-14-15,0 5-16 0,0-4-17 0,0 5-15 16,0 0-23-16,0-5-17 0,0 5-16 0,0 0-30 0,2-3-16 15,-2 3-13-15,0 0-3 0,-4 21-3 0,0-5-3 16,1 10 0-16,-5 0-7 0,0 6-10 0,1 0 4 0,-4 3-3 16,3-1-6-16,-3 12 6 0,3-12-8 0,2-3 4 15,-1-1-3-15,3-1-1 0,0-3 0 0,3-6 0 16,-2-1-1-16,2-2 4 0,-1-2-7 0,2 1 1 16,0-6 3-16,0 0 0 0,0-3-15 0,0 0-5 15,0-2-8-15,0 0-9 0,0-1-2 0,-1-1-25 0,1-3-23 16,1 5-60-1,-1-5-174-15,0 0-341 0,0 0 152 0</inkml:trace>
  <inkml:trace contextRef="#ctx0" brushRef="#br0" timeOffset="-9478.32">22980 11836 39 0,'0'0'157'0,"-5"2"-5"15,5-2 0-15,0 0-6 0,0 0-9 0,0 0-14 16,0 0-6-16,0 0-17 0,0 0-10 0,0 0-8 15,19-4-6-15,-6 3-6 0,-3-2-9 0,5-1-5 16,6 3-3-16,1-3-11 0,8-3 2 0,4 1-1 16,5-1 3-1,-2-1-14-15,13 1 6 0,-13 1-1 0,1-1-2 0,-6 2-7 16,-1-2-11-16,-4 2-24 0,-8 0-17 0,-1 2-35 16,-4-1-27-16,-3 2-39 0,-5 0-154 0,-3-1-302 15,0 1 134-15</inkml:trace>
  <inkml:trace contextRef="#ctx0" brushRef="#br0" timeOffset="-9224.52">23252 11597 140 0,'0'-4'249'0,"0"4"-25"0,0-4-15 0,0 4-26 15,0 0-17-15,-1-5-18 0,1 5-19 16,0 0-20-16,0 0-11 0,0 0-11 0,0 0-10 16,-1 14-10-16,-1-3-3 0,-3 8-10 0,3 5-3 15,-3 4-7-15,2 2-2 0,-2 0-7 0,1 2-5 0,3-1 1 16,-2 2-13-16,2-4-12 0,0 0-24 0,2 1-29 16,0-4-21-16,3-7-46 0,1 0-34 15,-1-2-163-15,4-5-338 0,-2-4 150 0</inkml:trace>
  <inkml:trace contextRef="#ctx0" brushRef="#br0" timeOffset="-8792.3">23836 11918 23 0,'0'0'203'0,"0"0"-17"16,0 0-11-16,0 0-24 0,0 0-17 0,0 0-12 16,15-11-9-16,-3 8-16 0,2 0-12 0,3-4-4 15,2 0-7-15,8-4-12 0,-2 3-7 0,2-2-3 16,-1 0-5-16,-1-2-2 0,-2-2-2 0,-5 4 3 15,0 1 2-15,-4-2-1 0,3-1 4 0,-6 1-3 16,-1 1 8-16,-2 4 0 0,-2-3 0 0,-3 1-10 0,0 2-6 0,-5-2-5 16,-2 3-6-16,-2 0-4 0,-4 1-3 0,-8 1-5 15,-2 3-5-15,-10 0 3 0,4 7-3 0,-3 0-6 16,-2 6-1-16,6-1-2 0,1 2 1 0,-2 3-2 16,6 0-2-16,-1 3-4 0,7-6 0 0,4 6 1 15,2-3 3-15,2 0 2 0,6 1 1 0,6 2 3 16,2-3-6-16,10 2 3 15,5-2-13-15,8-2-25 0,7-3-52 0,16-5-68 16,-1-4-203-16,3-3-388 0,0-3 173 0</inkml:trace>
  <inkml:trace contextRef="#ctx0" brushRef="#br0" timeOffset="-8259.8">24246 11323 44 0,'0'0'158'15,"4"-5"-15"-15,1 2-16 0,-1 2-9 0,1 0-13 16,5 1-17-16,-1-1-5 0,4 2-9 0,6 4-9 15,-6-4-9-15,5 5 1 0,0-1-11 0,-5 0-2 16,3 6-3-16,-6-7-7 0,3 7-1 0,-3-3-14 0,-4 6 3 16,-3-1-1-16,1 1-8 0,-4 7 6 0,-6 2-2 15,-3 2-6-15,-6 1 1 0,-4 0 5 0,-2-2-10 0,-3 0 4 16,-2-5-3-16,1 1-2 0,-1-5-1 0,4-1 6 16,4-3-5-16,4-2-1 0,2-3 5 0,1 0 5 15,2-1-4-15,3-4 11 0,0 3 1 16,2-1 0-16,0 1 2 15,4-4 12-15,-5 2 2 0,5-2-2 0,0 0-5 0,13 0-7 16,1 0-3-16,6-1-4 0,1 0 7 16,9-2-18-16,1-1-21 0,-2 2-52 0,1-2-49 15,-1 1-169-15,0-2-308 0,0-2 137 0</inkml:trace>
  <inkml:trace contextRef="#ctx0" brushRef="#br0" timeOffset="-7889.92">24710 11301 231 0,'1'-4'244'0,"3"0"-18"15,-4 4-24-15,3-7-19 0,-3 7-20 0,0-2-22 16,0 2-15-16,1-3-13 0,-1 3-17 0,0 0-16 15,0 0-7-15,0 0-11 0,0 0-6 0,0 11-6 16,-4-2-7-16,4 1-2 0,-4 2-9 0,2 2-1 16,-6 8-6-16,4-5-4 0,-6 8 3 0,-1-1-5 15,4 2-1-15,-3 1 1 0,6-2-4 0,-1-6-9 0,3-2 6 0,-4 2-7 16,5-4 3-16,0-2-2 0,0-1 2 0,1-1-1 16,1-1-1-16,-2-1-1 0,2-2 2 0,-1-2-2 15,0-1 3-15,1 2-2 0,-1-2 0 0,1 0 7 16,1 0-1-16,0-2-3 0,-2-2 5 0,3 5 3 15,1-3-2-15,2-1 1 0,2-1-2 0,-2 1-5 16,3-3-25-16,1 0-20 0,3 1-41 0,-3-3-36 0,3-1-54 0,-3-1-190 16,6-5-386-16,-1 2 170 0</inkml:trace>
  <inkml:trace contextRef="#ctx0" brushRef="#br0" timeOffset="-7742.81">24669 11511 19 0,'-10'-2'226'0,"10"2"-16"0,0 0-18 15,0 0-17-15,15-7-24 0,0 5-29 0,14-2-37 16,3 0-50-16,6-2-65 0,0 3-168 0,15-7-214 16,-2-2 95-16</inkml:trace>
  <inkml:trace contextRef="#ctx0" brushRef="#br0" timeOffset="-5668.9">26075 10701 61 0,'2'-1'195'0,"1"-4"-9"0,0 2 1 0,1-3-4 0,-3 2-12 15,0-2-11-15,3-1-8 0,-3 2-6 0,-1 1-13 16,-1-4-14-16,-2 0-15 0,0 2-18 0,-3-2-9 16,-1 1-12-16,-10-2-12 0,2 2-12 0,-7 1-1 15,-9 1-5 1,1 3-5-16,-1-2-5 0,-4 3 1 0,2 4-4 0,1-1-5 15,-1 1-2-15,1 2 0 0,1 3-5 0,2 0 5 0,2 2-8 16,2 0-1-16,6 0-4 0,3 2 5 0,1 0-9 16,-1 2 6-16,5-2 1 0,2 1-7 0,5 0 4 15,-4 1-4-15,8-3 2 0,-1 2 3 0,5 3-6 16,3-4 2-16,4 1 5 0,3-2 0 0,0-1 2 16,4-3 0-16,2-2-1 0,8 2-3 0,1-2 2 15,-2-7 3-15,1 0-4 0,2-3 7 0,1 0 8 16,-3-7 7-16,0 0 8 0,0-1 6 0,-1-5 2 0,-1-2 6 15,-3-4 7-15,-2 1-4 0,1-3 1 0,-3-3-11 16,-2-2-3-16,1 1-3 0,0-15-2 16,-3 1-11-16,-2-1 5 0,0-2-8 0,-8 13 1 15,2-12-2-15,0 12-2 0,-5 0-4 0,-2 0 1 0,5 3-4 0,-5 2 7 16,0 0-2-16,0 10 3 0,0 2 8 0,0-2-4 16,0 4 2-16,0 5 1 0,0 1 1 0,0 2-1 15,0 2-6-15,0-2-3 0,0 2-3 0,0 2-21 0,0 3-27 16,0 0-12-16,0 0 7 0,0 0 0 0,0 0 6 15,-5 15 4-15,3-2 2 0,-3 10 3 16,-2 6 4-16,0 1 1 16,-2 4 4-16,-3 10 0 0,-2 2 2 0,3 2 3 15,-1-1 1-15,1-3 1 0,4-8 0 0,2-1 0 16,1 0 5-16,3 0-3 0,1-2 6 0,0-3-6 16,1 0 5-16,-1-3 0 0,3-3 3 0,-2-3-1 15,2-3 2-15,-1-6-4 0,1-2 4 0,-2 3 1 16,4-4-1-16,-1 0 0 0,-3-2 2 0,2-2 2 0,-1-1 2 15,2 2 11-15,-3-3 7 0,2-1 9 0,0 0 11 0,-3-2 5 16,6 3-1-16,-2-2 2 0,-4-1-3 0,0 0-1 16,13-4 1-16,-10 2-5 0,4-2-5 0,0-1-6 15,0-1-3-15,2-3 5 0,1 1-11 0,0-1-11 16,2-4-10-16,4 1-21 0,-3-2-16 0,2 0-21 16,3-5-21-16,4 1-23 0,-3-1-8 0,-5 4-14 15,7-2-8-15,-5-2 5 16,6 0-8-16,-8 5-3 0,5-6 14 0,-3 9 3 15,-2-5 15-15,2 4-9 0,-5 0 12 0,1 1-16 16,-3 0-20-16,0 2-124 0,-4 0-282 0,2 0 125 16</inkml:trace>
  <inkml:trace contextRef="#ctx0" brushRef="#br0" timeOffset="-4913.9">26421 10139 184 0,'0'0'179'0,"0"-4"-1"0,0 0-10 16,0 0-10-16,0 4-9 0,2-5-6 0,-2 5-8 15,0 0-8-15,0-4-3 0,0 4-14 0,3-3-11 16,-3 3-8-16,0 0-14 0,0 0-7 0,0 0-15 16,0 0-4-16,0 0-10 0,0 0-7 0,0 0-5 0,0 0-2 0,0 0-6 15,0 11-3-15,0-4-1 0,0 4-2 0,-5 6-3 0,4 0 1 16,-7 10-12-16,3 1 1 0,1 2 1 15,-2 3 0-15,-2-1-1 0,3 4-1 0,-6 10 0 16,-2-1-2-16,4-11 0 0,1 1 2 0,0 1 0 0,-2-2 0 16,4 0 2-16,1-2-3 0,0-3 0 0,-2-4 0 15,5 2-2 1,1-9 1-16,1-1 1 0,-2-3 5 16,2-1-3-16,0-4 4 0,0 1-3 0,2-1 7 0,-2-1 5 15,1-3 1-15,0 1 3 0,0-1 2 0,2 0 6 16,-1-2 3-16,0 1-1 0,0 0 1 0,2 0-3 15,1-1-5-15,3-2 5 0,3-1-5 0,1 0-17 16,8 0-36-16,-2 0-52 0,3-5-65 0,4-6-252 16,2 1-431-16,0-7 191 0</inkml:trace>
  <inkml:trace contextRef="#ctx0" brushRef="#br0" timeOffset="-4581.83">26299 10551 126 0,'0'0'242'0,"0"0"-9"0,0 0-3 0,-6-2-4 16,6 2-11-16,0 0-6 0,0 0-13 0,0 0-15 16,0 0-18-16,0 0-24 0,17-5-10 0,2 3-14 0,13 0-27 0,6-3-44 15,20 2-58-15,0-2-80 0,32-3-101 0,-30 1-178 16,-1 0-402-16,-1-5 178 0</inkml:trace>
  <inkml:trace contextRef="#ctx0" brushRef="#br0" timeOffset="-2560.84">5563 10964 114 0,'0'0'192'0,"-1"-4"-7"0,0-1-10 0,1 5-16 16,-2-4-12-16,2 4-16 0,-1-4-17 0,1 4-9 15,0 0-16-15,-2-1-9 0,2 1-13 0,0 0-11 16,0 0-9-16,0 0-5 0,-3 9-5 0,2 1 2 15,-2 9-11-15,-2 7-2 0,-1 5-4 0,-2 14-2 16,-2 3-6-16,3 0-6 0,-3 9 6 0,1-2-1 16,-1 26-1-16,2-24 0 0,2 3-7 0,-6 27 3 0,1-4 1 15,8-26-6-15,-3-1 6 0,2 2 2 0,-1-4-2 0,4-4 2 16,-2-1-1-16,-1-13 0 0,3 0-2 0,1 11-1 16,-2-11-2-16,-1-1 0 0,-1 2-2 0,0-3 3 15,3 0-4-15,0 0 5 0,-2-1-3 0,2-3-4 16,-2-3 1-16,2 0 13 0,-3-1-1 0,4-9 3 15,0 0-2-15,0-5-1 16,0-1-2-16,-1 1-4 0,-2-3 1 0,3 2 2 16,-2-6-3-16,2 2-2 0,0-2 1 15,0 0-2-15,0-5 2 0,0 7-2 0,-3-4 1 16,3 0 0-16,0-3-2 0,0 0 2 0,0 5-3 0,0-5-2 16,0 4 3-16,0-4 3 0,0 0-2 0,0 0-3 15,0 0 4-15,0 5-5 0,0-5 4 0,0 0 0 16,0 0-2-16,0 0 1 0,0 0-2 0,0 0 0 0,-1 3 1 15,1-3 7-15,0 0-8 0,0 0 6 0,0 0-8 16,0 0-1-16,0 0 2 0,0 0-2 0,0 0 3 16,0 0 0-16,0 0-1 0,0 0 0 0,0 0 4 15,0 0-4-15,0 0 0 0,0 0 2 0,0 0 1 16,0 0 21-16,0 0 10 0,0 0 9 0,0 0 0 16,0 0 4-16,0 0-6 15,0 0-5-15,19-8-6 0,-3 4-22 0,9-7-41 16,6-1-55-16,16-8-101 0,-1-3-194 0,4-2-414 15,1-7 183-15</inkml:trace>
  <inkml:trace contextRef="#ctx0" brushRef="#br0" timeOffset="-2075.34">5481 10974 11 0,'0'0'231'16,"0"0"-18"-16,0 0-15 0,0 0-16 0,0 0-21 16,0 0-14-1,0 0-16-15,32-9-15 0,-4 5-20 0,8 0-48 16,23 0-65-16,33-3-99 0,-29-4-118 0,30-2-253 15,-29 0 113-15</inkml:trace>
  <inkml:trace contextRef="#ctx0" brushRef="#br0" timeOffset="98.94">26963 10001 25 0,'0'0'78'0,"0"0"-10"16,0 0-5-16,0 0-6 0,4 13-5 0,1-9-7 15,1 0-6-15,3 2-2 0,2-1-2 0,6 2 5 16,-1-3-8-16,4 2-2 0,-1 0 4 0,2-2-8 0,-1 0 5 0,2-2-5 15,-3 1-1-15,3 0 0 0,-3-3 3 0,-2 0 12 16,-3 0 3-16,-3 0 22 0,2-1 10 0,-3-4 14 16,-1 4 5-16,1-4 13 0,-1 1-3 0,-4 0-7 15,1-3-11-15,0 1-8 0,-1 0-3 0,-4 1-6 16,4 0-5-16,-2 0-4 0,-2-2-6 0,-1 1-4 16,4 1-9-1,-3-1 0-15,-1 2-4 0,3-1-4 0,-3 2-5 16,1-2-4-16,-1 0-1 0,0 1-2 0,0 4-1 0,0-3 0 15,0 3-5-15,0-7 1 0,0 7-1 0,0 0-1 16,3-5-5-16,-3 5 0 0,0 0 0 0,0 0-3 16,0-4-1-16,0 4-5 0,0 0-8 0,0 0-13 15,0 0-15-15,0 0-6 0,0 0 2 0,0 0 7 16,0 0-4-16,0 0 9 0,1 21-5 0,-1-11 5 0,-1 7 2 16,-3 9 2-16,-1 6 6 0,-2 0 3 0,-3 16-4 0,-3 7 2 15,-6 26 0-15,5-22 7 0,-10 26 1 0,-5 2 0 16,-1-4 2-16,-2 6 4 0,7-3 0 0,1-1 5 15,2-4-5-15,6-23-1 0,3 1 5 0,1-4-4 16,-1-2 2-16,4-2-1 0,4-1 4 0,0-13-3 16,1-3-3-16,1 2 2 15,2-2-2-15,0-4 2 0,0 4 2 16,1-4-7-16,-2 0 0 0,1-1 8 0,1-6-4 16,-3 4 3-16,2-4-3 0,0-3-3 0,0-2 4 15,-1 0 1-15,0 0-1 0,0 1 3 0,0-2 3 0,0 0-7 16,0-2 1-16,1 0 3 0,0-1-2 0,-1-2 2 15,0 0 3-15,-1-1-5 0,2 0 2 0,0-1 2 16,1-4 0-16,-2 0-2 0,2 0 1 0,-1-1-8 0,0-2 12 16,1 2 1-16,0-5-1 0,-2 7 0 0,1-5-3 15,1-2 5-15,0 0-4 0,0 5 2 0,0-5 13 16,0 0 3-16,0 5 0 0,0-5 1 0,0 0-1 16,0 0-2-16,0 0-3 0,0 0-2 0,0 0-1 15,-1 2 4-15,1-2-3 0,0 0-6 0,0 0-3 16,0 0 3-16,0 0 0 15,0 0-3-15,0 0 1 0,0 0-3 0,0 0 2 16,0 0-1-16,0 0-5 0,0 0-1 0,0 0 9 16,0 0-1-16,0 0 0 0,0 0-2 0,0 0 0 15,0 0 13-15,0 0 2 0,0 0 4 0,0 0-5 16,0 0 2-16,0 0-6 0,0 0 5 0,0 0-6 16,0 0-1-16,0 0-1 0,0 0-3 0,0 0 1 15,0 0 1-15,0 0-2 0,0 0-6 0,0 0 6 0,0 0-1 0,0 0-1 16,0 0 0-16,0 0-7 0,0 0 7 0,0 0 0 15,0 0 8-15,0 0 6 0,0 0 7 0,0 0-2 16,0 0 11-16,0 0 8 0,0 0 0 0,0 0 0 16,0 0-1-16,0 0-2 0,0 0-10 0,0 0 1 15,0 0-3-15,0 0-1 0,0 0-4 0,0 0-4 16,0 0 1-16,0 0-3 0,0 0-4 0,0 0-2 0,0 0 2 16,0 0-8-16,0 0 2 0,0 0-1 0,0 0-4 0,0 0 6 15,0 0-5-15,0 0-11 0,0 0 0 0,0 0 1 16,0 0 2-16,0 0 6 0,-18 0-7 15,0 0-2-15,-13 0-1 0,-3 0 4 0,-6 0 3 16,-13-1-16-16,-5 0-35 0,-1 1-48 0,-4-2-73 0,0-3-104 16,-1-2-142-1,5-3-454-15,8-8 201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5:28:57.44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4542 14602 201 0,'0'0'201'16,"0"-7"-12"-16,-1 2-9 0,1 2-8 0,0 3-10 15,0 0-9-15,0-6-14 0,0 6-11 0,0-6-13 16,0 6-12-16,0 0-11 0,0 0-13 0,-4-5-10 16,4 5-14-16,0 0-21 0,0 0 0 0,0 0-13 0,0 0-3 0,-4 24-1 15,3-5-4-15,-7 10-3 0,2 4-13 0,-8 14-2 16,2 1-10-16,-1 1 2 0,0 1 8 16,1-3-5-16,-2 0 6 0,0-1 1 0,1 2 1 15,4-18-3-15,1 5 3 0,-1-2 2 0,1 14 4 0,0-16 1 16,2-2 1-16,-1 0 0 0,0-4 1 0,3-5 0 15,1-2 0-15,-2-1 1 0,5-5-3 0,-1 0 1 0,-2-3 5 16,3-1-7-16,0-3 3 0,-1 2-3 0,1-2 4 16,0-1 0-16,0 0 0 0,-3 0 1 0,3-4-1 31,-1 3 4-31,1-3-1 0,0 0 0 0,0 0 1 0,0 4 2 16,0-4 4-16,0 0-5 0,0 0-15 0,0 0-30 15,0 0-33-15,0 0-26 0,-1-16-32 0,2 9-23 16,-1-5-24-16,0 1-115 0,0-5-309 0,1-1 137 0</inkml:trace>
  <inkml:trace contextRef="#ctx0" brushRef="#br0" timeOffset="401.02">4339 14604 69 0,'0'-10'171'0,"0"3"-7"16,3 0-10-16,-6 0-12 0,3 2-16 0,3 0-15 15,-2-3-8-15,3 5-14 16,1-4-13-16,1 2-9 0,6 1-11 0,-1-2 1 16,8 2-5-16,0 1-3 0,3 3-4 0,6 0-7 15,3 2 0-15,-3 2-5 0,4 2 3 0,-1 2-3 16,-2 3-4-16,2 4 3 0,-4 0-12 0,-2 2 0 15,-2 2 1-15,-5 3-3 0,0-2-1 0,-4 4-5 16,-5-6-4-16,-1 5 2 0,-7-1-3 0,-2-2-2 16,-6 4 2-16,-8-1 2 0,-2 0-3 0,-6 0 3 0,-1-3 2 15,-4-2 3-15,0-2-3 0,-3 1 13 0,-2-5 1 0,4 0 0 16,-2-1 3-16,2-3 4 0,-1 1-8 0,8-3 2 16,4 0-1-16,-1-2-5 0,6 0 0 0,2-1-9 15,3-2 3-15,1 1 0 0,2 0-5 16,-2-1-8-16,1 0-8 0,6-1-4 0,0 0 0 15,-4 5-12-15,4-5-20 16,0 0-38-16,23 0-53 0,-11 2-194 0,5-4-354 16,1 2 157-16</inkml:trace>
  <inkml:trace contextRef="#ctx0" brushRef="#br0" timeOffset="1102.83">4864 15361 23 0,'0'0'138'15,"14"-13"-7"-15,-9 8-9 0,2-5-10 0,1 2-8 16,4-3-8-16,1-2 0 0,1-1-8 0,0-1 5 16,4-5-15-16,-1 1 1 0,-2-2-9 0,-1-4 2 15,0 2 2-15,3-3-7 0,-2-3-1 0,-2 2-9 16,1-5 6-16,-1 1-3 0,-2-3-5 0,-1 2 1 15,-1 2-1-15,-1-1 4 16,-1 6 1-16,0-3-5 0,-2 1 2 0,-4 3-8 16,-1 6 5-16,3 2-8 0,-6-1 3 0,2 0 3 15,-1 5-10-15,0 0 0 0,1 2-2 0,-3 0-3 16,4 5-10-16,-5-2-2 0,5 2-10 0,-4 3-16 16,0 0-5-16,4 2-2 0,0 0 0 0,-19 11-5 15,6 2 6-15,-3 9 1 0,-3 2-5 0,1 9 4 16,-4 14-4-16,-1 3-3 0,0 3 5 0,5-2-2 0,-1 1 3 15,2-5-1-15,7-2 3 0,5-10 2 0,-1-4-3 16,6 4 6-16,3-3 4 0,5-5 3 0,1 3-1 0,5-3 8 16,0-3 3-16,4-3-1 0,5-3 0 0,-5-6 3 15,5 1-2-15,-4-5 2 0,2 1-9 16,-1-5-14-16,2 1-24 0,-3-2-22 0,0-3-56 16,0-3-50-16,-6 1-210 0,0-4-399 0,-3 1 177 0</inkml:trace>
  <inkml:trace contextRef="#ctx0" brushRef="#br0" timeOffset="1804.45">5447 15280 332 0,'0'0'373'16,"0"-4"-19"-16,4 0-17 0,-4 4-22 0,0-6-17 15,0 6-30-15,1-7-28 0,-1 7-21 16,0-5-24-16,0 5-45 0,-1-4-88 0,1 4-69 16,0 0-94-16,0 0-116 0,0 0-253 0,0 0-509 0,0 0 225 0</inkml:trace>
  <inkml:trace contextRef="#ctx0" brushRef="#br0" timeOffset="3185.91">7048 14904 101 0,'0'0'163'0,"-5"-2"-11"15,5 2-6-15,0 0-21 0,-1-3-15 16,1 3-17-16,0 0-2 0,0 0-9 0,0 0-11 16,-3-5-3-16,3 5-9 15,0 0-3-15,0 0-6 0,0 0-11 0,0 0-9 16,0 0-4-16,9-2-7 0,-9 2 9 0,13-2-1 15,-6-1-6-15,5 2-4 0,-1-2-2 0,1-1-2 16,1 0-6-16,1 1 2 0,-4-1-3 0,3-1 1 16,-3-1 0-16,-1 2-2 0,5-4-4 0,-6 4 7 15,1-4 7-15,-1 1 1 0,-2 3 10 0,-3-1 12 16,1 2 3-16,0-2 0 0,-1-1 3 0,-3 0-4 0,0 2-2 16,-1-2-10-16,-3 2 3 0,0-1-4 0,-5 0-3 0,-3 1-6 15,1 3-3-15,-7-1-1 0,-1 2-2 0,-4 0-5 16,-4 3-3-16,-5 3 0 0,3-1 0 0,-2 5-1 15,2 0-5-15,-1-1 1 0,1 3 2 0,2 1 1 16,0 3-5-16,4 2-2 0,1 1 5 16,2 1-3-16,3 1-1 0,2 1 3 0,1 0-5 0,5-3 1 0,3 5 4 0,2-5-2 15,4 1 0-15,1-1 5 0,3-1-1 16,9 4 2-16,-1-6 6 0,14 1-9 0,7 0 1 16,17 1 3-16,10-6 2 0,1-1 0 0,2-6-3 15,29-2 3-15,-28-3 0 0,1 0-2 0,27-5 1 16,-31-3 1-16,1 2-8 0,-5 0 7 0,1-6-1 15,-7-1 2-15,-13 3-1 16,12-5 0-16,-14 2 1 0,-8-3-2 0,2-1 2 16,-5 0 0-16,-2 0 0 0,-10 2 3 0,-2 0 3 15,-2 1 8-15,-6 4 1 0,-3-2 4 0,-5 0-5 16,-2 3-4-16,-8-3 0 0,-2 4 0 0,-10-1-4 16,-2 4 0-16,-3 2-5 0,0 6 0 0,0-2-3 15,-2 5-5-15,2 3-1 0,1 1 0 0,2 4 0 16,-1 1 3-16,3-1 0 0,3 1-2 0,11-5-1 0,2 2 2 0,1 3-1 15,4-3-1-15,6-2 2 0,2 1-3 0,3-1 1 16,7 2 2-16,5-4 1 0,10-2-8 16,1 1 0-16,5-2-6 0,2-2-10 0,-2-6-5 15,2 2-7-15,-2-4-1 0,-1-2 1 0,-4 2 1 0,0-3 3 16,-7-1-2-16,-5-2 15 0,1 1-5 0,-4-3-1 16,-2-2 3-1,-3 1-4-15,-2-3 0 0,-6 6 0 0,-2-1-5 16,-2 0 3-16,-3-2 5 0,-5-1-9 0,0 6 5 15,-6-1 11-15,-1 0-8 0,1 6 5 0,-3-1-2 16,-9 0 7-16,4 5 1 0,6 2-1 0,0-1 0 16,2 1-18-16,0 3-23 0,5 2-16 0,2-3-22 15,2 2-25-15,0 1-106 0,5 1-240 0,1-4 106 16</inkml:trace>
  <inkml:trace contextRef="#ctx0" brushRef="#br0" timeOffset="4041.48">8245 14947 219 0,'0'0'228'0,"0"0"-20"0,0 0-24 16,4-4-21-16,-4 4-17 0,0 0-19 15,0 0-14-15,0 0-13 0,0 0-9 0,0 0-15 16,9 11-8-16,-6-6-9 0,-2 6-1 0,3-2 1 0,-2 3-13 0,0 0-4 16,-1-2-7-16,3 2 1 0,-3 0-5 0,1-2-2 15,-2 0-6-15,0-1 4 0,2-2-8 0,-2-2 4 16,1-1-3-16,-1 0-4 0,1 0 3 0,-1-4 4 16,2 5 30-16,-1-3 27 0,-1-2 19 0,0 0-4 15,0 0-6-15,0 0 0 0,12-7-19 0,-9 0-9 16,4-1-6-16,-1 2-5 0,2-4-6 0,0 0-3 0,0 1-5 0,1 0-8 15,-1 1-3-15,0 0-2 0,-3 4 0 0,0-2-5 16,-1 2-3-16,2-1-4 0,-5 3-4 0,3-1 1 16,0 3-5-16,-4 0 1 0,10 0-3 0,-10 0-2 15,9 4 2-15,-4-1 2 0,2 4-6 0,-1 0 3 16,-1 1-5-16,-1 1-3 0,1 2-1 0,0-1 3 16,4-1-5-16,-5 1 3 15,1-1 1-15,2-1 0 0,-5-2 1 16,2-1 3-16,3 1-1 0,-4-2 4 0,1-2 0 15,1 1 12-15,-1-3-6 0,-4 0-6 0,15-5 0 16,-6-2 1-16,-1 2 1 0,1-4-2 0,2 1 6 16,2-1 2-16,-2-6-2 0,1 3-3 0,1-1 4 0,0 0-5 15,-2 2 2-15,3 0-6 0,-5 2 2 0,0 3 0 16,1-2-2-16,-1 3-5 0,-2 1-1 0,-1 1-4 0,2 1-5 16,-2 0-1-16,0 2-3 0,1 0-6 0,-1 2 2 15,3 0 1-15,-1 2-1 0,1 0-1 0,1 3-5 16,-1-2 0-16,0 2 1 0,6 3-6 0,-3-2-8 15,3 1-10-15,-3-2-7 0,3-2-3 0,4 1-4 16,-6-1 2-16,5-4 4 0,-3 2-3 0,2-6 9 16,1 0 12-16,-6-2 5 15,5-4 5-15,-4 0 6 0,1-5 8 0,-4 2 10 16,0-2 12-16,2-2 17 0,-5-2 13 0,2-7 2 16,-1-3 7-16,2 1 1 0,-5-4 3 0,3 2 6 15,1-4-5-15,0 3-3 0,-4 1 3 0,0 3 5 16,3 1-4-16,-4 8 6 0,-2 6 3 0,2-1-1 15,-1 6-7-15,-1-1-11 0,-2 1-6 0,0 1-21 16,0 5-14-16,0 0 1 0,0 0-2 0,8 14-2 0,-7 5 2 16,-2 8-5-16,-3 8 3 0,-2 12 1 0,-1 1-2 0,0 5 3 15,-1 1-5-15,0 0 5 0,2-4 1 0,-6-4 0 16,10-10-2-16,-2-2 3 0,0-3 3 16,1 0-3-16,2-3 2 0,1-6 3 0,-1-5-1 15,-2-5 0-15,2-2 2 0,1-1 1 0,0 0 3 16,0-3 1-16,0-1 5 15,0-1-3-15,0-4-27 0,0 0-55 0,0 0-53 16,0 0-55-16,-9-17-39 0,8 5-177 0,1-5-428 16,3-9 190-16</inkml:trace>
  <inkml:trace contextRef="#ctx0" brushRef="#br0" timeOffset="4573.99">9155 14833 73 0,'0'0'113'16,"12"14"5"-16,-6-7 6 0,5 1-12 0,2 2-12 16,4 1-2-16,-2 0-11 0,0 2 0 0,0-1-10 15,1 2-9-15,-6 0-8 0,2-2-7 16,-2-1-9-16,-5-1-3 0,-1 1-3 0,-1-2-2 0,-6 0-8 0,2 2-3 16,-4-4 1-16,-7 3-2 0,2-5-1 0,-3 4-6 15,-6-2 3-15,-3 0-6 0,2-3 3 0,-1 0 1 16,-7-1-1-16,8 1 10 0,1-1-16 0,0-3 11 15,-2 3-10-15,7-3 2 0,0 0-1 0,5 0-6 16,0 0 4-16,1 0-3 0,8 0-14 0,-6-3 6 16,6 3-21-16,0 0-20 15,0 0 9-15,21-8-5 0,-1 4 2 0,8-1-14 16,4-3-20-16,2 4-12 0,2-3-4 0,0 0 2 16,0-2-1-16,5-2 7 0,-4-1 9 0,9-8 12 15,-9 6 12-15,-3-2 11 0,2-4 10 0,-4 0 7 16,0-4 12-16,-4 0 8 0,-2 0 19 0,-2-1 8 15,-6-3 15-15,-3 1 17 0,1 0 35 0,-5 5 13 16,-2 2 14-16,0-5 15 0,-8 5 12 0,3 2 0 0,-3 3-5 0,3 3-1 16,-3 1-9-16,-1 2-10 0,0 2-15 15,3 0-11-15,-3 3-14 0,0-2-16 0,0 6-31 16,0 0-6-16,-8-5-5 0,8 5-4 0,-9 15-3 0,3-1-5 16,-8 11 0-16,1 4-4 0,0 2 5 0,-4 12-10 15,5 1 1-15,1-11-2 0,4 1 2 0,1 1-3 16,2-4-5-1,-1 0 6-15,2-1-3 0,2-3-3 0,2-2-3 16,-1-7-2-16,0-1-6 0,3-5-7 0,-2-2-8 16,0 2-20-16,2-3-30 0,-1-2-32 0,4-2-45 15,0 0-60-15,-1-5-160 0,6 0-403 0,-1-3 178 16</inkml:trace>
  <inkml:trace contextRef="#ctx0" brushRef="#br0" timeOffset="5197.46">9730 15069 53 0,'-5'1'109'16,"5"-1"-9"-16,0 0 3 0,-1 4 4 0,1-4 4 0,0 0-5 16,15 4-3-16,-6-3 0 0,10-1-24 0,-3 0 3 15,4 0-15-15,2-3-8 0,6 1-2 0,-8-2-10 0,11 0-2 16,-5-4 0-16,3 1-8 0,-10-2 6 15,2 3-14-15,-4-5 5 0,4 0 12 0,-6 1-1 16,0-3 3-16,0 1 8 0,-3 0 3 0,-5 3 1 16,-1-2 2-16,-2 2 8 15,-3 0 0-15,-1-2-5 0,-1 1-4 0,-2 0-10 16,0 2-5-16,-5-2-7 0,-2 3-4 0,-3 3-6 16,-1-2-3-16,-3 2 0 0,-2 3-8 0,1 1-3 15,-1 4 6-15,0 1-8 0,2 0-4 0,-2 3-1 16,2 2-1-16,2 2 2 0,1 2-4 0,1 0-1 15,3 1-4-15,2-1-2 0,2 3-7 0,2 0 3 16,6-1 2-16,2-2-8 0,5 3 10 0,2-3-2 0,5 1 1 0,7-1-1 16,4-2-3-16,4-3 9 0,1-1-4 0,0-3 2 15,3 0-2 1,1-5 6-16,-2 0-3 0,0-3-3 0,-2-4 3 0,3-2 2 16,-5-1 3-16,-2-1 5 0,0-5 9 0,-1-1 3 15,0-6 3-15,-4 0 3 0,-1-4-3 0,-2-2 2 16,4-11 1-16,-11 5-1 0,6-8-2 15,-2 0-1-15,-6 8 1 0,1-11-3 0,-7 16 1 16,3 2 3-16,-2 2 12 0,-2 6 9 0,-3 3 0 16,1 5 4-16,-2 1-4 0,2 2-8 0,-2 2 1 15,1 1-17-15,2 3-31 0,-3 1-7 0,0 2-1 16,0 0-1-16,-9 9 2 0,1 3 0 0,-2 14 3 16,-3 4-1-16,-6 14 6 0,-1 1-7 0,3-3 5 15,2 4 2-15,3-12 0 0,2-1-2 0,4-2 3 0,-2-1 4 0,3-3-6 16,1-2 0-16,0-7 3 0,3 0 2 0,0-2 2 15,1-6 0-15,-3 1 2 0,3-1 2 0,-1-3-6 16,1 0-6-16,-3-3-9 0,3 1-12 0,0-1-11 16,0 0-8-16,0-4-21 0,0 0-76 0,0 0-91 15,0 0-169-15,8-13-438 0,-3 2 193 0</inkml:trace>
  <inkml:trace contextRef="#ctx0" brushRef="#br0" timeOffset="5460.18">10235 14839 14 0,'-5'0'208'16,"5"0"-8"-16,-8 0-11 0,8 0-4 0,0 0-17 16,0 0-14-16,0 0-16 15,19-6-12-15,-1 2-16 0,13 1-9 0,2-2-11 0,0 0-8 16,6 1-6-16,0 1-11 0,1-2-6 0,-2 1-8 0,0-1-5 0,1 2-2 0,-6-1-1 15,-5-1-5-15,-10 2-1 0,0 3-1 0,-6-2 1 16,-1-1-3-16,-6 3 0 0,3-2 0 0,-4 0-12 16,-3 0-13-16,-1 2-18 0,0 0-17 0,-9-5-10 15,9 5-17-15,-19-1-15 0,9 4-31 0,-2-3-38 16,2 2-30-16,1 0-140 0,9-2-330 0,-13 1 146 16</inkml:trace>
  <inkml:trace contextRef="#ctx0" brushRef="#br0" timeOffset="5834.98">10788 14979 24 0,'0'0'200'0,"0"0"6"0,4 4-5 16,-4-4-13-16,9 0-11 0,-9 0-20 0,13-1-12 15,2-1-11-15,2 1-15 0,2-2-12 0,1 2-11 16,0-3-9-16,1-2-8 0,-2-1-9 0,7-4-4 16,-2 1 8-16,-2-1-8 0,2-2-3 0,-2-1-6 15,-3-3-8-15,-5 3 2 0,2-1-3 0,-5-2-6 16,0 3-3 0,-4-3-3-16,-3 5 7 0,-2 2-5 0,-3-3-9 0,-2 1 1 15,-2 3-9-15,-4 0-1 0,-5 3-7 0,-2-1 2 16,-6 5-4-16,-5 2-2 0,-1 9-5 0,-3-1-1 15,2 8-2-15,1 2 0 0,0 1-2 16,1 7-1-16,5 0-1 0,3 4 2 0,5 4-2 16,4 0 0-16,10-3 4 0,5-2 3 0,9-2 2 0,9-1 0 15,5-4 2-15,16 1-20 0,9-4-52 0,3-6-90 0,7-5-280 0,28-6-470 0,-26-3 208 16</inkml:trace>
  <inkml:trace contextRef="#ctx0" brushRef="#br0" timeOffset="8768.03">12440 14655 57 0,'0'0'127'0,"2"-8"15"0,-1 6-20 0,-1-2-7 16,1-1-9-16,1-1-4 0,-2 6-3 0,1-2-6 0,0-2-6 16,-1 4-6-16,3-6-2 0,-2 2-6 15,-1 4-9-15,1-5-1 16,-1 5-3-16,3-2-13 0,-3 2-1 0,2-3-7 15,-2 3-5-15,0 0-9 0,0 0-2 0,0 0-4 16,4 8-3-16,-4-1-1 0,0 4-5 0,0 6 0 16,-2 3 0-16,0 6-6 0,1 1 3 0,-1 4-2 15,0 1-3-15,2-3-2 0,-2 4 6 0,-1-3-8 16,1 2 1-16,-2-6 8 0,1 0-7 0,3-6 4 16,0-3 1-16,-1-1-16 0,1-5 3 0,0 2-2 0,0-5 1 0,0 2 7 15,0-3 2-15,0-2-1 0,0 0 3 0,0 0-2 16,0-1-11-16,0-1 0 0,0-3-12 0,-1 5-21 15,1-5-31-15,0 0-35 0,0 0-27 0,0 0-89 16,0 0-243-16,-20-9 108 0</inkml:trace>
  <inkml:trace contextRef="#ctx0" brushRef="#br0" timeOffset="9068.84">11956 14936 147 0,'0'0'148'16,"0"0"-25"-16,0 0-11 0,28-6-6 0,-5 6-8 15,10-5-16-15,7 3-4 0,15-2-12 0,2 1-2 16,4-1-18-16,-1 3 7 0,0-3 3 0,-6 1-4 16,0 1 1-16,-14 4-11 0,-2-4 3 0,-3 4-9 15,-3-2-4-15,-4 3-3 0,-9-3-11 0,-1 1-3 16,-6 0-8-16,-2 1-3 0,-4-2-2 0,-1 0-3 15,2-2-5-15,-7 2 5 0,0 0-9 0,2-2-3 0,-2 2-5 0,-11-5 3 16,4 3 10-16,-3 1-19 0,-3-2 3 0,4 1-5 16,-3 0-14-16,0 2-19 0,3 0-20 0,0-2-19 15,3 2-85-15,2-3-199 0,-1 2 88 0</inkml:trace>
  <inkml:trace contextRef="#ctx0" brushRef="#br0" timeOffset="9786.12">12995 14696 72 0,'0'-3'161'0,"0"3"-14"0,0 0-27 16,5-2-9-16,-5 2-17 0,0 0-6 0,8 11-10 16,-6-5-9-16,1 5-4 0,-2 6-12 0,-1-1-1 15,0 10-11-15,-1 0 1 0,-3 4-5 0,-1 3-2 0,0-2-6 16,-3 1-6-16,-1 0 0 0,-1 0-1 0,5-3 4 16,-3-2-8-16,3-8-3 0,1-1 3 0,-2-5-2 15,3-4 4-15,2 1 10 0,-1-4 15 0,0-2 12 16,1 1 25-16,0-2 23 0,1-3-5 0,0 0-7 15,0 0-10-15,11-8-11 0,-2 0-7 16,1-4-7-16,4-2-5 0,-1 2-6 16,0-2-11-16,5-6-11 0,-5 8-12 15,1-5 3-15,-1 5-6 0,-3 2 0 0,-3 3-5 16,1-2 8-16,-3 3-8 0,0 1-10 0,0 0-13 16,-1 4-2-16,0-1-3 0,-4 2 6 0,0 0-4 15,9 4 6-15,-5 0 1 0,0 1-6 0,-1-1 5 0,3 4 4 16,-4-2-2-16,2 1 2 0,1 1 4 15,-1 3-2-15,1-4 5 0,1 3 0 0,2-1-1 0,-3-1 0 0,-1-1 2 16,3 1 0-16,1-3 1 0,0 1 4 0,1-3-5 16,1 1 3-16,2 0 1 0,1-2 2 0,0-3 2 15,3 0-6-15,4-3-1 0,-1 0 2 0,1 1-2 16,0-4 4-16,0 0 0 0,-2-2-3 0,4-1 8 16,2-3-1-16,0-1-1 0,-8 2 4 0,6-3-2 15,-7 1 0-15,2 0 1 16,-4-1 3-16,-1 2 4 0,-2 0 8 0,1 1 3 15,-4 1 7-15,-2 2 13 0,-1 1-2 16,0-1-4-16,-4 4-3 0,-2 2-7 0,-1-3-3 0,-1 2-7 16,-7 2-3-16,-1 4-1 0,-7 2-1 0,-6 5-7 15,0 1 2-15,-3 2-5 0,4 7 0 0,-3-2-3 16,5 2-2-16,2 0 2 0,1 1 0 0,2 2-9 16,9-5-4-16,3 2 2 0,3 2-1 0,4-3 7 0,10 6-2 15,4-5-1-15,9 0 8 0,5-3-4 0,9-2 5 0,13-2-3 16,2-5-5-16,2-2-15 0,3-2-14 15,2-3-25-15,-1-1-25 0,-1-3-26 0,-4 0-37 16,-17 1-52-16,-1-6-141 0,-5 3-367 0,-5-5 162 16</inkml:trace>
  <inkml:trace contextRef="#ctx0" brushRef="#br0" timeOffset="10425.49">15450 14826 132 0,'2'-5'270'0,"1"-1"-8"0,-1 0-13 0,1 0-5 16,0 0-19-16,-2 2-14 0,0 1-14 0,2-1-22 16,-3 4-25-16,2-6-18 0,-1 5-11 0,-1 1-28 15,0 0-21-15,0 0-8 16,0 0-9-16,0 0-13 0,4 12-5 0,-1-3-6 16,-3 3-1-16,0 2-2 0,0 3-6 15,0 1 0-15,0 1-3 0,-1 0 3 0,1-2-8 16,0 0 3-16,0 0-1 0,1-1-1 0,-1-3-1 15,1-1-7-15,0-2-25 0,-1 1-20 0,0-3-18 0,0 1-22 16,0-2-16-16,0-3-17 0,0-2 3 0,0-2-17 16,0 0-48-16,0 0-192 0,0 0-395 0,-7-19 175 0</inkml:trace>
  <inkml:trace contextRef="#ctx0" brushRef="#br0" timeOffset="10588.18">15499 14476 50 0,'2'-6'260'0,"-2"0"-12"0,2 1-19 0,-2 3-25 0,3-3-21 16,-3 2-20-16,1-1-18 0,-1 4-14 0,0-5-30 16,0 5-25-16,0 0-19 0,0 0-34 0,9 7-28 15,-4-2-28-15,4 4-48 0,0 1-56 0,-4 4-132 16,-1-2-292-16,1 3 129 0</inkml:trace>
  <inkml:trace contextRef="#ctx0" brushRef="#br0" timeOffset="11158.55">15801 14780 54 0,'0'0'222'0,"0"0"-22"0,0 6-22 0,0-6-19 15,0 6-18-15,0-1-19 0,0 3-5 0,-5 2-16 16,3 1-7-16,0 4-11 0,1 1-9 0,-3 0-9 15,2 1-3-15,0-5-4 0,2 1-2 0,0-3-8 16,0 1-6-16,0-5-3 0,2 2-3 0,0-3-2 16,-2-1 3-16,5-1 3 0,-3-2 0 0,-2-1-3 15,13-1 4-15,-2-6-1 16,-1-1-1-16,4-1-2 0,0-3-8 0,0-2 0 16,-1 3 7-16,3-3-2 0,-4 2-3 0,2 0 0 15,-1 3 3-15,-5 1-5 0,-1 5-5 0,0-1-10 16,-4 1-8-16,5 0-6 0,-4 3 3 0,2 0-12 15,3 3 0-15,-4 0 1 0,7 4-3 16,-5 1 0-16,1 1 4 0,5 1-2 0,-4 3 0 0,4-1 5 16,-3-1 1-16,4 1 1 0,-1 0 2 0,1-2 1 0,-1 0-3 15,-2-4-11-15,6 1 2 16,-4-3-10-16,1-2 3 0,-2-2-2 0,6-4 2 0,-5-1-4 16,2-3 7-16,1-2-9 0,-5-5 12 0,2 1 5 15,0-10 4-15,-3 2 8 0,-1-3 9 0,0-5 8 16,0 1 2-16,-4-3 11 0,0-3 2 0,1-2 1 15,2 0-6-15,-3 4 3 0,-1 2 3 16,1 3 7-16,-1 1 9 0,-1 10 13 0,-2 5 2 16,0 2-7-16,-1-1-4 0,1 5-10 0,1 0-11 15,-2 3-21-15,1-1-27 0,-1 4-5 0,0 0-4 16,0 0 5-16,-6 13 4 0,3-3-4 0,-3 7 2 16,0 12 9-16,-4 3-6 0,3 14-1 0,0-10 3 15,2 0 3-15,0 0 3 0,2 0 0 0,3-4-3 16,-3 2 2-16,1-5 0 0,2-2-1 0,0-3-12 0,0-3-15 0,2-6-14 15,-4-3-21-15,2-1-20 0,0-2-13 0,0-1-4 16,0-2-16-16,0-3 1 0,0-3-33 0,0 0-195 16,0 0-375-16,0 0 167 0</inkml:trace>
  <inkml:trace contextRef="#ctx0" brushRef="#br0" timeOffset="11358.93">16081 14745 163 0,'-4'0'235'0,"-1"3"-11"0,5-3-16 0,0 0-14 16,0 0-24-16,0 0-18 0,0 0-17 0,22-6-16 0,-2 6-28 16,13-8-33-16,5-1-43 0,16 3-49 0,3-5-71 15,-7 5-167-15,1-3-292 0,-17 2 129 0</inkml:trace>
  <inkml:trace contextRef="#ctx0" brushRef="#br0" timeOffset="12176.75">16582 14959 32 0,'0'0'243'16,"0"0"-26"-16,0 0-22 0,0 0-19 0,13-9-19 15,-4 2-16-15,2 0-13 0,6-4-15 0,-1 2-13 0,10-3-7 16,-8 0-10-16,0 3-10 0,6-4-8 16,-5 4-12-16,5-6-7 0,-7 5-4 0,1 0-9 15,-5 0-5-15,3 2 4 0,-7 0-2 0,0-1-4 16,0 1 5-16,-4 3 0 0,0 0 4 0,-1-2 1 0,-2 4-6 0,0-3-5 15,-2 1-2-15,-2 1-6 0,-1-2-1 0,-4 5-5 16,-2-3-4-16,-2 4 3 0,-2 0-6 0,-5 3 1 0,0 4-2 16,-1-3-1-16,0 3 0 0,1 1-6 0,-1 1 8 15,4 3-5-15,-2 1-2 0,7-1-7 0,-3 2-2 16,8 1-9-16,1 1-6 0,4 2 7 0,3-2-2 16,3 0-3-16,8-3 2 0,3 0-3 0,11-1 4 0,4-2-12 15,6-3-20-15,12-1-8 0,4-3-5 0,-2-4-5 16,-1-3 9-16,2-3 10 0,-5-5 2 0,-8 2-5 15,8-4 20-15,-13-1-3 0,-1-1 10 0,-2-3 6 16,-1 0 8-16,-7-1 13 0,-3 3 6 16,-2-3 13-16,-7 9 17 0,-5-2 10 0,-3 1 1 15,-3 0-2-15,-2 0-3 0,-3 0-11 16,-5 2 2-16,-5-1-4 0,-1 2-3 16,-2 4-6-16,-6 0 0 0,2 0-4 0,-8 4 0 15,4 5 3-15,4-1-7 0,0 2 0 0,1 5-2 16,1-3-2-16,3 4-14 0,0-3-22 0,7 2 9 15,-1 2-13-15,5-3-9 0,1 2 10 0,0-1-1 0,8-1 1 16,0 0 6-16,4 1-5 0,2-5-19 16,3 1 3-16,4 1-1 0,3-3 5 0,3-4 1 0,-2 0 7 0,1 0 0 15,-1-4 10-15,0-3-2 0,-3 1 8 0,0 1 15 16,0-5 3-16,-8 5 15 0,2 0 1 0,-2-2 8 16,-1 3 8-16,-1 2 4 0,-2-2-2 0,-2 2-4 15,0 0-4-15,-1 0-18 0,-3 2-8 0,0 0 1 16,8 5 1-16,-7 1-4 0,-1 5-3 0,0 0 11 15,-1 6-5-15,0 8 1 16,-2 4 1-16,1 1 5 0,-2 2-1 0,0 0 1 16,-3 3 2-16,0 0-2 0,1 2-5 0,0-4 3 15,0 2-2-15,0-3 5 0,2 3 3 16,0-6-6-16,0-3 3 0,2-1 0 0,-1-8-1 0,3-4 2 16,-1-2 0-16,1 0 1 0,-3-4 2 0,2-5 5 15,-4 0-4-15,5-2-6 0,-17-7-1 0,4-4-7 16,-1-3-1-16,0 0 3 0,-3-4 0 0,1-6 0 0,1 2 3 15,3-3-1-15,0 0-3 0,3 0 0 0,2 1-14 16,2-1-19-16,1 5-13 0,7 1-18 0,-1-1-19 16,3 3-29-16,3 0-102 0,1 1-230 0,6 0 101 15</inkml:trace>
  <inkml:trace contextRef="#ctx0" brushRef="#br0" timeOffset="13332.97">17567 14816 68 0,'17'2'147'0,"-1"4"-15"0,1 0-10 0,3 1-14 15,-1 3-10-15,3 4-8 0,1 0-10 0,-5 1 4 16,-4 2-20-16,1 1-10 0,-3-2-2 0,-3 1-11 15,0 0-2-15,-4 1-1 0,-1-3-2 16,-3 0 3-16,-2-1-12 0,-2-4-4 0,2 0 4 16,-3-1 1-16,-5-1 15 0,3-2 4 0,-3 0-4 0,1-4 8 0,-2 0 15 15,1-1 7-15,0-4 13 0,0 2 14 0,2-3 4 16,-1-1 5-16,0-2-1 0,4-2-1 0,-4 1-2 16,4 0-3-16,2-2-8 0,6-6-13 0,3 0-25 15,0-2-21-15,11-2-24 0,3-1-13 0,1 5-12 16,5-1-9-16,3 3-7 0,-2 3-2 0,1-1-2 15,6 7-6-15,-3-3 1 16,2 1-3-16,-2 4 4 0,4-3 5 0,-5 1 5 16,-2 1 6-16,-1 1-1 0,-10 1 0 0,1-1 5 15,-5 3 6-15,-5-3 23 0,1 1 15 0,-2-1 17 16,-3 1 6-16,3 0 6 0,-4-1 6 0,-3 1-13 16,0-2-3-16,-1 0 2 0,0 4-13 0,-2-9 1 15,-2 7-11-15,-3 0-4 0,1-1-3 0,-2 2-11 16,-2 2 6-16,-4 3-3 0,3 1-2 0,-6 1-7 0,2 3 3 0,-2 1-2 15,2 1 0-15,0 1-1 0,0 0 3 16,1 3-1-16,4 0-2 0,0 0 1 0,2-1 0 0,3-2-2 16,0-2 1-16,1 2-1 0,3-4-1 0,-2-1 2 15,3-1 3-15,3-1-1 0,-2-1 4 0,3-1-2 16,1-1 0-16,5-3 5 0,3-1 2 0,5-4-2 16,0 2 1-1,0-6 6-15,1 1-8 0,-1-1 0 0,0 0-4 16,-2 0 1-16,3-1-2 0,-2 1 0 0,1 0 1 15,-3 5-2-15,-2-2-3 0,-4 2 3 0,4 0-4 16,-7 3-3-16,1-2-5 0,0 3-6 0,0 1-5 16,-1 0-3-16,-6 0 4 0,10 5-3 0,-3-3 2 15,-1 1 3-15,2 4 0 0,1 0 1 0,0-2 5 16,1 4-3-16,-3-3-2 0,3 2-2 0,2-3-9 0,-3 0 0 0,4-1-5 16,2-3 2-16,-2-1 1 0,1 0-4 0,-1-4 7 15,5-2-2-15,-4-1 7 0,2-2 0 0,-1-4 6 16,0-1-5-16,-4 0 13 0,7-6 12 0,-2-4 8 15,0 2 3-15,-2-2 8 0,-1-1-1 0,-3-3 0 16,3-6 0-16,1 5 4 0,-5 0 2 0,1 2 10 16,0 4 7-16,-4 6 5 0,-3 7 3 0,1-1-3 0,0 4-10 0,0 0-8 15,-3 0-8-15,0 2-27 0,2 3-26 0,-3 2-1 16,0 0 3-16,0 0 12 0,0 0-10 0,-8 22 3 16,5-6 3-16,-5 9 1 0,0 4 0 15,-3 1 5-15,-1 2 1 0,-1 2 1 0,3-1 0 0,1-2 4 16,0-2 1-16,-1 0 0 0,6-4 2 0,-3 1 1 15,1-8 1 1,1-2-1-16,1-5-2 0,2 0 4 0,-2-3 1 16,0-2 0-16,0-2 4 0,1 2 2 0,-1-5 1 15,0 0 1-15,4-1-2 0,-22-8 3 0,11 2-4 16,-3-5 1-16,3 4 0 0,-3-5-1 0,2 0-2 0,1-3 0 16,-1 1 0-16,5 3 2 0,2 2-3 15,0-2 0-15,0 1 7 0,4 0 0 0,1 0-2 16,3 4-8-16,4 0 4 0,3 1-5 0,8-4 3 0,1 5-4 0,9-5 2 15,0 5 2-15,3-1-2 0,1 1 2 0,-3 1-2 16,5 1 1-16,-4 0-3 0,0 1 1 0,-7-1 0 16,5 0 0-16,-11-1 1 0,2 3-1 0,-2-2 11 15,-5 2 14-15,-2-1 21 0,-2-1 0 0,-2 2 2 16,1 0 0-16,-7 0-2 0,6 0-10 0,-1-1-4 16,-5 1-3-1,0 0-8-15,10 1-1 0,-10-1-6 0,4 0-10 0,-1 3-2 16,-3 2-1-16,0 0 1 0,0-1-1 0,-3 4 0 15,3 1 2-15,-1 3 0 0,-2 2 1 0,2 3-2 16,0-1 2-16,-2 0 3 0,3 1-1 0,-1-5-4 16,1 3-31-16,-2-5-18 0,2 1-7 0,-2-3-29 15,1-1-28-15,0 0 2 0,1-2-20 0,-3 0 1 16,3-3 13-16,0-2-32 0,0 0-55 0,0 0-128 0,4-12-359 16,-3-1 160-16</inkml:trace>
  <inkml:trace contextRef="#ctx0" brushRef="#br0" timeOffset="13480.07">19002 14538 72 0,'0'-8'251'0,"1"4"-15"16,3-3-20-16,-4 4-23 15,0-1-30-15,0-1-14 0,0 5-30 0,2-7-35 16,-2 7-18-16,0 0-14 0,0 0-27 0,0 0-30 16,10 12-28-16,-4-3-45 0,-1 3-33 0,4 0-123 15,1 1-252-15,-1-2 111 0</inkml:trace>
  <inkml:trace contextRef="#ctx0" brushRef="#br0" timeOffset="13818.7">19377 14626 166 0,'0'0'158'0,"-12"-3"-14"0,2 1-10 0,-3 2-14 15,4 4-12-15,-5-1-15 0,1 2-9 0,-6 4-12 16,2 0-3-16,-2 4-10 0,5-1-8 0,-2 3-11 0,-2 2 5 15,5-2-2-15,1-1-4 0,5 0-2 0,0 1-6 16,4-1 0-16,0-2 2 0,3 0 3 0,3-2 6 0,2 1 3 16,2 0 1-16,1-4 10 0,7 3-4 15,5-5 3-15,-1 0-5 0,1-4-4 0,-1-1 6 16,3-2 10-16,-3-2 1 0,2-1 1 0,-2-3-7 16,-3-1-7-16,9-6-6 15,-11 1-1-15,0-2-9 0,-1-7-9 0,-1 0-11 16,-5-2-11-16,-3 7-5 0,-1-2-6 0,-4-5-6 15,-3 6-3-15,-1 4-10 0,-4-1-6 0,-5 3-7 16,-5 1-5-16,1 3-7 0,-9-1-3 0,0 2-4 16,-2 6-13-16,6 1-12 0,-4 2 2 0,8 1-32 15,1 0-30-15,0 8-131 0,6-7-298 0,0 0 133 16</inkml:trace>
  <inkml:trace contextRef="#ctx0" brushRef="#br0" timeOffset="14182.1">19628 14659 158 0,'3'-1'278'16,"-3"1"-30"-16,4-4-25 0,-3 1-23 0,-1 3-22 15,0 0-22-15,0 0-18 0,5-1-17 0,-5 1-12 16,0 0-15-16,1 9-10 0,-3 0-7 0,-1 2-7 15,-3 3-8-15,-2 1-6 0,1 2-6 0,-4 8-2 16,-1-4-8-16,5-4-1 0,2-5-6 0,0-3-12 0,2 1-7 0,-1 0-5 16,2-6 0-16,1 0 4 0,-2 2 9 0,2-3 22 15,-3-1 20-15,4-2-2 0,0 0-3 0,17-5-6 16,-6 1-8-16,6-5 6 0,-1 1 0 0,9-5 3 16,-6 5 3-16,0-2-6 0,0 2-2 0,0-1-3 15,-2 3-8-15,-3 0-1 0,-4 2-4 0,0 0-4 16,0 0-12-16,-2 3-9 15,-1 0-5-15,3 4-7 0,-1 0-8 0,0 4-11 16,0 0-33-16,0 1-24 0,0 6-33 0,-4-3-55 0,4 4-51 0,-2 2-236 0,-2-5-492 31,1-2 218-31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5:29:25.32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3176 1637 147 0,'0'0'162'16,"0"0"-5"-16,0 0 3 0,0-7-7 0,0 7 0 15,-2-3-3-15,2-2-6 0,0 5 3 0,2-5-1 16,-2 1-6-16,0 4-4 0,0-6-6 0,1 2-8 0,-1 4-7 15,-1-7-8-15,1 2-2 0,1 0-11 0,1 3 3 0,-1-5-8 16,-2 3-4-16,1 4-6 0,1-9-4 0,0 7-8 16,1-4-9-16,-2 6-7 0,0 0 0 0,2-8-11 15,-2 7-5-15,0 1-9 16,0 0-14-16,0 0-16 0,0 0-15 0,0 0-1 16,0 13 2-16,0 3 0 0,-2 2 2 0,-2 11 0 15,1 2 3-15,-6 15 4 0,8-12-1 0,-4 13 5 0,0 0 1 0,2-11 1 0,1-2 5 16,0 0-5-16,0 0 6 0,0-4-7 0,0 3 5 15,-2-5-1-15,3-8 4 0,0 1-3 0,2-4 0 0,-1-4 2 16,-3-3-2-16,3 2 3 0,-1-3-1 16,2 1 5-16,-1-4 6 0,-1-2-1 0,0 1 8 15,1-1 2-15,0-4 8 0,0 0-3 0,0 0-2 16,0 0-1-16,0 0-13 16,0 0-19-16,0 0-21 0,0 0-23 0,0 0-36 15,0 0-27-15,-12-12-26 0,12 12-40 0,-4-5-51 16,4 5-179-16,0 0-444 0,-2-9 197 0</inkml:trace>
  <inkml:trace contextRef="#ctx0" brushRef="#br0" timeOffset="432.31">3128 2167 160 0,'0'0'160'0,"-9"3"0"15,9-3-12-15,0 0-5 0,-10 0-11 0,10 0-7 16,0 0-10-16,-8 1-8 0,8-1-16 15,0 0-2-15,0 0-14 0,0 0 5 0,0 0-10 0,0 0-7 0,0 0-8 16,0 0-6-16,0 0 1 0,0 0-11 0,38-7 0 16,-15 3-7-16,5 1-1 0,8-2 3 0,0 1-12 15,6-2-5-15,12 1 1 0,-4-4-1 0,3 2 0 16,-14 6-2-16,0-1 2 0,-3-7-14 0,-2 7 9 16,-3-3-4-16,-4 4 4 0,-9-2-6 0,-4-1 4 15,-4 2-1-15,-2 2 12 16,-2 0 3-16,3 0 3 0,-5-3-2 0,1 3 5 15,-5 0 0-15,7 0 4 0,-7 0-6 16,0 0-3-16,0 0 0 0,0 0-22 0,0 0-9 16,0 0-15-16,0 0-25 0,0 0-27 0,0 0-21 15,-20 5-35-15,15-1-49 0,0-3-149 0,5-1-352 16,0 0 156-16</inkml:trace>
  <inkml:trace contextRef="#ctx0" brushRef="#br0" timeOffset="986.95">3948 2131 20 0,'0'0'177'0,"-9"2"-8"0,9-2-5 16,0 0-16-16,0 0-10 0,-4 4-6 0,4-4-8 16,0 0-8-16,0 0-5 0,0 0-6 15,0 0-14-15,0 0 0 0,0 0-16 0,0 0-1 16,0 0-7-16,0 0-11 0,32-8-8 0,-23 5 0 15,4-2-9-15,0 3-1 0,2-8-6 0,-2 7 1 0,2-5-4 0,-1 1 1 16,-1-2 5-16,-4 2 1 0,1-1 6 0,3-1 17 16,-8-1 8-16,4 3 16 0,-4-3 14 0,0 3 3 15,-5 0-3-15,4-3 1 0,-1 4-5 0,-6-4-5 16,3 3-3-16,-1 1-6 0,1-2-5 0,-3 2-15 16,-2-1-2-16,0 1-12 0,-4 1-8 0,0-2-2 15,0 4-3 1,-4 2-9-16,-2-2 5 0,-4 3-11 0,2 3-3 0,-2 1-4 15,-1 1-5-15,3 2 0 0,-3 1-1 0,3 3-6 16,-6 4 2-16,9 0-3 0,-4 4-1 0,4-4 6 16,1 7-8-16,4 2 17 0,-1-7-11 0,6 2 4 15,3 0-3-15,2-1 2 0,4 1-2 16,8 3 5-16,5-3-2 0,5-5 5 0,5-2-17 16,9-5-23-16,17 0-43 0,2-4-55 0,0-5-60 0,4-6-95 0,-8-2-211 15,1-3-537-15,-13 5 237 0</inkml:trace>
  <inkml:trace contextRef="#ctx0" brushRef="#br0" timeOffset="1819.48">4763 1835 56 0,'-9'-2'207'0,"-1"-1"-8"0,0 1-15 15,-2 0-22-15,1 0-16 0,-2 4-10 0,0 1-24 0,1-1-5 0,0 4-16 16,-6 2-8-16,2 2-7 0,3 2-8 0,-1 0-9 16,0 3-5-16,2-1-7 0,2 3 1 15,4-3-13-15,-1 3-8 0,7-3-7 0,0 4-3 16,0-6-3-16,4-2-8 0,1 1-1 0,5-1-7 16,-2-3-1-16,4 1 8 0,0-6-13 0,0 1-1 0,1-1-3 15,2-3 2 1,-2 0-1-16,3-6 7 0,-2-1-3 0,4 2 3 15,-5-5 2-15,-3 4 11 0,-1-8 4 0,-1 5 6 16,-3-4 0-16,4-3 8 0,-5 6 4 0,-2-2 0 16,2 3 14-16,-4-2 14 0,3 0 6 0,-2 3 8 15,-1 1-1-15,3 3-4 0,-2-2-8 0,-2 2-8 16,2 3-18-16,-1-2-19 0,0 4-20 0,0 0-4 16,0 0 2-16,0 0 2 0,-9 17-4 0,4-6 1 0,1 8 3 0,0 6 0 15,-5 1 2-15,1 5 3 0,6-1-3 0,-5 4 4 16,5 2 0-16,-6 12 5 0,7 1-3 15,1-3 1-15,0-12-2 16,0-2 2-16,5 2 1 0,-1-1 0 0,-2 0 1 0,1-1 2 16,1-3-2-16,-2-2 2 0,-2-8-2 0,4 1 0 15,-5-2 2-15,1-6-5 0,0 0 4 16,-3-1 0-16,2 1 0 0,-3-5 1 0,-1 3-1 16,0-6 5-16,-4 3 7 0,0-4-4 0,-5-1 3 15,1 1 0-15,-6-3-2 0,1-2-1 0,-3 0-1 16,-1-1-2-16,3-4 8 0,-8 2 8 0,5-1 8 0,4-3 1 0,-1 0-4 15,1-1 1-15,5-1 1 0,-1-2 1 0,5-3-7 16,0-2-2-16,2-4-7 0,2-6-6 16,5 2-10-16,6-5-3 0,6 1-3 0,7 2 0 15,-1-3 1-15,15-7-5 0,-9 15 5 0,6-3-2 16,8-3 4-16,-6 7-7 0,1 1 3 0,-2 1 1 16,-1 2 4-16,-3 2 1 0,-2 3 9 0,-3-1 16 15,-5 4 6-15,-3 3 8 0,-4 2 9 16,-1 1 10-16,0-1 0 0,-4 2-3 0,1 1-10 0,-1-3 0 15,-5 5-11-15,8-2-2 0,-8 2-13 0,7-3-18 0,-7 3-26 0,0 0-28 16,0 0-30-16,0 0-22 0,0 0-27 0,0 0-22 16,0 0-16-16,0 0-41 0,-10 15-35 0,5-10-175 15,5-5-453-15,-5 4 202 0</inkml:trace>
  <inkml:trace contextRef="#ctx0" brushRef="#br0" timeOffset="3138.71">5051 2104 69 0,'0'0'150'0,"-8"3"-3"0,8-3 3 15,0 0-4-15,0 0-5 0,0 0-4 0,0 0-12 16,26-6-8-16,-16-1-15 0,8 4-10 0,-3-3-10 0,4 2-3 16,3-5-9-16,-4 0-3 0,1 2-1 15,0-1 10-15,-1-4 1 16,-1 3 7-16,-2-4 2 0,0 4 2 0,-3-5-4 16,-3 4 4-16,4-1 6 0,-7-2 6 0,0 5 4 15,0-2 3-15,-2 2-8 0,-1 0-4 0,-2 2-4 16,1-1-10-16,-2 2-12 0,-3-2-10 0,2 3-15 15,-3 0-8-15,-1 2-7 0,-1 0-10 0,-5 2 3 16,1 0-11-16,0 3-8 0,-2-1-15 0,2 5-1 16,-3-3-11-16,0 7-2 0,0-1-4 0,-3 2-2 0,5 2-10 0,-1-1-2 15,3 3-4-15,-1-2 2 0,5 3-4 16,2-5 4-16,3 5 5 0,3-4 4 0,2 3 5 16,5-2 0-16,3-1 6 0,0-4 1 0,5 3 5 15,1-7 3-15,1 1 7 0,2-3-5 0,6-2 6 16,0-2-3-16,-5-2 12 0,-2-3 6 0,-1 2 9 15,7-8 10-15,-10 6 16 0,2-3 13 0,-3-3 8 0,-4 0 11 0,1 0 17 16,-1 1-1-16,0-1 5 0,-4 1 2 0,-2 1 19 16,0 1 16-16,0 0 10 0,-3 3 1 0,0 0-5 15,2 0-4-15,-5 3-10 0,5 1-17 0,-5 2-7 16,1-7-17-16,-1 7-7 0,2-5-19 0,-2 5-2 16,0 0-12-16,0 0-27 0,6-4-22 0,-6 4-19 15,0 0-30 1,0 0 0-16,0 0 13 0,0 0 1 0,0 18 8 0,0-9-7 15,0 2 13-15,0 2 5 0,0 3 6 0,0 1-2 16,-4 2 7-16,4-1 12 0,0-2-5 16,0-1 3-16,0-3-5 0,0-4 9 0,0-1-6 15,0 0-5-15,0-7 4 0,0 9 5 0,0-9 23 16,0 0 2-16,1 6 2 0,-1-6-1 0,0 0 0 16,0 0-13-16,0 0 10 0,30-18-6 0,-20 11 2 0,-1-2 1 0,4-7-2 15,0 0-5-15,1 1 0 0,2-6-4 0,3 4-3 16,-8 2-6-16,-1 1 6 0,-4 5 3 0,2 1 4 15,-5 3-12-15,2 0-1 0,0-2-12 0,0 4 1 16,-3-2-16-16,-2 5-16 0,4-4-27 0,-4 4-16 16,0 0 5-16,0 0 11 0,0 0 7 0,7 12 8 15,-5-3 5 1,-2 1 6-16,4 1 0 0,-3 0-6 0,3 4 0 16,1-3-9-16,4 1-2 0,0 2 3 0,5-1 2 0,-1-3-2 15,11 3 2-15,3-1-12 0,2-9-3 0,2 4-7 16,4-1-7-16,0-5-2 0,5-2 0 0,0-2 2 15,-2 2 12-15,-1-3 11 0,0-6 0 16,-5 3 0-16,0-5 15 0,-4 3 8 0,-2-7 7 16,-2 2 11-16,-2-3 9 0,-7 5 14 0,-2-4 3 0,-3 1 13 0,-1-1 4 15,-3 4 7-15,-1-4 7 0,-3 5 8 0,-2-3-1 16,-2 5 0-16,0-2-4 0,-2 5-5 0,-4-6-2 16,1 5-3-16,-2 1-3 0,-3 2-5 0,-4-1-2 15,3 4-3-15,-1 0-3 0,-7 0-3 0,5 5-1 16,-5 2 0-16,2 0 2 0,2 0-7 0,1 5 1 15,1 0-6-15,-1-1-5 0,5 0-3 0,2 3-11 0,-1 0-8 16,4-2 3-16,3 0-3 0,1-1-2 0,4 1 5 31,0 0 4-31,3 0-3 0,3-3 4 0,3-1 2 16,4 1 0-16,2-3-12 0,1-1-1 0,4 1-3 0,-3-6 2 0,-1 0 1 0,3-3 3 0,-2-2-4 0,-1-1 13 16,-2-4 1-16,-2-1 10 0,-1-4 6 15,-1 1 12-15,-1-2-3 16,0-5 2-16,-1 3 1 0,-3-9 2 0,2 0 3 15,-5-5 1-15,-2 2 5 0,1-5-2 0,1-11 15 16,-7 10 5-16,3-10 9 0,-1-1 3 0,-2 9 15 16,1-8 23-16,-2 15 7 0,-1 2 10 0,3-1-2 15,-1 6-5-15,-1 4-5 0,0 8-1 0,3 1 1 16,0 1-8-16,-1 0-16 0,1 6-11 0,-3-1-33 16,4 5-30-16,0-8-41 0,0 8-15 0,0 0-6 0,0 0 7 0,-12 15 0 15,3 12 17-15,3 1 1 0,-4 18 3 16,-1-2 12-16,0 5 1 0,6 0 2 0,0 2 2 15,2-1 8-15,1-5 0 0,4-8 3 0,4-3 7 16,-1 0-4-16,3-4 1 0,-3-2 6 0,1-2-6 16,0-6 6-16,0-6 7 0,-3-2-7 0,1-1 2 15,0-2-2-15,0 0-2 16,-1-4 3-16,-1 0 2 0,-1 0-3 0,2 0 9 16,-1-3 1-16,-2-2 2 0,0 0-13 0,0 0-25 15,0 0-28-15,0 0-32 0,0 0-38 0,0 0-41 16,-1-18-54-16,-3 11-239 0,3-4-496 0,-3 0 220 15</inkml:trace>
  <inkml:trace contextRef="#ctx0" brushRef="#br0" timeOffset="3524.04">6610 1816 126 0,'10'4'161'0,"-4"-3"-18"15,3 4 7-15,0 0-14 0,0 2-11 0,0 3 2 16,4 1-9-16,-3 1-5 0,3 2-3 0,-3 2-6 16,-1 0-11-16,0-1-10 0,-1 9 1 0,-5-4-12 15,-1-3-7-15,-1 2-1 0,-1 0-8 0,-4-4-3 16,2 2-6-16,-2-6 1 0,1 1-7 0,-3-1 3 0,2-4 8 15,0-2 11-15,3 4 18 0,-3-7 25 0,4-2 32 16,-5 8 36-16,5-8 20 0,0 0 16 0,0 0-12 16,0 0-7-16,-9-12-10 0,9 2-8 0,0 1-15 15,0-3-17-15,4-5-16 0,-2 0-10 0,6-8-13 16,1 0-12-16,4 0-9 0,0 1-9 0,-3-3-8 16,6 5-9-16,-1 0-9 0,-4 8-10 0,3-1-24 0,1 1-24 0,5-3-35 15,-3 7-53-15,1 1-46 0,3 2-43 0,-2 3-46 16,3 2-44-16,6 0-56 0,-9 4-278 0,0-2-665 15,-2 2 294-15</inkml:trace>
  <inkml:trace contextRef="#ctx0" brushRef="#br0" timeOffset="3956.22">7051 2021 239 0,'0'0'242'15,"-4"4"3"-15,4-4-2 0,0 0-2 0,0 0-4 16,0 0-27-16,0 0-18 0,0 0-22 0,0 0-14 16,0 0-21-16,29-11-10 0,-15 6-11 0,2-2-13 0,1-2-7 0,8-3-14 15,-7 2-4-15,7-4-2 0,-2-1-4 16,-1-2-3-16,0-1 6 0,-1 1-15 0,-3-4 0 16,0 2-12-16,-5-3-3 0,2 0-3 0,-6 5 0 0,-1-2 5 15,1 5 5-15,-7-2-1 0,2 6 10 0,-4-3 3 16,0 4-7-16,-5 1-12 0,1 0-7 0,-5 4 7 15,-1 0-23 1,-3 3 1-16,-6 2-6 0,-8 6-4 16,-1 2-2-16,1 1 0 0,1 7-5 0,0 2 1 15,3 4 0-15,0 0 0 0,1 5-2 0,6-2 4 16,2 0-7-16,7-2-2 0,3 3 7 0,6-6-6 16,9 5 6-16,3-5 2 0,9 2 3 0,-1-7 1 0,6 0-1 15,7-5 4-15,-1-1 1 0,2-3-6 0,2 0 2 16,13-4 0-16,-10 0 2 0,-4-3 0 0,-1-1 9 0,-5-1-7 0,-1 0 15 15,-11 1 19-15,-7 0 25 0,2-2 16 0,-6 1 8 16,-2 2 11-16,-6 0-11 0,13 0-9 16,-13 0-12-16,9-1-19 0,-9 1-33 0,0 0-82 15,4-4-79-15,-4 4-75 0,0 0-85 0,0 0-109 16,-26-2-243-16,26 2-701 0,-14-4 310 0</inkml:trace>
  <inkml:trace contextRef="#ctx0" brushRef="#br0" timeOffset="8852.98">7690 1298 45 0,'2'-4'165'0,"-2"4"-4"0,0 0-3 15,0-5 0-15,0 5-15 0,0 0 2 16,0 0-18-16,1-4-4 0,-1 4-9 0,0 0-8 15,0 0-3-15,0 0-16 0,0 0-8 0,0 0-6 16,0 0-13-16,0 0-8 0,0 0-6 0,0 0-19 0,0 0-11 0,0 0-2 16,0 0 0-16,-9 9 1 0,3-5-11 0,-2 6 5 15,-4 1-6-15,-4 3-1 0,0 7-23 0,-1-2-18 16,-5 1-41-16,6 4-44 0,0-5-51 16,-1 2-94-16,7-6-290 0,5-5 128 0</inkml:trace>
  <inkml:trace contextRef="#ctx0" brushRef="#br0" timeOffset="9307.49">7928 1614 73 0,'0'0'160'15,"0"0"-9"-15,0 0-18 0,-7 5-13 0,3-2-12 16,-1-1-7-16,-5 4-20 0,1-1 4 0,-2 4-16 15,-3 0 0-15,4 0-6 0,-2 2-8 0,2-4-7 16,1 3-9-16,2-2 0 0,1 2-8 0,-1 1 3 16,2-1-8-16,5 0-2 0,-1 2 1 15,2 0-2-15,4 2-1 0,3-4-5 0,4 6 0 0,9 2 0 0,-6-5 0 0,8 5 1 16,1-3-14-16,-2 2 9 0,1-3 0 16,-5-2-2-16,0-2-4 0,-3 1 2 0,-2 2 3 15,0-4-10-15,-5 0 6 0,-2 0-7 0,-1 0 2 16,-4 2 10-16,-2-4 2 0,-4 2 2 0,-5 3 4 15,-8-1-6-15,-9 1 0 0,-1-1-3 0,-4-1-11 16,1-1-27-16,1-4-37 16,-1 0-61-16,3-2-150 0,10-4-298 0,-1-2 132 15</inkml:trace>
  <inkml:trace contextRef="#ctx0" brushRef="#br0" timeOffset="12276.78">9265 1572 252 0,'0'-8'276'16,"0"-4"-1"-16,1 5-1 0,-1-3-8 0,3 5-16 15,-3-1-25-15,0 3-26 0,-3-2-25 0,6 1-20 16,-3 4-23-16,0-4-31 0,0 4-41 0,0 0-30 16,0 0 2-16,0 0-8 0,0 21 1 0,0-3-4 15,-3-1 3 1,3 12-5-16,-1 2 3 0,-3 1-4 0,3 2-1 16,0-3 0-16,-2 0-3 0,4-1 3 0,-2-1-9 15,1-10-8-15,0 8 0 0,-2-8-13 0,0-1-3 16,4-2-16-16,-4 1-9 0,2-5-21 0,2 1-31 15,-4-3-38-15,4-1-27 0,-2-1-42 0,-2 0-158 16,2-3-389-16,0-5 173 0</inkml:trace>
  <inkml:trace contextRef="#ctx0" brushRef="#br0" timeOffset="12599.68">9269 2075 236 0,'0'0'222'0,"0"0"-16"15,-6 2-21-15,6-2-7 0,0 0-13 0,0 0-17 16,0 0-13-16,0 0-13 0,0 0-12 0,25 0-11 16,-6-3-10-16,13-2-12 0,5 1-7 15,18-4-9-15,5 3-5 0,-6 4-8 16,5-4-7-16,-3 3 0 0,0-1-9 0,-5 0 3 15,-15 0-4-15,-1-1-3 0,-7 4-3 16,-5-1-7-16,-7 1 4 0,0-1-3 0,-5 1-7 16,-2-3-9-16,-3 3-7 0,-6 0-10 0,13-1-6 15,-13 1-12-15,0 0 1 0,0 0-5 0,0 0-13 16,0 0-25-16,0 0-24 0,0 0-25 0,0 0-13 16,-30 6-10-16,23-6-27 0,-1 3-90 0,8-3-286 0,-15 0 127 0</inkml:trace>
  <inkml:trace contextRef="#ctx0" brushRef="#br0" timeOffset="12916.03">10157 1927 216 0,'0'0'364'0,"0"-5"-18"15,0 5-28-15,0 0-18 0,0-7-25 0,0 7-29 16,0 0-29-16,0 0-24 0,0 0-17 0,1-5-29 16,-1 5-13-16,0 0-19 0,0 0-17 0,0 0-19 0,0 0-15 15,0 0-9-15,0 0-2 0,-5 20-10 0,4-11-2 0,1 3-7 16,-3-1 2-16,3 0-2 0,-1 1-6 16,-1 0-4-16,0 4 3 0,2 0-2 0,-1-6-5 15,1 2-13-15,-3 0-17 0,3-3-14 0,0 0-21 16,0-3-17-16,-1 1-16 0,1 0-23 0,-2-4-1 15,2-3-4-15,0 8 3 16,0-8-40-16,0 0-56 0,0 0-46 0,-7-14-172 16,3 3-450-16,4-6 199 0</inkml:trace>
  <inkml:trace contextRef="#ctx0" brushRef="#br0" timeOffset="13078.75">10075 1680 264 0,'-1'-7'283'0,"-2"-2"-6"0,3 4-14 0,-2 0-16 0,0-2-21 0,2 7-26 15,-2-6-18-15,2 1-21 0,0 5-18 0,0 0-18 16,0 0-11-16,-1-6-27 0,1 6-13 0,0 0-21 16,0 0-24-16,0 0-26 0,12 14-34 0,-6-11-35 15,0 8-35-15,3-2-37 0,1 4-23 0,-5-3-43 16,-1 1-135-16,3 0-367 0,0-1 164 0</inkml:trace>
  <inkml:trace contextRef="#ctx0" brushRef="#br0" timeOffset="13485.89">10332 1869 274 0,'0'0'304'15,"0"0"-33"-15,0 0-26 0,6 0-25 0,-6 0-24 16,0 0-23-16,0 0-21 0,0 0-15 0,0 5-22 15,0-5-11-15,4 6-9 0,-4-1-9 0,1 1-8 16,-1 5-8-16,0 0-6 0,0 1-7 16,-1 4-5-16,1 0-5 0,0 3-6 0,0-3 0 0,-2-1-2 0,2 0-5 15,-2-3-2-15,2-4-6 16,-3 1 1-16,3-2-7 0,0-2 1 0,-2 1-1 16,2-2 2-16,0-4 5 0,0 8 47 0,0-8 42 15,0 0 40-15,0 0 37 0,2 4 30 0,-2-4 23 16,0 0 6-16,0 0-24 0,0 0-24 0,7-15-22 15,-2 8-19-15,0-5-16 0,2 0-18 0,3-1-13 16,-4 0-10-16,2 2-16 0,0-1-7 16,-3 3-9-16,1 1-10 0,1 4-6 0,-6-3-7 15,4 1-3-15,-1 2-17 0,0 1-9 0,-3 2-28 16,-1 1-31-16,9-4-27 0,-1 5-21 0,2 3-21 16,0-2-38-16,4 3-39 0,4 3-42 0,-1 1-37 0,2 1-42 15,-4-1-48-15,4 1-53 0,-6-5-258 16,1 1-717-16,-4-2 318 0</inkml:trace>
  <inkml:trace contextRef="#ctx0" brushRef="#br0" timeOffset="14149.7">10689 2027 84 0,'0'0'262'0,"0"0"-10"16,-3-2-2-16,3 2-9 0,-4-3-7 0,4 3-15 0,0 0-12 15,0 0-11-15,0 0-20 0,-5-5-17 0,5 5-19 16,0 0-17-16,0 0-11 0,6-4-16 0,-6 4-9 15,15-1-12-15,-5-2-6 0,1-1-10 0,3 1-8 16,4 1-9-16,-1-5-6 0,2 2-8 0,0 0-2 16,3 0-4-16,-3-3-2 0,0-1-3 0,0 0 2 15,-1-2-6-15,0 2-1 16,-4-1 0-16,1 1-4 0,-3-3 3 0,-3 2 6 16,1 3 6-16,-3-3 4 0,-1 3 10 15,-1-1 2-15,-4 1 8 0,4 2-2 0,-5-4-2 16,2 5-8-16,-2-2-4 0,-2-1-3 0,-3 3-16 15,0 0-4-15,-4 0 0 0,0 3-5 0,-5-1 0 16,1 2-3-16,0 3 3 0,-6 0-3 0,2 4-1 0,1-2-1 16,-3 4 0-16,4-1-2 15,2 2-1-15,-1 2-13 0,0 0-9 0,5 1-10 16,1 1-11-16,2 2 3 0,2 0 0 0,4 1 9 16,1 0 1-16,7-2 0 0,2-2 6 0,13 4 3 15,-5-6 5-15,8 0 6 0,3 0-6 0,6-5-1 16,-1-1-5-16,2-2-2 0,2-3 4 0,-2 0-7 15,2-3 1-15,0-3 5 0,-4-2 0 0,0-1 4 16,-3-3 7-16,-3-1-1 0,-1-3 15 0,-4 1-1 16,-5 1 11-16,-5 1 13 0,-1-3 14 0,-3 3 15 0,-3-2 10 15,-3 6 12-15,0-5-14 0,-3 4 4 16,-1 3-11-16,-1-3-7 0,-1 3-9 0,-3 2-7 16,0 1-5-16,-4 1-7 0,0 2-2 0,-2 1-5 15,-6 3-3-15,-1 3 1 0,1 3-2 0,-6 3 3 16,5-2-2-16,3 3 1 0,-4 3-5 0,7 0 3 0,-1-2-7 0,1 3-17 15,3-1-11-15,0-2-5 0,1 0-8 0,5-2 11 16,1-2-5-16,2 0 7 0,1-4 1 0,1 2 13 16,2 0 4-16,1-6 10 0,5 3 6 15,4-3-1-15,3 1 2 0,3-3-5 0,3-3 4 0,-4 3 1 16,4-3-3-16,-3-2 7 0,-1 1 2 0,1 0 4 16,-2-1 0-16,0 2-4 0,-5 1-2 0,1-2-2 0,-3 1 1 15,0 0 7-15,-2 0 1 0,-2 1-21 0,1 0-22 16,0-1-36-16,2 3-41 0,-9 0-61 0,10-5-60 15,-3 1-276-15,-5 0-541 0,1-1 240 0</inkml:trace>
  <inkml:trace contextRef="#ctx0" brushRef="#br0" timeOffset="14466.06">11630 1792 30 0,'2'-3'306'0,"2"3"-40"0,-4 0-29 0,8-2-25 16,-8 2-22-16,13 5-13 0,-4 0-13 0,1 4-10 0,3 2-10 0,1 2-13 15,-2 2-5-15,-1 0-9 0,4 6-12 0,-6-1-7 16,-1 3-7-16,0-3-8 0,-2 5-6 0,-2-7-9 16,-3-2-7-16,-1 0-5 0,-1-1-7 0,1-3 3 15,-1-3-8-15,1 0-2 0,-3-4 3 0,3 0 6 16,-1 1 12-16,1-6 33 0,0 0 32 0,0 0-10 15,-4 2 8-15,4-2-4 16,0 0 5-16,-3-15-3 0,5 3-4 0,-1-4-15 16,4-2-31-16,5-7-22 0,4-2-41 15,3-3-30-15,5-1-33 0,1 3-38 0,1 0-41 16,-1 2-58-16,0 3-58 0,3 1-83 0,-7 1-234 16,3 2-611-16,-7 5 270 0</inkml:trace>
  <inkml:trace contextRef="#ctx0" brushRef="#br0" timeOffset="15354.05">13148 1564 211 0,'0'-4'289'0,"0"-1"-24"16,0 5-26-16,0-4-29 0,0 4-19 0,-1-5-25 15,1 5-18-15,0 0-19 0,0 0-16 0,0 0-15 16,0 0-12-16,7 17-11 0,-5-6-6 0,-2 8-8 16,5 7-7-16,-5 4-5 15,-4-1-5-15,3 0-4 0,-1 0 0 16,-1 2-8-16,0-1 0 0,0-1-6 0,-1-3 1 15,0-6-4-15,1-2-1 0,-1 0-2 0,-1-6-3 16,3-1-3-16,1 0 3 0,-2-4-1 0,3-2 2 16,-1 2 12-16,-2-4 45 0,3-3 50 0,0 6 56 15,0-6 57-15,0 0-7 0,0 0-22 0,-6-13-23 16,3 7-17-16,2-8-23 0,-3-3-12 0,3-2-11 0,-3-8-8 0,0-1-12 16,3-2-12-16,0-5-15 0,3 0-6 0,0-2-9 15,0-9-9-15,3 0 0 0,-1 14-3 0,-2 4 0 16,1 2-3-16,0 7-7 0,-2 2 3 0,3 2-5 15,-3 4-4-15,2-1-2 0,-1 3 0 0,2 1-13 16,0 2-8-16,1-2 0 0,0 3-14 0,1 1-19 16,3 0-18-16,5-2-32 0,8 4-19 0,-3 2-36 0,11 0-30 15,0 2-35-15,1 8-33 0,-3 0-24 0,0 8-25 16,-5 0-40-16,1-1-36 0,-4 2-245 0,0-2-646 16,-7-3 287-1</inkml:trace>
  <inkml:trace contextRef="#ctx0" brushRef="#br0" timeOffset="15537.49">13248 2074 165 0,'0'0'262'0,"-2"6"-10"15,2-6-7-15,0 0-17 0,-3 2-14 0,3-2-20 16,0 0-18-16,19 0-13 0,-3-1-25 0,4 0-12 0,8-4-16 0,3 3-7 15,3-1-14-15,1 1-32 0,-2-1-44 0,-1 1-49 16,-1-4-61-16,-1 0-56 0,-7 1-223 0,-4 2-405 16,-2-4 180-16</inkml:trace>
  <inkml:trace contextRef="#ctx0" brushRef="#br0" timeOffset="15738">13194 1910 150 0,'0'0'321'0,"-10"0"-23"15,10 0-12-15,-9 0-27 0,9 0-25 0,0 0-22 16,0 0-26-16,0 0-17 0,23-8-21 0,5 4-14 0,8 0-14 0,14-1-35 16,2 1-44-16,2-1-57 0,-3 0-58 0,2-1-80 15,-15 1-75-15,-4-1-133 0,2-1-392 0,-4-1 173 16</inkml:trace>
  <inkml:trace contextRef="#ctx0" brushRef="#br0" timeOffset="16292.63">14013 1692 168 0,'0'-2'353'0,"2"-3"-13"0,-2 1-22 0,0 4-22 0,2-5-29 0,-2 5-23 16,0-3-29-16,0 3-26 0,0 0-19 0,0 0-26 15,0 0-14-15,2-3-22 0,-2 3-16 0,0 0-4 16,2 9-15-16,-1-3-5 0,1 6-6 0,0 4-9 16,0 1-4-16,0 8-6 0,-1 1-6 0,2-1-6 15,-6 4 2-15,6-2 0 0,-6-1-8 0,6 3 5 16,-3-4-10-16,0 2 3 0,1-9-4 0,1 7 1 0,-2-8-3 15,0-2 1-15,0-3-6 0,0 0 0 0,2 0 0 16,-2-7-1-16,0 2-5 0,0 0-2 0,0-3 8 16,0-4 0-16,0 6 6 0,0 1 0 0,0-7 0 0,0 5 25 31,0-5 29-31,0 0 18 0,0 0 33 0,0 0-9 0,0 0-10 0,0 0-11 16,0 0-12-16,-5-22-14 0,1 7-17 15,0-4-23-15,-1 0-8 0,1-8-30 0,-5-4-25 16,4-1-12-16,-2-4-2 0,-2-10 1 0,2 13 0 15,-2 3 6-15,2 1 16 0,-2 3-10 0,-1 4 2 16,-2 0-2-16,-1 7 6 0,3 2 6 0,-4-1 0 16,1 8 2-16,-1-2-1 0,-8 4 0 0,7 1 2 15,-3 4 0-15,-3 2 1 0,2 3-1 0,0 5 5 16,3-2-3-16,-1 4 4 0,4 0 2 0,2 1-12 0,2 1-5 0,1 2-2 16,3 1 4-16,3 0-4 0,4 3 16 0,7-5-10 15,8 5 8-15,7-4 1 0,5-2-3 16,7-1-19-16,17-2-30 0,4-1-37 0,2-7-45 15,2 0-53-15,-2-6-57 0,-3 0-234 0,-6-6-538 16,-12 0 238-16</inkml:trace>
  <inkml:trace contextRef="#ctx0" brushRef="#br0" timeOffset="17673.8">14329 1724 160 0,'0'0'335'15,"0"0"-11"-15,0 0-19 0,0 0-15 0,0-7-23 16,0 7-20-16,0 0-26 0,0 0-26 0,0 0-19 16,0 0-15-16,0 0-25 0,0 0-20 0,0 0-16 15,0 0-6-15,0 0-16 0,0 0-6 0,4 21-13 16,-3-13-2-16,2 3-4 0,-2 1-7 0,3 0-2 0,-4 4-8 15,6 1-1-15,-6 0-7 0,0 0 3 0,1-3-6 0,1 0 0 16,-1-4-5-16,2 0 3 0,-2-4-4 0,0 2-5 16,0-4 7-16,1 1 3 0,-2-5-2 0,0 8-2 15,0-8 24-15,1 4 35 0,-1-4 27 16,0 0 1-16,0 0-8 0,0 0-6 0,0 0-11 16,10-16-9-16,-1 7-18 15,-4-1 3-15,3-5-6 0,0 1-10 0,3-3-2 16,-2 0-3-16,-1 1-7 0,1 3-1 0,-4 3-5 15,-3 1-2-15,2 5-7 0,-1-3-6 0,3 3-13 16,-6 1-12-16,4-1-19 0,-4 4-34 0,4-6-27 16,-2 5 1-16,-2 1-1 0,0 0-5 0,13 7-9 15,-5 0-6-15,-1 3-13 0,2-3-13 0,8 7-4 16,0-4 2-16,2-1-7 0,8 4-14 0,6-4-16 0,-1 0-14 16,2-2 0-16,2-1-6 0,0-3-5 0,-3-1 17 15,-1-2 14-15,-2-2 18 0,-9-3 15 0,-2 0 32 16,-1-1 35-16,0-4 39 0,-4 0 26 0,-4 0 34 15,-2 1 27-15,-3-2 19 0,-1-3 29 0,-1 2 19 16,-2 0 5-16,-1 1 0 0,0-1-1 0,-4 3-3 16,3-3-12-1,-6 5-9-15,2-3-14 0,-4 5-7 0,0 0-13 0,4 1-4 16,-6 1-7-16,-1 3-8 0,1 0-6 0,-3 3-4 16,-2 4-2-16,0 0-5 0,-1 1-2 0,-2 1-7 15,5 6 2-15,-4-3-8 0,5 0 2 0,2 3 2 16,2-2-16-16,1 2-3 0,2-5-1 0,2-1-3 15,0 1 2-15,3-2-1 0,-2-3 2 0,3 2 3 16,0-2 8-16,3-3 7 0,-2 1 11 0,4-1 5 0,4-4 3 16,4 2 5-16,-3-3-2 0,4-2 6 0,2-1 8 15,1-2-1-15,1-1 0 0,4-6-2 0,-5 3 0 16,-2-1-9-16,4 1 2 0,-5-2-8 0,4 2 9 16,-5 0-10-16,1 0 4 0,-5 4-2 0,2 1-1 15,-4 2 1-15,-2 0 3 0,0 0-13 0,-5 3 1 16,0 2-14-16,8-5-15 15,-7 0-17-15,-1 5-7 0,7 0-5 0,-7 0 5 16,10 7 5-16,-7-3-2 0,3 5 1 16,-1-2-9-16,2 0-2 0,2 3-7 0,0-1-4 15,0 1 1-15,1-2-1 0,3 1 2 0,-2-1-6 16,1 0 1-16,2-4-6 0,-5 0 5 0,4-1 7 16,-2-1 4-16,1-4 4 0,-3-1-1 0,2-1 8 0,1-4 2 15,-4-1 3-15,4-4 10 0,-4-2 18 0,0-1 6 0,0-1 14 16,-2-2 14-16,3-6 4 0,-4-2 9 0,-3 1 9 15,2-4 2-15,1-3 0 0,0 2-1 0,-2 0 22 16,1 2 18-16,-2 3 16 0,1 8 16 0,-1 1 5 16,-2 5 3-16,3 2-2 0,-2 1-17 0,-1 4-18 15,0 0-10-15,0-2-19 0,2 5-36 0,-2 2-37 16,0 0-42-16,-2-6-46 0,2 6 6 0,0 0 0 0,0 0 12 16,-4 22 3-16,1-5 10 0,-4 10 6 0,3 2 10 0,-1 1 6 15,0 0 1-15,3 2 11 0,-2-3-3 0,1 1-12 16,3 0-1-16,1-1-2 0,-1-5 0 15,0-4-7-15,-2 0 3 0,3-4-5 0,0-1-2 16,1-3-17-16,-2-3-10 0,1-2-1 0,-1-1 6 16,1-1 8-16,1-1 12 15,-2 0 8-15,0-4 4 0,0 0-22 0,0 0-28 16,0 0-18-16,0 0-17 0,-4-18-13 0,2 8-4 16,0-2-3-16,-2 1 11 0,3-1-10 0,-3 2 16 15,-3-6 22-15,1 4-1 0,0 3 8 0,-3-4 13 0,0 3 11 16,-5-1 15-16,2 4 14 0,-3-1 15 0,-2-1 5 15,6 5 14-15,-2 0 2 0,0 1 19 0,3-1-5 16,6 3 3-16,-5 0-10 0,9 1 8 0,-9-3-6 16,9 3 4-16,0 0 4 0,-7 0 4 0,7 0 13 15,0 0 5-15,16 9 7 0,2-6 9 0,5 0-4 16,9 1 3-16,5-4-9 0,1 2-1 0,14-4-3 16,0 0 0-16,-1 0 9 0,0 1 2 0,-13-3 6 15,0 2 3-15,0-1 7 0,-5-2 2 0,1 0 11 16,-5 2 10-1,-10-2 9-15,-2 4 27 0,-5-2 2 0,0 2 13 0,-1-2 9 16,-7 2-2-16,1-2 0 0,-5 3-11 0,11-2-13 16,-11 2-11-16,6-2-8 0,-6 2-10 0,0 0-16 15,0 0-14-15,10 0-13 0,-10 0-11 0,0 0-22 16,0 0-4-16,4 10-1 0,-7-5-1 16,3 1-2-16,0 2 1 0,-1 2-2 0,1 2 6 15,0-2 10-15,-2 5-9 0,4-1-3 0,-4 3 6 0,2-2-19 0,2 1-9 16,-2-4-13-16,0-1-10 0,0-2-9 0,1 0-12 15,2-1-17-15,-2-1-21 0,-1-2-17 0,0 0-19 16,0 2-17-16,0-6-4 0,0-1-5 0,0 0-27 16,0 0-286-16,0 0-510 0,-5-13 226 0</inkml:trace>
  <inkml:trace contextRef="#ctx0" brushRef="#br0" timeOffset="17827.43">15707 1430 129 0,'-2'-4'322'15,"1"-1"-25"-15,-1 1-23 0,2 4-25 0,-3-4-30 16,3 4-20-16,0-4-26 0,0 4-20 0,0 0-22 16,11 1-31-16,-3-1-36 15,2 4-46-15,6 6-50 0,-2 0-48 0,4 0-67 16,-3-1-199-16,-4-2-373 0,2 3 166 0</inkml:trace>
  <inkml:trace contextRef="#ctx0" brushRef="#br0" timeOffset="18212.8">16324 1574 114 0,'2'-5'287'0,"0"3"-26"0,-2 2-22 16,0 0-27-16,0 0-19 0,-7-3-17 0,7 3-14 15,-11 0-22-15,6 5-18 0,-7-1-12 0,1 3-13 16,2-2-9-1,-7 6-12-15,2 0-4 0,1 1-10 0,-2 3-4 0,6-2-6 16,-3 2-3-16,5-1 0 0,-1-2-12 0,5 0-6 16,1 0-2-16,0-1-3 0,0-3-1 0,2 4 1 15,4-4 0-15,-2-3 4 0,5 3 1 16,-2-3-4-16,7-1 5 0,-1 0-1 0,5-6 5 16,-4 4 7-16,6-6 19 0,-5 0 7 0,0-2 0 15,2-4-2-15,-1 1-1 0,-1-4-17 0,-5 3 5 0,-1-6-8 0,1-1-15 16,0-1-12-16,-6-2 1 0,0-3-12 0,-2 3-5 15,-2 2 1-15,-3-2-3 0,-2 6 0 0,-2-3-8 16,-2 2-11-16,-3 4 1 0,-1 0-3 0,0 4 3 16,-2 0-11-16,-6 5-6 0,5-1-17 0,0 6-11 15,-1-2-25-15,-2 7-19 0,4-5-31 0,-1 8-23 16,4-2-42-16,-1 0-24 0,7 0-182 0,0 1-442 0,7 0 196 16</inkml:trace>
  <inkml:trace contextRef="#ctx0" brushRef="#br0" timeOffset="18598.38">16509 1593 168 0,'0'0'366'0,"4"-7"-28"0,-2 5-25 0,-2 2-30 15,0 0-28-15,3-5-33 0,1 5-20 0,-4 0-27 16,0 0-19-16,0 0-16 0,0 0-19 0,0 0-12 15,4 6-13-15,-4-1-8 0,-1 6-6 16,-2-2-9-16,2 1-11 0,1 0-1 0,-4 4-4 0,4-5-9 0,-2 1-1 16,1-3-9-16,-1 1-5 0,-1-2 3 0,3-2-4 15,0 0-1-15,0-4 3 0,-1 6 0 0,1-6 13 16,0 0 26-16,0 4 23 0,0-4-8 0,0 0-4 16,0 0-7-16,18-7-4 0,-7 2-9 0,-1-2-7 15,3 0-4-15,3-2-3 0,-1 0-1 0,-1-2-10 16,-4 6 4-16,2-3-1 15,-6 4 2-15,3-2 1 0,-4 2-21 0,4 2-6 16,-4-1 3-16,-5 3-11 0,9 0-6 16,-9 0-5-16,15 7 0 0,-7-2-3 0,1 0 0 15,1 5-4-15,3 0-15 0,0 1-1 0,-2 2-36 16,3 1-36-16,-2 1-35 0,2-3-41 0,-4 2-43 16,-1-5-61-16,0-1-69 0,-3 0-229 0,2-4-622 15,-3-1 276-15</inkml:trace>
  <inkml:trace contextRef="#ctx0" brushRef="#br0" timeOffset="18776.73">17120 1713 456 0,'0'0'443'15,"0"0"-43"-15,-8 1-37 0,8-1-40 0,0 0-31 16,0 0-46-16,0 0-54 0,0 0-64 0,0 0-57 15,0 0-88-15,0 0-93 0,0 0-135 0,0 0-179 16,0 0-459-16,0 0 203 0</inkml:trace>
  <inkml:trace contextRef="#ctx0" brushRef="#br0" timeOffset="20781.25">4186 2870 154 0,'0'0'147'0,"0"0"-4"0,0 0-19 0,0 0-10 16,0 0-14-16,0 0-11 0,0 0-5 0,0 0-9 16,0 0-7-16,19-2-18 0,-13 2 6 0,3 0-7 15,3-2-2-15,2 1-8 0,2-1-2 0,6 1-3 0,-3-2-5 16,13 0 0-16,-1 1-5 0,1 0 2 0,1-3-4 16,4 2 9-16,-1 1-2 0,2-1-2 0,2 0-2 15,11-1-2-15,-14 2-3 0,1 2 5 0,16-5-7 16,0 2 1-16,-15 3 7 0,17-2-4 0,-2-1-3 15,-1 1 4-15,2 0-1 0,-1 2-5 0,0-3 0 16,0 1 0-16,3-1-6 16,-3 1 3-16,2-3 2 0,3 3-2 0,-4-1-7 15,2 1 7-15,-4-2-1 0,2 1-1 0,-3 1-5 16,3-3 2-16,1 4 12 0,-1-1-15 0,0 0-1 16,1 1 2-16,-2-3-4 0,0 4 4 15,-2-1-6-15,1-3 5 0,-1 0-6 0,-1 4 7 0,-13-3-4 16,22-2 0-16,-23 3-1 0,17-1 1 0,-16-1 0 15,16 1 3-15,-17 2-6 0,-1-4 3 0,5 3-1 0,0-1 0 16,-3-3-1-16,1 5 2 0,14-4-1 0,-17 0-10 16,0 2 9-16,1 2-1 0,-2 0 2 0,1-2-3 15,4 2 17-15,-2-6 13 0,1 7-11 0,-1-5 2 16,0 5-3-16,16-3 1 0,-17 1-2 0,4 0 2 16,-3 1-6-16,16 0-1 0,-2 1-3 0,2-3 3 15,-2 1-4-15,1 2 1 0,-1-2-1 0,2 2 6 0,-1-1-10 0,0-1 5 16,-2 4-7-16,0-1 3 0,3-1-3 0,-3 0 3 15,5 0-2-15,-5 0 1 0,5-1-1 0,-3 1 0 16,3-3 2-16,-1 3-2 0,1 1 1 0,2-2 3 16,-1 1-3-16,2-1-2 0,1 0 1 15,3 1-2-15,-9 0 0 0,4 0-2 0,-2-2 3 16,1 1-1-16,0 1 1 16,-2-1-3-16,4-2 1 0,-2 3-2 0,1 3 6 15,-1-6-6-15,3 3 3 0,-2 0 0 0,2-1 0 16,0 0-1-16,-2-1 7 0,-1 0-6 0,3 2-1 15,-5-1 2-15,1-1-3 0,-4 2 2 0,1 0-1 16,3 0 8-16,-1-3-7 0,0 3-1 0,-1-2-2 16,1 4 6-16,0-4-2 0,2-1-2 0,1-1 9 15,4 3 2-15,-6-3-1 0,3 4 4 0,-1-3-4 0,-2 2 0 16,0-2 4-16,3 0 0 0,-1 0-3 0,-4 2 1 16,5-2 0-16,3 0 0 0,-1 2 2 0,0-3-3 0,2 3 1 15,3 0-3-15,-3 1 3 0,3-2-4 0,-2 2 2 16,26-2-1-16,-34 4 3 0,4-5 1 0,4 3 0 15,-2-1-2-15,5 2 4 0,24-1-4 0,-27 0-1 16,2 0 1 0,-1-1 0-16,29 1 4 0,-28 0 1 0,3-1 2 15,22 2-1-15,-29-1-2 0,-2-1-2 0,5 2 1 16,2 1-3-16,-1 0 4 0,25-2-4 0,-23 2 0 16,-3-2-1-16,1 2-1 0,1-1-1 0,-2-1 1 15,27-2-2-15,-32 4 3 0,4-3-1 0,0 1-2 16,1-1 1-16,-1 1 0 0,2 2-3 0,2-2-1 15,-4 0-1-15,29 0 4 0,-30 0-7 0,-3 4 3 0,8-1-2 0,-3-1 4 16,0-1-2-16,3 0 1 0,-2 0-1 0,25 2 1 16,-26-2-2-16,-1 0-2 0,5-1 3 15,22 3-1-15,-29-3-1 0,2 0 2 0,0 0-2 16,29 1 1-16,-29-2 2 0,28-2-3 0,-29 3 3 0,29 2 1 16,-24-4-3-16,31 5-1 0,-32-2 5 0,29-1-3 15,-7 0 2-15,-25 0-3 0,3-1 5 0,23-2-1 0,-22 3 0 16,22 0-2-16,1 0 3 0,-28 0-3 0,30 2 3 15,-29-1-1-15,27-5-1 0,-34 4 3 0,7-2-3 16,-4-1 1-16,0 2 1 0,-1-3-2 0,0 5 0 16,-8-4-1-16,3-1 3 0,-1 1-1 0,-14 1-2 15,-1 0 2-15,0 0 0 0,-3 0-1 0,-2-4-3 16,-6 5 3-16,-8-3 9 16,0 4 4-16,-7-3 4 0,0 3 10 0,-1-2-4 15,-3 0 0-15,-1 1 1 0,-2-1-3 0,-5 2-2 16,9 0-3-16,-9 0-9 0,7-2-13 0,-7 2-24 15,4 0-24-15,-4 0-21 0,0 0-39 0,0 0-46 16,-21-3-74-16,7 1-220 0,-4 1-487 16,-4 0 216-16</inkml:trace>
  <inkml:trace contextRef="#ctx0" brushRef="#br0" timeOffset="24929.44">2917 4743 85 0,'1'-3'173'16,"-1"-1"5"-16,3 2-1 0,-3 2-13 0,1-9-3 16,0 5-4-16,1 0 0 0,-2-2-14 0,1 2-10 0,-2-1-9 15,-1-1-14-15,2-1-6 0,-1 4-5 0,0-3-6 0,-1-1-9 16,0 2 1-16,-2 0-6 0,0-1-8 16,-1 0-8-16,-1 2-4 0,-3-2-7 0,0-1-7 15,1 1-3-15,-3 3-3 0,2-2-3 0,-3 1-6 16,2 4-3-16,1-3-6 0,-5 3 0 0,4 0-6 15,-3 3 8-15,-5 1-10 16,0 1-2-16,-1 4-5 0,0 2 0 0,-4 5-5 16,1 6 2-16,0 0-2 0,2 0 2 0,2 2 4 15,3-1-5-15,2 3-2 0,-1-2 2 0,5 2-2 16,1-2 0-16,3-4-2 0,1 4-5 0,1-4 2 16,6-1-3-16,1-1 2 0,0-1 2 0,1-2 0 15,4 2 1-15,0-7 3 0,0 0 3 0,0-3-4 16,2-1 7-16,2-2-1 0,0 1 4 0,7-5 6 0,-6 0 7 0,3-5 7 15,1 1 11-15,-3-4 3 0,2-2 1 0,-3 0 7 16,1-2 7-16,-2-3 0 0,-4-1 2 0,2-1 5 16,0-1 0-16,-1-5-9 0,-4-2 9 15,1 6-7-15,-3 0 11 0,1 0-2 0,-4-2 17 16,2 3-3-16,-1-1 3 0,2 2 5 0,-4 5 9 16,0-1 4-16,1 6-4 15,-1-3 0-15,0 3-6 0,0 2-9 0,0-2-18 16,0 3 0-16,0 1-6 0,0 3-9 0,0-6-10 15,0 6-12-15,0-6-8 0,0 6-30 0,0 0-45 16,0 0-4-16,0 0 11 0,0 0-1 0,3 17 3 16,-2-5 5-16,0 4-2 0,0 4 17 0,-1 4-7 15,-1 3 8-15,1 2 7 0,0-3 1 0,0-1-1 16,0-1 3-16,0-3 8 0,3-2-5 0,-3-1 2 0,1-1-1 0,-1-5 5 16,3-1-3-16,-2 2 4 0,-1-3-1 0,0-1 14 15,4-1-14-15,-3-3 2 0,0 2 1 0,-1-4 0 16,3 2 5-16,-3-1 4 0,0-2 6 0,0-2 0 15,3 5 12-15,-2-2 1 0,-1-3 4 0,2 3 2 16,-2-3-4-16,0 0 2 0,19-6-6 0,-5 1-20 16,6-4-56-16,9-4-79 0,3-3-101 0,0-3-129 0,15-8-281 15,-8-3-696-15,-9 9 308 0</inkml:trace>
  <inkml:trace contextRef="#ctx0" brushRef="#br0" timeOffset="25662.38">3180 4707 16 0,'1'-2'210'16,"3"-3"-17"-16,0 3-13 0,1 0-26 0,0-1-15 0,1 1-15 16,2 2-15-16,1-2-10 0,4 2-7 0,-4 4-29 15,1 0-1-15,4 2 0 0,-4 1-6 0,3 5 2 0,0 1-1 16,0 4-8-16,1 4-4 0,-7-3-3 0,2 5-2 15,-1 2-7-15,-5 3 1 0,-2-5-7 0,0 0 4 16,-2 4-12-16,-2-10 8 0,0 2-1 0,-4 0-6 16,1-1 0-16,-1-4-1 0,2-2-2 0,-4 0 5 0,4-2 10 15,1-3 9-15,-2 0 6 0,3-2 10 0,1 1 22 16,-2-1 21-16,0-4 37 0,3 2 29 0,1-3 36 16,0 0 2-16,0 0-36 0,0 0-19 0,-5-8-11 15,9-1-22-15,0-1-14 0,3-6 2 0,0-2-18 16,4-6-11-16,3 0-15 0,1-3-6 0,1 1-8 15,-1 1-1 1,2 1-11-16,-4-3 2 0,-5 9-6 0,4 3 2 16,-6-2-9-16,2 6 3 0,-3 2-5 0,0 0 2 0,-1 2 2 15,0 2-8-15,0 0-2 0,-3 1 1 0,2-1-9 16,-2 3-11-16,-1 2-9 0,4-4-34 0,-4 4-3 16,0 0 1-16,0 0 6 0,-3 15 3 15,3-6 9-15,-1 3-2 0,1 3 16 0,-1 5-7 16,-2-2 10-16,6 0-5 0,-2 0-1 0,0 0 0 0,3 0 4 0,5 0 6 15,-1-2-2-15,3 0-14 0,6-2-26 0,6-1-48 16,1-5-69-16,4 2-99 0,2-8-330 0,5 0-646 16,0-4 286-16</inkml:trace>
  <inkml:trace contextRef="#ctx0" brushRef="#br0" timeOffset="26595.85">3916 4937 61 0,'-5'1'175'16,"5"-1"-5"-16,-4 2-4 0,4-2-6 0,0 0-12 16,0 0-11-16,0 0-5 0,0 0-12 0,-4 2-8 15,4-2 0-15,0 0-6 0,0 0-8 0,0 0 1 16,0 0-11-16,0 0-1 0,0 0 3 0,0 0-9 0,0 0-3 0,0 0-7 15,0 0 0-15,0 0 0 0,0 0-13 0,0 0 4 16,0 0-9-16,0 0-6 0,0 0-3 0,0 0-3 16,0 0-3-16,0 0-4 0,0 0-2 0,0 0-2 15,0 0 5-15,0 0-2 0,0 0 0 0,0 0 6 16,0 0-3-16,0 0 5 0,0 0 0 0,0 0 2 16,0 0 5-1,0 0 4-15,0 0-6 0,0 0 1 0,0 0-3 16,0 0 1-16,0 0-2 0,0 0-5 0,0 0-2 15,0 0-2-15,0 0-7 0,0 0 3 0,0 0-5 0,0 0-5 16,0 0 0-16,0 0-4 0,0 0 0 0,0 0-1 16,0 0-3-16,0 0 7 0,0 0-10 15,0 0 3-15,0 0-9 0,0 0 2 0,0 0 4 16,0 0-6-16,0 0 3 0,0 0-4 0,0 0 1 0,0 0 3 0,0 0-2 16,0 0-4-16,0 0 3 0,0 0-3 0,0 0 2 15,0 0 0-15,-3 3 0 0,3-3 1 0,0 0-3 16,0 0-7-16,0 0 8 0,0 0-2 0,0 0-2 15,0 0 2-15,0 0 6 0,0 0-4 0,0 0 3 16,0 0-6-16,0 0 2 0,0 0 3 0,0 0-8 16,0 0 3-16,0 0 0 15,0 0-1-15,0 0 0 0,0 0 0 0,23-4 3 16,-17 3 0-16,8-1 2 0,-1 2-3 0,5-3 3 16,2 0-4-16,7-1 1 0,4 1 2 0,3-3-2 15,-1 0 5-15,3 1-1 0,1 0-4 0,0 1-3 16,1 0 6-16,-2-2 0 0,-1 2-3 15,-5 1 3-15,-3-1 1 0,-9 0-4 0,-3 3 4 16,-3-1-4-16,-1 1-1 0,-3-1 2 0,-3 1-3 0,2 1-8 0,-7 0-14 16,7-2-22-16,-7 2-12 0,0 0-21 0,0 0-20 15,0 0-17-15,0 0-15 0,-21 2-25 0,7 1-23 16,2-1-16-16,-1-1-24 0,-1 0-30 0,-3 2-133 16,1 0-414-16,-1-2 183 0</inkml:trace>
  <inkml:trace contextRef="#ctx0" brushRef="#br0" timeOffset="26818.47">4141 4791 193 0,'0'-7'321'16,"-3"1"-10"-16,3 2 1 0,-2 0-9 0,1 0-9 16,-2 1 2-16,2-1-40 15,1 4-28-15,-3-3-18 0,3 3-34 0,0 0-20 16,0 0-22-16,0 0-22 0,0 0-12 0,0 0-9 15,0 18-11-15,0-5-6 0,0 5-6 16,4 8-4-16,0 3 0 0,0 1-17 0,1-1-13 0,0 1-32 16,-1 0-31-16,1-2-28 0,-1-1-37 0,-2-2-38 15,2-5-44-15,2-2-81 0,-3 1-274 0,-1-7-574 16,2-2 255-16</inkml:trace>
  <inkml:trace contextRef="#ctx0" brushRef="#br0" timeOffset="27497.76">4684 5092 68 0,'0'0'201'15,"0"0"-5"-15,0-17-6 0,1 13 2 0,1-1-6 16,0-2 2-16,4-1-25 0,-3-2-4 0,0 0-4 16,-1-1-2-16,2-2-5 0,0-3-10 0,1-1-3 15,1 0-5-15,2-8-4 0,-2 0-9 0,2 0-3 16,-4-2-11-1,2-2-1-15,1 3-11 0,-2-3-1 0,-4 1 0 0,3 0-11 16,-1-4-4-16,-2 3-1 0,0 0-2 0,-1 3-5 16,0 1-9-16,-1 6 3 0,2 2-8 0,-2 0 2 15,-3 5 1-15,4 2-2 0,0 2-5 0,0 1 9 16,0 1-27-16,0 2 0 0,0-2-9 16,0 1-30-16,0 5-15 0,-1-5-26 0,1 5 2 0,0 0 2 15,0 0 6-15,-8 12 4 0,3 1 2 0,-3 5 7 0,3 5-1 16,-3 3 4-16,-2 4 1 0,1 3 5 0,3 4 1 15,-2-2 4-15,3 0 0 0,-4 11 1 0,7-12 6 16,-1 0-3-16,1-4 2 0,4-4 2 0,-2 0 5 16,4-6 1-16,2-2 4 0,-1-1 3 0,3 3 2 0,1-6 6 15,1-1 9-15,-1-2 3 0,4-5 0 16,0 1 3-16,2-1 1 0,3-2-3 0,-5-3 0 0,5-1 5 0,-2-1 0 31,-2-1 14-31,5-3 3 0,-3 0 8 0,-5 0-4 0,2-3-12 16,-4-2-3-16,0 0 8 0,-1 0-15 0,-1-1 1 15,1-4-4-15,-3 1-8 0,-5 2 1 0,4 2 1 16,-4-1-10-16,-4 0 1 0,0 2-10 0,-1 1-5 16,-4 1-11-16,-1 2-7 0,-7-2 4 0,-3 4-6 15,2 2 15-15,0 0-11 0,-1 2 15 0,5 0-29 16,0 2-26-16,-4-2-21 0,4 3-22 0,5-1-26 16,-1 1-22-16,2 1-18 0,2-1-6 0,2 0-7 0,0 1-19 15,8-1-44-15,0-2-39 0,-2 1-174 0,7-1-491 16,0-4 217-16</inkml:trace>
  <inkml:trace contextRef="#ctx0" brushRef="#br0" timeOffset="27851.97">5033 4320 86 0,'2'-4'205'16,"-2"4"-29"-16,0 0-21 0,0 0-18 0,11 8-8 16,-5 0-12-16,0-1-10 0,5 8 2 0,-1 2-10 15,5 10 2-15,-2 4-7 0,6 15 6 0,-3 9 2 0,0-1-4 16,-3 0-2-16,-3 5-6 0,-1-2-8 0,-4 1 0 0,-1 0-7 15,-1-5-6-15,-7-1-5 0,-1-3-3 16,-6-4-4-16,0-12-4 0,-1 3-1 0,-1-4-1 16,-4-1 4-16,-1-1-1 0,-3 0 3 0,-3 0-7 15,-1-4-2-15,-2-3-1 0,-13 6-4 0,8-11-1 16,-5-5-29-16,-11 3-48 0,-6-4-69 0,14-9-105 0,-16 0-243 0,-1-1-488 16,0-5 216-16</inkml:trace>
  <inkml:trace contextRef="#ctx0" brushRef="#br0" timeOffset="28653.9">2490 4313 163 0,'0'0'185'0,"1"-4"5"16,-1 4-8-16,0 0 4 0,0 0-6 0,0-5-8 15,0 5-11-15,0 0-18 0,0 0-5 0,-1-5-16 16,1 5-14-16,0 0-14 0,0 0-14 0,0 0-14 15,0 0-10-15,0 0-13 0,0 0-4 0,-8 17-5 16,-2-8-11-16,1 11 5 0,-6 6-7 0,-3 6-6 0,-2 18-3 0,-12 28 4 16,1-1-4-16,-4 3 2 0,7 2 0 0,12-26 0 15,-6 24 7-15,10-24 3 0,5-3-12 16,0-2 2-16,5 3-2 0,2-19 1 0,5 13 1 16,8-2 23-16,0-12 0 0,11 8 4 0,6-4 4 0,14-10-1 15,3-2 0-15,11-5-3 0,4-2-4 0,29-2-48 16,-28-10-64-1,3 1-99-15,-6-3-275 0,4-3-484 0,-4-4 215 16</inkml:trace>
  <inkml:trace contextRef="#ctx0" brushRef="#br0" timeOffset="31591.94">5324 4197 40 0,'-1'-5'215'0,"1"5"-13"0,0-5-2 0,0 5-1 0,0-4-11 16,0 4-2-16,0 0-12 0,0-5-10 0,0 5-11 16,0-4-16-16,0 4-13 0,0 0-11 15,0 0-14-15,0 0-9 0,0 0-13 0,-1-4-11 16,1 4-9-16,0 0-13 0,0 0-2 0,0 0-9 16,0 15-3-16,1-4-4 0,-1 2-3 0,0 2-4 0,-3 3 0 15,3 0-1 1,-1 7-1-16,1-4-2 0,-2-3-1 0,2 7-3 15,0-6-3-15,-2 1 3 0,1-3-4 0,1-5 3 16,0 3-1-16,0-5-4 0,-1 0 1 0,1-3 2 16,0-3-1-16,0 4 0 0,1-1 1 0,-1-5 4 15,0 1 23-15,0-3 32 0,0 6 31 0,0-6 30 16,0 0 41-16,-1 3 22 0,1-3 15 0,0 0-18 16,0 0-19-16,9-17-22 0,-3 8-12 0,4-8-15 0,1 0-13 0,1 2-11 15,2-7-15-15,3 1-5 0,-7 4-10 0,2 2-10 16,-2 3-2-16,-1-2-4 0,-4 5-7 0,0 1-4 15,-1 1-5-15,2 1 3 0,-2 4-15 0,-1-2-8 16,-2 1-2-16,2-1-10 0,-3 4-27 0,5-2-20 16,-5 2-14-16,0 0 3 0,0 0 3 0,7 8 4 15,-2-2 4-15,-1 2-3 0,1 2-5 0,-1 0 9 0,3 7 8 16,-1-2 5-16,2-5-5 0,-2 3 10 0,-3 0 2 16,2-3 22-16,0-1-19 0,0 1 2 0,0-2 3 15,-3-1 6-15,1 0 5 0,0-2-8 0,-2 0 6 16,0-1 3-16,3 0 2 0,-4-4-5 0,0 8-6 15,0-8-1-15,1 5 12 0,-1-5 5 0,0 0-2 16,3 4 0-16,-3-4 2 16,0 0-1-16,0 0 1 0,0 0-4 0,0 0-11 15,3 6-19-15,-3-6-31 0,0 0-23 0,0 0-33 16,2 1-40-16,-2-1-42 0,0 0-23 0,0 0-36 16,10 4-56-16,-5-2-206 0,3 0-562 0,-8-2 249 15</inkml:trace>
  <inkml:trace contextRef="#ctx0" brushRef="#br0" timeOffset="32647.85">6573 4664 194 0,'5'-5'208'0,"0"-3"-8"15,-1-1-8-15,-2 4-1 0,1-2-11 0,-1 2-10 16,0 0-8-16,-4 1-18 0,0-1-16 0,-1-2-9 15,-3 4-21-15,-7-2-10 0,2 4-11 0,-7-2-7 0,-1 3-7 0,-6 1-5 16,-3 1-9-16,-4-1-2 0,2 4-6 0,-6 1-4 16,0 0-4-16,-1 4-5 0,0-3-5 0,1 5-1 15,4-3 2-15,-1 3-8 0,5-1 2 0,1 3-4 16,4-2-20-16,8 1-3 0,-2-4 4 0,8 4-1 16,1-2 1-16,3 0 2 0,4 1 0 0,1-1 1 15,1 1 0 1,8 1 4-16,3-2 1 0,3-2-1 0,13 1 0 0,1-4 3 15,5 1-3-15,-1-5 1 0,4-2 6 0,-4-4-7 16,7-3-1-16,-4 1 0 0,-2-6 2 0,-2-2-2 16,0 2 1-16,-4-5 2 0,-1-2 3 15,-4-3 11-15,0 2 12 0,-3-4 5 0,0-2 7 16,-6-3 14-16,-4-1 5 0,-1 0 5 0,0-2 4 0,-7-1 8 16,1-2 2-16,-2-1 8 0,-1 2 7 0,-1 2 1 0,-2 1 11 15,1-1 3-15,-2 5 3 0,1 2-4 0,1 7 6 16,-3 2-3-16,4 5 3 0,-1 0 0 0,1 6-10 15,1 0-11-15,-1-1-16 0,1 1-11 0,-3 4-21 16,3 1-37-16,0-5-46 0,0 5-42 0,0 0-8 16,0 0 8-16,0 0 4 0,-4 18 6 0,4-1 8 15,-1 3 7-15,0 7 7 16,1 4 9-16,-2 2-1 0,2 0 0 0,2 4 13 16,-1 9 1-16,2-11 4 0,-1 1 5 0,1-4-1 15,-1 0 6-15,3-3-1 0,-1 0 4 0,0-3 0 16,-3-5-3-16,2-3 8 0,-2 1-5 0,0-8 0 15,-1 0 4-15,2 0 3 0,-2-3 1 0,1 0-2 16,-1-3-1-16,3-1 4 0,-3 1 4 0,0-1-2 16,1-1 20-16,-1-3 8 0,1 5 11 0,0-2 0 0,-1-3 6 0,0 0-4 15,0 5 1-15,0-5 3 0,0 0-2 16,0 0-18-16,3 1 10 0,-3-1-14 0,0 0 8 0,0 0-15 16,0 0 12-16,0 0 0 0,0 0-6 0,0 0-20 15,0 0-7-15,0 0-7 0,0 0-22 0,0 0-21 16,0 0-22-16,0 0-18 0,0 0-37 0,0 0-81 15,1-10-83-15,1 3-308 0,1-2-652 0,0 0 288 0</inkml:trace>
  <inkml:trace contextRef="#ctx0" brushRef="#br0" timeOffset="33333.94">6740 3972 157 0,'0'-5'223'0,"0"5"-7"15,0-5-2-15,3 3-10 0,-3 2-9 0,1-4-19 16,-1 4-15-16,3-3-16 0,-3 3-16 0,0 0-15 16,0 0-14-16,0 0-13 0,0 0-10 0,0 0-11 0,0 0-7 0,2 9-8 15,1-4-4-15,-3 3-3 0,0 4-5 0,1 2-4 16,-1 3-7-16,0 0 1 0,0 5 1 0,0-4-8 16,4 1-1-16,-4-1-3 0,0 2 1 0,0-2-4 15,0-1 1-15,0-2-4 0,1-5 1 16,-6-1 0-16,5-1-2 0,0-1 2 0,0-2-1 15,0-1 20-15,0 1 40 0,0-1 40 0,0-4 39 0,0 4 32 0,0-4-6 16,0 0-15-16,10-10-11 0,-5 3-25 0,2-2-12 16,-1-2-13-16,4-7-14 0,-1 2-12 0,4-5-3 15,-3 4-5-15,2 0-12 0,0 1-1 0,-1-2-14 16,-2 6 2-16,2-3-14 0,-6 6 9 0,-1 2-8 16,1 4-10-16,-1-1 1 0,-3-3 0 0,3 3-17 15,-4 4-8-15,4-4-22 16,-4 4-17-16,0 0 2 0,10 3 5 0,-10-3-8 15,5 12 1-15,-1-7 5 0,0 4 11 0,1 1-9 16,0 4 6-16,0-3-6 0,2 4 12 0,-1-1 3 16,-2-2 2-16,1 0-33 0,0 0-18 0,-1-3-29 15,0 3-44-15,-3 3-46 0,3-6-71 0,0 3-79 16,-2-6-193-16,0 1-578 0,-1-2 255 0</inkml:trace>
  <inkml:trace contextRef="#ctx0" brushRef="#br0" timeOffset="34452.61">6987 4466 195 0,'-2'-3'236'0,"2"-2"-8"0,0 5-6 0,0-8-7 15,-1 7-15-15,1 1-15 0,1-6-16 0,-1 6-12 0,0 0-24 16,0 0-15-16,0-4-11 0,0 4-9 0,0 0-8 15,0 0-16-15,0 0-4 0,0 0-15 0,0 0-5 16,8 10-3-16,-3-2-5 0,-2-2-5 16,2 2-4-16,1 1-1 0,-1 3-4 0,3-2 3 15,2 5-2-15,-3-6-5 16,3 3-1-16,-1-2-5 0,-2-2 1 0,1 0 0 16,-4-4-4-16,2 1 1 0,1 0-2 0,-1-3 0 15,-1 2 0-15,3-6-3 0,-3-1 1 0,5-2-5 16,2-2 3-16,-3-3-3 0,5-2-2 0,-5-2 3 15,-2 1-3-15,4-4 1 0,-2 3-3 0,-2-2 9 16,3 1 6-16,-3-1-1 0,1 1 6 0,-2 3-3 16,-3 2 8-16,1-1 9 0,-1 2-11 0,-2 1 6 0,2 1 4 0,-1 3-8 15,0-1-4 1,-2 0-2-16,1 2-11 0,-1 3-15 0,1-4-17 0,-1 4 1 16,0 0 0-16,0 0-1 0,0 0 1 0,3 10 3 15,-3 1-3-15,-3 0 2 0,2 7 1 0,0 2 0 16,-4 8 2-16,1 2 3 0,0 4 4 0,-2 3-1 15,1 8 4-15,1-11 2 0,0 0 3 0,0 13-6 16,3-13 4-16,1 1 3 0,0-1 0 0,0 2 0 16,1-6 3-16,0 1 0 0,0-2-1 15,1-2-1-15,-2 2 4 0,0-11-3 0,0 2 1 16,-2-1 0-16,1-4-1 0,0-3 2 0,-2 0 0 0,2-4 1 16,-2 1-5-16,-1 0 6 0,0-1 12 0,-1-4-8 15,-2 2 11-15,1-1-1 0,-7 0-3 0,3-5 2 16,-4 1 5-16,1-2 2 0,-5-2 7 0,0 0 4 0,-1-3 12 15,4-2 5-15,-2 0 21 0,2-1-8 0,1-3 5 0,1-1 13 16,0 0-1-16,4-5 5 0,3-1-6 16,1-7-16-16,2-3-1 0,6-4-13 0,2 0-5 15,4-1-13-15,3-1-5 0,8-7-2 0,-1 13-8 16,4 1-12-16,-1 3 8 0,3-1-6 0,2 4 5 16,0 4-10-16,0-1-3 0,2 2 3 0,-1 3-1 0,-1 2-2 0,-3-1-5 15,-6 6 7-15,1 0-4 0,-5 2 3 0,-2 0-4 16,-2 3-3-16,-5 0-2 0,3 1 6 0,-7-2-5 15,6 2-7-15,-7 1-19 0,7-3-16 0,-7 3-29 16,0 0-26-16,0 0-2 0,0 0 3 0,4 7-16 16,-4-7-25-16,-14 10-43 0,5-1-57 0,0-1-82 15,-1-2-199-15,-3 1-565 16,4-1 251-16</inkml:trace>
  <inkml:trace contextRef="#ctx0" brushRef="#br0" timeOffset="35216.85">5921 5460 2 0,'-8'-2'172'15,"6"2"-5"-15,2 0-7 0,-5-4-5 0,5 4-1 16,-5-1 1-16,5 1-10 0,0 0-8 0,0 0-5 16,-4-3-8-16,4 3-20 0,0 0-10 0,0 0-9 15,0 0-5-15,0 0-9 0,0 0-5 0,0 0-9 16,0 0-11-16,0 0-1 0,0 0-6 0,-8 0-2 0,8 0-3 0,0 0-6 16,0 0-7-16,0 0-1 0,0 0 0 0,0 0-5 15,0 0-2-15,0 0 2 0,0 0-3 0,0 0-2 16,0 0 1-16,0 0-6 0,0 0 3 0,0 0-2 15,0 0 0-15,0 0-2 0,0 0 1 0,0 0-1 16,0 0 5-16,0 0-2 0,0 0 5 0,0 0 0 16,0 0 4-16,24 3-2 0,-6-6 15 0,10 3 0 0,6-2-5 0,18-3-3 15,12 3 0-15,27-6-2 0,3 0-2 0,-30 4-1 16,43-4-4-16,-4 2 2 0,-9-1 8 16,4 2 4-16,2-2 3 0,-8 1 0 0,-28 2 3 0,0 1 7 15,1-1 8-15,-5-1 3 0,-5 2 2 0,-16-2 1 16,14-1-2-16,-17 3 1 0,-5 2-2 0,-10-1-4 15,0 0 1 1,-7 1-6-16,-2 2-1 0,-4-2-4 0,-8 1-2 16,14 0 3-16,-7 0-3 0,-1-2-13 0,-1 1-12 0,-5 1-37 15,0 0-35-15,0 0-26 0,8 4-28 16,-8-4-57-16,0 0-71 0,-24 12-239 0,4-9-522 16,-1 2 231-16</inkml:trace>
  <inkml:trace contextRef="#ctx0" brushRef="#br0" timeOffset="36018.71">6514 6029 152 0,'-13'-5'146'0,"-1"2"-10"0,-4 1-11 0,-1-1-5 0,-2 2-8 15,1 0-5-15,-9 1-6 0,7 2-4 0,-5 2-1 16,-2 0-9-16,2 1-3 0,5 0-9 15,3-1-6-15,1 3-8 16,-2 1-9-16,6 1-2 0,-2 0 0 0,3 2-8 16,3 1-7-16,3-3-4 0,0-1-1 0,5 6-5 15,-1 1 3-15,3-2-5 0,0-1-3 0,5 2 6 16,0 2 4-16,4-3 2 0,3-1-1 0,1-1 1 16,3 1 8-16,2-6-2 0,0 4 5 0,1-6 4 15,0-1 7-15,2-3 0 0,-2 0 15 0,1-2 9 16,-1-1 1-16,-2-4 5 0,1-1 4 0,-3-6 5 0,1-1 3 0,-1 1 1 15,0-10-2-15,-2 2-2 0,0-5-4 0,-7-6-6 16,2 1-11-16,-4-1-4 0,3-14-10 0,-4 1-14 16,-3-1 1-16,0-2-5 0,0 0-6 0,-4-2 6 15,4 6 16-15,-5 10 14 0,4 1 23 0,-3 5 4 16,4 3 1-16,-4 9 3 0,3 5 2 0,-3 0-11 16,4 4-8-16,-3 1-12 15,2 2-12-15,0-1-37 0,1 1-36 0,-3 2-39 16,3 3-10-16,0 0 9 0,-4 14 4 0,0 1 2 15,1 2 5-15,-5 12 10 0,3 5 33 0,1 2 2 16,0 12-1-16,2 1 2 0,-1-13 3 0,2 10-3 16,5-10 9-16,-3 0-11 0,2-2-1 0,0 1 1 15,0 0-1-15,2-5 5 0,0-2-1 0,3-4 1 16,-3-8 0-16,-1 1-3 0,-2-4 2 0,2-3-2 0,-1-2-11 0,-2-4-1 16,2 1-9-16,-2 0 5 0,-1-2 5 0,1 0 5 15,-1-3-10-15,3 5-2 0,-3-5-20 16,0 0-58-16,0 0-75 0,0 0-79 0,0 0-58 15,5-13-289-15,-5 8-644 0,1-2 285 0</inkml:trace>
  <inkml:trace contextRef="#ctx0" brushRef="#br0" timeOffset="36535.74">6686 5853 123 0,'8'-3'206'0,"-3"3"-23"16,3-1-17-16,2 2-20 0,0-1-18 0,3 4-8 15,-1-1-10-15,-1 4-6 0,4 0-11 0,1 4-8 16,-3-1-4-16,0 2-3 0,-1 1-12 0,-2 2-6 16,2 0-3-16,-5 2 2 0,1 0-14 0,-4 2 1 15,1 1-3-15,-9-2 5 0,3 1-2 0,-3 5-2 16,-1-4 4-16,-5 4 0 0,0-6 4 0,-2 4 1 0,0-6-1 0,0 1 3 15,0-5 3-15,3-2-2 0,-1-1 0 0,1 0 4 16,3-1 3-16,-3-5 3 0,5 3 12 0,-1-1 13 16,1-2 23-16,1-2 18 0,3-1 38 0,-3 2 8 15,3-2 19-15,0 0-20 0,0 0-23 0,0 0-14 16,0-13-15-16,3 4-13 0,4-6-9 0,2-1-14 16,1-2-10-1,4-7-5-15,1-2-9 0,2-2-25 0,1 1-7 16,-1 0-5-16,3-1-14 0,-1 2-5 0,-1 0-7 0,0-2-4 15,0 3 2-15,-3 5-6 0,-2-2 3 0,-3 9 3 16,-3 5-3-16,-2-1 3 0,1 3-2 0,-3 1 15 16,0 3-20-16,0-1-11 0,-2 0-12 0,-1 4-16 15,3-5-39-15,-3 5 12 0,0 0 10 0,0 0 0 16,-12 19 4-16,5-5 14 0,-2 1 0 0,1 5 3 0,-2 2 7 16,1 6 4-16,1 1 2 0,6-3 6 0,-1 2 3 15,6 0 15-15,2-1 1 0,5-1-9 0,3 0 6 16,7-6-7-16,6 0-10 0,3-7-27 0,4-4-48 15,3-2-70-15,18-5-87 0,-1-3-88 0,-1-5-208 0,0-6-596 16,-14 0 265-16</inkml:trace>
  <inkml:trace contextRef="#ctx0" brushRef="#br0" timeOffset="37244.08">7306 5659 181 0,'-3'-6'277'0,"3"6"-12"15,0 0-17-15,3-4-14 0,-3 4-17 0,0 0-21 16,0 0-21-16,0 0-12 0,0 0-22 0,0 0-17 0,0 0-12 0,0 0-18 16,0 0-10-16,0 0-9 0,0 0-8 0,3 17-9 15,-3-10-4-15,0 2-6 0,0 4 1 0,2 1-10 16,-4 3-5-16,0 2 0 0,4-2-6 0,-2 0-3 15,0 0-1-15,2 1-1 0,-4 0-4 0,2-5-1 16,-2 1-3-16,4-2 2 0,-2 0 2 0,-2-4-6 16,4-2 1-16,-2 0-3 15,0 0 4-15,-2-2 1 0,2 0 32 0,0-4 35 16,0 4 51-16,0-4 32 0,0 0 34 0,0 0 21 16,0 0-16-16,0 0-24 0,0 0-19 0,9-13-20 15,-1 4-12-15,-4-2-16 0,2-6-10 0,3 3-10 16,3-5-10-16,-1 2-9 0,-3 2-12 0,1 0-2 15,-4 3-6-15,5 3-9 0,-3-2-6 0,-1 2-1 16,-1 5-12-16,-1-1-9 0,1 2-6 0,-1 1-9 0,0 0-6 16,-4 2-8-16,9 4-12 0,-4 3-13 0,2 1-11 15,0 2 9-15,-1 2 1 0,1 2 7 0,-1 0 2 16,1 2-1-16,1 0-7 0,-4-1-13 0,0-3-39 0,1 0-38 16,-5 0-35-16,3-1-35 0,-2 0-47 0,3-2-60 15,-2-2-83-15,-2-4-259 0,4-1-697 16,-4-2 310-16</inkml:trace>
  <inkml:trace contextRef="#ctx0" brushRef="#br0" timeOffset="40213.49">8285 5298 16 0,'0'0'169'0,"-9"0"5"0,9 0 3 15,-9-2-6-15,9 2-3 0,-5-1-11 0,5 1-11 0,0 0-10 16,0 0-11 0,0 0-8-16,-5-2-6 0,5 2-13 0,0 0-3 15,0 0-6-15,0 0-4 0,0 0 2 16,0 0-7-16,0 0 0 0,0 0-5 0,0 0-5 15,0 0-2-15,0 0-9 0,0 0-5 0,0 0-6 0,0 0-1 16,0 0-10-16,0 0 0 0,0 0-6 0,0 0-6 16,0 0 1-16,-4 5-3 0,4-5-4 0,0 0 0 15,0 0-2-15,0 0 0 0,0 0-7 0,0 0 2 0,0 0 2 0,0 0-4 16,0 0 1-16,0 0 0 0,0 0 5 0,0 0-7 16,0 0 3-16,0 0-5 0,0 0 2 0,0 0 0 15,24-3-4-15,-6-1-1 0,12 1 3 0,0 0-1 16,6-3 1-16,5 2-5 0,12 0 2 0,4-3-3 15,-1 4 2-15,0-1 18 0,-1 1-2 0,-4-2-2 16,-15 2 1-16,1-1-4 16,-4 2 0-16,1-2-4 0,-14 1-5 0,-2 2-11 15,1 0-22-15,-10-1-25 0,0 1-18 0,-3 1-27 16,-1 0-26-16,-5 0-19 0,0 0-9 0,0 0-20 16,0 0-18-16,0 0-23 0,0 0-119 0,-29 3-360 15,16-2 160-15</inkml:trace>
  <inkml:trace contextRef="#ctx0" brushRef="#br0" timeOffset="40483.08">8573 5154 23 0,'-4'-9'280'0,"0"0"-8"15,1 2-6-15,1-1-3 0,0 0 12 0,0 4-4 0,1-1-15 0,-1 0-22 16,2 1-12-16,0 4-36 0,-2-4-12 0,2 4-37 15,0 0-26-15,0 0-33 0,0 0-5 0,0 0-11 16,0 16-7-16,0 1-6 0,-2 1-4 0,2 10-4 16,-1 3-5-16,1 0 0 0,-1 0-1 0,3 4-2 15,1 1 1-15,0-2-11 0,0 0-46 0,1-5-34 16,0 3-34-16,0-1-50 16,1-5-51-16,1-6-81 0,-2-3-193 0,1-7-505 15,1-3 225-15</inkml:trace>
  <inkml:trace contextRef="#ctx0" brushRef="#br0" timeOffset="41131.58">9335 4924 261 0,'4'-11'295'15,"-4"4"-7"-15,4-3-6 0,-1 5-5 0,-2-1-18 16,0 2-15-16,-1 0-33 0,0 0-22 16,0 4-23-16,3-5-20 0,-3 5-24 0,0 0-21 0,0 0-8 15,0 0-22-15,4 16-7 0,-7-6-7 0,6 7-8 16,-6 2-4-16,-1 5-4 0,2 3-1 0,-2-1-6 15,-3 1-5-15,4 0-1 0,0-2-2 0,-1 0-3 0,4 2-1 16,-5-10 3-16,5 1-7 0,-1-1 2 0,1-3-4 16,-3-2-1-16,3-4-5 0,0 0 1 0,0 0 3 15,0-3-2-15,0-3 8 0,-1 4 15 0,1-6 35 16,0 0 40-16,-3 6 31 0,6-4 27 0,-3-2 17 16,0 0-13-16,0 0-17 0,13-11-19 0,-3 3-13 15,3-5-15-15,0 0-10 0,7-7-9 0,0 0-13 0,2-1-4 0,-1 4-10 16,0-3-6-16,-4 1-4 0,-1 6-6 0,-4 0-4 15,2 1-6-15,-4 2-3 0,2 3-1 0,-6-1 1 16,-1 3-8-16,-1 1-6 0,3 0-3 0,-4 1-4 16,1 0 3-16,-4 0-7 0,0 3-6 0,6-4-8 15,-6 4-22-15,0 0-17 0,3-1-4 0,-3 1-3 16,0 0 9-16,-16 13 7 16,0-1 6-16,-2-1-2 0,4 1 10 0,-9 4-1 15,4-4 0-15,2-2 3 0,2 2 3 0,1-1 1 16,1-4-12-16,4 2 16 0,0-2-2 0,-1-3 3 15,5 1-3-15,1-1-16 0,0 0 17 0,2-3 2 16,-1 2-2-16,1 0 4 0,-1 2 2 0,3-5 2 16,1 6-2-16,2-1 8 0,2-2-5 0,0 3 3 15,3 0-10-15,2 0 10 0,0 0-1 0,3 2 3 0,2 1 3 16,3-1-2-16,-4 1 3 0,4 2 6 0,0-1-25 0,1 1-43 16,2-4-39-16,-3 3-58 0,2-1-54 0,-2 1-59 15,1-2-77-15,-4 1-340 0,0 0-740 0,-5-4 328 16</inkml:trace>
  <inkml:trace contextRef="#ctx0" brushRef="#br0" timeOffset="41400.86">9904 5261 266 0,'-3'-4'457'0,"2"-1"-29"0,1 0-16 0,0 5-10 16,0-6-7-16,-2 3-26 0,0 0-16 0,2 3-31 15,0 0-34-15,-1-6-31 0,1 6-31 0,0 0-25 16,0 0-26-16,0 0-27 0,0 0-23 0,0 0-37 16,0 0-6-16,0 0-15 0,-1 17-8 0,2-6-1 15,0 6-10-15,1 4-16 16,0 4-22-16,2 1-40 0,-3-8-39 0,3 8-53 15,-3-2-56-15,3 3-64 0,0-4-83 0,-7-3-392 16,3-8-777-16,3-1 343 0</inkml:trace>
  <inkml:trace contextRef="#ctx0" brushRef="#br0" timeOffset="42403.52">10692 4979 108 0,'6'-8'216'0,"0"-4"-6"0,-2 0 0 16,0 1 4-16,-1-1-1 0,0 1-6 0,0 0-8 15,-2 1 3-15,-1 0-5 0,1 0-5 0,0 5 1 0,-2-5-18 16,1 6-25-16,-1-1-18 0,-2-1-16 0,-1 3-20 15,-2 2-12-15,-5 1-9 0,-2 1-13 0,-5 7-5 16,0 0-6 0,-9 5-6-16,-1 3-6 0,1 1-2 0,2 3-6 15,-2 1-4-15,1 4-11 0,-2-4 7 0,5 4-2 16,0-3-3-16,3 1-4 0,3-3 0 0,4-3-1 16,3-3-2-16,2 1-7 0,3-3-2 0,1-3-5 15,-1-2 0-15,4-1 6 0,-1 0 0 0,0-2 8 16,1-2 6-16,1-2 10 0,8 6 5 0,3-6 15 15,2-3-13-15,3-3-10 0,5-2 12 0,5-1-14 0,-7-3 3 0,5-1 4 16,-2-1 5-16,-4 3-3 0,1-1-3 0,-3 2 0 16,2 0 4-16,-4 0-6 0,3 2 3 0,-7 0 0 15,-2 3-1-15,-2 2 11 0,2 0-25 0,-3-1-2 16,0 2-6-16,-1 1-4 0,2 0-2 0,-6 1-7 16,12 4 6-16,-6 0-4 0,1-1-2 0,0 3 3 15,2 3 0-15,1-2-11 16,4 5-15-16,-2-2-24 0,2 0-43 0,-1-1-35 15,-4 1-47-15,2-3-47 0,-2 0-52 0,0 1-269 16,1-1-591-16,-6-5 262 0</inkml:trace>
  <inkml:trace contextRef="#ctx0" brushRef="#br0" timeOffset="42835.78">10893 4896 4 0,'3'-4'271'16,"0"1"-32"-16,1 0-27 0,1 2-25 0,3 0-18 16,0 1-8-16,2 1-17 0,1 4-9 0,2 0-13 15,-1 1-12-15,4 4-6 16,1 2-12-16,-3 3-10 0,-1 0-5 0,-2 1-7 16,1 3-5-16,-6-1-5 0,3 0-8 0,-5 0-1 15,-3 1-8-15,2-1-2 0,-6 0-3 0,-2 1-4 16,0-1-3-16,0-2-4 0,-3-2 3 0,-1 1 6 15,-2-3 2-15,3-4-3 0,-1 1 4 0,3-4 1 16,-2 2 5-16,3-2 10 0,-1-2 17 0,0 0 25 16,6-3 38-16,-5 4 17 0,5-4 0 0,0 0 0 0,-10-6-4 15,10 2-3-15,-2-1-10 0,0-2-17 0,4-4-12 0,1 0-3 16,4-4-21-16,0-3-6 0,6-2-7 0,1-5-12 16,3 4-9-16,-2 2-5 0,-2 4-5 0,1 1 0 15,-2 1-8-15,-3 2-13 0,1 1 6 16,-3 4 0-16,1 0-10 0,-3 0-3 0,-1 5-11 15,1-4-8-15,-1 4-19 0,-4 1 0 0,0 0-2 0,10 6-15 0,-5 0 0 16,1 3 3-16,-2 2 6 0,2 4 3 0,0 1 7 16,0 0-2-16,2 2 3 0,2-3 6 0,-1 1-29 15,9 5-20-15,-5-5-36 0,2-2-37 0,7 1-50 16,4 0-92-16,2-7-350 0,2-2-684 0,2-5 304 0</inkml:trace>
  <inkml:trace contextRef="#ctx0" brushRef="#br0" timeOffset="43259.25">11771 5083 115 0,'-9'0'203'15,"9"0"-13"1,0 0-5-16,0 0-11 0,0 0-5 0,-9 0-11 0,9 0-7 0,0 0-8 0,0 0-9 16,0 0-4-16,-6 2-7 0,6-2-3 0,0 0-7 15,0 0-8-15,0 0-4 0,0 0-8 0,0 0-9 16,0 0-6-16,0 0-10 0,0 0-5 15,-4 1-4-15,4-1-9 0,0 0-6 0,0 0-3 16,0 0-2-16,0 0-7 0,0 0-4 0,0 0 2 16,0 0 2-16,0 0 0 0,0 0 3 0,0 0-4 15,0 0 0-15,0 0-5 0,29-6-4 0,-10 5 1 16,11-3-6-16,0 3-1 0,6 0 3 0,1-2-4 16,15-1-5-16,-12 4-3 0,12-5-10 0,-12 3-5 15,-4-1-15-15,1 1-19 0,-4 1-15 0,-3-2-16 16,-10 2-17-16,-7-2-19 0,2 2-33 0,-6-2-31 15,0 0-43-15,-6 0-185 0,-5 1-434 0,2 2 192 0</inkml:trace>
  <inkml:trace contextRef="#ctx0" brushRef="#br0" timeOffset="43537.58">11937 4959 285 0,'-1'-5'321'16,"-2"2"-5"-16,3-3 0 0,-1 3-1 0,1 3-10 0,-1-6-19 15,1 6-34-15,0 0-30 0,0-6-24 16,0 6-16-16,0 0-22 0,0 0-31 0,0 0-9 16,0 0-20-16,0 0-9 0,0 0-9 0,2 24-8 0,-2-7-11 0,0 3-4 15,4 4-5-15,0 5 0 0,2-3-6 0,-2 4-8 16,1-1-39-16,3 0-24 0,-3-1-47 0,4-1-41 15,-1 0-40-15,-3-4-61 0,0-6-75 0,0-2-250 16,-1-5-581-16,1-6 257 0</inkml:trace>
  <inkml:trace contextRef="#ctx0" brushRef="#br0" timeOffset="44154.68">12379 5206 98 0,'0'0'234'15,"0"0"-20"-15,0-10 15 0,0 4-15 0,4 1-6 16,-1 2 0-16,2-3-7 0,0-3-7 0,1 0-8 15,-1-3-14-15,0 4-15 16,2-9-4-16,-2 5-6 0,5-5-14 0,-1 3-4 16,-3-5-13-16,2 1-8 0,2-6-1 0,-1 0-17 15,-2 0-7-15,-1-3 8 0,-2 1-13 16,2-5-2-16,-2 3-5 0,-1 2-3 0,-1-3-4 0,-2 5-4 16,0-1 11-16,0 7-5 0,0 1 3 0,0 2-1 0,0 1 0 15,0 4-3-15,-4-1 0 0,3 4-7 0,1 1-6 16,-1 2-8-16,2-2-9 0,-1 3-6 0,0 3-26 15,0-8-18-15,0 8-33 0,0 0 0 0,0 0 0 16,0 0 3-16,-8 20 3 0,1-3 8 0,-3 7 1 16,0 2 4-16,-1 3 4 0,3 1 12 0,1 1-9 15,2 4 9-15,-2-1 6 0,5-3-5 0,2-1 2 16,0 0 2-16,2-1 4 0,2-4 2 0,1 1 0 16,0-7 5-16,0-3-6 0,3 0 8 0,2-4 0 0,-3-2 11 0,0 1-2 15,0-5-1-15,2 0 12 0,-2 1 6 0,2-3 15 16,1-2 8-16,-2-2-3 0,1 0 4 0,0-2 7 15,0 1 4-15,-3-4-5 0,5-2-6 0,-5 0 0 16,2-5-17-16,-2 2-14 0,-3-6-10 0,1 1-3 16,-2 3-13-16,-4 0 3 0,-1 0-6 0,-1-1-7 15,0 4 2-15,-1 0-10 16,-1 0 0-16,-2 3-7 0,-1 1-5 0,0-1 4 16,-1 5-3-16,2 1-11 0,-2-3-10 0,1 3-12 15,1 0-16-15,2 3-17 0,-2-1-17 0,2 3-22 16,0-1-14-16,2 1-10 0,1 3-25 15,1-3-16-15,4 2-38 0,0-2-281 0,1-2-563 0,3-1 249 16</inkml:trace>
  <inkml:trace contextRef="#ctx0" brushRef="#br0" timeOffset="44461.92">12802 4466 33 0,'0'0'201'0,"0"0"-24"15,0 0-17-15,0 0-14 0,5 14-8 0,-2-2-2 16,2 5-7-16,0 10-7 0,3 5-3 0,-2 16-1 0,-1 2-4 15,-2 5 0-15,-2 26-20 0,-2-21-6 0,-4-2-3 16,-6 25-12-16,0-27 0 0,-2 3-7 0,-5-1-12 0,0-6 3 16,-1-1-3-16,-6-3-4 0,-6 0-1 0,-4-2 1 15,-6-4 1-15,-10-4-14 0,-24 8-46 16,-3-5-74-16,17-16-119 0,-33 5-181 0,29-19-414 16,-32-2 183-16</inkml:trace>
  <inkml:trace contextRef="#ctx0" brushRef="#br0" timeOffset="45063.4">10296 4501 36 0,'0'0'188'16,"-2"-1"-19"-16,2 1-22 0,0 0-12 0,-9 6-10 0,2 4-1 16,-4 4-9-1,-2 11 6-15,-6 6-7 0,-4 16-4 0,1 4-8 16,-11 24 11-16,11-16-3 0,-5 22-5 0,13-23-6 15,-5 22-6-15,11-25-6 0,2 5 0 0,9-5 5 16,7 2 1-16,10-1 0 0,7-5 5 0,14-2 0 16,22 10 1-16,-10-24-12 0,33 5-6 0,6-8-2 15,0-10-56-15,-27-10-90 0,37-3-144 0,-11-7-247 16,-31-4-496-16,4-3 220 0</inkml:trace>
  <inkml:trace contextRef="#ctx0" brushRef="#br0" timeOffset="46899.3">12964 4234 104 0,'0'-7'228'0,"3"3"-6"15,-3-2-5-15,0 1-4 0,0 5-15 16,0-8-22-16,0 5-20 0,0 3-19 0,1-4-18 0,-1 4-23 16,0 0-11-16,0 0-9 15,0 0-5-15,-1 14-15 0,1-4 0 16,0 2-7-16,-4 3-4 0,0 1-5 0,3 2-6 16,-3 1-1-16,0 1-3 0,2-2-2 0,-2 4-4 15,1-4-1-15,2-2-3 0,-1 0 1 0,-1-4-2 16,0-3 1-16,3-1 4 0,-1-2 6 0,1 0 5 0,0-2 7 15,0-1 17-15,0-3 29 0,0 7 28 16,0-7 23-16,0 0-13 0,0 0-12 0,13-10 0 0,-6 0-24 0,1 1-15 16,1 0-9-16,5-5 3 0,-5 2-12 0,4-2-4 15,0 1-7-15,-3 0-7 0,-1 3-3 0,1 3 6 16,-2 0-16-16,-4 2-4 0,1 2-8 0,-3-2-16 16,3 4-9-16,2 0-12 0,-7 1-8 0,9 5-4 15,-4 0-6-15,4 1 0 0,-3 4-6 0,1 0-17 16,-2 2-26-16,0 3-24 0,2 2-30 0,-1-2-39 0,-1 1-41 0,2-1-49 15,-3-6-194-15,0-1-503 0,2 1 222 16</inkml:trace>
  <inkml:trace contextRef="#ctx0" brushRef="#br0" timeOffset="47348.55">13355 4325 112 0,'0'0'166'15,"0"0"-9"-15,0 0-9 0,0 0-14 0,0 0-11 16,-7 0-15-16,7 0-6 0,0 0-12 15,0 0-10-15,0 0-2 0,0 0-5 0,0 0-10 0,0 0-3 16,0 0-3-16,0 0 3 0,0 0-2 0,0 0 1 16,0 0-3-1,0 0 6-15,0 0-5 0,0 0-3 0,0 0-1 16,0 0-1-16,0 0 0 0,0 0-4 0,0 0 1 16,11 5 3-16,-11-5 0 0,19-2-3 0,-6-1-3 15,9 1-3-15,3-1-4 0,2 0 4 0,5-1-11 16,-3 2-2-16,3 0 3 0,-1-1-5 0,1 0-3 15,-4 1-2-15,-10 1-3 0,4 0-2 0,-9-2-1 16,-2 3 1-16,-1-1-4 0,-3 1 0 0,0-2-2 0,0 2 2 0,-2-1-9 16,0 0-5-16,-5 1-9 0,0 0-23 0,0 0-17 15,0 0-13-15,0 0-20 0,0 0-9 0,-24-2-22 16,15 2-15-16,2 1-29 0,1-1-29 0,-2 1-136 16,2-1-349-16,6 0 156 0</inkml:trace>
  <inkml:trace contextRef="#ctx0" brushRef="#br0" timeOffset="47601.06">13989 4111 182 0,'0'-4'343'15,"0"4"-18"-15,1-5-30 0,-1 1-29 0,0 4-33 16,2-4-26-16,-2 4-24 0,0 0-24 0,0 0-18 16,0 0-9-16,2 11-22 0,-3 0-11 0,1 1-8 15,1 6-11-15,-2 7-9 0,0 4-1 0,-1 1-8 16,1 0 0-16,4 1-23 0,-2-1-36 0,-2 1-53 0,1 5-61 16,-3-4-71-16,2-6-287 0,-2 1-507 0,3-12 225 15</inkml:trace>
  <inkml:trace contextRef="#ctx0" brushRef="#br0" timeOffset="52697.57">15111 4957 5 0,'3'-4'217'0,"1"-2"-6"16,-1 1-9-16,1 1-6 0,-2-2-11 0,1 2-9 0,1-3-11 15,-3 2-13-15,-1-2-11 0,0 0-9 0,0 0-11 0,-1 1-12 16,-6-3-9-16,0 2-12 0,-2 1-8 0,-10-4-12 16,2 5-15-16,-4 0 0 0,-7-3-10 0,-2 7 1 15,-3 1-24-15,-2-2-5 0,2 4-2 0,-4-1-3 16,1 2 1-16,3 5 0 0,0-2-3 0,-3 2-3 15,4 0-1-15,3 2 1 0,5-1-3 0,-1 4 1 16,9-1-2-16,-1-3 2 16,7 4-5-16,1 0 4 0,1-1-3 0,3 0 4 15,8 4 0-15,1-3 0 0,3 1 2 0,6 2 2 16,3-5-3-16,9 3 1 0,4-3 3 0,1-1 0 16,4-2 1-16,2-4 1 0,-2 3-4 0,3-9 0 15,-1 2-2-15,-1-1 0 0,-2-3 2 0,1-1 0 16,-5-4-2-16,-1-3 0 0,-4-2 2 0,-2-3 6 15,-2 0 10-15,-6-3 4 0,3-3 12 0,-6-3 5 0,-2-2 1 16,1-2 5-16,-5-4 3 0,2 1-5 0,-2-4 7 16,-4-9 0-16,3 1-3 0,-5 8 0 0,1-11-4 0,-3 16 8 15,2 3 4-15,1 0 9 0,-3 3 4 0,2 6 6 16,-3 4 8-16,3 3-10 0,-2 3-3 16,2 1-8-16,2 3 11 0,-2 2-28 0,1-3-12 15,-2 3-22-15,2 1-45 16,0 3-22-16,0 0 3 0,0 0 3 0,-3 14 6 15,3-1 2-15,-5 13 4 0,3 6 8 0,0 4 1 16,-3 14 1-16,1 1 7 0,0-3 0 0,3 1 3 16,1-2-1-16,1-11 2 0,-1-2 6 0,6 0-2 15,-1-1 3-15,1-3 0 0,-1-3 4 0,1 1 1 16,-2-12-1-16,0 2 3 0,4-4 1 0,-7-3-2 16,3-3 4-16,-4-2-1 0,5 0-2 0,-5-1 16 0,1-1 12 0,-1-1 14 15,0 1 17-15,3-2 0 0,-3-2 13 0,1 4 14 16,-1-4-18-16,0 4 0 0,0-4-8 0,0 0-1 15,0 0 0-15,0 0-7 0,3 3-3 0,-3-3-3 16,0 0-13-16,0 0-52 0,0 0-55 0,0 0-40 16,0-12-32-16,-3 7-37 0,3-2-44 0,0 1-57 15,0-2-296-15,-4-3-628 16,4-2 278-16</inkml:trace>
  <inkml:trace contextRef="#ctx0" brushRef="#br0" timeOffset="53261.4">15468 4109 242 0,'1'-4'252'0,"-1"4"-21"0,0 0-26 0,1-5-23 16,-1 5-19-16,0 0-20 0,0 0-15 0,0 0-15 16,0 0-13-16,4 17-15 0,-3-7-4 0,1 2-9 15,-2 3-7-15,0 2-8 0,1 1-6 0,-2 2-2 16,-1 1-5-16,1 4-1 0,-2 0-7 0,0-6 1 16,-2-1-6-16,2-1-2 0,0 0-5 0,2-6 1 0,-1-2-3 0,0 0 2 15,1-4-2-15,1 1 1 0,-1 0 48 0,1-3 38 16,0-3 35-16,-2 5 36 0,2-5 0 0,0 0-21 15,0 0-11-15,0 0-21 0,15-13-12 0,-5 5-12 16,-1-2-13-16,0-3-7 0,2 1-13 0,3-2-13 16,0 4-1-16,-5 2-8 0,0 0-2 0,-2 2-7 15,0 2-8 1,-2 1 0-16,-1-1-9 0,0 1-17 0,1 2-16 16,-1-1-8-16,-4 2-13 0,14 4-5 0,-8 1-7 15,5 0-20-15,0 3-17 0,-2 1-12 0,0-1-36 0,4 6-43 16,-3-1-33-16,3 1-59 0,-6-4-70 0,1-1-168 15,-3-3-543-15,-1-2 241 0</inkml:trace>
  <inkml:trace contextRef="#ctx0" brushRef="#br0" timeOffset="53800.25">15975 4225 53 0,'0'0'146'0,"-8"0"-9"0,8 0-17 15,-7 0-8-15,7 0-16 16,0 0-2-16,-7 1-2 0,7-1-2 0,0 0 2 15,0 0 2-15,-7 0-2 0,7 0 4 0,0 0-2 16,0 0-2-16,0 0-6 0,0 0-5 0,0 0-2 16,0 0-5-16,-4 2-6 0,4-2-3 0,0 0-5 15,0 0-3-15,0 0-4 0,0 0-4 0,0 0-1 16,0 0-4-16,0 0 0 0,0 0 1 0,0 0 1 16,0 0-5-16,0 0-1 0,0 0 1 0,0 0-3 0,0 0-1 0,0 0-4 15,0 0 7-15,0 0-12 0,0 0-4 16,0 0 0-16,0 0-3 0,0 0-3 0,0 0-1 0,0 0 0 15,0 0-3-15,0 0 0 0,0 0 1 0,0 0-7 16,0 0 1-16,0 0 4 0,0 0-4 0,0 0 4 16,0 0 1-16,20 2-4 0,-8-2-1 0,4 0 7 15,1-2-8 1,2 2 4-16,4-1-4 0,-1 0-3 0,0 1 1 16,6-1 0-16,-7 1 2 0,-3-1-7 0,3 1 4 0,-4-1-2 15,-5 1 2-15,-2 0 1 0,-1 0-2 16,-1-2 0-16,-3 2-1 0,-5 0-3 0,10 0-8 15,-10 0-12-15,9 0-20 0,-9 0-21 0,5 0-27 16,-5 0-19-16,0 0-26 0,0 0-19 0,0 0-22 16,0 0-11-16,0 0-162 0,0 0-375 0,-24-3 166 0</inkml:trace>
  <inkml:trace contextRef="#ctx0" brushRef="#br0" timeOffset="54085.03">16417 4074 163 0,'3'-6'292'0,"-1"1"-13"15,-1-1 3-15,2 0-6 0,-2 2-15 0,-1 4-16 16,2-5-25-16,0 1-25 0,-2 4-18 0,0-4-22 16,0 4-16-16,1-2-22 0,-1 2-10 0,0 0-25 15,0 0-19-15,0 0-9 16,0 0-8-16,3 13-10 0,-3-7-5 0,0 6 4 15,0 1-16-15,0 3 1 0,1 2-2 0,-1 0 2 16,4 0-1-16,-3 2 1 0,-1-3-1 0,0 2 3 16,0 0-4-16,4-2-37 0,-4 0-38 0,0 0-57 15,1 0-49-15,2-5-88 0,-6 0-220 0,6-1-511 16,-3-3 226-16</inkml:trace>
  <inkml:trace contextRef="#ctx0" brushRef="#br0" timeOffset="55165.83">15997 4613 91 0,'-2'-5'277'0,"2"0"-17"0,-1 1-18 0,1 0-23 0,0 4-22 16,-3-5-24-16,3 5-19 0,0-5-19 15,0 5-11-15,0 0-17 0,0 0-11 0,0 0-13 16,0 0-9-16,0 0-6 0,4 16-6 0,0-6-5 16,0 0-5-16,0-1-9 0,1 3 19 0,1 3-3 15,2 1-7-15,1-1-3 16,1 0-12-16,-5-4-8 0,3-1-5 0,0 1-4 16,-2-1-6-16,2-2 0 0,-2-2-1 0,2 1-2 15,-2-3-2-15,4 0-3 0,-2-3 1 0,0-1 0 16,1-1 0-16,0-3 0 0,1-3 0 0,-1 0 6 15,2-3 0-15,-2 0 8 0,0-2 1 0,-1 2 3 16,2-4 6-16,-1 0 3 0,-4 6 9 0,1-2 2 16,1-1-4-16,-5 5 13 0,2 0 6 0,0 2 1 0,0-4-6 0,-4 3-4 15,4 1-10-15,-2 1-4 0,-2 3-7 0,4-5-12 16,-4 5-16-16,3-3-12 0,-3 3-14 0,0 0 3 16,0 0-2-16,2 15 0 0,1-2 1 0,-3 3 4 15,-3 2-3-15,3 12 4 0,0-3-5 0,0 4 4 16,0 2 3-16,-2 4 2 0,-1-3 2 0,3-1 4 15,0 2 4 1,0 1-2-16,0-4 3 0,-1 0 1 0,2-1 1 16,-1-2 0-16,0 0 1 0,-1-6-1 0,-2-2 2 15,-2-3 1-15,4-1-2 0,-3-4 1 0,-1 0-5 0,2-1-2 16,-2-4-2-16,1 0 0 0,1-4 5 0,-1 1 2 16,0 0 5-16,-2-5 3 0,-1 3 5 15,1-3 5-15,6 0-4 0,-19-7 3 0,8 2 3 16,-1-3 8-16,-1-1-7 0,-4-1 4 0,6-5 1 0,-3 2-8 0,5-3 0 15,-3-1 3-15,1-7-8 0,3-1 7 0,7-3-6 16,2 0-11-16,6-2-7 0,3-3-2 0,8-11-6 16,-1 12 0-16,5 4 1 0,3-1 0 0,0 3 3 15,3 3-1-15,3 1-1 0,-2 4 1 0,7 3 4 16,-1-1-4-16,0 4 2 0,-2 2 0 0,-4 2 1 16,-9 2 0-16,-1 3 1 0,-6-3-3 0,1 3 8 0,-8 3-8 0,2-2 4 15,0 1-7-15,-3-1 4 0,-5 2 3 0,8-2-14 16,-8 2-4-16,0 0 0 0,0 0-5 0,0 0-9 15,-11 12-22-15,-1-5-37 0,-4 0-52 0,5 1-73 16,-6 0-252-16,-2-2-512 0,4 0 227 0</inkml:trace>
  <inkml:trace contextRef="#ctx0" brushRef="#br0" timeOffset="55883.03">14449 5513 12 0,'-6'0'115'0,"6"0"-10"0,-7-2-9 16,7 2-10-16,-7-1-6 15,7 1 2-15,0 0 0 0,0 0-14 0,-9 0-3 16,9 0-4-16,0 0-12 0,0 0 1 0,0 0-1 15,0 0 0-15,-8 1 8 0,8-1-1 0,0 0-2 16,0 0 1-16,0 0 2 0,0 0 3 0,0 0-4 16,0 0 0-16,0 0 3 0,0 0 0 0,0 0-2 15,-6 2-4-15,6-2-8 0,0 0 3 0,0 0-3 16,0 0 3-16,0 0-3 0,25-2 2 0,-2-1-4 0,13-1-3 0,15-1-3 16,13 2 12-16,32-4-4 0,7-1 4 0,1 4 3 15,8 2-3-15,5-3 6 0,7-1 4 0,7 4 8 16,5-2 3-16,-1 0 0 0,-10 0-4 0,-6 0 3 15,-9-1-2-15,-10 0 3 0,-34 2-4 0,26-2 2 16,-32 1-4-16,-3 0-6 0,-6 0-6 0,-13 1 0 16,-5-1 6-16,-3 2 3 0,-11-3 15 0,-3-1 10 0,1 2 17 0,-7 0 2 15,-1-1 8-15,-1 0-3 0,-2 1-4 0,-1 0-4 16,-1 0-9-16,1 2-19 0,-1 1-23 0,1-4-33 16,-4 3-54-16,-1 2-55 0,6-3-63 0,-6 3-69 15,0 0-50-15,0 0-41 16,0 0-251-16,-3 10-612 0,-1-7 271 0</inkml:trace>
  <inkml:trace contextRef="#ctx0" brushRef="#br0" timeOffset="56923.5">15220 6136 44 0,'-3'-6'174'0,"-2"1"-12"16,0 0-12-16,-3-1-13 0,-3 1-10 0,-3-3-12 0,-4 3-8 0,1 3-8 15,-6 0-8-15,-5 1-11 0,0 1-3 0,-1 0-9 16,-2 1-2-16,3 3 0 0,-3-3-8 0,3 8-1 16,-1-4-9-16,1 4-3 0,2 2 2 0,-1-1-8 15,8-1-8-15,1 1-7 0,3 1 2 0,3 2 0 16,-2 1-3-16,5-2-6 0,4 3-3 0,-1 3 0 16,2-2-2-1,5 0 2-15,3 0-2 0,2 0 4 0,6-2 1 16,1 3 4-16,5-5 3 0,5 4 2 0,2-3-10 0,3-4 12 15,-1-2-2-15,3 1-1 0,0-1-2 0,1-6 0 16,-8-2-4-16,-1-1 14 0,-2-2 11 0,-2-3 17 16,1 1 6-16,-2-6 12 0,-3 0 11 15,1-2 1-15,-1-7 9 0,-2-1-1 0,-1-5 11 16,-2 2-7-16,-4-8-7 0,3 1-4 0,-7 0-8 0,3-4-9 0,-4 3-7 16,5-17-6-16,-4 15-6 0,-1-1-5 0,0-1 0 15,0 3 9-15,0 1-17 0,-5 4 2 0,4 4 1 16,1 6 4-16,0 1 1 0,-4 6 4 0,4 2-6 15,0 1-6-15,-1 2-8 0,1 3-34 0,0-1-34 0,0 5-43 16,-3-4-8-16,3 4 10 0,-4 11 7 16,-1 3 9-16,0 6 3 15,-5 6 8-15,2 5 2 0,-1 1 4 0,-2 14 6 16,1 2 3-16,3-1 1 0,3 1 12 0,1-14-4 16,4 0 4-16,3 0 2 0,0-3 4 0,1-2 5 15,-1 0-3-15,1-4 5 0,2-6-3 0,-2-2 7 16,-1-5-1-16,1 0 3 0,-1-2-7 0,0-2-5 15,-3-1 0-15,4-3-2 0,-1 2-3 0,-3-2 3 16,2 0 0-16,-3-1-5 0,0-3-9 0,0 0-65 0,0 0-96 0,0 0-81 16,0 0-202-16,0-13-510 0,0 13 226 0</inkml:trace>
  <inkml:trace contextRef="#ctx0" brushRef="#br0" timeOffset="57424.49">15489 6075 84 0,'10'2'146'15,"1"2"-16"-15,-1-1-10 0,3 5-18 0,2-1-6 16,-1 5-6-16,-1 2-11 0,1 1-12 0,-4-1-5 15,-1 3-6-15,0 0-10 0,0 8 3 0,-4-6-5 0,-2 2-6 16,-3 4-1-16,-3-6-3 0,-2 8-5 16,-6-5-6-16,-1 2 6 0,-1-3 7 0,-1-6-9 15,1-1 3-15,-2 1 11 0,2-2-6 0,-2-2 6 16,1 0 8-16,-1-2-3 0,3-2-6 0,2-3 9 0,0 0 16 0,5 0 14 16,-2-2 17-16,2 1 16 0,1-1 27 0,4-2 8 15,-10 0-19-15,10 0-14 0,0-6-15 0,0 1-11 16,3-5-5-16,4 0-9 0,1-7-7 0,2 1-9 15,9-9-8-15,1 3-11 0,3-5-6 0,3 1-8 16,1 0 0-16,0 1-13 0,0-1 0 0,-5 5-4 16,1-1 2-16,-2 4-6 15,-7 6 0-15,0-1-3 0,-5 6 0 0,0 0 2 16,0 0-2-16,-4 2 0 0,-1 0-3 0,3 1-12 16,-5 2-14-16,2 1-7 0,-4 1 1 0,0 0 5 15,1 8 0-15,-2-2-3 0,-3 5 10 0,-1 3 0 0,-3 5 4 16,2-1 2-16,-2 8 1 0,-1-4 2 15,4 5-1-15,4-7 1 0,0 5 23 0,4-7 3 16,4 2-4-16,8 2 4 0,3 2 2 0,10-6-1 0,4-4-2 0,18 4-32 16,5-6-64-16,1-6-87 0,3-3-297 0,-7-6-507 15,5-1 224-15</inkml:trace>
  <inkml:trace contextRef="#ctx0" brushRef="#br0" timeOffset="58010.41">15960 5836 87 0,'0'-4'253'0,"0"4"-21"0,0 0-21 0,0 0-17 15,0 0-27-15,0 0-19 0,-2-4-18 0,2 4-17 16,0 0-12-16,0 0-14 0,0 0-5 0,0 14-10 16,2-6-12-1,-4 1 1-15,2 3-9 0,-2 1-6 0,-1 3-4 0,0 4-2 16,0 2-8-16,-1 0-2 0,-1 5-1 0,1-3-2 16,1-3 2-16,1-4-5 0,-2 1-4 15,0-7-1-15,3 3 1 0,0-9-5 0,0 4 3 16,1-5 25-16,-2 2 21 0,2-1 32 0,2-2 39 0,-2-3 39 15,0 0 23-15,0 0-32 0,0 0-14 0,13-10-8 16,-5 3-30-16,3-8-5 0,1 3-8 0,0 0-7 0,2-2-3 16,1 1-19-16,-1-3-14 0,0 4-2 0,-1-1-9 15,-4 4-6-15,-1 1-4 0,1 1 13 0,-2 2-18 16,0 0-13-16,-2 1-19 0,0 2-16 0,0-1 1 16,4 3-20-16,-3 0-14 0,4 0-8 0,1 3-15 15,-1 2-20-15,-1 3-28 0,0 0-36 0,5 2-54 16,-3-2-66-16,-1 0-291 15,2 0-615-15,-3-3 272 0</inkml:trace>
  <inkml:trace contextRef="#ctx0" brushRef="#br0" timeOffset="58473.86">16381 5975 87 0,'0'0'140'0,"0"0"-2"16,-9 0 3-16,9 0-4 0,0 0 0 0,0 0-8 0,-3-4-4 0,3 4-2 16,0 0-10-16,0 0-6 0,0 0-7 0,0 0-6 15,0 0-4-15,0 0-4 0,0 0-3 0,0 0-2 16,0 0 1-16,0 0-6 0,0 0-4 0,0 0-1 15,0 0-11-15,-4-2-1 0,4 2-5 0,0 0-6 16,0 0-4-16,0 0 1 0,0 0-1 0,0 0-1 16,0 0 3-16,0 0 4 15,0 0-2-15,0 0 3 0,0 0 0 16,0 0 1-16,0 0-1 0,0 0 1 0,0 0-2 0,0 0 4 0,0 0-4 16,0 0 3-16,0 0-1 0,0 0-5 0,0 0-2 15,0 0-5-15,0 0-6 0,16-3-7 16,-5 1 13-16,1 1-10 0,6 1-9 0,1-2-4 0,2 2 3 0,7-2-6 15,-6-1 1-15,6 2-5 0,0 1 10 16,-9-2-11-16,1-2-1 0,-4 6 0 0,0-2 0 16,-3 0-1-16,-3-2-12 0,2 4-11 0,-7-4-9 15,4 2-12-15,-9 0-14 0,10 0-16 0,-6 0-26 16,-4 0-35-16,0 0-48 0,3-3-33 0,-3 3-33 16,0 0-198-16,-12-3-477 0,7 1 210 0</inkml:trace>
  <inkml:trace contextRef="#ctx0" brushRef="#br0" timeOffset="58708.25">16839 5843 329 0,'0'0'327'0,"0"-5"-21"0,0 5-29 0,0 0-27 0,2-3-33 16,-2 3-26-16,0 0-22 0,0 0-23 0,0 0-18 15,0 0-13-15,0 12-11 0,0-2-12 0,-2 2-9 16,2 7-11-16,-3 1-3 0,2 4-7 0,0 5-4 16,-2 0-6-16,6 1-2 0,-2-1-18 0,0 1-30 15,2-1-39-15,3-5-45 0,-6 1-64 0,5 0-80 16,-1-12-214-16,-4-4-477 16,1-4 210-16</inkml:trace>
  <inkml:trace contextRef="#ctx0" brushRef="#br0" timeOffset="59377.85">17369 5375 217 0,'-4'-1'244'0,"-1"0"-5"16,5 1-8-16,0 0-14 0,-8 0-14 0,8 0-17 15,0 0-18-15,0 0-17 0,-6-2-14 0,6 2-14 16,0 0-13-16,0 0-8 0,0 0-1 16,0 0-1-16,0 0-9 0,0 0-12 0,0 0-5 0,-6 3-5 15,6-3-8-15,0 0-5 0,0 0-5 0,0 0-6 16,0 0-2-16,0 0-2 0,0 0-9 0,0 0 2 0,0 0-4 16,0 0 15-16,0 0-9 0,0 0-4 0,0 0 7 15,0 0-8-15,0 0-2 0,0 0-2 0,0 0-2 0,0 0-1 16,0 0-3-16,0 0-1 0,0 0-14 0,0 0 10 15,0 0 1-15,0 0-5 0,0 0-3 16,0 0 2-16,29-1-1 0,-10-1-6 0,4-1-1 16,6 1 0-16,0 0 5 15,6 1-3-15,1-5-1 0,3 3-3 0,-1-2-6 16,14 2-4-16,-13 0-5 0,0-4-6 0,-2 5-11 16,-2-5-21-16,-4 0-18 0,-3 1-18 0,-9 2-17 15,-8 2-21-15,0-1-32 0,-6 0-38 0,0-2-31 0,-5 0-202 16,-3 1-465-16,-2 1 206 0</inkml:trace>
  <inkml:trace contextRef="#ctx0" brushRef="#br0" timeOffset="59629.24">17639 5185 263 0,'-2'-4'319'15,"2"-3"-3"-15,-1 3-3 0,0 1 3 0,1-4-6 16,0 7-35-16,-3-5-3 15,2 3-25-15,1 2-32 0,0 0-23 16,0 0-23-16,0-6-6 0,0 6-39 0,0 0-10 0,0 0-33 16,0 0-9-16,0 0-18 0,-3 15 0 0,3-4-9 15,-1 1-1-15,2 4-5 0,-2-1-6 0,1 4-3 16,3 5 4-16,-3 2 5 0,1-2-17 0,-1 1-1 16,3-1-1-16,-1-4-28 0,1-2-22 0,1 0-23 15,1-1-26-15,1 2-27 0,2-4-25 0,-1-1-51 0,2 0-55 16,1-5-325-16,2-3-608 0,-2-1 268 0</inkml:trace>
  <inkml:trace contextRef="#ctx0" brushRef="#br0" timeOffset="59845.44">18304 5318 134 0,'3'-4'241'0,"-2"2"-26"0,-1 2-20 15,5-3-22-15,1 2-16 0,-2-2-17 0,3 3-16 0,-7 0-11 0,13-1-18 16,-7 1-30-16,6 0-33 0,-5 0-38 0,7-2-42 16,-1 0-45-16,-3 2-43 0,3 0-98 0,1-3-253 15,0 1 113-15</inkml:trace>
  <inkml:trace contextRef="#ctx0" brushRef="#br0" timeOffset="60014.75">18814 5308 193 0,'4'-3'301'0,"-4"3"-12"16,5-2-17-16,-1-1-20 0,-3 0-18 0,3 1-20 15,1-1-16-15,0 2-29 0,0-2-13 0,3 1-30 0,6-1-40 16,-1 0-48-1,1 1-60-15,5 0-71 0,8 0-82 0,-7-1-198 16,9-2-405-16,1 1 179 0</inkml:trace>
  <inkml:trace contextRef="#ctx0" brushRef="#br0" timeOffset="60161.89">19437 5317 269 0,'0'0'257'0,"5"-5"-28"0,0 1-24 15,1 3-31-15,-1-2-25 0,8-1-27 0,1 2-44 16,4-1-46-16,10 1-50 0,4 1-61 0,1 0-158 16,-1-2-256-16,-1 0 114 0</inkml:trace>
  <inkml:trace contextRef="#ctx0" brushRef="#br0" timeOffset="60299.96">19964 5291 160 0,'8'4'315'0,"-8"-4"-2"0,5 1-1 15,-5-1-4-15,0 0 1 0,0 0-5 0,0 0-18 16,8 0-22-16,-8 0-35 0,6-4-60 0,0 3-69 16,1 1-58-16,5-3-56 0,-1 1-70 0,2 1-102 15,-1-4-286-15,4 1-510 0,2-1 226 0</inkml:trace>
  <inkml:trace contextRef="#ctx0" brushRef="#br0" timeOffset="60948.43">20989 5249 90 0,'-9'-2'153'0,"5"1"-13"0,4 1-9 0,0 0-8 16,-7-1-13-16,7 1-4 0,0 0-7 0,0 0-4 15,-7 0 0-15,7 0-5 0,0 0-7 0,0 0-5 16,0 0-6-16,0 0-1 0,0 0-5 16,0 0 1-16,0 0 1 0,-7-3 2 0,7 3 0 0,0 0 2 15,0 0 3-15,0 0 2 0,0 0 1 0,0 0-1 0,0 0-1 16,0 0 0-16,0 0-2 0,0 0 2 0,0 0-2 16,0 0-1-16,0 0-6 0,0 0-6 0,0 0-4 15,0 0-8-15,25-2-4 0,-4-2-6 0,9 3-6 0,2-3-1 16,21-2-4-16,-3 5-2 0,3-4-6 15,7 2-2-15,3 3 1 0,2-5 17 0,0 5-8 16,-2-4-12-16,1 1-16 16,-12 1-22-16,-16-1-17 0,-2 0-15 0,-14-1-19 15,0 2-20-15,-7-2-42 0,-1 0-41 0,-6 1-42 16,-3 0-194-16,-4-3-446 0,-1 1 197 0</inkml:trace>
  <inkml:trace contextRef="#ctx0" brushRef="#br0" timeOffset="61164.5">21383 5017 89 0,'-3'-8'384'0,"1"3"-2"0,-1-1 4 0,2 0-8 16,-2 5-23-16,2-4-37 0,1 5-34 15,-1-7-31-15,1 7-29 0,-4-3-31 0,4 3-43 0,0 0-28 0,-3 12-13 0,1 0-19 16,-6 12-6-16,4 8-24 0,-1 3 9 15,-1 15-4-15,6 8-7 0,2 0-29 0,6-1-51 16,1 2-61-16,2-3-81 0,5-1-132 0,-4-7-291 16,-4-17-635-16,1-6 282 0</inkml:trace>
  <inkml:trace contextRef="#ctx0" brushRef="#br0" timeOffset="67414.38">22829 4841 36 0,'0'-3'194'0,"0"-4"-3"15,2 1-10-15,-2 2-3 0,0 4-9 0,0-5-14 16,1 1-12-16,-1 4-16 0,0 0-12 0,1-5-14 0,-1 5-11 16,0 0-12-16,3-3-9 0,-3 3-10 0,0 0-13 0,0 0-5 15,0 0-8-15,0 0-5 0,-4 12-5 0,0-3-5 16,0 7-2-16,-2 0 6 0,-4 11-10 0,-2-3 2 16,2 3-4-16,-3 0-2 0,1 2 2 0,1 0-4 15,2-3 3-15,-3 2-3 0,6-2-1 0,-3-2-1 16,4-5 0-16,1 2 2 15,-3 2 1-15,3-7-1 0,0 0 1 16,0-6-3-16,2-2 3 0,0-3 2 0,2 2-3 16,-2-2 0-16,0 0 16 0,2-1 20 0,-1 0 25 15,1-4 22-15,-1 4 26 0,1-4 22 0,-1 5 35 0,1-5-5 16,0 0 9-16,0 0-5 0,0 0-15 0,21-13-15 16,-7 2-27-16,13-5 1 0,-3-2-15 15,3-1-10-15,4-3-12 0,-3 0-6 0,12-9-7 0,-12 7-8 0,10-6-5 16,-10 6-5-16,3 1-5 0,-3 0-27 0,-2 1 21 15,-3 3-6-15,-3 2-5 0,-5 5 0 0,-2 2 2 16,-3 1 7-16,-5 2 3 0,3 1-4 0,-3 2 1 16,-1-1 3-16,0 1-7 0,1 3-6 0,-4-2-4 15,3 0-5-15,-4 3-13 0,4-3-11 0,-4 3-19 16,1-2-36-16,-1 2-14 16,0 0-3-16,0 0 11 0,0 0 5 0,-10 13 7 15,-7-4 6-15,5 2 4 0,-6-1 6 0,-4 6 3 16,0-2 5-16,-1 1 6 0,6-5 0 0,2 3 2 15,-1-4 4-15,3 3-1 0,-2-3 11 0,4-3-8 16,5-1 10-16,-3 2-7 0,4-4 2 0,1 1-3 16,0-1 7-16,-1 0-2 0,1 0 3 0,4-3 0 15,-4 4 0-15,0-3 2 0,4-1 2 0,-2 4 3 0,2-4-5 0,-4 2 2 16,4-2 3-16,0 0 0 0,4 7-3 0,1-3 5 16,-1 1-3-16,6 0 4 0,-1 5 3 0,9-3-5 15,5 7 4-15,2-1 6 0,0 1-5 0,2-2 6 16,0 0-2-16,-2 2-4 0,3 0-17 0,0-1-41 15,-1 2-44-15,0 0-67 0,-3 1-82 0,-2-2-324 16,-5-3-620-16,-1 0 274 0</inkml:trace>
  <inkml:trace contextRef="#ctx0" brushRef="#br0" timeOffset="68062.87">23457 5097 240 0,'0'0'312'0,"1"-2"-15"15,-1 2-26-15,0 0-19 0,0-5-29 0,0 5-26 16,0 0-21-16,0 0-24 16,0 0-20-16,0 0-23 0,0 0-33 0,0 0-8 15,0 0-9-15,0 0-6 0,-4 19-6 0,-1-7 0 16,1 1-10-16,-2 0-4 0,-2 7-2 0,-2 2 1 15,-3 0-10-15,2 4 0 0,-1-2-2 0,1 0 0 16,0-1 0-16,4-7-4 0,2-6-2 0,-1 2 3 16,1-2-6-16,3-3 1 0,0-1-3 0,0 0 10 15,-1-3 26-15,3 1 36 0,0 1 27 0,0-5 54 0,-2 4 17 16,2-4 27-16,0 0-4 0,0 0-23 0,0 0-23 16,15-16-16-16,-1 4-17 0,2-3-9 0,5-6-14 15,-3 3-11-15,4 0-12 0,-2 1-11 0,-4 6-8 0,-2 1-12 16,-4 2 2-16,0 0-5 0,-1 2-4 0,-4 3-8 15,0-1-2-15,-1 0-8 0,0 2-8 16,0 0-14-16,-4 2-17 0,7-3-7 0,-7 3-2 0,8 3-3 0,-8-3-2 16,9 8 4-16,0-3 1 0,-4 1 2 0,0 1 6 15,-1 0 1-15,3 1 3 0,-1 1 3 0,-1-1-3 16,4-1 5-16,-4 3 1 0,0-3 2 0,-1-1 3 16,1-1 3-16,0-1-26 0,-4 1 7 0,6-3-14 15,-7-2-5-15,4 7-9 0,-2-5-15 0,-2-2-1 16,4 3-8-16,-4-3-1 15,0 0-6-15,3 5-6 0,-3-5-2 0,0 0-4 16,0 0-10-16,0 0-13 0,0 0-31 0,0 0-61 16,0 0-63-16,0 0-75 0,0 0-176 0,0 0-563 15,11-17 249-15</inkml:trace>
  <inkml:trace contextRef="#ctx0" brushRef="#br0" timeOffset="68965.22">24204 4881 52 0,'0'0'311'0,"3"-6"-21"0,-2 4-21 16,-1 2-28-16,0 0-20 0,2-6-29 0,-2 6-20 15,0 0-20-15,2-2-19 0,-2 2-24 0,0 0-20 16,0 0-12-16,0 0-8 16,0 0-7-16,6 10-4 0,-5-3-9 0,3-2-3 15,0 4-3-15,0-1-5 0,6 4-3 0,-3-3-5 16,0 1 0-16,2 0-3 0,1-1-4 0,2-1-1 16,-3 1-2-16,1-1 5 0,0-1-10 0,1-2-1 15,0-3-1-15,-2 2-2 0,0-1-1 0,2-3-2 16,-2 0 0-16,2 0 0 0,0-5 3 0,-1 1 1 15,-2-3 4-15,1-2-1 0,4-2 4 0,-6 4 5 0,2-5 4 16,0 3 5-16,-1-2 3 0,-2 2 5 0,3-3 4 16,-4 3 5-16,2 0 7 0,-5 4 5 0,2-2 2 15,0 4-5-15,0-3-7 0,-2 3 0 0,1-2-9 0,-2 3-12 16,-1 2-28-16,4-3-23 0,-4 3-29 0,0 0-15 16,0 0 9-16,0 0 5 0,-1 13 1 15,1-3 4-15,-3 6-1 0,-3 4 3 0,-2 5 10 0,3 3-3 0,-3 5 5 16,-2-1 5-16,0 12 2 0,-3 1 9 0,4-10-2 15,0 10 10-15,-4 2-6 0,7-12 4 0,-3 2 2 16,1 9 1-16,1-13 0 0,-1 1 4 0,2 0 1 16,-1 0 1-16,0-7-1 0,-1 1 1 0,-1-5 1 15,4-4 0-15,-1-2 1 0,-1-2-2 0,1-1 2 16,-2-4 3-16,2 0 0 16,-2-2-2-16,-1 0 2 0,0-2 6 0,0-2 10 15,1-1 2-15,-3-2 8 0,2-1 4 0,-3-3 5 16,1 0 12-16,-2-4 14 0,-1-3 19 0,3-4 8 15,-1 1 5-15,3-3 4 0,3-2-5 0,2-9-14 16,2 1 6-16,3-5-10 0,7-5-13 0,8-9-18 16,5 2-7-16,7 2-7 0,1 1-6 0,3 2 0 15,-5 12 3-15,2 1-10 0,1 0-2 0,0 3-6 0,11-5 2 0,-9 8-9 16,1 3 8-16,1-2-8 0,-5 4 2 0,0 0 0 16,-4 4 0-16,-6 0 15 0,-3 4-9 15,-3 2 11-15,-5-1 6 0,2 1 1 0,-5 3 1 0,0-2-10 16,-1 1 6-16,1-2-9 0,-5 4 3 0,8-1-4 15,-8-1-12-15,0 2 2 0,0 0 2 0,6-2-22 16,-6 2-12 0,0 0-16-16,8-2-21 0,-8 2-8 0,0 0-17 15,0 0-22-15,0 0-15 0,4-1-27 0,-4 1-28 0,0 0-21 16,0 0 10-16,0 0-35 0,0 0-38 0,-5 10-253 16,5-10-557-16,0 0 248 0</inkml:trace>
  <inkml:trace contextRef="#ctx0" brushRef="#br0" timeOffset="69403.5">25174 5100 155 0,'0'0'232'0,"-9"0"-8"0,9 0-8 15,0 0-6-15,0 0 2 0,0 0-6 0,0 0 5 16,0 0-11-16,0 0-16 0,0 0-21 0,0 0-19 16,22-4-13-16,-9 0-13 0,4 2-13 0,5 0-12 15,8-1-11-15,2-3-7 0,3 2-7 0,1 2-6 0,1-3-6 0,0 1-7 16,0 1-5-16,0-1-7 0,-5 0 0 0,-4 0-4 16,-7 1-3-16,-3 1-4 0,-7 2-5 0,2-2-1 15,-8 1-5-15,4 1-18 0,-5-1-21 0,3 0-30 16,-7 1-24-16,0 0-14 0,7 2-2 0,-7-2 6 15,0 0-41-15,-17 5-34 0,7-1-46 0,0-2-213 16,-3 0-455 0,0 1 202-16</inkml:trace>
  <inkml:trace contextRef="#ctx0" brushRef="#br0" timeOffset="69719.89">25169 5283 240 0,'-4'3'315'0,"0"-1"-16"16,0 1-7-16,4-3-11 0,0 0-22 0,-5 0-28 15,5 0-23-15,0 0-22 16,22 1-19-16,-3-2-17 0,11 1-19 0,2 0-13 15,-2-3-11-15,2 3-9 0,0 3-11 0,4-6-14 16,-5 6-2-16,1-3-3 0,-4 0 0 0,-7 0-20 16,-8 0-2-16,2-3-14 0,-6 3-1 0,-1 3-8 15,-2-6-10-15,2 3-15 0,-8 0-22 0,5 3-17 16,-5-3-17-16,0 0-7 0,0 0-16 0,0 0-22 16,0 0-35-16,0 0-53 0,-13 2-45 0,3-2-215 0,10 0-488 0,-14 0 216 15</inkml:trace>
  <inkml:trace contextRef="#ctx0" brushRef="#br0" timeOffset="71655.78">27070 4668 35 0,'0'-1'209'0,"0"1"1"0,2-8-17 16,-2 8-17-16,2-2-22 0,-1-1-18 0,-1 3-25 15,0 0-32-15,0 0-3 0,0 0-7 0,-12 14-10 16,0-1-7-16,-8 6 17 0,1 4-14 0,-8 4-10 15,-7 10-2-15,1 2-4 0,-4 2-6 0,0-2-4 0,1 1-3 0,1 0 1 16,-1-2-5-16,1-3-2 0,11-7 0 0,-2 1 0 16,4-2 0-16,2 0-3 0,1-3 2 0,0-2-2 15,6-6-1-15,3-3-1 0,0 1 5 0,3-6-7 16,2 1 2-16,0-2 5 0,1-2-9 0,-1-1 0 16,3 0 3-16,-1 3 3 0,2-3 6 0,1-4-7 15,-4 3 2 1,4-3-1-16,0 0-1 0,0 0-1 0,-5 4-7 15,5-4-38-15,0 0-56 0,0 0-60 0,0 0-202 0,5-17-376 16,-4 11 167-16</inkml:trace>
  <inkml:trace contextRef="#ctx0" brushRef="#br0" timeOffset="72003.38">26599 4783 41 0,'-1'-8'320'0,"1"3"-6"0,-2 1-21 0,2-1-23 16,0 1-30-16,0 4-31 0,0-6-24 0,0 6-23 15,0 0-17-15,0 0-13 16,14 12-17-16,-1 0-12 0,0 5-11 0,6 7-10 16,0-1-7-16,3 5-10 0,9 8-8 0,-2 2-4 15,-5-8-3-15,8 5-7 0,0 3-1 0,-9-11-5 16,0 2-2-16,9 9-3 0,-14-11-3 0,6-2-4 15,-5-1-3-15,-3 0 4 0,-1-3-3 0,-6-6-3 16,2-1-1-16,-3-6-3 0,-3 1-2 0,-1-5 0 16,0 4 1-16,-3-5 2 0,3 2-2 0,-4-5 21 0,5 2 11 15,-5-2 8-15,3 5 11 0,-3-5-1 0,0 0 4 16,4 2-7-16,-4-2-8 0,0 0-7 0,0 0-3 16,0 0-13-16,0 0-19 0,0 0-18 0,3 3-25 0,-3-3-24 15,0 0-82-15,0 0-67 0,0 0-71 0,0 0-280 16,-1-15-600-16,1 15 265 0</inkml:trace>
  <inkml:trace contextRef="#ctx0" brushRef="#br0" timeOffset="72372.98">27601 4735 121 0,'0'0'234'0,"0"0"-23"0,-2-4-20 0,2 4-22 15,0 0-16-15,-1-4-19 0,1 4-18 0,0 0-14 16,0 0-9-16,0 0-7 0,-11 15-15 0,3-5-7 16,-5 4-9-16,-6 7-8 0,2 4-2 0,-2 2-7 15,1 2-3-15,2 1-4 16,2 0-3-16,-2-1-2 0,5 5 4 0,1-5-2 16,2 0-3-16,3 0-2 0,4 2 3 0,2 1 1 15,4-3-5-15,5-3-7 0,3-2-23 0,1-2-49 16,5-3-77-16,2 0-208 0,4-6-369 0,-6-4 163 15</inkml:trace>
  <inkml:trace contextRef="#ctx0" brushRef="#br0" timeOffset="72990.14">27789 4985 96 0,'0'0'244'0,"6"-6"-21"16,-4 3-26-16,4 1-20 0,-6 2-19 0,9-3-14 16,-3 3-15-16,1 0-14 0,-7 0-14 0,12 3-10 0,-6-2-11 15,3 3-2-15,-5 3-2 0,1-2-23 16,0-3-8-16,-1 5-8 0,-1-1-5 0,-1 5 1 16,-2-4-7-16,0 1 4 0,-3 1-3 0,0 1-7 0,-1 0-7 0,-2-2 2 15,-3 2 0-15,1-1-5 0,0-1 0 0,-1 0 1 16,-2-1 0-16,5 2 0 0,-2-5-2 0,0 0 5 15,2 2 0-15,2-2 2 0,0-1 5 0,4-3 9 16,-6 1 16-16,3 2 20 0,3-3 33 0,-4 2 25 16,4-2 46-16,-1 3 19 0,1-3-3 0,0 0-18 15,0 0-19-15,5-9-19 16,3 4-6-16,0-5-20 0,2 4-3 0,1-7-13 16,1 1-5-16,1 0-15 0,-1 0-5 0,1-1-9 15,0 1-22-15,-1 1 14 0,-2 3-2 0,-1-1-7 16,-3 4 0-16,-1-1-6 0,1 2-1 0,-2 1-7 15,0-2-9-15,0 2-9 0,-4 3-14 0,1-4-23 16,-1 4-24-16,8-2-20 0,-8 2-1 0,0 0 10 16,0 0 8-16,-4 14 6 0,0-9 4 0,3 4 9 0,-5-1-1 0,2 2 7 15,1 0 3-15,-2 1 0 0,5 0 8 16,0 0 4-16,3 2 1 0,-1-1 4 0,7 2-18 16,0 0-25-16,3-1-48 0,0-1-66 0,10-5-96 15,-5 1-294-15,3-2-607 0,1-3 269 0</inkml:trace>
  <inkml:trace contextRef="#ctx0" brushRef="#br0" timeOffset="73362.3">28128 4599 168 0,'0'0'229'0,"0"-4"-25"0,0 4-27 15,0 0-18-15,9 14-16 0,0-4-13 0,1 4-11 16,3 7 1-16,1 6-12 0,3 2-2 16,1 15-1-16,-8-10-4 0,4 14-7 0,-1 0 1 15,-8 0-2-15,-2-1-9 0,-6-9-2 0,-1 6-6 0,-4-8-6 0,-7 8-8 16,1-9-1-16,-10 9-7 0,-11-5-17 0,-5-1-25 16,-9-1-63-16,-5-8-118 0,-29 7-243 0,24-21-446 15,7-5 197-15</inkml:trace>
  <inkml:trace contextRef="#ctx0" brushRef="#br0" timeOffset="75512.12">3740 7977 209 0,'0'-7'254'0,"0"4"-14"16,0-2-11-16,0 1-14 0,0 0-21 0,0 4-20 0,-2-5-22 16,2 5-18-16,0-4-18 0,0 4-22 0,0 0-12 15,0 0-8-15,6 13-9 0,-4-2-11 0,0 5-6 0,2 5-3 16,-2 2-5-16,-2 6-7 0,-3-1-4 0,0 3-4 16,1 0 0-16,0 0-3 0,-1 1 4 0,-2-1-5 15,2 1-8-15,1-3-1 0,-2 0 2 16,3 0-4-16,-2-3 2 0,-2-1-1 0,5-6 0 0,-1-2 3 0,-3-1-8 15,4-3-3-15,0-4 4 0,0-1-1 0,0-3 3 16,-1 2-1-16,2-5 24 0,-1 4 16 0,0-6 19 16,0 4 33-16,0-4 28 0,0 3 34 0,0-3 25 15,0 0 33-15,0 0-15 0,0 0-29 0,9-15-11 16,-2-1-17-16,6-6-21 0,3-2-8 0,0-2-3 16,3-2-21-16,2 1-10 15,2-4-14-15,0 2-7 0,1 1-5 0,2 1-7 16,-3 2-6-16,-3 1-11 0,1 2 3 0,-1 1 1 15,-7 5-15-15,-4 2 1 0,3 1 0 0,-4 7-1 16,-3-3 0-16,0 6-8 0,-1-2-1 0,3 0-2 16,-5 3-6-16,2-2-13 0,-1 3-11 0,-3 1-19 15,2-3-27-15,-2 3-27 0,0 0-2 0,0 0 6 16,0 0 8-16,-5 11 13 0,-6-1 13 0,-1 4-5 0,-1-2 20 0,-3 2-5 16,0 1 11-16,-3 4-8 0,5-4 3 0,0-3 6 0,1-1 3 15,1 2-10-15,2-5 18 0,3 1-1 16,1-4 1-16,-1-1 11 0,2 0-10 0,4-1 9 15,-6 0 7-15,6 0-3 0,-2 0 6 0,3-3 3 16,-5 4 14-16,5-4-2 0,-2 3 4 0,2-3-15 0,0 0 4 16,-3 4 11-1,3-4-9-15,0 0-9 0,-1 2-1 0,1-2-5 16,4 5 15-16,1-1-11 0,0 3 3 16,4-1-4-16,5 4-15 0,-5-3 8 0,5 8 12 15,9 1 0-15,1 2-16 0,2-1-21 0,-1 0-38 16,2-1-52-16,1 3-57 0,3 1-81 0,-4-3-388 0,5-2-703 15,-7-3 311-15</inkml:trace>
  <inkml:trace contextRef="#ctx0" brushRef="#br0" timeOffset="76013.39">4443 8353 196 0,'-2'-6'355'16,"2"6"-22"-16,-1-2-9 0,1 2-9 0,0-5-11 16,0 5-19-16,-1-5-19 0,1 5-21 0,0 0-31 15,0 0-20-15,0 0-23 0,-2-3-21 0,2 3-19 16,0 0-16-16,0 0-24 0,0 0-34 0,0 0-9 0,0 0-12 16,0 0-6-16,-1 17 3 0,1-8 7 0,-2 4-15 15,2 4-5-15,-2 0-3 0,1 2-1 0,-3 5-3 0,3-4-3 16,-2 4-8-16,1 0 6 0,0-3 2 0,1-1 0 15,-1-3-6-15,1-1 18 0,1-5-14 16,0 2 1-16,0-4-5 0,0 0 1 0,0 0-4 16,1-3 4-16,1-2-1 15,-4-1 3-15,2 2 18 0,2 0-3 0,-2-5 11 16,0 0 3-16,0 2 20 0,0-2-21 0,0 5 3 16,0-5-7-16,0 0 17 0,0 0-21 0,0 0-3 15,0 0-13-15,0 0-18 0,0 0-26 0,1 4-39 16,-1-4-36-16,0 0-46 0,0 0-94 0,0 0-114 0,6-11-228 15,-3 6-638-15,4-3 283 0</inkml:trace>
  <inkml:trace contextRef="#ctx0" brushRef="#br0" timeOffset="77754.81">4855 8668 125 0,'0'0'273'0,"0"0"-5"0,0 0-16 15,0 0-13-15,2-3-17 0,-2 3-19 0,0 0-26 16,0 0-17-16,0 0-20 0,0 0-17 0,0 0-16 16,0 0-12-16,0 0-29 0,0 0-6 0,-4 11-7 15,-1-2-5-15,-6 4-7 0,2 3-4 0,-7 6-9 0,0-2-23 16,-5 2-35-16,-1 2-48 0,0 2-70 0,-2-4-263 0,1-3-446 15,-2-2 197-15</inkml:trace>
  <inkml:trace contextRef="#ctx0" brushRef="#br0" timeOffset="78688.47">5212 8120 47 0,'1'-6'250'0,"2"-1"-4"0,-1-3-5 16,2 3-12-16,-4 1 0 0,3 1-3 0,-2 1-17 15,0-1-15-15,0 2-16 0,1 0-27 0,-2 3-14 16,1-6-18-16,-1 6-19 0,0 0-24 0,0 0-10 16,0 0-11-16,0 0-1 0,0 20-12 0,0-3-3 15,-4-1-8-15,-1 8-6 0,-1 2-1 0,-1 2 0 16,1-1-1-16,-2 0-6 16,2 0 0-16,-1 2-1 0,2 0-2 0,-1-1 0 15,1-2-4-15,1-1-1 0,0-6 0 0,2-2 1 16,0 0 3-16,1-5-6 0,-2-2 3 0,2-1-1 15,1-3 3-15,0 1 4 0,0-3 7 0,0 1 15 16,0-3 22-16,0-2 13 0,-3 6 34 0,3-6 31 16,0 0 26-16,0 0 2 0,0 0-10 0,0 0-19 15,13-17-16-15,-5 8-8 0,5-8-10 0,-3 0-9 0,9-5-10 0,-1-4-13 16,0 1-6-16,3 1-6 0,-2-1-7 0,0 4-2 16,-4-1-11-16,3 2-1 0,-6 6 7 0,1-1-2 15,-1 3 2-15,-3 0 0 0,-3 3 0 0,2 2 5 16,-3-1-2-16,0 4-2 0,-1-2-4 0,0 2-9 15,-1 0-1-15,0 1-4 0,0 0-9 0,-3 3-8 16,4-2-13-16,-4 2-20 16,0 0-26-16,0 0-31 0,0 0-21 15,0 0 17-15,0 0-1 0,0 0 6 0,-8 16 7 0,-1-6 11 16,4 2 8-16,-4 0 13 0,-4 2-5 0,7-1-4 16,-3 0 11-16,-1 0 2 0,2-3-1 0,3 0 9 15,1 0-5-15,-1-2 8 0,2 0 4 0,1-2-1 16,0 1 6-16,0 0 1 0,2-2 2 0,1 2 3 15,0 0-2-15,3 0 5 0,2 3 4 0,3-2 1 0,3 1 0 0,2 0 0 16,7-1 6-16,4 0-1 0,-4 1-31 16,7 1-50-16,0-1-56 0,-1 2-70 0,1 0-88 15,-13-3-351-15,7-1-694 0,-3-2 308 0</inkml:trace>
  <inkml:trace contextRef="#ctx0" brushRef="#br0" timeOffset="79127.25">5749 8368 315 0,'0'0'373'0,"-3"-5"-19"0,3 5-16 0,-1-2-21 15,1 2-17-15,0 0-25 0,-3-4-33 0,3 4-20 16,0 0-30-16,0 0-23 0,0 0-17 0,13-3-18 0,-7 3-20 16,-6 0-5-16,13 3-13 0,-6-2-11 0,3 5-14 15,-3-1-10-15,1-3-4 0,2 6-9 0,-1 1-10 0,0-1 2 0,-5 3-18 16,5 4-7-16,-5-1-4 0,1 1-5 0,-5 2-22 16,0 0 3-16,0 2 1 0,-5 1 3 0,-2-4-2 15,0 2 5-15,-4-1-3 0,5-2 4 16,-4 1-2-16,2-2 1 0,-1 1 4 0,1-5 1 0,-2-2 0 15,3 3 0-15,-2-2 3 0,3-4-6 0,0 0 0 16,2 0 5 0,2-1-6-16,-2-1 6 0,1 0 0 0,1 1 1 15,1 1 23-15,1-5 15 0,-3 3 8 0,3-3 2 16,-3 2 1-16,3-2-3 0,0 0 0 0,0 0-11 0,0 0 1 16,22-2 0-16,0-1-2 0,11 1-8 15,-1-3-8-15,4 0-30 0,18 2-56 0,-17-2-52 16,2 0-67-16,-6 1-86 0,3 0-112 0,-4-2-205 15,-1-1-636-15,-4-2 281 0</inkml:trace>
  <inkml:trace contextRef="#ctx0" brushRef="#br0" timeOffset="79427.89">6464 8606 110 0,'0'0'266'16,"0"0"-22"-16,0 0-24 16,0 0-21-16,0 0-19 0,5 0-17 0,-5 0-24 15,0 0-18-15,3 4-12 0,-3 0-10 0,0-4-8 0,-4 14-9 16,0-6-8-16,-1 5-2 0,-4 3-8 0,0 0-4 15,-8 8-6-15,2-3-2 0,-5 2-6 0,0-2-11 16,-1 0-18-16,-1 2-31 0,-1-2-45 16,-1-1-59-16,-2-3-102 0,-1-5-128 0,-1-4-377 0,10-3 167 15</inkml:trace>
  <inkml:trace contextRef="#ctx0" brushRef="#br0" timeOffset="79759.92">6801 8365 126 0,'0'0'358'0,"0"0"-22"16,0 0-23-16,0 0-20 0,0 0-21 0,0 0-20 16,0 0-28-16,0 0-19 0,0 0-24 0,0 0-16 0,4-4-25 15,4 4-29 1,2 0-30-16,2-3-46 0,5 3-49 0,1-1-60 15,4 0-72-15,9-4-75 0,-3 3-219 0,3-1-476 16,-1-2 211-16</inkml:trace>
  <inkml:trace contextRef="#ctx0" brushRef="#br0" timeOffset="79907">7498 8341 264 0,'0'0'358'0,"8"0"-12"0,-8 0-15 0,10-2-9 16,-8-2-22-16,2 1-34 0,1 1-24 0,-1-1-30 15,1-1-29-15,4-1-44 0,1 2-57 0,7-4-53 16,5 2-69-16,6 0-73 0,2-4-81 0,1 2-261 16,2-1-492-16,3 1 218 0</inkml:trace>
  <inkml:trace contextRef="#ctx0" brushRef="#br0" timeOffset="80060.73">8169 8264 240 0,'6'1'351'0,"-6"-1"4"0,4 3 5 15,-4-3-5-15,0 0-11 0,0 0-27 0,7 0-27 16,-7 0-33-16,0 0-62 16,8-4-80-16,-4 2-97 0,0 0-113 0,1-1-150 15,4-1-232-15,-4-1-515 0,3-1 228 0</inkml:trace>
  <inkml:trace contextRef="#ctx0" brushRef="#br0" timeOffset="81125.92">9439 7956 67 0,'0'-7'278'0,"1"1"-15"16,-1-1-11-16,0 3-15 0,0-3-15 0,0 6-18 0,0 1-18 16,1-7-25-16,-1 7-17 0,2-4-18 0,-2 4-13 15,0-5-24-15,0 5-18 0,0 0-9 0,0 0-6 16,1 16-5-16,0-5-10 0,-1 5-2 16,0 3-6-16,0 7-5 0,-2 2-5 0,-2 4-2 0,0-3-1 15,1 1-2-15,-1 3-3 16,-2-3 0-16,4-1-2 0,-1-3 0 15,2 1-2-15,-3-4 1 0,3-3 0 0,-1 0-5 16,2-2 1-16,0-2 3 0,-1 1-4 0,1-8 0 16,-1 1 2-16,1-6-2 0,1 1 7 0,-1 3 30 0,0-5 25 15,0 1 36-15,0-1 28 0,0-3 41 0,0 0 28 16,-1 5 18-16,1-5 9 0,0 0-21 16,0 0-20-16,9-12-21 0,-3 1-16 0,4-3-17 0,1 0-13 0,0-3-12 15,8-5-13-15,0 1-9 0,3-3-11 0,0 2-14 16,4-1-6-16,-2 1-7 0,-1-2-2 0,-3 4-9 15,3 4-4-15,-6 4-4 0,-2-3-3 0,-2 4-1 16,-2 1-3-16,2 2 0 0,-3-1-4 0,-2 3-3 0,0 2-2 16,-3-1 1-16,-1 1 0 0,1 0-5 15,-1 3 0-15,-2-2-9 16,-2 3-9-16,4-4-14 0,-4 4-17 0,3-2-13 16,-3 2-25-16,0 0-20 0,0 0-17 0,0 0 13 15,0 0 5-15,0 0 10 0,-18 13 7 0,1-1 11 16,-1-4-5-16,0 4 19 0,0-2 3 0,-6 5 5 15,7-6 20-15,1 3-12 0,3-5 0 0,0 2 8 16,3-3 0-16,2 1-3 0,0-2 6 0,3 0 3 0,-2-1-4 16,3 0 7-16,-1 1 0 0,1 0 2 0,2 0-5 0,-2 0-2 15,3 0 6-15,1-1 4 0,1 4 3 0,-1-1-2 16,9 0 1-16,-4 3 6 0,3 0 7 0,3 2 2 16,6 1-10-16,2 3 14 0,1 1-10 0,6-2-23 15,-2 2-45-15,0-2-56 0,3 2-68 0,0-3-83 16,-5 0-344-16,9-3-676 0,-6-2 299 0</inkml:trace>
  <inkml:trace contextRef="#ctx0" brushRef="#br0" timeOffset="81627.14">10032 8290 155 0,'-1'-4'366'0,"1"0"-6"0,0-1-2 0,1 2-3 15,-1-2-12-15,2 1-11 0,-2 4-13 0,1-4-18 0,-1 4-30 16,2-4-27-16,-2 4-28 0,0 0-26 0,0 0-21 15,0-5-13-15,0 5-26 0,0 0-17 0,0 0-20 16,0 0-26-16,0 0-22 0,0 0-20 0,0 0-7 16,0 0 2-16,0 13-2 0,-2-6-3 0,-1 0-4 0,0 3-2 31,-2 4 1-31,0 1 2 0,-1 4-3 0,-1-2 1 16,5-1 5-16,-3-4-12 0,1 1 0 0,1-4-26 15,1 0 2-15,-1-3-15 0,3 0-1 0,-1-1 7 0,-2 0 20 16,3-1 18-16,0-4 34 0,-1 3 34 0,1-3 17 15,0 0-3-15,0 0-11 0,10-11 0 16,4 4-14-16,-2-4-4 0,4-2-4 0,0 1-4 0,5-8-3 16,-5 8-4-16,0-2-6 0,-2 3-24 0,2 0-5 0,-6 4-7 15,0 2-3-15,0 0-5 0,-2 0-4 0,1 3-9 16,1 3-12-16,2 1-5 0,-2 6-6 0,3-2-2 0,1 4-7 16,0 2 6-16,-3 2 0 0,8 8-12 0,-4 0-31 15,-1-1-38-15,-5-5-53 0,2 7-65 16,-1 2-79-16,-5-6-373 0,-1-5-752 0,0-2 334 15</inkml:trace>
  <inkml:trace contextRef="#ctx0" brushRef="#br0" timeOffset="82736.28">11928 8097 58 0,'-4'-4'199'0,"-1"1"-18"0,-5-5-6 0,2 4-20 15,0 1-20-15,2-1-12 0,-7 0-10 0,3 3-14 16,-3 0-6-16,-1 2-8 0,0 0-3 0,-4 2-12 15,-1 2-8-15,1 2-3 0,-1 1-2 0,-5 2-10 16,7 1-5-16,-2 0-2 0,1 2-8 0,4 1-4 16,0 1-1-16,0 0-3 0,2 2-5 0,1 0 0 0,2-4-2 15,3 3-4-15,0-6 5 0,3 1 13 0,0 0 2 16,2-2 8-16,1 0 9 0,1-2 1 0,2 0 8 0,0-3 8 16,3 0 3-16,-1 0 1 0,1-2 3 0,7 0 4 15,-2-6-2-15,2 4-2 0,5-4 1 0,0-2-3 16,-4 1-1-16,5-1-6 0,-3-2 3 15,-1 0-5-15,-4 2-5 16,0 1-4-16,0-1-2 0,-2 2-2 0,-2-2 11 16,-1 3-20-16,-1 0-3 0,1 1-7 0,-2 1-3 15,0-1-6-15,-4 2-6 0,8-3-13 0,-8 3-2 16,9 0-6-16,-4 3 3 0,1-1-7 0,-2 1 3 16,1 2-6-16,5 2-10 0,-5 1-11 0,3-1-24 0,-1 1-31 15,1 2-35-15,0-2-56 0,-3 1-37 0,3-1-278 16,-3-1-536-16,0-2 238 0</inkml:trace>
  <inkml:trace contextRef="#ctx0" brushRef="#br0" timeOffset="83068.36">12055 8131 161 0,'2'-3'265'0,"1"-3"-27"0,-1 4-23 16,-2 2-27-16,5-5-17 0,-5 5-19 0,9 0-18 15,-9 0-12-15,8 4-17 0,-2 1-8 0,3 0-8 16,-1 2-10-16,-3 1-6 0,4 4-6 0,0-4-5 16,-4 3-8-16,3 0-2 0,-4 2-2 0,-2-1-6 15,2 5-2-15,-1-2-4 16,-3 0-5-16,1-4 3 0,-1 1-6 0,0-3-2 16,0-2-3-16,-1-1-3 0,1-1 4 0,0 1 15 15,-3-2 19-15,3 1 22 0,0-5 28 0,3 4 34 16,-3-4 40-16,0 0 27 0,0 0 13 0,0 0-16 15,0 0-23-15,0 0-16 0,0 0-20 0,10-17-14 16,-6 6-16-16,1 1-29 0,4-5-31 0,2-1-29 16,1 1-32-16,5-7-47 0,3 3-23 0,-1-1-37 0,1 1-44 0,-7 5-52 15,10-2-60-15,-5 5-46 0,0 3-311 0,0 1-675 16,-3-2 299-16</inkml:trace>
  <inkml:trace contextRef="#ctx0" brushRef="#br0" timeOffset="83500.39">12564 8298 127 0,'0'3'307'16,"0"-3"-2"-16,-1 6-11 0,1-6-15 0,0 0-29 16,0 0-23-16,0 0-29 0,17-4-17 0,-6 0-20 15,1-1-20-15,7-3-1 0,1 2-21 0,7 0-15 16,-1-5-11-16,3-1-7 0,-2 1-4 0,0-1-5 0,-3-3-6 15,2-1-1-15,-5 1-12 0,2-2 1 0,-6 3-8 16,1-2-1-16,-7 3-2 0,0-1-2 0,-2 1 1 16,-3 3 6-16,0 3-3 0,-6-4-4 0,0 2-8 0,0 4-15 15,-6-1 4-15,-2 1-5 0,-3 3-2 0,-3 2-5 16,-7 0-7-16,0 4 8 0,-8 1-11 16,3 4-6-16,-1 0 4 15,6-1-2-15,-2 7-6 0,4-4 2 0,5 1 0 16,0 3-2-16,1-2 2 0,5 4-2 0,4 0 3 0,4 2 4 15,4-2 2-15,7-2 9 0,6 5-4 0,8-1 4 16,3-3 6-16,21 4 11 0,3-7 1 16,3 0 6-16,9-8 4 0,1 4 14 0,0-3 9 15,2-6 8-15,-2 2-2 0,-1-2 2 0,-13 2-3 0,-17-4-8 16,-3 2-5-16,-11 0-9 0,-7 0 0 0,1 0-1 0,-2-2-8 16,-6 2 0-16,1 0-5 0,0 0-25 0,-3 0-29 15,-4 0-21-15,6-1-54 0,-6 1-63 0,0 0-66 16,-20-4-71-16,7 3-389 0,-10 1-742 0,8-4 329 15</inkml:trace>
  <inkml:trace contextRef="#ctx0" brushRef="#br0" timeOffset="84640.78">14888 7951 157 0,'0'0'183'0,"-4"-4"-17"0,4 4-15 0,0 0-12 16,-7-2-18-16,7 2-16 15,0 0-12-15,-2-2-6 0,2 2-13 0,0 0-5 16,0 0-8-16,0 0-3 0,0 0-2 0,0 0-2 15,0 0-6-15,17-3-4 0,-9 3 1 0,3-2-5 16,1-1-3-16,-2 1-3 0,3 0-4 0,0-1-2 16,-1 0-3-16,0-1-3 0,0 0-4 0,-2 0 3 15,1-1 12-15,0 0 1 0,-1 1 1 0,0 0 13 16,-3-1 5-16,-1 1 12 0,-1 0 4 0,-1-1 1 0,2 1-2 0,-2 1 7 16,-1 1-1-16,-3 2-4 0,4-5-5 0,-4 5-9 15,0-3-2-15,0 3-17 0,0 0-6 0,0 0-9 16,-16 0-3-16,5 2-4 0,-8 6 2 0,-2-3-3 15,-7 5-2-15,0 1 5 0,-3 1-7 0,-1-1-4 16,-1 6 0-16,2-2 0 0,-1 3-4 0,3 2-1 16,2-1 0-16,0 1-3 0,4 1 0 0,4 0 1 0,0-1-2 0,9-3 6 15,2-2-2-15,4 3 1 0,4-1 1 0,4-1 11 16,6 0-2-16,8 2 0 0,9-2-2 16,6-4 8-16,8-2-13 0,14-2-7 0,4 0-18 15,1-6-14-15,8-2-23 0,26-2-32 0,-30-2-56 0,28-3-83 16,-37 2-197-16,-5-2-461 0,-8 0 205 0</inkml:trace>
  <inkml:trace contextRef="#ctx0" brushRef="#br0" timeOffset="85104.26">15638 7947 211 0,'0'0'204'0,"-4"-2"-20"0,4 2-26 0,0 0-13 16,0 0-14-16,-4-3-13 0,4 3-11 0,0 0-14 16,0 0-9-16,-15 3-8 15,8-1-8-15,-2 1-6 0,0 0-8 0,-2 2-7 16,-1 1-6-16,-2 2-5 0,0-1-3 0,-4 3-1 15,4 1-2-15,-1 0-9 0,3 2 4 0,1-1-7 16,-1 1 0-16,5-4-3 0,-1 3 0 0,5-1 13 16,-1 0 5-16,4-1 3 0,0 2 0 0,3-1 0 15,1-1 4-15,5-1 0 0,0-2 6 0,8 2-4 16,-1-1-4-16,5-3-1 0,7-1-3 0,2-4 0 0,1 0-6 0,-3-4-1 16,0-1 3-16,-6 1 10 0,5-3 8 0,-11 1 10 15,2-4 9-15,-5 1 3 0,-3 2 10 0,1-4-6 16,-4-2-8-16,1-2-5 0,-5 0-8 0,-1 0-4 15,-4-4-6-15,0 2-7 0,1 3-6 0,-7-3-5 16,1 2-4-16,-1 5-3 0,-2 2-10 0,-3-2 5 16,0 4-21-16,-1-1-5 15,-4 2 1-15,1 5-7 0,-2-3-2 16,2 3-10-16,-1 0-8 0,0 3-17 0,1 1-13 16,3 2-23-16,1 1-23 0,4-1-28 0,-1 3-27 0,1-1-38 15,4 1-202-15,2-3-443 0,2 0 197 0</inkml:trace>
  <inkml:trace contextRef="#ctx0" brushRef="#br0" timeOffset="85574.22">15999 7902 78 0,'2'-3'377'0,"0"0"-27"15,-2 3-18-15,4-5-17 0,-3 1-47 0,-1 4-28 16,4-1-34-16,-4 1-27 0,0 0-14 0,0 0-25 16,0 0-20-16,0 0-10 0,0 0-19 0,9 11-12 15,-8-5-7-15,0 5-7 0,-1 0-9 0,0 2-8 16,0 3-4-16,-1 2-5 0,1 1-7 0,-1 2-2 16,-3 3-3-16,-1-6 0 15,1 1-3-15,3-2-5 0,-5-3 1 0,4-1 1 16,0-2-3-16,2-4-1 0,-2-2-5 0,2 2 2 15,-1-3 9-15,1 1 19 0,0-3 33 0,0-2 39 16,1 6 31-16,-1-6 32 0,0 0-4 0,0 0-16 16,0 0-18-16,17-13-15 0,-7 5-10 0,3-4-16 15,1 0-9-15,0-4-11 0,5-3-9 0,1 1-13 16,-5 5 2-16,-2 2-12 0,-1-2-2 0,-4 8-5 0,0-1-4 0,-2 0-7 16,-1 2-5-16,0 2-15 0,-2-2-8 0,-1 1-17 15,2 2-15-15,-4 1-6 0,8 0-2 0,-8 0-7 16,10 8 1-16,-5-6-1 0,4 4-4 0,-1 3 6 15,-1-3 5-15,1 5 10 0,1-2-13 0,5 3 0 16,-1 0-16-16,0-2-27 0,-4 0-22 0,2-2-29 16,-1-1-26-16,2 2-40 15,-1-2-46-15,1-2-60 0,-3-2-317 0,1 1-679 16,-1-4 301-16</inkml:trace>
  <inkml:trace contextRef="#ctx0" brushRef="#br0" timeOffset="85959.6">16760 7821 197 0,'0'0'302'16,"0"0"-22"-16,-3-4-29 0,3 4-28 0,0 0-24 0,0 0-18 0,0 0-20 15,0 0-16-15,-5-2-22 0,5 2-8 0,-12 6-13 16,6-3-12-16,-3 0-11 0,0 3-9 0,-1 1-6 16,-2-2-5-16,2 3-9 0,0-1-4 0,2 3-9 0,-1-2-3 15,-1 3-2-15,5-1-5 0,-1-1 0 0,0 4-6 16,5 0-1-16,1-1-3 0,1 0 1 16,5 4 3-16,1 0-6 15,6 2-1-15,-3-3 0 0,3-1-5 0,1 2 0 16,3-3 2-16,-2 0-2 0,-1 1-3 0,-4-5-1 15,1 0 9-15,-4-2-16 0,2 1-5 0,-4-3-4 16,-2 0-3-16,-1 0 5 0,-2 2 2 0,-4-2 4 16,-3 2 0-16,-10-2 8 0,-4 3-4 0,-10-3-16 15,-5-1-27-15,-4 0-52 0,-9 0-68 0,10-4-294 16,0-4-494-16,2-3 219 0</inkml:trace>
  <inkml:trace contextRef="#ctx0" brushRef="#br0" timeOffset="87009.27">17162 7595 20 0,'0'-6'256'0,"0"-1"-6"16,3 3-8-16,-3-2-1 0,2 4-14 0,-2 2-20 0,0-7-16 15,4 4-23-15,-4 3-19 0,0-4-22 0,0 4-17 16,0 0-9-16,0 0-14 0,0 0-11 0,0 19-7 16,1-2-8-16,-2 8-7 0,1 3-9 0,-4 4-4 15,4 2-6-15,-2 16 5 0,-2-16-10 0,4 1-2 0,-3 13-4 0,2-13-3 16,0-3-3-16,1 1-1 0,-3-3-1 0,3-2 0 15,0-3-2-15,-4-7-2 0,7 0 0 16,-6-2-4-16,3-4 2 0,0-1 0 0,0-3 0 16,0-1-3-16,0 0 4 0,0-1-1 0,0-2-1 0,0 2 3 15,0-6-4-15,0 5 8 0,-1-2-7 0,1-3 2 16,1 5 0-16,-1-5-2 0,0 0 13 0,0 0-13 0,-1 5-4 16,1-5-9-16,0 0-12 0,0 0-11 0,0 0-16 0,0 0-80 15,0 0-85-15,0 0-255 0,-10-15-499 0,6 6 221 16</inkml:trace>
  <inkml:trace contextRef="#ctx0" brushRef="#br0" timeOffset="87310">16937 8011 78 0,'0'0'190'0,"0"0"-5"15,-2 3-11-15,2-3 3 0,0 0-18 0,0 0-10 16,0 0-13-16,0 0-11 0,0 0-9 0,0 0-9 0,25-3-12 0,-3 0-10 16,9-2-9-16,4-2-5 0,17-3-4 0,1 2-13 15,5-1 2-15,-4 1-2 0,1-2 1 0,-3 4-3 16,-13 1-6-16,-4-1-5 0,-3 3-4 0,-4 0 0 16,-9 3-5-16,-4-3-5 0,-3 3-5 0,-1 0-5 15,-6 0-1-15,3 0-1 0,-3-1-4 0,-5 1-2 16,9-1 1-16,-9 1-5 15,8 1 2-15,-8-1-1 0,0 0-1 0,0 0-5 16,0 0-12-16,-17 4-14 0,11-3-15 0,-1 2-20 16,2-1-19-16,-4 0-18 0,4 0-37 0,0 0-38 15,0 1-157-15,5-3-357 0,-9 2 158 0</inkml:trace>
  <inkml:trace contextRef="#ctx0" brushRef="#br0" timeOffset="87795.36">17940 7902 33 0,'0'-3'275'0,"0"3"-9"0,-2-7-27 16,2 7-28-16,-2-5-16 0,2 5-26 0,-4-5-20 15,4 5-14-15,-5-3-15 0,-1 3-15 0,6 0-11 16,-20 6-12-16,7-2-8 0,-5 2-8 0,-2 3-6 0,-5 4-4 16,0 1-6-16,3 1-8 0,-4 2-4 0,2-1-6 15,1 2-1-15,3-1-8 0,3-3-1 0,-1 5-2 0,4-3-3 16,4-1-2-16,-2-1 1 0,3-2-1 0,4-1-1 16,0-1 0-16,4-2 1 0,1-1 4 0,0 0 2 15,1-1 6-15,6-2 7 0,-1-3 2 0,6 2 1 16,0-1 4-16,1-4 3 0,5-1 4 0,2-2 4 15,-3-1 5-15,2-2 7 0,-1 0 1 0,0-1 2 0,-4-3 3 16,4 0-2-16,-4-1-2 0,1 1-1 0,-2 0-5 0,0-2 2 16,-4 6 0-16,0-3-7 0,0 3 6 0,-4 2 3 15,0 0-7-15,-1 4-2 0,0-4-9 0,-2 4-9 16,2-2-7-16,-4 4-16 0,5-4-9 0,-2 4-17 16,-3 0-9-16,0 0 0 0,0 0 4 0,11 6 2 15,-6-3-3-15,0 4-10 0,4-2-7 0,-4 4-7 16,4-1-21-16,4 1-19 15,0 1-30-15,-3 1-29 0,0-3-40 0,6 1-40 16,-1 0-45-16,-5-3-219 0,2-1-525 0,-2-3 233 16</inkml:trace>
  <inkml:trace contextRef="#ctx0" brushRef="#br0" timeOffset="88428.17">18243 7892 152 0,'3'-3'329'0,"-3"-1"-21"16,0-2-30-16,0 6-31 0,1-4-24 0,-1 4-28 16,1-3-24-16,-1 3-22 0,0 0-16 0,0 0-14 15,0 0-12-15,0 0-12 0,-5 18-10 0,5-8-10 16,-4 1-5 0,3 2-8-16,-3 3-7 0,0 1-5 0,-2 0-6 15,-2 3 0-15,3 4-9 0,0-3-4 0,-4-3 0 0,1 0 0 16,2 0 3-16,0-4-11 0,3-3-5 0,-1 0 1 15,-1-5-3-15,3 0 1 0,-1 0 5 0,1-2 18 16,0 2 37-16,2-3 26 0,-2 0 39 16,2-3 34-16,-3 2 20 0,3-2-2 0,0 0-26 0,0 0-16 15,9-14-18-15,-4 4-11 0,5-2-14 0,-2-4-20 0,2-1-15 16,8-4-17-16,-5 7-4 0,0-1-15 0,-3 1-6 16,0 2 0-16,-1 3-2 0,-3 1-4 0,0 2-9 15,-3-1-3-15,3 6-15 0,0-6-15 0,-2 5-16 0,0 1-14 16,3 0-14-16,-7 1 3 0,18 4-7 15,-6 3 4-15,4-2-1 0,-2 4-9 0,4 0 12 16,-4 2-21-16,4-2-10 0,0 3-15 0,4-3-20 0,-2-1-14 0,-2 1-11 16,1-1-7-16,0-3 2 0,1 0 2 0,-3-1 1 15,-4-3-6-15,1-2 10 0,-1-1 8 0,-4-2 13 16,1-1 15-16,-2-3 19 0,-3-1 24 0,0-6 23 16,3-2 24-16,-6-1 27 0,1-2 10 0,-3-4 15 0,1-1 15 15,2-4 9-15,-2 0 12 0,2 0-5 16,-2-2 3-16,3-1 0 15,-3-2-5-15,2 1 0 0,-1 0 10 0,1 5 7 16,-1 1 7-16,1 12 7 0,-1 3 1 0,0 1 0 16,-1 1-12-16,-1 4-7 0,1-1-16 0,0 3-22 15,-1-1-31-15,2 2-32 0,-2 3-8 0,0 0 10 16,0 0-2-16,-4 16 0 0,1 1 5 0,-2 4-2 16,5 5 2-16,-6 7 3 0,-2-1 3 0,6 2 4 15,-5 2 1-15,3-1 7 0,-2 10-3 0,2-12 4 0,4-3 0 0,-4-1 13 16,4-3-14-16,0-7 5 0,0 0-3 0,3-2-13 15,-3-5-17-15,1-1-16 0,-1-3-22 0,3 0-16 16,-3-3-17-16,1 0-14 0,-1 1 2 0,0-6-1 16,0 0-72-16,0 0-262 0,0 0-490 0,-9-12 217 15</inkml:trace>
  <inkml:trace contextRef="#ctx0" brushRef="#br0" timeOffset="88738.34">18490 7844 52 0,'-5'0'235'0,"5"0"-2"0,-8 3-11 0,8-3-6 16,-6 0-21-16,6 0-20 0,0 0-19 15,0 0-13-15,20-4-18 0,-1 2-11 0,12 0-13 16,3-4-11-16,17 0-8 0,5 0-10 0,-3-1-6 0,3 0-6 15,4 1-10-15,-1-2-2 16,-3 0-6-16,-6 2-5 0,-13 1-3 16,-5 0-3-16,-4 2-3 0,-10 0-3 0,-4 1-2 15,-4-1-2-15,1 3-3 0,-4 0 6 0,-2-1-6 16,1 0-4-16,-6 1-7 0,0 0-14 0,0 0-8 0,0 0-6 16,0 0-10-16,-17-7-13 0,17 7-19 15,-14 1-24-15,6 1-18 0,1-1-30 0,0 0-40 16,0 2-171-16,-1-2-374 0,-1 2 165 0</inkml:trace>
  <inkml:trace contextRef="#ctx0" brushRef="#br0" timeOffset="89252.22">19458 7775 198 0,'0'0'226'0,"0"0"-16"0,0 0-17 0,0 0-15 0,0 0-15 16,0 0-16-16,0 0-20 0,0 0-13 0,0 0-11 15,0 0-10-15,0 0-10 0,-13 7-9 0,2-4-7 16,1 0-3-16,1 2-8 0,-4 1-3 0,-2-1-3 16,-1 4-5-16,1-1-12 0,0 0 1 0,1 2-3 15,2-4-5-15,2 2-8 0,-2-1-2 0,1 5 4 0,2-2-5 16,1-1-4-16,2 0 4 0,2 2-3 0,-1-1 2 16,2 1 0-16,6 2 1 0,-2-4 2 0,3 4 1 0,6 0-4 15,-1 1-5-15,3 0 11 0,-1-2-6 0,2 0 0 16,2 0-3-16,-7-4 0 0,4 1 1 0,3 0-2 15,-6-1-3-15,-3-2 1 0,2 0-1 16,-2-3-5-16,-2 0 3 16,0 1-5-16,-1-1-1 0,-2 2 2 0,-4-1 3 15,-3 1 0-15,-7-2 3 0,-5 3-2 0,-4-1 0 16,-7 0 0-16,-3-1 2 0,0 0-1 0,0-1 0 16,-1-1-2-16,2 0 2 0,-2-2-3 0,5 2-3 15,5-2-5-15,0 3-11 0,6-3-24 0,3 0-21 0,4 0-42 16,1 0-39-16,5-3-76 0,4 3-145 0,2-7-393 15,5 2 175-15</inkml:trace>
  <inkml:trace contextRef="#ctx0" brushRef="#br0" timeOffset="89530.87">19908 8119 3302 0,'1'3'453'15,"-1"-3"-139"-15,0 4-97 0,0-4-33 0,0 0-42 16,0 0-37-16,2 5-24 0,-2-5-25 0,0 0-30 15,0 0-43-15,0 0-55 0,0 0-66 0,2 2-81 16,-2-2-116-16,0 0-349 0,0 0-740 0,0 0 328 16</inkml:trace>
  <inkml:trace contextRef="#ctx0" brushRef="#br0" timeOffset="101276.43">5124 10729 107 0,'0'0'107'0,"0"0"-3"0,0 0 0 16,0 0-1-16,0 0-4 0,2-4 1 0,-2 4-1 0,0 0-4 0,0 0-14 15,0 0 2-15,0 0-5 0,0 0-2 0,0-7-12 16,0 7-4-16,0-5-10 0,0 5 7 0,0-2 1 16,0 2 4-16,0 0 0 0,0 0 2 0,0 0 4 15,0 0 0 1,3-4 4-16,-3 4-3 0,1-4 4 0,-1 4-13 15,0 0 3-15,0 0 4 0,-1-8-1 0,1 8-3 0,-2-3-4 16,2 3 0-16,0-6 4 0,0 6 1 0,2-4-11 16,-2 4 1-16,1-5 7 0,-1 5-8 0,1-5-2 15,1 1-2-15,-2 4-4 0,-2-6-1 0,2 6-1 16,2-5-7-16,-2 5-4 0,0 0-6 0,0 0-2 16,0 0-10-16,0 0-5 0,0-2-20 0,0 2-29 15,0 0-5-15,0 0 0 0,-6 17 4 0,5 0 4 16,-5 7 1-16,0 7 5 0,-2 1 0 0,0 3 4 0,0 0 2 15,-3 13 3-15,3-2 2 0,0-11 0 0,5-2 6 0,-1 2-4 16,-4-2 5-16,4-2 2 0,1-2 1 0,-1-3-1 16,1-1 3-16,2-8 1 0,0-2 1 0,-2-1-1 15,3 1 0-15,0-6 3 0,0-1 4 0,-1-1 4 16,-1-3-3-16,1 1 3 0,1-1 1 0,0 0-2 16,0-4 0-16,0 6 2 15,0-6-1-15,0 3 1 0,0 2 1 16,0-5 1-16,0 0 2 0,-2 3-5 0,2-3-8 15,0 0-12-15,0 0-21 0,0 0-14 0,-4 5-22 16,0-4-36-16,4-1-40 0,-3 2-64 0,3-2-134 0,0 0-377 16,-10 0 167-16</inkml:trace>
  <inkml:trace contextRef="#ctx0" brushRef="#br0" timeOffset="102015.98">5046 11279 58 0,'0'0'153'15,"0"0"-3"-15,-9 0-11 0,9 0-21 0,0 0-1 16,-5 1-12-16,5-1-13 0,0 0-11 0,0 0-6 16,-6 1-3-16,6-1-6 15,0 0 0-15,0 0-7 0,0 0-1 0,0 0 2 16,0 0 3-16,0 0-8 0,0 0 4 0,0 0-4 15,0 0 0-15,0 0 4 0,0 0-1 0,0 0-8 16,0 0-3-16,0 0-4 0,0 0-4 0,0 0-5 16,0 0-3-16,0 0-5 0,0 0-3 0,0 0 0 15,0 0-8-15,0 0 4 0,0 0-1 0,0 0-7 16,0 0 0-16,-7 1 0 0,7-1-2 0,0 0-1 0,0 0-2 0,0 0 4 16,0 0-3-16,0 0-3 0,0 0 2 0,0 0-2 15,0 0 2-15,0 0 0 0,0 0-5 0,0 0-2 16,0 0 8-16,0 0-4 0,0 0-2 0,0 0 11 15,31-3 3-15,-11 0 1 0,9-1-1 0,3 0-3 16,8-2-1-16,10-1 2 0,1 2 2 0,-1-2 2 16,-11 3 1-16,-2-2-2 0,2 2-2 0,-6 1 5 0,0-1 0 0,-2-1-6 15,-12 5-2-15,0-5 0 0,-6 4-2 0,-4 0 2 16,-3 0-2-16,3 0-1 0,-1 1 0 0,-4-2-1 16,-4 2-4-16,9-2-3 0,-3 2-6 0,-6 0-2 15,0 0-4-15,0 0-14 0,0 0-28 0,0 0-17 16,-15 8-32-16,8-3-34 0,2-5-39 0,0 5-168 15,-4-2-371-15,4-2 164 16</inkml:trace>
  <inkml:trace contextRef="#ctx0" brushRef="#br0" timeOffset="102632.85">5948 11260 91 0,'0'0'159'0,"0"0"-8"0,0 0-6 15,0 0-7-15,0 0-14 0,0 0-15 0,0 0-8 16,0 0-13-16,0 0-9 0,18-7-9 0,-7 4-4 16,2-1-5-16,4-2-14 0,3 1-4 0,-1-1-7 15,8-4-4-15,-5 5-2 0,4-5-4 0,1 2-3 16,-2-2-4-16,-5 3 3 0,-2-4-7 0,-3 1-1 15,3-1 0-15,-5 0 6 0,1-3 0 0,-5-1 8 16,-1 5 0-16,-3-1 6 0,-1 0-4 0,-3-2 7 16,-1 1-2-16,0 4-6 15,-4-4-3-15,-1 3 0 0,1 1-7 0,-5 1 1 16,-5 4-7-16,1-1-1 0,-4 1 0 0,-1 3-4 16,-3 1-2-16,-2 3-1 0,3 1-5 15,-2 2 6-15,2 2-9 0,-6 4 3 0,7 2-3 0,1-1 0 16,5 1 0-16,-1 2-2 0,5-3-1 0,0 2 1 15,3 1-2-15,2 2 2 0,5-2 2 0,2 1 0 16,3-3 2-16,3 2 0 0,4-3 4 0,2-2 1 0,11 2 6 16,-2-3 12-16,7-5 3 0,1 0 9 0,2-5 4 0,5 0-2 15,-1-3 3-15,-2-4 2 0,2 2 2 0,-2-1-3 16,-2-3-1-16,-6 1-5 0,0-2-3 16,-7 2-4-16,-6 3 1 0,-2-3-4 0,0 3 1 15,-4-1-14-15,-4-2-19 0,1 5-24 0,-3-1-26 16,-3 0-27-16,0 3-18 0,-6-9-30 0,0 7-31 0,0 2-176 0,-3-3-369 15,4 2 163-15</inkml:trace>
  <inkml:trace contextRef="#ctx0" brushRef="#br0" timeOffset="103033.43">6734 10644 164 0,'-3'-4'247'0,"3"-1"-21"16,0 0-27-16,0 3-18 0,0 2-22 0,0-6-16 15,-4 3-18-15,4 3-15 0,0 0-15 0,0 0-7 16,0 0-14-16,0 0-5 0,0 17-12 0,-1-1-9 15,0 4-6-15,-3 4-6 0,4 7-2 0,-4 1-5 16,4-1-2-16,-1 3-4 0,-2 0-1 0,2 1-5 16,1-2 0-16,0 1-4 15,0-4 0-15,0-2 1 0,0-2-3 0,1-2-5 16,-1-4 4-16,0-6-5 0,3-1 3 16,-2-2-3-16,-1-2 2 0,0 0-3 0,3-2 1 0,-3-2-7 15,0 0 13-15,1-1 0 0,-1 0-3 16,0-4 1-16,0 9 0 0,0-9-1 0,0 1 3 0,0-1-4 0,0 3 3 15,0-3-6-15,0 0-24 0,0 0-22 0,-1 5-29 16,1-5-28-16,0 0-21 0,0 0-29 0,-4 5-171 16,4-5-347-16,0 0 154 0</inkml:trace>
  <inkml:trace contextRef="#ctx0" brushRef="#br0" timeOffset="103334.22">6598 10999 58 0,'-6'2'252'0,"6"-2"-7"0,-5 0-14 0,5 0-22 16,0 0-23-16,0 0-19 15,0 0-18-15,0 0-10 0,33-4-16 0,-4 1-13 16,6-2-8-16,2 1-11 0,18-2-12 0,0-1-7 15,4 2-5-15,-6-1-5 0,-12 2-8 0,-5-1-6 16,-3 0-4-16,-5 1-3 0,-6 4-7 0,-6-3-1 16,-3 3-3-16,-1-4-4 0,-6 4-4 0,2-1-16 15,-3 1-26-15,-5 0-35 0,8 1-25 0,-8-1-41 16,0 0-63-16,0 0-186 0,-23 7-402 0,10-4 178 0</inkml:trace>
  <inkml:trace contextRef="#ctx0" brushRef="#br0" timeOffset="108366.59">8838 10897 152 0,'0'-4'208'0,"-1"-4"-3"15,1 2-10-15,0-1-24 0,-4 0-2 0,4 2-14 0,-4-2-15 16,3 0-15-16,-2 1-10 0,0 1-14 0,-4-1-9 15,2-1-12-15,-3 2-9 0,-2-1-12 0,1 2-3 16,-2 2-8-16,-4 0-4 0,2 0-6 0,-8 3-7 16,2 2-3-16,-1-1-5 0,-7 5-2 0,0 1-1 15,6 1-8-15,-3 4 2 0,-3 3-3 0,2-2-3 16,2 2-2-16,5 0 1 0,-5 2-5 0,10-3 1 16,-6 3 0-16,5-1-2 0,2-1 1 0,3 1-2 15,3 1-1-15,1-2 1 0,-1 1 0 0,4-7 2 16,1 3-1-16,1-1 2 0,0 0-1 0,1-2 3 15,3-2 3-15,1 1 2 0,0-2 2 0,0-4 5 16,3 0 13-16,0-1 11 0,2-1 7 0,0-1 15 16,3-2 6-16,0-1 6 0,-3-1 7 0,7-5 1 15,-3-2 3-15,1 2-5 0,-3-3 7 0,0-1-9 16,0 0 3-16,-1 1 1 0,-3-1 0 0,0 3-5 16,-2 1 10-16,1-2-13 0,-1 4 6 0,0-2 4 0,-2 2-3 0,-1 2-3 0,0-2-4 15,0 3-6-15,1 1-8 0,-3 0-5 16,-1 3 5-16,1-5-20 0,2 2-11 0,-3 3-12 15,0 0-15-15,1-3-29 0,-1 3-10 0,0 0-30 16,0 0-16-16,0 0 7 0,0 0 5 0,4 11 8 16,0-6 5-16,-3 3 4 0,-1 0 6 0,4 4 4 15,-3-2 6-15,3 4 4 0,0-4 3 0,0 1 4 16,1 1 1-16,-1-1 0 0,2-3 16 0,3 1-4 16,-1 1 3-16,3-3-5 0,1 0-26 0,6-2-40 0,-2 2-47 0,3-3-71 15,3-2-76-15,-4-2-220 0,2-2-536 0,-3-3 239 16</inkml:trace>
  <inkml:trace contextRef="#ctx0" brushRef="#br0" timeOffset="108936.9">9184 10819 16 0,'7'-4'203'0,"2"-1"-19"0,-3 0-17 15,6 1-17-15,-3 0-16 0,0 0-18 0,3 1-10 16,0 3-14-16,0 0-10 0,4 3-5 0,-3 1-7 15,5 4-7-15,-5-3-9 16,3 4-5-16,0 3 1 0,-3 1-11 0,-1 1-5 16,-2 2-1-16,-1 2-6 0,-4 1-11 15,0 0 7-15,-3-1-4 0,-1 8-3 0,-4-1-3 0,1-6-2 16,-3 0 6-16,-3 1-4 0,-2 3-1 0,2-5-8 16,-2-1 9-16,1-2-3 0,-1-3 0 0,2-1 0 15,-1-3 3-15,2 0 0 0,0-2 7 0,2-1 5 16,1 0 12-16,-1 0 16 0,1-1 23 0,3-1 31 0,-4-3 28 0,1 3 31 15,4-3-5-15,0 0-9 0,0 0-19 0,-1-13-15 16,3 5-8-16,7-9-9 0,-1 0-20 16,5-6-20-16,1-1-8 0,0 1-5 0,4 0-4 0,-4 3-6 15,-3 5-7-15,1 1-1 0,-5 3 1 0,1 3-3 16,-2 0-13-16,-2 1 2 0,0 3 10 0,0 0-19 16,-1 0-6-16,-1 2-15 0,1 0-20 0,-3 2-22 0,0 0-3 15,0 0 4-15,0 0 8 0,5 10-1 0,-3-4 8 0,-2 4 0 16,0 1 0-16,0 2 7 0,0 3 3 15,1 0 2-15,3 1 1 0,1 2 0 0,1-4-10 16,1 1-10-16,6-3-21 0,0-1-29 0,3 0-56 16,11-4-67-16,3 0-229 0,-1-3-486 0,2-5 215 0</inkml:trace>
  <inkml:trace contextRef="#ctx0" brushRef="#br0" timeOffset="110217.74">9839 11029 79 0,'-5'1'123'0,"5"-1"-10"16,-8 0-3-16,4 0 9 15,4 0-11-15,0 0-2 0,0 0-6 0,-7 3-1 16,7-3 2-16,0 0 4 0,0 0 0 0,0 0 6 15,0 0-3-15,0 0 1 0,0 0 1 0,0 0-3 16,0 0-4-16,0 0-8 0,0 0-5 0,0 0-9 16,0 0-10-16,0 0-5 0,0 0-6 0,0 0-1 15,0 0-13-15,0 0-5 0,0 0-3 0,0 0-1 16,0 0-5-16,0 0-3 0,0 0-4 0,0 0-1 0,0 0-3 0,0 0 1 16,0 0-7-16,0 0 0 0,0 0-2 0,0 0-1 15,0 0-2-15,0 0-1 0,0 0 3 0,0 0-1 16,0 0-2-16,0 0 4 0,0 0 1 0,0 0-4 15,0 0-1-15,0 0 3 0,0 0-5 0,0 0 1 16,0 0-4-16,0 0 2 0,0 0-1 0,0 0 0 16,0 0-2-16,0 0-2 0,0 0 3 0,0 0-1 0,0 0 0 0,0 0-1 15,0 0 0-15,0 0 4 0,24-3-1 0,-14 2-3 16,8 0-1-16,4-2 1 0,7-1 0 0,-4 1 0 16,9-1 1-16,2 1-1 0,-1-3 1 0,4 2-1 15,0-1 1-15,1 1 0 0,-3-2-1 0,-1 4 1 16,-4-4 2-16,0 3-4 0,-3 0 4 0,-10 0-2 15,-1 1-2-15,-5 0-6 16,-3 2-9-16,-4-1-9 0,2 0-15 16,-4 1-7-16,1-2-21 0,-5 2-2 0,7-1-2 15,-7 1-14-15,0 0-9 0,0 0-14 0,-20 3-12 0,10-1-16 16,0 1-20-16,-3-2-38 0,-1 2-110 0,1-3-326 16,-2 3 144-16</inkml:trace>
  <inkml:trace contextRef="#ctx0" brushRef="#br0" timeOffset="110456.02">10107 10867 232 0,'-4'-6'299'0,"3"0"-22"15,1 1-20-15,-1 1-17 0,-1 1-18 0,2 3-25 16,-1-7-22-16,1 7-15 0,-2-4-18 0,2 4-21 15,0 0-19-15,-2-4-40 0,2 4-12 0,0 0-9 16,-3 12-5-16,1-2-3 0,1 5-5 0,-3 3 1 16,0 3-8-16,2 5 0 0,-1 4 0 0,-2-1-3 15,2 3 1-15,0-3-7 0,-1 1-30 0,3 0-19 16,1-4-34-16,0 1-42 0,2-1-43 0,2-6-64 0,-4-3-147 0,0-4-397 16,4-4 175-16</inkml:trace>
  <inkml:trace contextRef="#ctx0" brushRef="#br0" timeOffset="111088.86">10507 11156 187 0,'0'0'235'0,"1"-5"-19"15,-1 5-15-15,0 0-13 0,2-7-4 0,0 3-8 16,0 0-13-16,-1 0-9 0,5-2-9 0,-1-2-8 16,0 0-9-16,1-2-7 0,-1 0-7 0,1-1-1 15,4-4 0-15,-1-2-12 0,-1 0 10 0,-1-1-10 16,1 0-10-16,1-7-11 0,-1 7-2 0,-1-7-3 0,1 0-6 0,-3 6-8 15,2-7 1-15,0 1-9 0,-3 1 4 0,1-2-2 16,-4 7 3-16,2 3 0 0,-3-1-4 0,3 3 4 16,-3 5-1-16,1-4 0 0,-1 3-1 0,-1 4-7 15,2 1 6-15,-1 0-7 0,1 0-12 0,-2 0 0 16,2 3-11-16,-1 2-29 0,0-5-14 0,0 5-17 16,0 0-13-1,0 0-3-15,0 0 5 0,0 0-1 0,-11 14 2 16,4-1 8-16,-3 10 3 0,1-5 3 0,-5 11 6 0,5 0-1 15,0 0 1-15,0 1 2 0,-1-2 5 0,4 1 0 16,3-3 1-16,-1-1 3 0,4-5 0 0,0 1-2 16,0-4 6-16,4 0-2 0,-1-5 0 15,0 2 2-15,5-2 5 0,-2-1 5 0,2-3 8 0,1-2 4 16,4 1 2-16,-3-2 3 0,3-2 3 0,2-2 3 0,2-1 10 16,-4-1 9-16,-1 1 3 0,1-6 1 0,-3 2 2 15,2-2-3-15,-2 1-6 0,-2-3-6 0,0 0 10 16,-2-1-9-16,0 5-6 0,-3-3 9 0,-1 0-15 0,0 3-3 15,-2-3-12-15,-2 1-13 0,0 2-23 0,-3 0 1 16,-4 0-18-16,-3 2-3 0,-6 0-8 16,4 0-6-16,0 2-13 15,-2 2-12-15,-4 0-20 0,8-2-27 0,-2 2-25 0,-2 1-40 16,6 1-37-16,0-1-248 0,1-1-526 16,2 0 234-16</inkml:trace>
  <inkml:trace contextRef="#ctx0" brushRef="#br0" timeOffset="111389.54">10938 10536 118 0,'0'0'183'0,"0"0"-16"0,0 0-21 15,7 13-19-15,0-2-8 0,0 4-17 0,1 2-3 16,4 9-9-16,0 7-3 0,6 10 1 0,-4 1-9 16,3 2-9-16,-8-1-9 0,-4 3 1 0,-1-3-4 15,-3-10-3-15,-3 13-4 0,-5-14-6 0,-2 2-10 16,-5-4 1-16,0 0 8 0,-5-2-2 0,-13 5-4 16,4-9-1-1,-13 6 0-15,-1-5-5 0,1-1 2 0,-6 0-7 0,-3 0-36 16,-6-8-43-16,-2-1-83 0,-4-6-195 0,1-2-356 15,3-2 159-15</inkml:trace>
  <inkml:trace contextRef="#ctx0" brushRef="#br0" timeOffset="112006.61">8303 10551 96 0,'-38'45'88'0,"2"2"-3"0,3 5-10 0,-8 22 3 15,15-21-18-15,4 3 6 0,6-1-7 0,6-2-1 16,3 0 14-16,8-2 4 0,3-5 0 0,9-2-2 0,0-7 14 16,8-8 4-16,19 9-4 0,6-8 1 0,7-2-6 15,8-3-5-15,32-6-43 0,2-2-84 0,3-8-196 16,2-7-265-16,-6-6 118 0</inkml:trace>
  <inkml:trace contextRef="#ctx0" brushRef="#br0" timeOffset="112761.75">11528 10843 148 0,'0'0'155'0,"0"0"-2"0,0 0-4 15,-6 0-3-15,6 0-3 0,0 0-9 0,0 0-3 16,0 0-13-16,0 0-10 0,0 0-7 0,0 0-13 0,0 0-9 16,0 0-4-16,19-7-10 0,-6 7-6 0,-1-1-10 15,7-3 1-15,1 0-7 0,1 1-19 0,10-2-28 16,-4 5-33-1,1-2-39-15,0-3-38 0,-7 3-185 0,-1 2-321 0,-6-3 142 16</inkml:trace>
  <inkml:trace contextRef="#ctx0" brushRef="#br0" timeOffset="113024.84">11534 11015 142 0,'0'0'180'0,"0"0"-14"0,0 0-17 0,0 0-9 15,6 4-6-15,-6-4-12 0,16 0-9 0,0-2-15 16,1-1-11-16,13 0-2 0,4-1-18 0,6-2-27 15,15-1-38-15,1 2-41 0,4-3-70 0,0 1-121 16,-2 0-249-16,-1 0 111 0</inkml:trace>
  <inkml:trace contextRef="#ctx0" brushRef="#br0" timeOffset="113642.06">12672 10968 100 0,'0'0'160'0,"-8"0"-5"0,8 0-4 0,0 0-2 0,0 0-5 0,-6 1-10 16,6-1-11-16,0 0-16 0,0 0-6 0,0 0-11 15,20-8-9-15,-10 4-11 0,2 0-8 0,6-2-11 16,2-1-8-16,8 0-12 0,-2-2-3 0,5-1 2 0,-1 0-14 16,2 0-4-16,3-4 0 0,-4 2-1 0,4 0 0 15,-3-2 0-15,1-4-5 0,-3 5 0 0,-2-2 2 16,-3-1-2 0,-3 0 10-16,-8 3-1 0,0 1 1 0,0-2 7 15,-5-1 1-15,0 5 5 0,-4-1 9 0,0 1 7 16,-5 0-3-16,0 2-6 0,-1-1-5 0,-5 0-4 15,-1 2-6-15,1 2 0 0,-7 0-11 0,-5 2-1 16,-1 1-5-16,-1 3-3 0,-9 3 0 0,3 0 1 0,-5 5 3 16,2 0-5-16,-2 5-5 0,0 1 3 0,3 2-3 15,1 3-3-15,3 4 3 0,3-1-3 0,2-1 0 0,2 2 1 16,5 0 2-16,2 0 8 0,6 0-2 0,0-4 0 16,9-1 11-16,7 3 2 0,6 1-3 0,3-5 6 15,9-3 3-15,18 1-2 0,6-1-19 0,-3-9-46 16,11-4-75-16,-6-4-245 0,1-1-397 0,1-5 176 15</inkml:trace>
  <inkml:trace contextRef="#ctx0" brushRef="#br0" timeOffset="114164.67">13555 10157 183 0,'1'-3'213'0,"-1"3"-21"0,0 0-14 16,1-5-21-16,-1 5-17 0,0 0-15 0,0 0-17 16,4-2-16-16,-4 2-11 0,0 0-10 0,0 0-11 15,0 17-6-15,-1-3-9 0,-3 3-2 0,-2 10-6 0,-2 2-3 0,2 3-7 16,-4 1 0-16,0 2-4 0,-2 13-1 0,-1-14 0 16,4 1-6-16,2-1 0 0,1-2 3 0,2-1-10 15,-2 0 2-15,5-5-3 0,2-1 3 16,2-5 0-16,3-4 10 0,-5 1 19 0,5-5 9 0,2 4 13 0,-1-6-1 15,4 1 3-15,3 0-5 0,1-2-3 0,5-2-11 16,0-4-39-16,2-2-55 0,7 0-76 0,-7-4-263 0,6-3-419 16,-1-9 185-16</inkml:trace>
  <inkml:trace contextRef="#ctx0" brushRef="#br0" timeOffset="114681.58">13437 10488 133 0,'0'0'219'0,"0"0"-8"0,0 0-2 0,0 0 1 16,0 0-7-16,0 0-14 0,0 0-14 16,0 0-18-16,0 0-16 0,0 0-18 0,0 0-10 15,22-5-12-15,-3 2-11 0,4 1-11 0,8-4-6 16,-1 3-8-16,6 1-8 0,0-1-6 0,6 0-7 0,11-1-4 15,-15 3-4-15,0-1-5 0,-1 0 0 0,-6 0-7 16,-3 1 3 0,-9 1-10-16,-6 0-19 0,-3-2-29 0,-1 2-35 15,-1 2-52-15,-3-4-46 0,-5 2-248 0,0 0-445 0,0 0 196 16</inkml:trace>
  <inkml:trace contextRef="#ctx0" brushRef="#br0" timeOffset="118953.83">15846 10883 215 0,'0'0'205'16,"0"0"-4"-16,0 0-6 0,0 0-6 0,0 0-1 15,0 0-6-15,0 0-6 0,0 0-10 0,0 0-5 16,0 0-14-16,0 0-10 0,0 0-10 0,0 0-12 0,0 0-13 0,0 0-12 15,0 0-10-15,0 0-8 0,14-4-9 16,-4 0-7-16,6 3-10 0,3-6-16 0,1 2-18 0,11 1-29 16,-1-1-30-16,1 1-29 0,-3 0-35 0,3 1-35 15,-11 0-36-15,2 3-214 0,-3-3-429 0,-2 2 189 16</inkml:trace>
  <inkml:trace contextRef="#ctx0" brushRef="#br0" timeOffset="119107.43">15899 11027 92 0,'-2'2'150'0,"2"-2"8"0,-5 1-12 0,5-1-13 15,0 0 4 1,0 0-19-16,10 2-12 0,3-4-6 0,5 2-16 16,2-1-25-16,-1 0-40 0,12-2-41 0,-3-1-74 0,-1-2-102 15,1 2-214-15,-6-2 95 0</inkml:trace>
  <inkml:trace contextRef="#ctx0" brushRef="#br0" timeOffset="119561.9">16160 10710 286 0,'0'0'258'0,"-1"-4"-27"0,1 4-29 0,0 0-20 15,-1-6-27-15,1 6-23 16,0 0-10-16,0 0-13 0,0 0-15 0,5 12-5 16,4-6-9-16,-2 4-7 0,4-3-8 0,5 5-9 15,1-2-3-15,-1 1-4 0,10 5-10 0,-2-3-11 16,2 0-13-16,-1-4-6 0,-4 1-8 0,-2-3-9 16,0 0-4-16,-1-1-2 0,-3-2-1 0,-1-1 2 15,-2 1 2-15,-3-3 4 0,0 0 12 0,-3 0 18 0,-2 1 21 16,1 0 13-16,-5-2 10 0,8 1 4 0,-8-1-3 0,5 3-9 15,-5-3-8-15,0 0-6 0,5 0-4 0,-5 4-16 16,0-4-8-16,-9 5 0 0,0 5-1 0,-1 0-7 16,-12 8-1-16,3 3-2 0,-7 1 0 0,2 3-4 15,-4 1 2-15,4 4-3 0,0-5-1 0,2 4-1 16,0-3 0-16,3-2 0 0,2 3 0 0,2-3-2 16,3-2 2-16,5-3 1 0,-2-2 2 0,3-3-2 0,-1-2 3 0,3-3 1 15,0-1 2-15,3 0-1 0,-2-3 3 0,0-1 1 16,0 0 0-16,2 0 2 0,0-2 3 0,1-2 3 15,-3 5-1-15,3-5-1 0,-1 5-1 0,1-5 3 16,0 0-1-16,0 0-23 0,-1 4-19 0,1-4-32 16,0 0-38-16,0 0-34 0,0 0-45 0,0 0-251 15,0 0-462-15,0 0 204 16</inkml:trace>
  <inkml:trace contextRef="#ctx0" brushRef="#br0" timeOffset="120310.71">17522 10555 21 0,'3'-7'226'0,"1"1"-3"0,-3-1-3 0,1 4-7 15,2-2-4-15,-1 2-13 0,-2 1-15 0,-1-2-14 16,4 1-18-16,-4 3-18 0,0-4-12 0,0 4-12 0,0 0-19 15,4-4-16-15,-4 4-14 0,0 0-11 16,1 12-7-16,-1-3-8 0,0 5 5 0,0 2-10 16,-1 6-8-16,-3 9 0 0,0 1 1 0,-1 3-3 0,-5 14-2 0,2-4-2 15,1 1 0-15,0-14-1 0,-2 1-3 0,4 1-1 16,-1-1-2-16,-1-2-3 0,3-1 2 0,0-4 2 16,0-5-3-16,2-3 0 0,0-1-1 0,-1 0 2 15,2-5-2-15,0-2 1 0,-1 0 2 0,1-4-2 0,1-1 4 16,0 2 6-16,0-4-1 0,0 2 2 15,0-5 2-15,-1 6 3 16,1-2 5-16,0-4-2 0,2 2 5 0,-2-2-4 16,13 0-4-16,-3-1-10 0,8-4-39 0,4 2-38 15,6-5-51-15,3-2-72 0,-4 1-240 0,5 0-464 16,-4-4 205-16</inkml:trace>
  <inkml:trace contextRef="#ctx0" brushRef="#br0" timeOffset="120827.49">17271 10938 233 0,'0'0'246'0,"0"0"-17"16,0 0-18-16,-7 1-21 0,7-1-17 0,0 0-17 15,0 0-18-15,-5 1-14 0,5-1-8 0,0 0-17 16,0 0-10-16,0 0-12 0,0 0-4 0,0 0-9 0,0 0-4 0,-4 3-8 16,4-3-4-16,0 0-6 0,0 0-5 0,0 0-4 15,0 0-3-15,0 0-2 0,0 0-4 0,0 0-9 16,0 0 12-16,0 0-9 0,0 0-1 0,0 0-4 15,0 0-1-15,0 0 0 0,0 0-4 0,0 0 0 16,0 0-1-16,0 0-2 0,0 0 1 0,0 0-1 16,0 0 0-16,0 0-2 0,0 0-4 0,0 0 8 0,0 0 1 0,18 0-4 15,-7-3 1-15,8 3 0 0,2 0-3 0,7-2-2 16,2-1 6-16,2 1-2 0,0-1 0 16,3 1 2-16,1-3 1 0,4 0-1 0,-3 4 1 0,-1-4 10 15,-4 3-9-15,-4-3 2 0,-9 1 0 0,1 2-3 16,-7 2 1-16,0-2-1 0,-7 2 1 0,2 0-2 15,-2 0 2 1,1 0 0-16,-7 0 0 0,10-1 0 0,-10 1-3 0,5-2-9 16,-5 2-8-16,8-1-3 0,-8 1-16 0,0 0-21 15,4-2-29-15,-4 2-26 0,0 0-28 0,0 0-49 16,0 0-200-16,0 0-415 0,0 0 184 16</inkml:trace>
  <inkml:trace contextRef="#ctx0" brushRef="#br0" timeOffset="121228.49">18366 10912 41 0,'0'0'261'0,"0"0"-11"0,0 0-8 0,0 0-9 16,0 0 6-16,0 0-22 0,0 0-14 16,0 0-17-16,0 0-19 15,0 0-13-15,0 0-13 0,0 0-18 0,0 0-10 16,24 0-13-16,-11-2-16 0,3 0-23 0,5-5-25 16,7 5-31-16,3 0-32 0,1-3-37 0,3-2-41 15,-5 4-56-15,0 0-77 0,2-1-140 0,-12-3-408 16,1 3 182-16</inkml:trace>
  <inkml:trace contextRef="#ctx0" brushRef="#br0" timeOffset="121397.73">18440 11047 199 0,'-5'3'249'15,"2"-3"-22"-15,-1 6-21 0,4-6-20 0,7 3-20 0,4-3-14 16,7-1-17-16,12-1-18 0,3-4-40 0,19 3-63 0,3-9-92 15,0 6-197-15,0-6-299 0,-3 1 133 0</inkml:trace>
  <inkml:trace contextRef="#ctx0" brushRef="#br0" timeOffset="123032.33">19553 10398 82 0,'0'-5'195'0,"0"5"-8"15,2-4-10-15,-2 4-13 0,0 0-22 0,0 0-13 16,0 0-17-16,0-5-21 0,0 5-10 0,0 0-16 16,0 0 3-16,-6 11-19 0,2 1 0 0,-5 2-9 15,-6 9-2-15,-3 4-7 0,4 0-9 0,-9 15 1 16,6-8-13-16,-4 10 10 0,-1 6-5 0,3-5-5 0,2 6 6 0,0-8-4 15,6-8-2-15,-2 1 0 0,3-2-1 16,5 0 3-16,0-2-9 0,2 1 5 0,-2-5 14 0,4-3 6 16,-2-4-2-16,3-3 0 0,4-2 0 0,0-3 12 15,-3-1-6-15,3-3 0 0,4 0 0 0,-1 0 4 16,4-5-1-16,0 1-1 0,3-3-2 0,5-1-3 16,10-4-3-16,-1 2-4 15,1-7-2-15,-1-2-4 0,-1 0 5 0,-3-5-2 16,3-2-1-16,-3 0-4 0,-2-2-1 0,0 0-4 15,-3 1 2-15,-2 0 1 0,-5 2-1 16,-1 3 3-16,-2-1 12 0,-2 4 15 0,-2-1 8 0,0 2 7 16,-1 0 6-16,0 2 0 0,-3-1-4 0,2 3-6 15,-2 0-5-15,2-2 1 0,-3 3-6 0,0 0-5 16,0-1-6-16,0 5-5 0,0-4 0 0,0 0-4 0,0 4-4 16,0-4 1-16,0 4-4 0,1-6-3 0,-1 6 3 0,0 0-2 15,0 0-5-15,-1-4 1 0,1 4 2 16,0 0 0-16,0 0 0 0,0 0-4 0,0 0 0 15,1-2 3-15,-1 2-2 0,0 0 1 0,0 0 1 16,0 0 0-16,0 0 8 0,0 0 15 0,0 0-4 0,0 0 10 16,0 0 7-1,0 0-4-15,0 0 26 0,0 0-15 0,0 0 2 16,0 0 19-16,0 0-6 0,0 0 1 0,0 0-3 16,6-3 4-16,-6 3 0 0,0 0 7 0,0 0-15 0,0 0-6 15,0 0-1-15,0 0-8 0,0 0-2 16,0 0-4-16,0 0-10 0,0 0-12 0,0 0 4 15,0 0-2-15,0 0-7 0,0 0-7 0,0 0-22 16,0 0-25-16,0 0-4 0,0 0-28 0,0 0-3 0,0 0 7 0,-10 16 9 16,9-9 6-16,-4 6-1 0,-2 3 6 0,2 1 6 15,-1 1 6-15,-2 2 18 0,3 0-12 0,-3 4 4 16,3-6 1-16,-1 0 4 0,2 0 1 0,0-4 2 16,0-2 12-16,1-2-13 0,3 0 7 0,-4-4 3 15,2-1 1-15,1 2 0 0,0-4 1 0,1 2 6 16,0-5 9-16,-1 5 20 15,1-5 26-15,0 0 31 0,0 4 29 0,0-4 27 16,0 0 17-16,0 0-13 0,0 0-6 0,0 0-21 16,11-14-12-16,-2 4-11 0,5-3-11 0,-1 0-14 15,1-4-9-15,-4 3-6 0,6 2-13 0,-2 2-4 16,-4 0 0-16,-1 4-9 0,-3-2-4 0,-1 4 3 16,2 2-19-16,-5-3-24 0,2 2-31 0,0 1-25 15,-4 2-34-15,7 0 1 0,-7 0 2 0,6 6 17 0,-4 0-15 0,2 4 1 16,-1 1 2-16,-2 1 6 0,2 4-3 0,-1-1-21 15,-2 2-20-15,0-2-24 0,-1 2-26 0,0-2-45 16,2-3-60-16,-1 1-283 0,2-3-619 0,5-2 274 16</inkml:trace>
  <inkml:trace contextRef="#ctx0" brushRef="#br0" timeOffset="124288.31">20737 10643 61 0,'-2'-3'193'0,"-1"-3"-20"0,-2 3-18 0,1 0-17 15,-3 1-14-15,-2 0-16 0,-2 4-13 0,-2 0-8 16,0 0-11-16,-5 6-12 0,1-1-7 0,-2 5-7 15,-4 0-7-15,1 11 0 0,1-5-7 0,0 2-4 16,3 1-5-16,2 4-4 0,-1-1-1 0,4 0-1 16,2 0-5-16,4-7 16 0,0 9 6 0,2-7-5 15,1-1 2-15,2 0 1 16,2-7 3-16,2 1-7 0,-1-2 5 0,2 0 11 0,-2-3 2 0,1 0 15 0,2 0 17 0,-2-4 21 16,3 1 24-16,0-2 18 0,1 0 12 0,-6-2-4 15,13-7 1-15,-3 3-9 0,2-3-6 0,-3-2-7 16,6-3-8-16,-4-1-14 0,5-1 0 0,-5-1-18 15,3 1-8-15,-2-1-8 0,-2 1-11 0,3-1-2 16,-4 4 7-16,-3 0-1 0,2 4-8 0,-3 0-5 16,-1 1 0-16,-2 2-8 15,2 0-10-15,-1 1-6 0,-1 0-10 0,-2 3-9 16,4-2-27-16,-3 0-23 0,-1 2-21 0,0 0-12 16,0 0 4-16,0 0 2 0,4 7 7 0,-1 0 6 15,-2 0 11-15,0 3-2 0,2 2 1 0,1 3 3 16,0 2 8-16,1-3 0 0,1 1-10 0,0-1-17 15,2 1-25-15,1-1-23 0,2-1-32 0,-2-5-46 16,6 3-59-16,-3-4-281 0,-1-2-564 0,1 0 250 0</inkml:trace>
  <inkml:trace contextRef="#ctx0" brushRef="#br0" timeOffset="124774.01">20984 10741 39 0,'1'-4'269'16,"2"-3"-27"-16,-2 6-26 0,4-1-25 0,0-2-20 16,0-1-16-16,3 5-17 0,-3 0-16 0,4 0-14 15,0 4-13-15,-4-2-9 0,8 3-9 0,-5 3-10 0,1-2-10 0,-3 3-4 16,3 3-11-16,-3 2-1 0,-2-2-3 0,0 3-7 15,-1 2-3-15,-3 0-2 0,-2 2-5 0,1 1-4 16,-3-2 3-16,0 0-2 0,-2 1-5 0,-3-1-1 16,0-1-1-16,3-3 0 0,-4 1-2 0,-1-1 2 15,6-6 2-15,0 2 3 0,0-4 3 0,0 1-4 16,1-2 3 0,0-2 6-16,0 3 14 0,3-4 22 0,-2 1 41 15,2 0 20-15,1-3 41 0,-2 3 42 0,2-3 24 16,0 0 12-16,0 0-21 0,0 0-30 0,0 0-14 0,10-23-29 15,-5 9-18-15,5-2-15 0,-1-1-18 0,7-3-15 16,0-2-14-16,2 2-11 0,-8 4-7 16,2 2 4-16,-2 0-11 0,-4 3-4 0,-1 3-5 0,-1 1-5 15,1 3-10-15,-2 3-1 0,2-6-30 0,-1 4-24 0,-2 1-37 16,-2 2-31-16,6-2-1 0,-6 2 9 0,3 7 10 16,1 0 9-16,-2 0 7 0,0 4 4 0,4 4 6 15,-2 2 7-15,-1-1 4 0,3 4 5 0,3 2-3 0,5-1-12 16,-5-4-25-16,1-1-31 0,12 1-46 0,-7-5-85 15,5-1-344-15,6-2-640 0,3-4 283 16</inkml:trace>
  <inkml:trace contextRef="#ctx0" brushRef="#br0" timeOffset="125638.43">21642 10855 5 0,'0'0'187'16,"-9"0"-11"-16,9 0-13 0,-7 0-9 0,7 0-17 16,-6 1-14-16,6-1-8 0,0 0-6 0,0 0-3 15,0 0 1-15,0 0-1 0,-9-3 2 0,9 3 4 0,0 0-4 16,0 0 3 0,0 0 0-16,0 0 2 0,-5 0-6 0,5 0-9 15,0 0-1-15,0 0-7 0,0 0-7 0,0 0-4 16,0 0-5-16,0 0-10 0,0 0-2 0,0 0-12 0,0 0-4 15,0 0-4-15,0 0-3 0,0 0-4 16,0 0-8-16,0 0-1 0,0 0 1 0,0 0-3 16,0 0-8-16,0 0 0 0,0 0 1 0,0 0 1 15,0 0-3-15,0 0-4 0,0 0 0 0,0 0-1 0,0 0-3 0,0 0 1 16,0 0 1-16,0 0-2 0,0 0-4 0,0 0 4 16,0 0-5-16,0 0 1 0,0 0 1 0,0 0-2 15,0 0 1-15,0 0-3 0,0 0 3 0,0 0-4 0,0 0 1 16,0 0 3-16,0 0-5 0,0 0 9 15,0 0-9-15,0 0 4 0,0 0 9 0,18-3-10 16,-18 3-1-16,0 0-2 0,0 0 1 0,0 0 3 0,0 0-6 0,10 1 6 16,-10-1-5-16,0 0 2 0,0 0 0 0,8-1 1 15,-8 1 0-15,0 0-1 0,1-2-1 0,-1 2 2 16,0 0 2-16,0 0-1 0,0 0 1 0,0 0-2 31,0 0 3-31,0 0 0 0,0 0-6 0,0 0 1 0,0 0 2 16,0 0 0-16,0 0 0 0,0 0 0 0,0 0 0 15,0 0 0-15,0 0-1 0,0 0-1 0,0 0 0 0,0 0 10 16,0 0-10-16,0 0 3 0,0 0 5 0,0 0-7 16,0 0-1-16,0 0 7 0,0 0-7 0,0 0-2 15,0 0 2-15,0 0 0 0,0 0-2 0,0 0 0 16,0 0 2-16,0 0 0 0,0 0 8 0,0 0-9 16,8-2 0-16,-8 2 2 0,0 0 0 0,0 0-2 15,0 0 1-15,0 0 0 0,0 0 4 0,0 0-7 0,0 0 6 0,0 0 2 16,0 0-3-16,0 0 3 0,0 0-1 0,14 3 0 15,-5-4-5-15,5-1 1 0,5-1 2 0,3 2-1 16,6-1 2-16,3-2-3 0,-2 2 5 0,3 0-3 16,1-2 0-16,-1 3 0 0,2-4 0 0,0 2 2 15,-3 1-2-15,-1-3-5 0,-3 3-3 0,-8-1-8 16,-2 1-8-16,-6 0-4 16,1 1-6-16,-7-1-12 0,3 2-19 0,-2 0-22 15,-6 0-41-15,0 0-11 0,0 0-21 0,0 0-17 16,-20-7-4-16,8 7-35 0,-7 0-131 0,1 1-375 15,0-1 166-15</inkml:trace>
  <inkml:trace contextRef="#ctx0" brushRef="#br0" timeOffset="125854.6">21863 10723 11 0,'2'-10'274'16,"0"5"-6"-16,-1-3 4 0,3 3-13 0,-3 2-20 15,-1-3-23-15,0 3-20 0,2-1-24 0,-2 4-15 16,2-5-23 0,-2 5-18-16,0 0-29 0,0 0-16 0,0 0-9 0,4 11-6 15,-4-2-7-15,0 4-8 0,-4 5-4 0,4 1-8 16,1 9-2-16,-2 0 1 0,1 1-7 16,0 2-11-16,0 1-28 0,4-1-37 0,-3 1-45 0,3-1-69 15,-4-6-246-15,0-6-451 0,4-2 200 0</inkml:trace>
  <inkml:trace contextRef="#ctx0" brushRef="#br0" timeOffset="126493.93">22363 10863 215 0,'-3'-8'261'0,"6"3"-19"0,-3 1-12 16,1 0-11-16,0-3-29 0,1 0-21 0,0-2-13 15,2 0-17-15,1 1-9 0,-2-4-6 0,4-2-6 16,-3 2-17-16,3-5-1 0,-1 2-12 0,-1-2-5 16,2 0 0-16,0-2-6 0,1-7-4 0,-2 1-8 15,2-1-9-15,-2 2-4 0,1-4-5 0,-2 2-4 0,-1-1-5 16,1 1-3-16,-3-1 2 0,3 3 5 0,-3 5 5 16,0 2 9-16,1 0 4 0,-3 7-1 0,2-2 7 0,-2 6-3 15,0-2-5-15,0 3-9 0,0 0-5 0,0 0-14 16,0 0-26-16,0 3-31 0,0 2-20 0,0 0 2 15,0 0 10-15,-14 14-4 0,7 3 5 16,-8 5 0-16,2 5 1 0,-2 2 5 16,-1 0 0-16,3 5 5 0,-2 0-1 15,-2 9 4-15,7-12 2 0,2 3 0 0,3-2 2 16,4 2 9-16,1-1 2 0,1-8 1 0,4 2 2 16,4-1 4-16,5-4 5 0,-4-5 5 0,6-5 5 0,-1 1 0 15,3-2 6-15,7-3 2 0,-5 1 8 0,0-5-14 16,-1-3 18-16,-1 2 0 0,1-4 31 15,-6 1-1-15,-3-2 12 0,3 1-9 0,-5-2 4 0,1-1-4 0,-2-5-5 16,0 7 0-16,-3-5 19 0,0 0-19 0,-3 4-14 16,-1-7-4-16,-1 2-21 0,-5 0-11 0,0 0-18 15,-2 0-11-15,-4 4-2 0,-4-4-3 0,-3 4 0 16,2-1-3-16,-2 0-11 0,1 5-15 0,2-3-14 16,2 3-24-16,2 3-21 0,1-3-26 0,-1 0-36 0,5 4-25 15,0-1-33-15,3 2 4 0,1-3-2 0,5 1-232 0,-2-3-493 16,8 5 218-16</inkml:trace>
  <inkml:trace contextRef="#ctx0" brushRef="#br0" timeOffset="126794.78">22917 10283 71 0,'0'0'220'0,"0"0"-26"0,0 0-23 16,0 0-19-16,6 17-12 0,-3-1-13 0,-1 11-8 16,0 4-18-16,-2 16-1 0,2 0-12 0,-6 7 2 15,2 3-16-15,-3-1 3 0,-6 2-6 0,-6-2-9 16,-2 2-5-16,-3-5-3 0,-6-2-5 0,3-5-4 15,-9 0-6-15,-3-2 0 0,-9-3 3 0,-1-3-8 16,-26 9-34 0,18-18-42-16,0-1-62 0,-5-6-241 0,0-2-374 0,1-7 165 15</inkml:trace>
  <inkml:trace contextRef="#ctx0" brushRef="#br0" timeOffset="127558.9">20849 10275 41 0,'-2'-3'202'0,"2"3"-11"0,0 0-18 0,-2-4-19 16,-2 1-14-16,4 3-19 0,-10 0-12 0,10 0-13 16,-21 5-9-16,3 2-13 0,-6 3-6 0,-3 5-9 15,-3 5-3-15,-10 11-5 0,0 5-17 0,-3 0 3 16,3 6-1-16,-1-2-3 0,-1 10-5 0,6 0-2 15,-7 21 2-15,16-20-2 0,4 0-7 0,3 4 1 0,6-1-5 0,4-3 25 16,4 2-1-16,10-5 7 0,1-3 11 0,4-12 8 16,5 1 2-16,8-2 4 0,11 9 7 15,3-10-1-15,6-2 0 0,3-7 0 0,5-1-6 0,2-3-4 16,1-1-5-16,-2-5-5 0,-12-4-3 0,-7 0-10 16,0-3 2-16,-10-2-7 0,-4-1 0 0,-5 1 4 15,-3-3 29 1,1 5 5-16,-4-5 21 0,0 2 10 0,-1-2 1 0,-6 0 6 15,8 0-2-15,-8 0-3 0,7 0-10 0,-7 0-8 16,0 0-9-16,6-2-25 0,-6 2-28 16,5-2-54-16,-5 2-37 0,0 0-51 0,0 0-55 15,0 0-61-15,9-6-392 0,-6 0-669 0,3-4 296 0</inkml:trace>
  <inkml:trace contextRef="#ctx0" brushRef="#br0" timeOffset="152485.37">7288 13678 38 0,'4'-3'175'0,"-3"-2"0"0,2 1 1 0,-2-1-4 0,1 2-12 16,1-4-3-16,-3 2-8 0,1 0 6 0,2 0-8 15,-3 0-10 1,0 0-16-16,0 2-11 0,-3-3-12 0,2 1-11 16,-4 2-13-16,0-2-9 0,-4 1-10 0,-5 4-9 15,-4 0-4-15,-9 0-6 0,-2 4-3 0,-4 1-3 0,-3 2-5 16,0 1-2-16,-2 2-3 0,0 0-2 0,2 4-4 15,1-4-2-15,3 6-3 0,4 1 0 16,-1-2-2-16,2 2-6 0,7 0 4 0,5-3-1 16,0 1 0-16,4-1-1 0,2 1 1 0,0-2 0 0,5-1-3 0,0 0 5 15,4 0 0-15,4-1-1 0,1-1 2 0,8 0-2 16,1-1 2-16,5-4 1 0,9 0-1 0,1 2-1 16,3-7 1-16,3-5-3 0,-2 0-1 0,2-3 3 15,-2-5-3-15,0-4 1 0,-1 1-2 0,-1-4 1 0,-3-2 1 16,-1-3 5-16,-3 1 5 0,-2-5 3 15,-2-1 0-15,-2-2 1 16,1-10 3-16,-7 5 4 0,4-8-2 0,-6-1 17 16,-3 10 15-16,-4 1-9 0,-1-12 7 0,-2 13 1 15,0 0 8-15,-2 5 7 0,-1 0 5 0,3 5 11 16,-4 7 9-16,4 0 0 0,-3 5 1 0,3 2-7 16,-1 0-6-16,-1 5-11 0,2-2-14 0,-2 2-8 15,1 1-6-15,1 4-18 0,1-5-23 0,-1 5-48 16,0 0-15-16,0 0 7 0,0 0 2 0,-5 26 5 0,0-7 8 0,0 11-1 15,1 2 10-15,-1 15-4 0,-1-1 7 0,1-1 13 16,0 2-9-16,2-13 2 0,0 1 3 0,1-1 0 16,1-1 4-16,-1 1-1 0,2-5 2 0,2 2 1 15,-1-7 5-15,0-3 0 0,2-4-3 0,-3-1 4 16,1-4 5-16,0 0-3 0,1-3 1 0,-2-1 0 16,0-1 1-16,1-2 3 15,0 0-3-15,-1 1 2 0,0-3 2 0,3 0 1 16,-3-3 6-16,0 4 11 0,0-4 3 15,0 4-2-15,0-4 3 0,0 0 0 0,0 4-1 0,0-4 3 16,0 0-1-16,0 0-1 0,0 0-1 0,0 0 1 16,-3 5-1-16,3-5-7 0,0 0 2 0,0 0-2 15,0 0-5-15,0 0 1 0,0 0-4 0,0 0 9 16,0 0-20-16,0 0-16 0,0 0-16 0,0 0-18 0,0 0-21 0,0 0-24 16,0 0-29-16,0 0-27 0,0 0-36 0,0 0-37 15,0 0-28-15,-2 3-181 0,2-3-471 16,-3 4 209-16</inkml:trace>
  <inkml:trace contextRef="#ctx0" brushRef="#br0" timeOffset="153271.76">7504 13558 240 0,'2'-4'276'0,"0"-1"-16"16,-2 1-14-16,1 0-19 0,2 0-15 0,-3 4-16 16,2-3-21-16,-2 3-22 0,0 0-17 0,2-5-14 15,-2 5-20-15,2-2-18 0,-2 2-21 0,0 0-15 16,0 0-3-16,0 0-8 0,0 0-4 0,4 12-4 0,-1-5-3 0,0 1-3 15,0 4-6-15,-2-1 1 0,2 1-2 0,0-1-1 16,-1 1-2-16,3 2 0 0,0-4-9 0,0 0-6 16,-1 2 0-16,0-4-4 0,1-1 4 0,-1-2 3 15,-3 0-1-15,3-1 3 0,1 0 8 0,-2-3-5 16,3-1 2-16,-6 0 1 0,9-5 8 0,2 0 3 16,-3-2-3-16,-1-2 9 15,3 0 2-15,-3-2 0 0,1-3 1 0,2-1 0 16,-1 0 1-16,-1 2 5 0,-2 4-3 0,1-5 1 15,-1 3 0-15,-1 1 8 0,-1 2-1 0,-1 1 0 16,1 2-8-16,-3 1 1 0,1-1-10 0,0 1-18 16,-1 0-14-16,-1 4-21 0,0 0-1 0,0 0 1 15,0 0 0-15,5 17 5 0,-4-5 1 0,-1 5-5 16,-1 8 7-16,-3 0 0 0,0 7 2 0,1 0-1 0,-3 4 5 16,2 10 3-16,1 0 1 0,-4-10-2 0,5-2 3 15,-2 14 1-15,0-16 20 0,0 2-1 0,2 0 2 0,-2-1-3 16,0-3-1-16,-1-2-1 0,1 0 0 0,2-7-1 15,-1-2 1-15,-1-4 0 0,2-3-4 0,0 0 2 16,-2-2-2-16,1-1-2 0,-1-1 0 16,-1-1 2-16,1-1-2 0,-1-3 3 0,0 2 4 0,-4-2 1 0,-1 1 3 15,2-3 0-15,-4 0 5 0,5-1 4 0,-1-1 2 16,-5-2-1-16,3-1 4 0,1-2-1 0,-3 2-4 16,1-6 1-16,0 0 4 0,1-4-9 0,-1-3-2 15,3 0 2-15,1-8-3 0,3-3-3 0,0 1-5 16,5-4-5-16,3-1 0 0,5 0 1 0,1-1 0 0,7 4 2 15,-2-1-2 1,7-1 6-16,1 5 5 0,1 1-1 0,6 1 6 16,-1 0 0-16,12-3 2 0,-8 7 0 0,0 3 5 15,-2 1 4-15,-3 4 4 0,-1 1 4 0,-7 3 3 16,-3-1-1-16,-2 3 0 0,-4 1 2 0,-2 1-7 16,-1 2-4-16,-2-1-10 0,-1 1-2 0,1 1 0 15,-3-1-15-15,-3 2-28 0,0 0-25 0,6-1-23 16,-6 1-2-16,0 0-4 0,0 0-33 0,-15 11-49 0,4-4-56 0,-4 2-65 15,0-1-195-15,0 1-517 0,-1-1 228 0</inkml:trace>
  <inkml:trace contextRef="#ctx0" brushRef="#br0" timeOffset="153904.37">6500 14362 149 0,'0'0'222'0,"-8"0"-10"0,8 0-11 0,0 0-8 16,0 0-12-16,0 0-16 0,0 0-16 0,0 0-12 0,-8 0-15 16,8 0-7-1,0 0-13-15,0 0-8 0,0 0-6 0,0 0-5 16,0 0-4-16,0 0-6 0,0 0-8 0,0 0-3 16,0 0-6-16,0 0-3 0,0 0-8 0,0 0-3 15,0 0-5-15,0 0-2 0,0 0-3 0,0 0-3 0,0 0-5 16,0 0-4-16,0 0 1 0,0 0-4 15,0 0 0-15,0 0-3 0,0 0-3 0,0 0 0 16,0 0 0-16,0 0-4 0,0 0 1 0,0 0-3 0,0 0 1 0,-1 4 1 16,1-4-3-16,0 0 1 0,0 0 0 0,0 0-1 15,0 0-1-15,0 0 0 0,0 0-1 0,0 0-1 16,0 0 4-16,0 0-5 0,0 0 2 0,0 0-1 16,0 0 2-16,0 0 3 0,0 0 2 0,0 0 0 15,0 0 6-15,0 0 6 0,25-4 1 0,-5 0 4 16,12 0-1-16,6 0-1 0,21-4 1 0,32-4 0 0,5 5 6 0,7-5 5 15,9 0 8-15,1-1 2 0,1 2 6 0,-2-3-1 16,-2 0 0-16,-5 2-3 0,-4-2-4 0,-4 0 0 16,-6 2-7-16,-30 0 0 0,-1 2 1 0,0-1 0 15,-6 0 5-15,-20 5-4 0,2-2-14 0,-8 3 13 16,-10 1 18-16,-5 1-4 0,2 0 5 0,-5 1 9 16,-3 1-6-16,0-1 1 15,0 0-12-15,-2 0-20 0,-5 2-33 16,6 0-29-16,-6 0-34 0,0 0-28 0,-11 9-44 15,-7-1-58-15,-1 1-84 0,-12 3-311 0,4 1-643 0,-1-2 284 16</inkml:trace>
  <inkml:trace contextRef="#ctx0" brushRef="#br0" timeOffset="154675.09">7411 14800 76 0,'0'-7'235'0,"0"2"-17"0,-1 0-21 0,-1 0-21 16,-1-2-17-16,-4 0-20 0,0 1-12 15,-5 0-14-15,2 2-13 0,-4-2-9 0,-3 3-11 0,-6 0-6 16,0 0-11-16,-6 1-5 0,-1 2-8 0,0 1-2 16,-1 3-3-1,3-1-5-15,6 0-6 0,-6 5 0 0,6-4-9 16,3 5-3-16,2-2-1 0,0 3-5 0,2 2-3 15,2 0-1-15,1 2-20 0,3 0 1 0,4 1 2 0,0 1 0 16,5-4 5-16,0 5-2 0,5-2 6 16,5 2-2-16,0-4 2 0,7 0 5 0,1-4 3 15,4 0 1-15,4-1-1 0,3 0 4 0,0-4 1 16,-10-1 12-16,4-6 8 0,-5 1 16 0,1-2 28 0,-1-3 15 0,0-2 16 16,-3-4 6-16,6-7 4 0,-5 2 4 0,2-6 5 15,-5 1 9-15,-2-9-6 0,1 3-9 0,1-16-6 16,-4 10-11-16,0-12-14 0,1 0 0 0,0 1-9 15,-6 12 0-15,5-1 3 0,-4 2-6 0,-4 6 6 16,1 8-9-16,3 2-2 0,-5 3-6 0,0 6-6 16,3-3-15-1,-3 6-9-15,2 0-37 0,-2-1-35 0,0 6-53 0,0 0-1 16,0 0 4-16,0 0 3 0,0 0 9 0,-10 31 4 16,6-7 4-16,-1 6 15 0,1 7 1 0,-1 11 6 15,-1 4 4-15,2-2 5 0,1-5 4 0,2-10 4 16,1 3 3-16,0-1 2 0,1-5 3 15,4-2-37-15,-3-1-7 0,1-2-22 0,-3-8-21 0,4-1-27 16,-4-6-30-16,3 1-47 0,-2-2-37 0,-1-5-21 0,0-2-193 16,0-4-492-16,0 0 219 0</inkml:trace>
  <inkml:trace contextRef="#ctx0" brushRef="#br0" timeOffset="155122.87">7586 14657 106 0,'9'-5'214'0,"4"3"-17"0,-3-1-19 0,3 3-18 15,1 0-12-15,-3 3-13 0,3-1-17 0,-1 4-11 16,1 0-18-16,-1 5-4 0,1 0-10 0,-6-1-10 16,1 2-5-16,-3 5-12 15,-5-1-5-15,-1 1-4 0,-1 3-3 0,-3-3-11 16,-5 9-5-16,-5-4 0 0,0 3 1 0,-2-3-2 15,3-5-3-15,-6 1 3 0,3-3-7 16,1-3 3-16,2-1-2 0,4-2 1 0,-2-2 2 0,3-1 3 16,3 0 11-16,-4-3 14 0,5-1 24 0,-1 2 37 15,1-1 33-15,4-3 45 0,-4 2 17 0,4-2-24 16,0 0-26-16,8-19-9 0,1 5-26 0,4-1-6 0,5-6-10 16,3-4-14-16,4-2-20 0,10-9-21 0,0 2-20 15,3-1-11-15,-5 1-4 0,-8 11-3 0,-2 2 3 16,0-4-3-16,-4 6 1 0,-6 4-1 0,-4 6-3 15,1-1 2-15,-4 3-3 0,-1 2-6 0,-1 1-25 16,0 1-26-16,-4 3-8 0,0 0 4 0,0 0 7 16,-1 19 3-16,-7-2 7 15,-1 7-1-15,-5 3 5 0,4 2 6 0,-3 1 1 16,3 3 6-16,2-4-2 0,3 2 3 0,2-2 8 16,5 0-2-16,-1-1 3 0,7-3-5 0,1-8-15 15,3-3-33-15,4-2-62 0,13 0-97 0,-1-8-252 16,4-3-519-16,4-4 230 0</inkml:trace>
  <inkml:trace contextRef="#ctx0" brushRef="#br0" timeOffset="155724.29">8852 14115 99 0,'0'0'154'16,"0"0"-6"-16,0 0-2 0,0 0 2 0,0 0 1 15,0 0 0-15,0 0 2 0,0 0-1 0,0 0-3 16,0 0-3-16,0 0-10 0,0 0-10 0,0 0-13 0,0 0-8 0,0 0-12 16,17-5-9-16,-6 3-11 0,9 2-7 0,0-3-8 15,9 1-5-15,3 0-6 0,2 1-13 0,1-1-22 16,0 0-23-16,1 0-33 0,-3 1-38 0,-1-2-52 16,-3 2-47-16,-8 1-167 0,-1-1-379 0,-4-1 168 15</inkml:trace>
  <inkml:trace contextRef="#ctx0" brushRef="#br0" timeOffset="155909.22">9015 14292 197 0,'0'0'248'0,"0"0"-26"0,0 0-24 15,11 2-17-15,1-1-19 0,3-1-29 0,5-1-50 0,10 2-75 16,2-1-112-16,0-1-118 0,-4-2-240 16,0-1 107-16</inkml:trace>
  <inkml:trace contextRef="#ctx0" brushRef="#br0" timeOffset="157345.51">10985 13834 144 0,'1'-6'196'0,"1"0"-15"0,0 1-5 0,-2-1-14 15,-2 2-13-15,0-1-23 0,0-1-5 0,-1 1-16 16,-3 0-11-16,-2 0-10 0,-3 1-8 0,-3 1-10 16,-7 0-7-16,-1-1-6 0,1 4-5 0,-6 0-5 15,1 1-2-15,-2 2-5 0,-3 0-3 0,3 4 0 16,0-2-7-16,3 3 4 16,3-1-7-16,4 0-5 0,-1 1-4 0,5 1 0 15,-3 0 0-15,7 3-5 0,-3 0-1 0,8-2 3 16,0 2-2-16,1-3-1 0,4 2 0 0,0 1 0 15,4-2-3-15,1 1 9 0,6-3-3 0,5 2-3 16,2-3 2-16,1 1-3 0,8-2 1 0,-5-3 0 16,-1-1 0-16,1-4-2 0,0-1 1 0,5-3 3 15,-1-2 1-15,-8-2 3 0,8-3 12 0,-7-5 11 0,-1-2 21 16,0-2 4-16,-3-2-1 0,-1-2 4 0,-2-3 0 16,-2-1 4-16,-2-3-6 0,-2-1-4 0,0-12-7 0,-2 10-7 15,1-13 0-15,-1 2-1 0,-6 10-3 0,4 3 9 16,-2-2-10-16,0 6 6 0,-2 3 1 0,0 8 6 15,2 2 3-15,0 5 4 0,0 1 6 16,-2 2-27-16,2 3 7 0,0 0-21 0,2 1-29 0,-2 1-35 0,0 4-14 0,0 0 4 16,0 0 5-16,-9 17 1 0,8 3 5 15,-4 6 4-15,-1 5 1 0,0 3 5 0,3 3 3 16,-4-3 11-16,2 12-8 0,1-13 1 0,3 1 4 0,0 0-2 16,1-2 5-16,2-3 1 0,0 0 3 0,0-3 3 15,0-6-4-15,-2-4 4 0,1-3 7 0,-1-1-1 16,1 0-3-1,-1-3 0-15,3-1 4 0,-1-3 0 0,-1-1 0 16,-1 1 3-16,0 0-1 0,0-2 5 0,0-3 1 0,2 4 14 16,-2-4-3-16,0 0 2 0,2 4 0 15,-2-4-4-15,0 0 8 0,0 4-9 0,0-4-3 16,0 0-18-16,0 0-29 0,0 0-30 0,-4 3-38 16,4-3-64-16,0 0-321 0,0 0-529 0,0 0 234 0</inkml:trace>
  <inkml:trace contextRef="#ctx0" brushRef="#br0" timeOffset="157983.51">11189 13534 144 0,'2'-4'272'0,"0"2"-21"0,2-1-22 0,-4 3-27 15,1-3-23-15,-1 3-18 0,2-5-23 0,-2 5-23 16,0 0-18-16,0 0-11 0,0 0-12 0,9 8-4 15,-7-3-15-15,0 2-14 0,2 0-3 0,-1 0-4 16,0 5-6-16,0-3-10 0,1 2-8 0,0 3-11 16,0-5-1-16,0 2-14 0,2-2-7 0,-2-3-3 15,0 2 4-15,-3-2 4 0,3-2 3 0,0 1 1 0,-3-5 6 0,-1 0 0 16,9 0 13-16,-9 0 2 0,10-7 9 0,-3 2 9 16,-1-3 8-16,1-1 2 0,-1 0-1 0,0-2 2 15,3-3-1-15,-2 2 0 0,1-2 5 0,-1 3 3 16,-2 1 6-16,0 2 0 0,-1-1 4 0,-1 2 3 15,-1 2-2-15,2 0-10 0,-3 2-3 0,0-2-7 16,2 2-12 0,-3 3-19-16,3-4-20 0,-3 4 2 0,0 0-1 15,0 0-4-15,1 11 3 0,-1-2-2 0,-3 3 0 0,2 6 4 16,-2 7 3-16,1 1 3 0,-4 3-1 0,2 2 1 16,-1 2 1-16,2 0 5 0,-1 5 0 0,-1-5 1 15,1 2-3-15,-1-1 2 0,3 0 19 16,-2-2-7-16,-1 0 4 0,1-3-3 0,1-1 1 0,1 1-1 15,-2-12-1-15,-1 2 1 0,1-2-3 0,0-6 1 0,3 0 1 16,-4-1-6-16,2-3 3 0,2 0-1 0,-3-2 3 16,0 1 1-16,4-1 5 0,-5-1 4 0,4-2 13 15,-3 1 9-15,4-3 10 0,-9 3 11 0,9-3 12 0,0 0 9 16,-13-6 11-16,7 2 19 0,2-1-5 0,0-3 7 16,0-2-18-16,0-6-7 0,4-1-11 15,3-7-16-15,-2-3-12 0,7-2-2 0,2-3-8 0,3-1-12 0,10-9 1 16,0 1-10-16,0 12-2 0,0 3 3 0,3-3-7 15,2 4-11-15,1 4 14 0,-1-4-6 0,-6 6 2 16,1 2-1-16,-4 5-9 0,-2 3 2 0,-6 2 8 16,-1-1-4-16,1 3-4 0,-5 0-3 0,0 2-3 15,1-1 5-15,-3 2-11 0,1-1-40 0,-3 1-45 16,-2 2-49-16,5-2 7 16,-5 2 0-16,-5 11-22 0,0-5-40 0,-1 5-57 15,-7 2-260-15,0-2-555 0,0 2 246 0</inkml:trace>
  <inkml:trace contextRef="#ctx0" brushRef="#br0" timeOffset="158531.6">10299 14391 10 0,'-4'0'212'0,"4"0"-11"16,0 0-22-16,-5-3-13 0,5 3-19 0,0 0-20 16,0 0-9-16,5-6-18 0,-5 6-9 0,8-3-7 15,-1 0-9-15,-3 1-9 0,0 0-4 0,-4 2-8 16,8-3-7-16,-8 3-4 0,6-1-3 0,-6 1-7 15,0 0-6-15,0 0 1 0,6-1-2 0,-6 1-6 0,0 0-1 16,0 0-1-16,4-1-4 0,-4 1 3 0,0 0-3 0,0 0-2 16,0 0 1-16,0 0-2 0,0 0 3 0,0 0 7 15,0 0 10-15,0 0 2 0,0 0 5 0,0 0 4 16,0 0-3-16,0 0-6 0,7-2 12 16,-7 2-17-16,0 0 0 0,0 0-4 0,0 0 1 15,0 0 3-15,0 0-3 0,0 0 0 0,7 0-2 0,1-2 2 0,6-1 3 16,4 2-2-16,14-5-5 0,5 1-2 0,15-1-2 15,12-2-1-15,28-1-1 0,1 1 7 0,7-1 14 16,2-1 10-16,10 5 7 0,1-3 7 0,-5-1 7 16,0 2 1-16,-4 0-8 0,-12 1 0 0,-32 3-5 15,-5-1-4-15,-3-3-3 0,-19 5-3 0,-3-1 12 16,-10 2 8-16,-2 0 8 16,-8-2-1-16,3 2 14 0,-4 0 0 0,-4-2 6 15,3 2-5-15,-6 0-17 0,-2 1-22 0,4-2-37 16,-4 2-45-16,0 0-39 0,-23 0-49 0,4 3-51 15,-1 3-63-15,-7-1-78 0,-3 3-222 0,2-2-578 16,3-2 255-16</inkml:trace>
  <inkml:trace contextRef="#ctx0" brushRef="#br0" timeOffset="159549.51">11184 14834 30 0,'-1'-5'247'15,"-1"0"-27"1,0-2-19-16,-2 2-24 0,-1 1-16 0,0-1-19 0,-3-1-16 15,-4 1-10-15,-1 0-19 0,-6 1-7 0,0 1-11 16,1 1-12-16,-4 2-3 0,-1-2-7 0,-5 4-6 16,9 0-8-16,-4 4-4 0,-3-1-6 0,-2 4-2 0,3-1-6 0,4 0-3 0,3 1-3 15,4 0-1-15,-1 2-6 0,-1-1-3 0,5 3 6 16,-1-2-3-16,6 0 0 16,2 0-1-16,-1 0-2 0,4 1 2 0,1 0 3 15,0-3 2-15,6 0-1 0,-3 0 5 0,4-1 3 16,2 0 1-16,1-5 8 0,2 0 6 0,1-2 9 15,2-2 18-15,2-1 16 0,1-5 16 0,-2 1 6 16,0-5 4-16,1-1 10 0,-2 1 2 0,2-10 0 16,0-3-4-16,0 2-11 0,-2-4-12 0,-1-3-4 15,-5-2-11-15,5-3-10 0,0-13-5 0,-1 0-2 0,-3 13-16 0,3-14-2 16,-3 14-5-16,-4 0 3 0,0 3-7 0,-5 3 4 16,2 2 22-16,-5 9-14 0,2 4 4 0,0 2 0 15,2 1-12-15,-2 5-14 0,1-1-8 0,-1 0-36 16,1 4-32-16,-1 2 0 0,0 0-7 0,0 0 1 15,-10 9 11-15,2 4 0 0,2 4 8 0,-2 9 2 16,-1 4 7-16,3 3 4 16,-2 1 0-16,3 4 4 0,0 9 4 0,1-14-15 15,4 3-8-15,1-1 1 0,3-3-3 0,5-2-1 16,1-2 6-16,3-3 4 0,-4-7 3 0,9 3 3 16,-5-7 2-16,2-4 8 0,1-2 1 0,3-4 4 15,-2-1 2-15,4-5 6 0,2 0 5 0,-4-2 12 16,4-9 7-16,3 2 6 0,-9-1-3 0,5-6 12 15,-5 0-2-15,2-4 10 0,-4-1-6 0,3-4-5 0,-5 0 0 16,1-5-2-16,-1-1-3 0,-2-1-1 0,1 2 12 16,-3 2 10-1,-4 2 9-15,1 3 14 0,-2 8 8 0,0 2 2 0,-3 4 0 0,2 2-5 16,-2 2-7-16,-1 2-8 0,0 0-14 0,3 1-8 16,-3 4-11-16,1-8-37 0,-1 7-26 0,0 1-8 15,0 0 7-15,0 0-4 0,0 0 3 16,-8 17 0-16,3-6 7 0,-4 5-1 0,4 1 7 15,-3 8-2-15,-1 4 10 0,2 2 0 0,-1 0-5 16,3 1 5-16,-1-1 0 0,0-1 5 0,0 0-1 16,4-7 1-16,-1-1-1 0,3-3 5 0,0-1 1 15,0-2 3-15,0-3-1 0,0-2 3 0,0 0 5 16,0-6-1-16,0 1 0 0,0 1-2 0,0-4 7 16,0 3-4-16,0-2 7 0,0 0-4 0,0-4 7 0,0 0-4 15,0 5 6-15,0-5 9 0,0 0-3 0,0 4-15 0,0-4 8 16,0 0 0-16,1 3-1 0,-1-3 0 0,0 0-3 15,0 0-14-15,0 0-7 0,0 0-15 0,0 0-33 16,0 0-58-16,0 0-57 0,7-12-73 0,-1 4-78 16,-3-1-211-16,4-6-581 0,1 1 257 15</inkml:trace>
  <inkml:trace contextRef="#ctx0" brushRef="#br0" timeOffset="159718.84">11322 14686 71 0,'0'0'288'0,"0"0"-3"0,-5 1-18 0,5-1-24 15,0 0-17-15,0 0-31 0,32-1-20 0,0 0-19 16,5-4-51-16,18 0-67 0,3-4-96 0,0-2-95 16,1-1-154-16,-6-1-332 0,-15 2 148 0</inkml:trace>
  <inkml:trace contextRef="#ctx0" brushRef="#br0" timeOffset="161090.78">13184 13889 199 0,'4'-4'237'0,"-3"-1"-17"0,3 3-21 15,-4-4-21-15,0 2-24 16,0 4-10-16,-5-9-14 0,1 5-18 0,-5-1-17 15,-2 1-4-15,-6 2-16 0,-2-2-8 0,-2 3-6 16,-5 1-9-16,-2 5-7 0,6-3-4 0,-9 3-2 16,4 2-5-16,2 1-5 0,-2 2-5 0,6-2 0 15,1 1-5-15,3 0-4 0,0 5-2 0,1-3 0 16,1 1-4-16,2 2 0 0,3-1-5 0,1 0 3 16,1 2 16-16,7-3-3 0,-3-2-1 0,4 2 0 0,1-2 2 0,6 2-4 15,-1-3 4-15,8 0-3 0,-1 0-1 16,6-3 1-16,0-4 0 0,3-1 2 0,6-1 2 15,2-5 1-15,-4-2 12 0,2 0 9 0,-1-5 14 0,-1-1 10 16,1-4 0-16,-4 0 4 0,1-4-2 0,-4-1-5 16,0-5-1-16,-3 1-11 0,-1-3-2 0,-1-3-5 15,-2 3-2 1,-3-4-7-16,2-4 0 0,-2 3-3 0,-1 0 2 16,-5-1-6-16,-1 2 2 0,0 0 4 0,0 4 1 15,-3 4-2-15,0 7 3 0,-3 3 3 0,3 1 0 16,0 5-7-16,0 0-4 0,0 2-5 0,-1 1-6 0,1 2-20 15,0 0-33-15,0 4-25 0,0 0-4 0,0 0 5 16,0 0 5-16,-13 16 8 0,11 1 2 0,-2 0 3 16,-4 10 2-16,3 0 4 0,2 3 4 0,-2 0 3 0,0 2 4 15,4 1 2-15,2-1 6 0,4-1 1 0,0-2 3 16,3 0 2-16,0-1 2 0,2-2 0 0,0-2 2 16,0-7 2-16,0-3-3 0,-2-2 2 0,0-3 2 15,0 1 3-15,2-5 8 0,-1-2-2 0,-2-3 12 16,6-2 5-16,-3-1 6 0,2-4 4 0,1-4 6 15,-1-1-6-15,1-4 2 0,0-1 4 0,0-6 5 0,-3 5-7 0,0-7-1 16,1-3 3-16,0 0-4 0,-3-1-7 0,2-1 2 16,-4 0-3-16,2 0-1 0,-4 0 7 0,2 1 8 15,-1 1 1-15,-2 8 1 0,0 3 5 0,0 0 3 16,0 7 6-16,-3 2 1 0,1 0-14 0,-1-1 0 16,1 4-3-16,-1 1-15 0,2 1-2 0,-2 3-34 15,0-7-32 1,1 4-20-16,-1 3-3 0,0 0 5 0,0 0 0 0,-3 18 10 15,2-3 1-15,-2 0 11 0,-2 10 1 0,-1 1 0 16,1 3 6-16,0-3 1 0,1 3 2 0,-1 0 3 16,2-2 1-16,-3 0 1 0,2 3 5 15,3-4-2-15,-2 1 6 0,2-3-3 0,-3-6 5 16,4-1 2-16,0 2-1 0,0-5 1 0,0-2 4 0,0-2-2 16,0 0 2-16,0-1-1 0,0-3 1 0,0-1 1 0,3 2 2 15,-3-3 0-15,-3 1 1 0,7 0 0 0,-4-1 3 16,1-1-2-16,1 0 1 0,-2-3 0 0,0 5-1 15,0-5 3-15,2 5-3 0,-2-5 3 0,1 3-1 0,-1-3 6 16,4 2-2-16,-1 0-1 0,-3-2 4 16,5 4 6-16,-4 0-9 0,4-3 7 0,2 2-4 15,-1-1 2-15,1-2 0 16,1 2-13-16,3 1-12 0,-1-2-25 0,1-1-31 16,0 1-45-16,1-2-64 0,1-2-80 0,-3 0-245 15,8-3-546-15,0-2 241 0</inkml:trace>
  <inkml:trace contextRef="#ctx0" brushRef="#br0" timeOffset="161291.26">13468 13798 87 0,'0'0'335'0,"-9"0"-25"16,9 0-34-16,0 0-29 0,0 0-27 0,23-7-31 15,-1 5-43-15,10-2-49 16,-1 0-69-16,9 0-85 0,1 1-110 0,-4-3-119 16,-1 2-308-16,-3-1 136 0</inkml:trace>
  <inkml:trace contextRef="#ctx0" brushRef="#br0" timeOffset="161839.25">12766 14262 106 0,'0'0'144'0,"-6"1"4"0,6-1-2 0,0 0 8 15,0 0 15-15,0 0-3 0,0 0 6 0,0 0 1 16,-8 2-4-16,8-2-3 0,0 0-4 0,0 0-14 16,0 0-11-16,0 0-12 0,0 0-16 0,0 0-8 15,0 0-11-15,0 0-11 16,0 0-8-16,0 0-8 0,0 0-6 0,0 0-5 16,0 0-6-16,0 0-4 0,0 0-5 0,0 0-3 15,0 0-6-15,0 0-1 0,0 0-3 0,0 0-4 16,0 0 2-16,0 0-6 0,0 0-3 0,0 0 1 15,0 0-2-15,0 0-4 0,0 0 7 0,0 0-9 16,0 0 2-16,0 0 2 0,0 0 3 0,0 0 1 16,0 0 1-16,0 0 8 0,0 0 4 0,0 0 4 0,0 0-4 15,0 0 3-15,19-4-1 0,-2 1-1 0,14-1-8 0,5 0 2 16,17-5 1-16,12 2-7 0,36-5 9 16,0-1 3-16,2 1 11 0,6-2 3 0,4 2 8 15,-1 2-4-15,3-2-1 0,-5 0-4 0,-11 3-3 16,-11 1-7-16,-28-1 4 0,-5 3-9 0,-7-1-5 15,-14 0-1-15,-4 4 0 16,-8 0 3-16,-8 1-1 0,-4-1-2 0,-1 0 7 16,-4 1 0-16,0 1-7 0,2 0 0 0,-7 1-19 15,0 0-25-15,0 0-16 0,0 0-33 0,-39 4-25 16,11 2-42-16,-1-1-45 0,-1 7-55 0,2-4-60 16,0 3-229-16,0-3-574 0,0-1 254 0</inkml:trace>
  <inkml:trace contextRef="#ctx0" brushRef="#br0" timeOffset="162525.53">13350 14747 295 0,'0'-7'284'0,"0"1"-27"0,0-1-21 0,0 0-27 16,-4 0-22-16,2 1-20 0,-3 1-17 0,-3-4-19 0,-1 5-12 0,-7-2-16 15,0-1-8-15,-4 6-11 0,-7-2-11 16,-1 3-3-16,-1 2-10 0,0-1-8 0,0 3-7 16,8-4-4-16,-8 7-6 0,7-3-5 0,2 3-3 0,2-1-6 15,0 2-1-15,1 1-4 0,4 1-2 0,2-3-3 16,2 1-4-16,-1 1 1 0,5 0 0 0,1 1 2 15,0 0-22 1,3 2 3-16,4-2 0 0,2 1 5 0,1-1 4 16,8 0 1-16,2 0-1 0,0-2 2 0,2-4-1 15,1 0 7-15,-1-2-2 0,-1 1 13 0,0-6 13 16,-4 2 21-16,1-4 20 0,2-1 12 0,-2-3 13 16,1-4 1-16,-1-1-10 0,-2-2 5 0,-2-4-1 15,4-3 0-15,-4-1-14 0,-1-5-6 0,1-3-4 16,-2 0-8-16,4-4-8 0,-2 2-6 0,-4 0-3 0,4-12-4 0,-3 15-8 15,-2 4 10-15,-3 0 10 0,1 12 4 0,-2 4 0 16,0 0-2-16,1 2 3 0,-1 2-19 0,0 2-14 16,-1 0-39-16,2 1-39 0,-2 4-17 0,0 0 6 15,0 0 9-15,0 0-1 0,-7 21 6 0,2-6 3 16,2 7 3-16,-4 4 8 0,2 6 5 0,0-3 5 16,2 17 6-1,-1-10 2-15,3-1-3 0,-3-2-22 0,4 1-18 0,0 1-19 16,3-5-19-16,-3-4-22 0,1-1-25 0,0-5-41 15,0-4-33-15,1-3-44 0,-4-4-186 0,5-2-488 16,0-1 215-16</inkml:trace>
  <inkml:trace contextRef="#ctx0" brushRef="#br0" timeOffset="163064.62">13504 14526 101 0,'9'-4'239'0,"1"0"-23"16,4-2-13-16,4 3-14 0,-6 2-20 0,3 1-17 16,-1 1-16-16,2-1-11 0,2 7-12 0,0-1-11 0,-8 1-6 0,3 0-12 15,0 7-6-15,-3 0-9 0,-4 0-6 0,-3 2-5 16,-3 2-6-16,0 0-2 0,-5 2-6 0,-4 4-4 16,0-7 1-16,-6 9-9 0,2-6-3 0,-5 0-3 15,5-4-1-15,-1 1-4 0,1-4-1 0,4 0-3 16,-3-3-3-16,3 0 2 0,1-5-4 0,0 2 2 15,3-1 4-15,0-3 26 16,3 1 35-16,-2-2 18 0,4-2 37 0,-3 4 34 16,3-4 26-16,0 0 4 0,0 0-19 15,0 0-16-15,4-13-22 0,1 4-14 0,4 0-14 16,4-6-8-16,5-5-12 0,2 2-11 0,-1-4-10 16,3 1-6-16,0-2-7 0,-2-1-6 0,-2 3-5 15,4 0-3-15,-8 7-5 0,0 1-10 0,-5 3 2 16,0 4-5-16,-3-1-5 0,-1 2-1 0,0 0-4 0,-1 1-17 0,0 3-15 15,-4 1-19-15,4-5-24 0,-4 5-10 0,0 0 10 16,0 0 9-16,-2 18 5 0,-2-8 1 0,-2 7 9 16,0 2-5-16,-2-2 11 0,0 7 0 0,1-5 5 15,3 1 12-15,2-3-8 0,2 4-3 0,1-1 13 16,5-3-2-16,2-1 7 0,5 0 7 0,4-3 6 16,11 0 9-16,5-1 5 15,5-7-4-15,13 2 1 0,3-6-6 0,-2-4 4 16,2-2-5-16,-15 0 2 0,-8 2 3 0,-4-3 1 15,-6 2-3-15,-7 1-4 0,5-1 8 0,-8 2 9 16,-7 0-5-16,3 1-6 0,-7 1-6 0,11-2-17 16,-11 2-45-16,5-2-46 0,-5 2-32 0,0 0-44 15,0 0-62-15,-26 6-98 0,6 0-305 0,1-4-690 16,0 4 306-16</inkml:trace>
  <inkml:trace contextRef="#ctx0" brushRef="#br0" timeOffset="167355.4">15506 14021 43 0,'-5'-3'211'0,"5"3"-10"15,0 0-10-15,0 0-3 0,0 0-14 0,-5-2-8 16,5 2-8-16,0 0-11 0,0 0-7 0,0 0-8 15,0 0-7-15,0 0-2 0,0 0-5 0,0 0-2 16,0 0-6-16,0 0-12 0,0 0-8 0,0 0-12 0,0 0-7 0,11-7-9 16,0 6-11-16,2-3-11 0,8 0-13 0,7-1-20 15,0 1-29-15,-1 0-34 0,2 1-44 0,3 1-38 16,-2-2-42-16,-3 3-56 0,-6-1-121 0,-3-2-385 31,0 1 172-31</inkml:trace>
  <inkml:trace contextRef="#ctx0" brushRef="#br0" timeOffset="167490.93">15546 14144 56 0,'-4'2'184'0,"1"-1"-5"0,3-1-17 16,0 4-3-16,0-4-11 0,27 3-16 0,2-1-11 15,11-2-17-15,16 0-23 0,4-2-60 0,4 2-84 0,-5-3-151 0,1-2-233 16,-4 0 103-16</inkml:trace>
  <inkml:trace contextRef="#ctx0" brushRef="#br0" timeOffset="168725.31">17655 13251 171 0,'0'-6'167'0,"0"0"6"16,0-1-8-16,0 0-8 0,0 2 2 0,0-2-9 15,-1 2-8-15,0 1-10 0,1-1-8 0,-3 2-9 16,3-2-13 0,-2 1-11-16,-1 0-22 0,3 4-12 0,-6-2-5 15,-1 2-10-15,7 0-4 0,-20 8-5 0,6-1-7 16,-4 2-6-16,-5 7 2 0,1 0-7 0,-1 6-1 0,1-1-2 16,3 4-3-16,0-1 1 0,1 2 12 0,4-1-3 15,0-1-5-15,0 2-1 0,6-5 0 16,2 0-2-16,1-3 4 0,1 0 0 0,3-3 0 15,1 1 6-15,0-4-1 0,1 0 0 0,3-3 5 0,0-1 6 0,2 0 1 16,-1-2 9-16,-1 0 10 0,5-5 17 0,0 0 13 16,0-1 13-16,2-1 12 0,2 0 2 0,0-5 10 15,-1-1-13-15,5-1-3 0,1-5-8 0,-2 1-11 16,0-3-14-16,-2 1 14 0,0 0-4 0,-1-1 13 0,-1 2-4 16,-1-1 2-16,-2 0 0 0,0 1-15 15,-3 4-8-15,-2-2 22 0,-1 5 5 0,1 2-4 0,-1-4-5 0,0 4-5 16,0 0-12-16,-1 0-9 0,-1 1-7 0,-1 3-11 15,4-5-26-15,-4 5 4 0,4-1-17 0,-4 1-21 16,0 0-21-16,0 0-10 0,0 0 4 0,0 0 17 16,4 13-15-16,-4-5 8 0,-3 2 1 0,1 2 13 15,-2 1-5-15,3-2 6 0,-3 3 2 0,1 3 4 16,1-2-1-16,-3 2-1 16,2-1 4-16,0-4 1 0,2 1 0 0,1-1 0 15,-2-1 5-15,2-3 6 0,-2 1-5 0,0-3-3 16,-2 1-2-16,4-2 5 0,0 0 2 0,0 0-3 15,0-1 3-15,0-1 1 0,0-3 18 0,0 5-10 16,0-5 22-16,0 0 13 0,0 4 14 0,0-4 16 16,0 0 17-16,0 0 14 0,0 0 18 0,3 2 8 15,-3-2 6-15,0 0-16 0,0 0-17 0,17-11-7 0,2 4-16 0,8-6-44 16,9 1-49-16,10-8-83 0,8-2-99 0,-1 4-112 16,6 1-138-16,-10-3-322 0,-11 6-833 15,-3-5 369-15</inkml:trace>
  <inkml:trace contextRef="#ctx0" brushRef="#br0" timeOffset="169580.46">16896 13948 3 0,'0'0'156'15,"-9"-2"-11"-15,9 2-13 0,-5 0-12 0,5 0-8 16,-5-2-9-16,5 2 0 0,0 0 8 0,0 0-9 16,0 0 2-16,0 0-6 0,0 0-2 0,-8 0-4 15,8 0 0-15,0 0-5 0,0 0-7 0,0 0 0 0,0 0-5 0,0 0-4 16,0 0-3-16,0 0-2 0,0 0-8 0,0 0-1 16,0 0-7-16,0 0-3 0,0 0-6 0,0 0-4 15,0 0-2-15,0 0-4 0,0 0-3 0,0 0-5 16,0 0-1-16,0 0-3 0,0 0-4 0,0 0 1 15,0 0 0-15,0 0-6 0,0 0 1 0,0 0-5 16,0 0-1-16,0 0 3 16,0 0-8-16,0 0 3 0,0 0 1 0,0 0 1 15,0 0-2-15,0 0 5 0,0 0-4 16,0 0 0-16,0 0-3 0,0 0 1 0,0 0 1 0,0 0 0 16,0 0 1-16,0 0-3 0,0 0 2 0,0 0 0 15,0 0-2-15,26 2 0 0,-20-2-1 0,6 0 0 16,-1 2 5-16,6-2-3 0,5 0-3 0,7-2 5 15,3 2-3-15,6 0 1 0,21-3-1 0,6-2 18 0,35 2 0 0,0-5 7 16,4 3 2-16,11 0 3 0,8-6 4 16,6 5 3-16,14-6-2 0,4 4 4 0,4-1-7 15,1 0 1-15,-10 2 3 0,1-1-9 0,-1-2-1 16,-12 1-4-16,-11 3-2 0,-7-5-3 0,-12 5-2 0,-8-3 3 16,-33 6-10-16,-4 0-1 0,-15-2 1 0,-3 1-4 15,-5 0 4 1,-11 3-1-16,-2-1-2 0,-6 0 3 0,1-1 14 15,-5 3 13-15,-1 0 4 0,-3-1 5 0,1 0-6 16,-6 1-5-16,8 0-11 0,-8 0-10 0,0 0-8 16,0 0-19-16,0 0-9 0,0 0-17 0,0 0-18 15,-14 9-28-15,4-6-37 0,-2 4-44 0,0-2-49 16,-3 2-254-16,4-2-510 0,-2 0 226 0</inkml:trace>
  <inkml:trace contextRef="#ctx0" brushRef="#br0" timeOffset="172187.23">17648 14509 87 0,'0'0'124'0,"2"-4"3"0,-2 4 3 0,4-5-8 16,-2 0-4-16,-2 1-4 0,3-2 1 0,-2 1 1 16,1 0-2-16,-2-1 0 0,1 0-6 0,0 0-5 0,-1 0-6 15,1 0 9-15,-1 0-2 0,2 1-9 0,-2-1-4 16,-2 1-1-16,2 2-6 0,-1-2-11 0,-1 1-6 16,-1 0-13-16,-1 1-10 0,4 3-9 0,-11-3-4 15,-1 4-8-15,-3 1 4 0,-2 2-12 0,-8 7-3 16,-1 0-4-16,-2 4-2 0,1 1 0 0,1 2-1 15,1 0-3-15,1 3 1 16,2-1-3-16,2 0 0 0,3 5-2 0,-1-1 1 16,4-1 2-16,5-6-2 0,0 2 2 0,4 0 2 15,0-1-1-15,2-2-13 0,3-3 0 0,3-4-1 16,-2 2 7-16,4-1 8 0,-1-4 9 0,2-1 9 16,6-2 13-16,-4 0 11 0,2-3 8 0,3-4 9 15,-3 0 1-15,5-1 4 0,2-4 7 0,-2 0-7 16,-2-2 0-16,2-4-9 0,-2 1 3 0,1-1-2 0,4-6-8 0,-4 0-1 15,0 0-2-15,-2 4-3 0,-6 3 9 0,3-3-4 16,-4 5 1-16,-1 5 2 0,1-2 9 0,0 3-8 16,-2 1-1-16,-2 1-8 0,3 1-7 15,-3-3-7-15,-1 6-1 0,4-4-19 0,-4 4-11 0,3-4-20 16,-3 4-15-16,0 0-1 0,0 0 2 0,0 0 7 16,2 16-1-16,-2-11 2 0,-1 7 5 0,0 2 4 0,-2-1-1 15,3 2 5-15,-1 4 0 0,1-2-1 0,1-3-2 16,2 3 7-16,-6-2 1 0,6-1 3 0,-2-3-1 15,0 0-2-15,3-3-6 0,0 3 0 0,2-3-8 16,4 0-22-16,1-1-32 0,7-1-53 0,1-1-76 16,11 0-80-16,-4-5-193 0,6 0-516 0,-3-5 228 15</inkml:trace>
  <inkml:trace contextRef="#ctx0" brushRef="#br0" timeOffset="172766.7">17944 14468 98 0,'0'-2'251'0,"4"-2"-26"15,-3 1-25-15,-1 3-22 0,9-2-21 0,-4 2-16 16,-5 0-16-16,13 1-12 0,-4 4-10 0,1 0-11 0,-1 1-11 15,0 3-11-15,1 5-4 0,1-2-10 0,-4 4-5 16,1-1-6-16,-3 3-3 0,-3-1-3 0,1 5-7 16,-3-3-4-16,-1-1 0 0,-1 2-3 0,0-3-5 15,-2-1-3-15,-2 1 0 0,1-4-2 0,1-3-1 16,0 0-16-16,0-5 0 0,0 4 8 0,2-3 3 16,-1-2 15-16,2 1 14 15,-3-3 25-15,4 1 27 0,0-3 26 0,-1 4 31 16,1-4 22-16,0 0-16 0,0 0-16 0,0 0-19 15,9-17-11-15,-4 8-11 0,3-6-7 0,1-1-12 16,3-1-14-16,2-5-3 0,-1 7-3 0,0 1-10 16,-3 1-7-16,-1 2 5 0,-3 3-19 0,1-1 5 15,-1 4-1-15,-2 0-14 0,0 0 0 0,0 3-22 16,-2-1-25-16,2 1-20 0,-4 2-8 0,0 0 3 0,7 5 0 0,-4-1 3 16,1 4-1-16,1 2-6 0,0 1-7 0,-1 2-15 15,1 3-20-15,3 1-24 0,2 1-34 16,3 1-64-16,2 4-67 0,-2-9-163 0,1-2-490 15,1-3 217-15</inkml:trace>
  <inkml:trace contextRef="#ctx0" brushRef="#br0" timeOffset="173067.49">18476 14645 73 0,'-9'-3'163'15,"9"3"-20"-15,0 0-16 0,0 0-9 0,0 0-18 16,0 0-13-16,0 0-3 0,0 0-6 0,0 0-6 16,0 0 5-16,0 0-3 0,0 0-1 0,0 0-5 15,0 0 2-15,0 0 6 0,0 0 1 0,0 0 7 16,0 0-6-16,14-5-4 0,-3 5-9 0,7-4-1 0,1 1-12 15,3 3-2-15,6-4-3 0,4 1-7 0,0 1-3 16,0 0-6-16,0-1-7 0,-5-1-20 0,1 5-13 0,-8 2-27 16,-3-6-29-16,-2 2-41 0,-4 1-49 0,-4 1-152 15,-2 0-332-15,-5-1 147 0</inkml:trace>
  <inkml:trace contextRef="#ctx0" brushRef="#br0" timeOffset="173305.81">18620 14485 305 0,'0'-5'294'16,"-4"1"-18"-16,4 1-29 0,0-1-24 0,0 4-24 0,0-5-16 15,0 5-21-15,0 0-38 0,0 0-29 0,0 0-10 16,0 0-4-16,0 0-11 0,4 16-18 0,-3-3-3 15,3 1-8-15,-4 4-10 0,-5 8 4 0,5-2-1 16,5 3-3-16,-5-3-16 0,0 2-25 0,5 2-38 16,-1-3-35-16,0 1-43 0,0-7-54 0,-3-1-185 0,4-3-394 0,3-3 175 15</inkml:trace>
  <inkml:trace contextRef="#ctx0" brushRef="#br0" timeOffset="173927.31">19011 14757 230 0,'0'0'302'0,"-2"-7"-24"0,2 7-32 0,0 0-21 16,2-8-28-16,-2 6-14 0,5-1-23 0,-2-3-13 0,0 0-18 0,5 0-12 15,-3-5-11-15,3 5-14 0,-2-5-5 0,2 0-11 16,1-3-2-16,-1-2-1 0,-1-1-15 16,1-2-8-16,2-4 8 0,-2 0-4 0,2-5-4 0,-2 2-8 15,0-1-2-15,-1-3-4 0,1 2-4 0,-3 0-6 16,3-1 3-16,-3 2 3 0,1 0 9 0,-1 3-12 16,-2 5 4-1,-2-1 8-15,2 3 10 0,-1 3-1 0,-2 2 5 16,1 1-3-16,-1 5-1 0,2-2-8 0,-2 1-8 15,1 2-1-15,-1 0-8 0,0 5-15 0,0-6-20 16,0 4-10-16,0 2-16 0,1-4-17 0,-1 4-19 16,0 0-2-16,0 0 7 0,0 0 5 0,-5 12 5 15,1-2 6-15,-1 5 7 0,-1 2 1 0,-6 7 4 16,3 1 5-16,2 1 7 0,-5 1-3 0,3 1-2 0,0-1 5 0,2 2-1 16,0 0 5-16,2-2 2 0,-1-1 2 0,3 3 3 15,-1-2 1-15,-1-2 5 0,5-4-2 0,-1-3 3 16,1 0 2-16,1-2-2 0,4 0 11 0,-1-4 8 15,-1 1 2-15,-1-3 6 0,5-2 3 0,-2 2 5 16,4-2 8-16,0-2-3 0,1-3 4 0,3 2 9 16,-2 0 5-16,1-4 8 15,2-1 0-15,-1-4 5 0,0 0-1 0,4-1-5 16,-2-5-15-16,2-1 0 0,-2-3-2 0,2-1-4 16,-3 1-9-16,-2-3 1 0,-1 1-2 0,-6 3-2 15,4-1 3-15,-5 4-3 0,0-1-2 16,-3 6-5-16,1-2-6 0,-5 1-4 0,-1 2-1 0,1 1-8 15,-3 1-1-15,-3 2-4 0,-5 4-2 0,4 0-5 16,-3 0-29-16,3 6-27 0,-3 3-29 0,-1 1-33 0,4-1-43 16,3-2-55-16,2 0-279 0,5-1-550 0,5-5 244 15</inkml:trace>
  <inkml:trace contextRef="#ctx0" brushRef="#br0" timeOffset="175511.1">21203 13367 114 0,'5'-10'167'0,"-3"-1"-4"0,-1 1-6 16,2 0-13-16,-3-1-10 0,-4 1-18 0,0 2-11 0,-4-4-13 0,-3 5-13 16,2-3-2-16,-9 3-9 0,2 0-15 0,-5 3 3 15,1-1-14-15,-8 2-2 0,7 3 0 0,-2 0-4 16,0 4-4-16,3 1-5 0,-6-1 2 0,5 2-1 15,-4 8-7-15,5-6-6 0,6 4 8 0,-1 0 2 16,2 0-3-16,1 1 0 0,2 3-4 0,6-4-1 16,0 3-1-16,4-1-4 0,3 1 5 0,2 2-3 15,5-4-1-15,-1 3 2 0,8-4 1 0,1 2-1 16,1-6 2-16,0 2-4 0,7-1 0 0,-5-5-1 0,0-3 0 16,-1-1 0-16,-1-1-2 0,1-3 3 0,-1-3 7 0,0 0 9 15,-4-5 12-15,2-3 4 0,1-4 8 0,0-3 7 16,-4-4 2-16,-2 2 6 0,-1-3-2 15,-4-3-4-15,2-1-5 0,0-2-5 0,-1-2 3 16,-6-1 4-16,2-13 0 0,1 20-3 0,-2-4 1 0,-3 2 3 16,1 3-3-1,-1-1-1-15,-1 10 4 0,1 1-1 0,-3 2 10 16,3 5-1-16,0 0-6 0,0 5-8 0,0 0-8 16,0 0-3-16,0 1-34 0,0 5-41 0,0-6-39 15,0 6 0-15,0 0 6 0,0 0 1 0,-9 20 8 0,8-3 6 16,-7 9 4-16,-2 6 7 0,3 12 3 0,0 4 2 15,-2-1 4-15,5 2 3 0,-1-15 2 0,3 2 5 16,4 11 3-16,-2-14 0 0,3-1 1 0,-1-6 2 0,2 1 2 16,-3-8 2-16,2-2 2 0,-2-2 3 0,3-4 0 15,-2 0 2-15,1-2 2 0,-1-4-2 0,1 2 8 16,-1-2-1-16,0-2 1 0,-2 1 1 0,0 1-4 16,0-5-10-16,1 3-8 0,-1-3-17 0,0 0-26 15,0 0-31-15,0 0-74 0,0 0-93 0,0 0-134 16,-1-12-423-1,6 2 186-15</inkml:trace>
  <inkml:trace contextRef="#ctx0" brushRef="#br0" timeOffset="176112.57">21384 13215 168 0,'1'-3'296'0,"-1"-1"-14"16,0 4-19-16,5-7-29 0,-5 7-21 0,0-2-26 15,0 2-17-15,0 0-23 0,0 0-28 0,2-3-29 16,-2 3-13-16,0 0-9 0,0 0-8 0,0 0-5 16,5 9-9-16,-3-2-4 0,2-1-14 0,-1 1-9 0,1 0-5 15,3 0 0-15,-2 3-3 0,-1-5-4 16,0 4-7-16,-1-4-3 0,0 2-2 0,1-2-4 0,0-1-1 0,-3 1 8 16,3-1-1-16,0-2-2 0,-4-2 12 0,1 3 16 15,-1-3 1-15,0 0-5 0,0 0-1 0,9-6 2 16,-5-1 0-16,-4 2 1 0,4 0-2 0,-3-4-2 15,3-3 1-15,0 3-1 0,-2-2-3 0,1-1 2 16,1 2 1-16,-2-1 0 0,1 3 0 0,-2-3 4 16,3 5 3-16,-4 1-1 15,3-2-2-15,-1 4-6 0,-2-1-1 0,2 1-8 16,-2 3-14-16,3-7-13 0,-3 7-1 0,0 0 0 16,0 0-2-16,5 12-1 0,-5-5-1 0,0 6 6 15,2 2-1-15,-1 12 1 0,-1 1 6 0,-3 0 4 16,1 4 4-16,-1 5-3 0,0-3 4 0,0 2 4 15,-1 0-1-15,0 2-2 0,-1-5 1 0,0-2-1 16,0 0-1-16,-3 2 4 0,7-5 3 0,-3-2-6 0,0-7 3 0,0-1-2 16,-1-2 3-16,1-1 0 0,-1-3-1 0,0 0 5 15,4-5 3-15,-3 1 9 0,2-3 14 0,0-3 19 16,1 3 23-16,1-5 19 0,-8 2 0 0,8-2 12 16,0 0 3-16,-10-7 2 0,6-3-8 0,2 1 11 15,-1-3-6-15,3-6-12 0,1-1-9 0,5-8-19 16,6-2-4-1,1-2-5-15,10-11-11 0,1 2-11 0,3-2-15 0,-1 2 13 16,-4 10-2-16,2 2-7 0,-3 1-1 0,3 3 2 16,1 6-13-16,-2-3 8 0,-1 4-9 15,-7 5 2-15,-1 2 7 0,-2 5-4 0,-2-4-17 16,0 4-43-16,-4 4-32 0,0-1-37 0,0 3-23 16,-6-1-19-16,9 7-28 0,-5 3-37 0,-3-1-35 0,-2 8-277 15,-3 2-578-15,-5-4 257 0</inkml:trace>
  <inkml:trace contextRef="#ctx0" brushRef="#br0" timeOffset="176676.3">20847 13905 52 0,'-5'1'179'0,"0"0"-14"0,0 1-10 31,5-2 10-31,0 0-2 0,-8 2-10 0,8-2-12 0,0 0-13 16,0 0-5-16,0 0-10 0,0 0-12 0,0 0-8 0,0 0-7 16,0 0-1-16,0 0 6 0,0 0 1 0,0 0-1 15,0 0 2-15,0 0-6 0,0 0-8 0,0 0-8 16,0 0-1-16,0 0-6 0,0 0-13 0,18-6-6 15,-18 6-3-15,3-3-5 0,-3 3-2 0,0 0-5 16,0 0-5-16,0 0-1 0,6-1-2 0,-6 1 0 0,0 0-5 16,0 0-1-16,0 0-3 0,0 0-2 0,7-1 1 15,-7 1-3-15,0 0-1 0,0 0 0 0,0 0-1 16,0 0-1-16,0 0 2 0,0 0 4 0,0 0 2 0,0 0-2 16,0 0-1-16,0 0 5 0,0 0-3 0,0 0-1 15,0 0 0-15,0 0 0 0,0 0 0 16,0 0-3-16,0 0 7 15,0 0 2-15,0 0 5 0,0 0 2 0,6 0-2 16,-1 0-3-16,3-3-4 0,2 2-1 0,8-5-3 16,10 1 2-16,5 0-6 0,17-4 8 0,10 1-7 15,5 0 7-15,32-7 1 0,2 4 9 0,3 0 4 16,4 1 2-16,0 0 4 0,0 1-2 0,-5 1-6 16,-34 1 0-16,-3-1 9 0,-2 1-11 0,-6-2-5 15,-20 6-4-15,0-4 1 0,-7 4-2 0,-10-1 1 0,0 4 5 0,-7 0-4 16,1-3 0-16,-7 3-8 0,1-1-10 0,-1-2-20 15,-3 2-11-15,-3 1-26 0,0 0-27 0,0 0-31 16,-28 5-40-16,0-2-53 0,2 3-61 0,-2 2-226 16,-3-1-536-16,0 1 239 0</inkml:trace>
  <inkml:trace contextRef="#ctx0" brushRef="#br0" timeOffset="177763.31">21435 14425 219 0,'-2'-5'237'0,"2"2"-18"0,-2-6-14 15,1 6-21-15,-3-1-17 0,0-4-19 0,0 5-13 16,0-2-14-16,0-1-14 0,-3 0-14 0,1 2-8 16,-6 1-9-16,2-1-8 0,-7 1-9 0,-2-1-6 15,0 3-3-15,-1 1-15 0,-10 1 1 0,2 3-6 0,6-4-4 16,-4 8 0-16,6-4-3 0,-1 1-4 0,2 4-2 15,-1-3-2-15,2 3-5 0,6-4 1 0,-2 4-2 0,2-3 1 16,3 2-2-16,0 0-1 0,7-3-1 0,-5 3 4 16,3 0-3-16,3-2 1 0,2 0 1 0,3 0 2 15,0 2 1-15,5-1 0 0,1-2 3 16,-1 0 1-16,4-3-1 16,0 0 5-16,1-1 5 0,-1-2 10 0,1-1 16 15,3 0 12-15,0-3 16 0,0-5 3 0,-2 1 5 16,0-1-2-16,1-5 3 0,0-4 1 0,1-2-2 15,0-1-11-15,-4 0-11 0,2-7-3 0,-5 0-4 16,3-2-4-16,-3-1-9 0,-1-2-6 0,1 0-1 16,-2 2 4-16,-3 4 6 0,1-1 6 0,0 6 25 15,-5 7 8-15,1-1-6 0,1 5 2 0,-1 3-11 0,-2 3-10 0,2 0-14 16,-2 2-11-16,0-1-31 0,2 1-36 0,-2 4-37 16,0 0-11-16,0 0 7 0,0 0 8 0,-6 20 3 15,-2-3 8-15,1 6 3 0,0 5 5 0,-2 5 5 0,0 1-1 16,2 2 9-16,1-2-1 0,3 1 6 15,0 0-2-15,2-3 6 0,2 1 11 0,3-4 2 16,4 0-3-16,-2-4 4 0,5-1 4 0,-2-7 0 0,0-3 10 0,5-2 1 16,-1 0 2-16,2-2 8 0,0-3-6 15,2 0 5-15,4-5 10 0,-2-1 17 0,0-3-2 0,0-6-5 16,2 0 9-16,-3-1 2 0,5-5-2 0,-7-1 2 16,6-4-2-16,-3-5-1 0,-1 2-8 0,-4-4 0 15,4-1-2-15,-4-5-5 0,0-1 3 0,-1-1-9 16,-3 0 14-1,2 0 10-15,-6 1 3 0,1 3 10 0,-2 1 8 0,1 5 2 16,-4 7 12-16,1 5-4 0,-2-3-4 16,2 6-8-16,-2 1-11 0,-1 1-7 0,0 0-6 15,1 4-19-15,1-1-10 0,-2 4-30 0,2-5-47 16,-2 5-20-16,0 0 2 0,0 0 2 0,0 0 14 16,-7 21 9-16,0-4 4 0,-2 8 2 0,0 5 9 0,-1 0-1 15,-1 2 7-15,-1 1 0 0,3 1 7 0,-1-4-1 0,2 1 12 16,3 1-10-16,-1-4 3 0,2-1 3 0,0-6 5 15,0-3 4-15,3-1 1 0,1-1 1 0,0-6-1 16,0 0 3-16,0 0 6 0,0-3 4 0,1 0 0 16,-1-1 3-16,0-2 16 0,3 0-7 0,-3-1 13 15,0-3 8-15,0 5-7 0,1-3 11 0,-1-2 7 16,0 5-3-16,0-5 3 16,0 0 3-16,5 2-3 0,-5-2-6 0,0 0-10 15,21-5-4-15,-7 2-22 0,4-1-41 0,2 2-47 16,0-5-52-16,7-1-52 0,0-1-58 0,5 0-78 15,-6-1-307-15,1-2-683 0,-2 0 302 0</inkml:trace>
  <inkml:trace contextRef="#ctx0" brushRef="#br0" timeOffset="178001.63">21679 14304 43 0,'-4'3'266'0,"4"-3"2"0,-4 1 2 0,4-1-13 16,-2 3-18-16,2-3-25 0,0 0-22 0,28-3-18 15,0 3-19-15,8-4-32 0,15-1-49 0,4-2-71 16,5 1-79-16,2-2-111 0,-4-3-150 0,2-3-363 15,-3-3 161-15</inkml:trace>
  <inkml:trace contextRef="#ctx0" brushRef="#br0" timeOffset="180585.54">10650 16679 65 0,'0'0'69'0,"0"0"1"0,0 0 1 0,0 0 2 15,0 0 4-15,0 0 12 0,0 0-5 0,0 0-8 16,0 0-2-16,0 0-7 0,0 0-2 0,0 0-11 16,0 0-1-16,0 0-8 0,0 0 2 0,0 0-9 15,0 0 6-15,0 0-8 0,0 0 3 16,0 0 2-16,0 0 4 0,0 0 2 0,0 0 3 15,0 0 4-15,0 0 4 0,0 0-1 0,0 0 0 0,0 0-6 0,0 0-5 16,0 0 0-16,0 0-10 0,23-5-2 0,-5 1-4 16,3 1-4-16,9-1-3 0,2 2-4 0,0-3-4 15,4 3-18-15,-4-1-24 0,-4 2-43 0,3-1-44 16,-5 0-39-16,-8 1-115 0,-5 0-289 0,-3 1 127 16</inkml:trace>
  <inkml:trace contextRef="#ctx0" brushRef="#br0" timeOffset="180924.02">10594 16871 62 0,'0'0'212'0,"0"0"-10"0,0 0-17 0,0 0-19 15,0 0-16-15,0 0-12 0,0 0-15 0,23-2-12 16,-9 2-6-16,6-3-14 0,2 3-12 0,6-2-6 15,3 1-5-15,2-3-14 0,-4 4-12 0,1-2-29 16,-3 0-29-16,0 2-29 0,-7-1-49 0,0 1-23 16,-7-2-41-16,-2 2-83 0,-4 0-261 0,-7 0 116 0</inkml:trace>
  <inkml:trace contextRef="#ctx0" brushRef="#br0" timeOffset="181524.59">10866 16537 135 0,'-2'-4'278'0,"-1"1"-22"16,3 3-27-16,0-5-24 0,0 5-25 0,0 0-18 0,0-5-21 15,0 5-16-15,0 0-15 0,0 0-8 0,9 0-12 16,-9 0-11-16,9 8-6 0,0-2-8 0,1 0-13 16,0 3-8-16,8-2-8 0,0 6-6 15,-1-3-14-15,6 6-14 0,-4-6-11 0,-2 0-16 16,7 4-9-16,-6-6-5 0,0-1 0 0,-2 2-2 16,0-1 0-16,-5-6 7 0,2 2 4 0,-3-1 4 0,-3-1 9 0,0-1 18 15,-1 0 20-15,0-1 10 0,-6 0 11 0,9-4 9 16,-6 2 16-16,-3 2-1 0,4-6 7 0,-3 0 14 15,3 3 0-15,-4-1 9 0,2-1-4 0,0-1-4 16,-2 5 0-16,0 1-4 0,0-6-8 0,0 6-13 16,3-4-9-16,-3 4-3 0,0 0-21 0,0 0-25 15,0 0-20 1,0 0 0-16,0 0 1 0,-12 10 4 0,-1 4-3 16,-2 9-1-16,-4 2 1 0,-3 4 3 0,-6 13-5 15,-4 4 7-15,0 1-2 0,0 0 1 0,2 1 1 0,0-2-2 16,1-2 8-16,2-1-31 0,9-10 3 0,0-5 1 15,0 3 7-15,3-6-2 0,2 1 12 0,4-8-9 16,4-4 8-16,0-3 2 0,1-1 25 0,0-5 19 16,3 2 16-16,-2-4 21 0,2 3 30 0,-1-2 28 0,-1-2 31 15,3-2 10-15,0 0 2 0,-1 3 2 16,1-3-11-16,0 0-7 0,-1 4-9 0,1-4-12 16,0 0-17-16,0 0-16 0,0 0-11 0,0 0-14 0,0 0-19 15,0 0-19-15,0 0-34 0,0 0-43 0,0 0-55 16,11-8-47-16,-6 6-60 0,-1-4-62 15,6 2-74-15,-1-3-336 0,1 0-730 0,-1-3 323 0</inkml:trace>
  <inkml:trace contextRef="#ctx0" brushRef="#br0" timeOffset="183213.34">13018 16566 30 0,'-4'-5'144'0,"4"-1"-10"0,-4 0 4 0,3 1-4 0,-4 1 0 15,1-1-16-15,-1 0-7 0,1-3-15 16,-1 3-4-16,-3 0-7 0,-3 1-12 0,2 0-5 15,-5 0-9-15,1 2-3 0,-3-1-8 0,-2 2-7 16,-1 2-4-16,-2 2-8 0,-2 2 2 0,-4 3-4 16,0 3-6-16,2 1 1 0,-1 0-10 0,2 3 4 15,1 2-7-15,0 0 1 16,1 4 0-16,6-1 1 0,-1 0-6 0,8-3 6 16,0 0 4-16,0 2 16 0,4-1-12 0,0 0 11 15,1-1-6-15,4 2 2 0,0-4 2 0,0-3 2 16,4 0 1-16,0 0 3 0,1-4 3 0,4-2 0 15,-3 2 2-15,6-5 5 0,2 2 4 0,-4-5 1 16,9 0 5-16,-6-3 2 0,7-2 6 0,-2-3 2 16,3-1 2-16,-3-3 0 0,1 0 2 0,4-5-2 0,-8 4 3 15,8-8-5-15,-5 4-2 0,0-4-2 0,-5 6 0 0,3-6 1 16,-2 5-2-16,-2 0 10 0,-4 1 12 16,0 1 10-16,-2 4-3 0,-1-1 10 0,-1 3-6 15,-1 1-5-15,1 2 5 0,1 0-18 0,-4 1-7 16,2 0-13-16,-3 2-9 0,0 2 3 0,4-3-19 15,-4 3-17-15,0 0-18 16,0 0-7-16,0 0-4 0,0 0 6 0,1 13-1 16,-2-3 7-16,-3 2-6 0,0 7-3 0,-2 0 3 15,3 2 5-15,0 2 0 0,-3 5 0 0,1-5 5 16,1 2-7-16,1-7 0 0,1 2 3 0,-1-3 1 16,1 1 0-16,2-6-2 0,-1 1 6 0,0-3-3 15,1 0 2-15,-1-3-4 0,-1 0 6 0,4-2-1 16,-2-1 11-16,0 0 3 0,0 0 8 0,0-4 5 0,0 8 5 15,0-8-11-15,0 0 31 0,0 2 6 0,0-2 3 16,0 4-1-16,0-4 1 0,0 0-1 0,0 0-4 0,2 3-3 16,-2-3-10-16,0 0 2 0,19-7-6 15,0 5-21-15,12-6-47 0,1 0-62 0,6 0-79 16,12-5-90-16,1-2-148 0,0 0-245 0,-1-4-705 16,-1-2 313-16</inkml:trace>
  <inkml:trace contextRef="#ctx0" brushRef="#br0" timeOffset="183861.83">13340 16577 178 0,'5'-1'184'0,"2"-3"-22"0,4 3-14 16,-4 0-18-16,-7 1-12 0,21 2-13 0,-9 0-9 15,-1 1-18-15,1 1-2 0,-1 4-9 0,-2-2-6 16,0 2-8-16,-2 4 0 0,-1-3-8 0,0 5-5 16,-2-2-3-16,-1 5-2 0,-3 0-7 0,-4 3-2 15,-1-3 1-15,-2 2-1 0,-3-2-9 0,0 7 4 16,-8-1-1-16,9-7-4 0,-9 4 3 0,5-5 7 0,0-2 2 15,0-2-3-15,4-2 9 0,-1 1 1 0,2-5 2 16,3-1 6-16,2 1 10 0,-1 0 17 0,2-3 24 16,-2 1 25-16,1-1 16 0,3-2 15 0,0 0 9 15,0 0-17-15,0 0-16 0,7-12-15 0,0 6-8 16,4-6-10-16,3-1-10 0,1-2-6 0,7-4-12 16,-1-1-6-16,2-1-7 15,-2-1-10-15,0 3-3 0,-1-1-3 0,-1 2-7 16,-4 4 0-16,-3 3-8 0,-3 2-1 0,-2 3 3 15,2-1-8-15,-6 4 3 0,1-2-4 0,0 1-20 16,-2 2-10-16,1-1-18 0,-3 3-12 0,0 0 14 16,0 0 1-16,8 11-1 0,-9-3 8 0,1 0-8 15,-4 1 11-15,4 1 5 0,2 3 2 0,0 3 0 16,3-2-6-16,0 1-31 0,3 1-31 0,6-1-41 0,-1-1-53 16,7-6-93-16,2 1-237 0,5-3-547 0,5-1 242 15</inkml:trace>
  <inkml:trace contextRef="#ctx0" brushRef="#br0" timeOffset="184394.28">13943 16750 7 0,'0'0'168'0,"-5"1"-3"0,5-1-10 0,0 0-8 15,-6 1-18-15,6-1-8 0,0 0-16 0,0 0-6 16,0 0-4-16,0 0-4 0,0 0 1 0,0 0 1 16,0 0 2-16,0 0-5 15,0 0 6-15,0 0 0 0,0 0-1 0,0 0-6 16,0 0-8-16,0 0-5 0,0 0-7 0,0 0-9 15,0 0 2-15,0 0-15 0,0 0-1 0,0 0-5 16,0 0-7-16,0 0-3 0,20-4-5 0,-14 1 1 16,5 3-4-16,3-1-5 0,2-2-1 0,6 2-1 15,6-3-1-15,-1 4-1 0,6-5-2 0,-1 3-4 16,4-1 0-16,0 0 3 0,1-1-2 0,1 1-7 0,-1-2 1 0,2 0-10 16,-5 3-2-16,-3-5-14 0,-2 5-5 15,-6-5-15-15,-5 6-20 0,-8-3-8 0,-1 1-26 16,0 0-29-16,-4 0-27 0,-2 1-20 0,-3 2-11 15,0 0-118-15,-13-9-326 0,5 7 145 0</inkml:trace>
  <inkml:trace contextRef="#ctx0" brushRef="#br0" timeOffset="184648.24">14196 16554 234 0,'-1'-5'287'16,"0"-1"-12"-16,1 3-21 0,0 3-26 0,0-6-30 15,0 6-17-15,-2-4-20 0,2 4-26 0,0 0-16 16,0 0-13-16,0 0-12 0,-5 12-12 0,1 0-1 16,-1 2-16-16,4 4-5 0,-5 1-7 0,-1 9-3 15,0 0-9-15,3-1 1 0,0 3-1 0,3-3-2 16,1 2-25-16,2 3-36 0,1-4-45 0,1 0-52 0,1-9-82 0,-4 0-205 15,4-2-438-15,-1-5 194 0</inkml:trace>
  <inkml:trace contextRef="#ctx0" brushRef="#br0" timeOffset="185265.39">14603 16827 73 0,'1'-5'197'0,"4"0"-9"15,-1 0-11-15,2-1-18 0,-1-2-16 0,3 0-11 16,-3 0-13-16,2-2-6 0,1 0-3 16,-1-1-1-16,0-4 0 15,3 1-4-15,-2-2-2 0,0-2-6 0,1 2-3 16,-2-10-8-16,1 2-1 0,0-3-11 0,-3 1-2 16,3-3-5-16,-2 2-5 0,-2-3-8 0,1 2 1 15,-2 0-6-15,-1 5-1 0,1 2 3 0,1 4 4 16,-3 1 10-16,0 3 1 0,2 3-4 0,-3 2 1 15,0 4-14-15,0-4-6 0,1 1-7 0,-1 7-15 16,-1-5-16-16,1 5-17 0,0 0 3 0,-4-2-4 0,4 2 1 0,-9 13-1 16,1 0 1-16,-1 7 0 0,-1 4-1 15,-3 5 2-15,-1 3-2 0,4 2 4 0,-8 11 0 16,5-1-2-16,2-10 2 0,3 0-1 0,1-3 0 16,4-2 1-16,0 0 4 0,6 0 2 0,1-4 3 15,0-4 14-15,6 1 9 0,-1-7 8 0,1-1 11 0,0-4 12 16,3 1 8-16,0-5 8 0,-2 1 13 0,2-3-1 0,1-1-1 15,-1-2 3-15,1-1 6 0,0-1 2 0,-1-4-13 16,0 2-6-16,-3-4-11 0,2 0-3 0,-3 0-7 16,-1-2 3-16,-1-1-14 0,-2-1-6 0,-3 0-19 15,1 0-12-15,-3 0-2 0,-3 1-15 0,-3-1-2 16,-2 3-4-16,-1-1-3 0,-6 1-9 0,-2 2-3 16,-2 0-17-16,0 3 9 15,0-2-16-15,1 6-14 0,-3-4-20 0,10 5-22 16,-2-2-35-16,-1 1-32 0,8 1-40 15,-1-2-19-15,3 2-32 0,4-2-172 0,0 0-480 16,0 0 212-16</inkml:trace>
  <inkml:trace contextRef="#ctx0" brushRef="#br0" timeOffset="185534.89">15077 16259 191 0,'0'0'194'0,"0"0"-18"0,0 0-12 16,5 22-11-16,-3-5-4 0,2 7-12 0,0 7-6 16,-4 3-6-16,3 12-5 0,-3 3-8 0,0-2 0 15,-3 0-7-15,-1 0-5 0,-2 0-8 0,-1 1-4 16,-9-4-9-16,-5 5-6 0,-4-6-4 0,-5 1-3 15,-2-5-7-15,-6 2-29 0,-4-5-6 0,-8-2-9 16,0-3-32-16,-9 1-45 0,-24 4-68 0,27-14-87 0,-5-3-140 0,-4-7-386 16,-27-7 171-16</inkml:trace>
  <inkml:trace contextRef="#ctx0" brushRef="#br0" timeOffset="186114.34">12591 16298 100 0,'0'0'133'0,"-14"12"-12"0,8-1-20 0,-2 7 4 16,-6 11 0-16,5 4-5 0,-8 14 5 0,2 1 19 0,2 2-3 16,-2-1-12-16,7 5-3 0,2-7-11 0,5 1-3 0,3 3-8 15,7-1-3-15,3-16-6 0,12 14 14 16,4-8-13-16,8-3-3 0,3-5-3 0,8-3-1 16,6-4-61-16,7-7-65 0,30 1-113 0,-26-9-150 15,1-10-346-15,0 0 154 0</inkml:trace>
  <inkml:trace contextRef="#ctx0" brushRef="#br0" timeOffset="187201.29">15851 16489 175 0,'-1'-5'206'0,"-2"-5"-12"0,1 5-19 0,-2 1-15 16,-3-3-12-16,1 4-17 0,-3-3-13 0,0 6-14 15,-5-1-9-15,0 1-11 0,-6 1-6 0,2 2-3 16,-3 2-11-16,1 3-5 16,2-2-10-16,-3 5-4 0,-3 2-6 0,6-3-4 15,0 1-3-15,4-1-6 0,3 1 2 0,-1 3-12 16,5-4 6-16,-1 0-4 0,4 0-23 15,0 2-2-15,4-2 2 0,2 3-3 0,0-2 9 0,8-1-2 16,-5-1 2-16,4-2-1 0,9 1 9 0,-4-2-5 16,4 0 0-16,-5-5-1 0,6 0 0 0,-6-1 1 15,2-2 1-15,2-1 7 0,-3-4 7 0,-3 0 10 0,2-5 9 16,1 0 5-16,-1-4 5 0,-3-2 3 0,-1-6 8 16,0 1-4-16,0-4 5 0,0-3-6 0,-1-2-3 15,-6-1-1-15,5 4-7 0,-1-8 2 0,2-9-6 16,-7 12 6-16,2 1 4 0,-1 0 3 0,1 4 5 15,-6 6-1-15,6 6 9 0,-2 0 2 0,-2 2 0 16,2 6-9-16,-2 2-3 0,2 0-10 0,-2 1-6 0,1 2-11 0,0 4-14 16,0-8-35-16,0 8-10 0,0 0-2 0,0 0 1 31,0 0 6-31,-8 23 1 0,4-5 2 0,3 11 4 0,-4 3-3 0,-3 4 6 16,-1 12 0-16,4-2-1 0,1 3 6 0,0-3-2 15,4-12-3-15,4 1 7 0,-4 0-1 0,4-3 2 16,0-4 0-16,0 1 3 0,-3-5 1 15,3-5 3-15,-3-1-2 0,3-2 0 0,1-4 2 16,-4-1 3-16,-1-2-4 0,3-2 2 0,-2 0-2 16,2-2 4-16,-3 0-10 0,0 0-1 0,1-4-2 15,-1-1-2-15,0 7-13 0,0-7-18 0,0 3-40 16,0-3-78-16,0 0-61 0,0 0-215 0,-1-11-474 16,-2 0 210-16</inkml:trace>
  <inkml:trace contextRef="#ctx0" brushRef="#br0" timeOffset="187824.86">16077 16350 172 0,'0'0'175'0,"0"0"-20"0,0 0-21 0,0 0-7 15,0 0-18-15,0 0-7 0,8 12-12 0,-7-6-10 16,3 1-11-16,-1 3-1 0,-2-1-7 0,3 1-7 15,1 0-15-15,0-2-1 0,-1 1-4 0,1-1-12 16,0-3-5-16,-1 0-1 0,1-1 3 0,1-1-7 16,-1 1 6-16,0-4-6 0,-5 0-3 0,12-4-3 15,-5 0 8-15,1-3-1 0,1 0 3 0,-1-3-1 0,1 0 11 16,1-4-3-16,-1 0 2 0,1-1 3 0,-1 1 1 16,3-1 2-16,-5 5 5 0,1-5 1 0,-3 6 2 15,3-3 5-15,-4 5 2 0,2-3 12 0,-2 8-19 16,-3-5 3-16,2 3-3 0,-3 4-19 0,3-4-9 15,-3 4-7-15,0 0-1 0,0 0-1 0,3 10-1 16,-3 0-2-16,0 4 5 0,-3 6 0 0,3 9 4 0,-2-2-1 0,-3 7 0 16,1 1 3-16,-5 14 0 0,3-15 1 0,-1 11 4 15,6-12-10-15,-3 1 1 0,3 0 6 0,-2-4-5 16,-2 2 2-16,4-2-5 0,-4-5 4 0,1 2-4 16,-1-1 2-16,1-8 0 0,0-3 3 0,2-3-7 15,-2 0 6-15,0-2-10 0,0-2 14 0,0 0-3 16,0-2 12-1,3-3 2-15,-3 0 3 0,-1-1 1 0,-1-2 1 16,-2 0 1-16,-1-4-4 0,-2 1-1 0,2-4-3 16,-1-1 4-16,-7 0 6 0,3-3 1 0,4-1 12 15,0-2 2-15,-2 2 7 0,3-6-5 0,4-1-3 16,5-6-8-16,4-2-6 0,2-1-3 0,8-1-5 16,1 0-6-16,5-2-5 0,4 2 0 0,0 0 0 15,0 0-2-15,2 4-1 0,5 1 0 0,-3 3 0 0,1 3-4 0,1-1-1 16,0 5-1-16,0-1 1 0,-3 5 8 0,-6 2-4 15,-4 2 0-15,-2 1-1 0,-6 2-3 16,3-1 2-16,-6 2-5 0,0 1-5 0,0-1-23 16,-6 2-5-16,0 0-19 0,7 7-13 0,-8-2-20 15,-3 3-32-15,-4 2-39 0,-2 1-59 0,-5 4-209 0,2-1-456 16,-2-5 202 0</inkml:trace>
  <inkml:trace contextRef="#ctx0" brushRef="#br0" timeOffset="188326.17">15369 17087 21 0,'-4'0'169'0,"4"0"-2"16,-6 0-8-16,6 0 1 16,0 0-12-16,-8 2-7 0,8-2-11 0,0 0-6 15,-5 1-6-15,5-1-4 0,0 0-2 0,0 0-11 16,0 0-2-16,-7 1-10 0,7-1-8 0,0 0-7 16,0 0-5-16,0 0-6 0,0 0-3 0,-5 0-9 15,5 0 2-15,0 0-5 0,0 0-1 0,0 0-6 16,0 0-2-16,0 0 0 0,0 0-6 15,0 0 1-15,0 0-5 0,0 0 1 0,0 0-4 0,0 0-3 0,0 0-3 16,0 0 1-16,0 0-1 0,0 0 6 0,0 0 10 16,0 0 3-16,0 0 1 0,0 0-3 0,16-4-5 15,-1 2-1-15,12-4-7 0,9-1-1 0,20-3-6 16,6 0 10-16,27-6 2 0,6 4 13 0,-5 0-9 16,8-3 4-16,6 5 7 0,-4-3 2 0,-2-3 2 15,-1 6 5-15,-1-1-12 0,-33 3 12 0,-3 3-3 0,-3-1-7 16,-17-2 2-16,-3 3-3 0,-6-2-3 0,-11 4 4 15,-3 1-1-15,-4-1-3 0,-3 2-3 0,-2 0-6 16,0-1-8-16,-3-1-16 0,-2 3-22 0,-3 0-44 0,0 0-33 16,0 0-47-16,0 0-39 0,-41 5-59 0,18-2-73 15,-5 4-175-15,-3 0-525 0,2 0 232 16</inkml:trace>
  <inkml:trace contextRef="#ctx0" brushRef="#br0" timeOffset="188978.65">15990 17440 137 0,'-2'-6'217'0,"-5"0"-22"0,1 3-21 16,-2-2-23-16,-5 1-12 0,-4 1-16 0,-5 2-9 16,3 1-12-16,-12-1-10 0,0 5-11 0,2 1-12 15,-2 0 1-15,3 5-8 0,1-1-10 0,3 3-4 16,-4-2-7-16,5 3-5 0,8-2-5 16,-2-1 0-16,4 3 0 0,-2 1-7 0,6 0 8 15,5-2-1-15,0 0 6 0,3 1 1 0,-2-1 3 0,7-5 7 0,1 4-4 16,3-2 1-16,6 2 1 0,4-3-4 0,4-2-3 15,-2-5 0-15,7 3-1 0,-6-3 5 0,0-4 12 16,0-1 19-16,-3-3 10 0,3-1 8 0,-3-5-4 16,-4 1 5-16,9-6-1 0,-5-3-6 0,-1-2-5 15,-3-3-7-15,1-1-9 0,-2-1-1 0,0-5-8 16,-2-1-7 0,4-10 1-16,-7-6-8 0,-1 14-2 0,4-10-2 15,-6 10 3-15,0 4 11 0,-1 2 25 0,-4 8 1 16,3 6 9-16,-1 6 1 0,-2-3-12 0,0 5-19 15,2 3-4-15,-2 5-25 0,2-10-43 0,-2 10-39 16,0 0 13-16,0 0 4 0,0 0 1 0,-8 20 8 16,7-3 0-16,-3 8 1 0,-1 5 6 0,-2 4-13 15,3 1 20-15,1-2-1 0,-3 3-18 16,1 2-24-16,3-3-14 0,-2-2-23 0,3 2-35 16,2-4-29-16,3-2-48 0,-2-3-45 0,1-6-265 15,1-10-559-15,0 1 247 0</inkml:trace>
  <inkml:trace contextRef="#ctx0" brushRef="#br0" timeOffset="189428.19">16166 17270 1793 0,'4'-7'144'0,"0"2"-65"0,0 3-19 0,1-5-36 15,0 4-9-15,4 2 1 0,-9 1 8 0,16 1 5 16,-5 1-12-16,-1 6 7 0,3-3-8 15,1 4 9-15,-2 3 0 0,2 0-2 0,-4 2-3 0,-1 1-3 0,-1 1 2 0,-1 1-5 16,-3 1-1-16,-3 2 1 0,-1-1-4 16,-1 8-2-16,-3-8 4 0,-2 0-2 0,0-2-1 15,-4 1 9-15,-1 4 3 0,-3-6 2 0,5-4 8 16,-5 3 0-16,5-6 4 0,4 1 8 0,-3-1 0 16,-1-3 12-16,6-2 9 0,-4 1 13 0,3-1 23 15,0 0 27-15,4-4 11 0,-5 2 36 0,5-2 5 0,0 0 18 0,0 0-21 16,0 0-18-16,-3-12-11 0,7 6-16 15,4-10-17-15,1 1-13 0,5-2-13 0,3-7-23 16,3 1-12-16,3 0-17 0,2-3-9 0,-2 3-7 0,-2 2-8 16,1 2 3-16,-8 4-2 0,-2 5-3 0,-1 2 2 15,-5 0-13-15,2 4 0 0,-4 0-6 0,2 2-25 16,-2-2-34 0,-4 4 0-16,0 0 1 0,0 0 5 0,9 9-2 15,-9-2 7-15,1 3 6 0,-2 2 4 0,1 5 3 0,1 2 5 16,2 0 4-16,1 6-1 0,1 1 8 0,5-2-5 15,-1 1 14-15,8-1 0 0,1-2-2 16,6-3-35-16,4-2-50 0,8 2-73 0,17-7-87 16,2-2-341-16,7-12-656 0,0-2 290 0</inkml:trace>
  <inkml:trace contextRef="#ctx0" brushRef="#br0" timeOffset="190045.33">17567 16824 106 0,'0'0'113'0,"0"0"-3"0,-4-1-10 0,4 1-5 15,0 0-6-15,0 0-4 0,0 0 0 0,0 0 4 16,0 0-10-16,-5-3 0 0,5 3-1 0,0 0-2 16,0 0 5-16,0 0 2 0,0 0 2 0,0 0 2 15,0 0 3-15,0 0-2 0,0 0 1 0,0 0 0 0,8-4-9 0,-8 4-5 16,10-1-10-16,2-1-3 0,8 1-10 0,0 0 1 16,12-4-10-16,-2 4 1 0,4-3-9 0,-2 4-2 15,3-2-7-15,1 2-4 0,-1-4-6 0,1 4-4 16,-3-4-9-16,-13 4-13 0,1 0-9 15,-8 0-16-15,0 0-19 0,-7-1-33 0,1 2-18 16,-7-1-35-16,0 0-31 16,0 0-142-16,0 0-339 0,0 0 150 0</inkml:trace>
  <inkml:trace contextRef="#ctx0" brushRef="#br0" timeOffset="190361.74">17558 17016 230 0,'0'0'276'0,"-6"0"-14"0,6 0-17 0,0 0-23 15,0 0-29-15,0 0-16 0,24-11-20 0,-1 8-14 16,6 0-11-16,2 0-19 0,7-2-8 16,0 1-15-16,15 1-6 0,-14-2-8 0,13 1-2 0,-15 1-14 15,0 1 1-15,-6-2-11 0,-3 1-7 0,-8 2-2 16,-2 0-3-16,-6 1-5 0,-5-3 0 0,2 3-5 16,-4 0-11-16,-5 0-21 0,9 0-15 0,-9 0-36 0,0 0-48 15,0 0-70-15,0 0-90 0,-23 5-132 0,23-5-427 16,-19 0 189-16</inkml:trace>
  <inkml:trace contextRef="#ctx0" brushRef="#br0" timeOffset="191311.08">18913 16341 167 0,'4'-7'234'16,"-2"2"-7"-16,1-3-6 0,-2 3-6 0,2-1-14 16,-3-2-11-16,3 4-20 0,-2 1-13 0,-1 3-14 15,4-7-19-15,-2 2-14 0,-2 5-18 0,0 0-16 16,0 0-18-16,0 0-6 0,0 0-9 0,2 15-8 15,-3 2-3-15,-3 5-5 0,-1 9 1 0,-3-2-3 0,3 5-2 0,-2 1-4 16,0 0-2-16,-3 11 0 0,4-14-3 0,-2 0-27 16,0-2-1-16,3 1 3 0,0-1 4 15,1-5-1-15,3 0-3 0,-2-8 4 0,2-5 2 16,-2-2 2-16,2 2 0 0,1-4 0 0,0-1 2 0,0-2-1 16,0 0 16-16,0 0 11 0,-1-3 14 0,1-2 14 15,-3 3-1 1,3-3 7-16,0 4-5 0,0-4 0 0,0 0-4 15,0 5 1-15,0-5-8 0,0 0-4 0,0 0-20 16,0 0-33-16,0 0-32 0,0 0-38 0,5-10-32 16,-2 5-39-16,2-2-44 0,-1 2-50 0,0-4-138 15,1-2-419-15,-1-2 187 0</inkml:trace>
  <inkml:trace contextRef="#ctx0" brushRef="#br0" timeOffset="191780.93">18864 16255 184 0,'-4'-4'176'0,"4"4"-21"0,0 0-9 0,0 0-30 0,0 0 1 16,0 0-16-16,26 3-9 0,-11 2-8 0,6 2-2 16,3 8-4-16,3-1 1 0,1 3-8 0,5 4 0 0,-5 2-6 15,11 11-5-15,-14-8-9 0,11 14 2 0,-14-9-8 16,-2 0-6-16,-3 2-4 0,-1 10-1 0,-9-13-2 16,-1 2-2-16,-5 0-2 0,-5-4-4 0,-2 0-6 15,-4 0 0-15,-9-1 13 0,-4-6 6 0,-3 1 3 16,-3-2 4-16,-3-4 0 0,0-1 7 0,1-3 0 15,-1 2 8-15,4-6 7 0,0 2 1 0,6-6 3 0,3 1 7 0,0 0-6 16,6-2 0-16,-1-3-8 0,5 2 1 0,1 0-9 16,3-2 0-16,0 3 11 0,0-2 11 0,5-1-6 15,-9 3-4-15,9-3-5 0,-5 0-3 0,5 0-10 16,0 0 1-16,0 0-7 0,0 0 1 0,0 0-12 16,16-4-8-16,-8-1-21 0,-3 5-22 0,3 0-21 15,6-5-30-15,-5 2-27 16,3-1-45-16,-1 1-41 0,2-1-60 0,-1 0-250 15,0-2-532-15,0 2 235 0</inkml:trace>
  <inkml:trace contextRef="#ctx0" brushRef="#br0" timeOffset="192629.84">19571 16458 166 0,'0'-5'194'0,"0"5"-23"0,-3-4-13 15,3 4-19 1,0 0-16-16,0 0-8 0,0 0-16 0,3 13-9 16,-2-6-11-16,2 1-3 0,-1-1-8 0,2 4-11 15,0 0-1-15,1 1-6 0,2 3-5 0,2-1-3 0,1 0 5 16,-4-4-14-16,7 2-4 0,-6-2-9 0,2-1 1 16,1-1-13-16,-2-2 1 0,-1-2-1 15,2 3 3-15,-2-5-4 0,2 0-1 0,-2-4 1 16,0 2 5-16,3-6 1 0,-2 2 7 0,1-5 5 0,1-1 7 0,-2 1 9 15,0-1 0-15,3-3 9 0,-3-1 0 0,-1-2 7 16,1 3 9-16,0-1 10 0,-2 4 4 0,-1 0-1 16,0 2 5-16,-2 2 3 0,0-2-10 0,-1 4-7 15,1-1-8-15,0 1-9 0,-3 0-17 0,0 4-19 16,2-3-10-16,-2 3-7 0,0 0 2 0,0 0-2 16,1 18-1-16,-2-6-2 0,-2 4 0 0,-2 5-2 0,3 6 5 15,-1 2-2-15,0 4 5 0,1 0 0 0,-3 16 6 16,1-3-3-16,0 0 4 0,1 3 0 0,0-1 0 15,-4-1-1-15,0-2-28 0,-1-9 3 0,-2 10 0 0,5-13 3 16,-3 4 3-16,0-5 3 0,-2 2-3 0,1-8 1 16,-4 3 7-16,1-7-2 0,0 2 3 15,-2-10 0-15,1-2 3 16,0-2 6-16,2-2 5 0,-1-1 12 0,-2-4 6 16,-2-1 12-16,-1-4 6 0,-2-1 6 0,1-2 12 15,0-6 9-15,0 1 13 0,-1-8 9 0,6-1 18 16,1 0-3-16,9-10-13 0,3 0-12 0,5 0-15 15,9-3-9-15,9-18-22 0,9 4-11 0,4-3-10 16,6 1-7-16,18-13 4 0,-14 22-6 0,0 1-2 16,5 4-2-16,0 1 0 0,-2 5 0 0,1 4-5 0,-5 3-1 15,-15 6 5-15,-2 1-1 0,-3 4 7 0,-6 2-4 16,-8 4 7-16,3-3-5 0,-5 4 1 0,-4-2-7 16,4 4-10-16,-9 1-33 0,12-4-32 0,-12 4-49 15,0 0-33-15,0 0-11 0,0 0-43 0,0 0-69 16,0 0-284-16,-27 15-603 0,9-10 267 0</inkml:trace>
  <inkml:trace contextRef="#ctx0" brushRef="#br0" timeOffset="193537.9">23015 16206 177 0,'2'-8'197'0,"1"-2"2"16,-2 1-4-16,0 4-6 15,1-4-10-15,0 4-12 0,-1-1-15 0,-1 2-16 16,0-1-15-16,3 3-15 0,-3 2-13 0,1-5-20 0,-1 5-16 15,0 0-6-15,0 0-9 0,-1 15-1 0,-2 2-8 16,-3 8-7-16,2 2 0 0,0-1-4 0,-1 7 1 16,1-3 20-16,-1 3-1 0,0-2-7 15,1 3-1-15,2-4-2 0,-2 0-3 0,1-1-4 16,3-3-2-16,-1-8-1 0,1 0-2 0,0-2-1 0,-4-4-1 0,4-2-5 16,0-1 4-16,-1-1-3 0,2-4 2 0,-1 1-1 0,-1 0 3 0,1-1 1 15,1 0 1-15,-1-4 2 0,0 7 4 0,0-7-2 31,0 0 2-31,0 0-29 0,0 0-25 0,0 0-45 0,0 0-26 0,-11-15-29 16,7 6-50-16,0-1-45 0,-2-1-135 0,4-2-388 16,1-3 173-16</inkml:trace>
  <inkml:trace contextRef="#ctx0" brushRef="#br0" timeOffset="193938.93">22972 16044 25 0,'0'0'250'15,"-4"-6"-19"-15,4 6-23 0,-1-4-24 0,1 4-15 16,0 0-20-16,0 0-20 0,-2-5-13 0,2 5-15 16,0 0-2-16,0 0-19 0,11 12-5 0,-2-4-8 15,5 2-1-15,0 4-8 0,9 4-1 0,1 4 4 16,5 3 0-16,6 9-3 0,2 2 0 0,2 0-7 0,-6 3 2 0,-1 0-7 15,-3 4-4-15,-8-14-5 0,2 13-3 0,-12-11-29 16,-2 1 0-16,-4-2 2 0,-1-2-3 0,-8-1 6 16,-4-3-8-16,-5 2 7 0,-5-5 3 0,0-1 0 15,-5-3 3-15,-3-2 0 0,-4 1 1 0,0-3-2 16,-2-4 3-16,4 3 6 0,-4-2 6 0,3-4-5 16,1 0 13-1,7-2 0-15,-2-1-1 0,4-2-1 0,2 3-1 16,6-4-2-16,-1 0-2 0,6 3-4 0,-1-3 0 0,0 0-3 15,3 1 13-15,4-1 7 0,-9 1-6 16,9-1 2-16,0 0-7 0,0 0-17 0,0 0-14 16,0 0-27-16,18-9-30 0,-4 5-43 0,4-2-50 15,1 1-55-15,2-1-258 0,-3 0-500 0,-1-3 222 16</inkml:trace>
  <inkml:trace contextRef="#ctx0" brushRef="#br0" timeOffset="194355.59">23877 16245 44 0,'0'0'164'0,"-5"-3"-19"0,5 3-13 0,0 0-18 15,0 0-6-15,0 0-8 0,0 0-6 0,0 0-2 16,0 0-9-16,0 0 8 0,0 0 1 0,0 0 5 16,0 0 5-16,0 0 1 0,0 0 0 0,28 5-8 15,-10-5-7-15,5 0-7 0,8-2-9 0,2 2-9 16,5-1-1-16,13 0-4 0,-10 1 6 0,-2-1-5 0,1 0-2 15,-4 1-11-15,-3 0-1 0,-1-1-7 0,-10 1-2 16,-4 0-4-16,-4-2 0 0,-2 4-6 0,-5-4 1 16,2 4-4-16,-3-2-2 0,-6 0-4 0,10-2-12 15,-10 2-7-15,0 0-7 0,0 0-5 0,0 0-24 0,0 0-25 16,-20 6-31-16,9-3-38 0,-1 0-31 16,1 1-36-16,-1-3-135 15,3 1-360-15,-2 2 160 0</inkml:trace>
  <inkml:trace contextRef="#ctx0" brushRef="#br0" timeOffset="194756.73">23958 16494 147 0,'-7'0'171'0,"7"0"-19"0,0 0-10 0,0 0-13 15,0 0-15-15,0 0-9 0,0 0-12 0,-8 0-3 16,8 0-9-16,0 0-1 0,0 0 5 0,0 0-7 16,0 0 3-16,0 0-9 0,0 0 1 0,0 0-7 15,0 0-8-15,21-7-5 0,-10 4-5 0,6 0-5 16,6 1-5-16,3-3-1 0,4 0-4 0,5 1-2 15,2-1-4 1,14 0-2-16,-1-2-1 0,-12 3 4 0,3 0-4 16,-2 0 3-16,-3-1-7 0,3 3 2 0,-10-1-5 15,-9 1 0-15,0 0 0 0,-6 2-3 0,-4-1-1 16,-2 1-4-16,-1-1 1 0,0 1-8 0,-7 0-8 16,0 0-2-16,0 0-4 0,5 1-5 0,-5-1-11 15,0 0-11-15,-24 2-19 0,12-1-18 0,-2 2-15 16,4-1-22-16,-3 0-24 0,-1 3-22 0,1-2-117 0,-1 1-298 0,1-2 132 15</inkml:trace>
  <inkml:trace contextRef="#ctx0" brushRef="#br0" timeOffset="195088.78">24011 16702 31 0,'-6'2'247'0,"6"-2"-19"0,-7 0-8 0,7 0-14 0,0 0-20 16,0 0-15-16,0 0-19 0,36-2-14 0,-5-1-17 0,1 0-11 15,4-1-9-15,3 0-13 0,14-1-2 0,-4-1-2 16,5-1 3-16,-3 4-2 0,-14-1-3 0,0 2-5 15,-4-3-3-15,-3 2-5 0,-2 0-7 0,-14 2-5 16,-1 0-1-16,-3-1 1 0,0 0-3 16,-4 2-5-16,1-3-9 15,-7 3-1-15,8 0-21 0,-8 0-19 0,4-1-24 16,-4 1-33-16,0 0-41 0,0 0-54 0,-19 4-70 16,8-4-197-16,11 0-454 0,-19 0 201 0</inkml:trace>
  <inkml:trace contextRef="#ctx0" brushRef="#br0" timeOffset="196144.51">25713 16375 34 0,'2'-5'195'0,"0"-2"-16"16,-2 0-1-16,0 1-13 0,0 0-7 0,-1-1-18 16,0 2-13-16,-3-6-17 0,-3 6-15 15,0 0-6-15,-5 0-8 0,-5 1-10 0,-3 2-7 16,0 0-9-16,-10-1-10 0,1 3-4 0,-2 5-4 0,1-3-5 0,-2 6-1 15,1-2-6-15,0 3 4 0,3-1-9 0,6 4-1 16,3-3-4-16,0 0-5 0,6 1 1 0,-1 4-4 16,5-2 1-16,2 0-1 0,3 0-1 0,2 1 5 15,4 0 2-15,7 3-10 0,1-2 6 0,7-4 0 16,6 5-1-16,6-4 3 0,0-2 1 0,2-1-3 16,1-2 6-16,0-4-14 15,-1-4 6-15,-1-2 0 0,1-1 0 16,-7-4 1-16,3-3-1 0,-1-2 4 0,-2-6 3 15,0 1 7-15,-6-5 19 0,-1-1 1 0,-4-1 10 16,0-4 8-16,-1-1 5 0,-2-2 1 0,-1-1 3 16,0-1 14-16,-4 0-4 0,0-11 4 0,-1 14 5 0,1-4-7 15,-5 5 1-15,3-3-5 0,-3 3-6 16,-3 3 0-16,3 4 2 0,-1 5 3 0,0 5-7 0,1 3-5 0,-3 1-8 16,3 3-7-16,0-2-14 0,0 7-25 0,0-2-34 15,0 4-31-15,0 0-2 0,0 0 6 0,-6 10 3 16,1 2 4-16,-3 10 3 0,-1 7 5 0,-1 3 4 15,-2 14 1-15,-2 2 2 0,4 1 4 0,2-2 3 16,1-2 1-16,5-9 5 0,2-2-1 0,0 0 3 16,0-3 0-16,4-2 1 15,-2-2 2-15,0-8 3 0,-1-3 2 0,3 1 5 16,-2-6 3-16,0-1-3 0,-2-3 2 16,1 0 11-16,-1-2 4 0,2-1 12 0,-2 2-1 15,2-4 5-15,-2 1 7 0,0-3-8 0,2 4-1 16,-2-4-5-16,0 2-19 0,0-2-19 0,0 0-28 15,3 6-38-15,-3-6-45 0,0 0-65 0,0 0-53 16,0 0-206-16,0 0-484 0,0 0 215 0</inkml:trace>
  <inkml:trace contextRef="#ctx0" brushRef="#br0" timeOffset="196460.89">25232 16729 150 0,'-4'4'288'0,"4"-4"-17"0,-5 0-18 16,5 0-23-16,0 0-17 0,0 0-29 0,38-6-18 16,-2 2-16-16,17-3-15 0,6 0-18 0,0-1-10 15,6 0-12-15,32-2-7 0,1-3-8 0,0 1-5 0,-8-1-3 0,-27 6-7 16,1-2 0-16,-1 0-9 0,-9 1-5 0,-5 2-8 15,-12-1-2-15,-15 6-2 0,-4-3-7 0,-7 1-3 16,3 2-8-16,-6 0-24 0,-2-2-13 16,-3 3-20-16,-3 0-13 0,0 0-10 0,-21 0-17 15,1 2-21-15,-3 0-27 0,-8 3-31 0,-1-1-43 0,-1 3-187 16,-1-3-415-16,-2 3 184 0</inkml:trace>
  <inkml:trace contextRef="#ctx0" brushRef="#br0" timeOffset="197425.44">25656 17091 98 0,'-16'-10'149'0,"0"1"-6"0,-2 2-21 0,-4 2-10 16,-5 1-3-16,-1 1-8 0,0 3-15 16,5 2-7-16,3 0-11 0,-7 6-4 0,0-1-11 15,0 2 0-15,0 4-9 0,8-1-9 0,1-2 0 16,1-1-5-16,2 7-4 0,3-5 2 0,1 3 12 16,2 3 4-16,3-3 2 0,-2 1 1 0,5 0 2 15,0-3-1-15,2 1 2 0,-1-4-2 0,4 3 6 0,-1-7 36 0,3 7 6 16,2-6 5-16,0-1 6 0,4-1 7 0,0-1-2 15,2-3 2-15,1 0 3 0,1-1 0 16,0-5 0-16,6-1 0 0,-5-5-8 0,3 0-12 0,0-9-5 16,2 1-10-16,-1-2-6 0,-2-1-11 0,-1-3-4 15,1-2-1-15,-2-1-7 0,0-3-4 0,1-14-4 16,-7 13-4-16,1-1-8 0,0 2 0 0,-2 2-5 0,-4 4 8 16,1 0 2-16,-2 11 20 0,-2 4 7 0,-1 1-6 15,0 4-3-15,5-3-7 0,-5 9-22 0,0-9-19 16,0 4-28-16,0 5-5 0,0 0 14 0,0 0-8 15,-18 14 7-15,7 1-3 0,1 4-1 0,-1 8 2 16,0 0 2-16,1 5 6 0,1 1-10 0,5 3 1 16,0-2 6-1,4-3-9-15,2 5 8 0,4-6-6 0,3 3 5 16,3-5 2-16,-1-2 3 0,6-4 0 0,0-2-1 16,-2-6 4-16,1-5-1 0,0 2 2 0,4-7 3 15,-4 1-1-15,6-5-12 0,-2-4 15 0,3 0-1 16,0-8 0-16,4 1-3 0,-9-7 5 0,5 1 0 15,-4-3-6-15,-1-3 2 0,-3-2 5 0,0-1-7 16,1-3 7-16,2-14-6 0,-5 10-1 0,-2-1 8 0,3-13-3 0,-3 12 15 16,-2 5 23-16,-1 2 4 0,0 2 15 0,-3 8 7 15,-1 1-3-15,-3 4-1 0,1 3 2 0,0 1-6 16,-1 3-6-16,2 0-16 0,-3 6 1 16,1-10-17-16,-1 10-30 0,4-5-30 0,-4 5 3 15,0 0 0-15,0 0 7 0,-8 21-8 0,3-9 9 0,-2 12 0 16,0 1 8-1,-3 3 4-15,1 4-7 0,-1 2 7 0,0 2 1 16,-1-2 3-16,0 10 2 0,2-10-10 0,1 1 6 16,2-3-2-16,1 0 6 0,0-6-2 0,0 1 8 15,3-3 0-15,0-7 4 0,1 0-2 0,2-5 1 16,-2 0 1-16,1-4 3 0,-2-2-3 0,4 0 8 16,-2 0-17-16,0-1 24 0,0-5-2 0,1 6 9 15,-1-6 6-15,2 6-2 0,-2-6 1 0,5 3 4 0,-5-3-7 16,7 1 2-16,-7-1-7 0,15 0 1 0,-3-1-2 0,-2-4-14 15,5 3-12-15,1-2-31 0,1 1-26 0,1-3-40 16,0 2-41-16,3-3-48 0,3-3-50 0,-5-2-80 16,-2-1-253-16,-2 3-625 0,5-8 277 15</inkml:trace>
  <inkml:trace contextRef="#ctx0" brushRef="#br0" timeOffset="197594.68">25963 16990 2857 0,'-11'1'316'0,"1"0"-178"0,0 2-28 15,10-3-26-15,-13 2-23 0,13-2-19 0,0 0-10 0,0 0-17 0,0 0-16 16,65-6-37-16,-6 3-45 0,0 0-62 0,7 1-70 16,22-7-315-16,-25 2-572 0,2 1 254 0</inkml:trace>
  <inkml:trace contextRef="#ctx0" brushRef="#br0" timeOffset="198681.89">22493 15512 139 0,'0'0'145'0,"0"0"-18"0,0-4-10 0,0 4-6 15,0 0-16-15,1-6-13 0,-1 6-9 0,0 0-14 0,0 0-13 0,0 0-8 16,0 0-5-16,0 0 2 0,-3 11-1 0,-1 3-10 15,0 2-5-15,-5 12-3 0,-1 5-4 0,-2 13-1 16,-3 9 1-16,2-1 6 0,-1 6 2 0,-4 24-5 16,5-4 5-16,2 3 1 0,3-1 2 0,2-22 3 15,2 27 16-15,3-2 26 0,-2-3 2 0,7-22-3 16,-1 23 2-16,-1-23-4 16,3 20-7-16,-1 5 1 0,0-27-4 0,1 26-28 15,0-27-5-15,7 25-1 0,-6-25-2 0,-1-1 0 16,2 2 2-16,-5-6 27 0,3 1-4 0,4-3-4 15,-4-1 4-15,-2-4-10 0,-3 2 2 0,1 5 4 16,-7-8-1-16,4-10 3 0,-3 0-6 0,0-1-3 16,5 0-1-16,-1-4-3 0,0-1 2 0,-3 1-41 15,0-7 6-15,1 0 2 0,2-7-3 0,-3 1 4 0,2-4 1 16,-2-2-2-16,3 1 4 0,-3-3 3 0,3 0 4 16,-2-3 14-16,2-1-4 0,1 1 1 0,-2 0 3 15,2-1-4-15,0-4-2 0,0 5 2 0,0-5-4 16,-1 6-1-16,1-6-1 0,1 4-4 0,-1-4 5 15,2 3-11-15,-2-3-3 0,0 0-2 0,0 0-13 16,0 0-5-16,0 0-13 16,0 0-12-16,0 0-34 0,0 0-57 0,0 0-69 15,14-17-170-15,-4 2-406 0,0-1 181 0</inkml:trace>
  <inkml:trace contextRef="#ctx0" brushRef="#br0" timeOffset="199700.17">22482 15512 37 0,'-5'-1'107'0,"5"1"-13"16,0 0-3-16,0 0-4 0,0 0-19 0,0 0-3 15,0 0-2-15,0 0-10 0,0 0-6 0,0 0-12 0,0 0 12 0,0 0 1 16,0 0-11-16,12-3-5 0,-7 2 4 0,4-2-9 15,4 3 1-15,-3-2-4 0,12 2 3 16,-1-3-11-16,7 2 11 0,4-2-8 0,1 1-5 0,1 1 0 16,3-4-6-16,3 1 12 0,16 1-6 0,-2-2 3 15,3 0-1-15,5 4 10 0,-1 1-3 0,5-3-23 16,25 1 12 0,-27 3-5-16,26 0 1 0,-24 1-4 0,24-2 2 15,-28 1 4-15,30 5-2 0,-28-5 3 0,29 3-11 0,-24-2 15 16,28 0 1-16,-2 0-6 0,0-1-10 15,-5-4 2-15,4 1 0 0,-2 2-1 0,0-3 4 16,8-3-7-16,0-1 3 0,6 2 0 0,5-2 3 16,4-2-1-16,-2 5-6 0,3-7 3 0,2 5 10 15,1-1-3-15,2 2 3 0,4 0-4 0,0-2-2 0,-2 5 9 0,-7-3 0 16,-7 2 0-16,-6 3 2 0,-5-2-4 0,-3-3 8 16,-30 2-4-16,-2 2 5 0,2 0 3 0,-5-1-1 15,-9 1 13-15,-12-1-10 0,-3 0 1 0,-4 0-4 16,-11 2 10-16,-3-4 4 0,-3 2 8 0,-3 2 5 15,-2-1 0-15,-5 0 0 0,3 1-4 0,-3-2-5 16,0 0-8-16,-5 2-3 16,9 0-3-16,-9 0-20 0,0 0-20 0,0 0-38 15,8 4-35-15,-7-2 12 0,-2 4-16 0,-2-1-27 16,-1 1-42-16,-2 4-97 0,1-2-277 0,-3-3 123 16</inkml:trace>
  <inkml:trace contextRef="#ctx0" brushRef="#br0" timeOffset="201203.59">22446 18023 65 0,'0'0'137'0,"0"0"-15"16,0 0-4-16,0 0-5 0,0 0-17 0,0 0-10 16,0 0 2-16,0 0-18 0,0 0 1 0,0 0 4 15,0 0-18-15,0 0-10 0,0 0 0 0,0 0-3 16,0 0-11-16,0 0 1 0,0 0-1 0,0 0-7 15,0 0-1-15,0 0 2 0,11 6-9 0,-11-6 1 0,11 0-1 0,1 3 2 16,-3-3-3-16,4-1 4 0,6 2-4 16,0 2-4-16,3-3 1 0,0 0 3 0,7 2-9 15,2-2 7-15,1 0-9 0,2 0 3 0,2 3-5 16,-1-6 0-16,16 1 5 0,-11 2 3 0,0-2-12 16,19-2 2-1,-3 2 2-15,1-2 5 0,1 1-5 0,10-1-6 16,-5 2 6-16,-1-2 7 0,2 0-6 0,3 0-2 0,-3-1 2 0,3 2 6 15,-5 0-5-15,4 1-2 0,-1 2 1 0,0-2 4 16,0 0-7-16,-1 3 9 0,-1-1-2 0,1 0-8 16,-1 0 6-16,4-1-10 0,-2 0 7 0,1 1-2 15,-4 1-2-15,2-2 0 0,28-1 3 0,-33 2-3 16,2-2 6-16,3 2 7 0,-1-1-9 0,-1-2 4 16,4 0-2-16,-1-1 1 0,-3 0-6 0,1-1-4 15,-2 0 9-15,-1-2 5 0,2 2 9 16,-4 0 6-16,2-5-4 0,0 3 10 0,4-1-2 15,0 1-8-15,1-4 6 0,2 7-2 0,28-10-3 0,-5 5 1 16,-27 5 3-16,2 1 1 0,31-7 2 0,-7 5-2 16,-26 0-3-16,3 0-4 0,-2 1 10 0,28-1-1 15,-28 0-1-15,-1 2 4 0,-1 1-2 0,0-3-3 0,-5 3-3 16,1 0 3-16,-5-3-9 0,-3 3 2 0,-10 1 4 16,-2-1-3-16,-1-1-1 0,16 0 4 0,-18 2-5 15,-5 1-3-15,3-1 2 0,-4 2 1 0,-7-4-12 16,0 3 6-16,-3 2-2 0,-3-4-3 0,-4 0 1 15,-2 4 1-15,-1-2-4 0,-9 0 7 0,12 2 8 16,-12-2 0 0,10 0 2-16,-10 0-6 0,8-4-3 0,-8 4 0 15,0 0-13-15,0 0-15 0,0 0-26 0,11 2-27 16,-11-2-32-16,0 0-42 0,0 0-63 0,0 0-186 16,0 0-420-16,0 0 186 0</inkml:trace>
  <inkml:trace contextRef="#ctx0" brushRef="#br0" timeOffset="-194680.03">12265 15983 103 0,'0'0'98'15,"2"-4"7"-15,-2 4-6 0,-2-6-9 0,1 2-8 16,1 4-9-16,0-6 3 0,0 6-7 0,0-6-16 0,-1 4 11 16,1 2-2-16,-1-6 0 0,1 2-9 15,0 4 3-15,-2-4-8 0,1 0-2 0,1 4-6 16,-3-7 4-16,2 4 1 0,1 3 14 0,-1-5 3 16,1 5-12-16,-3-6 5 0,3 3-5 0,0 3 3 15,-3-5-8-15,3 5-7 0,0 0-7 0,-2-3-4 0,2 3-23 0,0 0-29 16,0 0-4-16,0 0 2 0,-2 12 6 0,-2-1 1 15,-3 9 1-15,0 8 2 0,-6 4-3 0,-2 18 22 16,-7 4-18-16,5 3 7 0,-7 24 1 0,6-21 0 16,-3 20-4-16,6-21 26 0,-9 27-3 0,1-2 1 15,6-26 1-15,-7 27-2 0,4-3-4 0,7-26 17 16,-6 23-11 0,6-25-4-16,-1 3-27 0,5-1 7 0,0-4 1 15,0-1 2-15,-1-1 3 0,7-15-2 0,-2 0 0 0,1 0-2 16,3-2 6-16,-3-4-1 0,4-3-5 15,-4-6 13-15,-1-2-5 0,9 0 2 0,-8-5 0 16,8-1 0-16,-9-8 2 0,5 5 2 0,0-4 6 16,0 0-5-16,0-5 2 0,0 5-1 0,0-5-20 15,0 0-49-15,0 0-50 0,10-14-138 0,-6 4-269 0,0-2 119 0</inkml:trace>
  <inkml:trace contextRef="#ctx0" brushRef="#br0" timeOffset="-191022.36">12355 15755 8 0,'0'0'56'0,"5"-1"-13"15,-5 1 4-15,9 0-6 0,-3-1-3 0,2 1-4 16,0 0-3-16,2 0-6 16,1-2 3-16,1 2-5 0,7 2 2 0,-2-1-5 15,3-1-3-15,9 0 5 0,1 1-8 0,3 0-4 16,3-1 17-16,3-1-13 0,14 0 3 16,3 0-6-16,-1 1-3 0,5-3 4 0,0 3 2 15,3-1-7-15,-3-3-3 0,1 3 11 0,31 1-4 16,-38-1-6-16,3 2-2 0,3 0 11 0,3-3-6 15,0 2-1-15,-1 0 4 0,30 3-8 0,-28-2-1 0,28 3 6 0,-32-1-7 16,3-2 1-16,2 2 5 0,27 0-11 0,-32-2 7 16,3 0 4-16,3-1-3 0,-3 0-4 0,-3 1 3 15,2 0-3-15,-2-1 3 0,2 2 4 0,-2-2-3 16,-2-2 0-16,0 0-10 0,1 3 13 0,-3-1-6 16,-1 4-1-16,-4-4 3 0,4 2 0 0,-4-2 5 15,0 0-3-15,-11 2 12 0,12 1-1 0,-1-3-3 0,-12 1 6 16,13 0-8-16,-15-1-8 0,4 3 6 0,-1-2 2 0,1 0-3 15,12 1-9-15,-17 1 6 0,2-2 1 0,2 2 4 16,-2-1-11-16,2 0 1 0,11 2 1 16,-14-1 1-16,3 0-2 0,-4 1 4 0,4-2-4 15,0 0 2-15,-3 1 1 0,17 1-3 0,-16-1-5 16,1 0 11-16,1-1-6 16,9 1-2-16,-7-1-2 0,9 3-1 0,-11-3 5 15,11 1 8-15,-10-2-1 0,12 0-6 0,-14 2 2 16,13-1 0-16,-15 1-6 0,3-2 6 0,-2 2-5 15,-1-2 0-15,0 0 6 0,0 2-6 0,2 0 4 16,0-2-1-16,0 0-2 0,-2 1 0 0,1-1-1 16,-1 0-3-16,0 0 4 0,3 2 3 0,-2-2 1 15,2-1-10-15,-2 1 7 0,3 1 3 0,0-2 3 0,9 2-1 16,-11-1-2-16,0 0-5 0,14-1 4 0,-12 0-5 16,-2 1 1-16,1 1 5 0,10-2-7 0,-8 0 12 0,8 1-2 15,-9 0-3-15,12-2 2 0,0 1-7 0,-2 0 1 16,2 1-4-16,0-1 7 0,2 0-6 0,3 0 0 15,-2 3 7-15,0 0-3 0,-1-2-5 16,4-1 5-16,1 4 5 16,-4 0-2-16,4-2-5 0,4-1 1 0,-2 4 1 15,0-4-2-15,-3 1 2 0,9 0-1 0,-5-1 4 16,-1 2-3-16,-2-1-3 0,1-2 4 0,-1 3 5 16,3-3-7-16,-6 0 7 0,2-2-1 0,-1 2 7 15,-2 0-10-15,2 0 0 0,-2-1 2 0,1 1-4 16,2 1 0-16,-5-1 4 0,4 2-6 0,-4-2 1 15,6 2 3-15,-2-2 2 0,-5 0-3 0,2-1-3 0,0 0 7 0,-15 2-5 16,12-2 8-16,-15 1-7 0,-1-3-4 16,-4 3 6-16,5-2-6 0,-6 0-4 0,-1 0 7 15,-1-1 1-15,-8 2 2 0,2 0-1 0,-5-1 5 0,4 1-9 16,-1-1 3-16,-1 1 6 0,-1 0-7 0,0 1 5 16,-2-3-8-16,-3 2 5 0,-3-1 1 0,-2 0 6 15,4 1 11 1,-8 0 8-16,4-2 8 0,-4 3 7 0,4-3 2 15,-4 2 6-15,0-2-4 0,-1 2 7 0,-4 1 24 16,7-1-6-16,-5-2-5 0,-2 3-7 0,8-2-5 16,-8 2-6-16,5-1-3 0,-5 1-4 0,0 0 2 15,5-2-5-15,-5 2-6 0,0 0 6 0,0 0-3 16,0 0-3-16,4-2 0 0,-4 2 0 0,0 0-7 16,0 0-3-16,0 0-3 0,0 0-1 0,0 0-4 0,0 0-1 0,4-2-3 15,-4 2-3-15,0 0-6 0,0 0-4 0,0 0-15 16,0 0-12-16,0 0-1 0,0 0 6 0,-3 9-2 15,3-2 3-15,0 0-2 0,-2 4 5 16,-1 5-3-16,-2 2 6 0,0 7-6 0,-5 6 7 0,-1 0 0 16,2 2 5-16,-6 13 1 0,2 0 12 0,-2 2-10 15,2-3-1-15,-1 2 3 0,3 4-1 0,0-2 2 0,0-3 1 16,1 1-26-16,2-1 9 0,3-13-4 0,-1 0 3 16,-1 16 5-16,1-18-8 0,0 3 9 0,3-3-4 15,-2 1 5-15,1 0-3 0,-1-2 6 0,-3 0-4 16,2 0 9-16,-2-1-2 0,3-1 8 0,0 0-7 15,-2-2 1-15,1 0 0 0,2-2 7 0,-5-7 3 16,5 2-11-16,-1-2 5 16,4 4 1-16,-6-3 2 0,5 1-1 0,-3-1-6 15,1 1 4-15,0 1-1 0,-1-2 2 0,1 2 0 16,2-4-2-16,-1 3 5 0,-1-2-5 0,2 0 7 16,-2-2-6-16,1 2-2 0,2-5 5 0,-1 4 0 15,-1-3-3-15,0-3 3 0,3 4 1 16,-1 0-2-16,-1-3 0 0,0 3 1 0,0 1 1 15,0-3-5-15,0 1 4 0,1-2 0 0,-1 2 0 0,-3-2 1 0,3 4 2 16,-2-5-7-16,1 4 2 0,0-2 9 0,1 0-8 16,-2-3 1-16,0 4-3 0,2-3 2 0,-2 2 0 15,0-2-5-15,2 1 7 0,-2 0-3 0,0-1-2 16,0-2 4-16,4 0 0 0,-1 2 7 0,-2-2-8 16,1-3 4-16,1 3-7 0,-1-3 10 0,1 0-2 15,1 2-5-15,-2-3 5 16,2 0-2-16,0 1-6 0,-2-1 5 0,1 1-2 15,1-5-2-15,-1 5-3 0,-1-2 4 0,2-3 2 16,0 0 4-16,-1 8-4 0,1-8 1 0,-1 3-1 16,0 0 4-16,1-3-7 0,0 0 8 0,0 0-5 15,-3 3 2-15,3-3-2 0,0 0-8 0,0 0 10 16,-1 4-3-16,1-4 7 0,0 0-3 0,0 0 4 16,-4 4-6-16,4-4 7 0,-4 1-11 0,4-1 11 0,0 0-7 15,0 0 8-15,0 0 25 0,-4 2 7 0,4-2-13 16,0 0 2-16,0 0-9 0,0 0 1 0,0 0-3 15,0 0 1-15,0 0-4 0,0 0 0 0,-14-3-2 16,14 3 0-16,-2-6-10 0,2 6 11 0,-7-2-3 16,7 2-7-16,-5-3 3 0,0 2-5 0,-4-1 6 15,5-1-5-15,-1-1 3 0,0 2-2 0,-3 0-6 0,2 1 3 0,-3-1-2 16,1 0 5-16,-4-1-6 0,0 1-1 0,0-1 0 16,-1 2 2-16,0 0-6 0,-1-1 14 15,1-1-12-15,-6 2 0 0,1-1-1 0,-4 2 2 0,-1-4-4 16,-5 4 2-16,5-3 0 0,-4 3 4 0,5-5-2 15,2 5 0-15,-2-2-1 0,3 2 3 0,-1 0-1 16,-2 2-4 0,4-2-4-16,-5 0 2 0,-9 0 1 0,12 0-4 15,3 5 1-15,-3-5-3 0,0-2 5 0,-1 2-1 16,2 0-2-16,-1 2 12 0,4-2-14 0,-5 2 2 16,9 0 0-16,-8-1 9 0,8 1-3 0,-6 0 1 15,5-1-3-15,-6-2 2 0,1 4-3 0,3-2-2 16,-2 1 2-16,3-1-4 0,-4 0 0 0,0 1 3 15,-1-1-7-15,2 1 10 0,-2 0-5 0,6-1 8 0,-8 0-2 0,3 0 4 16,4 2-1 0,-3-1-4-16,3 3-4 0,-5-1 3 0,0-4-13 0,1 3 3 0,1 0 3 0,-2-1-7 15,1 3 5-15,0-4 0 0,-1 0 2 16,0 2 2-16,2-3-1 0,-1 2 6 0,2-2-6 16,-2 2 1-16,0-2 5 0,0 2 4 0,-1-1-7 15,2 1 7-15,-2 0-1 16,1-2 2-16,0 3 3 0,-2-3-5 0,2 4-3 15,-1-3 1-15,2 3 3 0,-2-1 3 0,0-1 6 16,2-2-22-16,-3 5 12 0,0 0 3 0,2-3-5 16,-2 3 5-16,0-5-4 0,1 3 4 0,-3 0-6 15,0-2 7-15,2 2 6 0,-11-1-20 0,12 2 15 16,-4-1-1-16,-5-1-2 0,0 2 1 0,1 3-4 16,4-3 4-16,-6 1-29 0,-2 3-4 0,4-3 3 0,-1-1 2 15,-3 4 7-15,3-3 0 0,-4 0-1 0,0 1 17 16,-1-4-8-16,0 3-7 0,-2-2 9 0,1 0-5 15,-2 2 17-15,3-3-8 0,0 3-12 0,1-1 12 16,-2 3-6-16,1-3 9 0,1 2 1 0,2-1-2 16,-1 1 1-16,-1-2-2 0,0 1 6 0,1-1-10 15,-1 1 4 1,-1-1 4-16,0 0 40 0,-4 0-4 0,5 1 1 16,-4-2-14-16,3-1-7 0,-2 1 3 0,2 1-8 15,0-4-7-15,-4 3-1 0,5-1 9 0,-1 1-2 0,-3-3-10 16,3 4 4-16,1-2 8 0,-1 1-25 0,-2-2 1 15,3 0-10-15,-2 0-2 0,-3 0-8 16,1 0 2-16,-1 2 3 0,-3-3-2 0,3 0 2 0,0 0 7 16,3-3 2-16,-1 1-4 0,1 1 6 0,0 0 7 0,1 1-1 15,-4-1-36-15,5-2 7 0,-2 3 1 0,-1-1 5 16,2 0 1-16,-3-1 5 0,0 2 1 0,1-2-4 16,1 2 6-16,1 2-3 0,-1-4 1 0,-1-1 3 15,3 1 3-15,-4 0 8 0,4 1 2 0,-6 1-2 16,2-3 0-16,-2-1 6 0,2 2-1 15,-1-1 5-15,-4 0-4 0,4 1 6 0,0 3-3 0,1-4-2 0,-2 3 6 16,2-5 1-16,-1 4-2 0,1 0 5 0,2-1-7 16,-3 2 5-16,1-1-4 0,4 0 9 0,-5 2-6 15,3-1 2-15,-1 0 1 0,-2-1-8 0,0 2 11 16,5 0-1-16,-8-2-3 0,3 1 1 0,-1 3 3 16,2-5-5-16,-1 2 1 0,0 0 6 0,1 0-3 15,1 0 5 1,-1 2 0-16,3-1-2 0,-2-1 4 0,1 1-3 15,0-1 2-15,1 0 2 0,0 3-8 0,0-1 12 16,-2-2-9-16,3 0 0 0,0 2 4 0,0-2-10 16,-1 0 8-16,1 1-6 0,0-2 2 0,0 2 5 15,-1-2-8-15,0-1 3 0,-3 2-2 0,0 0 0 16,6 0 1-16,-1 0 9 0,0-2-3 0,2 4 0 16,-3-2 1-16,0 2-4 0,0-1-1 0,-1 0 0 0,-3 2-4 15,-2-3 6-15,-1 1-3 0,2-1 0 0,-2 2 1 16,-15-2-4-16,14 0 4 0,-11 0-4 0,14 0 3 15,0-2-4-15,0 1 5 0,0 1-4 0,3-1-1 16,-1 2 1-16,3-2 3 0,1 1-4 0,2-2 8 16,0 4-4-16,-1-5 0 0,3 3-1 0,1-1-4 15,4-1-1 1,-5 2 5-16,5 0-4 0,-1-2 1 0,-6 2-2 16,1-3-2-16,-1 3 2 0,7-1 0 0,0 0 6 15,-5-1-6-15,7 1 5 0,-1 1-5 0,0-1-1 16,0 2 2-16,2-2-3 0,0 1 9 0,-3 0-10 15,4 0 5-15,-2 1-4 0,-1-1 1 0,3 0 2 16,-2-1 1-16,2 2 0 0,-1-1-1 0,0 0 0 16,-2 0-1-16,2 0-8 0,-3 0 5 0,1-2 8 0,0 2-5 15,-10 0 2-15,5-2 0 0,4 1-3 0,3-1 2 16,-4 2-3-16,1-2 6 0,3 2-9 0,-2-2 6 16,1 1-6-16,3 0 9 0,-2-2-4 0,0 1 5 15,1 1-7-15,0-1 6 0,2-1 0 0,-3 3-1 16,-2-1 4-16,3 0-11 0,-1-1 12 0,-3 1-5 15,3 0 1-15,0 0 2 0,-1 1-10 0,2 0 2 0,-1-2 3 16,2 0 2-16,2 1 5 0,2-1-2 0,-1 2-5 16,-3-3 8-16,3 2-13 0,14 1 16 0,-31 0-9 31,17-3 7-31,0 3-4 0,14 0-4 0,-22 0 9 0,22 0-7 0,-20-1 8 16,20 1-2-16,-15 0 6 0,15 0 6 0,0 0 5 15,-17-2-2-15,17 2 0 0,0 0-2 16,-10-2-6-16,10 2 6 0,0 0-6 0,-12-3-5 15,12 3-2-15,0 0 3 0,0 0-3 0,-12-3 2 16,12 3 1-16,0 0-10 0,-18 0 7 0,18 0-11 16,0 0 13-16,-22 0-8 0,22 0-8 0,-13 0 8 15,13 0 5-15,0 0-6 0,-21-2-8 0,21 2 10 16,-15 0 2-16,15 0 1 0,-15-4-6 0,15 4 3 16,-20-2-9-16,8 1 6 0,12 1 2 0,-20-2-1 0,8 1 1 15,2-1 0-15,10 2-1 0,-15-4 4 0,15 4 17 16,-9-7 1-16,9 7 2 0,-9-4 2 0,5-1-2 15,4 5 6-15,-5-10-1 0,5 10-1 0,-5-8-2 16,5 8-3-16,-3-8-3 0,3 8-2 0,-2-8-2 16,2 8-1-16,-3-8 4 0,3 8-9 0,0-8-2 15,0 8 1-15,-1-10 5 16,1 10-7-16,-3-9-4 0,3 9 4 0,-1-12 1 16,1 12 11-16,0-8-5 0,0 8-1 15,-4-12-2-15,4 12 4 0,3-9-4 0,-3 9-5 16,-3-13 0-16,3 13-1 0,0-9 2 0,0 9-6 15,-4-12 0-15,3 6 6 0,1 6-7 0,-6-16 9 16,2 6 14-16,0 2-3 0,1-4 2 0,2-4 5 16,-3 6-3-16,3-7-2 0,-2 0-6 0,2-2-1 0,5 0-2 0,-3 1-9 15,3-5-23-15,1 3-22 0,-1-1-37 16,6-1-46-16,-1 2-132 0,-2 1-275 0,4-3 121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5:33:29.85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4757 2849 143 0,'4'-2'208'15,"-3"-1"-6"-15,4 1-6 0,-2-1-5 0,-2-1-4 16,4 0-8-16,-5 0 1 0,3 2-8 0,-2-2-8 16,-1 4-4-1,0-7-11-15,0 7-14 0,0-5-21 0,-4 1-8 0,-1 2-16 16,1-1-13-16,-5-1-8 0,-2 4-12 0,-6-3-12 16,-6 2-2-16,-6 1-4 0,-2 0-4 0,-1 2-9 15,-3 0 2-15,1 2-2 0,-1 1-5 16,2-1-6-16,-2 2-1 0,4 1 1 0,3 1-5 15,-2 1 0-15,6 3-4 0,-3-1 4 0,8-2-6 16,4 1-1-16,-1 0-4 0,6-2 2 0,-1 1-11 0,4 3 0 0,2-2-1 16,3 1-3-16,2 1 1 0,5-2 6 0,5 2-4 15,5-2 4-15,3-1 0 16,9-2 0-16,0 1-7 0,7-5 0 0,2-3 0 0,-1-2-9 16,2 1 2-16,-1-9 2 0,-2 0 0 0,-2-2 3 15,0-5 1-15,-3 3 6 0,-2-5 1 16,-3 0 12-16,-2-1 12 0,-3-5 11 0,0-1 11 0,-2-2 7 0,-4-5 8 0,-3-1 1 15,0 1 3-15,-2-16 6 0,-6 2 20 0,-4-1 15 32,1 13-13-32,-3-11 33 0,0 17 6 0,-1-2 8 0,0 3-4 0,-3-1 0 0,3 5 2 0,1 6-1 15,-1 0-2-15,0 2-7 0,1 1-9 0,3 7-7 16,-3-4-6-16,0 5-13 0,4 2-12 0,-1 0-10 16,-2 1-9-16,2 0-13 15,1 4-37-15,0 0-40 0,0-4-32 0,0 4 2 16,-3 12 1-16,2 5 15 0,1 12-19 0,-1 3 33 15,-3 2 4-15,0 19-17 0,0-2 24 0,2-1 3 16,-2-1 1-16,4-2 4 0,1-12 12 0,3-1-2 16,0 1-17-16,1-3 24 0,0-2-4 0,-1-1-2 15,0-2-1-15,-2-8 6 0,5 5 2 0,-3-6-1 16,-4-4-1-16,2 0 2 0,2-2-2 0,-4 1-4 0,1-7 7 16,2 0-4-16,-2-1 15 0,-1 0-2 0,3-1 21 15,-3-4 3-15,1 7 10 0,-1-7 15 0,0 5 2 16,0-5 12-16,0 0 3 0,0 0-4 0,1 5 0 0,-1-5 6 15,0 0-9-15,0 0-5 0,0 0-3 0,0 0-6 16,0 0-5-16,0 0-9 0,0 0-4 16,0 0-3-16,0 0-1 15,0 0-5-15,0 0-6 0,0 0-1 0,0 5-4 16,0-5 0-16,0 0-2 0,0 0-1 0,0 0-4 16,0 0 0-16,0 0-2 0,0 0-5 0,0 0-3 15,0 0 3-15,0 0-1 0,0 0 1 0,0 0-6 16,0 0-6-16,0 0-5 0,0 0-1 0,0 0-10 15,17-1-27-15,-17 1-31 0,36-7-42 0,-16 3-86 16,11-4-91-16,2-1-150 0,-1-3-321 0,2 0-837 0,-3-3 370 0</inkml:trace>
  <inkml:trace contextRef="#ctx0" brushRef="#br0" timeOffset="851.21">4927 1852 256 0,'0'0'278'0,"0"0"-22"0,0 0-19 0,0 0-25 16,0 0-22-16,0 0-17 0,0 0-22 0,0 0-14 15,5 0-20-15,-5 0-13 0,11 0-12 0,-3 3-3 16,1 0-14-16,4 1-8 0,0 1-5 0,-2 0-7 16,4 4-5-16,2-1-3 0,-7-1-6 0,2 7-7 15,-2-6-1-15,-1 5-5 0,-3 2-2 0,0 1-4 16,-4 2-5-16,-3-2 1 15,-2 2-1-15,-4-1 2 0,-3 0-5 16,-3 7 0-16,2-9-6 0,1 2 6 0,-4-1-4 16,1-5-2-16,1 5 5 0,0-1-4 0,0 0 3 0,2-6-5 15,5 1-4-15,-4-1 3 0,4-4 4 0,0 0-3 16,0 0-4-16,1-1 3 0,4-4-1 0,-4 6 20 16,4-6 17-16,0 0 2 0,0 0 11 15,0 0 6-15,18 6 6 0,0-6-11 0,5-2-9 0,9 0-1 0,1 0-3 16,3-1-8-16,5 1 4 0,10-5 3 0,-13 2-2 15,15-2-3-15,-21 2-7 0,0 5 5 0,-2-7-7 16,-3 6-4-16,-8-3-4 0,-6 4 0 0,-3-4-2 16,3 3 4-16,-5 1 3 0,-8 0 20 0,12 0 7 15,-12 0 8-15,0 0-2 0,11-3-6 0,-11 3-4 16,0 0-9-16,0 0-22 0,0 0-19 0,7 3-22 0,-7-3-39 0,0 0-39 31,0 0-46-31,-15 8-50 0,15-8-67 0,-10 9-84 16,3-4-181-16,4-1-572 0,3-4 254 0</inkml:trace>
  <inkml:trace contextRef="#ctx0" brushRef="#br0" timeOffset="2083.04">5359 2470 42 0,'-3'-3'298'0,"3"-4"-8"16,-1 2-5-16,1 2-11 0,0 3-19 0,-3-6-19 0,3 0-16 16,-1 4-20-16,1 2-22 0,0 0-20 0,0 0-19 15,0-6-15-15,0 6-19 0,0 0-14 0,0 0-13 16,0 0 1-16,0 0-19 0,8 9-2 0,-5-1-9 0,4 0-6 16,-2 2-4-16,4-1-7 0,1 6-4 0,-1-1-11 15,4-1-3-15,1 0-2 0,-1 0-12 0,1 0-5 16,-1 1 4-1,1-2-13-15,-4-5 0 0,0 2 0 0,2-3 0 16,-5-2 2-16,-2 1 4 0,2-2 2 0,0-1 4 16,-3-1 6-16,-4-1 3 0,13-3 21 0,-9-1 3 15,1-2 11-15,0-3 3 0,-2-1 10 0,0-2 6 16,0 0 9-16,-2 0 1 0,3-1 3 0,-3-3-4 16,-1 3 5-16,4 4-5 0,-4-4 1 0,0 4 3 15,3-1-2-15,-3 1 13 0,0 4-15 0,0-1-15 0,0 0 0 16,0 6-13-16,0-5-4 0,1 4-28 0,-1 1-28 15,0 0-25-15,3-4-23 0,-3 4-10 0,0 0 6 16,0 0 7-16,1 18 3 0,-1-5 13 0,1 4 4 16,3 3 2-16,1 9 8 0,-1 2 3 0,-4 1-1 15,5 4 6-15,-1-2 6 0,0 0 7 0,0 4-5 16,1-3 0-16,0 12 2 16,-4-11 1-16,2-1 5 0,1 2 3 0,-2-2-7 15,2-3-7-15,0-1 2 0,-3-1-3 0,-2-6 3 16,0-5 2-16,2-1-3 0,-5-2 2 0,-1-4 1 15,1 1 10-15,-4-3-1 0,3 0-1 0,-6-2 2 16,0-3 4-16,0 2 5 0,-2-4 10 0,-6-2 1 16,1 0-1-16,-4-4 0 0,2-1 20 0,-1-1 22 15,2-3 15-15,-1-2 8 0,6 0-2 0,-4-2-3 0,5-2-17 16,-2-7 11-16,2 0-4 0,4-8-7 0,3 4 6 0,3-3-1 16,3-1-7-16,3 1-8 0,4-1-7 0,2-1-5 15,5 4 0-15,3 0-12 0,2-1 3 16,8 5-10-16,-1 0 6 0,-1 1-8 0,3 3-2 15,3 0-3-15,1 0 0 0,0 2-6 0,-1 1 2 16,-2 3 3-16,-1 2 2 0,-8 1-8 0,-3 2 1 0,0 0-2 0,-11 4 4 16,4-1 1-16,-1-1-2 0,-4 4-6 0,0-1-2 15,2 0-26-15,-7 2-14 0,6-2-25 0,-6 2-14 16,0 0-13-16,0 0-23 0,-15 6-32 0,2 3-21 16,-3-1-34-16,-1 2-35 0,-1-1-55 0,-6 4-252 15,6-2-595-15,-1-1 263 0</inkml:trace>
  <inkml:trace contextRef="#ctx0" brushRef="#br0" timeOffset="2691.19">3841 3451 168 0,'0'0'184'0,"-8"0"-6"0,8 0-6 0,0 0-7 0,-6 1-10 16,6-1-8-16,0 0-5 0,0 0-8 0,0 0-8 16,-7 0-9-16,7 0-14 0,0 0-8 0,0 0-10 15,0 0-9-15,0 0-7 0,-6 2-9 0,6-2-8 0,0 0-3 16,0 0-6-16,0 0-6 0,0 0-1 0,0 0-5 16,0 0 0-16,0 0-6 0,0 0-4 0,0 0-4 15,0 0 1-15,0 0-1 0,-3 2-3 0,3-2-2 16,0 0 9-16,0 0 3 0,0 0 3 0,0 0 3 15,0 0 6-15,0 0 4 0,0 0 14 0,0 0 0 16,0 0-1-16,0 0-4 16,0 0 5-16,22-4-1 0,-3-1-5 0,13-3 0 15,8 2-8-15,21-6 2 0,40-5-7 16,8-3-3-16,7 3-4 0,13 0 15 0,9 1 5 16,6 1-3-16,0-2 10 0,4 4-4 0,0 1-3 15,-6-2 18-15,-8 5-20 0,-9-2-3 0,-7-1-3 16,-15 3 0-16,-3-1-9 0,-38 6 2 0,5-4 1 0,-7 3 5 15,-1-2-8-15,-8 1 2 0,-18 1 2 0,-1 3-14 0,-10-2 33 16,-4 2 9-16,-4 1 1 0,-4-2 23 0,-1 2 9 16,-3 0 7-16,-6 1 1 0,12-3-10 0,-12 3-20 15,4-4-35-15,-4 4-53 0,-2-5-46 0,2 5-60 16,-14-7-52-16,3 5-54 0,-7-1-72 0,-1 3-99 16,-3-1-207-16,-1-2-653 0,3 0 288 0</inkml:trace>
  <inkml:trace contextRef="#ctx0" brushRef="#br0" timeOffset="3655.98">5066 4042 126 0,'-22'-7'149'16,"-7"2"-15"-16,1 0-13 0,1 1-4 0,-1 3-5 16,-4-1-7-16,5 4-9 0,-2-1-8 0,-2 3-2 15,5 3-7-15,0-1-6 0,4 1-10 0,0-1-15 16,3 3 5 0,0 2-9-16,2-1 1 0,2 1-9 0,2 2 0 0,2-2-3 15,3 3-8-15,2-2-4 0,-2 2 5 0,3 2-2 16,5-4-5-16,4 5 4 0,1-1-6 15,4-3 6-15,1 1 4 0,5-2-2 0,2-2 1 16,2 1 2-16,1-6-5 0,10 3 0 0,-11-5-2 16,11 0-1-16,-10-3 0 0,3-4 1 0,5 1 6 15,-9-4-1-15,2-1 10 0,5-5 9 0,-9 2 13 0,6-6 8 0,-5-2 13 16,-1-3 12-16,-3-3 10 0,0 0 9 0,-5-5-1 16,2 2-5-16,-6-7 1 0,3-1-5 0,-3-14-3 15,0 0 14-15,-4 0-21 0,-1 3 3 0,2 2 17 16,-5 11 6-16,3 3 8 0,-4 3 5 0,3 2 1 15,-3 8 11-15,2 2 3 0,0 4 0 0,1 3-12 16,0 1-17-16,0 3-16 16,1 1-13-16,0-1-18 0,0 1-43 0,0 4-53 15,-2-5-48-15,2 5-2 0,0 0 3 0,-4 18 14 16,4-1-3-16,-2 9 14 0,-2 7 3 0,3 15 14 16,-1 3 3-16,1-5 4 0,4 2 8 15,-2-12 2-15,3-1 5 0,0 1-2 0,1-1 6 16,1-2 0-16,2-4-3 0,-4-2 5 0,1-8-3 0,-1 1 3 15,-2-4 0-15,1-5-4 0,1 2-6 0,-2-5 0 0,1 1-4 16,-2-5 5-16,1 0 2 0,0 3 7 0,-1-5-2 16,0 1-3-16,-1-3-21 0,0 0-64 0,0 0-78 15,0 0-79-15,0 0-85 0,-10-17-230 0,8 6-614 16,-1 2 272-16</inkml:trace>
  <inkml:trace contextRef="#ctx0" brushRef="#br0" timeOffset="4226.39">5308 3851 287 0,'2'-2'276'0,"-2"2"-34"0,4-3-23 0,-4 3-26 0,8-3-19 15,0 3-18-15,0 2-10 0,3-2-23 0,1-2-12 16,1 5-11-16,0 0-13 0,5 6-9 0,-3-1-4 15,2 6-10-15,-2-2-8 0,-2 2-4 0,-3 1-8 16,0 3-1-16,-3 6-3 0,-2-6-7 0,-3 6 1 16,0 3-4-16,-5-2-3 0,-1 1-4 0,-2-7-1 15,-7 3-2-15,4-4-1 0,-5 3 0 0,0-2-6 0,4-4 7 0,-4-1-2 16,1-1 2-16,-1-2 0 0,5-4 1 0,0 1-1 16,5-3 5-16,-2-3 7 0,2 3 16 0,0-3 18 15,-1 1 44-15,5-3 18 0,-6 3 33 0,6-3 22 16,-4 1-14-16,4-1-20 0,0 0-11 0,4-14-21 15,1 7-11-15,1-4-9 0,4-2-11 0,-1-2-10 16,3-1-6-16,3-7-10 16,-6 5-5-16,5-4-12 0,-2 4-1 0,-2 2-3 15,0-1-3-15,-1 0-7 0,0 4-4 16,1-4 0-16,-1 3-5 0,-4 6 0 0,2-5-3 16,-2 4 0-16,1 0 3 0,-2 3 9 0,0 2-5 0,-2-1 1 15,1 0-11-15,-1 3 2 0,0-2-1 0,0 2 0 16,-2 2-9-16,3-4-3 0,-3 4-2 0,2-3-9 15,-2 3-22-15,0 0-24 0,0 0 13 0,0 0 3 0,3 14 4 16,-3-4 4-16,-1 0 3 0,1 2 3 0,-3 4 1 16,-1 4 1-16,3-3 7 0,0-2-4 0,-2 4 5 15,2-2 0-15,-2 1 5 0,2-2-8 0,1-4 10 16,1 0 3-16,-1 0 1 0,3-3 4 0,1 0 2 16,0 2-1-16,6-5 13 0,5 2-5 0,4-3 7 15,8-1-39-15,5-5-49 16,2-4-67-16,1 2-95 0,17-11-125 0,-15 2-321 15,2-3-737-15,-6 0 326 0</inkml:trace>
  <inkml:trace contextRef="#ctx0" brushRef="#br0" timeOffset="5191.32">5830 3616 225 0,'3'-2'257'0,"-2"0"-24"0,-1-4-21 0,4 6-21 15,2-2-16 1,-2-1-17-16,1 2-20 0,2-2-11 0,-1 3-9 16,4 0-18-16,-3 2-16 0,3 1-7 0,-1 1-7 15,1 4-7-15,-2-1-8 0,-1 0-1 0,0 3-1 16,-1 0-4-16,-1 2-1 0,-1-2-4 0,-3 7 4 15,-1 2-3-15,-1-2 0 0,-3 3 1 0,-1-3-8 16,-1 0 2-16,-3 0-1 0,-1-1-5 0,1-3 0 16,1-2 0-16,-1-2-4 0,4-3-2 0,-3 4-8 0,5-6 4 0,0 3-1 15,-1-2-3-15,2-2 7 0,-1 1 3 0,3-4 23 16,-4 2 25-16,4 2 22 0,-4-3 10 0,4-1 5 16,0 0-2-16,0 0-6 0,0 0-8 0,0 0-13 15,23-6-7-15,-7 3-9 0,1-2-5 0,4 0-7 16,8 1-14-16,-2-2 1 0,1 0-9 0,3 1-4 15,-4 1-1-15,1 2-3 0,-7 0-5 0,-2 1-12 0,0 1 5 16,-6-2 0-16,-2 1-4 0,0 1 0 0,-3 0-1 16,-4 0-4-16,-4 0 17 0,10-3-18 0,-10 3 10 0,9 0-7 15,-9 0-6-15,0 0-20 0,5 0-31 0,-5 0-45 16,0 0-31-16,0 0-35 0,0 0-65 16,0 0-110-16,0 0-275 0,0 0-660 0,0 0 292 15</inkml:trace>
  <inkml:trace contextRef="#ctx0" brushRef="#br0" timeOffset="6015.54">7292 2944 114 0,'0'0'261'0,"0"0"-15"0,0 0-9 0,0 0-18 15,0 0-12-15,0 0-13 0,0 0-14 0,0 0-8 16,0 0-15-16,0 0-5 0,0 0-11 0,0 0-11 15,0 0-15-15,0 0-11 0,0 0-8 0,0 0-16 16,0 0-8-16,27-6-18 0,-4 5-33 0,-5-2-31 16,4 1-57-16,1-3-53 0,3 4-50 0,4-3-53 0,-10 3-171 15,-1-3-426-15,0 4 188 0</inkml:trace>
  <inkml:trace contextRef="#ctx0" brushRef="#br0" timeOffset="6200.5">7378 3057 3 0,'-9'6'190'16,"2"0"-26"-16,1-3-12 0,2 1-14 0,3-1 9 15,1-3 2-15,-3 5 11 0,3-5-8 0,9 5-11 16,5-6-13-16,13 0-10 0,8-2-29 0,2-2-55 16,18-2-78-16,5-1-97 0,1-3-123 0,0-2-285 15,-2 1 126-15</inkml:trace>
  <inkml:trace contextRef="#ctx0" brushRef="#br0" timeOffset="7118.1">9109 2743 64 0,'0'-5'236'0,"0"2"-22"0,0-2-17 0,-2-2-19 16,-1 2-18-16,-6-3-13 0,0 2-20 0,0 1-9 16,-5 0-11-16,-4 0-11 0,-1 0-13 0,-1 1-3 15,-11 1-9-15,-2 3-4 0,-3 0-6 0,0 0-6 16,3 0-4-16,0 7-2 0,6-6-6 0,-1 3-1 0,9 1-5 15,-1-1-3-15,8 0-7 0,-1 1 8 0,0 3-15 16,3-2-1-16,1 0-2 0,5 4 0 0,0-5 2 16,3 5-1-16,5-2-1 0,1 3-2 0,4-2 0 15,6 2-2-15,2-2 0 0,10 1-2 0,0-3 3 0,3-1-4 16,0-2 2-16,3-1-6 0,-4-3-3 16,1 0 0-16,-1-5-2 15,-7 2 0-15,-2-4 1 0,-1 1 2 0,0-5 3 16,-4 0-2-16,1-2 6 0,-7-3 15 0,1-1 16 15,0-6 14-15,-2-1 3 0,-4-5 8 0,-4 2-2 16,1-4 6-16,-2-2 2 0,0-11 0 0,-3 10 6 16,0 0 11-16,-1-4 2 0,1 5 2 0,-1-3-1 0,0 1 8 15,1 5 12-15,-4 4-2 0,5 1 6 0,0 8 3 16,0 5 8-16,1 0-1 0,-2 6-3 0,2-5-22 16,0 6-9-16,1 0-14 0,1 1-16 0,-1 1-23 15,1 3-15-15,0 0-39 0,-3-6-21 0,3 6-11 16,0 0 6-16,-2 22 2 0,-1-4 4 0,0 14 7 15,5 2 5-15,-2 12 4 0,2-10-1 0,-2 12 5 0,4-4 1 16,-1-6 1-16,1-6 9 0,2 1-6 16,-1-3-2-16,1 0 5 0,0-4-4 0,-3-7-8 0,3 0 20 0,-3-3-6 15,2-3-12-15,-1-3 17 0,-4 2 8 0,4-7 0 16,-3 4-10-16,2-2 8 0,-3-6 7 0,1 3-8 16,-1-4 5-16,3 8-6 0,-3-8 6 0,1 5 6 15,-1-5-1-15,0 4-8 0,0-4-17 0,0 0-15 16,0 0-43-16,1 3-40 0,-1-3-53 0,0 0-59 15,0 0-98-15,0 0-313 16,0 0-682-16,0 0 302 0</inkml:trace>
  <inkml:trace contextRef="#ctx0" brushRef="#br0" timeOffset="7465.72">8504 3038 202 0,'-7'2'211'0,"2"-1"-17"0,5-1-3 16,-7 3 5-1,7-3 6-15,0 0-10 0,0 0-2 0,0 0-7 16,0 0-16-16,35-6-14 0,-2 1-18 0,19-5-12 15,9 2-19-15,5-3-5 0,33-4-10 0,-5 3-15 16,2-1-4-16,-1 5 7 0,-2-4-5 0,-27 7 1 16,26-7 0-16,-31 9-7 0,-4-4-7 0,-6-3-3 15,-19 6-9-15,-3 3 2 0,-8-3-15 0,-8 3 21 16,-2-2-8-16,-1 1-14 0,-5 1 6 0,3 1 0 0,-2-1-18 0,-6 1-11 16,0 0-23-16,0 0-28 0,0 0-41 0,-32 7-47 15,12-2-42-15,0-2-59 0,-1 0-264 0,-7-1-534 16,9 2 237-16</inkml:trace>
  <inkml:trace contextRef="#ctx0" brushRef="#br0" timeOffset="8305.61">8901 3642 71 0,'-13'-12'207'15,"-1"0"-17"-15,-4 3-27 0,0 4-14 0,-1-3-9 16,-3 4-18-16,-4-1-12 0,-1 1-4 0,5 3-11 15,0 1-9-15,-6 1-2 0,0 3-7 0,6-2-11 16,2 5-9-16,1-1-7 0,1 4-3 0,1-1-5 16,3 4-2-16,1 1-8 0,2 0 2 0,5 3-7 0,-2 0 0 0,4 3-2 15,0-2-5-15,4 4 2 0,3-4-3 0,0 1 7 16,4-1-2-16,2-4 7 0,4 2-2 16,1-3 7-16,2-1-2 0,2-3-2 0,1-1-1 15,0-2 2-15,2-2 4 0,2-4 4 0,-1 0 8 16,-3-4 8-16,4 0 10 0,-4-3 9 0,-2-5 11 15,-1-1 11-15,1-6 8 16,-1-4 0-16,-3 0 14 0,0-6-9 0,-4 0 1 16,0-2 1-16,-2-1-6 0,0-2 0 0,-3 1-3 15,1-17-26-15,-4 16 7 0,-1-1 5 0,-1 0-1 16,1 2-12-16,-3-1 3 0,2 5 0 0,-3 11-3 16,3 0 8-16,-3 6 5 0,4 2-5 0,-3 3-10 15,2-1-24-15,1 3-3 0,-1 0-26 0,1 1-47 16,0 4-20-16,0 0-2 0,0 0 6 0,-8 17 1 0,7 0 11 0,-4 9 0 15,1 4 1-15,0 1 17 0,3 6-20 0,1-3 11 16,-3-1 5-16,6 0 6 0,-2 1 5 0,4 0-1 16,3-5-28-16,-3 2-11 0,4 0-10 15,-1-1-21-15,-3-6-15 0,3 2-13 0,-5-9-30 16,1-5-24-16,3-2-28 0,-5-2-33 0,-2-1-64 0,4-1-39 16,-1-4-166-1,-3-2-527-15,0 0 232 0</inkml:trace>
  <inkml:trace contextRef="#ctx0" brushRef="#br0" timeOffset="8753.5">9035 3476 163 0,'5'-3'221'0,"4"-2"-17"0,0 3-13 0,2 1-10 15,2 0-15-15,1 2-16 0,3 2-13 0,-3 2-10 16,3 0-6-16,-1 1-16 0,-2 5-14 0,0 0-5 15,-1 3-5-15,-4 0-7 0,0 3-5 0,-5 2-4 16,0-1-5-16,-4 3-7 0,-3 2-4 16,-2-5-2-16,-4 11-3 0,-1-4-8 15,-4 1 1-15,-1-2 4 0,-1-3-3 0,5-5 2 16,-1-2 5-16,1-6-2 0,2 1 6 16,1-2 0-16,-1 1 11 0,4-4 12 0,0 0 19 15,1-3 38-15,0 2 47 0,3-1 32 0,1-2-5 16,0 0-21-16,-3-11-26 0,10 1-25 0,-2-3-5 15,5-4-16-15,4-6-11 0,4 1-9 0,-1-1-14 0,4-5-5 16,1 3-12-16,-1-2-9 0,-2 5-4 0,1 1-7 0,-8 4 1 16,-1 2-10-16,-1 1-2 0,-2 7 0 0,-3-3-9 15,0 7 0-15,-2-3-7 0,3 3-9 0,-3 0-9 16,-2 1-34-16,-1 2-3 0,0 0-4 0,0 0 4 16,0 14 16-16,-1-6-10 0,-2 11 5 0,-2-1 2 15,1 0 4-15,3 11 7 0,1 2 1 0,1 2 7 16,11 0 3-16,-2-3 4 0,9-1 2 0,3-4-27 0,6-4-15 0,7-4-41 15,16 2-50-15,1-9-102 0,5-4-135 16,1-6-282-16,-2-9-708 0,-2-4 314 0</inkml:trace>
  <inkml:trace contextRef="#ctx0" brushRef="#br0" timeOffset="9809.34">10948 2626 146 0,'1'-6'197'0,"-1"-1"-17"0,-1 1-10 0,-3-1-13 16,-1-1-11-16,-1 1-22 15,-3 0-2-15,-3 0-5 0,1 4-16 0,-8-5-10 16,2 3-4-16,-2 1-8 0,-3 1-3 0,-5-1-8 15,-4 4 0-15,3 2-5 0,0 0-3 0,-1 3-5 16,1-2-2-16,0 6-3 0,-2-3-4 0,6 4-5 16,3-3-3-16,2 5-3 0,4-3-8 0,0 4 1 15,-1-1-4-15,9-2-4 0,0 1 0 0,2 1-6 16,4-2 4-16,1 5 2 0,4-4-6 0,5-1 4 0,5 4-3 16,1-1 4-16,11 2-3 0,-1-4 0 0,3-3-3 15,3-5 1-15,-3 2-3 0,4-1 0 0,-3-6 2 16,1 2-1-1,-11-4-3-15,9 0 1 0,-4-5-3 0,-3 1 4 16,-6 1 4-16,2-5 7 0,-3 0 12 0,0-2 2 16,-3-3 7-16,1-5 3 0,-2-2 10 0,-3-3-3 15,-4-2 5-15,-3 2-1 0,-1-5 6 0,-1-2-3 0,-2 1-4 16,-2-15 3-16,-2 16 0 0,-1-18-4 0,1 20 1 16,0-5 5-16,-1 3-1 0,3 3 1 0,0 0-1 15,-2 2 13-15,2 8 12 0,2 1 2 0,0 5 1 16,-1 4 5-16,2-2 11 0,2 4-7 0,-2-1-18 15,3 3-8-15,-1 1-12 0,1-1-8 0,-1 0-8 16,-2 3-17-16,3 2-21 0,0-3-32 0,0 3-14 0,0 0 13 0,0 0-11 16,-1 17-1-16,2-1 9 0,-2 4 5 0,1 8 6 15,-5 6-4-15,2-1-16 0,6 13 30 16,-3-12 1-16,5 3-17 0,-5-2 21 0,1-1-6 16,3 2 8-16,1-5 3 0,-1-3-8 0,-4 0 9 15,5-2-3-15,-1-8 6 0,0 1-8 0,1-9-15 16,-4 0 24-16,2 1-2 15,-2-5 5-15,2-1 1 0,-2 2-6 0,0-2 3 16,-1-5 3-16,0 7 1 0,4-5 15 0,-4-2-9 16,0 6-2-16,0-6 9 0,0 0-3 0,4 4-3 15,-4-4-6-15,0 0-5 0,0 0-32 0,0 0-60 16,0 0-50-16,0 0-37 0,0 0-47 0,4-15-56 16,-3 10-65-16,4 0-209 0,-1-3-597 0,1 2 264 15</inkml:trace>
  <inkml:trace contextRef="#ctx0" brushRef="#br0" timeOffset="10473.48">11044 2343 168 0,'0'-8'296'16,"1"2"-12"-16,-1-1-6 0,0 2-15 0,0 1-21 0,0-2-20 0,1 4-24 16,-1 2-23-16,3-7-21 0,-3 7-28 0,0 0-4 15,4-1-12-15,-4 1-13 0,0 0-9 0,9 10-8 16,-3-4-10-16,-1 2-1 0,-1 1-8 0,5 0-5 15,-1 0-6-15,3 3-9 0,-2 3-5 0,1-3-14 16,-1-1-7-16,-2 0-8 0,0 0-8 0,3-5 0 16,-3 3-2-16,-1-3-2 15,-2 0 0-15,-1-2 4 0,-1 0 0 16,2-2 10-16,-4-2 11 0,6 0-6 0,-6 0 5 16,8-6-2-16,-5 1 2 0,1-3 5 0,-1-2 0 15,-1 1 5-15,0-4 0 0,2-2 4 0,-2 1 3 16,1 0 7-16,-2-3-3 0,1 1 3 0,0 3 6 15,-2 1 5-15,0 0-3 0,0 4 8 0,0-6-4 16,1 9 4-16,-1-2-2 0,0 2-9 0,0 2-5 0,0 3-11 0,3-9-23 16,-3 9 21-16,-3-6-13 0,3 6-21 0,3-2-17 15,-3 2 0-15,0 0 2 0,0 0 3 0,0 18 0 16,0-5 0-16,0 5 4 0,0 6-4 0,0 5-2 16,-3 3 2-16,3 3 7 0,-1 17-2 0,1-16 4 15,1 12-3-15,-2 1 5 0,2-13 5 16,2-2-1-16,-3 0 0 15,4-1 2-15,-3 1 4 0,-2 0-4 0,2-2-1 0,-2-5 2 16,-2-2 4-16,-1 1-4 0,1-7 1 16,0-3-1-16,-2 0 0 0,0-6 3 0,1 1-2 15,0-6 3-15,-1 3 2 0,1-2 0 0,-5-3 7 16,2-2 4-16,7-1 9 0,-18-1 3 0,5-4 11 16,1 2 0-16,1-4 10 0,0 0 7 0,-1-4 10 15,-2 1 1-15,8-5-12 0,-2 0 0 0,-1-4-6 0,9 1-5 0,-1-13-7 16,2 2-7-16,5 0-9 0,1-2-5 0,3 2-3 15,6-4-24-15,0 5 23 0,3-1-6 0,3 3 6 16,-3 2-9-16,4-1-4 0,-3 4 0 0,2 1 2 16,1 2-1-16,4 2 3 0,-8 5-6 0,-3-1 2 15,0 4 1-15,-6 1 4 0,-1 2 4 0,0-1 1 16,-2 3-8-16,-4-1-4 0,0 2 2 0,1 0-13 0,-4 2-33 16,8-3-35-16,-8 3-32 0,0 0-6 0,0 0-11 0,3 6-25 15,-3 0-26-15,-6-1-39 0,0 5-55 0,0-2-67 16,-5 3-215-16,-1 4-601 0,3-8 267 15</inkml:trace>
  <inkml:trace contextRef="#ctx0" brushRef="#br0" timeOffset="10912.27">10395 3089 30 0,'0'0'141'0,"-8"2"-7"0,4-1-16 0,4-1-8 15,-8 1-1-15,8-1-3 0,-6 1-11 0,6-1-5 16,-5 2-3-16,5-2-5 15,-5 4-6-15,5-4-4 0,-4 3-3 0,4-3-13 16,0 0 2-16,-4 2 0 0,4-2 3 0,0 0 18 16,0 0 21-16,0 0 14 0,0 0 6 0,0 0 0 15,0 0-6-15,32-9-6 0,-1 5-6 0,6-4-14 16,20 0-5-16,6-1-8 0,37-1 6 16,-8-4 4-16,1-1 5 0,3 5 12 0,1 1 2 15,-1-1 2-15,-3 0-18 0,-25 6 29 0,-2-1-17 0,-1 0-12 0,-2 0 1 16,-9-1-11-16,-17 2-11 0,-8 3 13 0,-7-2 6 15,-3 2-6-15,-5 0 1 0,-5-2-4 0,-9 3-4 16,14-1-11-16,-14 1-6 0,10-1-5 0,-10 1-15 16,0 0-19-16,13 0-21 0,-13 0-35 0,0 0-54 15,0 0-60-15,0 0-63 0,0 0-78 0,0 0-331 16,0 0-678-16,-37 2 300 16</inkml:trace>
  <inkml:trace contextRef="#ctx0" brushRef="#br0" timeOffset="11730.16">10968 3592 2 0,'-1'-7'237'15,"-3"-1"-18"-15,2 3-17 0,-6-4-9 0,2 5-10 16,-6-4-10-16,3 2-11 0,-5 2-15 0,1-3-7 16,1 7-18-16,-6-4-10 0,4 3-8 0,-4 0-8 15,0 1-10-15,0 1-6 0,4 1-16 0,-3 4-2 16,0 2-14 0,1-3-3-16,2 7-2 0,0-4-7 0,1 2-2 15,3 2-4-15,1 2-4 0,3-2 1 0,-2 1-5 16,2 2-1-16,3-2-1 0,3 2 0 0,3-2-2 0,-1-1 3 15,2 2-4-15,4-2 7 0,1 1-5 0,-2-5 4 16,4 0-2-16,1-2-3 0,1 1 3 16,0-6 0-16,0 2 4 0,1-6 7 0,4 1 12 15,-1-5 7-15,-5 0 4 0,3-3 5 0,-2-2 0 0,0-5 8 0,0 3 4 16,-3-5-1-16,3-4-2 0,-7-1 2 0,2-3-13 16,-3-2-2-16,1-2-7 0,-1-3-3 0,-1-1-10 15,0-12-2-15,-3 12-1 0,-2 0 11 0,0 2 3 16,-1 0 8-16,1 7 18 0,0 8 10 0,1 0 11 15,-3 8 12-15,2 0-14 0,1 3-10 0,0 1-16 16,0 0-17-16,0 1-17 0,0 5-40 0,-4-1-47 0,4 1 4 16,0 0 10-16,-4 15 1 0,1 0 5 0,-4 12 8 0,2 2-3 15,4 3 5-15,-1 1 6 0,1 1 4 0,2 0 2 16,1-1-4-16,3 1 8 0,1-4-4 0,1-1-12 16,3 2-10-16,-2-5-2 0,-1-3-33 0,0-5-15 15,0-3-24-15,1 0-28 0,-2-5-44 0,1 0-46 16,4-3-68-1,-7-3-235-15,5-3-572 0,-9-1 254 0</inkml:trace>
  <inkml:trace contextRef="#ctx0" brushRef="#br0" timeOffset="12215.91">11124 3405 173 0,'0'-6'306'0,"0"6"-44"15,7-4 7-15,-2 4-29 0,1-3-29 0,5 4-18 16,0-2-25-16,2 2-14 0,7 1-20 0,-2 3-11 16,0 4-15-16,-3-1-9 0,-1 2-10 0,3 2-9 15,-4 0-10-15,-3 1-6 0,0 3-7 0,-5-1-7 16,0 1-5 0,-5 0-6-16,0 0-1 0,-2 1-3 0,-3 3-6 15,-5-3 0-15,-2 0-3 0,-6 3 0 0,5-6-2 16,0 0 1-16,2-2-4 0,-1 1 1 0,3-5-2 0,-1-2 0 15,7 1 9-15,-3-3 13 0,1-3 3 16,3 2 37-16,2-3 44 0,-7 5 40 0,7-5 17 16,0 0-14-16,0 0-19 0,-3-13-16 0,6 1-18 15,4 0-9-15,0-5-12 0,6-5-6 0,5-2-13 0,-1-1-4 0,-1-4-10 16,6-1-12-16,-4 0-1 0,5-1-5 0,-3 1-4 16,-2 0-5-16,0 5-6 0,-4 0-4 0,0 4 4 15,-3 7-7-15,-4 3-2 0,-2 3-3 0,0 2 1 16,-1 1-2-16,-3 0-9 0,2 1-15 0,-2 1-27 15,-1 3-13-15,0 0 6 0,0 0 1 0,-1 15 7 16,-3-4 2 0,-1 6 0-16,-4 1 2 0,0 10 8 0,0 0 2 15,0 3 6-15,0-2-1 0,3 3-3 0,3-3 7 0,3 3 6 16,3-4-3-16,3 0 1 0,7-1-3 0,1-3 0 16,7-2-11-16,3-1-14 0,0-5-36 0,7-3-47 15,2-6-74-15,1-5-96 0,4-2-417 16,-3-5-763-16,0-5 338 0</inkml:trace>
  <inkml:trace contextRef="#ctx0" brushRef="#br0" timeOffset="12648.32">12087 2097 27 0,'0'0'248'15,"2"-5"-31"-15,-2 5-20 0,0 0-20 0,10 14-19 0,-1 0-11 0,9 12-8 16,5 16 1-16,7 11-4 0,3 31-5 0,-5 4-4 16,-3 7-9-16,2-2-9 0,-9 5-7 15,-3 1-5-15,3 3-7 0,-5-5-4 0,-4 2-10 16,0-7-2-16,-9 0-4 0,-1-33-5 0,-12 23-13 15,4-26 4-15,-6-1-4 0,-6 2-2 0,-2-4-2 16,-9 0 2-16,-4-3-17 16,-4-7-37-16,-4 3-51 0,-3-9-70 0,-2 1-102 15,-4-9-217-15,-6-4-480 0,-2-6 212 0</inkml:trace>
  <inkml:trace contextRef="#ctx0" brushRef="#br0" timeOffset="13281.06">10229 2001 40 0,'-11'6'144'16,"1"1"-3"-16,-3 9-13 0,-6 5-2 0,-8 19-10 16,-2 7-1-16,-12 30-2 0,3 9-6 0,-2 2 6 15,-2 10-7-15,-2 0 6 0,1-2 16 0,11 4 5 16,3-1 2-16,7 3 4 0,9-8 0 0,11 1-1 15,5-11 3-15,7-25-4 0,6-3-4 0,10 1-5 0,20 18-13 0,-6-28-8 16,35 17-3-16,1-14-14 0,10-4-42 16,5-5-78-16,-1-8-104 0,0-2-164 0,-26-15-155 15,-1-3-490-15,-1-7 217 0</inkml:trace>
  <inkml:trace contextRef="#ctx0" brushRef="#br0" timeOffset="14938.46">13564 2721 103 0,'0'0'144'0,"-7"-1"-8"0,7 1-8 15,0 0-10-15,0 0-12 0,0 0 1 0,0 0 3 16,0 0 1-16,0 0 11 0,0 0-6 0,-7 0-11 16,7 0 8-16,0 0-3 0,0 0-1 0,28-2-14 15,-7-2-9-15,11 0-8 0,7 1-7 0,0-1-10 16,16-1-3-16,4 1-15 0,1-1-20 0,-2 3-33 16,-2 1-40-16,-4-4-53 0,-11 4-67 0,-9-2-150 0,1 6-347 0,-3-6 153 15</inkml:trace>
  <inkml:trace contextRef="#ctx0" brushRef="#br0" timeOffset="15154.67">13717 2982 56 0,'-4'3'317'0,"-1"1"-23"0,4-1-28 16,1-3-25-16,0 0-29 0,13 2-19 0,6-2-22 0,15-5-41 0,21-3-52 15,8-3-70-15,29-9-99 0,-26 8-222 0,30-6-339 16,-4 0 151-16</inkml:trace>
  <inkml:trace contextRef="#ctx0" brushRef="#br0" timeOffset="16219.68">16094 2569 45 0,'6'-10'237'0,"-1"4"-10"0,-1 0-12 0,-3-2-10 15,2 4-8-15,-3-1-18 0,1 0-20 0,0-2-15 16,-3 3-18-16,1 0-16 0,-5 3-18 0,-2-2-15 16,-6 3-1-16,-4 0-17 0,-3 3-3 0,-12 1-5 15,1 2-7-15,-1 5-9 0,1-2-2 0,-3 4-1 16,2-1-5-16,1 2-4 0,-1 0-2 0,1 2-2 0,3 1-5 0,4 0-2 15,2-1-1-15,9-2-1 0,-1 0-6 0,9 1 6 16,-1-3-2-16,7 3 1 0,0-5 0 16,9 2 1-16,3 0 0 0,2-2-2 0,11 2 3 15,5-5-3-15,-1-2 2 0,8-1-2 0,-1-3 0 16,1-4-5-16,-1-1-2 0,1-3 1 0,-5-4 2 16,-2-1-6-16,1-2 3 0,0-4 1 0,-4 1 1 0,-6-6 1 0,-2-2 3 15,-3-3 3-15,-3-2 2 0,-4-3 2 0,-1 1 6 16,-4-16-2-16,-2 12 7 0,-4-15-3 0,2 2-5 15,-4-4 4-15,-2 5 4 0,0 2 0 0,1 13 6 16,-3-2 6-16,1-1 16 0,1 8-2 0,1-2 9 16,0 4 6-16,1 8 14 0,0 1 11 0,2 0-1 15,0 7-3 1,0-1 2-16,2 5-12 0,-2-1-10 0,1 0-7 16,-1 2-14-16,2 1-18 0,0 4-35 0,0 0-11 0,0 0 7 15,0 0-4-15,-3 16 1 0,3 1-2 0,-1 10 5 16,-2 3 2-16,2 5-2 0,-3 18 4 0,3 1 5 15,-3 1 1-15,4 3 2 0,4-5 2 16,-3-1-3-16,4-4 3 0,1 2-3 0,-2-13 3 16,2-6-1-16,1 0 1 0,-3-3 3 0,3-4 3 0,-5-5-7 0,4-4 7 15,-3-3-7-15,0-3 3 0,-2 0 1 0,0-3-11 16,-1-1 19-16,1 0 3 0,1-2-6 0,-2-3 1 16,0 6 2-16,0-6-10 0,2 5-35 0,-2-1-21 15,0-4-32-15,0 0-53 0,0 0-75 0,0 0-93 16,0 0-208-16,0 0-555 0,0 0 246 0</inkml:trace>
  <inkml:trace contextRef="#ctx0" brushRef="#br0" timeOffset="16542.59">15616 3028 2654 0,'-17'6'282'0,"7"0"-171"0,0-3-49 15,2-1-13-15,3 1-15 0,1-2-8 0,4-1-13 16,0 0-9-16,18-8-3 0,9 1 1 0,10 1-3 16,18-6 2-16,10 0 0 0,22-3-4 0,4 1 5 0,-25 9-4 0,34-10 3 15,-4 8-3-15,-1-2-1 0,0 4 2 0,-31 1-2 16,0 0 0-16,-5 3 3 0,-21 0-1 0,0-2 3 15,-11 3-3-15,-9 0-1 0,-4-1 1 0,-5 0-1 16,-1 2 7-16,-2-1-1 0,-6 0 0 0,5-1-4 16,-5 1-4-16,0 0-17 0,0 0-17 0,-28 6-32 15,10-5-46 1,-2 3-47-16,1-2-56 0,-2 0-215 0,2 1-470 0,2-3 208 16</inkml:trace>
  <inkml:trace contextRef="#ctx0" brushRef="#br0" timeOffset="17407.16">16206 3742 69 0,'-9'-15'239'0,"-3"1"-19"15,-3 2-36-15,-1-1-12 0,-2 4-13 0,-8-3-20 16,6 7-10-16,-8-4-11 0,0 4-9 0,-2 1-7 0,0 4-10 0,2 0-7 16,-3 1-8-16,2 4-9 0,-2 2-7 0,3 2-6 15,2 2-7-15,3 0-6 0,4 0-5 0,4 3-5 16,1 0-1-16,3 2-5 0,2 0-2 0,2 2 2 15,3 1-2-15,1-1-9 0,2 2 3 0,5-1 6 16,2-1 6-16,7 0-4 0,0-1 2 0,6 0 1 16,5-2 3-16,3-5-4 0,-1-2 1 0,3-2-3 0,-2-1-2 0,-4-5-2 15,5-3 3-15,-6-2 0 0,3-2 7 16,-2-7 8-16,0-1 11 0,-2-4 11 0,-3-2 3 16,-3-7 12-16,-3 3 1 0,-5-5 3 0,3 1-2 15,-5-5-6-15,1-3-5 0,-5-10-1 0,3 0 1 0,-2-1-6 16,1-3-6-16,-3 0-3 0,1 3 6 0,-3 2 17 15,3 12-1 1,-2 5 17-16,-2 2 6 0,2 6 3 0,-1 7 3 16,1 2-5-16,1 0-11 0,0 2-10 0,-2 6-13 15,3-2-19-15,-2 1-50 0,1 5-18 0,0 0-3 16,0 0-2-16,-6 20 12 0,3 6-11 0,-3 3-4 16,2 4 15-16,-3 14-6 0,2 2 8 0,0-2-1 15,-3 1 2-15,1-3 7 0,3-7-1 0,-1 7 6 16,5-10 3-16,2 2 0 0,1-1 5 0,-2-3-16 0,8 0 3 0,-5-5-25 15,0-2-14-15,2-3-18 0,-3-6-11 0,-1-5-21 16,1-1-17-16,1-1-22 0,-1-1-19 0,0-3-23 16,-2-2-5-16,2 0-18 0,-2-2-60 0,-1-2-242 15,0 0-542-15,0 0 241 0</inkml:trace>
  <inkml:trace contextRef="#ctx0" brushRef="#br0" timeOffset="17877.2">16357 3510 65 0,'5'-3'261'0,"0"-1"-24"0,4-1-26 0,1 3-21 16,3 0-20-16,1 2-14 0,-1 0-17 0,2 1-17 15,-2 2-11-15,6 2-11 0,-3 2-10 0,-1 3-11 16,-1 4-2-16,-1-2-10 0,-4 5-6 0,-2 2-7 15,-1 0 0-15,-4 5-6 0,-2 1-1 0,-5 4-4 16,-1 0-3-16,-5-3-2 0,-4 3-1 0,0 0-4 16,-2-4 4-16,-2 1 2 0,-3-3-8 0,3-1 1 0,2-4 1 15,1-3 3-15,4-3 6 0,2-4 7 0,1-1 9 16,3 0 19-16,-2-2 25 0,3-2 22 0,1 1 23 0,0 0 44 16,4-4 14-16,0 0-24 0,0 0-17 0,5-18-19 15,7 4-12-15,-1-1-18 0,8-8-8 0,1 0-17 16,4-2-8-16,5-12-6 0,-2 9-10 15,-4-1-5-15,4 2-9 16,-4-2-6-16,0 5-3 0,-3 2-4 0,-3 3-8 16,-3 5 1-16,-7 4 3 0,-1 1 6 0,-1 3-8 15,0 0-5-15,-1 2-9 0,-1 3-11 0,-1-3-12 16,2 3-17-16,-4 1-2 0,0 0-5 0,0 9 3 16,-4 0 7-16,-1 2-7 0,-4 5 12 0,4 11-5 15,-4-1 2-15,3 6 8 0,2-3 5 0,-1 3-7 16,4-1 9-16,5-2 4 0,4 0-11 0,5 0 3 0,4-7-15 0,4-2-47 15,14-6-65-15,1-5-93 0,17-4-141 0,4-10-356 16,-1 0-781-16,0-8 346 0</inkml:trace>
  <inkml:trace contextRef="#ctx0" brushRef="#br0" timeOffset="29103.52">18518 2360 118 0,'8'-5'121'0,"-5"1"3"0,2 1 2 0,-5 3 3 16,8-4-5-16,-3 1 8 15,-4-2-5-15,3 3-2 0,-4 2 0 0,4-9-9 16,-1 5 3-16,-2-3-12 0,0 2-3 0,2-1-2 15,-3 0-7-15,2-3-4 0,-2 6-2 0,0-8-9 16,-2 6 4-16,2-5-8 0,-3 4-4 0,0-3-3 16,1 1-11-16,-7-1-4 0,4 1-3 0,0-1-4 15,-4 2-7-15,0 2 1 0,0-1-11 0,-1-1-1 16,1 3-5-16,-3 2-4 0,0-1-1 0,0 3-4 0,-3 0-1 16,-2 3-4-16,-2 2-3 0,1-1-1 0,-2 4 2 15,-4 9-8-15,1-3 6 0,-1 8-5 0,0-1 0 16,4 4 1-16,3-1-4 0,-1 1 1 0,4 1 2 0,1 0-1 15,3-1 2-15,5 1 0 0,1-1 1 0,4-5 1 16,0-2 5-16,5-1-1 0,-1 0 1 16,0-6 0-16,2 3 4 15,2-7 2-15,5 2 1 0,1-4 1 0,5-2 0 16,0 3 6-16,-1-7-4 0,4-2 2 0,-2-4 9 16,-2 2 3-16,1-5 7 0,-1 0 15 0,1-2-3 15,-1 0 1-15,-5-2 6 0,2-1 4 0,-3-1 5 16,-2 1 5-16,5-7 11 0,-6 3-18 0,-1 2 29 0,0 2 7 15,-4-2 7-15,1 8-14 0,-1-3 20 0,-1 3-8 16,0 1 3-16,0 0 1 0,-2 1-4 0,0 2-1 0,0-1-15 16,1 2-4-16,-2 4-11 0,2-7-11 15,-2 7-8-15,1-4-7 0,-1 4-8 0,0 0-7 16,3-5-24-16,-3 5-15 0,0 0-22 0,0 0-5 16,0 0-7-16,0 0 7 0,0 0 2 0,-4 20 5 15,2-11 2-15,-2 3 4 0,0 2-5 0,1 2 8 16,0-5 3-16,-1 6-5 0,1-1 8 0,-2 2-1 0,5-1-6 0,-5 0 3 15,2-5 9-15,0 5-1 0,0-5-2 0,2 1 5 16,-2 0-9-16,2-3 12 0,0 1 1 0,1-1-8 16,-2 0 9-16,0-3-3 0,2-3 0 0,0 3 0 15,-2-4-1-15,2 1-4 0,0-1-6 0,0-3 23 16,0 6 5-16,0-6 8 0,0 0 14 0,2 5 8 16,-2-5-4-16,10-2-4 15,0-2-5-15,12-4-6 0,11-6-33 0,0-1-60 16,20-7-80-16,-2-1-103 0,4-3-138 15,-3 1-352-15,-1-2-798 0,-1 6 354 0</inkml:trace>
  <inkml:trace contextRef="#ctx0" brushRef="#br0" timeOffset="29990.26">17846 2941 36 0,'0'0'169'0,"0"0"-9"0,0 0-2 0,0 0-14 16,0 0-11-16,0 0-10 0,-7 0-11 0,7 0 1 0,0 0-9 0,0 0-5 16,0 0-4-16,0 0-6 0,0 0 0 15,0 0-6-15,0 0-6 0,0 0-6 0,0 0-6 16,0 0-7-16,0 0-6 0,-6 2-7 0,6-2-2 0,0 0-5 15,0 0-4-15,0 0-1 0,0 0-9 0,0 0 1 16,0 0-7-16,0 0 0 0,0 0-1 0,0 0-4 16,0 0 5-1,0 0-8-15,0 0-3 0,15 3 2 0,-8-3 1 16,4 2-1-16,1-6-2 0,9 4 2 0,7 0 0 16,9-2-2-16,20-3 6 0,5-5-3 0,30 3 6 15,4 1 1-15,5-1 0 0,6-1 5 0,-3 1 3 16,7 3 4-16,11-3 32 0,7-1-4 0,2 3-5 15,7 2 3-15,-3-2 4 0,-1-3-5 0,1 3-2 16,-5 4 2-16,-2-3-3 0,-10 1-4 0,-11 1-8 0,-7 0-4 0,-5-2-2 16,-32 3-4-16,0-4-3 0,-5 2-5 0,-4 1 3 15,-3-1-2-15,-17 1-6 0,-6 1-9 0,-7 1 13 16,-4-1 13-16,-6-2 12 0,0 6 20 0,-5-6 4 16,2 3 3-16,-3-1-5 0,-5 1-15 0,6-4-39 15,-6 2-23-15,0 2-36 0,0 0-34 0,-19-5-39 16,9 3-39-1,0 2-55-15,-4 0-70 0,-3-3-202 0,-5 2-523 16,3 0 232-16</inkml:trace>
  <inkml:trace contextRef="#ctx0" brushRef="#br0" timeOffset="31124.09">18384 3422 99 0,'2'-6'182'15,"-2"0"-3"-15,1 0-9 0,-1 0-6 0,3 0-12 16,-3-2-6-16,0 3-16 0,0 1-9 0,-4-4-9 16,4 3-14-16,-4 2-9 0,-1-3-10 0,0 3-9 15,-1 0-7-15,-5 1 20 0,-1 1-11 0,-1 1-9 16,-5 4-8-16,1-2-2 0,-2 1-6 0,-1 4-11 15,1 0-1-15,-8 5 1 0,0 1-5 0,4 0 0 16,0 2-2-16,1-1-5 0,-1 3-2 0,4 0-2 0,6-4-3 16,-1 4 2-16,4-2-10 0,1 2 3 0,0-2-4 0,4 3 1 15,0-4 2-15,5-2-2 0,0 1 5 0,3-2 7 16,-2 0 6-16,5-2 3 0,-1 0 8 16,3-3 9-16,1-1 6 0,1 2 4 0,3-7 3 15,0 3 3-15,2-4-1 0,4 0 7 0,-2-5-2 16,3 1 3-16,-2-2-7 15,0-2 1-15,-4-1 6 0,3-1 6 0,-3-2-6 16,1 1 4-16,-6-3-4 0,5 4 0 0,-4-5 12 16,-3 7-3-16,2 0 0 0,-3 1-1 0,-1-1-6 15,-1 4-3-15,0-1-4 0,-2 2-12 0,1 2-9 16,0 0-3-16,0-1-9 0,-3 3-20 0,0-5-21 16,0 5-20-16,0 0 3 0,0 0-3 0,0 0 4 15,3 14 6-15,-3-7 2 0,0 0 3 0,2 2-1 0,1 1-2 16,-2 2-15-16,4-1-18 0,-1 1-15 0,3-1-32 15,0 0-12-15,-2-3-24 0,3 1-30 0,1-1-50 0,1 0-61 16,-3-5-258-16,0 0-576 0,1 0 255 0</inkml:trace>
  <inkml:trace contextRef="#ctx0" brushRef="#br0" timeOffset="31578.5">18552 3413 94 0,'6'-4'242'0,"0"0"-24"15,5-1-23-15,-6 1-19 0,7 4-16 0,-4 0-11 0,3-1-21 0,-2 2-10 16,5 2-17-16,-1 3-7 0,2 2-1 16,-6 2-14-16,5 1-8 0,-4 0-7 0,-1 3-4 15,0 0-6-15,0 2-5 0,-6 1-4 0,-2 1 0 16,0-1 1-16,-3 0-3 0,-2-2-1 0,-5 4-5 15,0-5 0-15,0 3-2 0,-3-2-4 0,0-1 2 16,4-3 3-16,-2-3 1 0,0 0-4 0,2 1 8 0,-1-1 7 0,4-5 11 16,0 4 23-16,1-4 26 0,4-3 18 0,-4 4 39 15,4-4-8-15,0 0-25 0,0 0-15 0,0 0-10 16,12-22-7-16,-1 5-23 0,-2 3-1 0,10-7-5 16,1 3-13-16,-3-3-7 0,1 3-2 0,3-1-8 15,-1 1-5-15,-7 4-7 0,0 3-4 0,-2 4 2 16,-4-1-3-1,1 2-5-15,-2 1-3 0,-2 2-6 0,2-1-7 0,-5 2-17 16,-1 2-14-16,0 0 9 0,0 0-4 16,9 9 4-16,-10-3 0 0,2 5 4 0,-2-1-12 15,1 6 19-15,0 1 3 0,1-1-1 0,1-1 6 16,2 4-2-16,4-2-33 0,0 0-23 0,-2-5-36 16,7 4-44-16,0-5-62 0,5-1-97 0,0-2-285 15,10-2-631-15,2-4 279 0</inkml:trace>
  <inkml:trace contextRef="#ctx0" brushRef="#br0" timeOffset="32427.4">19407 3520 147 0,'-7'1'178'0,"-1"2"-7"15,1-3-10-15,-1 3-8 0,2-3-8 0,-1 0-6 16,-1 0-11-16,2 1-7 0,1 0-6 0,5-1-10 0,-12 1-7 0,12-1-5 16,-5 2-3-16,5-2 0 0,-4 2-5 0,4-2 9 15,0 0 6-15,0 0 4 0,-9 0 3 0,9 0 3 16,0 0-1-16,0 0-2 0,0 0 0 0,0 0-2 16,0 0-3-16,0 0-4 0,0 0-8 0,0 0 3 15,0 0-16-15,-6-2 2 0,6 2-5 16,0 0-14-16,0 0-5 0,0 0 1 15,0 0-15-15,0 0 1 0,0 0-4 16,0 0-3-16,0 0-5 0,0 0-7 0,0 0 3 16,0 0-5-16,0 0 0 0,0 0-1 0,-4 5-1 15,4-5-4-15,0 0-1 0,0 0-3 0,0 0-2 16,0 0 2-16,0 0-4 0,0 0 0 0,0 0-3 16,0 0 3-16,0 0-3 0,0 0 3 0,0 0 0 15,0 0-5-15,0 0 3 0,0 0 1 0,0 0-1 0,0 0 2 0,0 0 0 16,0 0 2-16,0 0-1 0,0 0-4 0,0 0 0 15,0 0-3-15,0 0 0 0,0 0 7 0,0 0-4 16,0 0-3-16,0 0 5 0,0 0-3 0,0 0 2 16,0 0-5-16,0 0-1 0,0 0 14 0,0 0-14 15,0 0 4-15,0 0-5 0,0 0 3 0,0 0-1 16,0 0 2-16,0 0-8 16,0 0 15-16,0 0-7 0,0 0-8 0,0 0 5 15,0 0-1-15,0 0 2 0,0 0-8 16,0 0 9-16,0 0 1 0,0 0-2 0,0 0-4 15,0 0 3-15,0 0 0 0,0 0 2 0,0 0-2 16,0 0 0-16,0 0 0 0,0 0-5 0,0 0 4 0,0 0 1 16,0 0 0-16,0 0-4 0,0 0-2 0,0 0 1 15,0 0 3-15,0 0 0 0,0 0 1 0,0 0-4 0,0 0 8 16,0 0-5-16,0 0 1 0,0 0 2 0,0 0-1 16,24-3-1-16,-12 1 2 0,8 0-2 0,7-1 3 15,2 2 0-15,1-4-2 0,0 4 3 0,6-2-2 16,0-1-4-16,1 2 4 0,0 0 0 0,3-1-1 15,-4 0-12-15,-2 0-4 0,-3 2-11 0,-11 1-18 16,-2-1-18-16,-4 1-24 16,-4-2-22-16,-2 2-21 0,0 0-20 0,-2 0 0 15,-6 0 2-15,0 0-15 0,0 0-22 0,0 0-23 16,-26 4-18-16,9-2-15 0,-4-1-129 16,1-1-401-16,-2 2 178 0</inkml:trace>
  <inkml:trace contextRef="#ctx0" brushRef="#br0" timeOffset="32643.55">19499 3417 73 0,'0'-9'278'0,"0"-3"-3"0,4 5 4 0,-4-3 3 16,0 5-3-16,5-2-7 0,-5 2-5 0,1 2-47 16,-1-1-11-16,0 4-24 0,3-5-23 0,-3 2-18 15,0 3-18-15,0 0-41 0,0 0-6 0,0 0-10 0,1 12-7 0,-2-1-8 16,-2 7-4-16,2 2-1 0,1 5-3 0,0 2-6 15,-3 2-21-15,1-1-17 0,2 4-35 0,-1-1-33 16,2-2-40-16,-1 0-40 0,2-1-54 0,1-1-50 16,-3-7-218-16,4-3-506 0,-3-5 223 0</inkml:trace>
  <inkml:trace contextRef="#ctx0" brushRef="#br0" timeOffset="33345.15">19999 3706 146 0,'0'0'258'0,"0"0"-11"16,0 0-12-16,0 0-10 0,0 0 2 0,0 0-4 15,0 0-16-15,0 0-10 0,0 0-9 0,0 0-17 16,0 0-11 0,0 0-21-16,1-11-17 0,-1 11-7 0,7-7-16 15,-5 1-7-15,2 2-6 0,0-4 3 0,1-1-3 16,0-2 1-16,0 2 1 0,0-4-5 0,-1-1-2 16,1-3-2-16,0 0-1 0,-1-1-17 0,-1-10 1 15,0 4-2-15,1-2 1 0,-4 1-14 0,3-2 1 16,-2-1 1-16,-1 1-7 0,0-1-1 15,0 0-20-15,1 1 2 0,-1 1 5 0,0 6-5 0,2 2 12 0,-2 0-4 16,2 0 8-16,-2 6 1 0,0 1 5 0,0 0 6 16,0 6-8-16,0-2-5 0,0 1-9 0,0 2-2 15,0-2-2-15,0 1-8 0,0 5-11 0,0-4-26 16,0 4-19-16,0 0-25 0,0-5-2 0,0 5 1 16,0 0 5-16,-9 19 11 0,5-4 3 0,-2 1 0 0,-3 8 8 15,3 4 3-15,-2-2 4 0,-1 5 4 0,0 1 6 0,2 1-3 16,-1 2 2-16,0-3 9 0,3 1-1 0,1 0 3 15,2-1-2-15,-1 2 10 0,3-5-5 0,3 0 1 16,1-3 14-16,-2 1 2 0,7-1 2 0,-4-3 2 16,3-2 5-16,0-6 6 0,2 2 3 0,0-3-2 15,-2-5 5-15,3-1 0 0,3 1 2 0,3-3 2 16,-1 1-2-16,3-2 7 16,-2-5 2-16,2 0 7 0,-1-2-5 0,-5-1 2 15,5-5-6-15,-2 1-3 0,2-5 0 0,-4 0-20 16,2-1 16-16,-3-3-8 0,3-5-1 15,-2-1 1-15,1 3-5 0,-6 2 0 0,-1 0-9 16,-3 0 11-16,2 1-2 0,-5 3 1 0,-1 1 10 0,-2 0-14 16,1 2-3-16,-4 2-6 0,-2 1-2 0,-2 1-5 15,-1 1-8-15,-3 2 6 0,-1 3-1 0,0 0-4 0,-5 5-4 16,0 4 10-16,3 2-10 0,0 1 6 0,0 2-26 16,2 0-23-16,2 1-24 0,6 2-9 0,4 0-14 15,2-1-15-15,7 0-35 0,3 0-53 0,5-3-99 16,0-4-334-16,10-2-691 0,3 0 306 0</inkml:trace>
  <inkml:trace contextRef="#ctx0" brushRef="#br0" timeOffset="36036.71">22282 2486 138 0,'0'-6'205'0,"-2"-2"-14"0,-1 3-16 0,1-5-14 0,-4 6-16 0,0-2-14 0,-5-1-9 16,0 2-15-16,0 3-8 0,-3-3-11 15,0 3-8-15,-12-3-11 0,7 7-5 0,-1-2-6 16,-1 3-2-16,-1 2-3 0,2-3-7 0,-7 3-2 15,2 6-2-15,0-2-5 0,1 4-6 0,1 2 1 16,6-3-6-16,-4 4-3 0,4-3 0 0,4 2-6 16,3-1 4-16,0 1-3 0,0 2 0 15,4-2-1-15,0 1-2 0,6-1 0 0,3-3 0 0,-1 0-4 16,3-2 5-16,4 2 3 0,7-3-6 0,3 0 3 16,1-3-2-16,7 0 2 0,1-2 1 0,-7-4 0 0,7-1-4 15,-6-5 0-15,6 1 3 0,-3-8 7 0,2 1 5 16,-5-2 8-16,-2-3 5 0,-1-3 4 0,-2-1 9 15,0-6 5-15,-5 1 3 0,2-4 0 0,-9 0-3 16,3-2-5-16,-1-2 6 0,0 0 9 0,-2 0-15 16,-3-3 22-16,0 4-9 0,-2-3-11 0,0 3 9 15,-2 3 8-15,0 4 1 16,0 1 0-16,-1 7-13 0,0 2 9 0,1 4 1 16,0 1-9-16,0 2 0 0,1 1-8 0,2 1 3 15,-1 3-16-15,-1-1-4 0,1 1-18 0,0 4-25 16,-1-3-32-16,1 3 6 0,0 0-10 0,0 0 7 15,-7 16 3-15,3 0 1 0,1 2 3 0,-5 7 1 16,2 2 1-16,1 4 7 0,1 3 2 0,2-3 2 16,1 1 5-16,-1 0-6 0,2 0 5 0,0 0 0 0,0-2 6 15,1-4 4-15,-2 1-3 0,2-8 1 0,-1-1 0 16,0 0 4-16,2-8-3 0,0 5 2 0,-1-6 3 16,0 0-1-16,1-2-2 0,-2-1-1 0,0 2-9 15,0-6 15-15,1 3-2 0,0-1 5 0,-1 1 3 16,0-5-7-16,0 3 4 0,0-3-6 0,0 0 2 15,3 3 0-15,-3-3 9 16,0 0-10-16,0 7 7 0,0-7-5 0,0 0 5 16,0 0-10-16,0 0-6 0,0 0-28 0,0 0-20 15,0 0-37-15,0 0-31 0,0 0-36 0,0 0-56 16,0 0-74-16,0 0-211 0,0 0-540 0,4-13 238 16</inkml:trace>
  <inkml:trace contextRef="#ctx0" brushRef="#br0" timeOffset="36730.28">22385 2310 205 0,'0'-5'288'0,"1"2"-15"0,1 1-17 16,0-2-28-16,-2 4-23 0,0-5-18 0,0 5-24 0,0 0-17 0,3-3-21 15,-3 3-10-15,0 0-12 0,0 0-8 0,4 9-13 16,-2-5-12-16,0 2-15 0,-1 0-10 15,2 3-3-15,1 0-12 0,-2 3-9 0,1-2-7 0,0 2-9 16,1 0-10-16,0-2-2 0,0 0-3 0,0 0-6 16,0 2 1-16,0-5-2 0,-2 0 3 0,0-2 2 15,3 0-2 1,-4 2 7-16,1-5 6 0,2-1 9 0,-4-1 6 16,8-1 1-16,-8 1 9 0,12-10 5 0,-5 5 4 15,2-6 3-15,-2 3 5 0,3-7 3 0,1 3 8 16,-2-2 4-16,1 1 0 0,-5 4 5 0,3-2-1 15,-3 1 9-15,3 3-2 0,-2-1 9 0,-2 2-2 16,-1 2-2-16,-1 0-5 0,1 1-11 0,-2-1-4 16,2 2-16-16,-3 2-18 0,2-6-19 0,-2 6-10 0,0 0-6 0,0 0-3 15,2 11 1-15,-2-2 0 0,-3 7 4 0,2 2 5 16,-4 10-12-16,-2 2 16 0,-3 3-2 0,1 12 0 16,0-11 2-16,-4 12 4 0,7-13-3 15,0 5 3-15,0-5 3 0,1 12-2 0,-1-13-1 16,0 2 2-16,0-3 3 0,3 2-2 0,-3-3 6 15,4 0-3-15,-6-3 3 16,1-2-4-16,1-5 5 0,1-3-6 0,0-2 0 16,-1-3 0-16,1 0 4 0,0-4-3 0,-2 1 4 15,-1-3-3-15,1 1 4 0,-2-2-10 0,-1-1 19 16,-3-6 5-16,13 2-16 0,-19-7 16 0,6 0 2 16,4-2 9-16,-4-2 1 0,2-3 8 0,3-3 1 15,-1-1-8-15,4-7 15 0,5-2-1 0,0-2-9 16,6-1-6-16,2-3-1 0,11-10-7 0,-5 11-9 0,4-2 4 0,4-7 0 15,-3 10 4-15,3 5-9 0,1 1 1 0,1 1 8 16,2 2-3-16,1 2-12 0,2 3 0 0,-2 0 1 16,2 4-1-16,-3 1-3 0,-3 1 6 0,-3 4 3 15,-3 0-1-15,-6 4-8 0,-2 0 3 16,1 0 1-16,-5-1-2 0,2 0 7 0,-2 4-18 16,0-1-33-16,-5 1-37 0,5-2-19 0,-5 2-2 0,0 0-13 0,-1 8-25 15,-1 0-31-15,-5-1-45 0,-1 2-60 16,-1 3-283-16,-5 0-595 15,4-5 264-15</inkml:trace>
  <inkml:trace contextRef="#ctx0" brushRef="#br0" timeOffset="37239.75">21541 3076 225 0,'0'0'202'0,"-9"0"-19"0,5 3-19 0,4-3-28 16,0 0-8-16,-6 1-12 0,6-1-15 0,0 0-7 15,0 0-9-15,0 0-10 0,0 0-8 0,-6 1-9 16,6-1 3-16,0 0-15 0,0 0-5 0,0 0-2 15,0 0-5-15,-4 3-3 16,4-3-6-16,0 0 3 0,0 0-2 0,0 0-4 16,0 0 1-16,0 0-2 0,0 0 5 0,0 0 2 15,0 0 0-15,0 0-2 0,0 0 5 0,0 0 0 16,0 0 2-16,0 0 4 0,0 0 0 0,0 0 3 16,0 0 7-16,0 0 2 0,-4 3-1 0,4-3-2 15,0 0 1-15,0 0 0 0,0 0-3 0,0 0 0 16,0 0 4-16,0 0-1 0,0 0 12 0,23-8-11 0,-3 6-2 15,12 1-4-15,4-4-5 0,19 0-1 0,9-4-7 0,1 5-2 16,31-4-7-16,4-4 2 0,-2 0 4 16,8 3 13-16,5 1 13 0,0-2 11 0,4-2-5 15,-11 7 7-15,-6-5 1 0,-4 3 2 0,-37 2-1 16,-2 0 7-16,-18 3-14 0,4-3 3 0,-7 1 1 16,-3 2 4-16,-10-3 3 15,-4 2 0-15,-4 1-3 0,1 1-1 0,-10 0-13 16,3 1 0-16,-1-1-5 0,2-1-12 0,-8 2-20 15,7-1-30-15,-7 1-43 0,8 0-38 0,-8 0-42 16,0 0-52-16,0 0-54 0,0 0-63 0,0 0-273 16,0 0-627-16,0 0 278 0</inkml:trace>
  <inkml:trace contextRef="#ctx0" brushRef="#br0" timeOffset="38743.61">22277 3759 180 0,'0'-7'209'15,"0"0"-15"-15,0 0-17 16,-4-1-14-16,0-1-34 0,0 1-12 0,-2-1-9 16,-1 1-11-16,-2 4-10 0,-4-4-10 0,0 5-10 15,-6 0-6-15,0-1-10 0,-4 3-3 0,-5-2-3 16,-2 3-5-16,0 1-3 0,3 5-10 0,-1-3 0 16,6 1 0-16,-2 4-9 0,2-1 6 0,2 0-4 15,0 3-4-15,1 1-5 0,1-1 4 0,6 4-5 16,-4-1 2-16,7 4 0 0,2-6-2 0,-2 3-4 0,2 0 3 15,5-2-1-15,0 5 6 0,5-4 1 0,2-4 5 0,1 8 1 16,2-8 5-16,6 3 2 0,4-3-2 0,-1-1 5 16,2-1-3-16,0-5-3 0,3-2 1 0,3-1 3 15,-3-2 4-15,-3-3 12 0,7-5 7 16,-10 2 11-16,7-7 5 0,4-5 7 0,-9-1-1 16,1 0 8-16,-1-2-1 0,-4-2 2 15,-2-3-7-15,0-3-5 0,-1 3-3 16,0-2-8-16,-2-1-7 0,-1-2-2 0,1-12-9 15,-2 10-5-15,-4 2-4 0,1-2-6 0,2 1 0 16,-4 5 8-16,-1 4 8 0,1 1-2 0,-2 8 6 16,-1 2-2-16,1 3-2 0,0 5-4 0,0 2-1 15,0-2-10-15,0 2-10 0,0 0-33 0,0 3-25 16,0 2-1-16,0 0 2 0,0 0 1 0,-8 19 6 0,4-2 2 0,-1 7 13 16,-5 2-7-16,1 4 2 0,3 3-1 0,-1 1 9 15,1 1-1-15,1-1 5 0,2 0-1 0,3 2 7 16,4-2-1-16,0-3 2 0,5 1 0 0,1 1 5 15,2 1-3-15,0-8-2 0,3-2-1 0,1-4 0 16,-3-6 4-16,2-4 2 0,-2-2-2 0,1-2 1 16,-1-1 1-16,5-3-2 15,0-7 8-15,0-3-6 0,0 0-3 0,-1-3 1 16,-1-3 6-16,2-9 3 0,-1 1-1 16,0-2 0-16,-3-3-1 0,-1 1 7 0,1-2-9 15,-4-3 2-15,-1 0-7 0,1-6 3 0,1-7 4 16,-4 9 0-16,0-11-1 0,-2 9 11 0,-1 1 6 0,-2 4 13 15,-1 4 17-15,1 2 9 0,0 6 5 0,0 2 13 16,-2 4 7-16,0 3-11 0,1 1-7 0,0 4 11 0,-1 0-12 16,0 1-10-16,1 0-7 0,-1 2-17 0,0 3-8 15,-1-6-34-15,1 6-19 0,0 0-2 0,0 0 5 16,-6 13-5-16,2-1 5 0,-1 8 7 0,-3 5 3 16,-1 6-7-16,3 4 5 0,-7 9-2 0,3 1 5 15,-1-10 2-15,4-1-2 0,-2 2 11 0,1-1-8 16,3-3 4-16,-1-2 4 0,-1 2-4 0,4-4 4 0,1 1 1 0,-2-3 6 15,3 0-7-15,-1-9 3 0,2-1 0 0,0-3-1 16,0-4 6-16,0 2-7 0,0-5 16 0,0 2-11 16,0-2-6-16,0-2 10 0,0 0 11 0,-2 1 8 15,2-5 9-15,2 5 3 0,-2-5 1 0,2 4 3 16,-2-4 2-16,0 3 6 0,0-3 2 0,0 0-6 16,3 4-8-1,-3-4-6-15,11-5 0 0,2 2-4 0,0-2-20 16,6 0-27-16,1-2-24 0,5-3-48 0,0 0-39 15,3-1-46-15,-2-2-53 0,-1 3-58 0,0-5-60 0,-6 3-250 16,-3 5-643-16,1-4 284 0</inkml:trace>
  <inkml:trace contextRef="#ctx0" brushRef="#br0" timeOffset="38997.25">22466 3559 81 0,'0'0'240'0,"-7"0"-10"15,7 0-2-15,-6 3 3 0,6-3-5 0,0 0-14 0,-3 1-19 16,3-1-12-16,0 0-15 0,30 0-16 0,-3-3-12 0,10 2-15 0,14 0-22 15,6-3-45-15,5-1-51 0,-3 1-60 16,2-4-77-16,3 1-264 0,-4-3-429 0,-5 1 190 16</inkml:trace>
  <inkml:trace contextRef="#ctx0" brushRef="#br0" timeOffset="40485.61">17540 2075 68 0,'0'0'93'0,"0"0"-4"16,0 0-18-16,0 0-4 0,-5 23-4 0,0-12-10 15,4 4 3-15,-7 11 6 0,0 1 5 0,1 5 12 16,-5 12-10-16,2 5 7 0,0 0-1 16,2 4-10-16,-2 5 5 15,0 0 3-15,-2 23 2 0,7-27-9 0,1 2-1 16,-2 2-5-16,1 0 4 0,-1 3 0 0,2 23 5 16,-2-28-1-16,3 0 1 0,0-2 0 0,3-1-1 15,-3 0 9-15,2-3-8 0,0-1 2 0,0-13-3 16,-1 10 3-16,2-12-9 0,2 1 5 0,-2-2-8 15,1 2-2-15,-2-4-2 0,3 3-8 0,-2 0-3 16,3 0-3-16,-3-4-3 0,0 0-4 0,0 0-3 0,-2-3-2 16,4-1-4-16,-2-5 1 0,0-2-6 0,0-4 1 15,0-2-2-15,0-1-5 0,0-2 1 0,0 1-4 16,-2-4 3-16,2 2-2 0,0-4 1 0,-1-1-6 16,1 3 3-16,0-7-4 0,0 8 5 0,-1-5 8 15,1-3 13-15,0 0 0 0,0 0 3 0,-1 7 2 0,1-7-1 16,0 0 0-1,0 0-2-15,1 6-7 0,-1-6 3 0,0 0-13 16,0 0 3-16,0 0 1 0,0 0-8 0,0 0-4 16,0 0 3-16,0 0 1 0,0 0-5 0,0 0 2 15,1 4-5-15,-1-4 2 0,0 0-2 0,0 0 1 16,0 0-1-16,0 0-1 0,0 0-4 0,0 0 5 16,-2 5-3-16,2-5 0 0,0 0 1 0,0 0-2 15,0 0 3-15,-3 8 0 0,3-8-5 0,0 0 3 0,-1 4-3 16,1-4 1-16,-4 4-1 0,4-4 8 0,0 8-8 0,-2-3 1 15,0-1 2-15,1 1 0 0,1-5-3 16,-4 9 2-16,3-6 6 0,1-3-6 0,-3 8 2 16,3-8-3-16,0 5-2 0,0-5 1 0,0 0 0 15,-2 6 3-15,2-6 5 0,0 0 8 0,-3 3 11 16,3-3-5-16,0 0-1 0,0 0 1 0,0 0 2 0,0 0-7 0,0 0 2 16,0 0-1-16,0 7-3 0,0-7-1 0,0 0-4 15,0 0-6-15,0 0 5 0,0 0 0 0,0 0 4 16,0 0-11-16,0 0 0 0,0 0 1 0,0 5 3 15,0-5 8-15,0 0-14 0,0 0 3 0,0 0-1 16,3 4 0-16,-3-4 0 0,0 0 3 0,0 0 0 16,0 0-3-1,0 0-2-15,0 0 5 0,0 0 3 0,0 0 9 16,0 0-4-16,0 0 0 0,0 0 1 0,0 0-1 16,0 0 0-16,0 0 3 0,0 0 1 0,0 0-3 15,0 0 1-15,0 0-3 0,0 0 7 0,0 0-4 16,0 0-3-16,29-4-2 0,-6 0-21 0,9-4-36 15,4 0-44-15,16-3-59 0,-2-7-99 0,1-1-339 16,7-5-637-16,-5 0 282 0</inkml:trace>
  <inkml:trace contextRef="#ctx0" brushRef="#br0" timeOffset="41528.75">17536 2106 55 0,'0'0'270'16,"0"0"-15"-16,0 0-13 0,-6 0-20 0,6 0-16 0,0 0-12 15,0 0-25-15,0 0-16 0,0 0-16 16,0 0-14-16,22-4-16 0,-8 3-5 0,13-6-18 0,0 4-5 0,12-4-16 16,19 0-30-16,-5-1-57 0,7 2-71 0,1 0-95 31,-3 1-175-31,5-1-394 0,-4-1 175 0</inkml:trace>
  <inkml:trace contextRef="#ctx0" brushRef="#br0" timeOffset="43270.47">23492 2025 47 0,'-3'-3'161'0,"3"3"5"0,0 0-12 0,0 0-2 16,-4-3-14-16,4 3-2 0,0 0-12 0,0 0-5 15,0 0-16-15,0 0-3 0,0 0-11 0,0 0-19 16,0 0 1-16,0 0-12 16,0 0-5-16,0 0-3 0,0 0-3 0,0 0-14 15,0 0 0-15,0 0-9 0,0 0 6 0,0 0-7 16,0 0 0-16,13 7 0 0,-2-6-3 16,7 2-2-16,2-2-5 0,0 2 2 0,6-1-10 15,4 1-3-15,-7-1-2 0,-3-2-2 0,8 0-2 16,-7 0 3-16,0-2-4 0,0 1 0 0,-2-2 1 15,0 2 3-15,-2-2-4 0,-6 2 2 0,2-2 4 0,-3 0 7 0,-1 1 9 16,-5-1 0-16,4 1 6 0,-2-1 6 0,-1 3 8 16,-1-4 7-16,1 1 17 0,-3 1 11 0,0-2 6 15,-2 4-8-15,4-4-6 0,0 2 6 0,-4 2 0 16,1-4-8-16,-1 4-1 0,4-3-10 0,-4 3-1 16,4-1-2-16,-4 1-4 0,0 0-5 0,3-3-5 15,-3 3-1-15,0 0-11 0,0 0 2 0,0 0-7 0,4-3 0 16,-4 3-6-16,0 0-1 0,0 0-7 0,0 0 0 15,0 0-9-15,0 0-8 0,0 0-4 0,0 0 2 0,-1 10-4 16,0-4 2-16,-2 4 2 0,2 2 1 16,-4 8 0-16,0 6 2 0,1 8 4 0,-4 0 2 15,2 17 4-15,-4 1 1 0,2 0-2 0,0 3 1 16,8 0 3-16,-5 5 4 16,1-4-3-16,4 3 1 0,-5-1 2 0,4-3-2 15,1-1 0-15,-2-1 4 0,0 0 1 0,2 0 3 16,0 1-3-16,-4-3 3 0,0 2 1 0,-1-5-4 15,0 2 4-15,0-5 0 0,-2 1 0 0,1-10-3 16,1 10 3-16,-4-12 3 0,-1-1 3 0,1 2-6 16,1-5 3-16,-2 2-2 0,1-3-1 0,0 1 9 15,2-1-4-15,-3-3 3 0,4 2-4 0,0-3 5 0,-1 0-4 16,0 1 16-16,1-2-12 0,2 1 1 0,0 1-1 16,0-9 2-16,0 1-3 0,-1-1-1 0,3 1-2 15,-1-2-5-15,-1 1 2 0,0-1 6 0,2-2 0 16,-2-1-1-16,4-1-5 0,-3 0 3 0,-2 0-2 15,5-2-3-15,-5 0 1 0,4 2-2 0,-3-3 0 16,4 3-2-16,-4 0 3 16,3 1 7-16,-3-1-9 0,1-1 0 0,1-1 0 15,-2 3-2-15,-1-1 2 0,3-2-7 0,0 0 0 16,2-3 3-16,-4 2-1 0,3-2-1 0,-1-2 0 16,2-5-2-16,-2 12 1 0,2-12 3 0,-2 7-3 15,2-7 0-15,0 8 0 0,0-8 7 0,0 0-4 16,-3 5 4-16,3-5-4 0,0 0 1 15,0 0 3-15,0 0 6 0,0 0-14 0,0 6 0 0,0-6 3 0,0 0-3 16,0 0 3-16,0 0-7 0,0 0 10 0,0 0-8 16,0 0 6-16,-4 7-2 0,4-7-2 0,0 0 0 15,0 0-2-15,0 0-2 0,0 0 6 0,0 0 5 16,0 0 14-16,0 0 8 0,0 0 13 0,0 0 10 16,0 0 3-16,0 0 1 0,0 0-9 0,0 0 13 15,0 0-5-15,0 0-1 0,0 0 0 0,0 0-6 0,0 0-7 0,0 0-3 16,0 0-8-16,0 0-6 0,0 0-1 15,0 0-25-15,0 0-20 0,0 0-33 0,0 0-40 0,0 0-53 16,0 0-47-16,0 0-54 0,0 0-56 0,5-21-69 16,-5 21-200-16,-1-12-620 0,-1 6 274 0</inkml:trace>
  <inkml:trace contextRef="#ctx0" brushRef="#br0" timeOffset="43724.89">23246 4078 84 0,'0'0'181'16,"-10"3"-10"-16,10-3-6 0,0 0-14 0,-12 3-8 15,12-3-9-15,-6 1-4 0,6-1-7 0,0 0-9 16,-12 3-6-16,12-3-7 16,-5 3-5-16,5-3-12 0,-4 3-3 0,4-3-1 15,0 0-2-15,-6 2-6 0,6-2 5 0,0 0 1 16,0 0 2-16,-4 4 7 0,4-4-8 0,0 0 2 16,0 0-5-16,0 0 1 0,0 0-4 0,0 0 0 15,0 0-1-15,0 0-1 0,0 0-6 0,27 2-2 16,1-2-5-16,5-2-4 0,3 2-5 0,20-1 3 15,-1 2-14-15,-1 1-4 0,0 1-6 0,2-1-2 0,-18 1-2 16,-2-2-2-16,-2 1-1 0,-4 1-3 0,-10-2-1 16,1 0-9-16,-9-1 5 0,1 2 1 0,-4-2-3 15,-9 0 1-15,14 1-5 0,-14-1 5 0,10 1 9 16,-10-1 3-16,0 0-5 0,0 0 4 0,0 0-13 16,9-5-14-16,-9 5-19 0,0 0-25 0,0 0-27 15,-19-14-39-15,19 14-44 16,-9-11-71-16,4 7-290 0,-3-6-562 0,3 3 249 15</inkml:trace>
  <inkml:trace contextRef="#ctx0" brushRef="#br0" timeOffset="77828.64">3419 7442 102 0,'0'0'120'0,"0"0"-13"0,-5-2-1 16,5 2-5-16,0 0-10 0,-6-1 0 0,6 1 2 16,0 0-5-16,0 0-1 0,0 0-5 0,0 0 6 15,-7-2-9-15,7 2-3 0,0 0-6 0,0 0-1 16,0 0-2-16,0 0-8 0,0 0-6 0,0 0-4 15,0 0 3-15,0 0-6 16,0 0 4-16,0 0 1 0,0 0 6 0,0 0 15 16,0 0-6-16,0 0-5 0,0 0-7 0,0 0-3 15,0 0-6-15,23-2 0 0,-5-1-5 0,9-2-6 16,1 1-2-16,5-2-3 0,3 2-5 0,-3-1-18 16,0 3-24-16,-2-1-31 0,-3-1-43 0,4-1-49 15,-13 1-64-15,-1 3-127 0,-1 1-358 0,-3-3 158 16</inkml:trace>
  <inkml:trace contextRef="#ctx0" brushRef="#br0" timeOffset="78261.03">3376 7661 2 0,'0'0'230'0,"-3"2"-18"16,3-2-10-16,0 0-29 0,0 0-19 0,3 5-13 16,-3-5-7-16,11-1-12 0,-3 2-10 0,5-2-7 0,7 2-4 15,0 1-6-15,6-1-9 0,5-1-7 16,-2 0-7-16,2 0-8 0,-1-1-6 0,-1 1-5 15,-3 1-8-15,-4-2-22 16,0 1-17-16,-4 0-32 0,-4-2-28 0,-2 1-38 16,2-1-38-16,-3 0-55 0,-5 2-112 0,-1-3-322 15,-5 3 142-15</inkml:trace>
  <inkml:trace contextRef="#ctx0" brushRef="#br0" timeOffset="78893.7">3717 7304 278 0,'-1'-4'291'16,"1"4"-27"-16,0 0-21 0,0 0-32 0,1-4-18 15,-1 4-23-15,0 0-19 0,0 0-19 0,0 0-13 16,0 0-15-16,0 0-10 0,0 0-10 0,12 9-8 0,-6-6-10 0,0 2-7 16,3 2-5-16,-1 1-11 0,1-3-6 0,2 2-12 15,3 5-11-15,-1-4-8 0,2 2-13 0,-1-3-11 16,-1 1-9-16,2-3-8 0,2 3-5 0,-7-3-3 15,3-2-2-15,-2 2 5 0,1-4 0 0,-2 4 8 16,-2-5 4-16,-2 0 8 0,2 0 15 0,-1 0 22 16,-7 0 16-16,11-2 17 15,-6 0 15-15,0 1 14 0,-1-4 14 0,-3 4 17 16,3-3 4-16,-4 4 13 0,4-8 8 16,-3 4 5-16,-1 4-4 0,0 0-13 0,4-4-6 15,-4 4-20-15,0 0-20 0,0 0-15 0,2-1-27 0,-2 1-18 16,0 0-7-16,-6 17 3 0,-3-4 6 0,-2 12-13 15,-4 6-2-15,-7 12 3 0,-1 4 1 0,-3 0-1 16,4 5 1-16,-1-4-1 0,0 2-3 0,2-1-2 0,0-3 4 16,5-13-5-16,1-1 4 0,-1-1 1 0,3-3-1 15,3-3-1-15,1-7 1 0,4-3-3 0,1-3-1 16,0-2 12-16,-1-3 16 0,4-1 22 0,-3-1-3 16,4-1 29-16,-1-1 0 0,-2 0 22 0,3-3 19 15,0 5-4-15,-1 0 5 0,1-5 0 0,-4 1-4 0,4-1-5 16,0 0-5-16,0 0-12 0,0 4-10 0,0-4-6 0,0 0-9 15,0 0-20-15,0 0-37 0,0 0-45 0,0 0-30 16,0 0-75-16,0 0-73 0,0 0-63 0,9-14-77 16,0 10-101-16,-4-3-237 0,3 1-747 0,-1-2 331 15</inkml:trace>
  <inkml:trace contextRef="#ctx0" brushRef="#br0" timeOffset="80413.23">5705 7336 140 0,'-5'-1'161'0,"0"-3"-11"0,-4 1-13 0,2-3-10 16,-3 2-11-16,-2 1-13 0,-1 1-7 0,-5 0-16 15,0-1-1-15,0 3-7 0,0 0-2 0,-2 3-10 0,-2-1 1 16,0 1-9-16,-3 3-7 0,3 0 3 0,-5 4-7 0,-1-1-4 15,5 1-3-15,1 5-2 0,3-2-8 0,-3 1-5 16,3 4-2-16,5-3 9 0,4-1-4 0,1 4-9 16,1 0 2-16,3-3-5 0,4 4 3 0,1-4-4 15,4 3 5-15,2 0 5 0,4-3-3 0,3 2 6 16,10-2 0-16,1-4-5 0,4-1 5 0,3 0 0 0,0-8-5 0,1-2 1 16,0-1 0-16,0 0-3 0,-2-6 0 15,5-2-6-15,-6-2 6 0,1-1 2 0,-4-3 12 16,3-2 4-16,-8 0 18 0,0-4 11 0,-1-4 14 0,-7-1-3 15,2-1 6-15,-3-2 8 0,-6-2 4 0,3-15 1 16,-9 9-4-16,-5-11-10 0,4 1-6 16,-7-5-7-16,3 4-4 15,-3 2 12-15,3 12-16 0,-5 5 15 0,2 0 14 16,3 3 16-16,-5-1 9 0,5 10-5 0,0 0-4 16,0 6-4-16,2 0-7 0,-1 3-3 0,0 2-14 15,3 0-15-15,0 2-17 0,-2-2-38 0,3 6-40 16,-2-1-1-16,2 1 5 0,0 16 2 0,0 3-1 15,2 11 2-15,1 7 9 0,2 11 1 0,1 3 0 0,2 5 4 16,0-5 7-16,3 2-3 0,-6 0-3 0,6-9 5 0,-3-9 6 16,0 1-2-16,-4-1 0 0,1-5-4 0,3-1 9 15,-2-2-4-15,-1-9-2 0,-1 1 6 0,0-3 1 16,0-4-3-16,-3 1 2 0,2-4 0 0,-2-2 1 16,-1 2-3-16,1-4 0 0,4 2 3 0,-5-3 4 15,0 1 11-15,0-1 4 0,0-4 5 0,3 3 12 16,-3 2 2-16,0-5 4 15,0 0 2-15,0 0-3 0,1 4-10 0,-1-4 4 16,0 0-5-16,0 0 0 0,0 0-2 0,0 0-5 16,0 0 3-16,0 0-33 0,0 0-42 0,0 0-47 15,0 0-45-15,-4-16-35 0,2 11-47 0,-1 0-59 16,2-2-313-16,-3-5-642 0,-1 2 284 0</inkml:trace>
  <inkml:trace contextRef="#ctx0" brushRef="#br0" timeOffset="81152.72">5820 6543 203 0,'1'-2'213'0,"2"-2"-12"15,-2 1-16-15,3-2-22 0,0 2-13 0,1 1-14 16,1-1-13-1,1 2-8-15,-1-2-13 0,1 1-3 0,2 0-10 16,1 2-10-16,1 0 11 0,2 0-5 0,-3 2-10 16,2 4-4-16,0 0-8 0,-1 1-6 0,3 2-5 15,-2 3-7-15,-3 1-3 0,0 2-4 0,-1 2-3 16,-3-2-4-16,0 1-1 0,-1-3-3 0,-4 4 0 16,-2 1-4-16,-1-3 0 0,-1 0 0 0,-1 0 1 15,-3-4 3-15,2 2 3 0,-2-2 2 0,1-1-3 0,-1-1 2 0,0-1 1 16,2 0-4-16,-1-2-1 0,4-1-1 15,-1 0-1-15,1-3-1 0,0 1 1 0,3-3 17 16,-3 2 16-16,0 1 5 0,3-3-4 0,0 0 0 0,0 0-5 16,10 5-7-16,2-6-3 0,1-1-6 0,9 0-5 15,4-1-3-15,4 1 9 0,-2-2-4 0,0-2-3 16,4 4-12 0,-3 2-3-16,-7-3-2 0,1 1-1 0,-4 0 0 15,-6 1-1-15,-3 1-2 0,2-1 2 0,-6 1 4 0,2 0 1 16,-8 0 13-16,9 0-3 0,-9 0-5 15,6-1-8-15,-6 1-2 0,0 0-15 0,0 0-23 16,0 0-19-16,0 0-24 0,-24 5-30 0,12-3-40 16,3 3-47-16,1 0-49 0,1-2-68 0,-1-1-174 15,3 3-516-15,3-3 229 0</inkml:trace>
  <inkml:trace contextRef="#ctx0" brushRef="#br0" timeOffset="82039.52">6235 7096 261 0,'0'-2'299'0,"0"2"2"15,0 0-15-15,0-6-15 0,0 6-8 0,0 0-30 0,4-4-17 0,-4 4-22 16,0 0-18-16,0 0-20 0,0 0-14 0,0 0-18 15,0-5-14-15,0 5-23 0,0 0-8 0,0 0-12 16,0 0-10-16,5 10-12 0,-1-5-11 0,0 1-6 16,1 4-8-16,-1 0-4 0,1-1-4 0,4 7-11 15,-3-4-11-15,2 3-5 0,1-2-7 0,-1 1-2 16,-2-6-8-16,2 5 2 16,-2-5-1-16,3 0 5 0,-4 0 1 0,-1-3 1 15,0-1 7-15,-2 0 10 0,2-1 21 0,-1-2 1 16,-3-1-4-16,0 0 7 0,11-11 14 0,-6 2 10 15,-1 1 5-15,-3-4 6 0,3-5-1 0,0 2 2 16,1-2 13-16,-4 4-5 0,1-2 2 0,-1 3-1 16,0 0 1-16,2-2 8 0,-3 3 4 0,1 2-7 15,0 0 8-15,-1 3-9 0,2-4-7 0,-2 5-7 0,0 1-7 0,1 2-14 16,-1 2-20-16,0-5-19 0,0 5-28 0,0 0-14 16,0 0 10-16,0 0-5 0,0 0 2 0,0 21 3 15,-1-4-1-15,-2 3 6 0,2 9-1 0,0 0 5 16,-3 2 1-16,2 5 2 0,-1-2 6 0,-2 12 3 15,2-11 5-15,2 0-1 0,-1 2 5 0,4-3 1 16,-2-1 5-16,2 3-6 0,1 7 5 0,-2-8 3 0,4-3-6 0,-2-4 2 16,-1 2 0-16,1-5 5 0,-3-4 1 0,2-3 6 15,0 0-8-15,-1-2-2 0,-1-4 4 16,0-1-1-16,0 3 0 0,-1-5 2 0,1-3 0 16,-2 1 3-16,0 2 3 0,-1-4 7 0,1 0-4 0,-3 3 5 15,1-4 9-15,-1 0-7 0,-3-3-2 0,0 2 7 16,-2-3-6-1,-1 0 2-15,0-3 2 0,-1 2-7 0,0-4 16 16,-2 0 1-16,5-5 8 0,-5-4-4 0,4 0-1 16,1-4 9-16,0-8-3 0,1-2-1 0,5-2 0 15,0-5-6-15,6 2 13 0,4-2-23 0,2 4-5 16,0-2-4-16,4 3-1 0,2 2 0 0,3 3-2 16,4-3-5-16,0 5 3 0,-1-1-3 0,3 3 5 15,2 0 15-15,-3 2-5 0,0 2 4 0,-5 5 9 0,-4 2 11 0,-1 3 6 16,-4-1 6-16,0 2-3 0,-4 3 5 0,0-1-9 15,1 2-5-15,-2-1-7 0,0 0-5 0,-2 1-13 16,-2 2-30-16,4-2-36 0,-4 2-54 0,3-3-41 16,-3 3-11-16,0 0-28 0,-5 10-54 0,-4-3-93 15,-3 1-355-15,1 3-738 0,-2-4 326 0</inkml:trace>
  <inkml:trace contextRef="#ctx0" brushRef="#br0" timeOffset="82703.58">5334 8293 24 0,'-8'-1'199'0,"8"1"-13"16,-7 1-13-16,7-1-6 0,0 0-10 0,0 0-8 16,-9-1-11-16,9 1-8 0,0 0-8 0,0 0-10 15,0 0-11-15,0 0-6 0,0 0-10 0,0 0-9 0,0 0-3 0,0 0-8 16,0 0-4-16,0 0-7 0,0 0-6 0,0 0-1 15,0 0-4-15,-5 2-1 0,5-2-2 16,0 0 2-16,0 0-6 0,0 0 0 0,0 0 0 0,0 0-6 16,0 0 1-16,0 0-5 0,0 0-4 0,0 0-2 15,0 0-2-15,0 0 3 0,0 0 3 0,0 0 1 16,0 0 8 0,0 0 7-16,0 0 6 0,31 0 1 0,-1-5 3 0,6 1-3 15,23-5 3-15,5 1 1 0,34-8 0 0,3 2 4 16,4 2 14-16,5-1-4 0,5 1-1 15,3 1 8-15,-5-1-5 0,-2-1 7 0,-10-1 16 16,-5 3-4-16,-5-1 4 0,-31 4-2 0,-4 2-6 0,0-1 1 16,-5 0-11-16,-11 2-7 0,-8 0-13 0,0-1 6 15,-10 3-8-15,-3 0-3 0,-4 0-4 0,-5 1-8 0,3 2-2 16,-8-2-13-16,0 0-30 0,1-1-23 0,-3 2-35 16,-3 1-55-16,0 0-49 0,0 0-52 0,-24-1-69 0,6 4-325 15,-1 0-669-15,-3 0 296 0</inkml:trace>
  <inkml:trace contextRef="#ctx0" brushRef="#br0" timeOffset="83837.47">6129 9032 132 0,'5'-5'205'0,"-3"3"8"0,0 1 2 0,-2 1 0 16,4-5-7-16,-4 5-8 0,0-6-12 0,0 6-15 15,-1-6-16-15,1 6-23 0,-5-5-9 0,1 1-15 0,-4 1-13 0,-2 0-14 16,-2-1-10-16,1 4-10 0,-8 0-8 0,0 0-10 16,-1 0-2-16,0 4-10 0,-3-2-4 0,-4 4-4 15,0-1-1-15,3 6-6 0,4-6-3 0,-2 0 1 16,4 5-7-16,0-4-5 0,0 3 0 0,0 0-2 16,4 0-1-16,-2 2-4 0,4-1 5 0,3-1-4 15,-1 6 1-15,5-8-1 16,2 4 2-16,1-1-6 0,0 1 11 0,2-4-4 15,6 4 0-15,0-2 5 0,3 0 1 16,6 0-1-16,-2-3 0 0,6 0 3 0,-1-5-4 16,1 2-3-16,4-2 5 0,-1-1-1 0,-3-4-1 0,3-1 3 15,-4 0 5-15,2-5 3 0,3-5 9 0,-6 4 14 16,-1-2 20-16,2-8-6 0,-4-1 11 0,4-2 10 0,-6-2 11 16,-2-1 5-16,-2-2-3 0,-3-4-2 0,-1-1 8 0,-3-13 7 15,-1-2-1-15,0 0 4 0,0 1 2 0,-4 0 10 16,3 2-7-16,-3 12 4 0,3 1 4 0,-4 5 6 15,1 2-3-15,0-1-5 0,0 11 8 16,3-1 0-16,-2 5 2 0,2 2-6 0,0 0-11 0,-2 3-13 16,3 2-17-16,-4-1-14 0,4 1-50 0,0 3-38 15,-5-2-49-15,5 4-57 0,0 0 16 0,-1 17 10 0,1 0-3 16,0 12 13-16,1 17 17 0,3 3 7 0,0 4 10 0,0 2 7 16,-2-4 7-16,6-3 2 0,2-2 0 0,-5-11 11 15,3-2 2-15,2 0 7 0,-1-3-3 0,-1-1 8 16,1-4 0-16,-3-7 5 0,0-3-2 15,-1 2 1-15,-1-7 15 0,1-2 3 0,-2 2-2 0,0-5 7 16,-2 2-1 0,0-3 3-16,1 0 15 0,-1-1 12 0,1 0 14 15,-2-3 2-15,4 7 1 0,-4-7 6 0,3 1-1 16,-3-1-1-16,0 0-2 0,0 3-10 0,0-3-9 0,0 0-54 16,0 0-49-16,0 0-61 0,0 0-52 0,-3-16-61 15,-1 11-66-15,4-3-71 0,-1-1-252 16,0-2-683-16,0 2 302 0</inkml:trace>
  <inkml:trace contextRef="#ctx0" brushRef="#br0" timeOffset="84276.32">6414 8759 214 0,'4'-1'200'15,"-4"1"-27"-15,10-2-11 0,-10 2-16 0,11 4-10 16,-4-1-8-16,3-1-11 0,-1 6-3 0,0 1-9 16,0 3-6-16,0 0-13 0,0 3-4 0,-1 2-7 0,2 2-5 0,-5-2-4 15,-1 6-8-15,-1-2-6 0,-3-3-1 16,-3 10-3-16,-1-4-3 0,-1-5-2 0,1 0-5 0,-3 4-3 16,-1-7 1-16,0 1-8 0,0-2-1 0,6-3 0 15,-6-3 6-15,3 1 4 0,5-5 7 0,-4 0 13 16,3 2 27-16,-2-2 33 0,2-2 48 0,1-3 52 15,0 0 32-15,0 0 0 0,0 0-28 0,0 0-22 16,5-20-22-16,3 3-11 0,1 2-23 0,1-10-17 16,3 0-11-16,1-2-14 0,0-2-18 0,0-1-18 15,4 0-12-15,-3-2-12 0,1 6-1 0,-1 4-6 0,-6 7-8 0,0 0 1 16,-3 5-7-16,-1 3-7 0,-1 0-2 0,1 3-21 16,-2-2-31-16,0 4-18 0,-3 2-19 0,0 0-4 15,7 8 7-15,-2 4 7 0,-1 4 1 0,-3 2 10 16,3 8 10-16,0-1-4 0,0 4 8 0,-3-1 1 15,4-1 5-15,3 0 11 0,-2-2 3 0,2-2 1 16,1-4 6-16,0-2-18 16,1-2-23-16,2 1-22 0,-2-1-33 0,-1-6-40 15,4 0-61-15,-1-7-89 0,0 0-296 0,0-4-646 16,1-1 286-16</inkml:trace>
  <inkml:trace contextRef="#ctx0" brushRef="#br0" timeOffset="84811.16">6907 8487 5 0,'0'0'311'0,"-2"-5"-16"0,2 5-27 0,0-4-16 16,0 4-24-16,0 0-22 0,0 0-26 0,0 0-17 16,9-1-18-16,-9 1-13 0,6 1-17 0,1 2-14 15,-2 1-10-15,1 5-10 0,2-2-8 0,-2 3-8 0,1 0-4 0,-2 6-9 16,-4-3-3-16,4-1-5 0,-1 3-4 0,-2 2-6 16,0-1 0-16,-1-3-3 0,-2-1-1 0,1 0-2 15,-2 0-2-15,1-5 10 0,-4 5-9 0,5-5-4 16,-1-2-3-16,-3 1 2 0,4 0 1 0,-1-1 0 15,1-2-1-15,-4 0 4 0,4-3 20 0,0 6-8 16,0-6 13-16,-1 3 10 0,1-3 13 0,0 0 5 16,0 0 7-16,0 4 16 0,0-4 6 0,0 0 7 15,0 0-3-15,0 0 9 16,0 0 2-16,0 0-4 0,1 4-7 0,-1-4-8 16,0 0-11-16,0 0-8 0,15-4-3 0,-3 2-18 15,7-3-8-15,10-2-3 0,6 0-4 0,1-2-6 16,2 3-6-16,13-3-1 0,1 2-10 0,-15-1-4 15,3 6 3-15,-7-5-5 0,3-1 6 0,-4 6-9 16,-4-3-3-16,-10 2 3 0,-2-1-1 0,-3 1-1 16,1 2 1-16,-6 0-1 0,-2-1 1 0,1 1 15 0,-2-2 12 0,-5 3 4 15,9 0-7-15,-9 0 5 0,6 0-5 0,-6 0-14 16,0 0-20-16,4-2-42 0,-4 2-54 0,0 0-62 16,0 0-79-16,0 0-104 0,0 0-104 0,0 0-337 15,0 0-840-15,0 0 372 0</inkml:trace>
  <inkml:trace contextRef="#ctx0" brushRef="#br0" timeOffset="85595.04">7966 7925 40 0,'-6'3'171'0,"6"-3"-16"0,0 0-16 15,-1 1-17-15,1-1-1 0,0 0-5 0,0 0-1 16,0 0-3-16,0 0-7 0,0 0-1 0,0 0-2 16,0 0-9-16,0 0-2 0,0 0-7 0,0 0-5 15,0 0-7-15,-4 4-1 16,4-4 4-16,0 0 3 0,0 0 5 15,0 0 0-15,23-1-4 0,-11-2-1 0,3 2-5 0,3-2-10 16,11 1-2-16,0-2-4 0,1 0-5 0,5 0-6 16,2 0 1-16,-3 1-2 0,5-1 0 0,-5 1-8 15,-1 1 3-15,3-2-5 0,-6 2 0 0,-4-2-2 16,-4 4-3-16,-3-3-2 0,-1 0-1 16,-4 2-7-16,-4 1 1 0,-2 0 3 0,0-1-12 0,-1 1-12 0,-2-2-21 15,-5 2-26-15,8 0-26 0,-8 0-8 0,0 0-25 16,0 0-31-16,0 0-48 0,-15 10-241 0,3-9-460 15,2 2 205-15</inkml:trace>
  <inkml:trace contextRef="#ctx0" brushRef="#br0" timeOffset="85964.97">8175 8168 231 0,'-6'0'225'0,"1"4"-11"0,5-4-9 0,-7 1-11 15,5 0-2-15,2-1-9 0,0 0 0 0,-7 3-4 16,7-3 1-16,0 0-15 0,0 0-10 0,0 0-12 15,0 0-13-15,0 0-12 16,0 0-15-16,32-5-8 0,-10 1 3 0,11-1-21 16,7-2-11-16,12 0-4 0,4-1-5 0,2 2-4 15,-2-1-1-15,0 1-4 0,-1-2-6 0,-5 1 2 16,-14 2-8-16,1 1-4 0,-5 1-1 0,-3-2-3 16,-9 5 8-16,-1-4-15 0,-8 3 2 0,0 0-16 15,-3 0-24-15,0 0-25 0,-3 0-40 0,-1-1-47 16,-4 2-85-16,0 0-324 0,0 0-582 0,-13-4 258 0</inkml:trace>
  <inkml:trace contextRef="#ctx0" brushRef="#br0" timeOffset="88987.8">10857 7756 224 0,'0'-4'226'0,"0"-2"-9"15,0 0 0-15,-2-1-8 0,-2 2-18 0,0 0-19 0,0 0-16 16,-2-5-17-16,-2 5-12 0,-2-2-14 0,-3 1-10 16,0 2-15-16,-6 0-10 0,0 2-9 15,-2-1-2-15,-8 3-17 0,1 0-8 0,-1 4-4 16,-2-3-6-16,0 6-3 0,3-2-1 0,-1 4-5 0,2-2-5 0,7 3 5 15,-1-2-11-15,3 1-2 0,3 0-1 0,-2 3 1 16,4 1-5-16,3-5 4 0,0 6-6 0,5-4-1 16,1 1 2-16,0 2-1 0,4-1 3 0,5-2 1 0,3 2-1 15,2 2 2-15,4-3-2 0,3-1 2 16,5-2 0-16,4-1-2 0,3-1 8 0,-1-5-8 16,1-1 0-16,-1-1 3 15,-9-2-1-15,3-4 2 0,0-1 12 0,-6-2 19 16,7-5-3-16,-5-3 11 0,0-3 10 0,0-2 9 15,-6-1 7-15,-1 0 2 0,1-5 5 0,-1-3 13 16,-2-4-11-16,-4 1-2 0,-1-12 1 0,1 14 0 16,-5-3-8-16,-4-10 14 0,3 11-16 0,-3 2 11 15,0 0 0-15,-2 2-2 0,2 4 13 0,0 1 0 16,0 6 4-16,3 5-6 0,-1 0 1 0,-1 2-2 0,0 5-7 0,3 0-8 16,-1 3-11-16,-1-3-11 0,-1 4-7 0,3 0-17 15,-1 1-29-15,1 3-34 0,-1-5-44 0,1 5-33 16,0 0 5-16,0 0 9 0,-4 23 10 0,1-5 6 15,-2 9 9-15,1 5 7 0,3-1 5 0,-3 6 10 16,3 0 3-16,2-2 2 0,-1 0 10 0,1-2 3 16,2 1 1-16,2 0 7 15,0-2 5-15,-2-2-7 0,2 0 6 0,2-4 1 16,-3-7 11-16,4 6-10 0,-3-8 9 0,-1-3-4 16,-3 1 5-16,4-5-1 0,-4 2 0 0,3-3 4 15,-1 0 4-15,0 1-2 0,-1-4-1 0,-1 1 2 0,2-1-1 16,-3 3-2-16,0-7-1 0,0 5 3 15,0-2 2-15,1-1 1 0,-1-1 0 0,0 2-2 16,0 0 2-16,0-2-6 0,3 1 2 0,-3-4 10 0,0 5-7 0,0-5 4 16,-3 4-3-16,3-4-3 0,0 0 2 0,3 4 3 15,-3-4-1-15,0 0-2 0,0 0 2 0,0 0-3 16,0 5 5-16,0-5-1 0,0 0 2 0,0 0-1 16,0 0 20-16,0 0 0 0,0 0-3 0,0 0 1 15,5 1 3-15,-5-1-7 0,23-5-24 0,-1 1-32 16,10-4-57-16,3 1-86 0,18-5-131 0,-5-3-290 0,-11 2-649 0,-1-1 287 15</inkml:trace>
  <inkml:trace contextRef="#ctx0" brushRef="#br0" timeOffset="89589.23">10127 8286 16 0,'0'0'190'0,"-7"0"-3"0,7 0-1 0,-8 0-5 16,8 0-4-16,0 0-4 0,0 0-6 0,-7 0-10 15,7 0-11-15,0 0-11 0,0 0-6 0,0 0-8 16,0 0 1-16,0 0-8 0,0 0-1 0,0 0-6 16,-6-1-3-16,6 1-11 0,0 0-10 0,0 0-10 15,18-5-4-15,0 0-18 0,13 0-9 0,2-1 0 16,22-4-6-16,8 1-5 0,31-7 1 0,3 6 2 0,7-1 6 15,-2 0 7-15,4 0 10 0,9 0 6 0,-5 1 6 0,2 1 3 16,-9 0-4-16,-11 1-5 0,-28 2-1 0,-6 2-4 16,0 0-6-16,-20 3-10 0,-2-3-9 0,-4 3 3 31,-4-1-4-31,-9-1-7 0,-1 2-2 0,-5 1 6 0,-5-1 2 0,-2 0-29 16,2 1-22-16,-3-1-31 0,-5 1-30 0,7 1-25 15,-7-1-45-15,0 0-63 0,-15 6-99 16,1-5-201-16,-3 3-555 0,1-4 246 0</inkml:trace>
  <inkml:trace contextRef="#ctx0" brushRef="#br0" timeOffset="90438.18">10874 8964 228 0,'0'-8'264'0,"-4"1"-14"15,3 2-21-15,-3-2-23 0,0 0-12 0,-1 0-18 16,-4-1-17-16,3 2-24 0,-5 0-17 0,0 0-11 16,-1 2-9-16,2 1-10 0,-4 1-9 0,-4 2-6 15,-1-2-7-15,-1 4-5 0,0 0-10 0,1 1-4 0,-1 3-4 0,1 1-9 16,1 2-3-16,1 1-6 0,2 0-2 0,-1 2-4 15,5-2-3-15,-2 4-1 0,3 0 0 0,0 0-2 16,5 1-1-16,-1 1-2 0,5-3-1 0,1 0-1 16,3-1 1-16,3 2 2 0,5 1 1 0,2-6 0 15,4 0-4-15,1 0 4 0,2 0-4 0,1-6 2 16,7-3 0-16,-5-1 11 0,5-1 11 0,-9-3 15 0,-1-2 18 0,3 0 19 16,-1-8 18-16,-6 2 13 0,5-5 13 0,-6-3 9 15,0-4 12-15,2-2-22 0,-3-4-1 0,-2-3-7 16,-1-10-10-16,-4-6-11 0,1 0-5 0,-3 2-10 15,-2-5-7-15,-1 4-5 0,3-1 5 0,-8 6-1 16,3 10-1-16,0 4-10 0,2 0 0 0,-3 9 13 16,-1 4 6-1,2 4-1-15,2 3-13 0,-1 1-8 0,-2 1-8 16,3 1-12-16,-1 2-21 0,-2 0-37 0,2 1-40 0,1 4-34 16,0 0 4-16,0 0 10 0,-4 24 2 0,-1 3 9 15,0 5 13-15,1 18 8 0,3-1-4 0,-2 5 10 16,2-4 2-16,2 0 5 0,-1-3 10 0,4-1-3 15,4-10 1-15,-7-6 21 0,8 1-9 0,0-2-3 16,-3-2 7-16,-1-9-1 0,2 1-5 0,-1-1 2 0,1-1 2 16,-4-7 1-16,3 1-16 0,-1 1-9 0,-2-5-31 15,2 3-22-15,-3-4-12 0,-1 0-15 0,-1 0-13 0,1-2-12 16,1-1-27-16,-2 0-16 0,0-3-50 0,0 0-77 16,0 0-216-16,0 0-569 0,-16-9 252 0</inkml:trace>
  <inkml:trace contextRef="#ctx0" brushRef="#br0" timeOffset="90892.31">11089 8679 93 0,'11'-8'230'0,"3"1"-13"0,3-4-10 0,-2 5-13 15,-1 3-15-15,-1 0-14 0,-2 1-20 0,3 4-18 0,-1 2-6 16,1 0-3-16,-1 6-8 0,1 0-14 0,-4 6 2 0,2 1-11 15,-3 6-2-15,-4 1 2 0,-4 2-19 16,-1 0 2-16,-5 4-6 0,-4-1-5 0,0-3-5 16,-5 1-7-16,-2 0-1 0,1-3-6 0,0 0-6 0,2-7-1 15,-2 4-7-15,2-4 3 0,1-4 0 0,2-1-7 16,4 0 6-16,0-3-1 0,-1-4 1 0,5 0 1 0,-2 0 12 16,1 1 23-16,1-2 30 0,2-4 45 0,-4 2 24 15,4-2 28-15,0 0-8 0,0 0-9 0,0 0-24 16,12-15-12-16,-1 0-14 0,2 1-12 0,6-9-10 15,0 0-14-15,2-3-8 0,1-4-6 0,8-8-13 16,-3-4-4-16,-1 2-11 0,-6 9-9 0,-1 1-5 0,-1 1 0 16,-3 3 2-1,-2 4 2-15,-4 6 6 0,-3 7-3 0,-1 0 4 16,-1 2-4-16,0 1-9 0,-3 2-16 0,1 1-19 16,-1-2-25-16,-1 5-8 0,0 0 2 0,0 0-4 0,-6 20 7 15,0-3 4-15,-3 10 1 0,-2 2-2 0,5 3 8 16,-1 1 6-16,2-2 3 0,4 2 2 0,5 0-1 15,3 1-13-15,8-3-1 0,6-2-8 0,15 5-13 16,6-6-40-16,-8-12-68 0,16-2-106 0,0-5-159 0,6-9-273 16,-2-4-749-16,-2-5 331 0</inkml:trace>
  <inkml:trace contextRef="#ctx0" brushRef="#br0" timeOffset="91963.83">13026 7429 53 0,'-3'-9'230'0,"3"0"-8"0,-1 0-6 0,0-3-10 16,-2 4-10-16,-1-2-7 0,0 4-8 0,2-4-13 15,-3 5-13-15,1-1-16 0,0 1-17 0,0 1-11 16,0 2-12-16,-1 0-15 0,-1 1-6 0,-2 1-10 16,1 2-11-16,-4 3-4 0,-1 2-8 0,-3 4-6 15,2 3-7-15,-2 1-1 0,-1 3-5 0,-1 6-2 16,2-2-2-16,2 1-2 16,3 2-4-16,-3-1 0 0,4 3 2 0,4-2-3 15,1 1-2-15,3-7 3 0,1 6-5 0,1-6 1 16,4-3 2-16,2 1 2 0,-2-4 5 0,1-1 2 15,1-3 5-15,3-1 8 0,-3-1 7 0,4-2 8 16,1-4 8-16,1-1 3 0,1-1 10 0,3-4 23 16,2-4-9-16,-4-1-1 0,7-7 14 0,1-1 2 15,-6 0 10-15,1-4 3 0,-3 0-10 0,0 1 8 0,-2-1 5 0,-2 5-5 16,-2 1-7-16,-1-1 3 0,0 2 0 0,-2-2 2 16,-2 6 2-16,0 3-10 0,0-1-3 0,-2 4-7 15,1 0-12-15,-2 1-10 0,0-1-11 0,2 3-19 16,-3 2-20-16,2-5-26 0,-2 5-23 0,0 0-1 15,0 0-2-15,0 0 1 0,0 17 7 0,-2-5 6 16,-2 0-2-16,3 5 9 0,0 0-4 0,-1 0 2 0,2 3 0 0,0-2 5 16,0-1 1-16,3-2-2 0,-1-3 0 0,1-1 5 15,3-2 3-15,-1-1 6 0,3 1 5 0,6-2-3 16,2-4 1-16,10 4 2 0,6-7-25 0,0-3-46 16,1-1-58-16,-3-5-78 0,3-3-86 0,-1 1-104 15,-4-2-338-15,-1-1-785 0,-5-2 348 0</inkml:trace>
  <inkml:trace contextRef="#ctx0" brushRef="#br0" timeOffset="92465.13">12589 8112 137 0,'-12'-1'214'0,"12"1"-11"0,0 0-6 16,-6 1-10-16,6-1-10 0,0 0-12 0,-7-2-14 15,7 2-10-15,0 0-13 0,0 0-11 0,0 0-7 16,0 0-9-16,0 0-3 0,0 0-9 0,0 0-7 16,0 0-6-16,0 0 9 0,0 0-15 0,0 0 3 15,0 0-3-15,0 0 1 0,0 0-4 0,0 0 7 0,0 0-5 0,-5-2 0 16,5 2 1-16,0 0 1 0,0 0 2 0,0 0-6 16,0 0-8-16,0 0-4 0,0 0-7 0,22-1-1 15,-3-2-7-15,11-3 1 0,22 0-2 0,9-4-5 16,35-3-5-16,9 1-1 0,9 0-4 0,8-4-6 15,5 9 13-15,8-7 2 0,2 3 13 0,4 0 0 16,-6-1-9-16,-5 3 7 16,-11 1-5-16,-9-3 5 0,-13 3-3 0,-30 2-4 15,-9-1-5-15,-3-1-5 0,-14 5 15 0,-5-3-11 16,-5 1 11-16,-11 2 6 0,-7 2 11 0,-1-1 3 16,-1-1 2-16,-3 1-6 0,-3 1 5 0,1-1-20 15,-1-1-26-15,-4-1-65 0,-1 4-50 0,0 0-43 16,-15-4-50-16,1 4-63 0,-4 0-83 0,-1 4-277 15,1-4-665-15,-2 3 295 0</inkml:trace>
  <inkml:trace contextRef="#ctx0" brushRef="#br0" timeOffset="93245.02">13166 8584 221 0,'-9'-10'240'0,"3"-1"-19"0,-2 2-16 0,-1 2-20 0,-1 0-23 0,2 2-14 0,-2-2-13 16,-1 5-15-16,0 2-13 0,-1 2-10 16,-6 1-13-16,-4 4-4 0,-1 5-9 0,0 3-10 15,-2 4-3-15,4 0-9 0,-1 6-4 0,-2 1-6 16,1 3-4-16,3 1-1 0,2 1 0 0,0 0-4 0,1-2-2 16,-1 3-1-16,8-3-2 0,-3-1-4 0,8-3 1 15,1-6 7-15,3-2 15 0,-1-5 2 0,2 3 12 0,-2-8 2 16,4 2 5-16,0-3 5 0,-1-2 9 0,6-3 7 0,-2 1 0 15,6-5 3-15,1-1-8 0,3-4-3 16,1-2 2-16,-2 0-4 0,0-1-3 0,1-6-1 16,-2 2-13-16,1-4 5 0,0 3-9 0,-2-1-4 15,1 1-4-15,-1 4-5 0,-3-2 3 0,1 7-2 0,-5-4-5 16,0 6-1 0,-1 1-3-16,1-3-13 0,-2 2-8 0,2 3-11 15,-4-1-21-15,-1 3-4 0,0 0-8 0,0 0-3 16,14 5-4-16,-7 2-29 0,-1 1-28 0,-1-1-28 15,2 4-37-15,-1 0-37 0,-1-1-43 0,4-1-70 16,-4 0-185-16,3 0-537 0,-4-3 237 0</inkml:trace>
  <inkml:trace contextRef="#ctx0" brushRef="#br0" timeOffset="93646.13">13216 8678 273 0,'5'-5'287'0,"0"-2"-25"16,-2 5-23-16,2-3-30 16,0 0-19-16,-1 4-23 0,1 0-13 0,4 1-18 15,-4 2-10-15,3 3-12 0,0 1-8 0,-1 5-12 16,1-2-10-16,1 6-7 0,-4 2-7 0,4-2-6 16,-5 2-2-16,-2 2-14 0,-1-2 10 0,1 1-13 15,-2 0-5-15,-2 1 0 0,0-2-3 0,-1 0-2 16,1-5 1-16,-2-1-5 0,-1 0 1 0,2-1-2 15,-1-2-3-15,3-3 5 0,0 0 3 0,0-1 22 0,-1 0 22 0,2-4 45 16,-1 5 40-16,1-5 22 0,0 0 0 0,0 0-22 16,0 0-17-16,4-13-15 0,1 4-13 0,2-3-12 15,1-2-12-15,5-7-9 0,1-1-11 0,0-1-8 16,3-1-8-16,-2 2-8 0,-1 6-9 0,-5 2 1 16,3-1-7-16,-5 6-5 0,-2 1-4 0,2 3-4 15,-2 0-3-15,0 1-19 16,-1 1-15-16,1 0-25 0,-5 3-14 0,0 0 0 15,0 0-16-15,13 10 8 0,-9-3 15 0,1 5 3 16,0 3-11-16,1 2 6 0,-2 2-19 0,4 8-30 16,-2-10-36-16,1 1-28 0,1 0-39 0,1-1-53 15,4-4-87-15,2-1-265 0,3-3-656 0,-7-4 290 16</inkml:trace>
  <inkml:trace contextRef="#ctx0" brushRef="#br0" timeOffset="93931.4">13799 8781 168 0,'0'0'179'0,"-3"4"7"0,3-4-8 16,0 0 5 0,0 0 1-16,9 4-10 0,0-3-13 0,0 0-14 0,12 2-12 15,0-3-14-15,9 3-13 0,3-3-2 0,3-3-19 16,1 3-21-16,1-3-27 0,0 1-43 0,2 0-57 16,-5-3-62-16,-5 3-78 0,-9-2-105 0,-5 0-331 15,2-3 147-15</inkml:trace>
  <inkml:trace contextRef="#ctx0" brushRef="#br0" timeOffset="94163.23">14030 8609 267 0,'-4'-8'338'0,"4"3"-10"0,0 0-12 0,-2 0-11 15,0 0-21 1,2 1-19-16,0 4-29 0,-1-5-25 0,1 5-25 15,0-4-28-15,0 4-24 0,0 0-17 0,0 0-13 16,0 0-11-16,1 18-14 0,3-1-12 0,-2 0-10 16,1 10-1-16,0 4-6 0,2-1-25 0,0 3-19 0,0-1-37 15,-1 3-36-15,0-1-46 0,-1-2-59 16,4-5-65-16,-2 3-274 0,3-12-553 0,-3-1 245 16</inkml:trace>
  <inkml:trace contextRef="#ctx0" brushRef="#br0" timeOffset="94700.37">14433 8925 105 0,'0'0'301'0,"-4"2"-29"0,4-2-16 15,0 0-33-15,0 0-11 0,0 0-7 0,0 0 7 16,0 0-19-16,0 0-2 0,0 0-8 0,0 0-12 0,0 0-15 15,0 0-15-15,-1-12-12 0,3 7-11 0,1-1-6 16,2-2-1 0,1-2-13-16,-1-2 0 0,0-4-2 0,3-2-8 15,-2-1 2-15,2-5-8 0,-3-3-7 0,3 1-4 16,-3-5-1-16,4 3-13 0,-4-4-4 0,-1-1-5 16,-2-2 0-16,1 4 0 0,-2 1-4 0,2 0 2 15,-3 1 11-15,-3 12 13 0,2-1-6 0,1 6 1 16,-3 1 0-16,2 0-3 0,1 2-12 0,-1 3-3 0,-2 1-22 15,3 2-12-15,-1-1-24 0,1 4-8 0,0 0-1 0,0 0-3 16,-18 13 2-16,9 1 4 0,0 8 4 0,-3 6 1 16,1 4 7-16,0 1-9 0,1 1 4 0,1 1 5 15,0 12-1 1,5-13 18-16,0-5-14 0,4 3-12 0,5-3 20 16,3-2-12-16,-1-3-2 0,7-1 2 0,-1-8 11 15,0-1-4-15,6-3 4 0,0-1-2 0,-2-3 0 16,5-1 8-16,-2-4-2 0,-2-1-5 0,2-2 12 0,-3 0 14 15,1-4 1-15,-8 0-5 0,3 0 5 0,-3-4-6 16,-1 2 3-16,1-1-4 0,-6 2 1 0,0-3-3 16,-4-1-9-16,0 1-12 0,-3 4 1 0,0-3-15 15,-4 2-5-15,-6 0-14 0,-2 1-16 0,-7 4-9 16,-7 1-14-16,0 0-12 0,-1 2-16 0,1 0-23 16,-1 3-27-16,10-2-33 0,1-1-48 0,1 2-53 0,8-1-327 0,-3-1-659 15,7-4 292-15</inkml:trace>
  <inkml:trace contextRef="#ctx0" brushRef="#br0" timeOffset="95134.23">14996 7367 26 0,'0'0'159'16,"0"0"-1"-16,0 0-26 0,10 7-18 0,-2 5-7 16,-2 4-7-16,5 6-4 0,0 10 17 0,3 18 0 15,-2 9 21-15,2 27-1 0,-4 9 8 0,-4 3-6 16,-4 4-10-16,-5-1-9 0,1-2-9 0,-5 5-11 16,3-5-6-16,-6 1-5 0,-1-9-11 0,-1-3-5 15,-4-9-5 1,4-23-3-16,-6-3-8 0,-4 2 1 0,-2-3-8 15,-4-4 0-15,-8 0-6 0,-2-4-19 0,-2-4-33 0,-2-1-55 16,-3-7-70-16,-1-5-295 0,-6-7-468 0,1-6 207 16</inkml:trace>
  <inkml:trace contextRef="#ctx0" brushRef="#br0" timeOffset="95720.06">12227 7417 196 0,'0'0'229'15,"0"-4"-27"-15,0 4-20 0,1-5-25 0,-1 5-16 16,0 0-11-16,0 0-11 0,-9 21-14 0,3 4-8 16,-3 4-11-16,-3 24-4 0,-5 28 5 0,-1 9 9 15,-3 10-4-15,-2 4 5 0,3 0-10 0,7 3-7 16,4-4-7-16,10 0 1 0,10-7-7 0,6-5-5 16,14-9 29-16,8-8-7 0,-4-25-1 0,27 12 0 0,7-7-7 0,10-10-7 15,5-8-25-15,7-8-44 0,2-6-83 0,12-9-124 16,-10 1-257-16,-5-7-502 0,-27-8 222 0</inkml:trace>
  <inkml:trace contextRef="#ctx0" brushRef="#br0" timeOffset="97254.57">16370 7677 210 0,'1'-6'257'0,"2"0"-11"16,-2 2-11-16,-1-4-7 0,0 2-13 0,0-3-12 15,-1 2-10-15,-1-2-15 0,0 1-15 0,-2 0-16 0,1 1-12 16,1 0-14-16,-5 0-14 0,-3 1-11 0,1 1-21 15,-4 1-6-15,0-1-11 0,-4 3-6 0,-5-3-3 16,-5 5-10-16,-1 3 0 0,1 3-9 0,-1 0-2 16,0 3-6-16,-2 1-1 0,4 0-5 0,-1 2-1 0,4 2-4 15,5-4-2-15,1 2 2 0,4 0-4 0,2-2 1 16,-2 4-2-16,7-5 0 0,2 3 0 0,0-1 0 16,6-1 2-16,2 1-5 0,1-1 4 0,5-1-1 15,5 1 1-15,4-3-1 0,8 3-3 0,5-5-1 16,-1 0-4-16,1-5-7 0,-2-3 4 0,2-3-4 15,0 1 1-15,-4-2 1 16,-1-4-3-16,-4-3 7 0,-3 5-3 0,2-7 13 16,-4-2 0-16,-2-2 11 0,-5-4 17 0,1-2-10 15,-7 1 4-15,1-7-1 0,-6 1 8 0,0-3-2 16,-4-2 1-16,-1-9 3 0,-3 1-1 0,1 7-2 16,-1 3 9-16,1-1 0 0,0 2 8 0,-2 4 1 15,4 3 11-15,-1 6-1 0,1 2 10 0,-1 7 10 16,3-1 1-16,1 2-3 0,-1 3-5 0,0 1-11 0,2 1-18 0,-2-1-5 15,2 4-29-15,1 2-34 0,-4-3 8 0,4 3-13 16,-3 15 0-16,2 2 2 0,-1 10 2 0,-1 3 1 16,2 6-1-16,-2 9 10 0,6-10-5 0,1 11 5 15,-1-11 2-15,4-3 1 0,-1 1 3 0,2-4-1 16,0-1-5-16,-3 0 12 0,0-1-1 0,0-7 0 16,0-3 6-16,-2-1-9 0,0-5 0 0,1 1 7 0,-1-1 2 0,-1-4 1 15,0 3-2-15,0-4-4 0,0-2-2 0,0 1-5 16,-2-1-14-16,0 0-4 0,1 0-15 0,-1-4-1 15,2 1-24-15,-2-1-16 0,0 0-23 0,0 0-18 16,-2 5-37-16,2-5-40 0,0 0-41 0,0 0-293 16,0 0-577-16,-10-9 256 0</inkml:trace>
  <inkml:trace contextRef="#ctx0" brushRef="#br0" timeOffset="97925.13">16525 7385 230 0,'1'-7'290'0,"-1"3"-9"16,0 1-13-16,0 3-24 0,1-4-23 0,-1-2-25 0,0 6-17 0,1-4-19 15,-1 4-22-15,0 0-12 0,0 0-14 0,0 0-15 16,0 0-11-16,16 10-7 0,-13-6-7 0,4 7-7 16,0-3-9-16,0 2-6 0,1 1-12 0,1 1-14 15,2 1-8-15,-2 0-8 0,-1-1-3 0,-2-3-12 16,4 0-2-16,-5 0-5 0,0-1 1 0,1-2 0 15,-3-1-2 1,2-1 8-16,-1 1 3 0,0-1 20 0,-4-3 14 16,5 0 3-16,-5-1-3 0,0 0 8 0,9-11-3 0,-9 6 8 15,4-6 4-15,1 0 7 0,-4-1 1 0,3-2-1 16,0-2 1-16,0-1-3 0,-3 0-2 16,3 2 3-16,-1-1 2 0,-1 7 4 0,-2-3 4 15,5 3-10-15,-5 2 0 0,0 1-9 0,3 1-1 0,-2 0-9 16,0 2-5-16,1 0-27 0,-2 3-17 0,0 0-7 0,0 0-5 15,0 0 1-15,5 10-1 0,-4 2 4 0,2 5-2 16,-1 3 4-16,2 6 7 0,-1 3-5 0,3 2-2 0,-5 2 6 16,4 16 4-16,-2 0 1 0,2-4 2 15,-1-12-2-15,-2 3 4 0,4-3 3 0,-2-1 0 16,0-1 2-16,0 0-2 0,0-3 2 0,-1 0 1 16,-2-1-4-16,-1-7 2 15,0-2 15-15,-1-2-18 0,-1 1 1 0,-2-6-1 16,3-1 2-16,-4 2 0 0,-1-6 3 0,1 2 3 15,-2-3-8-15,0 0 8 0,-4-2-1 0,2 1 2 16,-2-5 4-16,-2 1 1 0,3-3-1 0,-8-4 1 16,0 1-3-16,4-3 2 0,-4-3 0 0,4-1 8 15,-1-3-1-15,-2-6 3 0,6 1 1 0,2-6-5 16,6-3-3-16,3 0-2 0,4-7-7 0,6-7-5 0,9-2 0 0,1 6 3 16,3-3-2-16,-2 13-3 0,0 4 12 0,2-1-14 15,1 3 2-15,4 3 13 0,0-1-9 0,2 4 4 16,-4 1 0-16,2 2 10 0,-3 2 4 0,-7 4 12 15,-4 0 15-15,-3 2 9 0,0 2 9 0,-2 1-2 16,-3-1 1-16,0 2-12 0,-1 2-12 0,-2-3 5 16,1 4-1-16,0-3-26 0,-4 3-29 0,2-2-28 0,-2 2-20 0,0 0-8 15,0 0-23-15,0 0-36 0,-11 9-42 0,-1-1-58 16,1 0-76-16,-3-2-243 0,-3 2-593 0,7-3 263 16</inkml:trace>
  <inkml:trace contextRef="#ctx0" brushRef="#br0" timeOffset="98580.02">15860 8173 95 0,'-13'1'204'16,"3"0"1"-16,-3-1-3 0,7 0-5 0,-2 0-2 15,4 2-7-15,-1-1-7 0,-2-1-10 0,7 0-3 16,0 0-16-16,-9 0-4 0,9 0-19 0,0 0-11 0,0 0-7 0,0 0-13 16,-7 0-6-16,7 0-8 0,0 0-12 0,0 0 6 15,0 0-18-15,0 0-7 0,0 0-3 0,-9 0-6 16,9 0-7-16,0 0 1 0,0 0-4 0,0 0-5 15,0 0-2-15,0 0-5 0,0 0-1 0,0 0-4 16,0 0-2-16,0 0-2 0,0 0-3 0,0 0-1 16,0 0 2-16,0 0-5 0,0 0-3 0,0 0 5 0,0 0-4 15,0 0-4-15,0 0 4 0,0 0 0 0,0 0 12 0,0 0 1 16,0 0 4-16,0 0-1 0,0 0 2 0,23 0 3 16,-5-4 4-16,10-2-11 0,8 2 0 0,19-4-6 15,6-2 1-15,35-4 1 0,1 1-3 16,7 1-3-16,3-2 2 0,4 2 14 0,-5 0 6 0,8-3 16 15,-5 5 6 1,-6-2 4-16,-4 2 4 0,-9-1-6 0,-26 6 3 16,-1-3-2-16,-3 1 0 0,-8 5 4 0,-15-4-10 15,-3 2-11-15,-8-1 21 0,-7 3-22 0,-6 2-2 0,-1-2-1 16,-2 0-3-16,-5 1-3 0,3-1 1 0,-2 1-4 16,-2 0-23-16,-4 1-28 0,6 0-31 15,-6 0-38-15,0 0-63 0,0 0-69 0,0 0-83 16,0 0-308-16,-26 1-668 0,13 0 295 0</inkml:trace>
  <inkml:trace contextRef="#ctx0" brushRef="#br0" timeOffset="99899.05">16781 8753 99 0,'-1'-5'233'0,"-2"1"-19"16,1 0-16-16,-3-2-27 15,1 1-11-15,-1 0-19 0,-2 1-17 0,-3-2-9 16,-1 3-15-16,-2 0-14 0,-5 2-8 0,-4-2-2 15,3 3-10-15,-4 1-9 0,-5 4-4 0,0-3-6 16,-1 5-2-16,1 0-3 0,-2-1-2 0,4 4-5 16,-2-1 0-16,1 3-2 0,3 0-5 0,4-5-1 15,1 5-4-15,2-4-1 0,0 4-3 0,2-1-2 16,2-1-4-16,3 0 0 0,4-1 0 0,-1-3-15 0,2 3 15 0,5-1 0 16,0 1-2-16,3-2 10 0,2-2 2 0,5 3 2 15,7-1 2-15,6-5-1 0,4 2-3 0,6-3-1 16,-1-2-1-16,2 0-1 0,-2-3 2 0,0-4 7 15,-3-1 11-15,1-2 16 0,-6-3 9 0,1-1 9 16,-3-2 8-16,0-4 15 0,-4 1 12 0,0-1 10 16,-5-4 19-16,1-1-10 15,-5-1-16-15,1-5-1 0,-4-1-3 0,-1-13-6 16,1 0-8-16,-5 11-4 0,1-1 1 0,-2 0 2 16,-2 4-7-16,1 2 2 0,-1 3 3 0,0 3 1 15,-1 4 5-15,2 9-1 0,-2-1-5 0,2 4-10 16,0 0-10-16,1 2-5 0,0 1-16 0,-3 0-21 15,3 5-40-15,0-3-42 0,-1 0-43 0,1 3 1 16,0 0 6-16,-4 11 16 0,-1 5 5 0,4 9 9 0,-3 3 5 0,-1 6 7 16,1 2 6-16,1 13 3 0,5 0 7 0,0-3 3 15,2-13 8-15,2 1 0 0,2-1-5 0,5 0 6 16,0-2-1-16,2-2 5 0,2-2-1 0,2-3 4 16,1-5-1-16,2-3 5 0,-6-3-2 0,1-5 2 15,-3 1 5-15,3-4 0 0,-3-2 1 0,0-3 2 16,3-3 16-16,-6-2 2 0,3 0 6 0,-1-7 13 0,0-1 0 0,-2-3 7 15,1-5-13-15,2-4 12 0,-3-1-4 16,-3-1 3-16,-2-5-11 0,3-1 1 0,-1-3-7 0,2-10 3 16,-5 9 6-16,-1 6 8 0,-3-1 19 0,3 3-6 15,-1 9 12-15,-2 1 11 0,-1 3 4 0,0 3-9 16,0 3 4-16,0 3-8 0,1-1-8 0,-2 2-14 16,2 1-4-16,-1 0-16 15,0 5-26-15,0-5-29 0,0 5-31 0,0 0 2 16,0 0 3-16,0 0 13 0,-2 22-6 0,-1-5 3 15,-1 12 4-15,-1 0 7 0,1 3 9 0,-1 4 2 16,2 0 11-16,1 10-7 0,-2-12 4 0,3-2-7 16,-2 3 4-16,6-3 5 0,-3-2 4 0,4-3 2 15,-1-2-1-15,-1-7 1 0,3 0 3 0,-4-7 6 16,3 2-7-16,-3-1 3 0,3-3-1 0,-4-2 8 0,4-2-3 0,-1 1 6 16,-3-2 1-16,1 0-5 0,0-1 6 0,2 1-4 15,-3-4 8-15,1 3-4 0,-1-3 5 0,0 0-11 16,4 2 11-16,-4-2-10 0,0 0-16 0,14-5-9 15,-9 1-25-15,3-2-32 0,-2-1-46 0,6-2-46 16,-2 1-44-16,4-6-50 0,0 1-64 0,3-1-334 16,-3-3-714-1,2-4 316-15</inkml:trace>
  <inkml:trace contextRef="#ctx0" brushRef="#br0" timeOffset="100061.81">17057 8665 63 0,'-8'0'299'16,"5"3"-24"-16,-2 0-9 0,5-3-7 0,-4 3-26 15,4-3-24-15,0 0-22 0,0 0-17 0,33-3-18 0,-1-3-36 16,6 5-56-16,20-11-80 0,-2 4-107 0,-1-4-230 16,-1 2-387-16,-17-1 171 0</inkml:trace>
  <inkml:trace contextRef="#ctx0" brushRef="#br0" timeOffset="102166.95">18382 7940 116 0,'0'0'140'0,"-6"0"-12"16,6 0 4-16,0 0-4 0,0 0-10 0,-4 3 1 16,4-3 0-16,0 0 6 0,0 0-17 0,0 0 5 15,0 0-10-15,0 0-6 0,0 0-8 0,28-8-10 0,-9 4-3 16,2-2-15-1,7-1-1-15,4 0-7 0,4 2-5 0,-1-2-7 16,5-1-2-16,0 2-3 0,11-5-4 0,-14 5-2 16,2-4-1-16,-1 4-9 0,-4-2-19 0,-2 3-14 15,-10 5-14-15,-3-4-14 0,0 0-19 0,-9 3-25 16,2 0-35-16,-6-1-43 0,-2-1-126 0,-4 3-313 16,0 0 140-16</inkml:trace>
  <inkml:trace contextRef="#ctx0" brushRef="#br0" timeOffset="102405.26">18629 7781 306 0,'-3'-6'302'0,"2"0"-2"15,1 1-8-15,-4 2-12 0,3-1-21 0,1 4-27 16,0-5-29-16,0 5-29 0,0 0-20 0,0 0-19 15,0 0-17-15,0 0-14 0,0 0-10 0,0 23-11 16,0-3-10-16,0 4-5 0,1 5-6 0,3 1-5 16,1 3-34-16,-1 1-23 0,1 0-39 0,-1-1-43 15,1 4-59-15,-1-5-67 0,2 0-268 0,-3-5-513 0,-3-9 227 0</inkml:trace>
  <inkml:trace contextRef="#ctx0" brushRef="#br0" timeOffset="103385.7">20519 7106 22 0,'-7'-10'175'0,"2"3"-21"0,-3 0-10 0,0-1-9 16,-3 3-12-16,3 0-14 0,-1-2-8 0,-2 3-11 15,1 3-7-15,0-1-6 0,0 2-12 0,-3-2-3 16,-1 5-6-16,-4-1-2 0,1 4-7 0,-2 4-4 15,0-1 1-15,-3 6-10 0,1-1-1 0,-1 6 5 0,3 2-7 0,1 0 1 16,1 2 3-16,3 1-6 0,4-4-2 0,1 5-2 16,4-7-7-16,1-1 6 0,3 1 3 0,-2-2 12 15,7 0 6-15,-1 0 8 0,-1 0 1 0,6-5 2 16,-3-2 4-16,0-1 3 0,4-2 0 0,4-1 5 16,-4-1 2-16,1-3 1 0,3-2 5 0,-2 0 0 15,1-3 12-15,2-3 2 0,-1 2 6 0,-2-3-2 0,3-2-2 0,1-1-1 16,-2-4-4-16,1-1-1 0,0-2-9 0,-2 0-6 15,-2 1 0-15,4-5-13 0,-4 4 2 0,-1 1 16 16,-1-1-11-16,-2 3 9 0,0 4 5 0,-3 2 5 16,1 2-2-16,-1-2-11 0,-1 4-3 0,1 1-21 15,-2-2-8-15,0 3-14 0,-1 2-28 0,3-3-14 16,-3 3 6-16,0 0-4 16,1 16 2-16,-2-4 1 0,2-1-2 0,-1 6 4 15,3 0 1-15,-2 2 2 0,0-2-9 0,6 1 13 16,-4 0 0-16,5-1 4 0,0 0-2 0,5-1 0 15,-1-2-20-15,6-2-32 0,5 0-48 0,-1-6-56 16,9 2-83-16,1-4-104 0,1-1-232 0,-4-6-623 16,-1-1 276-16</inkml:trace>
  <inkml:trace contextRef="#ctx0" brushRef="#br0" timeOffset="103924.72">19742 7875 87 0,'-8'2'234'0,"8"-2"-15"0,0 0-19 0,-6-3-20 15,6 3-5-15,0 0-17 0,0 0-10 0,0 0-6 16,0 0-11-16,0 0-12 0,0 0-15 0,0 0-5 0,0 0-11 16,0 0-8-16,0 0-9 0,24-4-5 15,-3-4-6-15,8 4-10 0,9 2-3 0,21-9-4 16,6 5-2-16,30-11-7 0,2 2-2 0,13 3 7 0,6-2 10 16,14 0 0-16,5 0 3 0,6-2 3 0,10 1-1 0,-4 0 4 15,-4 1 10-15,3 2-16 0,-4 1-3 0,-17 1-9 16,-5 1 2-16,-9 5-6 0,-11-3-2 0,-35 1-3 15,-1 0 0-15,-4-1-4 0,-7 3-6 0,-18 0-1 16,-3-1 2-16,-13 1-8 0,-2 2 10 0,-3-1 4 16,-5 0 2-16,0 2-1 0,-5-3-7 0,1-1-10 15,-4 1-10-15,-2-1-19 0,-4 0-15 0,-3 1-26 0,-2 1-38 0,-3-1-50 16,-5 3-60-16,-1-1-302 0,-4 2-549 0,3-2 243 16</inkml:trace>
  <inkml:trace contextRef="#ctx0" brushRef="#br0" timeOffset="104673.45">20575 8323 67 0,'0'-8'258'0,"1"-1"-10"0,-2 1-22 0,1-1-13 0,-4 1-20 0,-2 1-20 16,0 1-16-16,-3 1-14 0,-2 0-14 0,-4 4-16 16,-2-2-9-16,-2 6-11 0,-2-2-11 15,-6 6-11-15,-5 3-4 0,4 1-10 0,-2 4-2 0,2 2-9 16,0 0-4-16,2 5-8 0,2-1 0 0,2 1-2 15,3 3-6-15,0-2 0 0,5 1-2 0,1 1-6 16,4-7 1 0,-1-2-1-16,9 1 5 0,-3 2-1 0,4-7 6 0,1-2 0 15,3 0 2-15,6-3 5 0,-1 1-2 0,3-4-2 16,2-2-2-16,6-2-1 0,1-5-3 16,-2 1-2-16,0-4 1 0,7-2 3 0,-7 1 3 15,-1-1 2-15,-2-3 1 0,0-2 3 0,-1 4-5 0,0-3 7 16,-6 1 0-16,4 0 9 0,-4 3 2 0,-1 2 1 15,-5 1-6-15,3 2 1 0,-3 1-6 0,1-1-5 0,0 2-6 16,0 1-12-16,-2 0-3 0,-2 2-15 0,0 0 3 0,11 2-4 16,-6 3-11-16,0 0-20 0,1 2-19 0,1 3-29 15,-1 2-36-15,-2-1-43 0,2 1-45 16,4 3-60-16,-6-6-205 0,1-1-508 0,1 1 225 16</inkml:trace>
  <inkml:trace contextRef="#ctx0" brushRef="#br0" timeOffset="105096.6">20716 8378 25 0,'3'-3'275'0,"0"1"-31"0,0-1-23 0,-3 3-25 0,0 0-18 15,11 6-17-15,-6-3-15 0,0 4-17 0,4 2-9 0,-5 1-11 16,5 3-12-16,-4 2-10 0,0 1-6 0,3 3-9 15,-7-2-3-15,3 4-10 0,-4-2-6 0,0 1-1 16,0-2-12-16,-3 0-1 0,2 0-4 0,0-2-2 16,-3-7-1-16,0 2-4 0,3-4 0 0,-1 0 13 15,2-2 9 1,-2 0 23-16,2 0 24 0,0-5 19 0,0 5 23 16,0-5-4-16,0 0-17 0,0 0-11 0,9-12-3 15,-4 2-18-15,6-5-13 0,1 1 7 0,2-7-21 16,4 0-11-16,0-1 2 0,1-1-6 0,-2 3-4 15,2 3-5-15,-1-5-5 0,-5 9-11 0,-2 0 6 16,-1 3-1-16,-2 4-6 0,-3 0-2 0,-1-1-2 16,1 3-10-16,0 1-7 0,-1 0-10 0,-4 3-6 0,0 0-5 0,0 0 6 15,6 10-3-15,-3-1 1 0,-2 4 5 0,3 1 3 16,-4 3 2-16,4 4 3 0,2 3 1 0,-2 3-3 16,1-8 0-16,4 5-27 0,-1-8-28 0,2 3-22 15,2-3-42-15,2 0-49 0,1-3-64 0,4-2-85 16,2-6-176-16,0-1-543 0,2-6 239 0</inkml:trace>
  <inkml:trace contextRef="#ctx0" brushRef="#br0" timeOffset="105344.02">21298 8491 181 0,'-6'0'221'16,"6"0"-22"-16,0 0-11 0,-9 1-5 0,9-1-13 15,0 0-4-15,0 0-1 0,0 0-11 0,17 5-12 16,-5-7-11-16,8-1-15 0,9 1-9 0,4-2-9 16,3 3-13-16,1-2-7 0,15-2-10 0,-12 3-19 0,12-5-15 0,-14 4-20 15,-4 1-27-15,1 0-26 0,-5 1-31 0,-9 1-39 16,-2-4-31-16,-8 4-63 0,-4-3-127 0,-3 3-356 15,-4 0 157-15</inkml:trace>
  <inkml:trace contextRef="#ctx0" brushRef="#br0" timeOffset="105575.78">21514 8315 172 0,'-2'-7'340'16,"-1"0"-7"-16,3 3-21 0,-1 0-20 0,1 0-24 16,0 4-35-16,-2-6-21 0,2 6-27 0,0 0-26 0,-2-3-19 15,2 3-16-15,0 0-13 0,0 14-9 0,2-1-14 0,0 5-8 16,-1 6 5-16,-1 5-17 0,3 4-8 0,-2-1-8 16,2 3-23-16,-1-2-31 0,1 1-40 0,1-2-34 15,2 1-46-15,4-1-53 0,0-8-55 0,-3-5-237 16,1-2-505-16,0-8 223 0</inkml:trace>
  <inkml:trace contextRef="#ctx0" brushRef="#br0" timeOffset="106146.24">21972 8632 1 0,'-7'3'325'16,"7"-3"-28"-16,0 0-25 0,-6 0-21 0,6 0-11 16,0 0-14-16,0 0-13 0,0 0-15 0,0 0-11 0,0 0-20 15,0 0-16-15,0 0-13 0,0 0-6 0,13-11-5 16,-7 7-13-16,1-2-2 0,0-2-8 0,3 0-3 16,-2-4-12-16,0 3 0 0,1-1 2 0,2-4 2 0,-4-2 2 0,3-1 7 15,-4-4-11-15,4-3-1 0,-2 0-7 16,2-2-11-16,-5-2-4 0,2 1-7 0,-2 1-1 15,0-3-6-15,0 3-3 0,-4 0 3 0,3 0 6 0,-4 7-2 16,0 0 6-16,-1 1 3 0,-2 1-2 0,2-1-5 16,1 5 1-16,-5 2 0 0,5 1 3 0,-1 2-3 15,-2 1-3 1,3 3-7-16,-1-3-11 0,1 4-4 0,-3-1-7 0,3 0-7 16,0 4-28-16,-1-2-21 0,1 2-5 0,0 0 3 15,-8 8 7-15,5 3-6 0,-5 5 5 16,0 2 0-16,-1 7 12 0,2 2-9 0,-1 3 2 15,4 0 6-15,-3 0-1 0,0-2-1 0,5 4 4 0,0 1 5 16,5-1 3-16,-1 0 2 0,4-4 3 0,1 1 3 16,3 0-5-16,4-5 7 0,4-2 2 0,0-4 0 0,0-4 1 15,-1-4 2-15,10 2 2 0,-7-5-6 0,8-1 2 0,-6-2-1 16,-3-2 5-16,0-4 1 0,-6 2-5 0,2-5 2 16,-2 0 2-16,-3 0-3 0,2-2-2 15,-6 2-2-15,3-3-1 0,-4 1 4 0,-1 2-5 0,-3-2-3 16,-1 1 10-16,-5 0-12 0,0 2-5 0,-4 0-1 15,-1 2-1 1,-4 0-13-16,-3 5-14 0,-2-2-30 0,4 2-44 16,1 1-46-16,1 2-57 0,-2 1-73 0,7 0-87 0,2-2-323 15,0 0-751-15,5-3 332 0</inkml:trace>
  <inkml:trace contextRef="#ctx0" brushRef="#br0" timeOffset="118715.35">24093 7352 73 0,'-13'-7'175'0,"0"1"-12"15,-2 1-11-15,-3-1-10 0,2 0-13 0,-2 2-11 16,-1 1-13-16,-8 1-5 0,6 0-8 0,2 2-10 16,-1 0-3-16,-1 4-6 0,2-2-6 0,-3 4-4 0,2-1-10 0,3 1-4 15,-1 0-4-15,3 5-8 0,4-5-4 0,0 4-2 16,2 0-2-16,2-1-6 0,-1 3-6 15,4-2 6-15,2 2-5 0,4 4-1 0,2 0 2 0,5-2 1 16,1 1 4-16,4-4-2 0,5 1-2 0,4 2-3 16,4-5-1-16,1 0 0 0,3-2-2 0,-2-2 3 15,-2-5-5 1,1-4-1-16,1 1 2 0,-8 1 3 0,6-9 0 0,-9 4 7 16,0-7 16-16,2-1 8 0,-7 1 4 0,2-9 5 15,-3 0 6-15,-3-2-5 0,1-5 6 16,-4 0 1-16,1-4-4 0,-2 0-2 0,-1-14 3 15,-3 1-3-15,-2-3 3 0,1 4 7 0,-1 10 14 0,-3 0 16 16,1 2 8-16,2 2 10 0,-3 3 4 0,0 10-3 16,0 1 1-16,3 5 0 0,0-2-1 0,-2 5-15 0,1 5-15 15,2 1-11-15,-3-1-8 0,3 2-38 0,0 3-42 0,-1-7-47 16,1 7-33-16,0 0 6 0,0 0 19 0,-5 21-5 16,0 4 9-16,-1 10 9 0,-5 15 4 15,2 2 5-15,1 2 5 0,3 2 6 0,0-4 6 16,0-4 5-16,4-13-2 0,2 1 4 0,-1-4 3 0,0-4-1 15,4-3 3 1,-3-6 2-16,0-1 2 0,1-2 1 0,-1-5 1 16,-1 0 2-16,1-4 6 0,-1 1 1 0,0-4 23 15,0 1 18-15,0-2 8 0,3-1 8 0,-3 2 20 16,1 0 2-16,-1-4-5 0,0 5-7 0,0-5 1 0,0 0 1 16,0 2-12-16,0-2-20 0,3 5-38 15,-3-5-29-15,0 0-41 0,0 0-50 0,0 0-68 16,0 0-79-16,9 0-56 0,-9 0-212 0,6-5-580 0,-6 5 256 0</inkml:trace>
  <inkml:trace contextRef="#ctx0" brushRef="#br0" timeOffset="119047.38">23592 7821 304 0,'-6'1'342'0,"3"1"-39"0,3-2-33 0,0 0-32 16,10-9-27-16,8 4-21 0,13-4-19 0,5 1-19 0,16-2-14 16,5 0-15-16,10-2-9 0,25 0-14 0,1-2-14 15,-1 7-9-15,-25 2-4 0,29 0-9 0,-35-2-7 16,4 3-7-16,-10 0-2 0,-4 1-7 0,-16 3-3 15,-7-2-4-15,-9 0-5 0,-8 2-10 0,1-1-11 16,-3 1-10-16,-3 0-9 0,-6 0-2 0,3 5 1 16,-3-5-2-16,-13 7-17 0,-4-2-21 0,-3 1-27 0,-7 1-37 0,2 1-33 15,4-2-46-15,-6 4-240 0,8-5-471 0,3 2 210 16</inkml:trace>
  <inkml:trace contextRef="#ctx0" brushRef="#br0" timeOffset="120281.38">24003 8459 84 0,'-3'-8'196'0,"-5"1"-14"0,-1-1-16 16,0 2-18-16,-5-4-15 0,1 5-9 0,-4 0-14 15,-2-1-12-15,-2 3-4 0,-6-1-5 16,4 4-8-16,-4-1-3 0,4 3-7 0,-5 1-7 16,6 1-5-16,1 1-4 0,-7 4-7 0,3 2-5 0,5-2-2 15,-1 1-4-15,6 1-11 0,-3 1 1 0,3 2-3 16,1-1-5-16,2 3 1 0,1 0-3 0,4 0-3 16,4 0 3-16,0 0-3 0,3-1 8 0,1-3 4 15,4 4 0-15,2-2 2 0,3-1 2 0,3 2 0 16,-1-8-1-16,5 1 7 0,1 0-8 0,-3 0 4 0,7-6 1 15,-3-1 6-15,2-3 3 0,-1-1 2 0,0-3 14 16,0-3 6-16,1-5 6 0,2-3 9 0,-2-2 5 0,-2-6-3 16,0 4 0-16,-5-4-2 0,0-3-7 0,2-4-10 15,-2-2-6-15,-3 0-2 0,1-13-11 0,2 0-3 16,-5 1-6-16,0 0-16 0,-3 11 3 16,0-13-2-16,-3 16 1 15,-3-1 18-15,1 3 13 0,-2 2 2 0,0 9 6 16,-1 0-3-16,0 3 4 0,-1 5 12 0,2 2-10 15,0 2-13-15,-3 1-7 0,4-4-6 0,-1 6-25 16,-1 2-24-16,2 2-2 0,0 0 3 0,-10 11 0 0,4 4-6 16,-1 4 18-16,-3 8-16 0,2 3 4 0,-2 5 1 15,-2 12-2-15,3-2 7 0,6 0-13 16,4-10-4-16,2 11-8 0,1-11 5 0,5-1-4 0,2 1-1 0,-1-4 3 16,3-2-3-16,2 0 7 0,2-3-7 0,0-6 0 15,-3-6 19-15,1 1-15 0,0-7 4 0,3 1 4 16,0-4 1-16,0-3 1 0,1-2 3 0,0-5 3 15,-1 0 3-15,0-5 8 0,-1-4 8 0,-2 2 3 0,1-10 1 16,1-1 4-16,-4-6-5 0,2 1 0 0,-2-1 1 16,0-4 4-16,-4-3-5 0,4-10-7 0,-2 2-1 0,-2 10 5 15,-1-3 8-15,-2 3 16 0,-2 1 12 0,-1 1 15 16,2 6 11-16,-5 1 13 0,0 8 2 0,0 4-3 16,0 1-3-16,0 4-5 0,0-2-6 0,0 4-13 15,0 2-9-15,-2 1-15 0,2 3-33 0,0-6-30 16,0 6-14-16,0 0 0 0,0 0-1 0,-3 23 12 0,-1-2 0 15,-1 4 7 1,0 6 5-16,-2-1 0 0,1 5 4 0,-1-2-3 16,2 2-1-16,-2 1 8 0,3-2 0 0,-3 12 5 15,6-13 10-15,0-2-12 0,1 1 1 0,0-4 4 16,-3 0 2-16,7-4 0 0,-4-4 4 0,1-3-5 16,2-6 3-16,-2 2 2 0,2-1 10 0,1-2 3 15,-2-1-1-15,-2-2-1 0,3-2 2 0,-1 1 8 16,-2-1-2-16,3 0-5 0,-1-2-2 0,-2 0 4 0,3-1 5 0,-3-2-2 15,1 5 2-15,4-2 1 0,-5-3-11 0,11-3-18 16,-11 3-23-16,17-2-24 0,-6-1-51 0,0-2-51 16,-1 1-81-16,7-5-96 0,0-2-238 0,-2-1-620 15,0 0 274-15</inkml:trace>
  <inkml:trace contextRef="#ctx0" brushRef="#br0" timeOffset="120519.66">24157 8370 149 0,'-4'1'293'16,"4"-1"-14"-16,-7 2-13 0,7-2-9 0,0 0-19 15,-7 0-18-15,7 0-19 0,0 0-23 0,0 0-15 16,26-2-19-16,2-1-15 0,2 0-20 0,7 1-40 16,18-3-55-16,-2 1-77 0,-1-4-101 0,-1-1-250 0,-14 0-448 0,3-1 198 15</inkml:trace>
  <inkml:trace contextRef="#ctx0" brushRef="#br0" timeOffset="123828.03">25573 7333 10 0,'11'-5'96'16,"-2"-2"3"-16,4-1-6 0,-3 1-6 0,-1 0 6 15,4-1 2-15,-4-1 4 0,-3 1 0 0,2-1 3 0,-2 1 2 16,-2-1 9-16,1-1-13 0,-2 0-3 0,-1 2 0 0,0-2-6 15,-4 2-3-15,1-4-11 0,-2 6-8 0,-3-3-12 16,-3 2-2-16,-2 2-7 0,-1-1-7 16,-6 1-6-16,-1 2 3 0,-3 3-10 0,-5 0-6 15,-1 3-4-15,2 1 0 0,-2 5 0 0,2 0-2 0,-1 2-3 16,-1 3-4-16,5-3-1 0,-3 6 0 0,9-5-1 0,1 2-6 16,2-2 4-16,1 2-5 0,4-1 6 0,-1 1-4 15,5-3 1-15,-1 4-3 0,3-4 5 0,4 2-2 0,2 0 3 16,1-4 12-16,2 2 3 0,4-1 5 15,1-3-1-15,4 2 5 0,0-1 7 0,3-4 7 16,0-2 5-16,1 1 5 0,-1-6 5 0,1 1 6 16,2-5 2-16,-2-5 4 15,-1 3 5-15,-1-4 4 0,2-5 9 0,0-1-3 16,-3-5-5-16,-2-2 0 0,-1-3-8 0,-4-3-8 16,1-4-3-16,2-13-15 0,-6 16-4 0,3-16 0 15,-1 1 3-15,-4 12 4 0,-2-1 5 0,1 3-4 16,-4 2 7-16,2 4 2 0,-4 4 1 0,3 4-1 15,-1 4 9-15,1 4-2 0,0-1-3 0,0 7-11 16,-1 0-1-16,-2 1-17 0,3 0-20 0,0 1-41 0,0 4-36 0,0-5-33 16,0 5 3-16,0 0 6 0,-4 17 7 0,-1 3 8 15,-1 10 8-15,-3 5 8 0,1 13 10 0,-3 0 0 16,3-2 6-16,3 3 7 0,1-13 2 0,1 1 1 16,6-4 4-16,-3 0 1 0,4-1 9 0,-3-1-1 15,1-5 3-15,0-8 0 0,2 2 5 0,-3-6 0 16,3-2 4-16,-2-2-4 15,1 0 1-15,-2-3 10 0,-1-2-4 0,3 0-2 16,-2 1 9-16,-1-3 11 0,0 0 11 0,0-3-1 16,1 4 7-16,2 0-2 0,-3-4 4 0,1 4-1 15,-1-4-2-15,0 0-8 0,0 3-1 0,0-3 5 16,0 0-6-16,0 0-6 0,0 0 2 0,0 0-15 16,0 0-19-16,0 0-25 0,0 0-24 0,0 0-34 15,0 0-43-15,0 0-84 0,0 0-306 0,0 0-575 0,0 0 256 0</inkml:trace>
  <inkml:trace contextRef="#ctx0" brushRef="#br0" timeOffset="124460.9">25800 7032 228 0,'0'-5'244'0,"1"2"-24"15,-1 3-21-15,3-3-21 0,-3 3-24 0,0 0-17 0,0 0-15 16,4-3-14-16,-4 3-13 0,0 0-6 0,6 14-10 16,-3-9-3-16,3 1-7 0,-1 4-9 0,-1 1-8 15,3-3-7-15,-2 4-6 0,2-1-4 0,-2 0-9 0,0-2-3 16,2-3 0-16,-3 1-7 0,1-3-1 0,0 1-2 0,-3 0 3 16,0-2 1-16,2-2 4 0,-4-1-5 0,0 0 2 15,11-8 7-15,-4 2 3 0,-1-2 12 16,-1-1 5-16,0-3 9 0,0 0-4 0,0-2 9 15,3-1 0-15,-2 5-3 0,-2-3-1 0,1 1 1 0,-1 1 5 16,0 3-6-16,-1-1 2 0,0 4-3 0,1-2-9 0,-4 4 11 16,1-2-28-16,2 1-12 0,-3 4-20 0,1-4-8 15,-1 4-2-15,0 0-3 0,4 11 2 0,-3 1-3 16,2 3-2-16,-2 4 0 0,-1 9 6 0,0 4-3 16,0 0 3-16,-1 4-1 0,1 10 5 0,0-10 3 15,-3 0 1-15,2 11-1 0,-1-14 2 0,0 3 2 16,-2-2 0-16,3 0 3 15,-3-2 0-15,1-1-3 0,0 0 5 0,-1-4-1 16,2-7 1-16,-2-1-5 0,1-1 7 0,-1-5-4 16,-2 1 5-16,2-3-2 0,-2-4 5 0,2 1 6 15,-1-6 4-15,0 2 7 0,-2-1 1 0,-2-1 6 16,-2-4 1-16,-1-2 5 0,1-1 11 0,-1-4 12 16,-3 0 5-16,6-5 15 0,0-3 4 0,0 0-7 15,4-2 6-15,0-7-8 0,2 0-20 0,10-6-8 0,-1 0-8 0,7 2 2 16,1 0-16-16,5 0-1 0,3-1-5 0,0 2 1 15,-2 2-8-15,4 4 1 0,-1 0 0 0,0 3-6 16,0 3 3-16,3-1-5 0,-9 8 0 0,2-1 2 16,-1 1-13-16,-3 2 7 0,-1 2 4 0,-4 2-6 15,-2-1-9-15,-2 2 11 0,2 0-5 0,-4 2-33 16,2-2-30-16,-3 2-44 16,-3 1-3-16,0 0-2 0,0 0-12 0,-3 14-23 15,-1-5-41-15,-3 1-43 0,-5 2-71 0,1 1-162 16,-1 2-506-16,1-4 225 0</inkml:trace>
  <inkml:trace contextRef="#ctx0" brushRef="#br0" timeOffset="124930.82">25239 7801 138 0,'-5'1'214'0,"5"-1"-21"0,-8 1-16 16,8-1-10-16,-7-1-9 0,7 1-9 0,0 0-3 16,0 0-8-16,0 0-14 0,0 0-10 0,-9-1-10 15,9 1-13-15,0 0-10 0,0 0-8 0,0 0-6 16,0 0-4-16,0 0 3 15,0 0-7-15,0 0 8 0,-5-1 4 0,5 1 0 16,0 0 5-16,0 0 1 0,0 0-3 0,0 0 3 16,0 0-7-16,0 0-5 0,0 0-11 0,0 0-5 15,28-5-3-15,-8 0-6 0,13-2-5 0,5-1-4 16,18-2-3-16,5 2-2 0,27-4-5 0,6-1 1 16,0 1 3-16,3-5 3 0,5 4 8 0,2 9 1 15,-9-5 5-15,-1 0-4 0,-29 4 2 0,0-4-4 0,-5 6-3 0,-2-1 1 16,-20 2-4-16,-3 2-3 0,-5-5-5 0,-8 3 6 15,-8 2-15-15,-2-2 1 0,-1 1-1 16,-4 1-2-16,-1 0 1 0,0-1-16 0,-6 1-13 16,9-1-20-16,-9 1-16 0,0 0-23 0,0 0-27 0,0 0-42 15,-19 10-54-15,6-7-64 0,1 1-228 0,-4-1-532 16,1 1 236 0</inkml:trace>
  <inkml:trace contextRef="#ctx0" brushRef="#br0" timeOffset="126280.9">25624 8373 102 0,'-4'-4'160'16,"0"0"-12"-16,0 2-14 0,-1-3-10 0,-4 5-14 15,4-2-13-15,-4-1-18 0,-2 1-2 0,-1 2-5 16,-1 0-13 0,-2 2 3-16,-2 1-8 0,-2-3-2 0,3 2-6 0,-1 5-7 15,-1-1-5-15,7-1-2 0,-5 5-9 0,6-3 3 16,-4 1-11-16,0 2 8 0,5 3-2 0,-4-4-8 16,4 4 4-16,4 0-3 0,-2 0-1 0,0 1 1 15,3-1 18-15,4-1 4 0,3-2 6 0,-2 0-4 16,6-1 2-16,0 3-2 0,-2-6-3 0,8 1-2 15,-3-1-1-15,3-3-1 0,1-1-1 0,-1-1 2 0,2-2 9 0,-2-1 5 16,5-3 15-16,-3-2 6 0,1-3 15 0,-2-2 11 16,-2-3 3-16,1-9-2 0,-4 1 2 0,1-2 4 15,-2-2-6-15,-3 1-5 0,3-5-13 0,-3-3-9 16,0 0 1-16,0 0-8 0,-1-14-24 0,-3 11-3 16,3-9-1-16,-4 17 12 0,0-3 6 0,0 3 38 15,0 3-14-15,0 9 9 0,-1 3 0 0,-2 2 4 0,3 4-17 16,0 1-14-16,0 1-2 0,0 1-34 0,0 1-33 0,0 4-27 15,0 0 6-15,0 0 3 0,-5 15 5 0,1 1-2 16,-2 8 8-16,1 2 0 0,-3 4 2 0,0 2 1 16,3 2 5-16,-1 0-2 0,2 0 3 15,2 2 2-15,4-2 6 0,0 1-3 0,0-2-7 0,4-2-2 16,2-2-4 0,1-2-1-16,2-3 5 0,1-6-1 0,-2-2 1 15,4-4 2-15,-2 0 3 0,0-4 3 0,-1-2 1 16,2-5 1-16,-1-2 2 0,2-4 3 0,2-2 9 0,-2-3 12 15,0 0-1-15,-1-6 5 0,-2 0 2 0,7-4-4 16,-8-4 1-16,4-2-5 0,-1-2 7 16,1 0-6-16,-2-3-6 0,-2-3 1 0,1 0-4 15,1-12-3-15,-3 11 0 0,0 0 8 0,-3 2 8 0,1 3 13 0,-2 0 14 16,-3 5 11-16,0 7 1 0,1 4-4 0,-3 3 6 16,2 4-5-16,-1 0-11 0,-1 2-5 0,0-4-16 15,1 6-18-15,0 1-37 0,-1-1-24 0,0 3-5 0,0 0 2 16,-2 12 7-16,-2-2 5 0,-2 8 7 0,-3 8 10 15,0 3-9-15,-1 0 3 0,1 3 0 16,0-1 6-16,-3 3 7 16,3-1 2-16,0-1 2 0,0-1-5 0,3-2 5 15,-2-1 2-15,3 0 1 0,1-1 6 0,3-9 0 16,-2 3-4-16,2-4 3 0,-1 1 0 0,2-2 4 16,2-5 3-16,-2-1 5 0,0-5 3 0,0 3-1 15,1-4 7-15,-1 0-4 0,3 2 3 0,-3-3 6 16,1 1-1-16,-1-4 4 0,3 6 2 0,-1-3 16 0,2-2-20 15,3-1-1-15,-7 0 1 0,19-3-3 0,-6 1-4 0,1-3-12 16,1 1-31-16,3-3-29 0,2-2-41 0,-4 3-56 16,1-5-59-16,7-2-64 0,-8 2-282 0,-2-3-607 15,0-1 269-15</inkml:trace>
  <inkml:trace contextRef="#ctx0" brushRef="#br0" timeOffset="126450.21">25754 8240 322 0,'-4'0'295'0,"4"0"-30"16,0 0-28-16,0 0-26 0,16-7-22 0,3 2-28 16,10 0-23-16,6-2-45 0,15-2-45 0,3-2-55 0,-2 1-62 0,3-2-63 15,-18 3-161-15,11-5-315 0,-16 3 140 0</inkml:trace>
  <inkml:trace contextRef="#ctx0" brushRef="#br0" timeOffset="126819.83">26605 6941 8 0,'0'0'127'16,"8"12"-3"-16,-2-4-6 0,3 8-3 0,1 9-9 15,3 7 8-15,5 18-7 0,-4 3-2 0,5 31 10 0,-1-3 0 16,-1 2 3-16,-3 6 0 0,-3 2 0 0,-2-2-5 0,-5 3-11 16,-4-6-6-16,-5-4-5 0,-3-24-8 0,-6 2-6 15,-2-2-6-15,-14 17-4 0,3-21-4 0,-1-1-5 16,-16 17-1-16,8-24-4 0,-1-3-6 16,-7 1-21-16,-2-4-33 0,-23 10-49 0,16-14-59 0,-1-5-101 15,-5-5-137 1,4-6-383-16,0-6 169 0</inkml:trace>
  <inkml:trace contextRef="#ctx0" brushRef="#br0" timeOffset="127515.29">25092 6972 148 0,'0'0'184'0,"-5"-2"-21"0,5 2-22 0,0 0-10 0,-9 9-15 15,1 7-6-15,-4 5-13 0,-2 11-7 0,-5 16-3 16,-2 10 1-16,-7 27 4 0,1 4-5 0,4 5-3 16,0 2-4-16,5 2-4 0,8-2-2 0,1 2-7 0,10-8-9 15,7-7 1-15,7-25 12 0,0-2 3 0,20 21 1 0,-8-27-2 16,9-2-4-16,-2 2-1 0,3-2-15 0,0-4-14 15,-1 1-29-15,1-7-33 0,-9-9-54 16,-3-3-59-16,2-2-92 0,-1-3-122 0,-1-4-380 16,0-7 169-16</inkml:trace>
  <inkml:trace contextRef="#ctx0" brushRef="#br0" timeOffset="129990.01">28001 7342 118 0,'0'-7'203'0,"-3"0"-6"0,3 0-14 0,-4 1-14 16,3-5-7-16,0 3-13 0,-3 2-7 0,0-1-6 15,1-2-14-15,-2 2-12 16,-1 2-11-16,-2 0-11 0,-1 1-8 0,-5 1-8 16,1 1-14-16,-6 0-2 0,1 2-4 0,-11 3-10 15,1 1-2-15,-1 0-4 0,-1 4-5 0,-1 1-3 16,3 2-5-16,0 0-1 0,-2 0-3 0,2 4-4 16,2-1-1-16,5 2-3 0,-3 0 0 0,10-3 1 15,1 0-5-15,3 1 0 0,0 2 1 0,2-3 3 16,6 0-5-16,0 0 2 0,2-2 4 0,4 1-1 0,0 1 0 0,1-2 2 15,9-1 2-15,3-3 4 0,1 2-1 0,3-6-1 16,6 1 0-16,0-3-3 0,1-2 4 0,-5-2 4 16,4-4 11-16,-3-4 12 0,2-1 3 0,-3-3 5 15,-4-2 3-15,0-3 4 0,-1-1 1 0,0-4-4 16,-4-1-6-16,1-4-4 0,-2-3-3 0,4-11-2 16,-6-2-4-16,3-3 2 0,-1 2-9 0,-4 0-6 0,0-4 3 0,-5 6 5 15,-2 9 2-15,1 0-6 0,-3 4 10 0,-3 2 0 16,3 4 1-16,-1 2-1 0,-3 5-9 0,3 2 5 15,-3 7 1-15,3 0 1 0,-2 3-11 0,2 0 1 16,1 1-12-16,0 2-15 0,0-1-27 0,0 5-2 16,0 0-2-16,0 0 2 0,-9 15 4 0,1 1 2 15,1 9 9-15,-1 7-4 16,-5 13 1-16,3 1 3 0,1 3 2 0,-1 0 1 16,3-1 2-16,1-3 1 0,5-1 6 0,1-10 6 0,5-1-8 15,1-3 0-15,0-1 2 0,1 0-9 0,2-6 1 16,1-5 3-16,-1-1 3 0,0-2-4 0,0-5 10 15,0-1-8-15,0-2 0 0,6 0 5 0,-4-4 0 16,3 0 1-16,-3-6 3 0,5 3 4 0,-2-5 1 16,1-3 0-16,2-1 3 0,-3-3 0 0,0-5-3 0,2-7-3 15,3-2-1-15,-1-3 2 0,-5-3-4 0,9-10 1 16,-4-4-2-16,-3-1 0 0,-1-3-2 16,0 3 3-16,-2 3-2 0,-1 10 9 0,-3 0 10 0,0 2 7 15,-3 1 8-15,0 2 5 0,0 5 11 0,-3 4-5 16,0 4 15-16,-1-1 13 0,-1 5-6 0,1 2 9 15,-1 3-2 1,1 1-4-16,1-1-9 0,-2 3-9 0,2 0-13 16,-2 0-7-16,0 4-25 0,0-4-26 0,0 4-28 0,0 0 1 15,0 0 2-15,-2 12 3 0,-2 1 4 16,-1 7 7-16,-4 5-2 0,0 6 2 0,1 3 3 16,-2 16 9-16,1-3 2 0,3-10-2 0,-3 10-5 15,3-11 15-15,0 11-5 0,1-13 1 0,4 0 5 0,-3-3 9 16,3 0 3-16,-2-6-8 0,2 4-5 0,2-4 2 0,-1-8 1 15,0-1 4-15,0-5 1 0,3 1-2 0,-2-3 1 16,2 1-3-16,-3-3 3 0,2 2 5 0,-2-4-3 16,3 2 1-16,-3-2 5 0,2-2 2 0,-2-1 4 15,2 3-8-15,-1-1 3 0,-1-4 2 0,1 6-1 16,-1-6 4-16,2 2-2 0,-2-2 3 0,3 3 0 16,-3-3 3-16,3 2-3 15,-3-2-4-15,0 0 6 0,10 2 1 0,-4-4-7 16,2 2 3-16,2-2-19 0,3-1-7 0,1 1-33 15,3-1-17-15,1-2-49 0,0-2-50 0,3 2-64 16,5-4-73-16,-11 2-257 0,6-3-603 0,-2-3 267 16</inkml:trace>
  <inkml:trace contextRef="#ctx0" brushRef="#br0" timeOffset="130206.15">28231 7125 135 0,'-4'2'312'15,"0"-1"-9"-15,4-1-21 0,0 0-35 0,0 0-21 16,0 0-27-16,21-7-28 0,1 3-33 0,13 0-40 16,17-2-52-16,2 2-61 0,1-4-64 0,4 1-79 15,-2 0-160-15,-7-2-344 0,-15 3 153 0</inkml:trace>
  <inkml:trace contextRef="#ctx0" brushRef="#br0" timeOffset="130745.2">27436 7882 21 0,'0'0'167'16,"-7"3"-2"-16,7-3-8 0,-6 0-11 0,6 0-6 16,0 0-1-16,0 0-4 0,0 0 3 0,0 0 6 15,0 0-4-15,-9 0-7 0,9 0 7 0,0 0-15 0,0 0-5 16,0 0-7-16,0 0-6 0,0 0-12 0,0 0-2 0,0 0-3 16,-4-3-9-16,4 3-5 0,0 0-2 0,0 0-5 15,0 0-5-15,0 0-5 0,0 0-6 0,0 0 1 16,0 0-6-16,0 0-1 0,0 0-2 0,0 0-2 15,0 0-4-15,18-4-6 0,-1-1 0 0,10 0-3 16,5-5-5-16,7 5 1 0,24-8 2 0,4 2-12 16,32-4 0-16,-1-3 1 0,3 3 7 0,1-2 22 0,2 5-13 0,1-4-3 15,-3 3 5-15,-6-2 0 0,-3 5-9 0,-33 2 0 16,-2 3-3-16,-5-2-1 0,-16 0-5 0,-2 3-6 16,-7-2-6-16,-6 2-2 0,-9 1-11 0,-1 2-15 15,-5-1-11-15,-1 1-17 0,1 0-22 0,-7 1-19 16,1-3-43-16,-1 3-38 0,0 0-41 0,-23-1-64 15,2 2-179-15,2 0-495 16,-1 2 220-16</inkml:trace>
  <inkml:trace contextRef="#ctx0" brushRef="#br0" timeOffset="131647.5">28250 8463 43 0,'-3'-10'252'0,"0"-2"-13"0,0 2-15 16,-1 1-18-16,-1-1-18 0,0 2-17 0,-3-1-18 0,-1 2-15 16,0 0-12-16,-1 1-14 0,-4 2-13 0,-3-2-12 15,-1 4-9-15,-2-3-7 0,1 8-4 0,-3-1-10 16,0 0-6-16,-4 4-6 0,5 1-6 0,-7 3 0 16,2 3-6-16,2 3-3 0,1-1-5 0,7-1-6 15,-4 4 0-15,6-4-2 0,0 3-2 0,5 1 0 0,4-2-10 16,-1 1 0-16,2 1 3 0,4-6 4 0,1 5-3 0,6-1 5 15,3-2 8-15,3-1-5 0,1 0 1 0,2-1-2 16,4-7 2-16,-1 4 1 0,2-6-2 0,1 0 7 0,6-2-1 16,-7 0 4-16,2-6 4 0,-3 0 13 15,-1-3 7-15,-1-3 5 0,-3-1 13 0,3-2 12 16,0-8 3-16,-4 0 5 0,0-1-8 0,0-3 8 16,-5-3-25-16,3-3 0 15,-3 1-1-15,-3-1-4 0,1-3-5 0,-2-10 1 16,-1 10-11-16,-2 1 12 0,-2 0-3 0,2 1 3 15,-2 1 9-15,0 4 11 0,-2 8 6 0,0 2-2 16,2 3-2-16,0 4-8 0,-2 3-4 0,2 2-17 16,-1 1-6-16,1-1-10 0,0 2-39 0,0 4-38 15,0 0 10-15,0 0 5 0,-5 12-7 0,4 1 7 16,-3 4-1-16,1 11 10 0,-1 1 15 0,-2 4-15 0,2 0 2 0,4 2-2 16,0 12 6-16,3-1 3 0,-2-13-2 0,4 0 8 15,0-1-3-15,2-1-12 0,-1-1-9 0,1-3-10 16,0-3-10-16,-2-7-10 0,0-2-8 0,-2-2-12 15,1-2-19-15,-2-1-19 0,0 1-24 0,-2-3-25 16,1-2-14-16,-1 2-22 0,-1-5-26 0,-2-1-270 16,-1 0-538-16,4-2 239 15</inkml:trace>
  <inkml:trace contextRef="#ctx0" brushRef="#br0" timeOffset="132095.44">28394 8292 126 0,'10'-6'250'15,"2"2"-19"-15,-2-1-20 0,4 3-19 0,-2 1-17 16,2-1-16-16,2 4-16 0,0-2-15 0,-3 2-14 16,3 4-13-16,-2 2-8 0,1 3-9 0,-6-2-8 15,4 6-12-15,-3 2-2 0,-1 6-10 0,-5-2-4 16,-4 3-4-16,2 2 0 0,-8 2-11 0,2 0 0 0,-6 0-3 0,0-2-3 15,-3 0 0-15,-3-1-4 0,0-4-1 16,0 0-2-16,3-6 0 0,-1-1 2 0,4 0 0 0,-2-3 6 16,2-1 2-16,1-5 5 0,1 0 7 0,3 3 15 15,-1-5 11-15,2-1 32 0,0 2 31 0,0-3 30 16,4-1 35-16,0 0-12 0,-5-6-12 0,8 0-19 16,2-6-20-1,0-2-14-15,10-6-13 0,-2-6-12 0,6-3-10 0,1 0-7 16,9-10-11-16,0-3-15 0,1 2-8 0,-6 11-10 15,5-14-7-15,-6 12-3 0,-5 5-2 16,-1 1 3-16,-7 8 8 0,-1 3 5 0,-1 5 11 0,-2 0-12 16,-2 2-20-16,-2 2-15 0,1 0-26 0,1 4-36 15,-4 1 2-15,0 0 14 0,0 0-3 0,-9 18 2 16,2-1 7-16,-5 8 4 0,0 3 4 0,3 5 4 0,1 0 3 16,5 2-7-16,4 11-10 0,8 0 5 0,6-2-10 0,13-3-35 15,6-7-42-15,5 4-81 0,10-11-126 16,2-9-299-16,6-8-681 0,6-4 302 0</inkml:trace>
  <inkml:trace contextRef="#ctx0" brushRef="#br0" timeOffset="133953.15">27221 2541 17 0,'1'-9'198'0,"-2"0"3"0,2 0-6 16,-1 1-4-16,0 0 23 0,3 2-23 0,-3 1-8 0,1 2-14 15,-1-2-15-15,1 1-18 0,-1 4-12 0,0-6-19 16,0 6-11-16,0 0-17 0,0 0-5 16,0 0-11-16,0 0-6 0,4 19-9 0,-8-1-1 15,1 7-8-15,-3 5 2 0,0 2-4 0,-3 5-6 16,-4 8 4-16,-2 0-8 15,4 2-1-15,-6-4-3 0,9-7 0 0,-6 6-5 16,3-6 4-16,3-4-2 0,4 0-3 0,0-2-1 16,3 0 1-16,-4-4 1 0,5-7-1 0,2-2-5 15,-2 0 3-15,3-6 13 0,-2-2 1 0,3 0 2 16,-1-1 7-16,2-3-1 0,0-1 5 0,8-1-3 16,5-3-5-16,3-1-3 0,8-5-18 0,-1 0-26 15,2-3-39-15,2-1-49 0,0 0-64 0,0-3-82 0,-4 0-194 16,0-3-481-16,-2-4 213 0</inkml:trace>
  <inkml:trace contextRef="#ctx0" brushRef="#br0" timeOffset="134253.97">26963 2907 90 0,'0'0'203'0,"0"0"-10"0,-5 1 4 16,5-1 0-16,0 0-13 0,0 0-14 0,0 0-20 0,0 0-12 15,20-5-11-15,-2 0-19 0,12-1-16 16,4 2-32-16,7-1-34 0,13-2-46 0,-1-1-60 0,2-1-60 0,0-1-143 16,0 0-306-16,-2-2 135 0</inkml:trace>
  <inkml:trace contextRef="#ctx0" brushRef="#br0" timeOffset="134639.17">27936 2806 275 0,'0'0'259'0,"0"0"-29"16,0 0-24-16,0 0-20 0,0 0-25 0,17-12-14 15,-5 9-15-15,8-2-20 0,2 1-13 16,6-2-34-16,3 0-34 0,2 2-40 0,0-3-52 16,-1 3-59-16,-4-3-166 0,-1 1-310 0,-8 2 138 15</inkml:trace>
  <inkml:trace contextRef="#ctx0" brushRef="#br0" timeOffset="134803.53">27976 2925 85 0,'-5'1'257'0,"5"-1"-14"0,-4 3-21 0,4-3-24 16,0 0-20-16,0 0-15 0,40-5-20 0,-11 1-23 0,3-2-41 15,3 0-50-15,1 1-71 0,3-3-85 0,-4 1-131 16,-3 2-280-16,-4-4 124 0</inkml:trace>
  <inkml:trace contextRef="#ctx0" brushRef="#br0" timeOffset="138294.87">28890 2426 133 0,'4'-17'206'16,"2"-8"-9"-16,-2 6-4 0,0 0-7 0,1 0-4 15,0-1-16-15,1 4 1 0,-2 1-7 0,1-2-3 16,-5 9-5-16,3-1-17 0,0 3-5 0,-1 2-16 15,-1-1-13-15,-1 5-17 0,4-7-23 0,-4 7-14 16,0 0-4-16,0 0-4 0,-1 19-9 0,-2-4-2 16,0 11-3-16,-4 3 1 0,1 4-4 0,2 2-2 0,-5 9 1 0,5-8 1 15,-1-1-3-15,2-1-2 0,1-4-1 16,4 1-1-16,0-4 2 0,0-7-10 0,2-3 0 16,5-4-4-16,-5-2 4 0,4 0 0 0,-1-3 1 15,6-3 2-15,-4 0 2 0,4-4 6 0,1-2 1 0,3-4-1 16,-5 0-1-16,4-2 3 0,4-3-2 0,-6-2-1 15,1 2 3-15,-3-2-6 0,1 3 0 0,-2-4 2 0,-2 5-4 16,-1 0 0-16,-3 2-5 0,0-1-1 0,-1 5 0 16,-2 0-4-16,1-1-2 0,0-1-13 0,-3 4-1 15,6-1-1-15,-6 1 4 0,0 0-4 0,9 8 0 16,-8-3-2-16,3 3 3 0,-1-2-10 0,0 4-6 16,1-2-1-16,1 1-3 0,0 1-2 0,0 0 1 15,3-1-8-15,-1 0-6 16,3-1-2-16,-1 1 1 0,1-4-3 0,1 2 0 15,-3-3 3-15,1 1 5 0,-4-1-1 0,4-3 10 16,-4 0-1-16,4-2 6 0,-1 0 4 0,2-2 7 16,-2-2 7-16,-1 3 7 0,5-3 9 15,-3 2 4-15,-1-4 4 0,-2 4 2 0,1-2 0 16,-1 4 1-16,0-4-1 0,-1 3 0 0,0-2-4 0,-1 3 0 16,2 0-2-16,-6 1-2 0,9 1-1 0,-3 3 7 0,-3 1-5 15,4 5 2-15,-2 6 2 0,1 2-1 0,-2 6 4 16,-4 5-4-16,0 5 1 0,0-3 2 0,-4 3 1 15,-2 15 2-15,-4 0-2 0,1 0 2 0,-5-2-4 16,0 0 2-16,2-12-1 0,-4 9 0 0,0-11 0 16,1-1 1-16,2-5 0 0,-1-2-4 0,1-3 1 15,4-7 3 1,-1-5-1-16,2-3 1 0,2 1 24 0,-2-3 22 0,-2-5 17 16,10 0-3-16,-17-11-1 0,5 2 8 0,0-5 8 15,-3-9 0-15,5-3 9 0,1 0 5 0,3-5-4 16,3-6-1-16,6 5-25 0,4-19 9 0,5 1-10 15,7 2-14-15,4-3-15 0,2 0-8 16,7 5-14-16,4 0-10 0,0 5-6 0,1 4-10 16,-9 11-14-16,10-3-19 0,-10 10-18 0,4 1-37 0,-1 5-31 0,0 5-50 15,-1-1-56-15,2 1-76 0,-11 7-198 0,0-2-546 16,-4-1 242-16</inkml:trace>
  <inkml:trace contextRef="#ctx0" brushRef="#br0" timeOffset="138828.81">30289 2607 133 0,'-20'0'158'0,"-1"3"-12"0,-4 4-19 0,3 1-4 16,-5 4-14-16,4 2-10 0,5-2-3 0,-1 5-18 15,1-3-7-15,4 6-9 16,-4 1-6-16,6-1-6 0,2-4 1 0,4 1 9 16,2-1-6-16,4 1 14 0,2-2 0 0,3-3 3 15,-2-1-2-15,4-1 0 0,1-2-4 0,1 2-1 16,3-6 1-16,1 0-2 0,4-2 2 0,-4-1 2 15,8-5 1-15,-2 1-1 0,2-1 4 0,-2-3-4 16,0-2-2-16,-1 3-5 0,1 0-2 0,-2-4-8 16,-3 5-7-16,1-2-2 0,3 1-6 0,-9 2-2 0,5 2-7 15,-4-2-2-15,2 0-5 0,-1 0-8 0,-2 4-17 0,3-3-19 16,-2 3-27-16,0 3-45 0,1-3-34 0,1 0-60 16,-3 1-217-16,-1-1-441 0,-8 0 196 15</inkml:trace>
  <inkml:trace contextRef="#ctx0" brushRef="#br0" timeOffset="139228.43">30606 2669 39 0,'4'-2'270'0,"-3"-1"-28"0,4 2-30 16,-5 1-21-16,0 0-22 0,11 0-18 0,-5 2-19 0,-2 3-10 15,1 2 0-15,1 3-16 0,-1 1-13 0,-2 5-7 16,-1 1-1-16,0 0-8 0,-1 1-7 0,-5 5-7 16,3-3-7-16,-4-2-4 0,1 1-4 0,-7 4-3 15,4-4-3-15,-2-4-9 0,4 1 3 0,0-8-6 0,0 2-1 16,1-3-5-16,0-1 4 0,0 0 24 16,4-2 27-16,0-4 43 0,-4 5 52 0,4-5 24 0,0 0-24 0,0 0-16 15,0 0-18-15,13-21-15 0,-5 14-12 0,2-8-27 16,2-2 10-16,7-1-18 0,-2-3-11 0,3 1-1 15,1-3-13-15,-1 3-7 0,0-1-4 0,-1 3-14 16,-2 4 0-16,-7 2-4 0,0 1-3 0,-2 4 4 16,-3 1-4-16,4-2-11 0,-5 5-22 0,1 1-22 15,-2-2-23-15,-3 4-4 16,6 1 1-16,-6-1 4 0,3 7 10 16,-2 1-2-16,-1 2 10 0,0 4 0 0,3 1-2 15,-2 0-15-15,0 4-22 0,3-2-29 0,1 1-30 16,0 0-38-16,1-1-41 0,3-2-53 0,2 2-259 15,-4-10-570-15,6 5 252 0</inkml:trace>
  <inkml:trace contextRef="#ctx0" brushRef="#br0" timeOffset="139551.4">31134 2791 53 0,'0'0'180'15,"0"0"-9"-15,0 0-12 0,0 0-7 0,0 0-12 16,0 0-11-16,0 0-7 0,14 1-7 0,-4-2-16 16,4 1-4-16,4-2-15 0,5 1-2 15,5 0-13-15,4 2-3 0,4-5-8 0,2 4-4 16,-1-2-16-16,0 1-27 0,-1-3-31 0,-4 3-38 0,0-3-59 16,-12 2-152-16,1-1-296 0,-6-4 131 0</inkml:trace>
  <inkml:trace contextRef="#ctx0" brushRef="#br0" timeOffset="139798.46">31314 2609 149 0,'-1'-2'287'0,"1"2"-18"0,-3-5-25 0,3 5-29 0,-1-4-20 15,0-1-26-15,1 5-22 0,0 0-17 0,0 0-13 16,1 14-12-16,-2-4-9 0,-1 7-11 16,0 2-10-16,1 5-2 0,-2 3-8 0,2 4-7 0,-2-2-3 15,3 3-11-15,1-1-26 0,2 1-27 0,0-3-41 16,-1 2-46-16,7-2-64 0,-8-2-221 0,-1-8-411 16,4 0 182-16</inkml:trace>
  <inkml:trace contextRef="#ctx0" brushRef="#br0" timeOffset="140315.51">31633 2948 6 0,'0'-4'255'0,"0"4"-13"0,-1-6-15 15,5 5-17-15,-3-4-19 0,2 0-22 0,2 0-13 16,1 0-17-16,-1-2-12 0,2 2-11 0,3-5-9 0,-1 2 1 16,4-6-1-16,-3 1-15 0,0-1-10 0,3-1 8 15,2-6-19-15,-3 7-2 0,3-11-9 0,-5 2 0 16,2-4-9-16,-1-2-2 0,0 0-4 0,-2 0-4 16,1-2 5-1,-3 1 2-15,-1 3 0 0,0 1 0 0,-5 7 10 16,-1 2-6-16,0 0-5 0,0 2-1 0,0 4 0 15,-1 2-1-15,1 1-13 0,0 4-2 0,0-2-19 16,-3 1-12-16,3 5-9 0,0 0 3 0,-16 9 0 16,6-3-2-16,-1 8 2 0,0 3-4 0,-7 9 6 15,4 3 0-15,-3-2 1 0,7 5 2 0,-3 0-2 16,7-2 5-16,-1 2-2 0,5-1 5 0,4-1-1 0,1 1 3 0,5-4-1 16,0-4-3-16,3-1 4 0,-1-5 0 15,0-2 2-15,4-3 6 0,-6-3-9 0,5-1 6 16,-4-1-3-16,0-3 9 0,-1-1 15 0,2 0-1 15,-3-5 12-15,2 1-8 0,0-3-3 0,-2 0 0 16,-4-2-6-16,4 1-2 0,-1-4-9 0,-1 1 7 16,-2 1-18-16,-3-4-14 0,0 2 0 0,-5-3-8 0,1 3-7 0,-4 1-11 15,-1-2-12-15,-1 2-14 0,-1 0-4 0,0 1-15 16,-1 4-16-16,1-2-15 0,0 0-26 0,1 1-28 16,2 1-47-16,3 3-51 0,-2-4-136 0,7 4-434 15,-5-5 192-15</inkml:trace>
  <inkml:trace contextRef="#ctx0" brushRef="#br0" timeOffset="140585.01">32207 2312 46 0,'5'7'169'0,"-2"3"-20"16,-3 5-7-16,1 9-7 0,1 6 4 0,-4 18-7 16,0-2-14-16,-3 6-2 0,-1 3-10 0,0-3-10 15,-5 4 0 1,0-3-7-16,-5 4-1 0,-4-5-9 0,-5 1-3 0,-6 0-5 16,-3-7-9-16,-2 2-8 0,-9-4-18 15,2-5-19-15,-6-3-26 0,0-4-36 0,0-6-28 16,-1 0-54-16,1-2-167 0,-3-8-318 0,2-3 141 15</inkml:trace>
  <inkml:trace contextRef="#ctx0" brushRef="#br0" timeOffset="141101.87">29869 2241 61 0,'0'0'144'0,"-11"13"-7"16,-1 2-13-16,-1 4-9 0,-4 10-7 16,-2 2-5-16,-4 15 25 0,0 3-7 0,-1 9-9 15,-7 17-5-15,13-20-1 0,3 0-14 0,0 2-5 16,3-2-8-16,5-1-3 0,3-1-6 0,8-2-6 16,5-3 0-16,3-2 11 15,2-12-1-15,22 7-5 0,0-7-3 0,5-5-16 16,6-5-26-16,8-5-48 0,4-2-70 0,5-5-109 15,3-9-120-15,-3 1-349 0,-2-11 155 0</inkml:trace>
  <inkml:trace contextRef="#ctx0" brushRef="#br0" timeOffset="141857.1">30437 2588 45 0,'-4'-3'146'0,"1"-1"-9"0,-2-1-7 0,1 2-11 16,0 0 4-16,0 1-16 0,-1-2-3 0,1 0-13 16,-2 3-8-16,1-3-11 15,-3 3 1-15,0 0-4 0,-2-1-3 0,-3 3-6 16,-1 0 0-16,-2 2-17 0,-1 2 4 15,-2 4 0-15,0-3-9 0,-5 6 1 0,-1 3-3 16,2 2-4-16,0-3 0 0,4 5-8 0,2-3-6 0,0 4 1 16,6-3-8-16,0-2 7 0,3 5-1 0,-1-4-1 15,5 1 5-15,0-2 13 0,3 1 2 16,1-4 3-16,1-2 1 0,3 0-5 0,0 1 7 0,3-3 0 0,-1-1-2 16,4-1 2-16,-1-2-1 0,4-1 3 0,1-2-5 15,5-1 4-15,-6-1 5 0,5-4 6 0,-3 0 7 16,3 1-4-16,-4-5 8 0,1 0-6 0,-3-3 2 15,4 1-6-15,-3-1 0 0,0-1-12 0,-1-2-1 16,-1 0-8-16,3-1 5 0,-4 1 4 0,-1 1 1 16,0 3 10-16,-4 3 4 15,2 2-2-15,-5-1-1 0,2 3-15 0,0 0-10 16,-1 3-7-16,-1-2-16 0,-2 3 0 0,0 0-4 16,6 12 3-16,-3-4-4 0,-3 4-2 15,1 4 3-15,2 1 1 0,-1 3 0 0,4 2 2 16,1 3-3-16,6-2-13 0,1 1-31 0,4-2-43 15,-1 2-66-15,4-5-96 0,-7-6-263 0,4-1-550 16,0-4 243-16</inkml:trace>
  <inkml:trace contextRef="#ctx0" brushRef="#br0" timeOffset="143523.68">26572 1709 80 0,'0'0'134'0,"0"0"-7"0,0-4-14 0,0 4-18 0,0 0-10 0,0 0-1 16,0 0-13-16,0 0-16 0,0 0-16 0,0 0-2 15,0 0-5-15,0 0 5 0,-8 14-7 0,6-3-5 16,-1-1-2-16,-3 8-3 0,1 8-5 0,-3 3 2 15,2 4-5-15,-3 11 5 0,-1 5-8 0,2 3 9 16,-1 5-7-16,0 32 14 0,-4-2 2 0,7 3 3 16,-12 2 0-1,10-4 2-15,7 3-3 0,-5-7-6 0,0-3 8 16,-2 1-5-16,6-23 2 0,-3 27 0 0,5-28-3 16,-4 24 2-16,-3-26-6 0,0 2-1 0,2-1-6 15,1-2 3-15,2-3 2 0,-1 1-3 0,-1-5-2 0,0-12-1 16,-1 15 5-16,3-16-6 0,2 2 3 0,-4 11 3 15,2-12 3-15,2 0 13 0,-3-2-3 0,2-3-6 16,2 2-2-16,-4-5-1 0,5-1 3 0,-4 0 1 0,1-4-4 16,0-5 1-16,0-1-1 0,1 3-3 0,0-8 1 15,-3 3-3-15,2-4 1 0,-1-1-4 0,2 0 0 16,-1-5-3-16,1 4 5 0,0-9-9 0,0 9 6 16,-1-3-4-16,1-6 3 0,0 9-6 15,-2-4-1-15,2-5-1 0,0 0 6 0,-1 8-10 16,1-8 5-16,-1 7-2 15,1-7-1-15,0 0 2 0,-1 8-1 0,1-8-1 16,0 0 1-16,-3 6 0 0,3-6 0 0,0 0 2 16,0 0-1-16,0 0 1 0,0 0-2 0,0 0-1 15,0 5 0-15,0-5 1 0,0 0 4 0,0 0-7 16,0 0 0-16,0 0 3 0,0 0-4 0,0 0 4 16,0 0-3-16,0 0 2 0,0 0-5 0,0 0 7 15,0 0-3-15,0 0 1 0,0 0-1 0,0 0 5 0,0 0-7 16,0 0 3-16,0 0 2 0,0 0-4 0,0 0 5 15,0 0-2-15,0 0 5 0,0 0-8 0,0 0 4 0,0 0 1 16,0 0 8-16,0 0 4 0,0 0-2 0,0 0 6 16,0 0-2-16,0 0 2 0,0 0-2 0,0 0 1 15,0 0-8-15,0 0 6 0,0 0-7 16,0 0 0-16,0 0 0 0,0 0 0 0,10 4-2 0,-10-4 0 0,17 0 1 16,-4 0-4-16,-2-2 1 0,10 2 6 0,6-4 0 15,2 1-2-15,3-1 4 0,4 1 3 0,13-4 0 16,6 1 3-16,2 1 0 0,2-1-5 0,1 3-3 15,1-2 1-15,3 4-1 0,2-2-3 0,27-1-3 16,-34-2 6-16,36-1-2 0,-33 2-1 0,39-4-3 16,-1 4 2-16,-2-5-5 15,-4 4 1-15,4-3-2 0,-7 1-1 0,7 2 1 16,-4-1 4-16,5 2-1 0,-3-3 0 0,5 0-3 16,3 3-6-16,0-3 7 0,-1 3-4 15,1 2-1-15,0-3 6 0,2-2-5 0,4 1 0 16,2 4 0-16,0-2-1 0,-1 1-1 0,2 1 8 15,-6 0-6-15,0 2 1 0,-6 1 5 0,1 1-9 16,-4 1 3-16,-6-2-2 0,-27 0 1 0,-3 2 0 0,3 0-2 0,-2-1-3 16,-5 2 9-16,1 0-4 0,-4-3 2 0,1 0-1 15,-5 0 0-15,-14-3 0 0,13 2 2 0,-10-1-4 16,-3 4 2-16,-1-5 3 0,2 3-3 0,-4-2 1 16,1 0 2-16,-3 2 1 0,-4-2 3 0,-7 1 1 15,-2 1 3-15,-6-1-3 0,-1 1 2 0,-2 0 2 16,1-2-2-1,-11 2 5-15,12 0-1 0,-12 0-6 0,8-1 5 16,-8 1-5-16,9-2-13 0,-9 2-18 0,0 0-22 0,0 0-38 16,0 0-57-16,0 0-78 0,0 0-199 0,-29-17-450 15,11 8 200-15</inkml:trace>
  <inkml:trace contextRef="#ctx0" brushRef="#br0" timeOffset="144880.17">26570 1819 42 0,'0'0'115'0,"0"0"-13"0,0 0-8 16,0 0-10 0,0 0-4-16,0 0-3 0,-7 0-2 0,7 0-8 15,0 0-7-15,0 0-3 0,0 0-6 0,0 0-8 16,0 0 1-16,0 0-8 0,0 0-1 0,20-6-8 15,-7 4 1-15,6 0-5 0,9-5-4 0,4 1 6 16,8-3-2-16,12-1-1 0,3-2 3 0,5 3 2 16,-2-1-15-16,2-2-2 0,5 0 7 0,-2 4 0 15,25-10-12-15,-25 10 7 0,26-4-1 0,-26 4 0 0,27-2-2 0,-23 2-1 16,24 2-2-16,-28-2 1 0,3 4-4 0,0 0-4 16,26-2 6-16,-28 3 0 0,1-2-2 0,0 4 0 15,26-5 8-15,-27 5-6 0,2-3-5 16,2 3-3-16,-4-4 4 0,4 3 2 0,-6-3-8 15,-2 5 7-15,0-3-2 0,-6 1-1 0,0-1 0 16,-17 1 7-16,1 0-3 0,0-2-4 0,2 4 1 0,-4-2-2 0,2 2 1 16,1-2 7-16,-2 0-3 0,2 2-6 0,-2-4 3 15,0 1-3-15,-1-1 2 0,-1 3 2 0,-2 1 0 16,-2-4-3-16,-1 1 2 0,-7 0-2 0,5-1 2 16,-7 1-5-16,-1 3 2 0,2-4 1 0,-2 1 3 15,0 1 0-15,3-1 1 0,-2 3-7 0,9-2 11 16,0-1-6-1,2 0 4-15,0-1-8 0,4 4 8 0,-1 0-3 16,-1-3 0-16,4 1-5 0,-2 2 4 0,1 0 12 0,0 0-15 16,0 0 6-16,2-1-7 0,0 2 2 0,1-1 5 15,11 0-6-15,-13-1 9 0,2 4-6 0,-2-5-6 16,-1 4 5-16,0-1-1 0,-1 0-8 0,6 3 12 16,-5-5-2-16,3 3 0 0,1-4 1 15,-4 3-6-15,14-2 23 0,0 1-21 16,-10 2 0-16,10-3-2 0,-13 3 3 0,1-2 1 15,0 0-4-15,1 0 1 0,11 2 3 0,-12-5-3 16,1 6-1-16,-3-1 5 0,17-2-1 0,-21 0 1 16,7 0 1-16,-5 0-8 0,5 0 7 0,-8 0 3 15,4 0-5-15,0-2 1 0,-3 4 2 0,-1-4-1 16,1 2-3-16,-1 2 2 0,0-4 1 0,0 5-2 16,-1-3-4-16,0 2 6 0,-5 0 0 0,-3-1-5 0,-2 0 4 15,-1 0-1-15,3 1 4 0,-5-4-2 16,1 4 7-16,-5-1 17 0,4-2-3 0,0 3 13 15,-6-3-4-15,0 2 9 0,0-2 4 0,-1 0-10 16,-2 2 2-16,-1-5-3 0,-2 5 0 0,2-2-4 16,-2 1-3-16,-6 0 2 0,9-2-12 0,-3 2 5 0,-6 0-7 15,8-2-2-15,-8 2-1 0,9 0-4 0,-9 0 1 0,8 2 0 16,-8-2-14-16,6 1 17 0,-2 0-3 0,-4-1 4 16,10 1-3-16,-10-1-3 0,0 0 5 0,9-1-6 15,-9 1 0-15,0 0 0 0,7 0-7 0,-7 0 7 16,0 0 1-16,0 0-4 0,5 1 1 0,-5-1-3 15,0 0 5-15,0 0 1 0,0 0-8 0,0 0-18 16,0 0-23-16,0 0-29 0,0 0-53 0,0 0-157 0,0 0-306 16,6-3 135-16</inkml:trace>
  <inkml:trace contextRef="#ctx0" brushRef="#br0" timeOffset="147444.57">3838 11667 45 0,'0'0'243'0,"0"0"-5"0,-8 0-13 0,8 0-15 16,0 0-11-16,0 0-10 0,0 0-12 0,0 0-9 16,0 0-13-16,0 0-14 0,0 0-13 0,0 0-12 15,0 0-14-15,0 0-10 0,0 0-10 0,17-5-10 16,-7 3-7-16,4 1-7 16,4 0-20-16,4-3-30 0,6 2-34 0,4 0-54 15,0-1-55-15,1-1-58 0,-15 3-194 0,5 0-418 16,-5 0 186-16</inkml:trace>
  <inkml:trace contextRef="#ctx0" brushRef="#br0" timeOffset="147629.06">3830 11907 137 0,'-1'4'194'16,"1"-4"-3"-16,0 0-8 0,8 4-11 0,-2-4-12 15,7-1-18-15,5 1-17 0,1-1-16 0,4-1-16 16,8 0-30-16,3-2-45 0,0 0-57 0,0-1-76 0,-2-2-125 16,-5-1-258-16,-7 2 115 0</inkml:trace>
  <inkml:trace contextRef="#ctx0" brushRef="#br0" timeOffset="148161.65">4119 11530 13 0,'-2'-7'296'16,"-1"2"-5"-16,1 1-8 0,-1-2-15 0,3 1-12 16,-1 2-20-16,1 3-17 0,-4-4-27 0,4 4-23 15,0-6-16-15,0 6-17 0,-1-4-17 0,1 4-14 0,0 0-15 0,0 0-27 16,0 0-12-16,0 0-6 0,0 0-9 0,9 11-7 15,-3-1-2-15,-1 0-8 0,4-1-14 0,-1 7-13 16,4-3-14-16,3 0-8 0,-2 0-11 0,2 0-4 16,1-2-7-16,0-1-3 0,0-1-4 0,2 0 1 15,0-2 1-15,-3-4 12 0,-1 1 3 0,-2-4 8 16,-2 0-2-16,-1 0 10 16,-1-4 14-16,-1 0 13 0,0 0 12 15,-2-2 19-15,-3 0 10 0,1-3 15 0,-3 2 8 16,3 1 2-16,-3 2 4 0,1-1-10 0,-2 2-4 15,1-1-10-15,0 4-8 0,0 0-7 0,-9 0-6 0,1 7-1 16,-5 4-6-16,-1 5-4 0,-5 8-5 0,1 5-4 16,-6 13 0-16,1 1-2 0,2 1 1 15,-2 1-2-15,3 0-1 0,-2-1 1 0,8-10-6 0,0 1 3 0,4-2 0 16,-3 2 4-16,4-4-4 0,0 0-1 0,4-5 4 16,0-4-3-16,1-6 3 0,0-3 2 0,3-2 5 15,1-5 6-15,-4 1 3 0,4-2 15 0,0-1 14 16,0 0 25-16,-2 0 21 0,0-2 9 0,2-2 29 15,0 5 1-15,0-5-5 0,0 0-25 0,0 0-22 0,0 0-37 16,0 0-43 0,2-12-40-16,-2 6-68 0,2 1-59 0,-1 1-69 15,3-3-65-15,-1 0-262 0,2 2-608 0,0-2 268 16</inkml:trace>
  <inkml:trace contextRef="#ctx0" brushRef="#br0" timeOffset="149317.84">5635 11646 133 0,'-5'-10'221'0,"-2"2"-22"15,2-2-18-15,-5 3-17 0,-7-1-18 0,-1 3-13 0,-3 0-18 16,-6 4-13-16,-4 1-7 0,1 2-14 0,-2 2-10 15,-3 3-8-15,3 2-3 0,-3 2-8 0,4 1-8 16,-2 4-7-16,1 1-2 0,1 3-2 0,5 0-8 16,-1 2-5-16,4 1 0 0,2 4-1 0,4-1-3 15,1 2-5-15,3-4 0 0,4 1 1 0,4 1-1 16,3-5-3-16,5-3 13 16,2-2-3-16,5 2 0 0,3-4 0 0,4 0 7 15,1-4 1-15,11-1 2 0,-1-4-3 0,4-2 0 16,3-3 1-16,-3-5 5 0,2-2 3 0,-1-3 8 15,3-3 11-15,-8-4 15 0,0-2 16 0,-1-2 9 16,-5-3 6-16,-2-2 4 0,-2-4 3 0,-4-1 6 16,3-15 3-16,-6 0 1 0,2-2-11 0,-5-1 0 15,-2-4-3-15,-5 5 16 0,2-1 6 0,-6-1 0 0,2 3-3 0,-2-2-20 16,0 4 9-16,0 11-18 0,-4 1 0 0,3 3 10 16,1 3 2-16,-1 8 0 0,2 3-2 0,-1 5-3 15,0 2-13-15,3 4-5 0,-2-2-22 0,1 2-38 16,-3 2-42-16,4 3-77 0,-1-2-37 0,1 2-6 15,-4 9 17-15,3 4 8 0,-5 15 12 0,1 4 20 16,-4 19-9 0,-1 1 14-16,2 5 9 0,-4 27 8 0,3-29 3 0,5 5 10 15,1-5 3-15,5-2 16 0,-2-2-5 0,0-5 0 16,1-12 4-16,3-3 4 0,-2 1 1 0,2-8 2 16,-1-3 7-16,0-5-7 0,0-4 10 15,-2-3 0-15,2-2 2 0,-2-1 11 0,0 1 22 0,1-3 23 16,-1 0 20-16,0 0 14 0,1-2 14 0,-2-2 10 15,1 4 3-15,-1-4-3 0,0 4 2 0,0-4-6 0,0 0-5 16,1 4-9-16,-1-4-13 0,0 0 0 0,0 0-7 16,0 0-7-16,0 0-5 0,0 0-8 0,0 0-16 0,0 0-19 15,0 0-28-15,0 0-23 0,0 0-28 0,0 0-22 16,0 0-31-16,0 0-23 0,0 0-31 16,0 0-71-16,0 0-87 0,0 0-318 0,-4-14-708 15,4 7 314-15</inkml:trace>
  <inkml:trace contextRef="#ctx0" brushRef="#br0" timeOffset="149919.46">5762 10826 168 0,'-1'-4'327'0,"1"4"-20"15,0 0-17-15,0-7-25 0,0 7-23 0,0 0-27 16,1-5-22 0,-1 5-20-16,0 0-21 0,0 0-18 0,0 0-18 15,0 0-9-15,0 0-14 0,15 7-12 0,-3-2-8 0,-3 0-11 16,4 4-8-16,1 4-7 0,-1 0-19 16,1 3-2-16,-1-1-2 0,-2 2-7 0,2 4-2 15,-3-2-3-15,-1-2 2 0,-5 1-7 0,0 0-1 16,-3 0-4-16,-1 0 5 0,-4 1-7 0,0-2-3 0,-3-2 4 15,-1 0-1-15,0-1 2 0,-2 1-4 0,3-6 2 0,-2-1 4 16,2 1 0-16,1-1 0 0,-3-3 0 0,5 1 0 16,-1-5-1-16,2 4 0 0,2-1 0 0,-3 0 0 15,4-4 6-15,-1 4 14 0,1-4 3 0,-4 3-1 16,4-3 4-16,0 0 10 0,8 6 19 0,-3-6 11 16,8 2-2-16,2-1 19 0,4-2-14 0,2 1 2 15,2 0-6-15,6-4 10 16,-1 2-10-16,-5 1-5 0,-4 0-7 0,2-2 4 15,-6 3-7-15,-1 0 4 0,-5 0 5 0,0-1 0 16,0 1-4-16,-5-2-6 0,1 1 1 0,-5 1-7 16,8 0 1-16,-8 0-11 0,0 0-26 0,8 0-24 15,-8 0-38-15,0 0-45 0,0 0-36 0,0 0-31 16,0 0-40-16,-12 9-69 0,3 0-70 0,-1-3-243 16,-3 2-635-16,5-3 282 0</inkml:trace>
  <inkml:trace contextRef="#ctx0" brushRef="#br0" timeOffset="150721.44">6072 11392 215 0,'0'-7'365'0,"1"6"-19"0,-1-3-26 15,0 4-24-15,0-4-12 0,3 0-47 0,-3 4-22 16,0 0-24-16,1-4-32 0,-1 4-28 0,0-1-33 15,0 1-35-15,0 0-19 0,0 0-9 0,0 0-8 0,8 9-5 0,-3-2-5 16,-3 2-5-16,6 1-4 0,0 3-14 0,2 1-10 16,0 1-12-16,2 1-9 0,-1-3-12 0,2 1-3 15,1-4-4-15,-3 2 2 0,2-4 1 0,-3-4 9 16,1 1 2-16,0-2 5 0,0-3-1 0,0-6 10 16,-2 1 7-16,1-1 17 0,-4-5 24 0,2 0 19 15,1-3 14-15,-4-1 18 16,0 1 5-16,-1-3 6 0,0 0 4 0,0 0 7 15,-3 0-1-15,2-1 19 0,-1 3-8 16,-1-1 4-16,-1 7-2 0,3-2 0 0,-2 2-4 0,-1 2-4 16,0 2-16-16,3-2-17 0,-3 4-30 0,0-1-26 15,0 4-36-15,0-6-35 0,0 6-29 0,0 0 11 16,0 0 10-16,0 0 4 0,-4 23 5 0,1-7 5 16,1 11 5-16,-2 5 10 0,-5 15 0 0,3 4 3 0,-6 1 6 0,3 3 2 15,3-5 3-15,-2 3 5 0,-2-1 0 0,6-3 3 16,-1-2-1-16,1-10 7 0,0-3-3 15,0-3 3-15,3-1 3 0,-3-1 1 0,3-9 3 16,-3-2 1-16,3-1-1 0,-3-2 1 0,0-5 3 0,0-1 0 16,3-2 8-16,-1-2 17 15,0-2 3-15,0 2 18 0,-2-1 10 16,0-4 10-16,4 0 4 0,-13-3 12 0,4 0 11 16,2-1 20-16,-2-3 10 0,0 0 11 0,-1-2 11 15,1-4 1-15,0-2-9 0,1-2-11 0,3-1-7 0,2-10-10 16,2-2-17-16,2-2-11 0,6-3-3 15,3 0-14-15,8-8-6 0,-4 10-5 0,6 4 0 16,-2 1-11-16,1 0 0 0,3 3-8 0,-3 0-3 16,4 3 1-16,2 0 1 0,-5 5-3 0,2 3 11 0,-6 2 2 0,-5 4 8 15,-2 2 1-15,-1-1 1 0,-1 2-5 0,-3 2-6 16,2 0-11-16,-5 0 5 0,3 0-10 0,0 0-10 16,-3 1-33-16,-1 2-29 0,0 0-64 0,9-3-62 15,-9 3-56-15,0 0 7 0,-6 11-14 0,-2-2-56 16,-5 5-115-16,-2 1-255 0,0-3-719 0,-4-1 318 15</inkml:trace>
  <inkml:trace contextRef="#ctx0" brushRef="#br0" timeOffset="151184.84">5023 12301 153 0,'-4'-2'195'0,"4"2"-6"0,0 0-13 0,-5-2-14 15,5 2-12-15,0 0-10 0,0 0-21 0,0 0-5 16,0 0-12-16,-8 0-5 0,8 0-8 0,0 0-4 0,0 0-1 16,0 0 7-16,0 0-2 0,0 0 10 15,0 0 0-15,0 0-2 16,0 0 2-16,0 0-6 0,0 0 4 0,0 0-2 16,27-4-8-16,0-1-8 0,10-3-8 0,24-6-4 15,31-1-7-15,5-3 7 0,8 3 6 0,1 1 9 16,0-1 11-16,0-2 4 0,3 5 10 0,-10 2 0 15,-1-2-6-15,-8 3-5 0,-27 3 2 0,-4-1-4 16,-3 1-6-16,-4 1 5 0,-16 1-11 0,-7 1-6 16,1-1-11-16,-13 3-1 0,-3-1-3 0,-4 1-4 0,-2-1-11 0,-1 2-10 15,-1-1-50-15,0 0-47 0,-6 1-43 0,0 0-32 16,0 0-50-16,-19 12-91 0,-7-3-388 0,-5-1-718 16,-4-1 318-16</inkml:trace>
  <inkml:trace contextRef="#ctx0" brushRef="#br0" timeOffset="152125.01">5670 12865 225 0,'-2'-6'212'0,"-6"-1"-25"0,1 2-16 0,-2-2-10 15,-9 1-28-15,0 2-9 0,-3 1-14 0,-5 1-9 16,-2 2-15-16,-1 1-6 0,-1 3-14 0,0-1-5 15,1 1 0-15,1 2 3 0,2 1-6 0,5-1-7 0,-5 3-9 16,6 2-1-16,3-1-6 0,-1 0-8 0,4-1-3 16,0 6-4-16,1-3-1 0,3 2-2 0,1 1-3 15,4-3 0-15,4 0-7 0,-2 0 7 0,3 5-3 0,4-5 5 16,5 0 1-16,4-1-3 0,1 0 0 0,1-1 3 16,4-4 7-16,8 1 3 0,1-6 5 15,0-1 1-15,0-6 7 16,2-1 10-16,-3-3 13 0,-2-2 17 0,1-1 10 15,-3-1 11-15,0-3 14 0,-2-3 5 0,-3 0 25 16,-1-2 9-16,-4 1-7 0,-2-3 1 0,-2-2-2 16,-1 1 3-16,-2-4 0 0,-1-2-2 0,-1-1-4 15,3-2-7-15,-6-1-4 0,-1 0-1 0,-1-1-8 16,-2 3-6-16,-1 1-7 0,3 4 0 0,-2 7-2 16,2 9-5-16,1-1-8 0,0 5-14 0,0 0-15 0,-1 2-17 0,1 0-36 15,-3 1-35-15,3 1-63 0,0 4-41 0,0 0-6 16,0 0 4-16,-5 15 14 0,1 2 12 0,3 8 8 15,-4 6 5-15,2 4 11 0,-2 11 10 0,0 1 8 16,1-10 2-16,2 9 4 0,-2-12 11 0,4 2 8 16,1-4 1-16,3-2 2 0,-4-1 5 0,5-3 3 15,0-9 5-15,-4 1-1 16,3-6 8-16,0-4-5 0,-4 4 9 0,3-6 4 16,-2 1 8-16,0-3 13 0,2 1 17 0,-3-3-11 15,0-2 46-15,0 6 8 0,0-6-1 0,-3 4-8 16,3-4-2-16,0 0-28 0,0 0-41 0,0 0-48 15,0 0-61-15,0 0-64 0,-5-15-71 0,4 9-88 16,-6-4-308-16,5 0-696 0,-2 0 309 0</inkml:trace>
  <inkml:trace contextRef="#ctx0" brushRef="#br0" timeOffset="152550.84">5949 12709 61 0,'10'5'182'0,"3"-2"-10"0,-1 2-11 0,0 3-9 15,1-1-13-15,-4 2-6 0,1 3-16 0,-1 2-9 0,-1 3-5 16,-3-1-12-16,-1 1-8 0,1 0-3 0,-4 1-6 16,-6 1-8-16,0 4-3 0,0-4-5 15,-4 0-4-15,1 5 2 0,-4-5-12 0,3-4-3 16,0-1-1-16,-2-3-5 0,6 0 2 0,0-1 2 0,-1-3 2 0,1 0 9 15,0-2 14-15,1-3 28 0,1 2 43 0,2-2 44 16,1-2 52-16,0 0 33 0,0 0-21 0,0 0-23 16,0 0-26-16,1-17-18 0,6 7-17 0,3-5-18 15,1-4-19-15,7-1-15 0,0-3-15 0,0 1-10 16,0 0-11-16,1 1-7 0,-5 6-8 0,0 2-5 16,-2 3-11-16,-4-1-1 0,0 6-9 0,-3 0 0 0,2 0-9 0,-2 2-7 15,0 1-13-15,-1 0-21 0,-4 2-3 0,0 0-7 16,11 7 5-16,-5 1-19 0,-3-1-1 0,4 7 6 15,-2 1 3-15,-1 0-6 0,-1 3 16 0,1 2-9 16,1 6 4-16,4-4 7 0,-4 0 0 0,3 2 5 16,-4-7-28-16,1 1-36 0,1-3-31 0,-2-2-30 31,0-2-31-31,0-1-38 0,-3-2-56 0,4-3-346 0,2-5-667 0,-1 0 295 0</inkml:trace>
  <inkml:trace contextRef="#ctx0" brushRef="#br0" timeOffset="152958.23">6348 12671 2883 0,'-1'-10'242'16,"-2"5"-38"-16,3 0-12 0,0 1-19 0,0 0-44 16,0 0-36-16,0 4-25 0,0-5-21 0,3 2-15 0,-3 3 8 15,6-2-16-15,3 3-5 0,-9-1-4 0,15 7-7 16,-5-5-1-16,3 5 1 0,-4 1 2 0,5 3-6 15,-2 1 4 1,-2 1-12-16,0 1-7 0,-5 2 9 0,0 1 0 16,-1 1-3-16,-1-1 2 0,-3 2 2 0,-3-2 1 0,-2-2-6 15,5 2 0-15,-4-4 3 0,-1-2 1 16,-2 1-3-16,4-4 5 0,-3 1 6 0,2-3-1 16,2-1 5-16,1-1 2 0,-3-1 6 0,2 1 27 15,2-4 14-15,-2 5 33 0,2-5 29 0,-2 2 2 0,2-2 5 16,0 0-7-16,6 3-11 0,-6-3-9 0,22-7-15 0,0 4-8 15,7-4-8-15,10 2-7 0,0-2-7 0,18 0-4 16,1 1-9-16,5-1-4 0,-3 2-5 0,2 1-5 16,1 1-2-16,-7-2 0 0,-7 3-6 0,-15 1-1 15,-3 1-1-15,-12 0-3 0,0-1 0 0,-6 1-3 16,-4 0-3-16,1-2 1 0,-6 4-1 0,4-2-23 16,-8 0-34-16,7 0-51 0,-7 0-72 0,3 2-42 0,-3-2-72 0,-12 5-155 15,-4-2-325-15,-2-2-828 0,-1-2 366 0</inkml:trace>
  <inkml:trace contextRef="#ctx0" brushRef="#br0" timeOffset="154810.94">7620 11955 82 0,'0'0'269'0,"0"0"-7"16,0 0-5-16,0 0-6 0,-6-1-13 0,6 1-12 0,0 0-18 16,0 0-12-16,0 0-10 0,0 0-19 0,0 0-18 0,0 0-13 15,0 0-16-15,0 0-13 16,0 0-11-16,0 0-17 0,19-3-20 0,-3 2-29 0,3-2-28 0,3 3-37 16,7-4-44-16,-1 4-53 0,4-2-60 15,-4 2-255-15,0-4-485 0,-7 3 214 0</inkml:trace>
  <inkml:trace contextRef="#ctx0" brushRef="#br0" timeOffset="154978.29">7770 12094 192 0,'-6'6'212'0,"0"-4"-25"0,1 1-17 16,0 0-11-16,5-3-11 15,-4 4-8-15,4-4 0 0,8 3-17 0,6-2-7 16,8-1-11-16,11-1-24 0,4 0-58 0,17-3-76 15,3-3-86-15,-3 1-129 0,4-1-289 0,-2-1 127 16</inkml:trace>
  <inkml:trace contextRef="#ctx0" brushRef="#br0" timeOffset="155626.87">8956 11991 115 0,'0'0'173'0,"-8"2"0"16,8-2-1-16,-6 0-4 0,6 0-7 0,0 0-17 0,-8 0-7 0,8 0-11 15,0 0-9-15,0 0-9 0,0 0-3 16,0 0-8-16,-8 3 5 0,8-3-5 0,0 0-3 0,0 0 3 16,0 0-2-16,0 0-3 0,0 0 1 0,0 0-2 15,0 0-10-15,0 0-5 0,0 0 2 0,0 0-10 16,0 0-9-16,0 0-6 0,0 0-4 0,0 0 2 16,0 0-12-1,0 0-6-15,0 0-2 0,0 0-4 0,0 0 1 0,0 0-7 16,0 0-2-16,0 0 3 0,0 0-9 0,0 0 6 15,0 0-7-15,0 0 0 0,0 0-1 16,0 0-2-16,0 0 2 0,0 0 3 0,23-3-1 16,-6 3-4-16,5-2 2 0,7-1 0 0,7 1-6 0,0-1 1 15,2-1 4-15,13-2 1 0,-13 4 14 0,0 0 1 16,0 1 11-16,-5-3-1 0,-1 2-1 0,-4-2 10 0,-10 3-11 16,-1-2 4-16,-5 3-9 0,-4-1 2 0,1 1-3 15,-5-1 2-15,3 1-8 0,-7 0 1 0,9-1-12 16,-9 1-22-16,0 0-25 0,0 0-13 0,0 0-26 15,0 0-48-15,-16 9-68 0,7-7-79 0,-3 2-258 16,-2-1-571-16,3-1 253 0</inkml:trace>
  <inkml:trace contextRef="#ctx0" brushRef="#br0" timeOffset="156582.56">10535 11553 47 0,'0'-10'248'0,"-2"-3"-20"0,0 1-10 0,1 1-13 15,-2 0-6-15,-2-2-9 0,-1 2-15 0,1-1-27 16,-1 3-10-16,-1 0-10 0,-1-1-14 0,0 1-10 15,0 4-14-15,-1-1-8 0,-2-1-9 0,2 3-4 16,-2 1-13-16,-1 1-8 0,0-1-7 0,-2 3-5 0,4 0-4 0,-3 0-7 16,-5 5-2-16,1 2-4 0,2 2-1 0,-3 4-1 15,-1 4-4-15,-1 1-3 0,3 5-3 0,0-1 1 16,3 4-2-16,-1-1 0 0,6 1 0 0,0-3-2 16,0 3 7-16,5-7-7 0,2 0 10 0,2 0 2 15,1-1 0-15,-1-1 7 0,4-3 3 0,0-5 4 16,2 1 9-1,-1 0 6-15,-1-5 10 0,4 2 11 0,-2-4 21 0,2 0 20 16,-2-2 11-16,3 1 14 0,-2-4 15 0,5 0 9 16,0-3 7-16,-3-1-3 0,3 0-7 0,1-7-6 15,1 1-5-15,-1-1-10 0,-1 0-9 16,0-2-9-16,0 1-1 0,-1-1-8 0,-3 6-11 0,5-3 8 16,-8 4-6-16,1 0-7 0,-3 4-8 0,1-2-10 15,-3 3-10-15,3-1-12 0,-3 3-4 0,2-3-15 0,-3 4-12 16,1-5-22-16,-1 5-31 0,0 0-21 0,0 0-10 0,0 0 0 15,0 0 7-15,4 15 6 0,-4-4 6 0,-1 1 2 16,-2 5 3-16,3 0 3 0,-4 0 5 0,4 0 5 16,-1-3-1-16,-2 1 7 0,3-3 5 15,0 0 1-15,0 0 3 0,3 0 1 0,-2-3 5 0,-1-2 7 16,4-1 9-16,-1-1 5 0,-1-1 6 0,7-1 1 0,0 1 4 16,4-1-1-16,8-5-7 0,2 1-36 0,5-6-51 15,4 0-73-15,0-5-90 0,2-1-106 0,-5-5-431 0,0-1-836 16,0-3 370-16</inkml:trace>
  <inkml:trace contextRef="#ctx0" brushRef="#br0" timeOffset="157184.03">10815 11003 157 0,'4'-4'259'16,"2"1"-22"-16,-2 1-25 0,-4 2-19 0,9-1-21 15,-9 1-13-15,17 2-13 0,-8 4-13 0,0-2-11 0,0 3-12 0,1 3-9 16,0 3-19-16,0 2-6 0,0 2-7 0,-4 1-12 15,-3 0-4-15,1 6-4 0,-5-5-5 0,0 6-5 16,-2-6-3-16,-1 0-4 0,-1-2-3 0,0 0 0 16,-3 0 4-16,5-5 2 0,-3-2 0 0,4 0-2 15,-2-4-2-15,3 1 3 0,-2-2 2 0,1-1 14 16,0 0 23-16,1 0 19 16,-1-1 17-16,-1 1 14 0,3-4 6 0,0 3 12 15,0-3-6-15,0 0-11 0,10 3-14 0,0-6-11 16,2 1-4-16,3 1-12 0,6-2-11 0,-1 1-9 15,3 0 0-15,4-2-9 0,1 1-3 0,0 2-8 16,0 0-6-16,-7 0-10 0,-1 0 4 0,-1 0-8 16,-6-1 4-16,0 2-8 0,-3 0 11 0,-3-1-10 15,-1 1-1-15,-6 0-7 0,10-1-11 0,-10 1-16 0,6-1-45 0,-6 1-40 16,0 0-43-16,0 0-45 0,0 0-43 0,0 0-54 16,0 0-343-16,-20 8-680 0,11-6 301 0</inkml:trace>
  <inkml:trace contextRef="#ctx0" brushRef="#br0" timeOffset="157954.68">9817 12219 166 0,'-6'3'222'0,"6"-3"-11"0,-3 3-5 16,3-3-5-16,0 0-5 0,0 0-12 0,-8 0-20 15,8 0-13-15,0 0-13 0,0 0-15 0,0 0-11 16,0 0-6-16,-6 1-14 0,6-1-9 0,0 0-10 16,0 0-6-16,0 0-6 0,0 0-7 0,0 0-8 15,0 0-3-15,0 0-5 0,0 0-2 0,0 0 1 0,0 0-1 0,0 0-1 16,0 0-3-16,0 0-2 0,0 0 5 0,0 0-9 16,0 0-1-16,0 0-1 0,0 0-3 0,0 0 3 15,0 0-1-15,0 0-2 0,0 0 1 0,0 0-1 16,0 0-1-16,0 0 0 0,0 0-2 0,0 0-1 15,0 0-3-15,0 0-5 0,0 0 1 0,0 0-1 16,0 0 3-16,0 0-6 0,0 0-1 0,0 0 3 0,0 0-2 0,0 0-1 16,0 0 2-16,0 0 10 0,23-1 8 0,-4-1 1 15,11-2 1-15,22 0-2 0,8-2-2 0,36 0-2 16,6-3 9-16,12 4 7 0,10 0 4 0,6-4 5 16,7 2-3-16,1-1 19 0,4 3-10 0,2-4 15 15,0 0-2-15,-2-2-3 0,-5 4 0 0,-8-5 10 16,-11 3-3-16,-11 1-4 15,-5-2 8-15,-10 2 1 0,-33 2 2 0,-3 0 2 16,-17 1 5-16,-4 1 5 0,-6-1 3 0,-10 2 13 16,-7 1 4-16,6 0 16 0,-9-1 7 0,0 1 5 15,-2-1-4-15,-1 3-10 0,-2-1-17 0,-4 1-27 16,5-1-30-16,-5 1-66 0,0 0-81 0,0 0-96 16,-23-7-83-16,5 10-88 0,-13 1-129 0,-2-2-253 15,3 1-811-15,1-2 359 0</inkml:trace>
  <inkml:trace contextRef="#ctx0" brushRef="#br0" timeOffset="158703.31">10327 12730 68 0,'0'-11'311'0,"0"1"-12"0,-3-1-26 0,2 6-20 0,-1-3-25 0,-2 1-25 16,0 2-21-16,-1 3-21 0,-7-1-22 0,-1 1-20 15,0 4-13-15,-7 1-13 0,1 6-6 0,-9 5-11 16,5 1-11-16,-4 2-9 0,0 3-2 0,2 2-8 16,0-1-3-16,3 3-8 0,0 1 2 0,3-1-5 31,2-2-3-31,4-1-4 0,4-1 7 0,3-4-10 0,2-1 0 0,4-3-1 16,-1 0 4-16,2-4 5 0,2-1 8 0,3-2 9 15,-1 0 5-15,4-3 9 0,5-2 4 0,7-3 3 16,-4-1 2-16,3-2-3 0,1-1 10 15,4-4-5-15,-9 1-4 0,3 2-11 0,-1-3 3 0,0 3 2 16,0-2-8-16,-4 2-5 0,3-2-4 0,-7 4-3 16,3 1-5-16,-4 1-6 0,-2 1-6 0,-1-1-2 15,1 2 0-15,-1-1-5 0,1 2-26 0,-2 0-15 0,-5 1-21 16,15 2-16-16,-7 1-22 0,2 3-33 0,2-3-42 0,-1 2-50 16,7 2-60-16,-8-2-303 0,3-1-618 15,1 0 273-15</inkml:trace>
  <inkml:trace contextRef="#ctx0" brushRef="#br0" timeOffset="159121.46">10572 12826 123 0,'3'-4'291'0,"-3"4"-30"0,1-4-30 0,4 0-25 0,-5 4-20 16,9-1-20-16,-1 2-19 0,-2 0-13 0,3 5-18 15,0 0-12-15,0 0-10 0,-1 1-9 0,2 3-9 0,-5 1-10 16,1 0-5-16,-3 1-5 0,1 5-7 0,-3 0-6 16,-2-1-2-16,-3 4-7 0,-1-2 0 0,-2-1-3 15,-3 0 0-15,0-1-5 0,5-6 2 0,-3 4 6 16,3-5-4-16,-1-2 3 0,2-1 0 0,0 1 6 16,0-6 15-16,3 3 20 0,1 0 33 0,-4-1 29 15,4-3 36-15,0 0-6 0,0 0-22 0,0 0-12 0,5-12-16 0,3 2-8 16,1 0-9-16,1-2 0 0,6-3-24 0,3-6-7 15,0 2-7-15,1-3-6 0,2 5-10 0,-2 0-7 16,-4 3-3-16,-1 1-3 16,0 2-2-16,-1 1-3 15,-5 5-5-15,-1 0-3 0,-4 0 4 0,2 1-12 0,-2 1-9 16,1 0-5-16,-1 1-26 0,-1 0-23 16,-3 2 1-16,0 0-5 0,6 4 2 0,-3 1 3 0,-2 0 13 0,-1 2-7 15,0 3 5-15,4 2 1 0,-4-1 7 0,1 6 8 16,0 0 1-16,3 0 3 0,0-1-10 0,1 1-27 15,4-1-30-15,2-3-41 0,-2-4-54 0,3 3-77 16,5-4-332-16,-5-1-638 0,5-4 282 0</inkml:trace>
  <inkml:trace contextRef="#ctx0" brushRef="#br0" timeOffset="159389.47">11068 12947 19 0,'0'0'209'0,"-6"2"-17"0,6-2-5 0,-4 2 10 16,4-2-2-16,0 0-11 0,0 0-7 0,0 0-3 15,0 0-3-15,0 0-7 0,0 0-11 0,18 0-12 16,-4 0-12-16,6-1-12 0,8 1-15 0,3-3-12 15,2-1-2-15,4 3-11 0,-1-2-16 0,4-2-19 0,-6 4-25 0,-1-3-24 16,-3 0-36-16,-9 1-39 0,-3 2-35 0,3-3-43 16,-11 2-54-16,0 0-164 0,-3 0-408 0,-5-1 180 15</inkml:trace>
  <inkml:trace contextRef="#ctx0" brushRef="#br0" timeOffset="159743.6">11257 12811 200 0,'0'0'273'0,"0"-3"-8"0,0 3-13 16,0 0-13-16,0-4-18 0,0 4-21 0,3-6-17 16,-3 6-31-16,0 0-18 0,0 0-14 0,0 0-12 15,0 0-15-15,1 13-11 0,-2-2-11 0,1 2-4 16,-3 4-10-16,-1 3-4 0,3 7 3 0,-2 1-13 15,-3 6-1-15,2 0-32 0,1 0-52 0,1 2-78 16,1-2-79-16,-6-3-228 16,2-4-462-16,4-6 204 0</inkml:trace>
  <inkml:trace contextRef="#ctx0" brushRef="#br0" timeOffset="160307.46">11657 13154 6 0,'-9'0'244'0,"9"0"-7"0,0 0-12 15,0 0-20-15,0 0-15 16,0 0-16-16,-2-7-17 0,2 7-12 0,6-8-16 15,-3 1-11-15,3 0-15 0,0-2-9 0,2-1 2 16,2-4 0-16,-1 0 5 0,1-1-2 0,3 0 6 16,-2-2 2-16,-1 0 13 0,0-8-10 0,1 0 5 15,2 0-4-15,-5 1-8 0,3 0-10 0,-3-3-3 16,1 0-4-16,-3 0 3 0,-2 1-8 0,0 0 9 16,-3 6 1-16,2 1 8 0,-2 3-5 0,-1 5 8 0,1-1-8 0,-1 4-3 15,-1 1-6-15,1 1-16 0,-1 1-17 0,1-2-12 16,0 3-24-16,0 4-21 0,0 0-6 0,0 0-4 15,0 0 12-15,-19 13-19 0,8 2 1 0,0-1 3 16,-3 8 1-16,-1 3 3 0,2 1 5 0,0 3-5 16,3-3 6-16,1 1-2 0,2 0-4 0,4-1-4 15,3-6-4-15,0-1 4 0,2-1 4 0,3 0 1 0,3 1 3 0,-3-6 5 16,9 1-1-16,-6-4 5 0,7-1 5 0,-3-3 11 16,2-2-4-16,0-3 1 0,-1 1 3 0,-3-5 14 15,1 1 10-15,-1-3-5 0,-2-2-2 0,2 1-5 16,-2-2-3-16,-3-1-1 0,-1 0-11 0,-3-3-1 15,1 2 9-15,-2-1-16 0,-2-2-12 0,1 4-1 16,-3 0-5 0,-1-2-9-16,-3 4-17 0,-2 0-10 0,1-1-11 0,-6 4-19 15,-2-1-13-15,-1 2-19 0,0 1-18 0,-2 0-31 16,7 2-38-16,-1 0-44 0,3-1-58 16,0 0-208-16,5 1-552 0,6 0 245 0</inkml:trace>
  <inkml:trace contextRef="#ctx0" brushRef="#br0" timeOffset="160576.94">12087 12544 307 0,'0'0'275'15,"2"-1"-32"-15,-2 1-27 16,0 0-22-16,4 10-22 0,-4 1-19 0,0 7-16 15,1 9-16-15,-1 5-5 0,2 2-10 0,-2 2-11 16,0 11-2-16,0 3-7 0,-3-2-4 0,-1 1-6 16,0-3-3-16,0 3-9 0,-1-3-2 0,-3-12-5 15,-2 0-3-15,0-3-2 0,-6 0-5 0,-2-2 0 16,-4-1-2-16,-2-3-9 0,-7-3-28 0,-1-2-40 16,-17 6-65-16,-2-11-91 0,-7-1-262 0,0-6-488 0,3-4 216 0</inkml:trace>
  <inkml:trace contextRef="#ctx0" brushRef="#br0" timeOffset="161009.16">9625 12617 60 0,'0'-4'246'16,"2"0"-15"-16,-2 4-26 0,1-4-21 0,-1 4-19 15,0 0-19-15,0 0-14 0,-5 11-13 0,1-1-14 16,0 8-9-16,-5 10-11 0,3 0-7 0,-1 5-7 16,1 2-8-16,1 12-1 0,5 2-9 0,1 0 0 15,3 1-5-15,6-1-1 16,9 0-2-16,4-2-4 0,8-5 2 0,6 1-3 15,8-9 2-15,6-1-17 0,6-10-44 0,29 6-83 16,-23-19-135-16,30-4-118 0,-1-5-384 0,-26-2 170 16</inkml:trace>
  <inkml:trace contextRef="#ctx0" brushRef="#br0" timeOffset="161842.67">12296 12334 131 0,'3'-7'342'0,"-1"5"-27"0,-2 2-25 0,4-7-14 15,-3 4-36-15,3 0-26 0,-4 3-23 0,9-2-22 16,-3 0-15-16,-6 2-21 0,12 4-13 0,-2 1-9 16,-1 0-14-16,0 4-6 0,1 1-12 0,1 4-5 15,-5 2-8-15,3 1-6 16,-4 2-5-16,3 4-6 0,-8-3-4 0,-3 5-4 16,0-6-6-16,-3 6-1 0,2-7-8 0,-2 0-3 15,1-2 2-15,0-4-1 0,1-2-4 16,0 2-3-16,-1-8-1 0,5 4 2 0,-4-3 0 15,4-1-3-15,-1 1 3 0,-2-2 16 0,3-3 11 0,4 5 10 16,5-3-3-16,4-2 0 0,7 0-6 0,8-4-9 16,0-2-6-16,2 4 5 0,-2-2 4 0,4 1 1 0,-4-2-4 15,0 1 3-15,-5-1-6 0,-2 2-9 0,-2 1 2 0,-1-2-1 16,-5 3-5-16,-3-1 0 0,-3 2-2 16,1-3-12-16,-3 3-19 0,0-2-27 0,-5 2-31 15,9 0-37-15,-9 0-36 0,0 0-56 0,0 0-64 16,0 0-325-16,0 0-636 0,-23 0 281 0</inkml:trace>
  <inkml:trace contextRef="#ctx0" brushRef="#br0" timeOffset="163716.1">13438 11480 2 0,'0'0'43'0,"0"0"-2"0,8-4 8 15,-8 4 11-15,0 0 1 0,0 0 9 0,0 0 10 16,0-4 1-16,0 4 7 0,0 0 11 0,0 0-1 15,0-7-9-15,0 7 4 16,0 0-4-16,-1-3-16 0,1 3-1 0,0 0-15 0,0 0 2 16,1-4-9-16,-1 4-5 0,0-4 1 0,0 4 9 15,0 0-3-15,0-6 3 0,-1 2 2 0,1 4 1 16,0-5 1-16,0 5 10 0,0-5 4 0,-3 1 5 16,3 4 3-16,3-7 2 0,-6 3 2 0,3 4-1 0,0-6 6 15,0 3 3-15,0 3 3 0,0-5-4 16,3 1-4-16,-3 4-3 0,-3-5-1 0,3 5 3 0,0-4 0 15,0 4-5-15,0-7-10 0,0 7-8 0,0 0-2 16,0 0-14-16,0-2-4 0,0 2-6 0,0 0-16 16,0 0-27-16,0 0-8 0,0 0-1 0,0 0-3 15,0 20 2-15,0-4 0 0,3 4-2 0,-2 5 4 16,-1 3-1-16,0 3 1 0,0 4 7 0,3-1-5 16,-1 2 0-16,-2 0-3 15,0-3-6-15,0 1 0 0,0-1 8 0,3-1 0 16,-2-5 2-16,2 0 1 0,-2-8 3 0,2-1-1 15,-3-1-1-15,0-6 5 0,2 0-5 0,-2-2 4 16,-2-1 1-16,2-3 0 0,-3 1 0 0,3-2 2 16,3 0 5-16,-1 0 0 0,-2 0 14 0,0-4 11 15,0 5 7-15,0-5 9 0,0 4-4 0,0-4 6 16,0 0 4-16,0 0-3 0,1 4-6 0,-1-4-3 0,0 0 2 0,0 0-15 16,0 0 7-16,0 0-6 0,0 0-7 0,0 0-42 15,0 0-38-15,0 0-35 0,0-14-21 0,0 7-31 16,0 2-45-16,3-4-49 0,-2-2-250 0,-2 0-529 15,2-1 234-15</inkml:trace>
  <inkml:trace contextRef="#ctx0" brushRef="#br0" timeOffset="164333.31">13419 11313 103 0,'0'0'157'0,"0"0"-12"0,0 0 1 0,0 0-23 0,0 0-11 16,0 0-9-16,0 0-10 0,0 0-10 0,0 0-4 16,0 0-19-1,0 0 0-15,22 6-7 0,-12 0-8 0,4 1-1 16,3 3-8-16,2 1-3 0,6 5 4 0,0 1-6 15,2 2 8-15,2 5 0 0,-2 0-8 0,0 1 4 16,6 11-2-16,-11-11-13 0,-4 4 6 0,0 0-4 16,-6 0-4-16,0 3 1 0,-7-2-4 0,-5 1 3 15,-4 1-6-15,-5-3 1 0,-7-2 2 0,-2 0 5 16,-4-3 4-16,-6 0 6 0,-2-2 6 0,1-2 5 0,-4-2 6 0,2-3 11 16,-1-2 4-16,0 3 1 0,3-9 7 0,-1 5-2 15,10-5 1-15,2-2-4 0,4 0-5 0,4-2-5 16,0 2-6-16,3-3-5 0,0 0 0 0,1 0 16 15,0-1 14-15,6-1 2 0,-6 2 2 0,6-2 1 16,-5 3-7-16,5-3-3 0,0 0 1 0,0 0 0 16,0 0-2-16,0 0-4 0,0 0-2 0,0 0-3 0,0 0-9 0,0 0-3 15,21-3-10-15,-21 3 2 0,9-2-2 0,-4 1-8 16,-2 0-27-16,-3 1-30 0,7-3-34 0,-1 2-41 16,0 0-60-16,-6 1-65 0,6-3-76 0,1-2-206 15,-1 5-552-15,-2-4 245 0</inkml:trace>
  <inkml:trace contextRef="#ctx0" brushRef="#br0" timeOffset="165520.51">13989 11503 78 0,'-1'-6'273'0,"2"5"-13"0,-1 1-19 0,-1-5-16 15,1 5-25-15,0-5-25 0,0 5-17 0,0 0-12 16,0 0-21-16,0 0-18 0,0 0-10 0,0 0-14 0,0 0-7 15,0 0-12-15,9 15-2 0,-7-8-8 0,4 2-3 0,0 3-5 16,0 1-8-16,-2-2-10 0,3 4 0 16,0 1-4-16,2-2-4 0,-3 1 1 0,2-5-3 15,0 0 4-15,-2-1-6 0,3-1-1 0,-4-1-1 16,3-2 1-16,-3 0-1 0,0-4 1 0,3-1-1 0,-3-1 2 16,4-2-5-1,0-3 5-15,-2-1 11 0,0-1 5 0,-1 0 12 16,2-3 4-16,0-6 0 0,-2 2 8 0,2-2 2 15,-3 0 0-15,2 1-2 0,-1-3-4 0,-3 3 1 16,3 1 6-16,-4 3-1 0,2 4 6 0,-1 1-4 16,0 0-5-16,-2 2-6 0,2 0-7 0,-3 1-8 15,1-1-25-15,-1 5-21 0,0-5-29 0,0 5-11 16,0 0 3-16,0 0-2 0,4 12 6 0,-2-3 1 0,-2 11 10 0,2 9-5 16,-2 2 6-16,0 16 0 0,3-11 5 0,-1 14 4 15,2 1 1-15,-3 2 5 0,8-2 1 0,-5 1 3 16,1-5 2-16,-1 1-2 0,0-13 3 0,1 13 4 15,1-14 3-15,-2 0 0 0,0 0-2 0,-3 3 3 16,2-3 0-16,-2-5 3 0,-1 2-3 0,-1-7-2 16,-3 3 4-16,0-8-4 15,0-4-1-15,-2-1-2 0,1-4 2 0,-3 0 5 16,0 0-1-16,1-1 7 0,-1-2 4 0,-1-1 1 16,-3-2 5-16,3-2 2 0,-4 1 4 0,0-3 5 15,-1-3 7-15,-3-2 2 0,1-3 9 0,-3-2-1 16,2-3 18-16,-1-6 3 0,0-1 15 0,4-2 2 15,2-3 13-15,5-7-7 0,4 1-8 0,3 0-10 16,8-15-15-16,6-1 2 0,4-1-7 0,4 1-13 0,5 1-5 0,3-3 0 16,2 6-12-16,3 2 4 0,2 1-3 0,-2 5-3 15,1 3 3-15,-9 8-5 0,1 3 1 0,-2 1 15 16,-4 1-16-16,-5 7 7 0,0 2 12 0,-7 2-7 16,0 4 10-16,-2-1-9 0,-2 0 10 0,1 2-12 15,-2-1-5-15,-4 1-7 0,3 1-1 0,-4 2-10 16,8-4-35-16,-8 4-26 0,5-2-27 0,-5 2-34 0,1-2-36 15,-1 2-6-15,0 0 18 0,0 0-15 0,-5 14-43 16,0-5-48-16,-3-1-82 0,3 0-177 0,0 1-550 0,0-3 244 16</inkml:trace>
  <inkml:trace contextRef="#ctx0" brushRef="#br0" timeOffset="172606.68">15364 11778 119 0,'0'0'147'0,"0"0"-7"0,-4 2-12 15,4-2-6-15,0 0-3 0,0 0-13 0,0 0 1 16,0 0-5-16,0 0 3 0,0 0-13 0,0 0 12 0,0 0 0 0,0 0 3 15,0 0-9-15,0 0 0 0,-7 0-7 16,7 0-5-16,0 0-9 0,0 0-6 0,0 0-4 16,0 0-7-16,0 0-5 0,0 0-6 0,0 0-4 0,0 0-3 15,0 0-5-15,0 0-1 0,0 0 5 0,0 0 0 16,0 0-1-16,0 0-1 0,0 0 0 0,0 0 3 16,0 0 0-16,0 0-1 0,0 0-3 0,0 0-2 0,0 0-4 15,0 0-3-15,0 0-5 0,0 0-1 0,0 0 1 0,0 0-4 16,0 0-1-16,0 0-4 0,15-7 4 15,-15 7-6-15,1-2-1 0,-1 2-5 0,8-2-1 16,-8 2 0-16,2-1 2 0,-2 1 0 0,8-3-5 16,-8 3 4-16,4-1-2 0,-4 1 0 0,5-1 1 0,-5 1-2 15,0 0-2 1,0 0-3-16,0 0 4 0,0 0-2 0,0 0 0 16,5-2 1-16,-5 2-1 0,0 0 1 0,0 0-3 15,0 0 4-15,0 0-6 0,0 0 6 0,0 0-1 16,0 0-4-16,0 0-1 0,0 0 2 0,0 0 2 15,0 0 2-15,4-3-1 0,-4 3-1 0,0 0 0 16,0 0-4-16,0 0 5 0,0 0-3 0,0 0 0 16,0 0 0-16,0 0-4 0,0 0-2 0,0 0 0 0,0 0 0 0,0 0 3 15,0 0-3-15,0 0 7 0,0 0-8 0,0 0-1 16,0 0 2-16,0 0-3 0,0 0-1 0,0 0-2 16,0 0 1-16,0 0-2 0,0 0 1 0,0 0 2 15,0 0-2-15,0 0 2 0,0 0 0 0,0 0 1 16,0 0 1-16,0 0 2 0,0 0-1 0,0 0 2 15,0 0 0-15,0 0 3 16,4 7 3-16,-4-7 1 0,10 0 0 0,-1 0 0 16,4 0 2-16,5 0-3 0,5-1 3 0,7 0 5 15,4-3-5-15,1 2-2 0,1-2 1 0,5-1-1 16,-1 1 1-16,12 2 1 0,-15-4-3 0,4 2 0 16,-5 1 1-16,-2-1 1 0,-4 1 0 0,-8 0 2 15,-1 1-4-15,-2-1-15 0,-6 2-15 0,-2 0-21 16,-3 1-31-16,1-2-30 0,-5 0-36 0,-4 2-30 0,0 0-29 0,0 0-162 15,-13-5-398-15,1 4 177 0</inkml:trace>
  <inkml:trace contextRef="#ctx0" brushRef="#br0" timeOffset="172825.1">15698 11589 70 0,'0'-8'285'0,"0"2"1"0,0 3-1 0,0-2-12 0,-2 1-19 16,2 4-26-16,2-5-25 0,-2 5-25 0,0-5-30 16,0 5-40-16,0 0-16 0,0 0-7 15,-5 15-10-15,1-3-6 16,0 6-10-16,-5 9-4 0,3 0-7 0,0 5 0 16,1-1-6-16,3 2-23 0,-2 1-35 0,1 0-41 15,-3 1-58-15,6-5-65 0,-1 0-244 0,0-5-459 0,2-7 203 16</inkml:trace>
  <inkml:trace contextRef="#ctx0" brushRef="#br0" timeOffset="173671.57">17102 11318 93 0,'-4'-7'190'0,"-1"1"-9"0,2 2-10 16,-2-3-15-16,1 2-15 0,-1 2-18 0,-1-1-10 0,-2 1-12 15,-3 1-16-15,2 2-7 0,-3 0-9 0,0 3-8 0,-6 2-7 16,0 2-2-16,-5 4-5 0,-1 1-7 0,-2 5-2 16,3 1-2-16,1-1 2 0,1 2-4 0,1 3-9 15,5-3 0-15,-1 2-8 0,3 2 1 16,1-5-1-16,5-3 2 0,0 2 7 0,3-2 10 0,3 0 4 15,0-4 5 1,3 0 10-16,0-2-2 0,0 1 13 0,2-5 7 16,1-1 5-16,0 0 7 0,4-1 3 0,1-3 6 15,-1 0-2-15,4-2 6 0,0-3-4 0,3-2-3 0,1-1-1 16,-3-2-8-16,0-2 0 0,9-5-15 0,-10 4-8 16,2 0-2-16,-2 1-13 0,0 0 4 15,-4 4-3-15,0-1-5 0,-3 4-1 0,0-1-10 16,0 2-4-16,-1 1-2 0,-1-1-7 0,-2 2-7 0,1 0-15 0,-3 2-5 15,0 0-1-15,0 0-4 0,16 6 0 0,-11-1-2 16,2 2 0-16,-1 4 1 0,2-3-1 0,2 5-11 16,-3 0-24-16,5-1-36 0,-7-2-39 0,4 3-47 15,4 2-48-15,-8-5-72 0,3-2-167 0,-4-1-499 0,-2-2 221 16</inkml:trace>
  <inkml:trace contextRef="#ctx0" brushRef="#br0" timeOffset="174273.2">17404 11047 59 0,'2'-3'263'0,"2"-2"-18"15,-2 1-21-15,1-1-22 0,-2 4-23 0,-1 1-17 16,4-4-16-16,-4 4-25 0,5 0-10 0,-5 0-10 16,5 5-8-16,-2 0-14 0,0 6-6 0,-1-1-5 0,0 1-10 0,0 5-4 15,-6 1-3-15,2 0-9 0,-2 1-5 0,-3 0-1 16,3 2-5-16,-3 0-6 0,-1-2-4 0,2 0-3 16,1-4 7-16,-1-2-7 0,1 0-2 0,-1-2-3 15,2-1 1-15,-1 2-2 0,4-5-2 0,-2-2-2 16,2 1 5-16,0-2-2 0,-2 1-1 0,3-4 15 15,-1 5 18 1,-2-3 13-16,3-2 6 16,0 4 6-16,0-4-2 0,0 0 2 0,0 0-4 0,-1 5 3 0,1-5-6 0,0 0-7 15,0 0 1-15,0 0-3 0,1 5-8 0,-1-5-3 0,0 0-5 16,0 0-2-16,3 2-8 0,-3-2-2 0,0 0 2 0,0 0-3 16,0 0-4-16,0 0-2 0,0 0-1 0,0 0-6 15,0 0-1-15,0 0 4 0,0 0 6 16,0 0-10-16,0 0-3 0,0 0-1 0,0 0 1 15,0 0-1-15,0 0-1 0,0 0-1 0,0 0 0 0,0 0-1 16,0 0 2-16,0 0 6 0,0 0 10 0,0 0 4 16,0 0-4-16,17-1 4 0,-1-3-3 15,13 2-1-15,5-4 0 0,3 1-8 0,20-1 1 16,-1-1-5-16,4 1 9 0,1-2 0 0,0 0 14 0,0 3-6 16,-7-3 5-1,-3 4-8-15,-13 0 3 0,-3 0-3 0,-7 2-2 16,-10 0 2-16,-4 2-7 0,-1-3-3 0,-3 1 4 15,-4 2-5-15,1 0 4 0,-3-2-7 0,-4 2-18 16,7-1-6-16,-7 1-19 0,0 0-20 0,0 0-27 16,0 0-41-16,0 0-55 0,-27 5-47 0,15 0-74 15,-6-2-247-15,1 1-590 0,-1-1 261 0</inkml:trace>
  <inkml:trace contextRef="#ctx0" brushRef="#br0" timeOffset="177186.43">16515 11966 34 0,'-6'0'165'15,"0"-1"4"-15,-2 2-5 0,8-1-9 0,-9 0-3 16,9 0-13-16,-8 0-9 0,8 0-6 0,0 0-11 16,-6 0-17-16,6 0-4 0,0 0-9 0,0 0-10 15,0 0-7-15,-9 2-7 0,9-2-7 0,0 0-5 16,0 0-3-16,0 0-7 0,-4 1-1 0,4-1-3 0,0 0-9 16,0 0 1-1,0 0-6-15,0 0 1 0,0 0-3 0,0 0 1 16,0 0-5-16,0 0-2 0,0 0 3 0,0 0 0 15,0 0-3-15,0 0 1 0,0 0 4 0,0 0 1 16,0 0 0-16,0 0 0 0,0 0 1 0,0 0-3 16,0 0-3-16,0 0 4 0,0 0-5 0,0 0-4 15,0 0 2-15,0 0-1 0,0 0-3 0,0 0-2 16,0 0 3-16,0 0-3 0,0 0 2 0,0 0-2 16,0 0-1-16,0 0 0 0,0 0 0 0,0 0-1 15,0 0 3-15,0 0-4 0,0 0 5 0,0 0-5 16,0 0-2-16,0 0 0 0,0 0 4 0,0 0 2 0,0 0-1 15,0 0-1-15,0 0 0 0,14 6-2 0,-5-5 6 0,0-1 8 16,9 0 5-16,5-1 2 0,8-2 1 0,6 0-1 0,19-4-1 16,3 0 4-16,34-5 1 0,4 1-1 0,6-2 4 15,14-1 2-15,11-2 2 0,2-1-2 0,6 3 5 16,3-5 8-16,0 2-1 0,4 2-2 0,-8-3-2 16,-4 2-2-16,-10 1-4 0,-9 1-2 0,-13 2-4 15,-35 2-1-15,-1 2-2 0,-3-3 5 0,-3 1-9 16,-7 2-4-16,-18 2-2 15,-1-2 12-15,-9 5 9 0,-6-1 25 0,1-2 12 16,-6 5 19-16,-4-2 7 0,-1 2 8 0,-1-1-5 16,0 2-10-16,-5 0-11 0,10-4-10 0,-6 4-31 15,-4 0-29-15,5-1-41 0,-5 1-55 0,0 0-58 16,0 0-22-16,4 6-2 0,-8 0-26 16,-1 3-46-16,-7-1-271 0,-3 4-552 0,-1-3 244 0</inkml:trace>
  <inkml:trace contextRef="#ctx0" brushRef="#br0" timeOffset="177950.42">17188 12377 203 0,'-4'-11'218'0,"0"-1"-9"15,0 0-20-15,-1 4-17 0,-4-1-19 0,4 2-16 0,-4 1-19 0,0 2-20 16,-5 1-6-16,-3 6-11 0,-1-3-14 0,-1 7-3 15,0 0-14-15,-8 2-1 0,2 3-7 0,-2 4-3 16,0 1-4-16,3 0-5 0,2 1-1 0,-1 1-4 16,4 0-6-16,2 0 3 0,3-3-1 0,3 1-1 15,2-2 0-15,1 1 6 0,3-4-3 0,4-1-2 16,-2 0 4-16,5-3 1 16,-2-1 8-16,2-1 5 0,3 0-2 0,1-3 5 15,5-1 0-15,2-1 4 0,1-2 1 0,-2-1 3 0,7-6 1 0,-2 1-5 16,1 0 6-16,0-3-1 0,-3-1 3 0,0 1-1 15,-2-3-2-15,3 1-3 16,-4-2-3-16,-1 6 4 0,-1 1-2 0,-2 0-1 0,-3 1 7 16,1 2-15-16,-2 2-6 0,2-4-7 0,-2 4-4 15,-1 0-11-15,-3 2-12 0,6-2-3 0,-6 2-5 16,9 5-4-16,-5 0-3 0,2-1-4 0,1 6-6 16,0-1-29-16,1 4-31 0,1-3-41 0,1 3-42 15,-1 0-57-15,-5-3-218 0,2 0-482 0,2-1 214 0</inkml:trace>
  <inkml:trace contextRef="#ctx0" brushRef="#br0" timeOffset="178404.96">17372 12390 189 0,'2'-3'227'0,"1"1"-24"0,-3 2-24 16,0 0-15-16,9 0-17 0,-9 0-18 0,6 2-18 16,0 1-11-16,-2 2-13 0,0 2 0 0,2 1-12 15,-2 1-6-15,-1 1-11 0,-1 2-6 0,1 1 1 16,-4 3-7-16,-1 1-10 0,1-6 1 0,-4 6-1 16,0-2-7-16,-1-3-4 0,-1-2-2 0,1 2-1 15,1-4-2-15,-3 2 4 0,4-3 2 0,-1-3-3 0,1 3 3 0,3-2 11 16,-3-5 16-16,3 3 25 0,1-3 25 0,-3 4 22 15,3-4 19-15,0 0-20 0,0 0-10 0,0 0-7 16,13-16-15-16,-4 8-11 0,5-4-4 0,0-2-14 16,1-1-4-16,6-4-7 0,-2 1-7 0,1-3 0 15,-3 8-7-15,-2 0-8 0,1 0-8 0,-1 4-1 16,-5 0 0-16,-1 3-1 16,0 0-2-16,-5 2-7 0,1 2-7 0,-1-1-14 15,1 0-8-15,-5 3-4 0,9 2-11 0,-9-2-4 16,6 4 2-16,-3 1 3 0,0 2-1 15,0 3 5-15,3 0 4 0,-1 4 2 0,0 1 6 16,0 2 0-16,1 0-4 0,2 0-28 0,-1-3-29 0,0 3-32 16,-1-3-39-16,1-4-48 0,2 0-55 0,0-5-201 15,-3 0-490-15,0-1 216 0</inkml:trace>
  <inkml:trace contextRef="#ctx0" brushRef="#br0" timeOffset="178667.84">17779 12455 111 0,'0'0'214'0,"0"0"0"15,-4 3-6-15,4-3-9 0,0 0-13 0,0 0-17 16,0 0-12-16,0 0-19 15,0 0-14-15,25-4-9 0,-14 0-13 0,8 0-11 16,1-1-8-16,0 0-8 0,9 1-12 0,1-3-4 16,-1 1-10-16,0 1-12 0,-3-1-19 0,-3 3-21 15,-4 0-35-15,-7 1-25 0,0-1-30 0,-1 0-30 16,-4 1-55-16,-3-2-141 0,-1 1-347 0,-3 3 154 16</inkml:trace>
  <inkml:trace contextRef="#ctx0" brushRef="#br0" timeOffset="178906.12">17879 12266 193 0,'-1'-7'305'0,"-1"1"-10"0,1 0-15 15,0 2-24-15,1-1-26 0,0 5-25 0,-2-3-27 16,2 3-21-16,-1-5-17 0,1 5-19 0,0 0-12 15,0 0-14-15,-1 14-7 0,1-5-13 0,1 7-9 16,0 2-2-16,-1 8-9 0,2 2-3 0,-1 0-8 16,0 1-20-16,3 2-36 0,-4-2-28 0,1 2-39 15,3 1-54-15,0-6-62 0,-4-1-235 0,2-6-464 0,-1-5 206 16</inkml:trace>
  <inkml:trace contextRef="#ctx0" brushRef="#br0" timeOffset="179492">18214 12630 115 0,'-3'3'242'16,"3"-3"-19"-16,0 0-10 0,0 0-17 0,0 0-18 15,0 0-12-15,0 0-16 0,0 0 6 0,0 0-14 0,0 0-17 0,0 0-13 16,17-8-10-16,-12 5 1 0,0 1 2 0,0-3 5 16,0-1-2-16,-1 2 2 0,7-3-1 0,-3-2 1 15,-1 0 7-15,0-1-3 0,3-5-4 0,-1 2-7 16,0-2-11-16,-1-2-2 0,2 0-10 0,-1-1-9 16,0-3-3-16,5-7 0 0,-3 5-4 0,-3-3-11 15,0 0-3-15,-3 1 0 0,4 0-5 0,-5 0-4 0,-3 6-5 16,4-1 10-16,-1 2-10 0,0 0 2 0,-3 1 3 0,-1 1-5 15,0 3 11-15,0 6 2 0,0 0-9 0,0 2 0 16,0-1-6-16,0 2-7 0,0-1-8 16,0 5-27-16,0-4-26 0,0 4-34 0,0 0-9 15,0 0 3-15,0 0 6 0,-6 17 6 0,-2-3 5 16,3 5 5-16,-4 6 6 16,1 5 7-16,0 1 6 0,1 2 4 0,2-1 6 15,2-2-1-15,3 2 5 0,2-5 1 0,0 0 5 16,4-1 1-16,-1-7 17 0,3 0-2 0,1-3 8 15,3-2 0-15,-1-2 15 0,-2-2 2 0,5-3 13 16,-3-2 3-16,-1-2 16 0,1-1 11 0,0 0 12 16,-2-4 4-16,-2 0 11 0,1 1 0 0,1-6-11 15,-4 2-7-15,1-2-5 0,1-2-10 0,-4 1-9 0,1-2-8 0,-1 0-8 16,1 1-6-16,-4-1-9 0,0 0-13 0,0 3-10 16,-2 1-14-16,1 0-18 0,-3 1-9 0,-1-2-26 15,-2 2-14-15,-2 3-18 0,1 0-16 0,-2 1-23 16,-3 1-16-16,1 0-35 0,-1 3-35 0,0-3-41 15,5 0-38-15,-2 2-252 0,2 1-600 0,0-3 266 16</inkml:trace>
  <inkml:trace contextRef="#ctx0" brushRef="#br0" timeOffset="179754.61">18685 12059 64 0,'3'-5'334'0,"-2"2"-40"0,0-1-31 16,2 0-28-16,-3 4-31 0,0 0-20 0,0 0-22 15,0 0-18-15,11 13-15 0,-7-1-14 0,0 5-9 16,5 8-7-16,-3 6-6 0,0 0-7 0,-1 6-2 16,0 8-6-16,-2-8-7 0,0 9-1 0,-4 2-2 15,-3-2-10-15,0-9-2 0,-3 11-4 0,-6 0-3 16,-4-4-4-16,-7-1-2 0,-7-5-11 0,-1-1-24 15,-5-4-33-15,-6 0-47 0,-6-3-76 0,-2-5-112 16,-3-6-194-16,-7-3-492 0,2-4 219 0</inkml:trace>
  <inkml:trace contextRef="#ctx0" brushRef="#br0" timeOffset="180186.84">16749 12196 208 0,'0'-4'222'0,"0"4"-19"15,-5-5-25-15,5 5-16 0,0 0-18 0,-13 9-17 16,6 0-16-16,-5 8-17 0,-2 9-3 0,0 7-8 15,-8 8-8-15,5 6-1 0,-1 1-4 0,1 3 0 0,4-1 5 0,3 1-6 16,5 0-6-16,2-6-2 0,3-12 3 0,7 2-2 16,3-2-3-16,5-2 1 0,7-1 1 15,6-5-9-15,3-3-6 0,20-2-22 0,4-5-45 16,5-6-66-16,6-7-87 0,25-2-214 0,1-8-420 16,0 0 186-16</inkml:trace>
  <inkml:trace contextRef="#ctx0" brushRef="#br0" timeOffset="180873.94">18965 11973 223 0,'5'-1'212'0,"3"0"-15"0,0-1-14 16,4 2-15-16,-3 0-16 0,5 1-9 0,-5 0-19 16,2 1-11-16,1 1-12 0,-3 7-8 0,0-3-7 15,0 3-6-15,-4-1-9 0,0 1-4 0,-1 7-6 16,-4-1-7-16,-4 1-8 0,2-1 2 0,-11 10-4 16,4-4-4-16,-8-3-2 0,2 5-6 0,2-7 3 15,1-3-2-15,-1-2-3 16,3 1-3-16,3-5-3 0,1 0-6 0,2-4 5 15,0 0 7-15,0 1 15 0,3-3 16 0,0 2 13 16,1-4 8-16,7 3 11 0,5-1-3 0,8-4-10 16,12-1-8-16,1-1-6 0,6 0-1 0,0-4-13 15,1 4-4-15,12-6 5 0,-2 3-8 0,-9 0-5 16,9 3 1-16,-13 0-4 0,1-1-1 0,-6 0-2 16,-4 1-4-16,-7 1-3 0,-7 3-4 0,-3-3 1 0,1 3-5 0,-4-1 1 15,-2 0 1-15,0 1 1 0,0-2-10 0,-6 2-8 16,8-2-17-16,-8 2-26 0,0 0-26 0,0 0-37 15,0 0-44-15,0 0-58 0,0 0-69 0,0 0-239 16,-28 0-555-16,28 0 246 0</inkml:trace>
  <inkml:trace contextRef="#ctx0" brushRef="#br0" timeOffset="181959.81">20419 11235 183 0,'0'-6'202'0,"0"-1"6"0,3-1-17 15,-2 4-4-15,-1-2-8 0,1 2-9 0,-1 1-15 0,0 3-11 16,0-5-17-16,2 2-13 0,-2 3-17 0,0 0-22 16,0 0-13-16,0 0-5 0,0 0-11 0,-3 21 0 0,-1-5-9 15,2 10-5-15,-3 2 0 0,-2 2-5 0,-2 4-4 0,4 1-1 16,1 0-3-16,-6 11 0 0,5-10-1 0,1-2-2 15,0-2-3-15,0-1-2 0,3-5-1 16,-3-1-2-16,4-5 1 0,-2-4 1 0,2-4-1 16,-3-2-1-16,3 0-3 0,0-3 1 0,0-1 4 0,0-1 1 15,-1 0 3 1,1-1 15-16,0-4 9 0,0 5 10 0,-3-2 1 16,3-3 10-16,0 0-11 0,-1 4-6 0,1-4-20 15,0 0-29-15,0 0-32 0,-4-14-22 0,6 8-26 0,-4 0-35 16,1-1-50-16,-2-6-39 0,2 4-164 15,-3-8-406-15,0 0 180 0</inkml:trace>
  <inkml:trace contextRef="#ctx0" brushRef="#br0" timeOffset="182298.31">20355 11163 100 0,'0'0'164'0,"0"0"-17"0,0 0-18 0,0 0-13 16,0 0-8-16,13 15-22 0,-5-8 6 0,6 5-1 16,4 8-1-16,2 2 1 0,3-1-8 0,3 4-3 15,-2 0-7-15,0 1-1 0,1 2-6 0,5 10-11 16,-8-8-1-16,-4 2-4 0,0 1-3 0,-5-1-3 16,-1-1-6-16,-4-2-5 0,-5 0-1 0,-2 0-2 15,-5-1-6-15,-3-3-1 16,-1 0-1-16,-1-8 13 0,-3-1 6 0,-3 0-2 15,1-1-3-15,-3-3 3 0,3-1 0 0,-2-2-5 16,0 0-11-16,2-3 8 0,4-2-2 0,0 2-3 16,-2-4-1-16,3 2-1 0,3-2-1 0,-2-1-1 15,3-1-2-15,5 0-18 0,0 0-33 0,-9-4-34 16,8 0-42-16,3-3-42 0,4 0-65 0,0-5-113 16,3-2-355-16,1-1 157 0</inkml:trace>
  <inkml:trace contextRef="#ctx0" brushRef="#br0" timeOffset="182899.59">20815 10871 178 0,'0'0'216'0,"0"-6"-16"0,0 6-22 16,4-4-13-16,-4 4-15 0,8-3-17 0,-3 3-12 0,-5 0-12 16,14 0-11-16,-4 0-5 0,2 2-6 0,0 2-3 15,5 0-8-15,1 7-1 0,1-1-9 16,-3-2-4-16,3 5-8 0,-4 1-6 0,-1 2-4 16,0 5-4-16,-4-3 1 0,-1 6-9 0,-2-4 2 0,-5-1-7 15,-2 1-3 1,0-1 3-16,-5 7-1 0,-4-3-6 0,-1-6 0 15,-3 0-3-15,4-1-2 0,-3 0 4 0,1-4 1 16,2-3 2-16,2 0-2 0,0-2-3 0,2-1 2 0,0-2-2 16,2 0 10-16,0 0 22 0,-1 0 16 15,3-2 10-15,1-2 13 0,0 0-4 0,0 0-4 16,16 0-11-16,-2-4-1 0,7-1-11 0,8-1 13 16,-2-3-21-16,1 2 16 0,0-2-9 0,-1 2 10 0,2-2-15 0,1 5-6 15,-6-4 6-15,-5 2-9 0,0 3-6 0,-6 2-1 0,-4-3-7 16,0 3-3-16,-1 0 1 0,-2-1-4 15,-1 0-7-15,-1 1-11 0,-4 1-20 0,9 0-36 16,-9 0-25-16,0 0-5 0,4 3-5 0,-4-3-31 0,-7 9-35 16,1-3-52-16,1 2-42 0,-3-2-255 0,3 4-542 15,1-3 240 1</inkml:trace>
  <inkml:trace contextRef="#ctx0" brushRef="#br0" timeOffset="183848.91">21482 11423 41 0,'3'-8'257'0,"1"0"-10"0,-2-3-10 0,2 1-1 0,-1 3-12 0,-2 0-11 15,-1 2-13-15,4 0-14 0,-4 0-17 0,1 1-16 16,1 1-22-16,-2 3-10 0,3-6-14 0,-3 3-9 15,0 3-18-15,0 0-15 0,0 0-12 0,0 0-6 16,0 0-11-16,0 0-2 0,0 0 0 0,5 14-3 16,-2-5-2-16,-1 2-4 0,1-2-3 0,2 0-4 15,0 3-16-15,1 0-10 16,1-2-9-16,1-1-2 0,-1 2 0 0,2-3-1 16,-2 2 0-16,2-2 0 0,-4-5 6 0,5 1-1 15,-2-4 5-15,-1 3 0 0,2-6 3 0,0 2-2 16,0-5 4-16,0 1 10 0,1-2 1 0,-1-1 11 15,-4 1 3-15,3-3 8 0,1 0 4 0,-3 1 6 16,-2-3 1-16,4 3-1 0,-3-3 9 0,-1 4-2 16,0-1 10-16,-2 2 0 0,1 0 2 0,-1 1-7 0,-2 3-4 0,3-2-5 15,-2 2-14-15,-1-1-8 0,0 4-18 0,0 0-21 16,3-3-18-16,-3 3 3 0,0 0-2 0,0 0 6 16,2 18-7-16,-3-5 0 0,1 6 5 0,-1 7 0 15,-2 5 8-15,3 1 4 0,-4 3-1 0,2 13 14 16,-1-2-6-16,-1 1 2 0,-2-1 3 0,1 1 2 15,0-12 1 1,-2 12-1-16,1-12 3 0,1 0-1 0,-3-2 2 0,0-3-1 16,3-1 2-16,-1-2 0 0,-3-1 2 0,0-7 6 15,0 4 4-15,0-9 6 0,-2-2 9 0,4-2 4 16,-5-2 6-16,3-2 11 0,-2 2 4 0,-1-5 9 16,1-1 21-16,-2-2 8 0,-2-1 20 0,1-1 10 15,0-5 13-15,5 0 7 0,-5-3 7 0,5-4 3 16,4-1-6-16,1-4-14 0,8-9-27 0,9-4-16 0,14-14-18 15,3 2-15-15,28-20-22 0,3 0-12 0,6 9-13 0,0-3 1 16,-19 20 1-16,8 4-1 0,18-16-3 0,-19 17 5 16,-3 6-1-16,-2 4 14 0,0-2 10 0,-15 11 16 15,-3 0 11-15,-4 4 10 0,-11 2 12 16,0 3 2-16,-7-1 3 0,-1 4-9 0,-4-2-8 0,4 3-9 16,-5-3-8-16,1 0-9 0,-2 2-33 0,-3 2-46 0,6-2-61 15,-6 2-69-15,0 0-61 0,0 0-29 0,0 0-46 16,-10 14-94-16,0-5-320 0,-2-2-777 0,3-2 343 15</inkml:trace>
  <inkml:trace contextRef="#ctx0" brushRef="#br0" timeOffset="189252.33">5375 15629 68 0,'0'0'133'0,"0"0"-1"15,-1-4-4-15,1 4-4 0,0 0 3 0,0 0-20 16,0 0-11-16,0 0-3 0,0 0-7 0,-5 0 2 16,5 0-5-16,0 0-3 15,0 0 1-15,0 0-7 0,0 0 2 0,0 0-5 16,0 0-1-16,0 0 4 0,0 0 4 0,0 0 1 16,0 0-8-16,0 0-2 0,0 0-9 0,0 0-3 15,13-5-8-15,-2 3-6 0,7 0-3 0,4 0-2 16,6-1-5-16,3 0-12 0,-2 0-15 0,4 1-26 15,-2-3-27-15,2 2-33 0,-3 1-42 0,-5 0-40 16,-3 2-172-16,-3-3-363 0,0 1 161 0</inkml:trace>
  <inkml:trace contextRef="#ctx0" brushRef="#br0" timeOffset="189484.08">5453 15811 40 0,'0'0'218'0,"-2"4"-12"0,2-4-12 0,0 0-13 15,0 0-15-15,7 1-14 0,4-2-11 0,3-2-20 0,4 1-7 16,3-3-19-16,9 0-15 0,0 0-31 0,2 1-38 0,3 0-57 15,-7-3-39-15,3 2-77 0,-11 0-85 0,-2 0-265 16,0 1 118-16</inkml:trace>
  <inkml:trace contextRef="#ctx0" brushRef="#br0" timeOffset="190054.34">5673 15393 259 0,'0'0'247'0,"-3"-6"-23"16,3 6-21-16,-1-4-28 0,1 4-16 0,0 0-19 0,0 0-18 15,0 0-10-15,0 0-11 0,0 0-11 0,0 0-8 16,12 17-8-16,-4-8-10 0,0 1-2 15,3 1-6-15,0 3-5 0,6 0-6 0,0-2-9 16,2 5-10-16,-3-2-13 0,-1-4-4 0,3 3-13 0,-1-3-5 0,1 1-8 16,-4-3-1-16,2-1 0 0,-4-1 3 0,1-4 3 15,-3 0 1-15,-1 0 3 0,-3 0 15 0,1-2 9 16,-2-1 9-16,-5 0 9 0,9-3 5 0,-9 3 7 16,2-4 13-16,0 1 9 0,-2 3 10 0,1-6 5 15,-1 6-8-15,0-4-5 0,0 4-7 0,0-5-14 16,0 5-9-16,0 0-14 15,0 0 0-15,0 0-6 0,-14 17-3 0,3-1-3 16,-10 7 4-16,2 7-5 0,-12 12-9 0,-2 4 4 16,-3 2-2-16,-15 18 2 0,19-18-9 0,-1-2 6 15,2 4 0-15,-1-3 3 0,8 3 5 0,2-5-1 16,2-2 7-16,6-13 27 0,3-1-7 0,4-2 1 16,-1-9-7-16,2-1 2 0,3-2 0 15,-1-5 8-15,2-2 8 0,-1-4 24 0,1 3 19 0,2-5 30 0,-2 2 37 16,0-1 26-16,2-3 15 0,-2 3 0 0,2-3-16 15,0 0-26-15,0 0-10 0,0 0-12 0,0 0-15 16,4-11-13-16,-1 7-11 0,-3 0-12 0,2 0-29 16,1 0-44-16,-3 4-47 0,5-10-54 0,-2 6-48 15,2-4-75-15,-3 1-70 0,5 2-89 0,-1-4-397 16,2 0-828-16,-1-2 367 16</inkml:trace>
  <inkml:trace contextRef="#ctx0" brushRef="#br0" timeOffset="191642.53">7917 15507 59 0,'4'-13'234'0,"0"9"-9"16,-2-7-19-16,-2 0-8 0,0 1-13 0,0-1-11 15,0 2-7-15,0 1-13 0,-5 0-18 0,1-1-15 16,-2 0-13-16,-3 0-12 16,0 5-9-16,0-1-8 0,-4 5-11 0,-6-3-9 15,2 0-4-15,-3 6-4 0,1 4-7 0,-3-4-5 16,-6 6-6-16,5 2-5 0,-3 2-5 0,3 2-7 16,4-3 4-16,0 4-2 0,-1 2-3 0,3 4-2 15,-1-3-4-15,8-2 2 0,1 0-2 0,-3 8 3 16,10-9 1-16,-2 1-4 0,4-1 6 0,0 0-2 15,4-5 0-15,1 6-1 0,0-5-2 0,3-2 5 0,-2 0-1 16,7-3 2-16,-1-2-2 0,0 0-2 0,4-1 0 16,1 0 2-16,0-3-1 0,-3-2-1 0,4-2-3 15,-1-2 2-15,-2-3 0 0,4 2 11 0,-4-6 9 0,-2 3 5 16,0-5 8-16,1-1 4 0,-2-1 1 0,2 1 2 16,-4 1-3-16,-1-3 3 0,-2 1 8 15,0-1 12-15,-2 5 7 0,-2 2-6 0,0-2 5 0,0 2 0 0,0 0 12 16,1 5-3-16,-2 1-3 0,-1-4-8 0,0 3-16 15,1 3-5-15,-1-3-8 0,0 1-9 0,-1 4-6 16,3-3-9-16,-3 3-22 0,0 0-21 0,0 0 4 16,0 0-3-16,0 0 16 0,0 13-15 0,-1-4 7 31,1 2 0-31,-3 3-4 0,2 4 3 0,-2 2 2 0,-2-3 6 0,1 4-8 16,3-4 2-16,0 5 4 0,-1-4 0 15,1-2 3-15,0 0 1 0,1-5-1 0,0 1 0 16,0-6 4-16,0 2 1 0,0-4 13 0,0 1-8 0,1 0 13 15,0-1 12-15,2 0 10 0,2 0 2 0,5-3 0 16,3-1 2-16,7-1-7 0,11-7-41 0,1-1-69 16,4 2-94-16,15-9-130 0,1-4-359 0,-4-1-709 15,4-6 314-15</inkml:trace>
  <inkml:trace contextRef="#ctx0" brushRef="#br0" timeOffset="192544.93">8455 15459 5 0,'-4'-4'267'16,"4"4"-10"-16,0-8-15 0,4 6-18 0,-3-2-14 15,-1 0-24-15,4 0-15 0,1 0-22 0,-1 1-12 16,1 2-16-16,3-2-15 0,-2 3-11 0,3 0-11 15,-1 2-13-15,1 3-6 0,2 0-11 0,-1 2-1 16,3 6-3-16,-1 1-4 16,-2 1-7-16,-1 4-4 0,-2-1-3 15,-1 7-3-15,-2-5-4 0,-2 3 1 0,-2 3-6 0,-5-2 2 16,1 1-2-16,-2-7-4 0,-2 1 1 0,-1 0-3 16,3-5 9-16,-2-1-11 0,3-1 1 0,-4-2 1 15,4-3 1-15,0-1 1 0,2 0 3 0,-1-2 5 16,2-2 16-16,-1 2 7 0,0 1 21 0,0-5 33 15,3 0 31-15,0 0 3 0,0 0-13 0,0 0-16 0,-1-9-10 0,6-1-8 16,1 2-9-16,3-8-7 0,0 1-9 16,6-7-10-16,-1 0-5 0,4-2-11 0,-1-3-3 15,2 4-2-15,0 0-8 0,-1-1-5 0,1 0 5 16,-6 7-14-16,0 5 7 0,-3-3 0 0,-1 4-1 16,-1 4-5-16,-3-3 10 0,-1 6-14 0,1 0-8 15,-3-1-23-15,1 3-13 16,-3 2-12-16,0 0-3 0,0 0 5 0,1 9 8 15,-3 0-2-15,-1 3 0 0,-2 3 8 0,1 1 3 16,-1 3 3-16,0-2 5 0,4 4-1 0,-1-2 2 16,2 1 6-16,3-2 3 0,2 1-1 0,0-2 9 15,4-1-2-15,3-3-13 0,5-4-21 0,1 1-56 16,9 0-66-16,1-6-99 0,2-2-311 0,-1-2-618 16,3-5 273-16</inkml:trace>
  <inkml:trace contextRef="#ctx0" brushRef="#br0" timeOffset="193324.75">9173 15601 81 0,'-5'3'129'0,"5"-3"1"0,0 0 3 0,-9 0-5 15,9 0 4-15,0 0-7 16,0 0 2-16,-4 1-3 0,4-1 6 0,0 0 7 16,0 0-6-16,0 0 2 0,0 0-6 0,0 0-3 15,0 0-11-15,0 0-11 0,0 0-9 0,17-5-6 16,-5 2-15-16,5-1-6 0,5 2-7 0,7-1-4 15,3-2-6-15,0-1-7 0,7 0-3 0,14 1-6 16,-12 1 1-16,19 0-7 0,-5 0-1 0,0 2-2 16,-4 0-6-16,-14 0 2 0,-5-1-7 0,-1 1-3 0,-3 2-1 0,-11-1-5 15,-5 1-10-15,-4 0-14 0,2 0-7 0,-2-1-19 16,-3 1-21-16,-5 0-21 0,5-1-18 16,-5 1-13-16,0 0-8 0,0 0-17 0,-22 1-4 15,13-1-14-15,-2 1-143 0,-1-1-329 0,1 1 145 0</inkml:trace>
  <inkml:trace contextRef="#ctx0" brushRef="#br0" timeOffset="193609.95">9519 15429 115 0,'0'-5'273'0,"0"-2"-3"0,0 2-3 16,0-3-12-16,0 2-23 0,0 1-11 15,0 2-24-15,3-1-24 0,-3 4-17 0,0-6-20 0,0 6-17 16,1-5-25-16,-1 5-12 0,0 0-9 0,-1 17-11 16,-2-2-5-16,3 4-9 0,-6 6-3 0,2 4-5 0,4 2 3 15,-4 0-8-15,0 2-2 0,4 1 0 0,-1 0-3 16,1-1 8-16,0-5-55 0,0 0-42 0,1-1-58 15,6-2-77-15,-6-7-263 0,2-1-495 0,3-7 219 16</inkml:trace>
  <inkml:trace contextRef="#ctx0" brushRef="#br0" timeOffset="194327.56">9933 15660 49 0,'-1'-4'232'16,"1"4"-19"-16,0-7-13 0,1 2-23 0,2 3-19 15,-3-4-16-15,4-1-13 0,-3 1-10 0,5-3-13 16,1 0-11-16,-5-1-12 0,6-3-9 0,2-2-1 0,-1-2 5 16,0 3-4-16,0-10 2 0,0-1-3 0,0 2-9 15,-1-3-2 1,2 0-8-16,-4 1-3 0,2-1-6 0,-2-3-8 15,3 5-4-15,-5-1 1 0,1 5-7 0,-2-3-1 16,-1 2 0-16,-2 3 2 0,2-2 8 0,-1 4-2 16,-2 1 3-16,1 3 6 0,-2 0 1 0,1 3 2 15,1 1-7-15,-1 1 0 0,-1 0-5 0,2 3-3 16,-1-1-8-16,1 2-7 0,-1-1-10 0,0 0-15 16,1 4 2-16,0 0 0 0,0 0 0 0,-9 7-3 0,1-2 1 0,2 5 2 15,-5 2-6-15,0 4 3 0,1 0-1 0,-2 7-1 16,2 3 1-16,1 0-2 0,3 1 3 0,-1 2 1 15,2 4 2-15,4 2 0 0,1 0 5 0,5-3 0 16,0-1 4-16,3 1 8 0,-4 0-5 0,6-4 4 16,4-4 8-16,-4-1 4 0,3-6 7 0,-2-2 5 15,0-2 5 1,1-2 13-16,-3-1 8 0,0-6 10 0,3 1 7 16,-3 2 1-16,1-4 12 0,1-2 6 0,1 1-5 0,-6-4 4 15,3 1 0-15,0 0-7 0,-1-2-6 0,0-5-11 16,-1 3-4-16,-3-3-8 0,4 0-11 15,-4-1-17-15,-2-3-13 0,1-1-6 0,-3 2-11 16,0 2-7-16,-3-1-5 0,1-1-11 0,-2 2-1 16,-4 2-9-16,3 2 6 0,-4 1-2 0,-1 1 3 0,-3 1 2 0,2 4 1 15,0 1 3-15,-3 0 1 0,1 2-1 0,2 3 1 16,-1 0-21-16,3 1-13 0,-2 4-18 0,2-1-14 16,3-1-13-16,2 0-17 0,0 0-15 0,3-1-36 15,2-2-35-15,3-1-52 0,0-3-216 0,5 1-506 16,2-3 224-16</inkml:trace>
  <inkml:trace contextRef="#ctx0" brushRef="#br0" timeOffset="194666.03">10414 14958 48 0,'5'12'165'0,"0"6"4"0,4 8-8 15,-4 7-12-15,3 12 1 0,-3 8-7 0,1 3-5 16,2 26 4-16,-8-23-10 0,-1-1-6 0,-3 1-14 15,-8 25-3-15,2-29-1 0,-4-3-11 0,-5 0-7 16,-4-3-6-16,-3-5-5 0,-3 1-4 0,-6-6-6 16,0-2-2-16,-6-5-20 0,-4 1-39 0,-9-3-73 15,1-3-108-15,-6-6-199 16,-5-2-403-16,0-2 178 0</inkml:trace>
  <inkml:trace contextRef="#ctx0" brushRef="#br0" timeOffset="195414.67">7527 15058 126 0,'-2'-1'194'0,"2"1"-13"0,-3-5-15 0,3 5-14 16,-3-3-20-16,3 3-17 0,0 0-13 0,-7 8-11 0,-1 0-6 16,-2 5-5-16,-5 6-7 0,1 10 1 0,-8 11-2 15,0 10 8-15,-1 3-1 0,-6 28 11 0,3 1-4 16,8-23-1-16,-1 25-11 0,5-29-8 15,5 1-3-15,4-5-4 16,5-4-6-16,5 0-3 0,4-12-5 0,6 11 8 16,6-15 24-16,11 7-4 0,10-7-3 0,4-5 0 15,10-6-9-15,7-3-44 0,28 2-81 0,2-8-127 16,-30-4-250-16,-2-3-476 0,-1 0 212 0</inkml:trace>
  <inkml:trace contextRef="#ctx0" brushRef="#br0" timeOffset="196702.41">10594 14616 3 0,'1'-5'243'0,"3"2"-13"15,0-1-14-15,-3 2-21 0,3 0-18 0,-4 2-18 16,10-4-17-16,-2 4-13 0,0-1-16 0,-1 1-11 16,3 4-12-16,1 1-9 0,3-1-7 0,-4 4-7 15,3 2-6-15,0 2-5 0,-6 0-4 0,2 0-10 16,0 5 1-16,-3-3-3 0,0 1 11 0,-4 2-5 0,2-1-1 0,-4 0-5 15,-1 0-2-15,-4 1 0 0,1-6 2 0,-3 4 2 16,-1-1 3-16,0-3 0 0,0 0 0 0,0-4 0 16,0 3 2-16,0-4-26 0,1 2 0 0,4-4-5 15,-3 1-3-15,0-1 1 0,4 1 3 0,-1-2-2 16,0 0 3-16,1-1 11 0,2-2 4 0,0 0 6 16,-1 4 2-1,1-4-2-15,0 0 1 0,20-1-2 0,-2-2-8 16,4 1 8-16,7-4-14 0,0 1-1 0,3-1-5 15,3 0 1-15,-1 1 5 0,1-1 4 0,2 3-3 0,-3-4 0 16,2 2 0-16,-8 2-1 0,-6 0-5 16,-4 1 2-16,-3 0-4 0,-3 0-1 0,-6 1-2 15,3 1 4-15,-4-2 1 0,0 2 1 0,2-2-5 16,-7 2-13-16,6 0-22 0,-6 0-11 0,0 0-38 0,0 0-46 0,-10 7-59 16,5-2-87-16,-3-1-251 0,-1 2-555 0,4 0 246 15</inkml:trace>
  <inkml:trace contextRef="#ctx0" brushRef="#br0" timeOffset="197952.28">11888 15204 56 0,'0'-5'211'15,"-1"-1"-14"-15,1 0-20 0,-5 1-13 0,1-2-7 16,0 4-20-16,-1-3-16 0,-4 2-12 0,-1 0-11 0,-5 1-8 0,-4 1-12 15,-2 2-6-15,-2 2-9 0,-6-2-8 0,-3 6-7 16,-3-2-2-16,-2 3 3 0,0 0-16 0,3 4-7 16,0 0 3-16,1 0-1 0,4 2-2 0,-1 0-3 31,4 3-2-31,3 0-4 0,6-4-1 0,3 1-2 16,1 1 2-16,8 0 0 0,-2-1-3 0,4 5-1 0,3-10 0 15,6 9 2-15,4-5-6 0,5-1 6 0,4-1-4 16,9 0 3-16,1-3-2 0,3-4 0 0,0-1 0 0,1-4-6 15,2-1 6-15,-3-1-1 0,1-5-2 0,-1-2 2 16,-4-2 0-16,-1-3 7 0,1-1 5 0,-4-1 10 16,0-3 12-16,-3-3 3 0,-1 0-1 15,-2-3 2-15,-4-2 1 0,0-4-3 0,-1-12-2 16,0 2 9-16,0-6 5 0,-7 0 2 0,2 2-1 0,-2 1 9 0,-3 10 5 16,-2 0-1-16,2-10 2 0,-3 14 5 0,-3 3 1 15,3 11 8-15,-1 0-4 0,-2 1 4 0,3 7-9 16,-1-1 1-16,1 2-17 0,0 3-3 0,0 0-15 15,0 2-42-15,0 4-24 0,0 0-1 0,0 0 2 16,-4 16-7-16,-1 1 3 0,1 13 0 0,-1 3 1 16,0 14 4-16,-4 5 2 15,4 2-1-15,1 4 1 0,0-5 1 0,0 3 5 16,3-3-1-16,1-3 0 0,0-2 4 0,0-1-5 16,0-12 9-16,4-2-2 0,-3-1 4 0,3-3 0 15,-3-11-2-15,2 0 2 0,-3-6-4 0,0 0 6 16,0-4 14-16,1-1 15 0,-1-3 14 0,3 2 18 15,-3-1 26-15,1-2 14 0,-1 0 19 0,0-3 14 16,0 5 7-16,0-5-1 0,0 0-3 0,0 0-5 0,0 5-11 0,0-5-10 16,0 0-11-16,0 0-9 0,0 0-8 15,0 0-16-15,0 0-21 0,0 0-18 0,0 0-26 0,0 0-35 16,0 0-43-16,4-14-42 0,-3 11-54 0,-1-2-37 16,0-2-45-16,0 2-36 0,4-4-66 0,-3 2-309 15,-1-5-720-15,3 1 319 0</inkml:trace>
  <inkml:trace contextRef="#ctx0" brushRef="#br0" timeOffset="198707.48">12168 14356 223 0,'7'-1'221'16,"-2"-3"-18"-16,5 3-17 0,1-2-14 0,1 1-19 16,3 2-11-16,3 0-18 0,0 0-11 0,2 5-11 15,-1 0-11-15,-2 2-7 0,0 0-13 0,-3 3-2 16,-5 0-10-16,0 5-8 15,0-1-1-15,-5 2-6 0,-2 0-3 16,-4 2-4-16,-1-1 4 0,-1 2-4 0,-7-2 11 0,2 0 0 16,-8 3-3-16,4-5 1 0,3-1-2 0,-4-1-1 15,5-4-1-15,0 0-1 0,0-2-2 0,2 1-1 16,2-3 3-16,1-1-1 0,0-1 6 0,0-1 17 16,4-2 16-16,-5 4 10 0,2-1 9 0,3-3 4 15,-2 4-1-15,2-4-4 0,0 0-14 0,0 0-6 0,24-6-8 0,-5 4-9 16,-1-1-2-16,5 1 10 0,4-5-24 15,4 3-1-15,-1 0-9 0,1-1-3 0,2 0-2 16,-1 1 0-16,-4 0 6 0,-1-1-2 0,-9 2 4 16,-4 1 8-16,-1 1 5 0,-3-1 12 0,-2 0-7 0,-1 1 4 15,-3 0-3-15,1 0-8 0,-5 1-3 0,9-3-5 16,-9 3-19-16,5-1-20 0,-5 1-31 0,0 0-42 0,0 0-40 16,7 2-21-16,-7-2-23 0,-5 9-46 0,0-3-65 15,-2 0-55-15,-3 2-249 0,5 1-618 0,0-1 274 16</inkml:trace>
  <inkml:trace contextRef="#ctx0" brushRef="#br0" timeOffset="199694.23">12678 14890 280 0,'3'-8'277'0,"-1"-1"-18"16,-1 6-14-16,-1-3-15 16,3 1-17-16,-2 1-18 0,1 2-20 0,-2 2-20 15,2-6-13-15,0 2-15 0,-2 4-16 0,0 0-16 16,1-4-9-16,-1 4-15 0,0 0-7 0,0 0-7 15,0 0-6-15,8 9-3 0,-5-2-5 0,0 2-6 16,1 0-2-16,2 4-3 0,-1-1-25 0,2 1 1 16,1 1-5-16,-2-3 3 0,1-2-16 0,1 3-8 15,-2-2 0-15,2-1-2 0,1-1 0 0,-4-1 3 0,5-2 3 0,-3-1 3 16,-2-1-2-16,1-2 6 0,4-1 8 0,-2-1-8 16,0-4 1-16,1 1 2 0,-1-2 6 0,-1-3 8 15,-1 1 7-15,1-4 8 0,2 3 6 0,-4-3 5 16,0 0 7-16,0 2 6 0,-1 1 0 0,-1-2-3 15,2 2-2-15,-2 2-1 0,-1 0 4 0,0 3 0 16,1-2-14-16,-2 2-5 0,0 0-10 0,-1 4-17 0,4-2-20 0,-4 2-6 16,0 0 2-16,0 0-7 0,3 11-2 15,-3 0 4-15,-3 5-1 0,1 5 5 0,-2 5 1 16,0 2 3-16,-5 4 1 0,3 0 6 0,-3 3 3 16,0-3 0-16,-3 1 2 0,3 2 2 0,-1 1 0 0,0-1-1 15,1-2 2-15,-1 0 2 0,-3 1 0 16,5-1-1-16,-1-4 2 15,-1-1 2-15,2-1-2 0,2-8-1 0,-2-1 2 16,-1-4 2-16,4-3 0 0,0 0 6 0,1-4 1 16,0 0 4-16,3 1 7 0,-4-6 12 0,0 5 14 15,1-5 18-15,0 1 11 0,2 0 1 0,2-3-4 16,0 0-3-16,-11-6-5 0,5 1 12 0,5-1 8 16,-2-5-1-16,1 0-4 0,2-6-18 0,2-5-5 15,7-3-9-15,0-7-15 0,4 2-14 0,2-1 5 0,3-2-2 0,9-8-3 16,-4 11 0-16,0 1-3 0,1 1-5 0,-1 1 2 15,4 4 9-15,-4 0 1 0,1 4 12 16,-3 0 2-16,-3 8 9 0,-3 0 5 0,-1 2 8 0,-6 1 3 0,1 2 4 16,-3 3-15-16,-1-4-8 0,-1 6-6 0,0-3-13 15,-1 3-11-15,-1-4-45 0,-2 5-45 0,6-2-39 32,-6 2-17-32,0 0-2 0,0 0-25 0,-11 11-39 15,3-4-57-15,-1 0-74 0,-2 1-229 0,1 0-607 0,-1 0 269 16</inkml:trace>
  <inkml:trace contextRef="#ctx0" brushRef="#br0" timeOffset="200765.64">11257 16000 2 0,'-14'0'125'16,"5"2"-20"-16,1-1-10 0,2 1-10 0,-1 0-3 15,1 1-14-15,3-2-9 0,3-1-1 0,-7 1 14 16,7-1 2-16,-4 3-5 0,4-3-1 0,0 0 3 31,0 0-8-31,-10 0 0 0,10 0-2 0,0 0 0 0,0 0 3 0,0 0 5 0,0 0-1 0,0 0-2 31,0 0 2-31,-8 0-1 0,8 0 1 0,0 0-3 0,0 0-3 16,0 0 4-16,0 0-1 0,0 0 2 0,0 0-3 0,0 0-1 16,0 0-1-16,0 0-5 0,0 0 4 0,0 0-12 15,0 0-6-15,0 0-4 0,0 0-5 16,0 0-6-16,0 0 0 0,0 0-3 0,0 0-2 16,0 0-3-16,0 0-3 0,0 0-4 0,0 0 2 15,0 0-2-15,0 0-4 0,0 0 2 0,0 0-2 0,0 0 0 0,0 0 0 16,0 0 1-16,0 0 5 0,25-3 1 0,-5 2 8 15,-1 0-2-15,17-6 0 0,17 2-2 0,7-2-4 16,30-3-4-16,6 2-2 0,0-3 2 0,10-1 7 16,9 2 5-16,9-3 9 0,4 2 1 0,3-1 1 15,2-1 6-15,-8-1 0 0,-1 3-1 0,-6-1-1 16,-9 6-4-16,-10-6-5 16,-8 4 2-16,-32 4 0 0,-5-4-4 0,-14 4-1 15,-4 1-2-15,-4-4 1 0,-9 5-4 0,-6 1 0 16,-3-1-4-16,-3 0 3 0,-4 1 0 0,1 0-4 15,-4 1-12-15,0-3-19 0,-4 3-27 0,0 0-25 16,-16-2-25-16,3 5-37 0,-5 0-47 16,0 1-64-16,-10 2-240 0,6 1-518 0,-6-2 230 0</inkml:trace>
  <inkml:trace contextRef="#ctx0" brushRef="#br0" timeOffset="201746.08">12159 16610 109 0,'-3'-7'214'16,"-6"-1"-22"-16,-3 3-20 0,-3-2-15 0,-5 2-22 16,0 1-14-16,-2 2-10 0,-4 0-15 0,-2 4-7 0,6 0-10 15,-9 2-9-15,3 2-11 0,1 0-2 16,-1-1-9-16,2 5-1 0,-2 0-8 0,10-2-4 15,-1 1-6-15,0 3-2 0,2-3-2 0,2 4-5 16,4-1-2-16,-1 0-1 16,6-1-4-16,-1-1 2 0,5 2 9 0,-1 1 2 15,2-4-4-15,2 4 9 0,3-2 2 0,5 3 3 16,1-6 1-16,3 5 10 0,5-6-7 0,0 2-1 16,1-4-4-16,0 2-1 0,8-6-4 0,-5 0 1 15,-2-1 0-15,-2-2 10 0,5-2 1 0,-4-1 17 16,1-3 5-16,-1-1 12 0,0-1 2 0,0-7 13 15,-4 3 4-15,2-7-3 0,-2-2-1 0,-3 1 1 0,2-5-1 16,-4-1-16-16,0-6 19 0,0-2-3 0,2-9-9 16,-7 10 2-16,0-18-5 0,5 2-1 0,1 2-1 15,-5-2 0-15,-2 5 10 0,-2 13-11 0,2 1 1 16,-4 3 10-16,0 10-6 0,0 0 3 0,0 7-8 16,0 2-11-16,-1 0-7 0,1 5-9 0,0-2-21 15,-3 2-40-15,3 5-47 0,0 0-22 0,0 0 14 0,0 0 4 0,-10 21-15 16,4 2 30-16,-2 10 3 0,-5 15 5 0,0 1 1 15,4 0 10-15,-4 4-1 0,4 2 7 0,-1-4-2 16,2 0 4-16,5-1 5 0,-1-15 0 0,4 0 3 16,2-2 2-16,1-2 9 0,3-4-6 0,1-1 1 15,-6-9 6-15,5-2 3 0,-4-3 0 0,1-2 4 16,1-1 15-16,-2-2-2 16,-2-2 1-16,1-1 2 0,-1 1 15 15,0-5 8-15,3 7-2 0,-2-4 4 0,-1-3-10 16,2 2 5-16,-2-2-3 0,0 0-42 0,0 0-45 15,0 0-47-15,0 0-49 0,0-12-58 0,0 12-70 16,-2-12-71-16,1 3-232 0,-2 0-623 0,2-1 276 16</inkml:trace>
  <inkml:trace contextRef="#ctx0" brushRef="#br0" timeOffset="202216">12384 16412 56 0,'0'0'172'0,"12"2"-17"0,-12-2-8 0,15 7-13 0,-5 0-15 16,-3 1-4-16,4 6-9 0,-3 3-5 16,0-1-15-16,0 1-4 0,-3 1-5 0,-2 1-1 15,-2-1-5-15,-1 8 3 0,0-8-7 0,-2 7-5 16,-2-4-2-16,-4 4-5 0,1-8 9 0,-1 1 2 15,0-1-1-15,0-1 3 0,1-4-15 0,2-1 1 0,-2-2-4 0,1 2 2 16,0-5 0-16,2-2 8 0,0 3 15 0,4-2 27 16,-4-3 22-16,2 1 33 0,-1 0 27 0,3-3 19 15,0 0-2-15,0 0-25 0,0 0-17 0,4-16-13 16,1 7-19-16,5-7-18 0,3-1-6 0,3-5-10 16,1-3-35-16,2-2 4 0,-1 1-11 0,3-3-9 15,-2 7-9 1,-4 1 0-16,-2 6-2 0,0 0-4 0,-7 4-3 15,1 4-4-15,-6 2-7 0,4-1 1 0,0 2-5 0,-1 1-26 16,-4 3-9-16,0 0-2 0,0 0 1 16,8 10-2-16,-6-1 8 0,-2 4 1 0,2 2-6 15,-2 4 9-15,0-1-18 0,1 3 24 0,-4 4 1 16,6 0-5-16,1-5 11 0,-3 6-3 0,3-9 6 16,1 0-29-16,2-5-28 0,-1 3-29 0,0-5-39 0,0 1-39 0,2-4-51 15,2-6-87-15,-1 1-280 0,3-2-631 0,-2-2 278 16</inkml:trace>
  <inkml:trace contextRef="#ctx0" brushRef="#br0" timeOffset="202617">12793 16247 298 0,'0'0'314'0,"-1"-5"-22"0,1 5-24 15,0 0-33-15,0-5-15 0,0 5-26 0,0 0-20 16,0 0-18-16,0 0-15 16,0 0-15-16,24 10-13 0,-17-3-9 0,0 0-14 15,0 3-3-15,-2 0-9 0,-1-1-5 0,-1 3-7 16,-1 5-4-16,-2-4 6 0,0-1-16 0,-3 3-8 16,2 2-2-16,0-5-7 0,-3 4 1 0,0-4-3 15,0 0-11-15,0-1 13 0,-2-1 3 0,5-4-5 16,-2 1-1-16,-1 0-3 0,2-3-2 15,-1 2-6-15,3-3 2 0,-1 1-2 0,-2-2 6 0,3-2 3 0,-1 6 29 16,1-6 15-16,0 0 17 0,0 6 5 0,0-6-6 16,0 0 0-16,20-5-13 0,-3 1-9 0,14-3-9 15,3-3-1-15,16-2-10 0,0-1 1 0,4 5-7 16,-1-2-12-16,2 1 2 0,-1-1 3 0,-3 3 6 16,1 1-4-16,-16 0-10 0,-4 1 11 0,-4 2 1 15,-6 0 0-15,-3 0-3 16,-8 0 9-16,0 2 0 0,-1-1 6 0,-5 1-3 15,-5 1-9-15,12-2-2 0,-12 2-20 0,7 0-45 16,-7 0-88-16,0 0-80 0,0 0-109 0,0 0-468 16,0 0-835-16,0 0 370 0</inkml:trace>
  <inkml:trace contextRef="#ctx0" brushRef="#br0" timeOffset="211491.21">14235 15603 121 0,'-7'1'171'0,"7"-1"-12"0,0 0-7 0,0 0-9 15,0 0-8-15,-7 0-11 0,7 0-6 0,0 0-9 16,0 0-5-16,0 0-5 0,0 0-5 15,0 0-5-15,0 0-7 0,0 0 1 0,0 0-3 0,0 0-2 16,0 0-3-16,0 0-2 0,0 0-8 0,0 0-3 16,0 0-1-16,0 0-2 0,0 0-7 0,0 0-5 15,-6 1-5-15,6-1 0 0,0 0-4 0,0 0 1 0,0 0 3 16,0 0-3-16,0 0 1 0,0 0-2 0,0 0 3 16,0 0-5-16,0 0-6 0,22-4 0 0,-13 3-2 0,10-1 4 15,0 0-13-15,8-1-1 0,4 1-3 16,2-1-16-16,0 2-21 0,-3-2-30 0,0 1-32 15,-2-1-40-15,3 1-39 0,-5 0-50 0,-7 1-179 16,1-2-422-16,-3 1 186 16</inkml:trace>
  <inkml:trace contextRef="#ctx0" brushRef="#br0" timeOffset="211685.21">14306 15775 39 0,'-4'2'201'0,"3"1"-6"0,1-3 0 16,0 0 0-16,5 3-7 0,8-4-17 0,6 0-17 0,18-3-7 15,1-1-21-15,17-3-23 0,5-1-36 0,4 3-31 16,-1-2-46-16,26-7-48 0,-26 5-50 16,-4 2-166-16,-2 0-297 0,-3-4 133 0</inkml:trace>
  <inkml:trace contextRef="#ctx0" brushRef="#br0" timeOffset="212456.04">15920 15443 78 0,'5'-5'182'0,"-2"-3"-5"15,0 0-6-15,0-2-2 0,1 2-3 0,-2-1-4 16,1 0-5-16,0 1-2 0,-2 0-11 0,2 0-3 15,-3 0-9-15,0 1-4 0,3 1-5 0,-5-3-1 0,-1 4-18 16,1 1-8-16,-1-3-11 0,-3 0-13 0,-1 3-10 0,1 3-9 16,-6-3-7-16,1 1-2 0,-4 2-7 15,-2 0-6-15,-2 4-2 0,-3 1-5 0,1 2-1 16,-4 2-7-16,-2 5-1 0,0 1 0 0,3 4-5 16,0 0-3-16,2 1-1 0,-1 3 2 0,0-4 0 15,6 5-3-15,1-2-2 16,4-4-2-16,-2 5 7 0,7-5 0 0,1-1 6 15,3 0 1-15,1-4 2 0,2 3 1 0,4-4 0 16,-1 1 5-16,3-3 9 0,-1-1-3 0,5 0 3 16,2-1 1-16,2-1-2 0,-4-2 1 0,7-3 0 15,2-1 5-15,-1 0 3 0,1-2 11 0,-1-1 4 16,-1-6 13-16,0 3-11 0,1-3-2 0,-2 0 3 16,0-3-8-16,-2-3 3 0,-1 3-10 0,1-3-2 0,-1 1 2 0,0 0-3 15,-3 1 0-15,-4 3 8 0,3 2-1 0,-5-2 10 16,1 6-1-16,0-3-5 0,-2 2-7 0,1 1-14 15,-2 2-3-15,-2 2-16 0,5-4-22 16,-5 4-3-16,0 0 13 0,0 0-11 0,2 11-2 16,-4-4 1-16,1 1 2 0,1 5 0 0,1-1 14 15,1 1-15-15,-2 2 3 0,3 0 4 0,1-2 4 0,2 1-3 0,-1-3 9 16,1 1-1-16,3-2-2 0,0 0-18 0,0-1-22 16,2-4-33-16,2 2-50 0,4-3-51 0,-6 0-65 15,7-4-80-15,-8-3-246 0,3 0-609 0,0 0 270 16</inkml:trace>
  <inkml:trace contextRef="#ctx0" brushRef="#br0" timeOffset="212957.36">16153 15001 76 0,'0'-4'275'0,"0"4"-13"0,0 0-15 15,1-3-25-15,-1 3-24 0,0 0-25 0,0 0-13 16,0 0-23-16,0 0-14 0,0 0-13 0,0 0-13 16,0 0-11-16,12 11-11 0,-10-5-7 0,-1 2-7 15,0-1-4-15,3 4-5 0,-4-2-6 0,0 2-2 16,0 1-6-16,-2-2-4 0,-1 1-5 0,2 1 1 16,-3-2-7-16,2 0 2 0,0 0-3 0,-2-1-2 0,3-3 2 0,-1 0-6 15,0-1-1-15,1 0-1 0,0 0 1 0,1-1-1 16,1 0 9-16,2 0 22 0,-1-2 6 0,7 3 4 15,4-2-8-15,7 0-2 0,7-2-4 0,0 0-4 16,9-1-4-16,-3 0 1 0,3-1-6 0,1 0-7 16,1 0 0-16,3 1 0 0,-4-2-3 0,-1 2 2 15,-3 0-3-15,-11 0 0 0,-4-3-3 0,-4 3-3 0,-3-1-3 16,2 1 4-16,-8 0-5 0,0 0 1 0,3 1-8 16,-8-1-18-16,5-5-2 0,-5 5-17 0,0 0-32 15,0 0-50-15,-18 10-54 0,9-9-67 0,-5 3-234 16,3 0-514-16,-1-3 227 0</inkml:trace>
  <inkml:trace contextRef="#ctx0" brushRef="#br0" timeOffset="214044.46">17209 15005 56 0,'0'-7'256'0,"0"3"-8"0,2-2-12 15,-1 2-10-15,-1-1-15 0,1 2-23 0,-1 3-18 16,0 0-20-16,0-6-18 0,0 6-17 0,0 0-10 15,0 0-13-15,0 0-14 0,0 0-6 0,1 18-11 16,-1-6-5-16,-1 7-6 0,-1-1-7 0,0 10-3 16,2-2-3-16,-4 2-4 0,2 1-1 0,-2-2-5 15,0 0-1-15,2 0-1 16,1-6-9-16,-2 5 5 0,-1 0 0 0,1-1-3 16,1-8-2-16,2-4-1 0,0-1-4 0,0-2 1 15,0 2-2-15,-1-3 1 0,1-4 2 0,0 2-2 16,-3-4 2-16,3 1 1 0,0-1 1 15,0-3 13-15,0 0 6 0,0 7 2 0,0-7-3 0,0 0 2 16,0 0-3-16,-1 3 3 0,1-3-5 0,0 0-6 16,0 0-27-16,0 0-42 0,0 0-38 0,-4-13-34 0,3 6-38 15,-2-3-30-15,3-2-36 0,0 1-189 0,-5-6-445 16,5 0 197-16</inkml:trace>
  <inkml:trace contextRef="#ctx0" brushRef="#br0" timeOffset="214376.6">17167 14954 185 0,'0'0'228'0,"-2"-4"-12"15,2 4-21-15,-3-3-26 0,3 3-15 0,0 0-27 16,0 0-10-16,0 0-8 0,0 0-11 0,0 0-13 16,20 11-3-16,-7-1-5 0,3 4 1 0,5 1-2 15,2 3-2-15,4 4-4 16,-3-1 0-16,3 1-7 0,0 2-7 0,-1 1-2 15,-7-1-6-15,0 3-5 0,-3-3-4 16,-4 2-3-16,-4-8-3 0,1 8-6 0,-6-3 1 0,-3 5-2 16,-6-10 4-16,-1 0 5 0,-4-1-1 0,-8 5 5 15,5-9-2-15,-9 3-1 0,5-7-4 0,0 2 7 16,-1-2-11-16,2 1-1 0,0-1-3 0,6-5-4 16,-4-1-1-16,5 4 0 0,1-4-1 0,1 0-2 0,2-2 1 15,1 0 3-15,0 0 0 0,1 1 5 0,4-2 1 16,-7 2-2-16,7-2-3 0,0 0-12 0,0 0-18 15,0 0-22-15,0 0-30 0,13-11-33 0,-4 8-41 16,1-6-43-16,3 3-60 0,1-5-184 0,0 1-458 16,0 0 203-16</inkml:trace>
  <inkml:trace contextRef="#ctx0" brushRef="#br0" timeOffset="214699.48">17929 14822 176 0,'-8'7'172'0,"-5"5"-10"0,-1 9-3 0,-2 4-10 15,-3 4-1-15,-7 10-13 16,0 2-7-16,6 3-5 0,-7-1 0 0,8 0-8 16,6-10-8-16,2 1 0 0,4-2-5 0,3 1-9 15,4 0-4-15,3-1-4 0,8-1-4 0,2-5-2 16,5-2-5-16,6-2-1 0,1-5-9 0,7-2-2 16,2-4-23-16,1-4-39 0,-1-3-46 0,2-3-76 15,1 0-78-15,-6-6-180 0,-1 0-411 0,-2-3 182 16</inkml:trace>
  <inkml:trace contextRef="#ctx0" brushRef="#br0" timeOffset="-214481.27">18299 15016 142 0,'0'-4'264'0,"2"0"-13"15,-2 1-21-15,0 3-16 0,0-7-29 0,0 7-21 16,1-2-22-16,-1 2-18 0,0 0-11 0,0 0-14 0,0 0-10 16,2 17-5-16,-3-7-5 0,0 7-10 0,1 0-2 15,-3 1-9-15,2 2 3 0,0-2-12 0,1 2-3 16,-3 0-9-16,1 6 0 0,0-7 0 0,-1 2-5 15,0-4 0-15,2-3-2 0,-2 2-5 0,1-6-19 16,0 2-22-16,1-5-20 0,-2 3-18 0,2-4-19 16,-1-1-20-16,0-1-5 0,0 1-28 0,2-5-39 0,0 0-187 15,-13-2-379-15,13 2 168 0</inkml:trace>
  <inkml:trace contextRef="#ctx0" brushRef="#br0" timeOffset="-214180.52">18269 14886 208 0,'0'0'211'15,"0"-6"-25"-15,0 6-20 0,2-5-13 0,-2 5-16 16,8 2-1-16,-3 3-10 0,5 0-2 0,4 8-3 16,8 2 0-16,-3 3-7 0,4 2-5 0,0 3-6 15,1 2-7-15,-1-1-6 0,-2 2-9 0,-1 1-5 16,-7-2-7-16,2 1-1 0,-4 0-16 0,-5-6-3 0,2 4-5 0,-6-4-7 15,-1-2-3-15,-4-2-1 0,-6 0-2 16,-3-2-7-16,-2-1 0 0,-1 0-2 0,-8 4 2 16,0-3-2-16,2-7-6 0,1 3 0 0,0-5 0 0,0 2-5 15,3-5-9-15,4-2-20 0,0 3-13 0,0-6-26 16,3 3-33-16,1-2-63 0,5-2-59 0,2 0-187 16,3-3-431-16,5-3 190 0</inkml:trace>
  <inkml:trace contextRef="#ctx0" brushRef="#br0" timeOffset="-213579.13">18823 15221 177 0,'0'0'217'0,"-7"2"-7"0,7-2-14 16,-6 1-6-16,6-1-15 0,0 0-13 0,0 0-13 0,0 0-15 15,-8 0-11 1,8 0-8-16,0 0-7 0,0 0-6 0,0 0-6 0,0 0-1 0,0 0-7 16,0 0-7-16,0 0 0 0,0 0-7 0,0 0-4 15,0 0-3-15,0 0-8 0,20-3 4 0,-20 3-7 16,0 0 3-16,0 0-2 0,5-2 0 0,-5 2-10 15,0 0-6-15,0 0 2 0,0 0-4 16,5-3-5-16,-5 3-3 0,0 0 3 0,0 0-4 16,0 0-7-16,0 0 0 0,0 0-6 0,0 0-4 15,0 0 4-15,0 0 7 0,0 0-8 0,5 0 5 16,-5 0 4-16,0 0 1 0,0 0-1 0,0 0-4 16,0 0 3-16,0 0-5 0,0 0 1 0,0 0-1 15,0 0-4-15,0 0 1 0,0 0-4 0,0 0 0 16,0 0-4-16,0 0-5 0,0 0 4 0,0 0-2 0,0 0-1 0,0 0 1 15,0 0-1-15,0 0 1 0,0 0 1 0,0 0-3 16,0 0 1-16,0 0-1 0,0 0 4 0,0 0-3 16,0 0 0-16,0 0 1 0,0 0-1 0,0 0 4 15,13-3-2-15,-5 3-3 0,3-1-2 16,7-2-1-16,5 1 4 0,0 2-4 0,6-3-2 0,3 1 3 16,4 1-2-16,-3-2 1 0,2 3 1 0,0-3 2 0,-5 2-3 15,-2 1 3-15,-7-1-3 0,-5 1 1 0,6-1-3 16,-12-1 2-16,-1 2-5 0,1 0 7 0,-2 0-8 15,-8 0-5-15,9-3-12 0,-9 3-9 0,4-1-22 16,-4 1-24-16,0 0-24 0,0 0-19 0,0 0-30 0,0 0-30 16,-13-7-40-16,9 4-47 0,-2 2-166 15,-1 1-471-15,2-6 209 16</inkml:trace>
  <inkml:trace contextRef="#ctx0" brushRef="#br0" timeOffset="-213231.46">19437 14938 105 0,'2'-2'292'15,"0"-4"-17"-15,-2 2-12 0,1 1-22 0,-1 3-26 0,2-5-20 16,-2 5-22-16,3-3-21 0,-3 3-18 0,0 0-17 15,0 0-15 1,0 0-10-16,2 9-10 0,-2-3-11 0,0 4-5 16,2 0-9-16,0 3-3 0,-4 4-1 0,4 1-13 15,-2 3-3-15,0-3 4 0,0 2-12 0,0 5-3 16,0-7 4-16,0 1-8 0,0-3-1 0,0-4-1 16,1 4 0-16,1-4-4 0,-4-4-1 0,4 1 1 15,-2-4-1-15,2 0-2 0,-2 0 4 0,0-1-2 16,0-2 1-16,0 1 10 0,0-3-12 0,0 7 5 0,0-7-4 0,0 0 1 15,0 3 0-15,0-3-13 0,0 0-6 0,0 0-54 16,0 0-56-16,0 0-51 0,0 0-38 0,-5-14-40 16,1 9-171-16,-3-5-448 0,9 0 199 0</inkml:trace>
  <inkml:trace contextRef="#ctx0" brushRef="#br0" timeOffset="-212993.19">19508 14763 75 0,'0'-2'249'0,"0"-2"-24"0,0 4-21 15,0 0-25-15,0 0-20 0,0 0-20 0,0 0-7 16,18 12-7-16,-3-1-5 0,2 12 2 0,1 3-7 0,2 2-12 0,5 14-3 16,-6-11-12-16,6 11 1 0,-2-1-7 0,-10-8-6 15,-3 0-5-15,0 0-7 0,-2 2 0 0,-8-5-6 16,-1 1-6-16,-6-2-4 0,-3-1 0 0,-4 1-1 15,-5 0-9-15,0-4 2 0,-7 3-3 0,-3-6-5 16,-3-3-21-16,0 0-27 0,-5-4-37 0,1-2-55 16,1-2-80-16,-14-3-251 0,13-1-473 0,4-6 210 0</inkml:trace>
  <inkml:trace contextRef="#ctx0" brushRef="#br0" timeOffset="-211896.96">20051 14837 30 0,'0'-7'296'0,"-2"2"-6"0,1-2-12 0,1 3-15 15,0-2-20-15,1 2-24 0,1 0-25 0,-2 4-20 16,-2-5-23-16,2 5-19 0,0 0-12 0,0 0-13 15,0 0-10-15,6 12-11 16,-2-3-8-16,1 1-30 0,3 7-6 0,-1-1-2 16,3 4-6-16,0-1-7 0,1 3-14 0,-1-4-7 15,-1-2-7-15,5 0-6 0,-5-2-4 0,0-2-4 16,0-3 3-16,1 0 2 0,-1-3 7 0,3-1-3 16,-3-3 5-16,1-2-1 0,0-2 2 0,3-3-3 15,-3-2 1-15,1-1 14 0,2-3 3 0,0-4 7 16,-1-1 4-16,-1 0 3 0,-2-1 7 0,-1 0-7 0,3-2 7 15,-2 2-2-15,0 2 2 0,0-1-2 0,-4 6 4 0,3 0 2 16,-3 1-3-16,-1 1 0 0,-3 2-6 0,3 0-4 16,-3 1-6-16,2 3-15 0,-2-1-20 15,-1 3-4-15,0 0-2 0,0 0 0 0,8 13-1 16,-7-1-2-16,2 5 4 0,-3 9 3 0,0 1 0 16,-7 6-1-16,10 2 6 15,-11 12 3-15,4 3 5 0,-1 0 3 0,0 3 0 16,-1-2-1-16,-1 2-1 0,1 1 4 0,-1-2 2 15,-4-4-2-15,5-1-1 0,-1-2 0 0,1-9 3 16,-2-3 0-16,-1-4-4 0,0 3 6 0,-1-4-6 16,0-6 4-16,1-4-2 0,0-1 6 0,-1-3 2 15,-2-2 5-15,2-2-2 0,1-3 6 0,-1 0 1 16,-2-2 6-16,-2-2 11 0,0-1 2 0,0-2 9 0,1-5 5 0,-5-2 9 16,2-2 4-16,-1-4 17 0,4-2 14 0,-2-6-8 15,5-4-2-15,3-1-5 0,6-2-13 0,6-3-8 16,9-22-11-16,11 2-14 0,18-23-9 0,6 5-11 15,-12 25 1-15,5-1-4 0,-3 2-1 0,5-4 2 16,-2 7-4-16,2-1 12 0,-5 7 0 0,3 3 7 16,-10 9 26-16,0 3 18 15,-4-1 17-15,-3 5 8 0,-7 5 5 16,-3 2-5-16,-6 2-10 0,0-1-7 0,1 3-15 16,-5 0-7-16,0 0-44 0,-1 4-48 0,-1-3-65 15,-3 3-63-15,0 0-67 0,5 6 28 0,-9 3-8 0,-3 0-64 16,-2 6-114-16,-4-2-240 0,-2-1-678 0,5-2 300 15</inkml:trace>
  <inkml:trace contextRef="#ctx0" brushRef="#br0" timeOffset="-210524.72">6782 14466 2 0,'-1'-4'146'0,"-2"0"-20"15,2 3-10-15,1 1-14 0,-2-5-13 0,2 5-8 16,0 0-5-16,-6 11-13 0,5 0-11 0,-1 8-6 16,-1 13 6-16,0 16 7 0,1 12 3 0,1 27 17 15,-3 2-2-15,3 3-5 0,-3 0 3 0,-1 2-6 0,2 1 1 0,0 2 6 16,0-1-4-16,0 1-6 0,3 1-4 0,0-3-5 15,-5-1 5-15,0-3-2 0,1 1-2 0,-2 3 1 16,-2-1 0-16,3 5 0 0,-7-10 0 0,2 2 34 16,1-7-1-16,4 0-5 0,0-25-9 0,5-1 0 15,-2 2-4-15,0 0-7 0,0-6 0 0,0 1-1 16,5-5-5-16,2-5-5 0,-1-11-5 0,-4-1-3 0,6-4-32 16,-1-3-6-16,3-1-1 0,-3-8-5 0,4-2-3 0,-3-7-13 15,2-2-16-15,5-3-26 0,0-6-44 0,-3-2-68 16,6-8-71-16,-4-3-201 0,3-11-474 0,-3-1 210 15</inkml:trace>
  <inkml:trace contextRef="#ctx0" brushRef="#br0" timeOffset="-207802.09">7246 13863 61 0,'0'0'116'15,"0"0"-3"-15,0 0-3 0,0 0-12 0,0 0-5 16,0 0-12-16,0 0 1 0,14-5-2 0,-9 2-10 16,5 2-6-16,1-2-2 0,0 2-4 0,3-3-4 15,3 0-9-15,2 1-8 0,0-2 2 0,13 3 4 16,1-3-8-16,1 1-4 0,1-4-1 0,3 3 1 15,1 0-3-15,16-4 3 0,-3 2-1 0,3-3-7 16,0 3 3-16,4 1-9 0,-2-1 3 0,2-2 0 0,-1 9-1 0,3-10-11 16,-1 4 9-16,4 2-7 0,29-8 6 0,-31 7-1 15,0 1-8-15,3 3 2 0,1-3-4 0,24-1-2 16,-30 2-6-16,-1 1 6 0,1 2-6 0,-1-3 3 16,0 3-2-16,-4-1 1 0,2 0 4 0,2 2-3 15,1-4 2-15,-4 3-6 0,3-3 3 0,-1 3 8 16,-1-2-5-16,3-2-1 15,-1 1 1-15,-3 1-3 0,0 2 4 0,-2-1-1 16,0-3-3-16,-2 3 2 0,-13 2 1 0,12-1-3 16,-17 0-1-16,7-1 5 0,0 1-1 0,-3 0-2 15,-3 0 6-15,3 1-4 0,-5-2-2 0,3 0 2 16,1-2-1-16,-1 2-1 0,-3-1 2 0,3-1-2 16,-1 1 1-16,-1-2-4 0,-1 1 4 0,-1-1 1 15,3 1-3-15,-2 0 2 0,0 0 4 0,-4-1-9 0,2 2-1 0,1-1-11 16,0 1 8-16,-1 0-1 0,-2-3 1 0,-1 4-4 15,0-1-11-15,-1 0 8 0,-5-1 4 0,1 1-5 16,5-1 7-16,-6-1-1 0,-2 4 7 0,-1-3-3 16,3-1-3-16,-4 0-1 0,2 2 6 0,1-2 0 15,-3 1-2-15,2 3 1 0,0-3 2 0,-1 2 3 16,1-2-9-16,2 1 7 16,-2-1 6-16,1 1-8 0,0 0-2 15,-3 0 12-15,5-1-4 0,-4 0-7 0,1 1 5 16,0 2 10-16,3-3-9 0,4-1 20 0,1 1 3 0,-1-2-1 15,1 3 0-15,1-1-2 0,2 2 5 0,6-2-7 16,-4 2-2-16,4-1-8 0,-1 0 2 0,4 2 3 16,-1-2 0-16,0 1-8 0,-2 0 5 15,2 2-8-15,-2-2-1 0,2 0 2 0,-1 3-3 0,0-3-1 0,-1 2 8 0,0-1-6 16,2 0 1-16,-2 0-5 0,0-1 5 16,-4 0-4-16,2-1 0 0,-1 2 2 0,-2-1-2 15,0-1 2-15,3 0-1 0,-2 1 0 0,-1 2 0 16,2-3 0-16,3 1 2 0,-1 1 1 0,0-2 1 0,1 2-2 15,1 0 0-15,-1 0-4 0,0 0 0 0,2 2 0 16,-1-2 3-16,-1 1-1 0,1-1 6 0,2 1-7 0,-2 0 6 16,3 2-7-16,-5-2 12 0,5 2-8 0,-4 0-3 15,1-1 2-15,-1 1 4 0,-1 1-3 0,5-2 5 16,-3 3-7-16,-1-2 3 0,2 1 0 0,0 1 4 16,1-2-6-16,12 2-1 0,-15-1 0 0,0 1 5 15,4-2 4-15,12 3-3 0,-2-3-5 0,-13 0 3 16,15-1 1-16,-14 1-2 15,12 1 2-15,-12-2 2 0,14 1 0 0,-17 0-3 16,5-3-3-16,-3 2 4 0,13 3 0 0,-14-1 4 16,3-3-3-16,1 3-1 0,-2-2-5 0,14 2 5 15,-12 0 0-15,12-1-3 0,1 0-3 0,0 3 4 16,-1-3 0-16,5 0-3 0,-7 1 0 0,2 1 1 16,1-3-5-16,0-4 2 0,-4 4 4 0,4 1-1 15,-1-1 2-15,-3 1-2 0,1 0 1 0,3-1 1 0,-3 2-4 0,0-1 1 16,3 0-3-16,1-1 3 0,2 0 3 0,2 0-3 15,-3 1-2-15,2-6 1 0,-4 8-2 0,-1-5-2 16,2 1 11-16,1 0-8 0,-1 0 5 0,-4 1-4 16,2 0 2-16,-1 1-1 0,1-3 10 0,0 0-13 15,1 0 3-15,-2 2-3 0,2 2 3 0,-2-3-2 16,6 1 6 0,-6 2-3-16,-12-4-2 0,16 2-1 0,-4 0-2 15,1-2 7-15,-2 0-5 0,-13 0 5 0,17-2-2 0,-2 2 2 16,-2-1 0-16,-12-1 4 0,14 3-2 0,-1-1-3 15,3-3-2-15,0 0 1 0,-1 2 0 0,3 1-2 16,-2-1 4-16,-1 1-3 0,-2-3-2 16,3 3 1-16,4 3 1 0,-7-3-4 0,3 0 8 15,-5 0 3-15,4-3 1 0,-2 3 2 0,-1 0-1 0,0 0-1 0,2 0 1 16,-2 3 5-16,1-3-4 0,3 0-2 0,-5 0-6 16,2 0 3-16,1-3 1 0,-2 6-4 0,7-6 2 15,-7 3 1-15,-2 0-2 0,6 0 0 0,-1 0 3 16,2 0-1-16,2-2-4 0,0 0-5 0,5 2 5 15,-2-2-1-15,2 1 2 0,-3-2 1 0,0-1-2 16,0 1 0-16,-1-1-6 0,-3 4 3 0,-1-1 4 0,0-1-2 0,-4 2 3 16,-11-2-1-16,12 2 0 0,-15 0 1 0,18-3 1 15,-4 3-1-15,-11-2-3 0,11-2-1 0,-1 3-1 16,1-3 5-16,0 3 0 0,-10-2-3 0,10-1 5 16,-14 1-5-16,17-3 0 0,-16 3-2 0,16-2 3 15,-16 0 2-15,13-2-2 0,-15 0-1 0,1 2 3 16,2-3-3-16,0 1 2 15,-3 2 11-15,1-4 2 0,-4 2-3 0,-1-1 0 16,1 2 0-16,-3-2-3 0,-3-1 6 0,-1 1-7 16,-4 3-2-16,6-4-3 0,-4-1 6 0,-4 4-6 15,-1-1 5-15,-1 0-4 0,2 0 0 0,-2-2-1 16,-3 4 6-16,1-3-9 0,-1 1 3 0,-4 1-2 16,1 0 3-16,1 0 0 0,-2-3-2 0,-3 5-1 15,1-4 9-15,1 3 7 0,-1-3-3 0,-1 4 1 0,2-3-2 0,-1 0-2 16,1 2 0-16,2 0-3 0,-3-2-1 15,-2 2 2-15,2 0 0 0,0 0 3 0,-2 0 3 0,-1 4 1 16,-1-2 7-16,0 0 0 0,3-1 2 0,-4 1-3 16,-2-1 1-16,3 1 0 0,-1 3 4 0,-4 0 0 15,4-5-1-15,-1 3 2 0,-3 2-5 0,7-3-2 16,-2 0 2 0,-5 3 5-16,4-2 5 0,-4 2 2 0,4-2 2 0,-4 2-3 15,0-3-2-15,0 3-2 0,0 0-2 16,0 0-2-16,3-4-4 0,-3 4-6 0,0 0 3 15,0 0-5-15,2-3-4 0,-2 3 6 0,0 0-8 16,0 0 1-16,0 0-5 0,0 0 4 0,0 0-6 16,0 0-1-16,0 0-1 0,0 0 2 0,0 0-1 0,0 0-4 15,0 0-2-15,0 0-12 0,0 0-7 0,0 0 3 0,0 0 1 16,0 0-5-16,5 10 1 0,-3-5 0 0,-4 4 5 16,2-1 3-16,2 4-2 0,-2 5 2 0,0 0 7 15,-3 3 0-15,-1 6-3 0,2-2 5 0,0 2-2 16,-3-1 6-16,5 2-2 0,-4-1-1 0,4 0 0 15,-4 3 2-15,1-4 0 0,1 1 0 0,-3 1-1 16,3-2 0-16,-1 0-1 16,3-6 6-16,-2 2-5 0,0-2 3 0,-1 6 0 15,0-5 0-15,0-2-1 0,-1 10 6 0,1-1-8 16,-2-2 3-16,1-6 2 0,-1 7-1 0,2-6 1 16,-1 5-1-16,-1-2 1 0,3-3-2 0,-3 1 0 15,1 4 3-15,1-6-3 0,-1-2 2 0,3 3-1 16,-3-3-1-16,3 1 0 0,-2-1-1 0,3 1 1 15,-4 0-1-15,2 0-1 0,-3 1 5 0,1 0-1 0,-1 0-1 0,1-1 0 16,0 0-1-16,-1 0-1 0,1 4 3 0,-1-3-4 16,3 6 3-16,-2-2 0 0,0 2-1 0,3-5 6 15,-3 5-3-15,1-6-2 0,3-1 0 0,-6 8 1 16,3-9 2-16,1 4 1 0,-2 4-3 0,0-8-2 16,0 9-15-16,0-6 0 0,3-1 4 0,-3 6-2 15,-1-7 2-15,0 7 6 0,-4 1-2 0,4-1-1 0,-3 2 7 16,3-2-2-16,-2 0-5 0,0 0 2 0,2 1 3 15,-1 0 4-15,-2-3-2 0,3 3-1 0,-1-1-5 16,0-1 5-16,3-5 2 0,-3-1-6 0,2 3 4 0,-2 5-1 16,3-3 2-16,-1 3-1 0,-2 0 2 15,3 0-1-15,0 3 3 0,-2-2-1 0,0 1 0 16,0 3-2-16,0-1-3 16,-2 2 4-16,2 0 3 0,-2-1 0 0,0 2-4 15,2 0 3-15,-3 1 26 0,3 2 5 0,-4-1-7 16,4-2 0-16,0 2-3 0,0 1-3 0,-3-3-1 15,5 3 1-15,-3-3-6 0,1 13 3 0,0-12-6 16,-1 11 2-16,2-11-3 0,-2 12 5 0,-2-13-3 16,5 2 4-16,-3-1-3 0,1 1 7 0,0 2-1 15,-3 7 4-15,2-10-2 0,-1 1 0 0,3 0-30 0,-3 1 5 0,2-2 0 16,-2-2 5-16,-1-2 2 0,2 2-1 16,0-1-1-16,1-2 3 0,1-1 3 0,-1-2-2 15,0 0 4-15,-3 2-1 0,7-1-1 0,-3-7 1 0,0 5 0 16,0-1 2-16,-1 1 4 0,1-7 11 0,0 3 0 15,-1-4 9-15,4 3-6 0,-4-2 5 0,1 1-7 16,0 1 4 0,-1-3-10-16,2 1 6 0,1 2-3 0,-3-2-2 15,1-2-5-15,2 0 3 0,0 1-3 0,1-5-1 16,-2-1-6-16,3 1 5 0,3-2-4 0,-3 1 4 16,0-4-3-16,-3 3-16 0,6-5-21 0,-3-1-23 15,1 2-37-15,-1-6-60 0,0 0-123 0,0 0-205 16,0 0-516-16,0 0 229 0</inkml:trace>
  <inkml:trace contextRef="#ctx0" brushRef="#br0" timeOffset="-205074.22">7494 17704 62 0,'0'0'54'16,"14"2"1"-16,-14-2 2 0,14 2 2 0,-14-2-3 15,16 0 5-15,-4 3-6 0,1-3-6 0,6 0-3 0,2 1-3 16,7-1-2-16,1 0 0 0,2 1 9 0,0-3-6 16,4 2 1-16,2-5-2 0,2 1-3 0,-1 0 2 15,16-3-10-15,-16 5 5 0,18-5-6 0,0 2 1 16,-1-3-4-16,4-3 3 0,1 1-3 0,3 3-1 16,1-3 1-16,29-2-7 0,-28 6 1 0,0-1-11 0,30-5 8 15,-30 5 17 1,0-3-20-16,27 3 0 0,-28-1-1 0,1 4-5 15,29-3 4-15,-32 0-4 0,3 3 4 0,30-5-10 16,-32 7 9-16,4 0-2 0,-3-1-6 16,-1 2 2-16,-1 1-1 0,1-1 1 0,-3 1-4 15,0-2 3-15,-5 4 1 0,4-4-5 0,-2 5 6 16,-4-2 6-16,0 2-14 0,5 1-6 0,-6-3 1 16,2-1 8-16,1 2-6 0,0-2-2 0,-3 2-2 0,-2-4 8 0,5 2 0 15,-13-3 3-15,8 1 3 0,4-3-5 0,-16 1 4 16,14 1-1-16,2-1 6 0,-3-1-12 0,-13 2 5 15,2 0-3-15,-3 2-2 0,13-2 2 0,-12 2-2 16,0 1 4-16,2-2-1 0,-7 0-3 0,6-1 7 16,-2 2-6-16,14-2 3 0,-14 1-7 0,0-1 6 15,4 3-1-15,-4-2 4 0,14-1 2 0,0-2-8 0,-10 5 4 16,-4-2-1-16,3 0 4 0,1 1-6 0,-3-1-6 16,13 4 4-16,-13-5 6 0,16 2-4 0,-4-2 4 15,-9 3-1-15,10-1-2 0,3-3-5 0,-16 2-2 16,16-1-2-16,-2 0 11 0,-14 1-14 0,19-1 8 15,-19 2-2-15,0-2 4 0,3 3-2 0,-4-3 0 16,3-1 1-16,-2 2 1 16,2-1-2-16,-3 3 4 0,15-2-7 0,-3-1 2 15,-8 2-3-15,10-5-7 0,0 1 12 0,-14 3 4 16,17-3-5-16,-16 2 0 16,14-1 2-16,-12 1-3 0,14-3 2 0,-16 2 2 15,0 0-1-15,14-1 3 0,-14 0-6 0,13 1 3 16,-13 1-1-16,15 0 6 0,-16-1-6 0,13-1-1 15,-12 4 9-15,0-1-10 0,2 0 2 0,-2 4-2 0,4-4 3 0,-5-2 2 0,3 3-4 16,-4-1-1-16,3 0 2 0,-3-1-3 0,3 1 7 16,-4-1-3-16,1-1 1 0,-2 1 4 0,2 0-20 15,-4 1 17-15,2 0 3 0,-4-3-1 0,5 2-5 16,-2 1 0-16,2-1 5 0,-2-2-6 0,4 2 3 16,-3 2 3-16,2-4-15 0,0 4 8 0,-3-8 0 15,-1 8-1 1,3 0 1-16,-3-4-6 0,0 3-4 0,-1-3 0 15,0 2 7-15,-4 1 5 0,4-1-4 0,-3-2-9 16,1 2 9-16,0-1 2 0,2 3 1 0,-3-2-3 16,-1 0-3-16,1 0 7 0,0-1-1 0,2 1 3 0,-2 2-3 15,1-3-5-15,3 0 2 0,-1 1 3 0,-1 2-2 16,4-3-4-16,0 3 2 0,1-3-8 16,3 2 1-16,-1 0-4 0,0-2-7 0,0 1 6 0,3 1 3 0,-1-1-4 15,-2-2 3-15,3 0 8 0,-1 2 9 0,-1-1-12 16,0 3 7-16,4-4 6 0,8 1 6 0,-13 0 2 15,3 3 4-15,10-4 3 0,-11 2 10 0,11-3-10 16,-9 4 6-16,9-2-7 0,-11 3-5 0,14-3 7 16,-14 0-9-16,12 3 4 0,-11 0-2 15,11-2 4-15,-13 3-7 0,16-3-2 0,-4 2 4 0,2-4-2 0,-16 5-2 16,4-3-3-16,-1 1 15 0,-2 2-13 0,-1-3 11 16,15-5-15-16,-15 7 3 0,1-3 7 0,0 1 0 15,2 1 10-15,0-4-3 0,12 4 1 0,-10-1 0 16,9-2 3-16,4 3-3 0,-16 0-4 0,17-1-2 15,-18 2-4-15,0-3 1 0,3 4 2 0,-3-2-6 16,1-2 6-16,4 1-4 16,9-2-1-16,-16 1 1 0,-1 1-6 0,2 0 5 15,-4-1-4-15,4 1 1 0,-2-1-3 16,-2 1 6-16,5 0-6 0,-5-4 2 0,1 3 2 16,2-2-1-16,-4 2-1 0,1-1 4 0,-2 2-15 0,0-4 9 15,-1 2-2-15,-3 2 5 0,-2 1-15 0,0-1 17 16,-1-1-3-16,5 2-4 0,-6-3 0 0,6 3 8 15,-9 2 1-15,3-3 0 0,1 2-8 0,0 1 4 0,-4-4-1 16,4 4 1-16,-4-2-5 0,1 2 5 0,6 0 2 16,-5-3-1-16,-1 3 0 0,-2-2 0 0,3 0 8 15,-2 1-4-15,0-1 0 0,1 1-5 0,0-3-1 16,0 4 3-16,0 0 1 0,1-2-3 0,6-1 6 16,0 2-6-16,-4 2 2 0,6-5-5 0,-1 6 2 15,-6-4-4-15,7 4 1 16,2-1 5-16,1-1 7 0,-3-1-3 0,-1 2 7 15,2-4 2-15,-1 3 5 0,1 0 2 0,-1 0 6 16,-7-1-2-16,-1 0 2 0,7 0 3 16,-6-4-1-16,6 5-4 0,-1 0-2 0,1-1-2 15,-1 1-3-15,1-3-4 0,0 1 0 0,0-1-1 16,-1 3 2-16,-8-1-4 0,3 2 5 0,1-3-7 16,-5-1 1-16,-1 0 1 0,1 1-2 0,-1-2-3 0,2 1 5 0,-3 0 0 15,-2-1-3-15,1 3 3 0,-4-1-5 0,3 0 5 16,-2 1-3-16,2 0-4 0,-2-2-3 0,-1 2 3 15,2-1-1-15,0 2-1 0,1 0 4 0,-1-3-2 16,1 2-2-16,-3-4 1 0,8 4-5 0,-1-1 4 16,4 2 4-16,-7 0-1 0,2-3-8 0,2 3 4 15,-2-2 0 1,-3 2-1-16,3 0 2 0,-2-2-5 0,-2 2 2 16,1-1-1-16,-2 0 0 0,-1 0-4 0,3-3 9 15,-3 4 2-15,1 0 2 0,-1 0 6 0,-2-2-3 16,-9 2 1-16,14-1 0 0,-7 1-2 0,0-2 3 15,2 0-6-15,0 1 4 0,-9 1-3 0,18-2-5 16,-5 1 3-16,-3 1-1 0,4-1-2 0,-1 1-3 16,-3-1 3-16,8 1-2 0,-5 1 2 0,2-2-5 0,-1 2 6 0,0-2-3 15,-2 3-1-15,4-2-7 0,-3 0 2 0,-1 0 3 16,-1 0-3-16,2 1 2 0,-3-1-3 0,-1 2 3 16,-4-1 3-16,-5-1-5 0,14 0 4 0,-7 1-1 15,-7-1-3-15,10 1 2 0,-10-1 0 0,10 0 2 16,-10 0-4-16,12 2 1 0,-12-2 3 15,11-2-1-15,-11 2-1 0,13-1 1 0,-5 2 0 0,-8-1-2 0,12 0 1 16,-3 0 2-16,-1 2-1 0,-8-2-1 0,14-2 0 16,-14 2 5-16,15 0-7 0,-10-1 3 0,-5 1-2 15,12 0 5-15,-12 0-4 0,10 1 0 0,-10-1 3 16,0 0-5-16,10 0 3 0,-10 0 1 0,8-1-4 16,-8 1 2-16,9 3 4 0,-9-3 0 0,0 0-6 15,0 0 1-15,10 0 4 16,-10 0 0-16,0 0-2 0,0 0 4 15,0 0 2-15,9 0 2 0,-9 0 4 0,0 0 4 16,0 0 1-16,0 0 6 0,0 0-1 0,0 0 5 16,0 0-6-16,0 0 1 0,10-2-2 0,-10 2-3 15,0 0-2-15,0 0 1 0,0 0-11 0,0 0-24 16,0 0-22-16,0 0-33 0,0 0-31 0,0 0-42 0,0 0-42 16,0 0-188-16,0 0-409 0,0 0 180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5:37:21.21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4367 2089 137 0,'1'-4'282'0,"1"0"-7"16,-1-2-9-16,3 3-13 0,-3-2-12 0,0 2-8 16,-1 3-20-16,2-6-14 0,-1 4-18 0,-1 2-20 15,0 0-18-15,1-4-5 0,-1 4-28 0,0 0-23 16,0 0-23-16,0-4-32 0,0 4-12 0,0 0-3 0,-10 12-4 15,-3-2-1-15,-11 7 2 0,-3 3-4 0,0 1 0 16,-3 1-1-16,-1 2-3 0,-11 7 2 0,11-6 6 16,-11 6-5-16,6 3-4 0,11-9 0 0,-2-2 0 15,5-1-1-15,3 0-7 0,1 0 4 0,8-5-4 16,1 3 5-16,0-2-2 0,5-1-7 0,3 3 2 16,2-2-6-16,3-1 6 15,6 0-2-15,7 1 7 0,3-1-5 0,9 2 4 16,3-4 5-16,7 0-5 0,8 2 4 0,-10-6-2 15,0 1 0-15,0 3-1 0,0-3-1 0,-1 2 2 16,-5 3-8-16,-4-4-7 0,-3 1-3 0,-9-1-1 16,-1 0-3-16,-6 0 2 0,-6-1 4 0,-3 0 0 15,-7 2 4-15,-7 0 1 0,-9 2 4 16,-5 2 0-16,-6-5 1 0,-2 1 4 0,-13-2 2 0,14-4 2 0,-2 0 2 16,1-2-3-16,-15 4 7 0,16-9-5 0,2 0 7 15,4 2-9-15,7-3 4 0,4-3 0 0,6 3-20 16,2-1-33-16,4-2-46 0,7 3-49 0,-1-7-33 15,6 0-63-15,5-1-149 0,8-1-417 0,1-2 185 16</inkml:trace>
  <inkml:trace contextRef="#ctx0" brushRef="#br0" timeOffset="316.45">4758 2668 284 0,'0'-4'467'0,"-1"0"-15"0,1 4-22 0,-4-4-20 16,4 4-25-16,0-5-30 0,0 5-30 0,0 0-37 16,-5-3-35-16,5 3-25 0,0 0-31 0,0 0-31 15,0 0-46-15,0 0-51 0,0 0-10 0,0 0-14 16,5 19 0-16,-5-6-1 0,4 1-2 0,-3 3-7 0,-1 2 3 0,0 1-4 15,4-1-4-15,-3 0-5 0,3-1-12 0,0-1-19 16,-1-1-29-16,-1 1-8 0,-2-2-29 0,4-3-23 16,0-3-26-16,-2 2-22 0,1-6-26 15,-2 4-29-15,-1-4-3 0,0-5-50 0,0 0-59 16,0 0-223-16,0 0-577 0,0 0 256 0</inkml:trace>
  <inkml:trace contextRef="#ctx0" brushRef="#br0" timeOffset="470.07">4712 2431 81 0,'-1'-17'377'16,"-3"6"-1"-16,1 0-18 0,2 0-27 0,-1 2-21 15,0 2-25-15,2 1-28 0,-1 0-32 0,1 6-23 16,0-9-40-16,0 6-42 0,0 3-66 0,1-3-33 0,-1 3-32 16,0 0-46-16,13 8-43 0,-4-2-54 0,0 2-69 15,0 7-213-15,5-4-472 0,-6 4 209 0</inkml:trace>
  <inkml:trace contextRef="#ctx0" brushRef="#br0" timeOffset="1325.64">4986 2715 11 0,'-8'-13'385'0,"7"9"-5"0,1 4-9 0,0-9-2 15,1 4 1-15,-1 1-8 0,0-1-20 0,0 2-24 16,0 3-29-16,0-5-29 0,0 5-26 0,1-4-30 16,-1 4-21-16,0 0-25 0,0 0-38 0,0 0-33 15,0 0-48-15,0 0-8 0,0 0-7 0,0 0-2 16,7 23-4-16,-6-11-6 15,-1 5 11-15,3 3-7 0,-6 0-7 0,3 6-2 16,-1-1-14-16,-2-6-7 0,2 0-11 16,1-4 0-16,-3-3-4 0,3 0-1 0,0-1-1 15,3-2 13-15,-6-3 0 0,3-6 6 0,0 11 16 16,0-11 27-16,3 5 14 0,-3-5 2 0,0 0-11 16,10-13 0-16,-1 6-5 0,1-7 2 0,2 4 8 15,2-5 1-15,1-7 6 0,0 3-5 0,1-6-2 0,0 2-12 0,-4 8 1 16,1 0 0-16,-2 0-9 0,-2 4 3 0,0 1-4 15,-4 3-1-15,-1 2-11 0,1 2-6 0,-1-1-19 16,0 1-13-16,1 3-3 0,-5 0-8 0,9 5 6 16,-4 4 11-16,0 1-2 0,-1 0 7 0,5 5-3 15,-3 2 13-15,1-1-4 0,-1 1 1 0,-2-1-20 16,5 0-7-16,-4-2-1 0,0-4-10 0,-2-1 5 0,0-2 8 0,0-2 3 16,0 1 2-16,-1-3 15 0,-2-3 30 0,4 6 16 15,-4-6 14-15,0 0-8 0,0 0 9 16,20-12 1-16,-11 4 8 0,0 0 4 0,-4 0 3 15,8-4-4-15,-1 1-6 0,-1-2-2 0,0-3-12 16,2 1 2-16,-1 2-8 0,-6 2-3 0,7-1 3 16,-5 3-13-16,-2 1 2 15,-1 4-9-15,2-1 0 0,-2 1-14 0,-1 0-11 16,-1 2-11-16,-3 2-6 0,14 1-6 0,-7 3-2 16,3 0-6-16,1 2-9 0,0-1-9 0,5 7-12 15,-5-8-26-15,6 7-11 0,-2-1-14 0,1-1-13 16,-1-3-7-16,3 5 10 0,-1-5 15 0,-4-2 7 15,-3-1 11-15,5-1 11 0,-2-2 9 0,-1 0 10 16,0-3 12-16,-1-1 3 0,-1-1 16 0,0 0 29 0,-4-5 14 16,1 1 26-16,-1-1 20 0,2 0 18 0,-2 0 26 15,-5-3 16-15,2 3 17 0,-2-2 17 0,2 2 9 16,-2 0 3-16,-1 5 3 0,4-2-10 0,-3 4-12 16,-1 3-20-16,0-7-17 0,3 3-9 0,-3 4-15 15,1-5-24-15,-1 5-32 0,0 0-28 0,0 0 3 16,0 0-3-16,0 0 3 15,2 14-5-15,-2-2 6 0,3 0 3 0,-6 1 3 16,3 1 2-16,3 5-3 0,-3-4-3 0,-3 1-19 16,3-6-8-16,-2 3-22 0,4-1-14 0,1-3-9 15,-3 2-21-15,-3-5-18 0,3 1-14 0,0-4-7 16,3 4-6-16,-3-7-3 0,0 0-36 0,0 0-56 16,0 0-76-16,0 0-222 0,0 0-580 0,-16-22 258 15</inkml:trace>
  <inkml:trace contextRef="#ctx0" brushRef="#br0" timeOffset="1458.46">5691 2363 302 0,'-5'-11'456'0,"2"3"-9"15,1 0-24-15,0 3-38 0,0 0-37 0,-2 1-36 16,4 4-29-16,0-5-41 0,0 5-65 0,0 0-78 0,0 0-76 16,0 0-37-1,0 0-62-15,0 0-80 0,22 14-105 0,-11-2-238 16,-2-3-540-16,1-1 240 0</inkml:trace>
  <inkml:trace contextRef="#ctx0" brushRef="#br0" timeOffset="2559.67">5978 2868 30 0,'0'0'229'0,"0"0"-25"0,0 0-19 0,0 0 11 16,0 0-18-16,16-13-14 0,-6 9-9 0,-1-3-7 16,0-2-4-16,9-1-6 0,-4-2-1 0,0-3-13 0,-1 1 1 15,5-6-2-15,1-3 4 0,-3 2-1 0,0-5 1 0,-4-3-11 16,0 1-6-16,-2-4-6 0,0-2 8 0,-2-1-1 16,0-10-7-16,-4-3-5 0,-2 12 5 0,-2 2-9 15,-2-3 1-15,0 4 9 0,0 1 6 0,-1 7 7 16,-2-1-1-16,-1 9 4 0,3 2-6 0,-2 7-5 15,0-1-11-15,2 0-13 0,2 5-8 0,-3-1-9 16,3 0-24-16,-1 2-26 0,2 3-40 0,-4-5-33 0,4 5 3 0,-7 8 0 16,-2 8 9-16,-1 8 2 0,1 5 11 0,0 6-1 31,-5 13 11-31,3 3 2 0,-1 4 3 0,2-1-14 0,2-1 11 0,3-5-3 0,5-1-4 0,0-11 0 16,4-3-7-16,1-1 3 0,4 0 2 15,4-3-4-15,1-3 7 0,2-5 1 0,5-1 8 0,3-3 1 16,4-3 3-1,6-8-1-15,5 3-8 0,20-5-27 0,-3-4-6 16,3-5-6-16,0 0-8 0,-3-4 4 0,0 0-2 16,-5-6-6-16,-1 2 4 0,0-5-6 0,-13 6 5 15,10-7 0-15,-11 3 10 0,-4-3 3 0,0 0 6 16,-4 0 5-16,-5-1 11 0,-6 1 19 0,-3 5 21 16,-7 0 17-16,-3 3 11 0,-1-1 9 0,-3 0 6 15,-3 0-15-15,-2 2 15 0,-3-1-6 0,-6 2-3 0,3 3-6 0,-6 0-4 16,-2 5-3-16,-1 0-2 0,-2 2-3 0,-6 2-5 15,-2 6-3-15,4 1 1 0,0 4-18 0,0 1 10 16,1 2 5-16,-2 1-8 0,8 2 1 0,-2-1 3 16,6 2-5-16,1 1 9 0,1-4-11 0,6-1 6 15,1 0-8-15,1-5 1 0,3 0-3 0,2 0 6 16,0-3 2 0,4-1 7-16,-1-2 0 0,5 0 17 0,4-1-25 15,-1-3 28-15,2-2-3 0,1 0 3 0,8-5-3 16,-3 2 11-16,0-2 1 0,0 1-26 0,2-3 32 15,-4 0-9-15,2 2 10 0,-3 0-9 0,-1-2 1 16,-2 3-7-16,-3 0-8 0,-1 0 3 0,3 2-7 16,-6 0-7-16,3-1 4 0,0 1-8 0,-4-1-1 15,2 2-13-15,-1 0-36 0,-2 0-26 0,1-1-32 0,-5 2-35 0,13 0-41 16,-7 0-40-16,-6 0-62 0,12 0-63 0,-12 0-206 16,10 0-587-16,-10 0 259 0</inkml:trace>
  <inkml:trace contextRef="#ctx0" brushRef="#br0" timeOffset="3176.73">7053 2605 238 0,'9'-5'249'0,"-3"-4"-23"0,2 6-12 0,2-2-6 16,7-4-16-16,-3 6-12 0,4 3-9 0,5-1-13 15,-3 2-12-15,9 4-8 0,-8 4-14 0,5-2-12 16,-1 6-11-16,-1 1-13 15,-7-2-4-15,-2 3-2 0,5 2-6 0,-9 0-10 16,2 2-4-16,-5-2-4 0,-7 4-8 0,-1-5 1 16,0 3-11-16,-5 0 3 0,-3-1-16 0,-2 3 8 15,1-7-4-15,0 2 2 0,0-6-1 16,-1 0-4-16,1-2 1 0,5-1 7 0,-4-2 18 16,4 0 21-16,-2-3 28 0,6-2 25 0,-5 2-7 15,5-2-11-15,0 0-15 0,-8-9-14 0,10 3-5 0,0-6-18 0,2 1-11 16,3-5-3-16,5 0-18 0,2-6-7 0,4-4-24 15,1-3-7-15,13-12-27 0,-2 1-23 0,2-2-25 16,-1-5-16-16,0 3 11 0,-3-1-5 0,-1 2 11 16,0 4 10-16,-8 7 15 0,-2 3 20 0,-4 0 19 15,-3 0 10-15,-1-2 9 0,-3 4 27 0,-3-3 10 16,-5 7 13 0,2-4 8-16,-1 10 19 0,-1-1 12 0,0-2 7 0,-2 10 3 15,1-2-2-15,-1 0-6 0,1 2-12 0,1 3-2 16,-2 0-6-16,3 0-7 0,-2 4-10 0,2-3-3 15,-1 2-12-15,2 4-16 0,-1-5-23 0,1 5-24 16,0 0-28-16,-5-1-3 0,5 1 0 16,-4 10 10-16,2 1 1 0,-2 7 7 0,-3 9-2 15,0 8 13-15,-3 15 3 0,-2 1 5 0,3 4 2 0,-2-2 5 0,3 1 0 16,-1-1-2-16,6 1 10 0,-3-1-3 0,6-4 1 16,-4-13 3-16,3-2 1 0,2-1 7 0,3-3-1 15,0-3 9-15,-3-9 2 0,3 2 4 0,0-6-4 16,-3-2 7-16,0-3-1 0,2-1 2 0,-3-1 7 15,1-2 3-15,-1-1 5 0,3 0 0 0,-3-4-2 16,1 6 10-16,-1-6 0 16,3 5-7-16,-3-5 5 0,0 0-28 15,0 0-48-15,0 0-48 0,0 0-40 0,7-11-60 0,-3 4-71 16,1-1-92-16,-1-2-267 0,5-4-663 16,-1-2 293-16</inkml:trace>
  <inkml:trace contextRef="#ctx0" brushRef="#br0" timeOffset="3495.27">7774 2487 346 0,'0'-6'334'15,"0"6"-36"-15,1-4-32 0,-1 4-26 0,0 0-27 0,0 0-23 0,1-3-23 16,-1 3-12-16,0 0-20 0,0 0-13 16,7 10-14-16,-6-5-10 0,5 2-3 0,2 3-13 15,0 3-19-15,1 0-11 0,3-1-15 0,-5-1-14 0,2 3-10 16,5-3-14-16,-6-3-7 0,1 2-7 0,-1-3 1 15,1-3-5-15,-1 4 3 0,-1-4 0 16,-1-3 10-16,-1 2-3 0,0-4 1 0,-5 1 0 16,12-7 9-16,-4 3 7 0,0-4 13 0,-3 1 6 0,3-3 10 15,-2-5 14-15,3 1-4 0,-1-1 3 0,1 1 7 16,0-2-6 0,-3 3 13-16,1 1 8 0,-2 4-5 0,0-2 7 15,0 2 3-15,-1 2-14 0,-3 2-8 0,3 1-2 0,-3-1-33 16,-1 4-20-16,0 0 2 0,9 9 4 15,-5 3-8-15,3 5 7 0,-1 12-5 0,-2 2 1 16,-1 3-1-16</inkml:trace>
  <inkml:trace contextRef="#ctx0" brushRef="#br0" timeOffset="5197.25">7794 2527 246 0,'0'-5'277'0,"3"-2"-18"0,-2 2-14 0,2 1-14 16,-2-1-20-16,0 2-16 0,2-1-20 0,-3 4-18 15,1-5-15-15,-1 5-22 0,0 0-10 0,0 0-15 16,0 0-8-16,14 7-14 0,-9-2-5 0,2 3-6 15,2 5-5-15,2 1-7 0,2 1-2 0,-1 2-11 0,7 3-9 0,0-3-6 16,-1 3-6-16,-2-6-12 0,-3 1-4 0,1-4-8 16,0 1-1-16,1-4-1 0,-3-1 1 0,-3-1 4 15,4-1 3-15,-3-3-2 0,0-2 0 0,2-1 7 16,-3-2 3-16,3-2 12 0,-4-4 6 0,1 2 7 16,0-8 8-16,-2 5 6 0,0-6 15 15,-1 2 2-15,-2 2 5 16,-1 0 7-16,-1-1 10 0,3 1 5 0,-3 4-6 15,0-3 15-15,1 3-7 0,-2 3-1 0,0-2-12 16,1 2-16-16,-2 3-25 0,2-1-33 0,-2 3-31 16,0 0-6-16,0 0 2 0,0 12 8 0,0 4 0 15,0 3 13-15,0 12-9 0,-4 1 3 0,0 4 0 16,1 12 4-16,3 3 1 0,-7-3 7 0,2 3-5 16,0 4 8-16,-1-1-1 0,-1-2 1 0,0 3 0 0,0-4 2 0,1-4 11 15,-2 2-7-15,-3-3-2 0,4-12 0 16,-3-3-2-16,-1 2-2 0,-1-3-1 0,2-3-1 0,-7-2 0 15,3-4 11-15,0-4-11 0,1-3 5 0,-2 0-1 16,0-3 0-16,-2-3 3 0,-1-2 0 0,-2-1 15 16,-1-3 17-16,2-5 6 0,-4-2 17 0,4-2 21 15,-3-8 15-15,-1-2 7 0,5-2 2 0,4-6 4 0,4-4-6 16,8-3-15-16,5-17-11 0,10-2-8 0,7-2-14 16,20-29-14-16,10 7-19 0,5 4-14 0,5 6-13 15,-14 22-3-15,19-23-13 0,-18 25 9 0,-1 1 0 16,4 1 4-16,-2 2 6 0,-3 3-4 0,-4 5-2 15,-12 7 5-15,-4 5-2 0,-8 6 8 0,-7 1 15 16,0 7-3-16,-1-6 1 16,-1 4-6-16,-2 2-3 0,-2-2-20 0,0 1-47 15,1 3-56-15,-5 1-32 0,0 0-22 0,0 0-47 16,-18 14-60-16,4-1-64 0,-9 2-261 0,5-5-652 16,0 2 288-16</inkml:trace>
  <inkml:trace contextRef="#ctx0" brushRef="#br0" timeOffset="17711.78">10963 2737 83 0,'4'-7'148'0,"-4"0"2"0,3 2-2 0,-2-3-2 15,0 1 17 1,2 1-4-16,-3-2-5 0,-3 1-6 0,6 0-3 0,-6 1-2 0,3-3-7 0,-1 2-4 16,1 0-7-16,-1-2-6 0,-2 3-8 0,3 0-5 15,-2 0-5-15,-4 0-10 0,5 0-12 0,-4 0-9 16,0-2-7-16,1 3-13 0,-3 2-2 15,1-1-9-15,-1-1-5 0,-5 5-8 0,2-2-5 16,-2 4-3-16,0 2-1 0,-1 1-3 0,-5 0-5 16,0 4 1-16,-1 1 1 0,2 3-4 0,-6 3-1 15,4 4-1-15,-4 2 1 0,5 0-3 0,-2 1 2 16,1 4-4-16,2 1-1 0,2-2 3 0,1-1-3 16,3 3 2-16,5-3-2 0,1 0 4 0,1-5 1 15,4 0 5-15,0-2-2 0,4-3 1 0,1 2 2 16,0-7 3-16,3 0-2 0,1-2 4 15,2-2-1-15,-2-1 1 16,3-2 2-16,0-3 3 0,3-1 0 0,2-1 7 0,0-6 6 16,0-1 5-16,-2 1-6 0,0-3 7 15,-2-2 0-15,1-1-3 0,4-6-5 0,-8 6-5 16,7-8-16-16,-8 5 14 0,1-8 0 0,2 8-13 16,0-6 22-16,-4 7 5 0,0-2 3 0,-2 1 13 15,2 2 0-15,-5-1 7 0,1 2 23 0,0 4-6 0,-1 0-4 16,-1 0 4-16,0 3 1 0,-1 1-11 0,2 0-1 0,-3 1-3 15,0 0-10-15,0 5-5 0,2-5 0 0,-2 5-9 16,3-5-7-16,-3 5-5 0,2-5-16 0,-2 5 8 16,0 0-14-16,0 0-17 0,0 0-19 0,0 0-12 15,0 0 7-15,0 0 4 0,0 0 6 0,-4 22-4 16,3-10 5-16,0 0 5 0,1 5-6 0,-3 0 10 16,3 0 1-16,-1 0 9 0,-2 0-12 0,2 2 1 0,-1-2 3 15,2 1 2-15,-4-1 11 0,4 1-10 0,-2 0 3 16,0-3 0-16,0-1 0 0,0 1-11 0,1-4 14 15,-3 2-2-15,4-2 0 0,-1-3 6 0,1-1 3 16,0 0-8-16,0-7-1 0,0 10 11 0,2-6-10 16,-2-4 4-16,-1 8 7 0,1-8 7 0,0 0 2 15,0 0 20-15,5 10 2 16,-5-10 5-16,14-3 1 0,4-1-9 0,9-1-2 16,5-3-9-16,18-7-50 0,2-1-79 0,-2-3-117 15,1-5-175-15,0 0-260 0,-3-5-712 0,-3 0 315 16</inkml:trace>
  <inkml:trace contextRef="#ctx0" brushRef="#br0" timeOffset="18482.59">11382 2636 116 0,'6'-5'199'0,"0"4"-7"0,5-3-14 0,2 2-14 16,-4 0-16-16,6 1-9 0,3 1-4 0,0 1-20 16,3 4-6-16,-6-1-14 0,5 4-2 0,0 1-7 15,-5 2-9 1,3 0-3-16,-4 1-7 0,-1 4-1 0,-2 0-12 16,-2 1 1-16,-5 2-6 0,2-2 1 0,-4 2-8 15,-2 0 1-15,-4 1 1 0,-2-1 0 0,-2-3 0 16,0 2-1-16,-2-1 0 0,1-3 1 0,-1 1-2 15,1-2 1-15,-4-1-1 0,5-3 1 0,2-2 3 16,-3 0 0-16,3-2 3 0,2-2 11 0,1-1 7 16,-2 3 12-16,5-5 20 0,-5 5 25 0,5-5 28 0,0 0 12 0,0 0-18 15,0 0-14-15,0 0-24 0,0-19-8 0,5 9-10 16,5-5-12-16,1-3-3 0,1 2-11 0,9-7-16 16,-5 1 0-16,2 0-13 0,2 0-2 0,-3 3-3 15,0 0-14-15,-2 4 5 0,-2 1-2 0,1 3-2 16,-5 2 0-16,0-1-10 0,0 3 3 0,-4 4-7 15,0-2-8 1,-1 1-9-16,0 0-18 0,-4 4-21 0,0 0-10 16,0 0-7-16,0 0 19 0,0 0 9 0,-1 19 3 15,-2-5 1-15,0 1 3 0,0 1 2 0,-3 2 6 16,3 0 1-16,0 0 7 0,3 1 6 0,-1-1 2 16,6-1 1-16,-1 4 5 0,5-5-9 0,9 4-11 15,0-4-37-15,8-3-54 0,5-3-82 0,7-3-130 16,16-3-244-16,-15-4-620 0,11-7 274 0</inkml:trace>
  <inkml:trace contextRef="#ctx0" brushRef="#br0" timeOffset="19099.88">12264 2877 59 0,'-5'1'172'0,"5"-1"-9"15,0 0-6-15,0 0-7 0,0 0-17 0,-5 2-5 16,5-2-4-16,0 0-8 0,0 0-1 0,0 0-3 16,0 0-4-16,0 0-6 0,0 0-3 0,0 0 4 15,0 0 22-15,0 0-9 0,0 0-9 0,0 0-13 16,0 0-3-16,0 0 0 0,0 0-6 0,24-7-11 0,-10 5-9 0,5 0-6 15,8-7-11-15,8 4 0 0,-2 1-2 0,16-5-8 16,-14 3 1-16,4 0-7 0,0 1-2 16,0-3-5-16,-1 4-4 0,-2-4 1 0,-4 3-1 15,-2-1-4-15,-9 5-3 0,-5-3-11 0,1 3-14 0,-8-1-19 16,1 0-21-16,-6 2-23 0,-4 0-18 0,9-2-43 16,-9 2-26-1,0 0-29-15,0 0-39 0,0 0-135 0,-41 0-393 16,31 2 174-16</inkml:trace>
  <inkml:trace contextRef="#ctx0" brushRef="#br0" timeOffset="19369.37">12484 2660 55 0,'-1'-4'335'16,"1"-1"-16"-16,0 0-17 0,0 5-13 0,-2-7-28 16,1 4-29-16,1 3-26 0,0 0-22 0,-1-5-27 0,1 5-12 0,0 0-23 15,0 0-15-15,-1 17-14 0,1-5-6 0,0 5-8 16,0 10-6-16,0 0-11 0,-2 4-6 0,4 1-4 16,-1-1 0-16,0 3-6 0,2-2-1 0,-1 1-6 15,2-2-40-15,2-1-44 0,1-3-49 0,-1-1-63 16,-2-2-101-16,-1-7-217 0,-1-4-512 0,0-9 227 15</inkml:trace>
  <inkml:trace contextRef="#ctx0" brushRef="#br0" timeOffset="20017.59">12972 2944 93 0,'6'-3'191'0,"-2"-1"-5"0,1-4-4 0,3 1-7 16,0-1-9-16,-1-1 20 0,1-1-3 0,4-3-11 16,-6 2-3-16,4-1-7 0,0-3-7 0,-1-2-10 15,3-1-8-15,-3-4-12 0,5-5-15 0,-4 5 4 16,-1-5-12-16,0 3 1 0,-1 0-2 0,-3-1-19 0,-1 0-3 0,-2-1-2 16,-1 8-10-16,1-4-1 0,-1 5-4 15,-1 0 0-15,-1 0-9 0,-2 5 6 0,3-1 4 16,-2 4-9-16,-1-1 4 0,3 1 1 0,-1 4-11 15,-1 0-9-15,2 0 1 0,-1 0-15 0,0 2-8 16,1 3-18-16,-1-4-12 0,1 4-10 0,0 0 1 16,0 0 2-16,-13 10-2 15,6 2-1-15,-2 5 7 0,-1 5 1 0,1 6 3 16,2 1-3-16,0 1 3 0,0 4-8 0,3-1 12 16,0-1 2-16,3-3 3 0,2 0 9 0,3 2 3 15,3-2 6-15,2-2-6 0,6-3 5 0,-2-3 9 16,3-1-2-16,-3-5 5 0,2 0 1 0,0-6 4 15,2 0-4-15,-1-3 0 0,1 1 9 0,1-3-3 16,-5-3-2-16,1-2 3 0,-3 0 17 0,1-2 13 0,-3 1-13 16,0-4-7-16,-4 2-5 0,2-4-1 0,-3 2 1 15,0-2-16-15,-3-2-3 0,-2 1-12 0,-1-1-4 16,-2 2-2-16,-4 0-1 0,0-1-6 0,-3 5-2 16,-4-4-18-16,-2 4 10 0,-1 1-7 0,0 1 7 15,-1 0 3-15,5 2 4 0,1 0-21 0,-1 2-26 16,0-2-30-16,6 2-31 0,-3 1-35 0,1-1-26 0,2 3-46 0,4 0-37 15,3-1-58-15,1-4-177 0,0 0-536 0,0 0 239 16</inkml:trace>
  <inkml:trace contextRef="#ctx0" brushRef="#br0" timeOffset="20287.16">13488 2241 81 0,'0'0'214'0,"0"0"-20"0,16 18-4 16,-11 3-11-16,5 6-10 0,0 5-11 0,3 16 2 15,3 3-6-15,-1 5-6 0,-1 2-8 0,-3-1-4 16,-1 3-9-16,8 19-12 0,-15-23-3 0,-3 0-9 15,-7 1-5-15,1-9-9 0,-11 1-6 16,-3-2-5-16,-4-2-6 0,2-16-2 0,-16 9-5 16,-3-4-11-16,-4-2-36 15,-5-1-48-15,-3-7-62 0,-5-4-91 0,-28 1-268 16,29-8-488-16,-3-6 217 0</inkml:trace>
  <inkml:trace contextRef="#ctx0" brushRef="#br0" timeOffset="20866.66">10071 2403 144 0,'0'0'183'0,"-16"10"-20"0,7 3 11 0,-9 14-10 16,0 6-21-16,-5 16-13 15,3 4-11-15,-14 31 0 0,10-3 2 0,1 0-2 16,4 2-2-16,10-1-9 0,6-23-6 0,7 25-5 16,7-32-4-16,10 0 7 0,6-1-3 0,11-5 0 15,12-8-7-15,31 6-7 0,11-13-18 0,6-10-52 16,11-9-87-16,4-9-159 0,1-11-156 0,-1-5-422 15,-1-4 186-15</inkml:trace>
  <inkml:trace contextRef="#ctx0" brushRef="#br0" timeOffset="22038.45">13596 1885 109 0,'2'-4'226'16,"-2"0"-1"-16,0 4-13 0,0-6-11 0,4 2-13 15,-3 0-18-15,4 0-12 0,3 2-9 0,-2-4-10 16,3 2-21-16,3 0-10 0,3-1-11 0,-2 5-10 16,6-3-11-16,2 3-5 15,-2 2-8-15,4 1-8 0,-5 0-1 0,2 2-7 16,-1-1-3-16,-1 2-8 0,-5 0-4 0,1 4-7 16,-4-3-10-16,-2 2 0 0,-3 2-8 0,0-2 0 15,-2 4-5-15,-6 3-1 0,-2-4-2 0,-4 1 1 16,0 1 2-16,-4-2-3 0,3 0 6 15,-4-2-7-15,5-1 4 0,-4-1-5 0,3-2 4 16,2 2-2-16,-1-3 3 0,4 0-7 0,0-1-1 0,0-1 2 0,1 1 1 16,2 0 2-16,-1 0-1 0,3-4 2 0,5 9 1 15,2-4 5-15,3 1-5 0,0-1-4 0,9-1 4 16,-2 1-2-16,2 4 4 0,0-3-4 0,3 3 4 16,-3-1 0-16,-1 2-2 0,1 0-2 0,-5-1-1 15,2 1 2-15,-5 2 0 0,-3 0 3 0,-1-4-5 16,-1 0 6-16,-5 2-4 15,-5 0 6-15,-4 4 0 0,-6-6-4 0,-9 7-11 16,0-1-10-16,-5 0-13 0,0-3-19 16,-4 1-24-16,3-3-34 0,-1-2-21 0,0 0-69 15,-1-3-156-15,3-1-384 0,6 0 171 0</inkml:trace>
  <inkml:trace contextRef="#ctx0" brushRef="#br0" timeOffset="22978.65">14885 2630 185 0,'-4'-10'256'0,"2"0"-20"0,-4 3-18 15,-1-3-27-15,-3 4-17 0,-2-1-20 0,-4-2-14 16,-4 3-14-16,-1 2-16 0,-10 0-8 16,-1 2-13-16,-3 3-8 0,2 0-9 0,-3 2-5 15,4 1-7-15,-3 2-4 0,3 0-6 0,5 3-4 16,1-3-6-16,5 4-2 15,2-3-7-15,3 5-3 0,2-1-2 0,0 1-3 16,6-2-4-16,1 4 0 0,3-1 0 0,3-1-2 16,2-2-2-16,4 6 2 0,4-2-2 0,4 1 0 15,3-3-1-15,6 3 1 0,6-3-3 0,0-2-1 16,4-2-2-16,2-2-7 0,-2-3-3 0,2-3-1 16,-1-3-3-16,-2 3 2 0,-2-6 3 0,-3-2-1 15,-2-4-1-15,-6 2 11 0,-4-6 13 0,3-4 6 0,-5-2 12 16,0-2 6-16,-3-5 6 0,-5-3 0 0,0 0 10 15,-1-16-2-15,-4 11 8 0,1-15 6 0,-5-1 2 16,1 0 17-16,1 0 8 0,1 20 16 0,-3-14 10 0,1 17 21 16,-2 1 6-16,2 3-1 0,-1 9-2 15,3 2 13-15,0 6-12 0,-1-2-3 0,2 5-19 16,-2-1-14-16,2 2-18 16,0 1-11-16,1 4-17 0,-2-6-35 0,2 6-42 15,0 0-42-15,0 0 8 0,0 0 5 0,-3 17 2 16,3 0 3-16,0 11 1 0,2 7 8 0,-2 11-12 15,0 4 20-15,-2-1-3 0,1 2 5 0,-3-1 9 16,4 2-8-16,1-2 6 0,2-2 1 0,-3-11 3 16,6-3-5-16,0 0 7 0,1-3 8 0,0-2 5 15,1-3-2-15,0 1 1 0,-3-12-12 0,1-1 15 0,-2-2 1 0,0-1-2 16,0-2 1-16,-3-4-7 0,1-1 6 16,1 1 4-16,-2 0 4 0,-1-5 5 0,2 6 5 15,-2-6 5-15,1 5 5 0,0-2 1 0,-1-3-9 0,1 3 1 16,-1-3-3-16,0 0-4 0,2 4-2 0,-2-4-6 15,0 0 2-15,0 0-7 0,0 3 0 0,0-3-1 16,0 0 0-16,0 0-4 0,0 0-5 0,0 0 3 0,1 4 2 16,-1-4-7-16,0 0 4 0,0 0 0 0,0 0-1 15,0 0-1-15,0 0-1 0,0 0-1 0,0 0 2 16,0 0 1-16,26-3-11 0,-10 0-22 0,12 1-41 16,6-4-58-16,4 2-96 0,-1-6-110 0,15-4-505 15,-2-3-905-15,1-5 401 0</inkml:trace>
  <inkml:trace contextRef="#ctx0" brushRef="#br0" timeOffset="23996.91">14964 1678 218 0,'3'-4'223'0,"-2"0"-12"0,2 0-18 16,-2 0-12 0,3 0-15-16,2-2-13 0,-1 3-13 0,0-1-21 15,3 0-5-15,5-2-14 0,-3 1-7 0,3 5-6 0,1-3-9 16,-1 3-7-16,2 0 0 0,2 1-19 15,-5 1 4-15,1 0-9 0,-4 3 0 0,5 0-5 16,-5 2-8-16,0-2-6 0,1 4 2 0,-5 1-12 16,-1 0-2-16,0-1-2 0,-4 1-4 0,0 2 5 15,-4 1-8-15,3 3 0 0,-7-1 3 0,-1-4-2 0,4 1 0 0,-3-4-4 16,2 2 5-16,-3-3-5 0,4 1 1 0,-1-2 2 16,1-2-7-16,3 1 1 0,-3-1 2 15,2 1-2-15,2-3-1 0,-1 3 2 0,2-5-1 0,2 7-2 16,2-4 6-16,-1 2-5 0,6 2 2 0,2-2-1 15,-1 0 3-15,3 2-5 0,-3-1 4 0,3 0-4 16,4 5 4 0,-7-4-2-16,0 2 1 0,4 2-5 0,-4-1 3 15,-3-1 0-15,-2 1 4 0,0 0 4 0,-2 0-7 16,-2-1 7-16,-5 1 0 0,-3 0-3 0,-1-1 4 16,-6 0 2-16,-3 0 6 0,-1 0-8 0,-1-1-1 15,-3-1-1-15,-2 3 3 0,2-3-12 0,-3-2-12 16,3-1-20-16,2-1-29 0,2 3-27 0,-1-3-39 15,8-2-49-15,-1 0-208 0,0-1-418 0,7 1 185 0</inkml:trace>
  <inkml:trace contextRef="#ctx0" brushRef="#br0" timeOffset="24761.34">15437 2191 203 0,'0'-10'287'15,"0"5"-17"-15,1-1-3 0,0 0-23 0,1 1-11 16,-2 1-23-16,1 0-18 0,-1 0-21 0,4 0-24 15,-4 4-13-15,0-5-21 0,0 5-10 0,6 0-18 16,-6 0-19-16,0 0-17 0,18 9-13 0,-13-3-16 16,2 3-7-16,-2 0-14 0,3 1-9 0,0 1-16 15,3 5-4-15,-2-4-10 0,2 3-11 0,-2-1-8 0,6 1-2 0,-10-6-4 16,3 3 3-16,0-7 9 0,-3 5-4 0,1-5 14 16,-2-1 7-16,0 0 18 0,0-3 11 0,-4-1 10 15,10-1 0-15,-10 1 8 0,9-8 6 0,-8 4 12 16,6-6 4-16,-1 1 7 0,-2-3 10 0,1-1 9 15,0 2 1-15,1-4 7 0,1 1 7 0,-2-1 1 16,-1 6 0 0,0-3-1-16,1 2-2 0,-3 2 0 0,-1 2 1 15,1 0-6-15,0 0-10 0,0 1-11 0,-1 3-13 16,0-1-16-16,-1 3-26 0,0 0-2 0,0 0-3 16,0 0 2-16,5 8-2 0,-3 4 5 0,-1 3 0 15,-1 9 6-15,0 2-4 0,0 6 3 0,0 3 0 16,-1 9-5-16,-1 5 1 0,1 2 1 0,0-3 2 15,0 0-2-15,1-4 3 0,0-8 0 0,0-2 0 0,1 0 4 0,-1-3-4 16,-1 1-14-16,-1-3 1 0,0-2-3 0,-2-1 0 16,0-7-2-16,-1-2 1 0,-4-2 3 0,1 2 4 15,1-8 3-15,-3-1 7 0,-1 1 5 0,1-6-3 16,-4 2 8-16,-3 0 5 0,-2-2 5 0,1-4 10 16,2-2 13-16,-5-2-1 0,1 1 9 0,3-5 6 15,-2 1 16 1,1-2 16-16,3-2 7 0,2-1 9 0,0-1-2 15,4-2-7-15,4-2-15 0,5-1-16 0,5-10-9 16,4-2-15-16,16-13-21 0,3 1-4 0,5-1-15 16,5 0-6-16,3 4 4 0,1 1 2 0,3 4-4 15,-3 6 0-15,3 0-2 0,-13 11 3 0,2 0 8 16,-2 4 5-16,-2-2 6 0,-5 3 5 0,-8 4 10 16,-6 4 6-16,-1-2-4 0,-2 4-6 0,-3 2-2 0,1-1-5 0,0-1-4 15,-6 3-29-15,0 0-37 0,0 0 7 0,0 0-14 16,0 6-28-16,-10 3-48 0,1-1-43 0,-8 7-44 15,3-1-70-15,-9 0-226 0,10-2-561 0,-2 0 248 16</inkml:trace>
  <inkml:trace contextRef="#ctx0" brushRef="#br0" timeOffset="25485.22">14674 3313 5 0,'-8'-1'141'0,"3"-2"-20"0,-1 0-9 0,1 3-15 15,-3-1-1-15,1-2-7 0,0 2 1 0,-1-1-7 16,-3 2-6-16,3-1-3 0,-1 0 2 15,1 1-5-15,-3 0-3 0,3 0 2 0,-3 1-10 16,1 0 3-16,2-1-1 0,-1 0-5 0,-4 2 2 16,7 1 1-16,-2-3 5 0,-1 1-8 0,3 0 11 0,-3-1 0 15,1 3 0-15,2-3 1 0,0 1-2 0,6-1 2 0,-7 0-4 16,1 2-7-16,6-2-4 0,-7 1 0 0,7-1-10 16,0 0 5-16,-8 1 13 0,8-1 5 0,0 0 1 15,0 0-3-15,0 0-6 0,0 0-3 0,28-8-5 16,5 3-6-16,18-4-5 0,8 1 28 0,34-9-5 15,4 4-6-15,5-2 8 0,7 1 1 0,-2-3 11 16,5 2-6-16,1 3 2 16,2-3-6-16,-4 1-7 0,-11 1-5 0,-34 6-9 15,-2 0-12-15,3 0-7 0,-8-1 19 0,-20 3 2 16,-4 0-7-16,-6 1-3 0,-12 1-2 0,-3 1 1 16,-4-1-12-16,-1 2 1 0,0 1-10 15,-4-3-18-15,0 3-35 0,-2-4-46 0,-3 4-57 0,0 0-59 16,0 0-72-16,-26 4-298 0,13-4-615 0,-1 0 273 15</inkml:trace>
  <inkml:trace contextRef="#ctx0" brushRef="#br0" timeOffset="26387.68">15238 3995 76 0,'-3'-8'232'0,"0"1"-17"0,0-2-20 16,-5 0-13-16,-1 3-21 0,-1-1-15 0,-3 2-12 16,-2 0-15-16,-3 1-9 0,-1 4-14 15,0-2-3-15,-8 3-14 0,-3 0-9 0,4 6-2 16,-4-3-9-16,1 5-7 0,-2-1-6 0,3 4-6 0,-1 4-3 16,2-2-3-16,1 6-5 0,3-3-4 0,4 0-5 15,2 3-1 1,6-4 0-16,1 1-1 0,2 1-2 0,4-2 0 15,3 4-2-15,2-3 3 0,3 1 1 0,5-2-1 16,5 0-2-16,0-4 4 0,9 3-2 0,0-2 0 16,4-2-4-16,1-2 7 0,0-3-3 0,-8-4-6 15,5 0 2-15,3-4-2 0,-8 0-1 0,2-4 1 16,0-1 6-16,-4-2 8 0,6-6 4 0,-9 1 10 16,3-6 4-16,-3-3 6 0,-3 0 7 0,-2-8 2 0,3 3 9 0,-5-4-1 15,-2-14-7-15,-1 13-6 0,0-16 3 0,-1 2 1 16,-1-3 3-16,-1 1 1 0,-3 0 6 0,1 14-2 15,-1 2 12-15,-2 3 2 0,-1 3-5 16,-1 2 20-16,3 9-7 0,-1 3 4 0,2 4-6 0,-2 0-11 16,2 1-10-16,1 4-18 0,0-1-50 0,-1 1-48 15,1 4-4 1,0 0 3-16,-8 13 7 0,7 4 5 0,-6 9 5 16,1 6 2-16,-2 12 5 0,7 7 8 0,-3-1 6 15,0-2-5-15,7 4 5 0,-2-1 5 0,3-5 1 16,0-10-9-16,1 10-11 0,1-13-12 0,1-1-10 0,-1-3-16 15,3-3-22-15,-4-7-25 0,0-2-38 16,2 0-33-16,-2-4-53 0,-1-3-249 0,0-2-527 16,2-4 233-16</inkml:trace>
  <inkml:trace contextRef="#ctx0" brushRef="#br0" timeOffset="26882.5">15445 3870 151 0,'6'-2'209'15,"4"0"-12"-15,3 2-20 0,-1 0-13 0,1 0-13 16,4 1-17-16,-4 3-8 0,4 3-21 0,-1 0-11 16,1 4-6-16,-5 2-6 0,0 3-13 0,0 0-4 0,-2 3-5 15,-4 3-3 1,-2 6-4-16,-4-3-3 0,0 3-2 0,-4-2-2 15,-1 2 2-15,-5-4-4 0,-2 1 4 0,-1-2-3 16,-2 2-3-16,1-4 1 0,0-3-1 0,1-5 0 16,-2 0 5-16,5-1 1 0,1-4-2 0,-1 0 8 15,5-2 6-15,-1-1 6 0,1 1 20 0,3-5 8 16,-2 4 35-16,0-5 34 0,4 0 30 0,0 0 10 16,0 0-20-16,0 0-21 0,0 0-19 0,9-19-14 0,1 7-9 0,1-3-18 15,5-8-4-15,2 0-19 0,1-3-6 0,4-3-18 16,5-11-10-16,-5 11-2 0,-1 3-15 15,-3-3-1-15,0 3-3 0,-3 3-1 0,-7 8-1 0,2 1 6 16,-5 6-7-16,0 2-5 0,-2 1-10 0,-1 0-9 16,2 1-18-16,-2 0-22 0,-2 3-30 0,-1 1 10 15,0 0-7 1,-1 11 20-16,-2 0 2 0,-4 3 3 0,2 5 6 16,-2 6 4-16,2-1 5 0,1 5 7 0,3-3-4 15,1 4 9-15,4-4-9 0,1-2 1 0,5 1-22 16,5-2-12-16,3-2-34 0,8-4-39 0,1-2-57 15,2-4-88-15,1-6-331 0,3-3-660 0,0-5 292 16</inkml:trace>
  <inkml:trace contextRef="#ctx0" brushRef="#br0" timeOffset="27668.8">15943 3593 106 0,'1'-1'209'0,"-1"1"-8"15,7-4-24-15,-4 3-12 0,3-2-16 0,-1 2-13 0,5 0-15 16,0-1-10-16,2 2-14 0,1 0-2 0,4 0-13 16,-4 3-1-16,4-2-7 0,-2 4-10 0,-1-1-5 0,0 4-5 15,-1-3-6-15,-2 1-4 0,0 0-5 0,-2 2-7 16,-3-1-6-16,0 1 5 0,-3-1-8 0,0-2-3 16,-3 5 0-16,-2 0 0 0,-2-2-1 0,-1 4-2 0,0-4 1 15,-1 4-6-15,-4-2 0 0,3-3 1 0,-1 1-4 16,3-4 1-16,-2 0 0 0,3-1 1 15,0-2-2-15,2 1-3 16,-1 2 2-16,-1-1-2 0,4-3-5 0,-1 5 2 16,1-5-2-16,0 4 3 0,1 1-2 15,-1-1-3-15,5 1 1 0,2-2 0 0,1 3 1 16,0-2-1-16,2 1 3 0,3 4 3 0,-3-2 0 0,1-1 3 16,0 1-3-16,-3 1 1 0,-2 1 1 0,1 0-2 15,1 2 0-15,-4-2 3 0,0-1 0 0,-3 1 3 16,2-1 4-16,-7 1-1 0,-1 0 2 0,-4-1-3 0,-5 1 0 15,-4-1-1-15,2-1 2 0,-11 0-1 0,-1-2-1 16,6-3 0-16,-9 1-7 0,12 0-6 0,-12-3-13 16,10-3-21-16,-1 2-33 0,0-3-43 0,6-2-53 15,-2 0-222-15,4-2-415 0,6 0 184 0</inkml:trace>
  <inkml:trace contextRef="#ctx0" brushRef="#br0" timeOffset="28296.38">16823 3070 11 0,'0'0'183'0,"0"0"-8"0,0 0-4 0,0 0-5 16,0 0 3-16,0 0-8 0,0 0 0 0,-3 1-2 16,3-1-10-1,0 0-7-15,0 0-6 0,0 0-11 0,0 0-10 16,0 0-6-16,0 0-12 0,0 0-9 0,0 0-11 15,0 0-9-15,0 0 4 0,14 5-19 0,-7-5 2 16,4 1-8-16,10-2-4 0,1 1-7 0,7 0-3 16,6 3-20-16,2-3-27 0,-1-2-30 0,2 4-38 15,0-2-58-15,-3 1-52 0,-2 3-199 0,-4-7-423 16,-2-1 188-16</inkml:trace>
  <inkml:trace contextRef="#ctx0" brushRef="#br0" timeOffset="28439.06">16924 3280 123 0,'0'0'227'0,"12"2"-25"15,5-2-17-15,11 0-16 0,6 0-21 0,4-1-28 16,17-3-41-16,-1 0-64 0,5-1-86 0,-7 0-129 16,3 0-216-16,-18-3 96 0</inkml:trace>
  <inkml:trace contextRef="#ctx0" brushRef="#br0" timeOffset="29795.4">18666 2769 174 0,'-4'-7'202'0,"0"0"-10"0,3 0-13 0,-4 0-17 16,1 4-10-16,-1-5-15 0,4 3-12 0,-3 0 7 0,0 3-9 16,-4-2-15-16,2 1-10 0,-2 3-12 0,-2-1-8 0,-3 4-9 15,-5 2-7-15,-1 0-4 0,-6 7-10 0,3 1-8 16,-2 1 0-16,2 4-5 0,-1-2-5 0,1 5-5 31,3 1 0-31,0-2-2 0,1 2-2 0,3 2-2 16,2-2-1-16,5-1 1 0,-2 4 10 0,2-1 7 15,2-6 7-15,6-1 1 0,0 1 0 0,4-1-1 0,0 0 1 16,-2-7 5-16,3 4-1 0,1-5 4 0,0 1 9 0,2-2-4 16,-1-1 4-16,2-2 7 0,-1-3 11 0,-1 0 7 15,5-1 8-15,-1-2 1 0,1-2 6 16,-3-1-2-16,6-2 6 0,-2-2-3 0,0 0 10 16,0-4-11-16,-1-2-3 0,-3 2-7 0,3-3-4 15,-1-4-6-15,1 3-11 0,-4 1-6 0,2-2-6 16,-3 2-4-16,1-1-4 0,-3 0 7 0,0 2 3 0,0 3-2 0,-2 5 4 15,1 1 3-15,-2-2-7 0,0 2-8 0,0 1-6 16,-1 0-9-16,-1 4-10 0,2-7-5 0,-2 7-11 16,0 0-24-16,0 0-32 0,0 0 5 0,0 0 6 15,0 0 2-15,-3 25 3 0,1-10-3 0,-2 3 13 16,-3 7-3-16,1-2 6 0,0 2 4 0,0 1-6 16,3-6 6-1,-1-1 4-15,0 1-4 0,1-3 9 0,0 0 2 0,3-5-4 16,0-2-3-16,-3-4-1 0,4 1 16 0,-2-1-1 15,0-1-1-15,2 0 33 0,-1-5 7 0,0 0 16 16,9 4 5-16,-9-4-10 0,27-5-4 16,-3-3-5-16,9-1-15 0,3-4-35 0,-1-2-63 15,0-1-60-15,10-9-97 0,-13 6-121 0,10-11-411 16,2 0-820-16,-4 0 363 0</inkml:trace>
  <inkml:trace contextRef="#ctx0" brushRef="#br0" timeOffset="36990.11">18831 2353 118 0,'0'0'141'0,"0"0"0"0,0 0 4 0,0 0-9 16,-3-2-9-16,3 2-2 0,0 0-8 0,0 0-5 15,0 0-2-15,0 0-9 0,0 0-5 0,-1-3-6 16,1 3-5-16,0 0-7 0,0 0-1 0,0 0-10 15,0 0-2-15,0 0-1 0,0 0-8 0,0 0 1 0,0 0-6 16,0 0-3-16,0 0 2 0,0 0-6 0,0 0 0 16,0 0-1-16,0 0 1 0,0 0 1 0,0 0-4 15,0 0-6-15,0 0-3 0,0 0-2 0,0 0-2 16,15-2-4-16,-7 4 3 0,2-2-10 0,4 0 3 16,-2 0-6-16,0 3-2 0,5-2 1 0,1 2-2 15,-4-2-3-15,4 3 3 16,-1-1-4-16,-5-1-1 0,1 2 2 0,-1 0-5 15,-1 0 0-15,-2 0 0 0,1 1-1 0,-5-2-2 16,2 2-2-16,-2 2-1 0,-4-2-6 0,2 0-3 16,-6 5 2-16,2-5-3 0,-4 6 9 0,-3-6-7 15,-2 6 3-15,1-6 2 0,0 4 2 0,-2-2-4 16,2-1 5-16,2-2 0 0,-4 3 1 0,4-4-2 16,2 1 2-16,1-1-3 0,-1 1 0 0,3-1 2 0,-1-1-2 15,3-2 1-15,-6 3 1 0,6-3-3 0,0 5 5 16,0-5-1-16,7 5 3 0,0-2-2 0,-1-2-1 15,5 3 4-15,1-1-2 0,-3 2 3 0,0-3-5 16,3 3-1-16,-3 0 0 0,3 0 6 0,-3 0-7 16,-1 2-2-16,-3-5 5 0,-1 2-1 0,2 2 1 15,-6-1 1-15,0-2 5 16,0 0 1-16,-6 4-2 0,-3 0 4 0,-4-3-3 16,-6 4 0-16,-8 0 1 0,0-2 7 0,1 1-19 15,-2-1-4-15,-2-2-15 0,3 1-14 0,-4-4-21 16,3 3-19-16,9-3-33 0,0-1-36 0,5 0-46 15,-2 0-150-15,5 0-370 0,1-3 163 0</inkml:trace>
  <inkml:trace contextRef="#ctx0" brushRef="#br0" timeOffset="38215.18">19745 2610 109 0,'1'-3'225'0,"-1"3"-11"0,5-6-1 0,-5 3-6 15,1-3-2-15,2 2-3 0,-3 3-6 0,0 1-4 16,2-6-10-16,-2 6-14 0,2-5-16 0,-2 5-17 15,0 0-13-15,1-5-35 0,-1 5 1 0,0 0-20 16,0 0-9-16,0 0-8 0,-3 14-12 0,1-4 6 16,-1 5-12-16,-1 11-3 0,-2-2 0 0,2 5-5 0,-1 0-11 15,0 0 8-15,2 1-4 0,-1 3-2 0,2-1 4 16,-3-1-2-16,2-1-2 0,2-3-2 0,-1 2-3 16,2-4 1-16,-2-6 0 0,2 1 1 0,0-3-6 15,-1 0 10-15,-3-5-9 0,5-2 1 0,-1 0 1 16,0 0-4-16,-1-4 1 0,1-1-2 0,0-5 2 15,0 8 2-15,0-4 0 16,0-4 3-16,0 8 0 0,0-8 5 0,0 0 6 16,0 4-6-16,0-4 3 0,0 0 0 0,0 0 0 15,0 0-5-15,0 0 3 0,0 0-6 0,0 0-33 16,0 0-38-16,0 0-39 0,0 0-30 0,0 0-31 16,-9-17-42-16,9 10-45 0,0 0-193 0,0-3-475 15,1-3 210-15</inkml:trace>
  <inkml:trace contextRef="#ctx0" brushRef="#br0" timeOffset="38615.86">19679 2585 225 0,'0'0'231'0,"-3"-4"-23"16,3 4-19-16,0 0-22 0,0 0-16 0,0 0-16 16,0 0-12-16,16 2-13 0,-6 0-16 0,12 3-5 15,-1 0-11-15,8 5-9 16,3 2-7-16,2 1-6 0,-2 1-7 0,0 2-2 16,0 4-6-16,-4-2-3 0,-1 4-4 0,-5-1-5 15,-3 4-2-15,-2 0-4 0,-7-1-4 0,-2 3 1 16,-6-3-1-16,-4 2-1 0,-6 3 2 0,-6-2 4 15,-3-2 2-15,-6 0-3 0,-1-2 3 0,-4 0-2 16,1-3 2-16,-4 0-1 0,3-4 6 0,3-2-1 16,-4 2 1-16,4-4 1 0,7-5 2 0,0 0-6 0,4-1 0 15,4 0 0-15,1-4-1 0,0 1 8 0,0 0 7 16,5-2 7-16,4-1 7 0,-9 4 3 0,9-4-8 16,0 0-4-16,0 0-16 0,0 0-20 0,0 0-23 15,0 0-12-15,20-15-40 0,-8 8-37 0,2 0-49 0,4-1-55 16,-4-1-236-16,-2 1-476 0,1-2 212 15</inkml:trace>
  <inkml:trace contextRef="#ctx0" brushRef="#br0" timeOffset="38979.08">20550 2433 168 0,'0'0'158'0,"0"0"-4"0,-18 9-23 15,4 4-15-15,-2 1-4 0,-3 9-8 0,-5 4-10 16,1 2-1-16,-4 11 1 0,-1-1 1 0,4 3 0 16,4-12-3-16,0 13-2 0,3-10-6 0,7-2 9 15,3 2 5 1,-1 2-9-16,8-2-5 0,2-1-4 0,5-1-4 16,11-4-7-16,-2-3-1 0,11 2-5 0,1-7-17 15,7-1-27-15,17-2-40 0,0-2-62 0,3-6-83 16,-15-5-201-16,11-1-395 0,-14-2 175 0</inkml:trace>
  <inkml:trace contextRef="#ctx0" brushRef="#br0" timeOffset="39380.04">20860 2686 228 0,'0'-4'296'0,"0"-1"-10"0,0 5-12 0,-1-7-13 16,1 4-26-16,0 3-22 0,-1-4-25 0,1 4-21 0,0 0-16 15,-2-3-24-15,2 3-14 0,0 0-16 0,0 0-4 0,0 0-21 16,2 17-10-16,-2-8-5 0,0 3 1 0,0 6-15 16,-2 1 0-16,2 1-5 0,-1 5-1 0,0-7-1 15,-2 9-4-15,2-3-5 0,0-5-4 16,-1 0 4-16,2-3-2 0,-1 1-3 0,1 0 0 16,0-5-2-16,-1-1 0 15,-2-3-15-15,6 1-21 0,-6-1-14 0,3-1-11 16,0-3-7-16,-1 1-13 0,-3 0-5 0,4-5-24 15,0 0-34-15,-6 6-53 0,6-6-57 0,0 0-185 16,0 0-453-16,-21-15 201 0</inkml:trace>
  <inkml:trace contextRef="#ctx0" brushRef="#br0" timeOffset="39680.44">20801 2646 45 0,'-1'-4'273'0,"1"4"-23"0,-2-4-17 0,2 4-21 16,0 0-24-16,0 0-22 0,0 0-15 0,0 0-19 16,0 0-13-16,16 5-12 0,-6 0-9 0,3 5-13 0,8 0-7 15,3 4-8-15,1 3-6 0,1 2-4 0,-4 1-8 16,1-1-7-16,-2 0-1 0,-4 1-6 0,-2-3-2 16,-6 0-2-16,4-1-8 0,-5-2 5 0,-6-3-7 15,2 2-4-15,-5 0 0 0,-2 2 3 0,-2-3-3 16,0-2 2-16,-9 0-4 0,0 4 0 15,1-9-3-15,-5 4 2 16,0-1-5-16,4-1 2 0,-2-5-2 0,-1 3-1 16,6-3-2-16,-1 0 0 0,3-1-6 0,3-1-24 15,6 0-52-15,0 0-73 0,-8-5-74 0,8 5-188 16,8-13-441-16,6 5 195 0</inkml:trace>
  <inkml:trace contextRef="#ctx0" brushRef="#br0" timeOffset="40235.35">21430 2871 55 0,'0'0'246'0,"0"0"-19"0,-8 2-22 0,8-2-23 16,0 0-17-16,0 0-18 0,-8 3-15 0,8-3-16 16,0 0-9-16,0 0-10 0,0 0-11 0,0 0-9 15,0 0-9-15,0 0-6 0,0 0-7 0,0 0-5 16,0 0-7-16,0 0-2 0,0 0-3 0,0 0-5 0,0 0-2 0,0 0 7 16,0 0-1-16,0 0-4 0,0 0 1 0,0 0 0 15,0 0-4-15,0 0-4 0,0 0 0 0,0 0-5 16,0 0-2-16,0 0-1 0,0 0-4 15,-7 2 0-15,7-2 0 0,0 0 0 0,0 0-6 16,0 0 4-16,0 0-5 0,0 0 0 0,0 0 0 16,0 0 3-16,0 0-5 0,0 0 2 0,0 0-1 0,0 0 4 0,0 0 0 15,0 0 2-15,0 0-2 0,0 0 3 0,0 0-3 16,0 0 1-16,0 0 1 0,0 0-2 0,0 0 3 16,0 0-6-16,0 0 4 0,0 0 0 0,0 0-2 15,0 0 1-15,0 0 1 0,0 0 4 0,0 0-1 16,0 0-4-16,0 0 2 0,0 0-2 0,42-5 1 15,-24 3-1 1,4 1-4-16,6 1-5 0,4-1 7 0,-2-3-1 0,1 3-6 16,1-1 1-16,0 0 1 0,-1-2 0 0,-2 2-1 15,-7-1-1-15,-3 3 1 0,-4-3 1 0,-2 2 0 16,-4-2 2-16,1 3 0 0,-3 0-3 0,-7 0 3 16,14 0-4-16,-14 0-10 0,6-2-17 15,-6 2-19-15,0 0-22 0,0 0-26 0,0 0-29 16,0 0-39-16,0 0-49 0,0 0-171 0,-32 0-412 0,32 0 182 0</inkml:trace>
  <inkml:trace contextRef="#ctx0" brushRef="#br0" timeOffset="40614.25">21954 2677 213 0,'-1'-5'372'0,"1"0"-23"0,0 5-19 15,0-7-23-15,0 5-26 0,0 2-27 0,0 0-26 16,-3-7-21-16,3 7-28 0,0 0-21 0,0 0-24 0,0 0-27 0,0 0-13 16,0 0-16-16,0 0-10 0,5 14-6 0,-5-4-6 15,-1 2 0-15,4 5-16 0,-2 0 0 0,0 3-4 16,0 1-7-16,4 5 2 0,-3-6-6 0,-1-1 0 15,1 6 2-15,0-7-9 0,-1 0 7 0,0-1-9 16,1-3 2-16,-1-3-5 0,-1 2 4 0,2-3 0 16,-2 0-1-1,0-6-4-15,0 2-1 0,0-2 2 0,0-4 1 0,2 8-2 16,-2-8 3-16,0 7-5 0,0-7 5 0,0 0 0 16,0 0 0-16,0 0-18 0,0 7-12 15,0-7-25-15,0 0-55 0,0 0-71 0,0 0-65 16,0 0-72-16,-21-19-232 0,16 12-578 0,0-3 256 15</inkml:trace>
  <inkml:trace contextRef="#ctx0" brushRef="#br0" timeOffset="40852.58">21957 2426 61 0,'1'-5'257'0,"-1"5"-27"0,7-1-28 15,-7 1-12-15,20 1-13 0,-1 6-9 0,6 3-4 16,3 7-9-16,4 2-11 0,8 8-3 0,0 4-9 16,0 7-6-16,-6-3-12 0,-8 4-10 0,-9-8-10 15,1 14-8-15,-13-10-7 0,-5 13-3 0,-5-4-8 16,-6-8 1-16,-9 6-9 0,-7 3-7 0,-8-5-5 16,-7-2 0-16,2-5-14 15,-4-1-14-15,-1-6-20 0,-4-5-24 0,3 1-41 16,-4-4-51-16,11-8-76 0,-15 1-259 0,4-4-488 15,13-7 216-15</inkml:trace>
  <inkml:trace contextRef="#ctx0" brushRef="#br0" timeOffset="41487.8">22814 2353 191 0,'0'0'196'0,"0"0"-13"0,-10 7-30 16,5 2-12-16,-7 7-9 0,-6 3-11 0,4 8-5 0,-5 0-4 15,-5 16-7-15,1 0-1 0,2 3-4 0,2-2-3 16,-1 4-8-16,4 0 1 0,1-2-2 0,10 5-6 0,2-4-5 16,7 0 8-16,4-14-6 0,7 12-4 0,3-17-6 0,9 0-4 15,16 4-22-15,2-11-40 0,9-4-61 0,-3-7-95 16,-14-6-245-16,15-1-431 0,-16-6 191 0</inkml:trace>
  <inkml:trace contextRef="#ctx0" brushRef="#br0" timeOffset="41839.43">23179 2605 177 0,'0'-2'312'0,"0"2"-27"0,0-5-26 16,0-1-33-16,0 6-25 15,0 0-24-15,0 0-23 0,0 0-17 0,0 0-13 16,-5 18-13-16,0-2-8 0,5 1-12 0,-4 3-10 16,0 6-8-16,3 0-4 0,1 0-6 0,-2 0-9 15,0 1-4-15,0-1-3 0,-1-2-2 0,3-4-11 16,0-1 3-16,0-2-3 0,0 0-3 0,0 3-28 16,0-13-17-16,-2 4-26 0,2-3-20 15,0-1-24-15,0-2-16 0,0-5-15 0,-5 9-50 0,5-9-53 0,0 0-146 16,0 0-394-16,0 0 175 0</inkml:trace>
  <inkml:trace contextRef="#ctx0" brushRef="#br0" timeOffset="42140.21">23122 2544 236 0,'0'0'214'0,"0"0"-23"15,0 0-17-15,0 0-20 0,15 15-11 0,-1-4-16 16,2 0-7-16,9 7-12 0,2 0-6 0,2 4-10 0,1 2-8 16,-2 0-10-1,10 7-7-15,-14-8-2 0,-1 3-8 0,-5 0-2 16,-1-1-16-16,-7-1-10 0,-6-6 3 0,0 2-8 16,-8-1-3-16,-6 6 3 0,-7-5-5 0,-1-1-4 15,-7-5-1-15,-1 1-1 0,-2-3 1 0,3 0-1 16,-4-2-4-16,10-4 5 0,-9 2-5 0,10-4 1 15,0 2-13-15,3-3-17 0,2-1-21 0,1 0-45 16,12-2-67-16,-15-2-191 0,15 2-372 0,-5-6 165 0</inkml:trace>
  <inkml:trace contextRef="#ctx0" brushRef="#br0" timeOffset="42625.94">23776 2876 135 0,'0'0'171'0,"0"0"-15"0,-8-2-13 0,8 2-18 15,0 0-7-15,0 0-1 0,-3 3-9 0,3-3-11 16,0 0-9-16,0 0-6 0,0 0-9 0,0 0-13 16,0 0-4-16,0 0-1 0,0 0-5 0,0 0-5 15,0 0-4-15,-2 5 10 0,2-5-4 0,0 0-1 16,0 0-1-16,0 0-1 0,0 0-4 0,0 0-3 0,0 0-1 16,0 0-4-16,0 0-5 0,0 0-2 0,0 0-2 15,0 0-1-15,0 0 0 0,0 0 2 0,0 0-4 16,0 0 1-16,0 0 1 0,0 0-1 0,0 0-4 0,0 0 3 15,0 0-3-15,0 0-3 0,0 0-7 0,0 0 6 16,0 0-2-16,0 0 0 0,0 0 1 16,0 0 4-16,0 0 5 15,0 0-4-15,0 0 5 0,0 0 3 0,0 0 4 16,0 0-4-16,0 0 5 0,0 0-3 0,0 0 5 16,0 0 4-16,0 0-1 0,23-2-4 0,-9 0-6 15,5 1 6-15,12 1-11 0,1-4-4 0,4 1-13 16,4-1-21-16,0 2-29 0,10-6-51 0,-10 5-60 15,-1-3-67-15,-5 1-166 0,-4-2-423 0,-2 2 188 16</inkml:trace>
  <inkml:trace contextRef="#ctx0" brushRef="#br0" timeOffset="43404.35">24341 2510 155 0,'8'-1'160'0,"2"0"-11"16,4-1-12-16,5 1-11 0,-2 1-13 0,4 1-8 16,6 3-2-16,-8 0-15 0,3 1-12 0,2 6-4 15,-4-4-12-15,-3 2-3 0,0 2-5 0,-5 3-5 0,-3 2-4 0,-1-2-7 16,-3 4 8-16,-5 1-14 0,-1 1 11 0,-6 3-19 16,-1 1 4-16,-5-1-3 0,-6 2-3 0,-3-2-3 15,-2 5-1-15,-3-5-3 0,-2-1 3 0,2-1-3 16,-3-1 2-16,2-1 0 0,0-1 11 0,0-2-2 15,0-3 6-15,14-4 1 0,-4-2 5 0,5-2 4 16,1 0 6-16,3 0 6 0,2-3 19 0,1 1 34 0,-2-1 20 16,8-2 17-16,0 0-16 0,0 0-10 0,0 0-15 15,0 0-8-15,19-19-21 0,-6 8 2 0,5 0-8 16,-2 1-9-16,1-1-7 0,2 0-7 0,1 2-17 16,-4 0 12-16,0 3-5 0,-2 0-3 0,-2 3-17 15,2 2 11-15,-1-3-5 0,0 2-12 0,0 4 11 16,0 2-10-16,3 0 1 15,-6 2-2-15,8 2-2 0,-5 4-1 0,-3 0 1 16,-1 0 2-16,4 0-3 0,-3 0 5 0,2 3 2 16,-2-3-2-16,-3-2-3 0,1 0 2 0,1-1-2 15,-5-3 5-15,4 0 0 0,-5-1-2 0,3-2 0 16,-6-3 2-16,10 4 3 0,-4-4 4 0,3 0-3 0,-9 0-11 0,16-7 11 16,-6 3-3-16,1-2 2 0,-2-1-1 0,1 0-7 15,3-1 3-15,-4-1-6 0,1 1-2 16,3-4-5-16,1 2-4 0,-6 3-3 0,1 0-11 15,-1-2-12-15,2 2-18 0,-4-1-14 0,-1 4-26 16,0-2-32-16,1 1-32 16,0-1-53-16,0 0-67 0,-2-1-199 0,1 0-512 0,-1 2 227 0</inkml:trace>
  <inkml:trace contextRef="#ctx0" brushRef="#br0" timeOffset="43791.02">24728 2191 11 0,'5'19'160'0,"3"-5"2"15,7 11 1-15,2 2-3 0,6 17-3 0,5-1-5 16,13 31 0-16,-16-24-5 0,11 24-5 0,-10-21-9 16,-3 2-11-16,-1 0-15 0,-5 5-6 0,-4-5-12 15,-5 1-1-15,-6-1-9 0,-7-4-5 0,-6-3-7 16,-7-3-2-16,-8-4-5 15,-6-3-5-15,-10-4-3 0,-3-2-3 0,-7-4-3 16,-5-3-1-16,-5-4-14 0,-23 4-20 0,21-8-52 16,-26 0-70-16,29-9-103 0,-30 0-172 0,36-5-418 15,-2-6 185-15</inkml:trace>
  <inkml:trace contextRef="#ctx0" brushRef="#br0" timeOffset="46595.98">25373 2651 47 0,'3'-7'312'15,"-2"1"-16"-15,2-1-14 0,-3 3-9 0,0 1-10 0,0-2-27 0,0 5-14 16,1-6-30-16,-1 2-18 0,0 4-16 0,1-2-20 16,-1 2-19-16,0 0-19 0,0 0-22 0,0 0-7 15,0 0-11-15,0 0-18 0,4 10 6 0,-1 0 1 16,-2 1-7-16,4-1-2 0,0 5-5 0,2 2-2 15,-5-3-3-15,6 1-2 0,-3 0-1 0,5-1-3 16,-5-2-14-16,0-3-1 16,2 2-3-16,0-4 0 0,0 2 1 0,-3-6 2 15,5 2-3-15,-3-3 3 0,3-2 2 16,1 0 4-16,-1-4 9 0,4-1-1 0,-3-1 5 16,5-4 10-16,0-1 0 0,-2 1 3 0,0-2 2 15,-1-3 2-15,-1 1-3 0,2 1-3 0,0-2-8 0,-3 2 3 16,0-1 1-16,-1 4 11 0,-2 3 5 0,-4 1-14 15,1 1-4-15,0 1-2 0,-1 1-2 0,1 0-15 0,1-3-11 16,-5 6-28-16,3-2-25 0,-3 2 0 0,0 0 8 16,3 12-2-16,-3-2 4 0,0 6 4 0,-1 2 5 15,-2 7-9-15,1 6 18 0,-1 1-3 0,-1 4-1 16,0 11 17-16,2 2-2 0,1 4 6 0,-3-2-4 16,-1-1 5-16,2 3 2 0,-1-2-1 0,1-2 0 15,0-2 5-15,-1-1-13 16,2-10 16-16,-5 10 0 0,6 1 1 0,-4-17-4 15,-1 0 3-15,-5-1-1 0,2 0 5 0,0 0 0 16,-2-5-1-16,-1 1-5 0,1-9 1 16,-1-3-2-16,-2 1 2 0,-2 0 5 0,1-1-10 15,-2-5 16-15,0 0 4 0,0-4 10 0,-2-2 3 16,1-2 17-16,-1-2 9 0,0-2 2 0,2-9 3 16,1 1 0-16,-5-5 5 0,5-6 17 0,5-2-7 0,6-5-4 0,5-3-14 15,11-15-5-15,4 0-9 0,8-5-9 0,23-17-6 16,4 1-12-16,2 0-25 0,4 7 10 0,-16 16 4 15,28-11-3-15,-20 19-7 0,20-17 11 0,-21 25-11 16,4-2-2-16,-6 6-3 0,-13 10 2 0,-3-1 9 16,-2 3 2-16,-10 4 3 0,-4 4-5 0,-2 0 3 15,1 3-2-15,-7-2-6 0,0 1 7 0,-1 3-20 0,0-3-45 0,0 3-37 16,-4 1-22-16,0 0-15 0,0 0-36 0,-20 12-53 16,4-6-90-16,-10 4-298 0,3-1-660 15,3-2 291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5:43:57.880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2945 5571 73 0,'0'0'197'0,"2"-2"-3"0,-2 2-15 16,0 0-8-16,0-6-5 0,0 6-5 0,0 0-8 16,3-4-8-16,-3 4-9 0,0 0-11 0,1-2-7 15,-1 2-5-15,0 0-2 0,0 0-8 16,0 0-5-16,3-3-6 0,-3 3-6 0,0 0-7 0,0 0-11 0,0 0 0 15,0 0-10-15,0 0-7 0,0 0-6 0,0 0-6 16,0 0-11-16,0 0-11 0,0 0-8 0,0 0-2 0,0 0-8 16,0 0-2-16,-17 5 0 0,3-1 1 0,-1 4 0 15,-3 1 0-15,-10 4-1 0,5 1 0 0,-5 0 3 16,2 0-3-16,-1 2 0 0,1-3 1 16,1 1-1-16,-3 0 3 0,3 1-4 0,3-2 1 0,4-1 2 0,1-2-4 0,2 1 3 15,2-1-4-15,3-2 1 0,1 0 7 16,1 1-11-16,3-1 0 0,0-2-3 0,1 3 2 15,4-2 2-15,3 2 1 0,0 0 12 0,5 0-12 16,5 5 5-16,5-6-2 0,9 7 0 0,1-2 2 16,3 4 0-16,-1-4 2 0,2 3-1 0,0-2 1 15,-1-3 0-15,-3 4-1 16,0-1-1-16,-3 2-6 0,-4 1-5 0,-4-4 0 16,-7-1-3-16,-1 2-4 0,-4-2 1 0,0 5 3 15,-9-5 2-15,-2 2 2 0,-7 0 5 0,-10 3-2 16,-5 0 2-16,-4-1 4 0,-4-3 0 0,-1-3 4 15,-11 6 6-15,13-7 5 0,-3 1 6 0,-3-7 7 16,1 3 4-16,2 0 5 0,-3-4 6 0,3-2 8 16,5 3 11-16,-2-4 11 0,7-1 15 0,8 2 15 0,2 0 6 0,5 0 17 15,3-1 20-15,2 0-19 0,3 1-10 0,5 0 3 16,-13-1 2-16,9-3-10 0,4 4-6 16,-5 0-12-16,5 0-7 0,0 0-13 0,0 0-6 0,0 0-9 15,-9 0-2-15,9 0-14 0,0 0-9 0,0 0-14 16,0 0-5-16,-7-1-15 0,7 1-16 0,0 0-22 15,0 0-11 1,0 0-22-16,0 0-29 0,0 0-27 0,0 0-31 16,0 0-36-16,17-7-43 0,-5 5-47 0,-1 0-281 15,2-3-613-15,5 0 272 0</inkml:trace>
  <inkml:trace contextRef="#ctx0" brushRef="#br0" timeOffset="554.66">3367 6007 45 0,'-3'-3'202'16,"3"3"-15"-16,-4-1-15 0,0-2-15 0,4 3-10 0,-10-3-14 16,4 4-10-16,6-1-11 0,-17 1-11 0,7 2-9 15,0-1-10-15,0 1-6 0,-2 2-10 0,2 2-5 16,-4-1-7-16,1 5-5 0,4-4-5 0,-5 5-7 0,1 0-6 15,-1-2-3-15,5 5-1 0,0-6-4 0,-1 4 0 16,4 3-5-16,2-5 0 0,-1 1-1 16,1 0-1-16,4-2-3 0,-2 1-1 0,4 1 5 0,-1-3 8 0,4 1 3 15,2-2 11-15,0 1 7 0,3-4 1 0,3 2 2 16,5-4 0-16,4-1 2 0,0-2 0 0,-2-2 2 16,9-1 10-16,-8 0-2 0,-1-4 4 0,7-2 11 15,-10-1 8-15,-1 1 9 0,1-3 3 0,-3 2 10 16,-4-5 0-16,3 1-6 0,-5-1 2 0,-3-2-2 15,-1 2-3-15,-3-3-4 16,-1 1-10-16,-1-1-14 0,-4 2 1 0,-2 1-5 16,-6 1-6-16,3 2-15 0,-4 0-1 0,4 4-6 15,1 1-14-15,-4 0-16 0,-1 4-19 0,1 0-20 16,-1 1-27-16,1 0-24 0,2 2-40 0,-2 2-37 16,0 0-42-16,2 2-46 0,-1 5-43 0,2-2-235 15,4 0-570-15,1-1 253 0</inkml:trace>
  <inkml:trace contextRef="#ctx0" brushRef="#br0" timeOffset="1043.08">3772 6227 98 0,'0'0'274'0,"-2"5"-27"0,2-5-23 0,0 0-17 16,0 0-22-16,0 0-11 0,0 0-4 0,8-15-4 0,-3 10-11 0,0-3-12 16,3 0-7-16,-2-2-12 0,3-5-13 0,1 1-11 15,-1-3-5-15,5-7-7 0,2 4-5 0,-2-4 3 0,0 1 1 16,0-1 1-16,-1-4 0 0,1 1-4 0,0 0 8 15,-3-4 0-15,2 3-4 0,-6 1 2 16,0 1 1-16,0-2 9 0,-1 2-17 0,-2-1 10 0,-4 1-17 16,0 6 11-16,0 1-1 0,-3-2-16 0,2 3 15 0,-3 1 8 15,-2 1-4-15,5 3-18 0,-3 4-1 0,1-2-5 16,1 2-9-16,-1 4-6 0,0-2-10 0,-2 2-1 16,0 1-20-16,1 1-10 0,2 1-20 15,-3-1-7-15,5 3-7 0,-13 3-9 0,2 5-1 0,-5 4 2 16,-3 9 3-16,0 5 3 0,-9 13 2 0,-1 2-1 15,5 1 4 1,3 1-2-16,8-9-19 0,0 9-6 0,4-9-3 16,4-1-2-16,4 4 0 0,3-3 5 0,6-2 6 15,1-1-5-15,5-2-2 0,4-2 5 0,5-5-12 0,1-1-29 16,-1-4-41-16,1-2-59 0,11-8-86 0,-7-1-299 16,1-5-618-16,1-1 274 0</inkml:trace>
  <inkml:trace contextRef="#ctx0" brushRef="#br0" timeOffset="1503.89">4190 5942 2607 0,'0'0'281'0,"0"0"-71"0,0-6-31 0,0 6-31 0,0 0-12 15,0-7-17-15,0 7-1 0,1-2-3 0,-1 2-10 16,0 0-7-16,0 0 18 0,1-3-10 0,-1 3-13 16,0 0-8-16,0 0-15 0,0 0-13 0,0 0-7 15,0 0-16-15,0 0 1 0,0 0-15 0,0 0 4 16,7 12-9-16,-4-5-2 0,1 1-2 0,1 4-5 0,-1 0-6 0,0 5 7 16,1 0-1-16,-1 0 0 0,1 2-2 0,1 0 1 15,-2-1 9-15,-1-1-2 0,1 2-12 16,-1-4 0-16,0-1 2 0,2-4-2 0,-5 0 3 15,5-3-16-15,-5 0 20 0,1-2-9 0,1-3 15 0,0 2 6 16,-1-1 44-16,-1-3 41 0,3 4 41 0,-3-4 35 16,1 1 31-1,-1-1-17-15,4-8-20 0,0 0-18 0,4-6-25 16,2-3-9-16,3-8-12 0,-3-2-11 0,7-2-5 16,-5-1-11-16,4 2-8 0,-2-1-10 0,0 4-8 15,-3-1-7-15,-2 9 4 0,-1 3-15 0,-2 2 1 16,1 3-7-16,-5-2-16 0,2 6 11 0,0 0-1 15,1 1-28-15,-4 0-5 0,1 0-24 0,-1 0-36 16,-1 4-55-16,1-3-54 0,-1 3-56 0,0 0-18 0,0 0-27 0,9 12-35 16,-5-1-48-16,2-2-79 0,-5 1-399 0,3 1-907 15,-1-2 401-15</inkml:trace>
  <inkml:trace contextRef="#ctx0" brushRef="#br0" timeOffset="1977.51">4711 6159 28 0,'-3'2'301'0,"3"-2"-28"0,0 0-22 0,0 0-17 16,0 0-23-1,0 0-23-15,0 0-16 0,0 0-11 0,18-9-8 16,-8 2-16-16,3 3-11 0,5-6-12 0,1-3-8 15,7 3-13-15,-2-6-8 0,0 0-7 0,1-1 0 16,0 0 0-16,-3-1 7 0,2 1-3 0,-2 2 4 0,-4 1 2 16,1-3 6-16,-5 2 8 0,-1 1-7 15,-3 2 19-15,0-3 3 0,-3 6-6 0,-2-1-2 16,-3-1 9-16,2 1 9 0,-2-1-11 0,-4 4-10 0,0-3-1 0,-2 1-32 16,-1 1 7-16,-1 2-8 0,-1 2-12 0,-5-2-5 15,0 4-12-15,-2 1-7 0,-4 2-8 0,0 5 7 16,-9 0-21-16,4 7 0 0,-3 1-6 0,2 2 2 15,-1 3-6-15,3 8 1 0,3-1 0 0,1 4-2 16,5-4-15-16,-1 3-3 0,10-2-2 0,0 2 1 16,7-3 4-16,2-2-2 15,4 1 8-15,5-4 1 0,0-4 6 0,6 0 9 16,6-1 1-16,-1-3 9 0,4 0-7 0,0-6 5 16,3-2-2-16,-4 1 10 0,4-5 1 0,-3 2-9 15,-9-3 20-15,-1 0 8 0,-6 2 2 0,-1-2 1 16,-3-2 3-16,-1 4-2 0,-3-2-4 0,-5 0-7 15,10-2-3-15,-10 2-4 0,0 0-18 0,8 0-31 16,-8 0-47-16,5 2-76 0,-5-2-89 0,0 0-84 0,0 0-121 0,0 0-297 16,0 0-791-16,0 0 350 0</inkml:trace>
  <inkml:trace contextRef="#ctx0" brushRef="#br0" timeOffset="6670.4">7411 6253 121 0,'0'0'126'0,"0"0"4"0,-3-6-2 0,3 6-11 15,0 0-2-15,0 0-1 0,0 0 0 0,-2-1-11 16,2 1 3-16,0 0 5 0,0 0-6 0,0 0-2 16,0 0-6-16,0 0-4 0,0 0-3 0,0 0-2 15,0 0-9 1,0 0-3-16,0 0-12 0,0 0-1 0,0 0-6 0,0 0-5 15,0 0-4-15,0 0-9 0,0 0-3 0,0 0-1 16,0 0-7-16,0 0-2 0,0 0-2 0,4-7-4 16,-4 7 0-16,0 0-6 0,0 0-1 15,0 0 2-15,0 0-6 0,0 0 4 0,0 0-4 16,14 3 0-16,-8-3-4 0,4 0 2 0,8-4 0 0,0 5-4 16,3-2 0-16,0 2-1 0,1-1-2 0,9 4 2 0,-3-1-2 15,-7 0 2-15,5 3 2 0,1 0-8 0,0 1 4 16,-9 2-2-16,2-3 6 0,-6 3 11 0,4 1-9 15,-9-2-8-15,1 2-2 0,-1-2-7 0,-5 5 4 16,-3-4-5-16,-3 8 1 0,-5 2 0 0,-8 1 1 16,0-5 1-16,-6 5 1 0,-3-2 2 0,1-1 1 15,-1-5 0-15,-2 3 1 0,2-3 1 0,-3-1-2 0,9-3 1 0,0 1 3 16,-1-2 0-16,4-1 1 0,2 1 1 0,1-5-1 16,6 3-1-16,-1-3 0 0,0 3 2 0,2-4 1 15,0-1-2-15,5 0 2 0,0 4 1 0,0-4 4 16,11 1-1-16,3-1-4 0,5 2 1 0,2 0 6 15,2-1-7-15,5 0-1 0,0 0 1 0,1 2-2 16,2-1 2 0,-3 3-2-16,-2-1 1 0,-6 2-3 0,2-1 0 0,-3 2 0 15,-1-2-1-15,-4 2-1 0,-2-3 0 0,-3 4 2 16,-3-4-4-16,-1 4-3 0,-2-1 0 0,-6-2 4 16,0 4 8-16,-8-1-2 0,-2 0 7 0,-6 2 3 15,-8 1 8-15,-1-3 0 0,-4 2 9 16,0-4 4-16,2 1 8 0,-4-2 6 0,0 3 4 0,-2-3 6 15,4-1 0-15,0-2 8 0,3 1-1 0,6-3-1 0,1 3 0 16,4-3-5-16,4 0 1 0,4 0-6 0,1 0-2 16,0 0 3-16,9 0-16 0,0 0-11 0,-17 0-16 15,13 0-10-15,4 0-23 0,0 0-20 0,0 0-22 0,0 0-23 16,0 0-38-16,0 0-37 0,0 0-50 0,22-11-251 16,-10 7-502-16,-3-1 222 0</inkml:trace>
  <inkml:trace contextRef="#ctx0" brushRef="#br0" timeOffset="7234.07">8157 6379 104 0,'12'-2'184'0,"4"0"-16"0,-2-1-26 0,8 3-8 0,0 0 0 16,-3 3-14-16,1-1-15 0,-2 5-9 0,1 0-8 15,-2 2-10-15,0 2-4 0,-1 3-9 16,-7-1-9-16,2 3 3 0,-3 1-6 0,-3 3-4 15,-5-2-5-15,0 2 1 0,-6 6-4 0,-5-1-3 0,-1-3 2 16,-4 2-1-16,-1-2 0 16,-2-3 3-16,3-4-1 0,-7-1-4 0,2 3 6 0,4-5 1 0,-2 0-5 15,-4 0 4-15,6-4 1 0,1 1 5 16,5-4 6-16,1-2 13 0,3 0 19 0,0-1 21 0,2 0 26 16,1-1 19-16,4-1-14 0,0 0-18 0,-2-11-17 15,5 1-10-15,5-3-14 0,4-3-10 0,6-7-9 16,4 0-7-16,4-1-8 0,-3 0-6 15,3 0-7-15,-3-2-3 0,1 2 0 0,-2 2-1 16,-1 2-7-16,-7 6 3 0,-1 1 6 0,-4 4 7 0,0 2 6 16,0 2 13-16,-4 0-21 0,-1 0-3 0,0 1-3 15,0 1-11-15,-3 0-12 0,-1 3-18 16,2-2-12-16,-2 2-1 0,0 0 0 0,-2 10 5 16,-3-1 2-16,1 3 2 0,-5 4 1 0,0-2 6 0,0 5-7 15,4-2 8 1,-1 1 1-16,2 2-7 0,1-4-16 0,3 2-8 15,3-3-9-15,2 2-13 0,4-5-11 0,6 2-18 16,2-2-31-16,10-4-48 0,2-1-67 0,6-2-301 16,0-1-581-16,1-4 257 0</inkml:trace>
  <inkml:trace contextRef="#ctx0" brushRef="#br0" timeOffset="7820.08">8939 6611 154 0,'-5'0'164'0,"5"0"2"15,0 0 0-15,-8 1-2 0,8-1-9 0,0 0-4 0,-6 0-16 0,6 0-9 16,0 0-13-16,0 0-8 0,0 0-10 0,0 0-13 16,0 0-9-16,0 0-7 0,0 0-6 15,0 0-7-15,0 0 8 0,0 0-3 0,0 0-3 16,-6 2 2-16,6-2-2 0,0 0-2 0,0 0-5 16,0 0-3-16,0 0-2 0,0 0-7 0,0 0 1 0,0 0-4 15,0 0-4 1,0 0-2-16,0 0 2 0,18-4-1 0,-3 3 2 15,3-1-7-15,10-3-3 0,3 1 0 0,3-1-3 16,7-1-3-16,9 0-2 0,2-2-1 0,-1 2 1 16,-14 3-2-16,3 0 16 0,1-2-2 0,-7 2 2 15,1-1-7-15,-6 0-2 0,-6 2 0 0,-6 0-2 16,-2 0-9-16,-3 0-15 0,-3 2-8 0,-2-1-9 16,-3 1-14-16,-4 0-16 0,5-2-27 0,-5 2-19 0,0 0-19 0,-24 0-11 15,12-2-6-15,-4 4-11 0,-1 0-17 0,-2-1-29 16,-1 0-107-16,0-1-326 0,0 0 145 0</inkml:trace>
  <inkml:trace contextRef="#ctx0" brushRef="#br0" timeOffset="8074">9228 6459 45 0,'-1'-7'340'0,"-1"-3"0"0,2 3-3 0,-1 2-9 15,0 0 0-15,1 1-19 0,0-1-5 16,0 5-39-16,-1-5-24 0,1 5-23 0,-2-5-35 0,2 5-26 16,0 0-23-16,0 0-12 0,0 0-20 0,0 0-12 0,-2 19 6 15,-1-8-20-15,0 7-11 0,0 2-11 0,2 0-4 16,-2 10-2-16,0-3 8 0,3 3-30 0,-2-4 18 0,1 1-1 16,3-1-20-16,-1-8-9 0,-1 0-29 0,0 1-5 15,3-3-26-15,-2 0-20 0,-1-4-22 0,0-1-31 16,3 0-37-16,-3-2-43 0,1-1-48 15,1-3-62-15,0-3-221 0,-2-2-572 0,0 0 254 0</inkml:trace>
  <inkml:trace contextRef="#ctx0" brushRef="#br0" timeOffset="8622.26">9693 6310 210 0,'4'-6'257'0,"1"5"-29"0,-5 1-24 15,5-3-19-15,3 2-13 0,-3 0-14 0,-5 1-11 16,19 1-11-16,-6 2-13 0,2-1-6 0,2 4-14 15,5 3-10-15,-5-1-9 0,1 3-4 0,0 1-12 16,-2 1-5-16,1 6-6 0,-5-4-4 0,-2 4-1 16,-1-2-6-16,0 2-5 0,-5-1-2 0,0-2-4 15,-4 3-2-15,-4 0 1 16,0-1-5-16,-5 1 1 0,0-2-2 0,-5-2 2 16,1 1-3-16,-1-1 3 0,0-3 0 0,-4 1 3 15,6-2 1-15,-4-1 2 0,6-5-2 16,0 2-3-16,-3-2-3 0,9-1-5 0,-2-2 2 15,1 0 0-15,1 2 10 0,0-3 19 0,4-1 3 0,-5 3 5 16,5-3-2-16,0 0-9 0,0 0 1 0,18 0-8 16,-8-1-6-16,12-2 1 0,-1 0-3 0,0 0-8 0,6 1-5 15,2-3 1-15,1 1-10 0,-1 1 5 0,-2 0-1 16,-7-1-1-16,2 2-4 0,-3 2-4 0,-1-3 4 0,-7 1 2 16,-4 0 7-16,1 1-10 0,-1 1 24 15,0-1 1-15,-2 0 2 0,-5 1-4 0,10-2 7 16,-10 2-14-16,6-1-9 0,-6 1-7 0,0 0-21 15,0 0-26-15,1-4-25 16,-1 4-27-16,0 0-29 0,0 0-32 0,-15-3-35 16,10 3-47-16,1-4-42 0,-1 2-254 0,1-4-569 15,-1 4 251-15</inkml:trace>
  <inkml:trace contextRef="#ctx0" brushRef="#br0" timeOffset="8907.34">10277 6114 77 0,'3'-3'286'16,"-3"3"-32"-16,0 0-27 0,0 0-23 0,10 7-12 0,-5 3-14 15,1 7-14 1,6 8-9-16,-2 5-8 0,2 16-10 0,2-1-7 15,-4 5-8-15,-4 1-5 0,-1 2-5 0,-1-2-7 16,-8-3-7-16,-1 1-10 0,-1-4-7 0,-6-11-6 16,0-1-3-16,-2 0-7 0,-6 0-3 0,-8 6-4 15,-4-5-2-15,3-8-4 0,-11 5-9 0,-2-4-32 16,-3-2-45-16,-6-3-68 0,-5-1-92 0,-7-7-313 0,-3-4-549 16,-30-2 244-16</inkml:trace>
  <inkml:trace contextRef="#ctx0" brushRef="#br0" timeOffset="9440.04">7230 5993 96 0,'0'0'222'0,"0"0"-20"15,-3-5-19-15,3 5-25 0,0 0-20 0,0 0-16 16,0 0-14-16,0 0-16 0,-13 19-6 0,3 7-7 15,-2 5-11-15,-5 19-1 0,0 7-8 0,-9 32-4 16,2-4 12-16,1 0-5 0,5-3-4 0,7-22 19 16,8 0-4-16,3-1 6 0,10-2 11 0,7-2 3 15,7-3-1 1,7-4-1-16,6-5-1 0,8-3-4 0,3-6-6 0,9-4-7 16,35 1-41-16,-30-16-59 0,29 0-90 0,-26-9-120 15,1-3-180-15,-3-8-450 0,0-2 199 0</inkml:trace>
  <inkml:trace contextRef="#ctx0" brushRef="#br0" timeOffset="10712.37">11271 6425 64 0,'-2'-9'197'0,"-2"4"-16"16,-4 0-12-16,0-1-13 0,-2 1-9 0,0 1-14 16,-4 0-16-16,-4 1-4 0,0 3-14 0,-1 0-6 15,-3 2-8-15,-6 3-9 0,7-1-9 0,-5 5-2 16,-1 1-9-16,0 3-1 0,0 0-13 0,4-1 0 16,6 2-8-16,3-1-1 15,1 1-6-15,-3 0-2 0,4 0-1 0,1 1-8 16,1-2 4-16,9-1-5 0,-3 0 3 0,4 0 0 15,3 1 2-15,-1-2 5 0,6-1 1 0,3-2 4 16,3 1-2-16,3-2 6 0,-4-1-5 0,6-5 2 16,0 2 3-16,4-6 2 0,-4 2 1 0,3-4 6 15,5-3 11-15,-8-2 2 0,0 0 5 0,4-7 4 16,-2-1 11-16,0-4 0 0,-5-1 2 0,2-2 38 0,-4-3-13 16,0-3-3-16,-3-3-7 0,-2 0 0 0,5-16-3 0,-2 3 5 15,-6 11 7-15,-1 1 1 0,3 0 21 0,-3 1 16 16,-1 3 5-16,-3 3 5 0,3 3-14 0,-4 7 1 15,0 2 2-15,3-1-5 0,-3 8 3 0,1 1-8 16,-2 3-10-16,1 0-11 0,1 0-18 0,-1 0-14 16,0 1-17-16,0 4-31 0,0 0-45 0,0 0-43 0,0 0-4 0,0 0 0 31,3 12 1-31,-5 7 10 0,1 7 8 0,0 6 3 0,-3 17 14 0,-1-4-3 16,-2 4-1-16,3-1 4 0,-1 0 6 0,0-14-3 15,1 0 9-15,3 0-1 0,0-2 2 0,1 0 3 16,0-4 2-16,0-1 4 0,1-3 1 0,-1-4-5 15,1-3 3-15,-1-1 1 0,4-4 6 16,-4-1 2-16,4 0-6 0,-4-2-3 0,0-1-10 16,1-3 21-16,-1 2-5 0,3-2 6 0,-3 0-1 0,0-3 1 15,1 2-1-15,-1-4 1 0,1 6 4 16,-1-6 7-16,0 2 9 0,0-2 9 0,3 3 2 16,-3-3 6-16,0 0 2 0,0 0 3 0,0 0-2 15,0 0 1-15,0 0 2 0,0 0 2 0,0 0 0 0,0 0-4 16,5 1-2-16,-5-1-6 0,18-6-21 0,0-1-26 0,11-3-74 15,6-2-74-15,-1-5-111 0,16-4-139 0,1-11-395 16,-1 2-867-16,-2-8 384 0</inkml:trace>
  <inkml:trace contextRef="#ctx0" brushRef="#br0" timeOffset="11382.72">11546 5595 315 0,'0'0'299'0,"0"0"-20"0,1-4-24 0,-1 4-22 16,0 0-21-16,2-3-21 0,-2 3-21 0,0 0-20 15,0 0-19-15,0 0-13 0,8 0-14 0,-8 0-11 0,11 4-12 16,-2 1-7-16,-2-2-9 0,1 5-4 0,0-2-5 16,-3 4-7-16,0-2-6 0,1 6-1 0,-1-3-8 15,-1 6-5-15,0-1 0 0,-3 1-2 16,1 0-2-16,-2 0-7 0,-2 0 0 0,-2-1 0 0,3-6 2 0,-3 2-7 0,2 1 2 15,-2-6-4-15,3 1-1 0,-3-1 4 16,3-1-5-16,-1-1-2 0,1-2 5 0,1 1 0 16,0-4 3-16,0 5-2 0,0-5 13 0,0 5 11 15,0-5 10-15,11 2 7 0,0-4 0 0,3 2-5 16,5-2-3-16,0 2 0 0,9-4 0 0,-6 1-8 16,7 1-6-16,-7-1-6 15,6-1-1-15,-7 1-1 0,-3 2-5 0,-4 0 3 16,-3 0-4-16,-1-1-5 0,-1 1 1 0,-4 1 4 15,3 0-10-15,-8 0 1 0,8-1-6 0,-8 1-21 16,7 0-18-16,-7 0-7 0,0 0-18 0,0 0-16 16,0 0-33-16,-15 10-36 0,6-6-43 0,0-1-56 15,-1 2-276-15,1-1-562 0,-1 0 249 0</inkml:trace>
  <inkml:trace contextRef="#ctx0" brushRef="#br0" timeOffset="12184.74">11814 6125 18 0,'-1'-2'334'0,"1"-5"-4"0,-1 4-19 0,1-1-12 15,0 4-11-15,0-10-13 0,1 8-12 0,0 1-26 0,-1 1-27 16,0-5-26-16,0 5-22 0,0 0-6 16,0 0-32-16,0 0-23 0,0-5-31 0,0 5-13 15,0 0-12-15,0 0 0 0,8 10-11 0,-7-3-12 16,6 1-6-16,-2 4-7 0,-1-2-16 0,2 7-9 0,-1-1-2 0,0-4-8 15,0 1 4-15,3 0-5 0,-3 0 1 0,-1-3-2 16,1-1 3-16,1-1 3 0,-2-3 5 0,-3 1 0 16,2 0 6-16,1-4 1 0,0-1 9 0,-4-1-1 15,0 0 1-15,9-4 2 0,-4-2 2 0,-4-2 5 16,4-1 2-16,2-1 8 0,-2 0 8 0,-1-2 2 16,0 0 10-16,-1 1-3 15,4-5 2-15,-2-1 13 0,0 1 0 0,-3 5 12 16,1 0-14-16,0-1-3 0,-2 9-5 0,2-5 1 15,-1 2-10-15,-1 3-4 0,2 0-3 0,-3-1-13 0,0 4-17 0,2-5-19 0,-2 5-6 32,0 0 1-32,0 0 5 0,5 14-2 0,-2-2 3 0,0 5-2 0,0 1 3 0,-1 8 1 15,2 3-1-15,-1 1 15 0,-2 3 3 0,-1 3-12 16,-1 1 1-16,-1 7 28 0,1-10 0 0,-2 2-4 16,0-2 4-16,1-1-4 0,-3-4 4 0,1 1 0 15,-3-4 6-15,1-7-12 0,1 1-4 0,0-3 7 16,-3 0 0-16,2-3-4 0,-3 1 4 0,1-3-4 15,2-3 5-15,-3-1 0 0,0-1 2 0,-3 1 9 16,6-4 2-16,-7 1 0 0,3 0 6 0,-2-2 1 16,-2-2-3-16,3-1-2 15,-2 0 19-15,0-2 19 0,2-2 3 16,-1 0 2-16,1-1 22 0,2-1 2 0,3-1-1 16,0-3 0-16,3-2-13 0,0-5-7 0,6-2-10 0,7-10-7 15,5-1-14-15,2-1 1 0,14-13-7 0,-1 6-2 16,2 1-10-16,5-3-3 0,-1 8 8 0,2 0-20 15,-8 11 10-15,9-8-8 0,-8 11-2 16,-3 2 5-16,0-1-3 0,-5 5 8 0,-4 2 8 0,-3 0 5 0,-6 2 9 0,0 3-2 16,-4 1 1-16,1 2-8 0,-2-1 0 15,0 0-3-15,0 2-10 0,-1-2-14 0,-4 3-25 16,5-2-30-16,-5 2-47 0,0 0-21 0,0 0-3 16,0 0-21-16,-9 14-34 0,-1-4-45 0,-4 2-64 0,2 2-71 15,-3-1-279-15,2-1-690 0,-2 0 306 0</inkml:trace>
  <inkml:trace contextRef="#ctx0" brushRef="#br0" timeOffset="12686.08">10896 7048 29 0,'0'0'193'16,"-9"0"-8"-16,9 0-12 0,-9 2-8 0,9-2-3 15,-5 0-2-15,5 0-5 0,0 0-6 0,0 0-6 16,0 0-2-16,0 0-8 0,-8 0-4 0,8 0-12 15,0 0-8-15,0 0-14 0,0 0-8 0,0 0-6 16,0 0-12-16,0 0-7 0,-5 1 3 0,5-1-12 16,0 0-5-16,0 0-1 15,0 0 4-15,0 0-9 0,0 0-5 0,0 0 5 16,0 0 1-16,0 0 5 0,0 0-3 0,0 0 6 16,0 0 5-16,0 0 8 0,0 0 3 0,37-6-7 15,-5-1 0-15,6 1-11 0,18-4-1 0,34-4-8 16,-1 1 9-16,7-3 6 0,1 4 2 0,0-1 15 15,6 2-4-15,-41 2 8 0,34-3-8 0,-31 6 5 16,0-3-8-16,-1 4-3 0,-10 0 3 0,-15-2-7 0,-3 4 10 0,-4-1-17 16,-14 1 2-16,3 0-2 0,-11 1 3 0,3 0-2 15,-7 2-8-15,0 0 0 0,2-1-7 0,-8 1-10 16,9-1-23-16,-9 1-32 0,6 1-32 0,-6-1-35 16,0 0-49-16,0 0-54 0,-13 8-75 0,1-4-113 15,-1 0-218-15,-1-2-654 0,1 3 290 0</inkml:trace>
  <inkml:trace contextRef="#ctx0" brushRef="#br0" timeOffset="13534.6">11384 7753 72 0,'4'-4'246'0,"-1"0"1"0,0-1-4 16,0 0 0-16,0-1-8 0,-3 1-2 0,0-1-12 0,0-4-19 16,-3 5-17-16,0-2-18 0,-1 1-14 0,-4 2-18 15,1-4-12-15,-5 2-7 0,-1 4-20 0,-4-3-10 16,-1 3-12-16,-4 0-5 0,-1 3-11 0,2 0-7 16,1 3-8-16,0 0-3 0,-1 2-5 0,2-1-5 15,1 3-6-15,0 2 1 0,2 0-3 0,0 2-4 16,1 1 1-16,2-2 4 15,3 4-12-15,1 2 3 0,1-3-6 0,3 0-2 16,4-2-4-16,1-1-2 0,1 0 0 0,3 2 9 16,1-4-6-16,2 2 4 0,3-2-6 0,0-2 6 15,5-1 0-15,-1-2-2 0,-1-3 2 0,6 1 5 16,-2-4 6-16,0-1 11 0,-5 0 13 0,6-5 7 16,-3-1 6-16,1-3 15 0,-3 0 8 0,-2-5 5 15,2-5 6-15,-3-3-11 0,-1-1-3 0,0-1 4 0,-2-3-9 0,-1-2-7 16,0-2-7-16,-1 2-3 0,-1-3-3 0,3-14 4 15,-5 17 9-15,3 3 27 0,-1 1 12 0,-1 1 15 16,-2 9 15-16,-1 5 3 0,1 5-9 0,-1-4-14 16,0 7-20-16,1-2-8 0,-1 2-16 0,0 1-37 15,0 4-44-15,0-5-47 0,0 5-46 0,0 0 7 16,0 0-3-16,-1 14 13 16,-1 2 25-16,-1 12-5 0,-1 0 15 0,-1 4 5 15,0 14-3-15,1 4 15 0,2 0 0 0,-1-5 7 16,3-8 7-16,1-2 1 0,3-1 7 0,0-2-5 15,0-3 8-15,2-3 3 0,-2-6 6 0,0 0 4 16,0-6-6-16,0-2-9 0,-2 0 8 0,1-5-4 16,-1 0 9-16,0-1-7 0,-1-3-6 0,3 3 3 15,-4-3-8-15,1-1 9 0,-1-2-9 0,2 4-17 0,-2-4-51 0,0 0-55 16,0 0-42-16,3-11-47 0,-4 5-57 0,2-2-67 16,-1-2-224-16,3-4-627 0,-2-1 277 0</inkml:trace>
  <inkml:trace contextRef="#ctx0" brushRef="#br0" timeOffset="14167.47">11634 7543 61 0,'5'-3'272'0,"2"-1"-27"0,-1 3-24 0,-1-3-22 16,-1 2-18-16,2 0-20 0,3 3-13 0,0 0 2 15,-1 3-16-15,0 2-12 0,3-2-6 0,-2 6-10 16,4 2-8-1,-4 5-8-15,1-3-10 0,-4 5-4 0,1-1-7 16,-3 2-8-16,-2 5 1 0,1 0-9 0,-3 0-7 16,-4 1-3-16,0-6 0 0,-2-2-6 0,-2-3-6 15,4 2 3-15,-4-1 3 0,2-3 1 0,0-4 4 16,2 1-1-16,0-4 4 0,0 1 2 0,3-2 11 16,-3 0 14-16,4-1 24 0,-4-1 36 0,4-3 36 0,-1 5 31 15,1-5 8-15,0 0-14 0,0 0-17 0,0 0-19 0,8-16-16 16,-3 3-19-16,3 0-13 0,4 0-9 0,0-3-13 15,0 1-5-15,1 0-8 0,0 1-11 0,1 0-8 16,-2 0-7-16,0 2-4 0,-3 4-8 0,0-1-3 16,0 2 2-16,0-1-7 0,-4 3-5 0,-1 0 1 15,0 2-3-15,-1-1-2 0,0 1-6 0,1-1 0 16,-4 4-5-16,5-3 1 16,-4 0-2-16,-1 3 0 0,0 0 0 0,7-1 1 15,-6-2-3-15,-1 3 1 0,0 0-3 0,0 0 5 16,3-4-6-16,-3 4 2 0,0 0-2 0,0 0 0 15,0 0 6-15,0 0-4 0,0 0-3 0,0 0 3 16,0 0 2-16,1-5 0 0,-1 5-1 0,0 0-2 16,0 0 4-16,0 0 9 0,0 0 6 0,0 0 4 15,0 0 2-15,0 0 8 0,0 0-3 0,0 0 1 0,0 0-2 0,0 0 0 16,4-3 1-16,-4 3-7 0,0 0-3 0,0 0-2 16,0 0-4-16,0 0-3 0,0 0-8 0,0 0 3 15,0 0-5-15,0 0-5 0,0 0-3 0,0 0-14 16,0 0-10-16,0 0-23 0,0 0 0 0,0 0-3 15,-4 16 6-15,4-10 3 0,-1 5 7 0,-2 2 0 16,2-4 5-16,-3 8 4 0,4-2 8 0,-3 3-3 0,2 0 5 0,2-5 4 16,2 1 1-16,-2 1 3 0,3-2 4 0,0-4-1 15,5 2 8-15,1-1-5 0,6-2-6 0,3-2-27 16,9-3-59-16,4-6-73 0,1-2-71 16,2-1-81-16,0-4-86 0,0-4-343 0,-2 1-813 0,-7-6 360 15</inkml:trace>
  <inkml:trace contextRef="#ctx0" brushRef="#br0" timeOffset="14653.16">12216 7306 332 0,'6'-4'321'0,"0"-2"-22"0,1 2-16 0,-2 0-19 15,6 1-21-15,-2 0-24 0,-2 0-21 16,3 1-21-16,0 2-21 16,0 0-19-16,-1 1-13 0,1 3 3 0,-1 0-28 0,2 4-12 15,-4-2-9-15,1 5-2 0,-3-4-13 16,0 6 10-16,-1-4-19 0,0 4-6 0,-4 4-2 15,0-1-4-15,0-3 7 0,0-1-13 0,-1 4-6 16,-3-6 2-16,0 2-12 0,3 0 3 0,-3-3-2 0,0-1 1 16,4-4-3-16,-4 2-2 0,4-2 0 0,-1 1-3 15,1 0 5-15,0-5 25 0,-3 5 25 0,3-5 24 0,0 3 17 16,0-3 13-16,0 0 0 0,8 1-2 0,1-1 1 16,6-1-11-16,5-6-8 0,9 4-11 0,0-2-3 15,3 0-5-15,4-2 1 0,-2-1-10 0,5 0-1 16,-3 2-7-16,1 0-4 0,-1 3-5 0,-3 0-1 15,-5-1-3-15,-8 0-1 0,-2 2-8 0,-6 0 6 16,-2 1 2-16,-1 0-1 16,-2 1 3-16,-1-2-2 0,-1 1-7 0,-5 1-1 15,7 0-2-15,-7 0-12 0,7-3-20 0,-7 3-34 16,0 0-54-16,5-1-62 0,-5 1-73 0,0 0-68 16,0 0-84-16,0 0-113 0,0 0-298 0,0 0-839 15,0 0 370-15</inkml:trace>
  <inkml:trace contextRef="#ctx0" brushRef="#br0" timeOffset="17799.09">13299 6777 22 0,'-5'0'173'0,"5"0"4"0,-8-3-5 0,6 0 0 0,2 3-2 15,0 0-4-15,-9 0-11 0,9 0-10 0,0 0-9 16,0 0-11-16,-5-2-10 0,5 2-13 0,0 0-1 16,0 0-10-16,0 0-12 0,0 0-3 0,0 0-7 0,0 0-8 0,-8 2-3 15,8-2-6-15,0 0-3 0,0 0-2 0,0 0 2 16,0 0-2-16,0 0 1 0,0 0-3 16,0 0 1-16,0 0 0 0,0 0 1 0,23 0 3 15,-6-4-9-15,11 1 9 0,6-1-13 0,17-4-4 0,3 1-7 16,6 0 1-16,4 0-1 0,1 0-5 15,26 1-5-15,-32 1 3 0,2 1-5 0,-10 1 3 0,-11 1-8 0,-6 0 10 16,-2-1-6-16,-5 3-8 0,-7 0-9 0,-3-4-10 16,-3 4-14-16,-5 0-16 0,-1-1-11 0,-3 0-13 15,1 0-21-15,-6 1-32 0,0 0-15 0,0 0-2 16,-15-5-10-16,5 5-6 0,-4-3-4 0,-6 3 5 16,1-2-23-16,-1 2-121 0,-1-3-321 0,1 2 142 15</inkml:trace>
  <inkml:trace contextRef="#ctx0" brushRef="#br0" timeOffset="18030.89">13702 6567 248 0,'-4'-9'301'0,"0"-3"-10"0,0 4-4 15,3 2 8-15,-3-2-8 0,4 1-14 0,-4 3-23 16,4 0-32-16,-2-1-28 0,2 5-25 0,-3-4-28 15,3 4-36-15,0 0-13 0,0 0-10 0,-5 20-7 16,1-4-6-16,3 9-6 0,-4 3-4 0,-2 4-5 16,2 1-4-16,-1 4-11 0,2 11 5 0,0 2-2 15,4-14-21 1,-1 11-27-16,5-15-16 0,-3 0-28 0,0-3-30 16,7 0-38-16,-7-6-54 0,3-6-80 0,-3-4-238 0,3-7-533 15,0-2 237-15</inkml:trace>
  <inkml:trace contextRef="#ctx0" brushRef="#br0" timeOffset="18717.09">14526 6358 129 0,'5'-3'218'0,"0"1"-19"0,3-1-17 16,2 1-7-16,4 0-11 0,3 0-16 15,3 2-9-15,8-2-5 0,0 6-12 0,3 0-14 16,-2 0-6-16,2 1 8 0,-3 2-12 0,-1-1-12 16,-9 1-6-16,0 2-13 0,-5 0-9 0,-3 2-4 0,-4-1-9 15,-2 2-8 1,1-1-2-16,-7 0-3 0,-4 6-3 0,-3-2-4 16,-3-1-2-16,-2 0 2 0,-7 3-6 0,6-4 1 15,-3-1-2-15,4-2 4 0,-1 3-7 0,2-5 0 16,0-1-2-16,4-1-5 0,0-1 2 0,-1 3-6 15,6-4 3-15,-1 1-3 0,1 1 1 0,5-1 1 16,2 0 0-16,2 2 0 0,4-1 2 0,1 0-2 16,7 4-1-16,1-3 2 0,0 3-3 0,6 1 2 0,-6 0-2 0,-1 0-2 15,-1 2 3-15,-2-3-2 0,3 4 2 0,-6-1 3 16,3 0-3-16,-5 0-1 0,-5-1 6 0,4-2 7 16,-6 2 6-16,-4 0 10 0,-5 0 2 0,-3 0-1 15,-6 1 0-15,-10 1-4 0,-2-1 0 0,-6-2-6 16,-1-1-1-16,-2 1-9 0,-12 0-18 0,12-5-39 15,0-3-40 1,3 1-70-16,2-7-84 0,-2 2-207 0,14-4-480 0,3-3 212 16</inkml:trace>
  <inkml:trace contextRef="#ctx0" brushRef="#br0" timeOffset="19280.84">15682 6062 20 0,'-1'-3'278'0,"0"-1"-16"0,1 4-31 0,-4-2-21 0,4 2-26 16,0 0-18-16,-6-3-22 0,6 3-18 0,-13 15-7 15,-6 6-15-15,-3 6-12 0,-10 12-7 0,0 7-3 16,0 3-3-16,-14 25 5 0,0 0-2 0,18-24 5 15,1 4 1-15,4-2-3 16,3 0 4-16,4-2-3 0,9-3-3 0,4-10-4 16,8 12-3-16,4-15-9 0,14 6 1 0,1-11-6 15,20 2-6-15,2-6-34 0,5-7-43 16,6-7-64-16,5-3-79 0,-2-8-103 0,-3 0-194 16,-5-8-497-16,0-1 221 0</inkml:trace>
  <inkml:trace contextRef="#ctx0" brushRef="#br0" timeOffset="19866.56">15958 6302 215 0,'7'-4'212'0,"0"-1"-17"16,6 1-21-16,-3-2-12 0,7 4-12 0,2-1-12 16,3 2-13-16,-4 1-12 0,1 0-12 0,0 1-9 0,-2 3-8 0,1 1-12 0,-7 1-13 15,3 4-3-15,0 2-10 0,-9-3-10 0,-1 3 0 16,-2 2-8-16,-5 3-5 0,0-2 0 0,-6 2-4 0,-2-2-2 16,-3 1-3-16,-2-1-2 0,0-1 3 0,2-2-6 15,-4-2 7-15,4 0-3 0,-4-1 0 16,8-1-1-16,-2-1-1 0,6-1-5 0,-3 0 0 15,2-1 0-15,3 0-4 16,2 0 1-16,-2-1 3 0,3 1-1 0,2 0-1 16,3 0 1-16,6 2 0 0,2-1 0 0,-2 1 1 15,11 0-3-15,-5 2 0 0,3-2 1 0,0 4 3 16,-2-2-7-16,1 0 1 0,-2 2 1 0,-1-2-1 16,-2 3 1-16,-3-5-4 0,-3 3 1 0,1-4-3 0,-7 0-1 15,2 2 4-15,-6-2 6 0,-2 2 3 16,-3-1-2-16,-2 0-1 0,-9 0-5 0,-1 1 5 0,-6-1-1 0,-4-3-1 15,4 0-7-15,-2-2-14 0,-2-2-23 0,2-1-29 16,7 1-37-16,2-2-44 0,-1-3-184 0,4-1-362 16,0-2 161-16</inkml:trace>
  <inkml:trace contextRef="#ctx0" brushRef="#br0" timeOffset="20305.41">16435 6353 198 0,'0'0'236'0,"15"2"-26"0,-11 1-23 16,5 2-18-16,1 2-13 0,-1-1-10 0,4 7-18 15,0-1-11-15,-3 3-10 0,0 1-10 16,0 1-10-16,-1 5-3 0,-3-2-10 0,-3 0-7 0,-3-2-7 15,-1 2-5-15,-1 3-6 0,-5-3-4 0,1-2 0 16,-3-1-7-16,-4 0-3 0,4-3 6 0,-1-1 0 16,-3-2 2-16,5-4 6 0,2 3 1 0,-3-6 5 0,1 1 6 15,3-2 19-15,1 1 12 0,3-3 32 0,-3 0 11 0,4-1-11 16,0 0-12-16,-1-9-10 0,2 3-14 0,7-4-8 16,-2 0-7-16,6-7-14 0,7-2-4 15,0 0 6-15,2-1-20 0,-1 0-2 0,2 1-7 16,-7 6-1-16,-1 1-1 0,-4 5-6 0,0 0 1 15,0-1-4-15,-4 4-7 16,-1 0-8-16,-1 0-3 0,1 0-6 0,-4 3-21 16,-1 1 0-16,0 0-2 0,9 7 2 0,-9-3 7 15,0 6 1-15,2 1 5 0,-2 2-2 0,-2 2 5 16,4 1 4-16,0-1-9 0,2 2-24 0,1-1-16 16,4-1-17-16,4-3-30 0,1 3-41 0,4-3-47 15,2-5-72-15,7 3-266 0,5-6-568 0,1-3 252 16</inkml:trace>
  <inkml:trace contextRef="#ctx0" brushRef="#br0" timeOffset="20584.04">17126 6590 152 0,'-5'0'230'0,"-3"0"-15"16,3 2-13-16,5-2-6 0,0 0 1 0,-10 1-4 16,10-1-8-16,0 0-13 0,-5 2-4 0,5-2-21 15,0 0-17-15,0 0-11 0,24-3-9 16,-7-1-13-16,16 3-11 0,-1-3-7 0,1 2-11 0,4-2-7 0,3-3-7 16,11 1-10-16,3 0-7 0,-2-1-12 0,-15 5-13 15,-5-4-19-15,0 2-15 0,-5-1-18 0,-10 3-15 16,-3 2-16-16,-3-3-10 0,-6 0-27 0,0 1-36 15,-2-1-31-15,-3 3-205 0,-9-4-410 0,-1 0 181 0</inkml:trace>
  <inkml:trace contextRef="#ctx0" brushRef="#br0" timeOffset="20785.91">17280 6456 160 0,'-2'-7'276'0,"2"1"-1"0,-1-1 29 16,2 3 6-16,-1 0-4 0,0 4-9 0,-1-8-17 31,1 8-31-31,0-6-36 0,0 6-27 0,0 0-27 0,0 0-24 0,0 0-32 16,0 0-12-16,1 19 0 0,-1 0-10 0,2-1-4 15,-2 8-14-15,0 3-3 0,2-1-3 0,-2 1-2 16,4 1-26-16,-3-1-39 0,4 0-39 0,-1-3-44 16,1 0-51-16,-1-8-64 0,0 1-90 0,0-4-212 15,-1-5-551-15,0-4 244 0</inkml:trace>
  <inkml:trace contextRef="#ctx0" brushRef="#br0" timeOffset="21339.08">17756 6311 163 0,'2'-4'268'0,"1"1"-27"16,4-1-24-16,-1 1-19 0,-1-1-11 0,7 1-14 15,-2 2-18-15,4-1-14 0,-2 4-18 0,1-1-9 16,-1 2-11-16,-2 1-10 0,3 1-7 0,-3 2 0 0,-1 3-19 16,5 3-9-16,-6 1-3 0,-3 2-7 0,1 1-5 0,-4 8-2 15,-2-4-4-15,-5-1-5 0,-3 4 1 0,0 0-8 16,-6 0 0-16,-1 1-4 0,-4-2 1 15,-1 1-5-15,-1-4 1 0,-1 0 0 0,3-1-4 16,-3-4-1-16,3-4 1 0,6-1-1 0,1-2-2 0,3-1 1 16,2-2 6-1,3-1 13-15,-1-1 26 0,1 1 38 0,-2-2 38 16,2-1 13-16,4-1-13 0,0 0-9 0,0 0-26 16,4-10 1-16,4 2-15 0,-1 1-9 0,6 1-8 15,2-2-8-15,-3 3-9 0,3-4-10 0,-2 5-5 16,2-2-2-16,-2 4-2 0,0-2-5 0,0 3-12 15,-3-1-4-15,4 4 4 0,-1-1-3 0,-2 0 2 16,3 4-6-16,-2 2 0 0,1 1-3 0,-1 0 2 0,4 1-5 0,-3 0 3 16,-2 0-1-16,-1-1 1 0,-1 0 1 0,0-1-15 15,0-3-9-15,-4-1-8 0,0 1-8 0,-1 0 4 16,0-2 4-16,1 0-2 0,-5-2-30 0,10-4-29 16,-6 0-12-16,3-1-7 0,-2-1-7 0,1-2-9 15,2-1-12-15,-2 0-17 0,-1-2-22 0,3-1-19 16,1-2-33-16,0-1-54 0,-2-2-153 0,1 0-467 0,0-2 207 0</inkml:trace>
  <inkml:trace contextRef="#ctx0" brushRef="#br0" timeOffset="21608.51">18091 5958 183 0,'-1'-3'227'0,"1"3"-24"0,0 0-22 0,0 0-24 16,5 11-17-16,1 5-10 0,4 6-13 0,3 10-3 15,4 13-3-15,-2 7 0 0,0 6-8 0,6 24-5 16,-10-23 0-16,2 23 9 0,-6-25-9 0,-5 1-7 0,1 2-4 16,-7-1-9-16,-4-1-3 0,-1-2-5 0,-9-1 0 15,-1-1 6-15,-4-8-2 0,-6-1 4 0,-1-7-3 16,-2-1-4-16,3-12-8 0,-13 6-3 0,1-4-5 0,8-9-7 15,-3-1-8-15,1-1-28 0,0-5-46 0,-15-1-83 16,12-7-111-16,-3-5-259 0,-9-4-529 0,9-2 234 16</inkml:trace>
  <inkml:trace contextRef="#ctx0" brushRef="#br0" timeOffset="24346.29">19005 6553 49 0,'6'-4'240'0,"-3"0"-15"16,4-2-12-16,-3 3-5 0,-3-4-9 0,3 2-10 16,-4-2 12-16,1 1-11 0,2-1-7 15,-6 2-16-15,3-1-16 0,-1-1-11 0,-4 0-15 0,1 2-7 0,-6-2-15 16,1 1-14-16,-1 2-10 0,-3-1-9 0,-4 3-8 15,0 0-9-15,-5 2-7 0,4 0-2 0,-2 1-7 16,-1 2-6-16,3 1-6 0,-1 1-5 0,1 1-8 16,0 1 6-16,3 1-3 0,2-2-2 0,3 2-1 15,0 0-5-15,1 1 1 0,4 2 0 0,-2-1 1 16,3-1-2-16,2 2 3 16,-1-1-3-16,7-1 0 0,0 0-2 0,2-1 4 15,3 0-2-15,3-2 3 0,3 2-2 0,4-1 0 16,-2-4 0-16,2 1-1 0,0-4-1 0,-1-2 2 15,4-3 2-15,-4 0 19 0,2-2 5 0,-2-3 17 16,-2-2 13-16,1-1 19 0,1-6-8 0,-2-2 15 16,-4-4-11-16,1 0 15 0,-3-3-2 0,-1-4-5 15,0-1-8-15,-4-3-3 0,3-10-1 0,-3-1-2 0,-1 12 1 0,-3-13 11 16,3 13 10-16,-4 1-1 0,1-2 5 16,-1 7 5-16,0 6-2 0,0 5 6 0,0 6 2 15,0 0-8-15,0 4-13 0,0 2-12 0,0 0-11 0,-1-1-25 16,1 3-38-16,0 4-45 0,0-4-48 0,0 4-54 15,0 0-18-15,0 0 12 0,-5 13 13 0,4 4 12 16,-3 7 18-16,0 5 10 0,0 7 22 0,0-2-10 0,4 2 18 16,0 11 2-16,0-13 11 0,0-1 3 0,3-1 9 0,-2-3 5 15,0 0 1-15,2-11 4 0,-2 0 8 16,3-2 4-16,-4-4 2 0,3-1 1 0,-2-2 4 16,0-1 5-16,-1-4-1 0,4 0 3 0,-3 2 4 15,-1-3 10-15,0 1 3 0,0-1-7 0,0-3 1 0,0 5 1 16,0-5-6-1,0 0-16-15,0 4-24 0,0-4-31 0,0 0-38 16,0 0-51-16,0 4-53 0,0-4-49 0,0 0-281 16,0 0-588-16,0 0 262 0</inkml:trace>
  <inkml:trace contextRef="#ctx0" brushRef="#br0" timeOffset="24994.6">19244 6213 92 0,'0'-5'324'0,"2"1"-22"16,-2 4-30-16,0-4-24 0,0 4-29 0,1-4-24 16,-1 4-20-16,0 0-23 0,3-3-17 0,-3 3-13 15,0 0-12-15,0 0-15 0,3 10-8 0,-1-6-8 16,3 6-8-16,4-2-7 16,-1 1-5-16,1 6-4 0,2-3-6 0,-2 2-4 15,3-2-8-15,2 0-5 0,-4-1-8 0,3-2-7 16,-4-1-3-16,1-1-2 0,0 0-4 0,-3-3 4 15,-1 0 1-15,-1-3-4 0,2-1 2 0,1 0 1 16,-1-1-1-16,-1-4 0 0,-1-1 8 0,4 0 8 16,0-2 10-16,-4-4 2 0,0 2 11 0,-1-3 2 15,0 1-4-15,1-4 6 0,0 1 12 0,-5 3 6 0,4 0 2 16,-3 3 19-16,2-1-1 0,1 2-10 0,-4 4-3 16,1-1-16-16,-1 1-3 0,0 0-19 0,0 4-35 0,1-4-35 15,-1 4-17-15,0 0-3 0,0 0 7 0,0 17 7 16,-2-3-2-16,-1 6 4 0,-2 9 2 15,1 2 7-15,-6 5 0 0,1 13 4 0,-2-3 0 16,-1 4 5-16,1-3 0 16,-2-1 1-16,3-13 3 0,2 2 2 0,0-2 1 15,-2-1 2-15,5-1 2 0,-1 0 0 0,0-2 3 16,0 0 7-16,-1-3-3 0,0-6-6 0,4-3 6 16,-3-2 0-16,2-3 1 0,2-2 3 0,0-3 7 15,0-2 31-15,-2-1 31 0,0-1 5 0,4-3-9 0,0 0-5 16,-15-11-8-16,7 2 7 0,-2-7 16 0,1 1 4 15,1-4 11-15,0 4-3 0,1-10 0 0,3 0-8 0,0-1-5 16,6-4-3-16,1 1-6 0,5-3-13 0,2 1-2 16,3-2-8-16,6-11-9 0,-2 14 0 0,5 2-13 15,-2 3 6-15,-2 1-6 0,2 3-5 0,1 3-4 16,-1-1 1-16,-2 8-2 0,-2 0-8 0,1 2 1 16,0 1-3-16,1 1-4 0,-8 2 1 0,2 0-6 15,-3 3-3-15,-6-1 4 0,4 0-7 0,-2 2 1 0,0-2 3 0,-5 3-8 16,6-2 0-16,-6 2-20 0,4 0-13 0,-4 0-42 15,5-2-11-15,-5 2-25 0,0 0 2 0,0 0 5 16,0 0-9-16,0 0-20 0,-6 11-23 0,2-6-35 16,-5 4-45-16,-1-1-57 0,-3 2-295 0,4-3-649 15,-1 0 287-15</inkml:trace>
  <inkml:trace contextRef="#ctx0" brushRef="#br0" timeOffset="25480.29">18607 7022 145 0,'-9'-2'285'0,"0"0"-29"0,4 1-29 16,5 1-17-16,-9-2-28 0,3 0-12 0,1 0-8 15,5 2-8-15,-8-1-8 0,8 1-14 0,-6-2-14 16,6 2-11 0,0 0-12-16,-4-2-11 0,4 2-7 0,0 0-13 0,0 0-3 15,0 0-8-15,0 0-7 0,0 0-5 0,0 0-1 16,0 0-7-16,0 0-4 0,0 0-2 0,0 0-2 16,-10 2-3-16,10-2-5 0,0 0-1 15,0 0-1-15,0 0-2 0,0 0 4 0,0 0 0 0,0 0 5 16,0 0 3-16,0 0 12 0,0 0 11 0,0 0 6 15,0 0 16-15,0 0 3 0,0 0-5 0,24-6-4 0,-1 3 6 16,14-2-13-16,22-1-6 0,30-3 6 0,7 2-7 0,4 0 9 16,2 3 3-16,-1-1 10 0,6 2 0 0,-3-1 14 15,-11 0 2-15,2 2-3 0,-34 0 2 0,1-1-4 16,-5 3-4-16,-6-2 1 0,-16-1 4 16,-5 3 1-16,-11-1 5 0,0 2-6 0,-8-1-9 0,0 0-3 15,-6 0-9-15,4 0-4 0,-9 0-8 0,12 0-10 0,-10-2-22 16,-2 2-21-16,8-2-18 0,-8 2-38 0,0 0-49 15,0 0-56-15,0 0-50 0,-32 2-60 0,14 1-68 0,-5-1-365 16,4 0-763-16,1-1 338 0</inkml:trace>
  <inkml:trace contextRef="#ctx0" brushRef="#br0" timeOffset="26319.91">19415 7657 122 0,'-5'-10'231'0,"-2"2"-15"0,-2 1-16 0,0 0-15 16,-3-1-15-16,-4 2-12 0,0 1-12 16,-2-1-13-16,-4 5-11 0,0-2-19 0,2 2-14 0,-2 2-5 15,1 2-10-15,-2 0-7 0,-3 3-9 0,2 2-7 16,3 1-8-16,2 2-1 0,0 5-4 0,1-3-5 16,1 8-8-16,2-5 3 0,2 0-2 0,3-1-3 0,4 2-1 0,1-1-1 15,3 1 6-15,2-1 2 0,0-1 5 0,7-2 0 16,0 0 8-16,6 0 2 0,-4-6 9 0,6 3 2 15,2-3 1-15,-7-2 8 0,4-2 11 16,2-2 16-16,-2-2 15 0,-1-2 11 0,3-4 8 16,-1-3 5-16,1 1-4 0,-3-7-9 0,0 0 4 0,4-4 0 15,-3-2-5-15,-4 1-2 0,2-12-15 0,-2 3 4 0,-1-4-15 16,-1 1-9-16,-2-2-7 0,-1-3-1 0,4-7 2 16,-5 13-1-16,0 0 6 0,-4 0 6 0,1 5 18 0,-1 8 3 15,0 0-4-15,-1 3 1 0,2 5-7 16,-1 3-13-16,0 2-12 0,0-1-14 0,0 2-25 15,0 1-39-15,0 0-40 0,0 4-51 0,0 0-41 16,0 0 2-16,0 0 20 16,-2 17 14-16,-2 0 17 0,0 10 13 0,0 3-3 15,0 1 10-15,3 2 8 0,-3 2 11 0,5 2-14 16,2 10 2-16,-2-13-2 0,6-2-13 0,-1-2-8 16,-1-1-18-16,-1-1-16 0,4-11-30 0,-3 1-30 15,-4-4-48-15,2-3-37 0,-1-1-63 0,1-3-194 16,-2-5-560-16,-1-2 248 0</inkml:trace>
  <inkml:trace contextRef="#ctx0" brushRef="#br0" timeOffset="26736.69">19521 7481 133 0,'1'-3'316'0,"2"-3"-21"15,-2 2-29-15,3 2-26 16,-3-1-24-16,-1 3-24 0,9-2-24 0,-9 2-18 15,13 2-11-15,-4 0-10 0,1 3-14 0,2 0-14 16,-2 4-7-16,5 4-9 0,-3 3-7 0,0-2-8 16,-4 4-8-16,2 7-4 0,-1 1-3 0,-6 0-8 15,-1 1-1-15,0-6-7 0,-4-2-6 0,-3 0-1 16,1 1 2-16,-2-2-8 0,0-3-2 0,0-1-1 16,1-3 0-16,1-2-1 0,2-3 7 0,-3 0 1 0,2-1 26 0,2 0 12 15,-1-1 42-15,2-1 52 0,0-3 30 0,0 0 15 16,0 0-28-16,0 0-21 0,7-12-13 15,6 0-13-15,-4-2-20 0,4-3-8 0,5-3-16 0,3-6-9 16,3-3-7-16,7-8-8 0,1 0-11 0,-8 8-13 16,0 3-2-16,-2 1-7 0,-1 4 2 0,-10 4 1 15,2 5 3-15,-8 4-1 0,2-1-8 0,-4 4-10 0,1 1-24 16,0 1-34-16,0 0-44 0,-4 3-4 0,0 0 13 16,0 0 3-16,-5 20 3 0,-5-6 13 0,-1 10 6 15,-1-1-6-15,-1 6 15 0,3 5 13 0,2-1 2 16,5 3-8-16,5-1-5 0,5-1 1 0,11-1-19 15,5-7-37-15,18 4-55 0,5-3-102 0,8-13-163 0,5-6-233 16,3-8-700 0,-2-6 310-16</inkml:trace>
  <inkml:trace contextRef="#ctx0" brushRef="#br0" timeOffset="28525.12">20978 6650 22 0,'-9'-1'154'15,"9"1"-6"-15,-7 1 2 0,7-1-6 0,0 0-8 16,0 0-5-16,-7 0-8 0,7 0-7 0,0 0-6 0,0 0-7 16,0 0 1-16,0 0-7 0,-7 0-5 0,7 0-1 15,0 0 4 1,0 0-3-16,0 0-3 0,0 0 3 0,0 0-6 15,0 0 0-15,0 0-5 0,0 0-6 0,0 0-6 0,0 0 0 16,17-2-16-16,0-1-1 0,12 1-7 0,0-5-6 16,6 3 3-16,6 0-10 0,11-2-9 15,-1 1-23-15,-14 3-17 0,-1-2-27 0,0 3-25 16,-4-2-31-16,-2 0-28 0,-8 3-35 0,-3-1-54 0,-6 0-134 16,1 1-379-16,-5 0 167 0</inkml:trace>
  <inkml:trace contextRef="#ctx0" brushRef="#br0" timeOffset="28741.32">21162 6782 117 0,'-3'2'261'16,"1"0"-12"-16,2-2-13 0,-4 3-16 0,4-3-22 15,0 0-19-15,0 0-17 0,0 0-17 0,11 2-11 16,8-3-14-16,9 0-25 0,8-4-35 0,3 0-48 16,12 3-77-16,6-5-76 0,-20 1-190 0,14-4-358 0,-15 4 159 0</inkml:trace>
  <inkml:trace contextRef="#ctx0" brushRef="#br0" timeOffset="31394.16">22460 6251 16 0,'0'0'76'0,"0"0"-13"0,-5-2 2 15,5 2 1-15,0 0-12 0,0 0 0 0,0 0-2 16,0 0-3-16,-5-3 7 0,5 3-2 0,0 0-5 0,0 0 2 16,0 0-3-16,-5 0-6 0,5 0 0 0,0 0-1 15,0 0-10-15,-7-2-6 0,7 2 2 0,-5-1-7 16,5 1 4-16,0 0-5 0,-9 0 0 0,9 0-9 16,0 0 12-16,-11 1-2 0,11-1 2 0,0 0 8 15,-9 0-7-15,9 0 12 0,0 0-6 0,-7-1 3 16,7 1-6-16,0 0 2 0,0 0 4 0,0 0 3 0,0 0 8 0,0 0 3 15,0 0 1-15,0 0-12 0,0 0 6 0,0 0-8 16,0 0 1-16,0 0-8 0,18-4 2 16,-4 4-2-16,4-1 0 0,5 0-9 0,7 1-3 15,0 0 4-15,2 0-3 0,0 0 1 0,0 2-4 0,1 2 1 16,0-1-4-16,-6 0 2 0,2 6 0 0,-8-6-5 16,-2 4-3-1,-1 2 3-15,-6-3-1 0,1 4-8 0,-7 0-2 16,-1-1 3-16,-1 3-1 0,-4-2 7 0,-4 2-7 15,-4 4 1-15,-2-2-5 0,-4-1 6 0,0 2-2 16,-4-3 2-16,0 0-1 0,-1-2 8 0,2 0-6 0,-2-4 3 16,1 2 2-16,4-1-3 0,-3-2 5 0,5 0-2 15,2-1-2-15,-2-1 3 0,5 1-2 0,1-3 6 16,0 1-3-16,1 0 4 0,0-1 1 0,5-1-2 0,0 0 0 16,0 0-3-16,11 7 3 0,0-7-1 0,8 0-1 15,-3 2-11-15,7 1 14 0,0 1-10 0,5-1 3 16,-1 2 1-16,5 0 0 0,-4 2-2 0,-6-3-2 15,6 4-5-15,-2 1 4 0,-6-1 0 0,-2-1 1 16,-3 3-11-16,-2-1 3 0,-1 2-6 0,-5-2 0 16,-2 1 5-16,-1 0-11 15,-4 1-1-15,-1 0 1 0,-7-2 6 0,-2 4-2 16,-4-2 7-16,-6-1 3 0,-2 3 1 0,-5-3 5 16,-4-2 2-16,1 0 8 0,-2-4 0 0,-3 1 9 15,3 0 1-15,-2-2-3 0,-1-2 5 0,2 2-1 16,-1-3-1-16,0-3 2 0,5 3-2 0,2-1 9 15,4 1 2-15,4-3 2 0,5 3 2 0,1-5 8 16,2 5 6-16,3 0-5 0,2 0-2 0,6 0 3 0,-11 0-7 0,5-1-5 16,6 1-10-16,-5-1-9 0,5 1-22 0,0 0-13 15,0 0-19-15,0 0-20 0,16-4-33 0,-5 2-42 16,0-2-25-16,1 4-185 0,6-5-373 0,-1 2 166 16</inkml:trace>
  <inkml:trace contextRef="#ctx0" brushRef="#br0" timeOffset="31964.41">23160 6382 33 0,'9'0'171'0,"5"0"-19"0,-1 0-11 0,6 2-16 15,-1 3-7-15,4 1-4 0,-2 2-14 0,-1 2-9 16,4 5-8-16,0 0-7 0,-6 2-6 0,2 1-10 0,-4-2-4 16,-3-1 1-16,-2 3-10 0,-6-1-13 0,1 3 3 15,-5-2-2-15,-5 2-5 0,1-1 1 0,-2-2 0 16,-6 0-1-16,-2 0 0 0,1 0 2 0,-2-3-3 15,-4 4 4-15,2-7 5 0,3-3-1 0,-2 1 3 16,-2-2 2-16,1-1-6 0,6-2 12 0,-1-1 10 16,2-1 15-16,2 1 18 15,1-3 19-15,0 4 13 0,3-3 17 0,4-1 4 16,0 0-20-16,-6-5-13 0,7-2-15 0,3-3-11 16,5 0-11-16,4-5-6 0,5-6-11 0,3-3-3 15,4 2-16-15,3-3-3 0,6-8-9 0,-6 8 1 16,3 1-7-16,-3 0-5 0,-1 1 4 0,-5 0-5 15,1 5-1-15,-8 5-3 0,-1 1 5 0,-3 2 0 16,-3 6 2-16,1-2 8 0,-5 1-26 0,1 1-9 0,-1 2-16 0,-4 2-16 16,6 0 4-16,-6 0 0 0,0 11 4 0,-1-3 12 15,-4 6-7-15,1 4 1 0,-3 0 5 0,-1 7 1 16,-2 1 13-16,2-1-4 0,3-1-3 0,1-5 4 16,3 1 3-16,1-1 1 0,4 1 12 0,1-2-6 15,1-2-1-15,6 0 4 0,0-3 2 0,6 1-14 16,4-2-17-16,0-3-29 0,6-2-45 0,0-4-58 0,1-2-60 0,-1-2-252 15,-1-3-511-15,-4-2 226 0</inkml:trace>
  <inkml:trace contextRef="#ctx0" brushRef="#br0" timeOffset="32380.99">23734 6147 304 0,'0'-2'295'0,"0"2"-25"16,0-8-29-16,4 4-20 0,0 1-26 0,1 0-18 0,4 1-16 0,2-1-6 16,1 1-28-16,2 2-12 0,6 3-14 0,-5 1-11 15,3 0-8-15,0 3-6 0,-4 2-9 0,-1 3-5 16,2 3-5-16,-3-3-2 0,-2 5-11 0,-3 0-3 15,-2 1-3-15,-4 2-8 0,1 3-3 0,-4-4 2 16,-2 1-2-16,-1-2-5 0,1-2-3 0,0 0-1 16,0-4-5-16,2-3 3 15,-1-3-3-15,2 1 2 0,-2 0-3 0,3-4 3 16,-1 3-2-16,0-1 8 0,1-5 15 0,6 5 12 16,2-4 4-16,6 0 1 0,5-2-7 0,3-2-1 15,7 2-9-15,3-5 2 0,-4-1 7 0,2 4 2 16,-1-4-4-16,-8 3-4 0,7-1-5 0,-8 1 2 15,-1 0-5-15,-6 1-4 0,1 1-6 0,-5-1 5 16,0 1-6-16,-4 1-9 0,1 0 0 0,1 0-13 0,-3-1-6 0,-4 2-27 16,5-1-30-16,-5 1-25 0,0 0-22 0,0 0-29 15,0 0-39-15,0 0-48 0,0 0-297 0,-9 11-569 16,9-11 252-16</inkml:trace>
  <inkml:trace contextRef="#ctx0" brushRef="#br0" timeOffset="33700.01">24568 6648 61 0,'0'0'123'16,"-6"0"-4"-16,6 0-12 0,0 0 5 0,-8 1 0 16,8-1-5-16,0 0-6 0,-6 0-6 0,6 0-2 0,0 0-5 15,0 0-4-15,0 0-11 0,-8 1 0 16,8-1-3-16,0 0 4 0,0 0-4 0,0 0 8 0,0 0 1 0,0 0 1 16,0 0 3-16,0 0-9 0,0 0-5 0,0 0-7 15,0 0-7-15,0 0-4 0,0 0-9 0,0 0 1 16,0 0-7-16,17-5-2 0,-17 5-5 0,8-1-4 15,-8 1 1-15,7-1-7 0,-7 1 0 0,6 0 0 16,-6 0-1-16,0 0-7 0,6-2 6 0,-6 2-7 0,0 0 3 16,0 0 5-1,0 0 0-15,0 0 7 0,6-1 0 0,-6 1 1 16,0 0-1-16,0 0-2 0,0 0-1 0,0 0 0 16,0 0-3-16,0 0-2 0,0 0-1 0,0 0-3 15,0 0 0-15,0 0-6 0,0 0 4 0,0 0-1 16,0 0-1-16,0 0 1 0,0 0-2 0,0 0-2 15,0 0 5-15,0 0 3 0,0 0 0 0,0 0 4 16,8 0 2-16,-8 0-4 0,0 0 0 0,0 0-1 0,0 0-1 0,0 0 0 16,0 0-1-16,0 0 0 0,0 0-5 0,0 0 2 15,0 0-1-15,0 0-2 0,0 0 1 0,0 0-2 16,0 0 1-16,0 0-4 0,0 0 2 0,0 0-1 16,0 0-1-16,0 0 0 0,0 0 1 0,0 0-2 15,0 0-3-15,0 0 1 0,0 0 3 0,0 0-4 16,0 0 3-16,0 0 1 15,0 0-1-15,0 0-3 0,0 0 0 0,0 0-1 16,0 0-1-16,0 0 4 0,0 0-5 0,0 0 4 16,0 0 0-16,0 0-4 0,0 0 4 0,0 0-1 15,0 0 2-15,0 0-2 0,0 0-1 0,0 0 1 16,0 0-1-16,0 0 0 0,0 0 1 0,0 0 0 16,0 0 2-16,0 0-1 0,0 0-2 0,0 0 1 15,0 0 1-15,0 0 8 0,9 0-8 0,-2 0 4 0,5 0-2 0,6-2 2 16,3 0-1-16,6 0 2 0,5 0-3 0,5-2 1 15,0 0 0-15,14 1-2 0,2-3 1 0,-2 1 3 16,-14 2-3-16,3-1-3 0,-3 3 0 16,-3-3 4-16,-2 1-6 0,-5 1 4 0,-8-1 0 0,0 3 0 15,-7-2-1-15,-5 2-5 0,1-1-4 0,0-1-5 16,-3 0-11 0,-5 2-15-16,9 0-7 0,-9 0-28 0,0 0-13 15,0-3-10-15,0 3-9 0,0 0-8 0,-18-2-15 16,10 2-16-16,-4-1-18 0,0-2-35 0,-1 2-122 0,-1-1-346 15,-4-1 154-15</inkml:trace>
  <inkml:trace contextRef="#ctx0" brushRef="#br0" timeOffset="33916.18">24871 6460 6 0,'-2'-3'298'0,"0"-2"-24"0,2 5-17 15,-2-2-25-15,2 2-21 0,-3-3-25 0,3 3-21 16,0 0-18-16,0 0-23 0,0 0-14 0,0 0-9 0,-5 7-11 0,4 0-10 16,0 3-7-16,1 7-4 0,-2 2-13 0,1 1-4 15,0 6-6-15,-1 2-3 0,0 0-4 0,-2-1-7 16,2 0-32-16,0-1-23 0,1 0-31 0,0-7-21 16,-1 7-51-16,2-9-40 0,-2 0-209 0,1-6-405 15,1 1 179-15</inkml:trace>
  <inkml:trace contextRef="#ctx0" brushRef="#br0" timeOffset="34539.96">25777 6132 105 0,'0'0'146'16,"0"0"-17"-16,0 0-14 0,0 0-16 0,0 0-4 0,0 0-7 0,-4 18-1 16,0-8-14-16,1 5-2 0,-4 2 2 0,0 1-3 15,-5 8-8-15,2 1 3 0,-3 0-3 0,2 2-13 16,-3-2 2-16,3 1-5 0,1-2-7 0,-1 1 1 16,4-9-3-16,1-1-5 0,2-1-2 0,1-4-3 15,1 1-6-15,-2-1 25 0,2-3-5 0,0 1-3 16,1-5 0-1,1 1-2-15,-1 0 6 0,2-2 1 0,-2 0 8 16,2 1 9-16,0-2 6 0,3 0 4 0,1-1 1 0,3-1-2 16,2 0-2-16,3 2-14 0,3-7-6 0,6 4-4 15,-2-3-2-15,1 3-9 0,2-3-12 0,-4 0-25 16,3 3-16-16,-3-3-28 0,0 1-23 16,-1-1-26-16,-1 1-41 0,-6-2-38 0,0 0-178 0,0 0-383 15,-3-1 170-15</inkml:trace>
  <inkml:trace contextRef="#ctx0" brushRef="#br0" timeOffset="34804.68">25899 6436 203 0,'0'0'264'0,"-3"-5"-8"0,3 5-7 0,-3-3-16 15,3 3-22-15,-1-3-22 0,1 3-16 0,0 0-26 16,0 0-20-16,0 0-15 0,0 0-13 0,0 0-13 15,0 0-8-15,-2 17-8 0,0-7-13 0,0 5-3 16,-2 2-9-16,1 3-1 0,-4 3-4 0,2 4-4 16,-1-1-5-16,0 1 2 0,2-2-6 0,2 0-2 0,-2-7 0 15,3 1 0-15,1 0-5 0,1-1 0 0,0-2-11 0,2-1-18 16,-3-3-19-16,1 0-18 0,0 0-30 0,2-3-23 16,1 1-33-16,-2-5-34 0,2 2-64 0,0-4-137 15,-1-1-399-15,-3-2 177 0</inkml:trace>
  <inkml:trace contextRef="#ctx0" brushRef="#br0" timeOffset="35272.74">26223 6384 146 0,'1'-5'290'0,"3"2"-30"0,-1-1-24 16,-1 2-22-16,2-1-31 0,0 1-17 16,2 0-17-16,-6 2-16 0,13 2-15 0,-4 3-9 15,3 0-15-15,-5 4-8 0,4 3-12 0,0 5-4 16,-3 2-11-16,-1 5-3 0,0 2-8 0,-4-1-2 0,-5 2-5 16,-3 0-4-16,0-3-3 0,-3 2-4 0,-2-1-1 15,-3-3-3-15,2 2-3 0,2-10 4 0,0 1-6 0,0-1-3 16,2-4-1-16,0 0 1 0,0-1 1 0,6-3 2 15,-3-1-2-15,-1 0 17 0,3-1 23 0,-1-1 46 16,0-1 19-16,3-2 36 0,0 0-8 0,0 0-18 16,0 0-9-16,8-13-16 0,0 1-10 0,2 1-8 15,4-2-10-15,3-7-6 0,1-2-18 0,5-1 3 16,-5-2-13-16,5 0-4 16,-1-1-2-16,3 1-7 0,-6 0-3 0,0 6 0 15,-10 3-8-15,2 3 6 0,-3 5-7 0,-3 3 7 16,-1 1-6-16,1-1-15 0,-2 0-25 0,-1 1-35 15,2 1-32-15,-4 3 2 0,0 0 7 0,0 0 2 16,-4 20 11-16,-3-6 1 0,0 2 20 0,1 3-4 16,-3 5 5-16,0 0 4 0,5-3 2 0,0-1 6 15,7 3 3-15,-2-4-11 0,4-1-7 0,4 0-12 0,8 2-25 0,-3-5-29 16,4-5-59-16,6 2-68 0,7-2-309 0,1-5-588 16,2-5 261-16</inkml:trace>
  <inkml:trace contextRef="#ctx0" brushRef="#br0" timeOffset="36021.36">27042 6549 78 0,'-6'1'177'0,"0"-1"-14"0,0 1-13 16,6-1-5 0,-9 2 0-16,9-2 2 0,0 0-5 0,-6 0-13 15,6 0-9-15,0 0-10 0,0 0-11 0,0 0 0 16,0 0-8-16,0 0-4 0,0 0-1 0,0 0-3 15,0 0 0-15,0 0-1 0,0 0-1 0,0 0 2 16,0 0-5-16,0 0-2 0,0 0-5 0,0 0-7 16,0 0-6-16,0 0-4 0,0 0-8 0,0 0 1 15,0 0-9-15,0 0-2 0,0 0-4 0,0 0-4 0,0 0 0 0,0 0-4 16,0 0-5-16,0 0-4 0,0 0 0 0,0 0-3 16,0 0 0-16,17 2-1 0,-17-2-1 0,0 0 1 15,0 0-3-15,0 0 0 0,0 0-2 0,0 0 4 16,0 0 1-16,0 0 3 0,0 0-2 0,0 0 1 15,0 0-1-15,0 0 1 0,0 0 0 0,0 0-1 16,0 0 0-16,0 0-2 16,0 0 2-16,0 0-1 0,0 0-1 0,0 0-1 15,0 0 1-15,0 0-3 0,0 0-2 0,0 0 2 16,0 0 1-16,0 0-5 0,0 0 0 0,0 0 3 16,0 0 2-16,0 0-1 0,0 0 0 0,0 0 1 15,12 0 1-15,-3-1-6 0,9 0 1 0,0-1 10 16,5 0-11-16,5-2 1 0,4 1 0 0,3-2-1 15,-1 2-3-15,3-2 1 0,4 0 2 0,10-2 2 0,-11 5-1 0,-3-4-6 16,1 1-11-16,-4 1 5 0,-4-2-17 0,-2 0-17 16,-10 4-13-16,-2-1-15 0,-5-1-28 0,-1 1-39 15,-3 1-36-15,-2-3-35 0,-3 1-51 16,-4-1-143-16,-2 1-434 0,-2-2 192 0</inkml:trace>
  <inkml:trace contextRef="#ctx0" brushRef="#br0" timeOffset="36259.67">27290 6384 229 0,'-2'-5'346'0,"0"2"-7"16,2-1-4-16,0 4-10 16,0-5-23-16,0 5-19 0,0-4-37 0,0 4-22 15,-4-3-23-15,4 3-40 0,0 0-33 0,0 0-29 16,0 0-10-16,0 0-18 0,-3 22-3 0,1-8-12 15,2 6 1-15,-3 7-6 0,1 1-10 0,0 1 5 16,0 0-4-16,4 3-4 0,0-3-6 0,3 2-32 16,-3-3-25-16,3-2-38 0,-3 2-35 0,3-3-45 15,3-1-64-15,-3-5-73 0,-1-6-220 0,-2-1-539 0,2-8 238 0</inkml:trace>
  <inkml:trace contextRef="#ctx0" brushRef="#br0" timeOffset="36645.01">28004 6221 185 0,'2'-4'392'0,"-1"2"-7"16,-1 2-11-16,1-5-36 0,-1 5-35 0,0 0-34 15,3-3-16-15,-3 3-48 0,0 0-35 0,0 0-40 16,0 0-16-16,2 10-12 0,-3 7-12 0,-4 8-15 16,2 5-6-16,-7 2-8 0,8 17-3 0,-6-3-5 15,4 0-1-15,-1 0-40 0,1-12-39 0,3 1-47 16,-3 0-64-16,3 1-78 0,-3-5-324 0,0-2-584 16,0-12 259-16</inkml:trace>
  <inkml:trace contextRef="#ctx0" brushRef="#br0" timeOffset="59219.71">2757 10372 79 0,'0'0'227'0,"0"-7"-4"0,0 7-9 0,0-5-11 16,-3 0-3-16,3 2-7 0,-1-2-6 0,1 5-6 15,0-8-2-15,1 4-10 0,-1 0 4 0,0-1-11 16,0 0-10-16,0 1-8 0,0-2-8 0,3 5-5 0,-3 1-18 16,0-5-12-16,0 5-13 0,0 0-13 0,0-4-7 15,0 4-15-15,0 0-30 0,0 0-29 0,0 0-30 16,0 0-13-16,0 0 5 0,-3 16 5 0,2-2 1 0,-1 6 4 15,-1 5 3-15,-1 4 7 0,-1 1-2 16,3-1-1-16,-1 7 6 0,-1-7 1 0,2 2 0 16,-2-1 5-16,1-2 0 0,3-2 4 0,-1-1-1 0,-3-5 3 0,4-6 0 15,-1-2 1-15,0 0 4 0,1-4-2 0,0 1 0 16,0-4 6-16,-2 2-4 0,2-3 5 0,0 0 1 16,0 0 0-16,0-4 7 0,0 5 3 0,0-5 6 15,0 0-1-15,0 6 0 0,0-6-2 0,2 2-1 16,-2-2 6-16,0 0-8 0,0 0-20 0,0 0-23 15,0 0-34-15,-2 5-33 16,2-5-40-16,0 0-82 0,0 0-204 0,0 0-458 16,0 0 203-16</inkml:trace>
  <inkml:trace contextRef="#ctx0" brushRef="#br0" timeOffset="59999.7">2772 10811 44 0,'0'0'139'0,"-6"1"7"0,6-1 11 0,0 0 1 16,-5 3-1-16,5-3-10 0,0 0-6 0,0 0-12 16,0 0-8-16,-4 2-12 0,4-2-12 0,0 0-7 15,0 0-5-15,0 0-3 0,0 0-4 0,0 0-2 16,0 0-4-16,0 0-8 0,0 0-4 0,0 0-1 15,0 0-9-15,0 0-3 16,0 0-5-16,0 0-5 0,0 0-4 0,0 0 3 16,0 0-4-16,0 0-5 0,0 0-6 0,0 0-3 15,0 0 1-15,0 0-5 0,-4 2 3 0,4-2 0 16,0 0 0-16,0 0 0 0,0 0-7 16,0 0 2-16,0 0 7 0,0 0-6 0,0 0-2 0,0 0 1 15,0 0 1-15,0 0-4 0,0 0 3 0,0 0-7 16,0 0 4-16,0 0-5 0,0 0 3 0,0 0-3 0,0 0 2 15,0 0-3-15,0 0-1 0,0 0-1 0,0 0 0 16,0 0 5-16,0 0-2 0,0 0-2 0,27-2-4 0,-9 0 5 16,10-2 0-16,3 0-1 0,3 2 2 15,1-3-4-15,3-1 3 0,-1 2 2 0,0-1-4 16,-1-1 3-16,-1 3-1 0,-3 0 1 0,1-1 0 16,-5-1-1-16,-8 2 3 15,-2 1-6-15,-4 0 6 0,-1 0-6 0,-3-1 3 16,-3 3-1-16,-1 0-2 0,-6 0-1 0,10-1 4 15,-5 1 2-15,-5 0-5 0,7-2 0 0,-7 2-4 16,5-2-7-16,-5 2-9 0,0 0-14 0,0 0-13 16,0 0-18-16,0 0-22 0,0 0-35 0,-1 8-41 15,1-8-57-15,-9 5-132 0,9-5-380 0,-3 4 168 16</inkml:trace>
  <inkml:trace contextRef="#ctx0" brushRef="#br0" timeOffset="60638.99">3637 10803 82 0,'-5'2'152'15,"5"-2"-13"-15,0 0-4 0,0 0-2 0,0 0-14 16,0 0 4-16,0 0-7 0,0 0-9 0,0 0-11 0,0 0-4 16,0 0-16-16,0 0-5 0,0 0-15 15,18-8-10-15,-8 4-13 0,2 0-8 0,1-2-12 16,5-1-4-16,-3 0-10 0,3 0-5 0,0 0 3 16,-2-2-6-16,4 0-2 15,-6 1 10-15,6-4-4 0,-3 2 3 0,-5-2-1 16,4 2 4-16,-2-3 11 0,-4 2 9 0,0 2 15 15,-2-4 4-15,0 3 13 0,-2-1 5 0,-3 0 14 16,2 1 4-16,-5 0-2 0,1 1-1 0,-2 1-6 16,-3-2-11-16,0 1-2 0,-1 1-7 0,1 1-4 15,-2 2-10-15,-7 0-4 0,4 1-3 0,-3 1-2 16,-2 3-2-16,0 0-7 0,-4 3 0 0,2 1-3 0,-3 3-7 0,0 2-3 16,2 0 3-16,-4 7-7 0,0 2 3 0,1 2-1 15,4 1-1-15,2 0-1 0,-3 4-1 0,7-3 4 16,2 2-5-16,2 1 3 0,4-6-1 0,2 0 1 15,2-2 2-15,3 0 4 0,4-1-2 0,0-4-1 16,6 0 8-16,2-4 0 0,11 1 2 0,3-4-1 16,5-4-3-1,-1-4-21-15,2-4-22 0,3 0-41 0,11-5-45 0,-2-5-40 16,-14 4-206-16,-3-1-395 0,-1-5 175 0</inkml:trace>
  <inkml:trace contextRef="#ctx0" brushRef="#br0" timeOffset="60955.3">4218 10316 189 0,'0'0'345'0,"0"0"-6"0,0-5-42 0,0 5-34 0,0 0-28 16,-2-4-20-16,2 4-29 0,0 0-20 0,0 0-18 0,0 0-24 15,0 0-27-15,0 0-14 0,0 0-12 0,4 12-13 16,-1 0-6-16,-1 4-13 0,2 9-3 0,0-1-4 16,0 3-1-16,2 1-4 0,-2 1-3 0,1-2-4 15,-2 1 2-15,1-2-5 0,-1-2 2 0,4-4-1 16,-6-1-6-16,1-3 12 0,1 1-8 0,-2-6-3 16,3 4 3-16,-2-3-15 15,0 0-19-15,-1-5-11 0,2 4-15 0,-3-6-21 16,0 3-20-16,1-2-31 0,-1-3-29 0,4 2-33 15,-4 0-46-15,1-2-165 0,-1-3-421 0,0 0 187 16</inkml:trace>
  <inkml:trace contextRef="#ctx0" brushRef="#br0" timeOffset="61356.39">4234 10619 119 0,'-2'2'252'0,"2"-2"-24"0,-7 2-25 0,7-2-21 16,-4 1-10-16,4-1-8 0,0 0 4 0,0 0-2 0,0 0-4 15,-6 2-10-15,6-2-9 0,0 0-16 0,0 0-12 16,0 0-8-16,0 0-12 0,0 0-12 0,0 0-6 0,0 0-8 16,37-3-9-16,-14 2-2 0,9-3-8 0,5 0-3 0,18-1-9 15,3 1-3-15,-1-4-5 0,3 5-1 0,-1-3-4 16,0 3-2-16,-3-3-1 0,-1 5-4 16,-18 0-2-16,0-4 1 0,-4 4-1 0,-6-2-5 15,-9 2 1-15,-3-1 1 0,-3 1 5 0,-4 0 5 0,-1 1 2 16,2-1 1-1,-3 1-3-15,-6 0-2 0,7-1-1 0,-7 1-14 16,7 0-11-16,-7 0-17 0,0 0-31 0,0 0-47 16,0 0-57-16,0 0-91 0,-20 2-233 0,11-2-519 15,-1-1 230-15</inkml:trace>
  <inkml:trace contextRef="#ctx0" brushRef="#br0" timeOffset="67841.62">6831 10340 42 0,'0'0'171'0,"-3"-2"-11"0,3 2-7 0,0 0-1 15,0 0-9-15,0 0-8 0,0 0-3 16,-1-4-6-16,1 4-1 0,0 0-8 0,0 0-5 0,0 0-6 16,0 0-4-16,0 0-7 0,0 0-7 0,0 0-6 15,0 0-7-15,0 0-4 0,0 0-4 0,0 0-5 16,0 0-5-16,0 0-6 0,0 0-2 0,0 0-6 15,0 0 0-15,0 0 0 0,0 0-4 0,0 0-5 0,0 0 1 0,0 0-7 16,0 0-3-16,0 0-2 0,0 0-3 0,0 0-3 16,10-4-2-16,0 2-2 0,3 0-5 15,0 2 1-15,6-3 6 0,4 1-12 0,8-1 0 16,-2 2 0-16,3 1 4 0,1 1-9 0,1 2 1 0,-4 0 3 16,1 1-3-16,1 2 3 0,-10 0-2 0,-3-2-6 15,0 4-7 1,0 0 1-16,-4 1-7 0,-3-1-5 0,-2 0-3 15,-1 2-5-15,-5 2-2 0,2-1-1 0,-6 1-2 16,-3 5 3-16,-3-3 3 0,-4 3 6 0,0-2-2 16,-4-1 2-16,0 1 4 0,-3-4 6 0,2 2-3 15,-8 2 2-15,5-5 5 0,0-1-1 0,3 3 5 16,3-7-4-16,-2 2-2 0,4-2 6 0,1-2 2 16,1 2-4-16,2-4-3 0,2 3 6 0,-1 0-6 0,1-2-1 0,4-2 6 15,-2 3 1-15,2-3 0 0,0 0-1 0,15 5 5 16,-4-2 0-16,6-2 0 0,2 2 1 0,2-2 1 15,-1 0-7-15,2 4 5 0,5 0-3 0,-1 0 1 16,-6-3-3-16,0 3 1 0,-1 2 1 0,1-3 3 16,-3 3-2-16,0 2 3 0,-3 0 0 0,0 1-4 15,-3 0 6-15,-4-3-4 16,1 5 0-16,-4-3-2 0,-2 2-1 0,-2 0 2 16,-5 1 0-16,-4 1 7 0,-5 0-1 0,-5 3 2 15,-7-1 1-15,-2-4 2 0,-1 0 4 0,-2 2 5 16,-4-5-1-16,1 1 9 0,-2-4 2 0,-2 4 5 15,0-7 3-15,2 0 10 0,0 0 0 0,3-2 4 16,2 0 5-16,0 0 11 0,12 0 9 0,0 0 9 16,8 0 14-16,-1 0 10 0,5 0 2 0,0 0-2 0,1 0-4 0,6 0-6 15,-8 0 12-15,8 0-15 0,-8-2-4 0,8 2-8 16,0 0-14-16,-9 0-2 0,9 0-9 0,0 0-9 16,-3-2-10-16,3 2-7 0,0 0-7 0,0 0-16 15,0 0-9-15,0 0-15 0,0 0-7 0,0 0-32 16,0 0-19-16,-6-2-31 0,6 2-20 0,0 0-32 15,0 0-38-15,18-7-43 16,-6 5-58-16,-2 0-176 0,5-3-510 16,2-2 226-16</inkml:trace>
  <inkml:trace contextRef="#ctx0" brushRef="#br0" timeOffset="68490.03">7646 10490 106 0,'4'-4'214'0,"1"2"-22"16,3-1-22-16,2 0-14 0,-1-1-23 0,5 3-11 16,-1-1-13-16,6 0-13 0,0 2-9 0,0 3-10 15,-1-1-3-15,0 4-1 0,1 0-12 16,-1 2-8-16,0 3 0 0,-3-1-8 0,-1 3-6 0,-2 1-4 15,-3 1-2-15,-2 2-8 0,-2 1 2 0,-3 0-4 16,-2 1 2-16,-3 0-4 0,-3 7-1 0,-6-1-3 16,2 0 3-16,-2-2-4 0,-1-3 1 0,-2-4-4 0,0-1 5 15,1-3 0-15,0 2 1 0,4-3-2 0,1-4 5 0,-3-1 4 16,7-1-1-16,0 0 12 0,1-1 19 0,0-2 16 16,-1 2 30-16,3-1 28 0,2-3 16 15,0 0-10-15,0 0-12 0,-3-10-17 0,7 0-12 16,6-2-10-16,3-10-11 0,6-2-5 0,1-5-6 0,1 3-9 15,3 0-5 1,1 0-7-16,-2 1-5 0,1 3-6 0,-1 2-3 16,-4 2-3-16,-5 5 1 0,0 3-6 0,-5 3-4 15,-1-1 5-15,0 3-6 0,-2-2-5 0,-1 5-4 16,-2-2-1-16,-1 1-4 0,2 1-15 0,-4 2-14 16,0 0-12-16,5-1 3 0,-5 1-1 0,0 0 1 15,-2 12 3-15,2 0-5 0,-4 2 4 0,1 1 7 16,1 4-1-16,-1-2 1 0,2 0 13 0,1 10-4 0,1-10 3 0,4 4-1 15,5-1 4-15,2-3 3 0,6 3-7 0,5-3-15 16,4-5-32-16,7-1-47 0,3-6-56 0,21 1-77 16,-5-5-235-16,2-1-516 0,-5-2 228 0</inkml:trace>
  <inkml:trace contextRef="#ctx0" brushRef="#br0" timeOffset="69075.89">8782 10701 33 0,'-5'2'128'0,"5"-2"1"0,0 0-2 16,0 0 0-16,-8 0-4 0,8 0-7 0,0 0 1 15,-4 3-12-15,4-3-7 0,0 0-3 0,0 0-7 16,0 0-4-16,0 0 1 0,0 0-3 0,0 0 0 16,0 0 2-16,0 0 3 0,0 0 0 0,0 0 0 15,0 0-3-15,-6 0-6 0,6 0-5 0,0 0-3 0,0 0-6 16,0 0-4-16,0 0-8 0,0 0-1 0,28-5-2 0,-7 4-4 15,9-1 0-15,5-2-3 0,3 2-2 0,15-4 4 16,1 1 7-16,1 0 5 0,2 1-2 0,-1 0-8 16,-5-3-3-16,0 6-2 0,-14-2-4 0,-1 1-6 15,1-2-1-15,-5 1-4 0,-2-1-12 0,-8 3-1 16,0-2-4-16,-4-1 3 0,-5 4-4 0,-3-1-3 16,-4-1-5-16,2 2-14 15,-4-2-10-15,-3 0-22 0,-1 2-31 0,0 0-24 16,0 0-27-16,-13-3-18 0,2 1-20 0,-2 0-30 15,-5 1-195-15,0-1-421 0,-1 2 187 0</inkml:trace>
  <inkml:trace contextRef="#ctx0" brushRef="#br0" timeOffset="69329.86">9191 10539 196 0,'-4'-8'341'15,"1"1"-7"-15,0 2-2 0,2 0-9 0,-2 1-1 16,2-1-13-16,-1 1-22 0,0 0-31 0,2 4-25 16,-4-4-30-16,4 4-25 0,-1-3-30 0,1 3-34 0,0 0-43 0,0 0-16 15,0 0-10-15,2 17-5 0,0-5-1 0,0 8-3 16,-1 5-2-16,3 7-12 0,2-2 0 0,0 1 2 16,0 1-18-16,2-3-21 0,-2 0-32 0,3-2-28 15,-1 0-37-15,1-2-43 0,-3-6-68 0,0-2-103 16,2-1-168-16,-1-9-536 0,0 1 237 0</inkml:trace>
  <inkml:trace contextRef="#ctx0" brushRef="#br0" timeOffset="70294.75">9896 10420 17 0,'4'-2'161'0,"-3"-2"-10"0,5 2-6 15,1-2-11-15,-3 0-9 16,5 1-4-16,4 0-9 0,-2-1-13 0,2 1-4 16,5 1-7-16,0 2-6 0,1-4-9 0,3 4-5 15,-3 0-8-15,3 4-9 0,-2-4-6 0,-1 2 6 16,0 2-16-16,-1 2-1 0,0 1-1 0,-5-1-6 16,1 3-6-16,0 3 0 0,-5-3-3 0,-3 2-5 15,2 3 1-15,-4 5-5 0,-2-2 5 0,-4 4-3 16,-4 3-2-16,-3 3-4 0,-3-3 4 0,-6 1 1 0,-1 0-2 0,-2 1 2 15,-1 0-2-15,-1 0-3 0,-3-1 2 0,2-6 5 16,-1 1 0-16,1-3 0 0,1-1 6 0,9-6 5 16,-4 2-3-16,9-5 3 0,-2-1 6 0,3 0 0 15,0-2 12-15,2-1 21 0,2 1 22 0,-1-3 24 16,0 0 22-16,2 1 24 0,3-2 14 0,0 0-6 16,0 0-16-16,0 0-19 15,-3-11-14-15,5 3-10 0,2 1-9 0,1-3-7 16,1 0-6-16,2-2-17 0,-1 5-9 0,-1-3-2 15,1 1-2-15,1 1-10 0,0 1-7 0,-4 4-5 16,2-1-5-16,3 1-8 0,-1 1-5 0,-2 2-7 16,2 1-3-16,5 3 10 0,-3 0-14 0,5 4 1 15,-1 1-4-15,1 1-2 0,0 2-12 0,-1 3-1 16,0-4-11-16,-1 4 1 0,3-1 2 0,-3-3-7 0,2 1 11 16,-3-3-12-16,-1-1 6 0,1 0 0 0,-3-2 9 0,1-3 6 15,-2-1-1-15,2-1 2 0,1-2 9 0,1-2 0 16,-2-1 4-16,3-3 4 0,-2 2 11 0,3-3-3 15,-1-4-1-15,-4 3 11 0,5-2-1 0,-5-3 5 16,0 0 1-16,1-1 1 0,-2 6 3 0,-2-1 6 16,2 3-5-16,-2 0-4 15,1 2-7-15,-5 0-3 0,2 0-5 0,0 2-4 16,-1-1-22-16,3 2-27 0,-2 1-25 16,2-3-27-16,2 4-35 0,1 2-49 0,5-1-70 0,-1-2-317 15,6 2-610-15,-4-4 270 0</inkml:trace>
  <inkml:trace contextRef="#ctx0" brushRef="#br0" timeOffset="70828.28">11063 10560 112 0,'-5'1'144'0,"5"-1"5"0,0 0-8 0,0 0 0 16,0 0-8-16,0 0-3 0,-8 0-2 0,8 0-2 0,0 0-11 0,0 0-1 16,0 0-4-16,0 0-4 0,0 0-6 0,0 0-2 15,0 0-2-15,0 0-8 0,0 0-4 0,0 0-3 16,0 0-6-16,0 0 3 0,0 0-23 0,0 0-4 15,26-3-6-15,-13 2-3 0,7 0-2 0,8-4-6 16,3 5-3-16,2-2-3 0,2-1-5 0,4 1 3 16,2 1-4-16,-3 0 1 15,-1-1 2-15,-2 1-4 0,-1-2-1 0,-7 2-2 16,-5 1-2-16,0 0-1 0,-7 0 1 0,-4 0-3 16,-3-1-4-16,0 1 7 0,-2 0-9 0,-6 0-14 15,12 0-19-15,-10 1-15 0,-2-1-15 0,0 0-14 16,0 0-40-16,0 0-38 0,-21 5-38 0,8-3-198 15,-1-1-415-15,2 0 183 0</inkml:trace>
  <inkml:trace contextRef="#ctx0" brushRef="#br0" timeOffset="71165.31">11166 10776 51 0,'-5'0'226'0,"5"0"-20"0,-7 4-9 16,7-4-16-16,-4 1-10 0,4-1-6 0,0 0-5 16,14 3-5-16,-1-4-13 0,8-1-16 15,14 1-12-15,-2-1-11 0,7 0-8 16,15-1-9-16,-16 2-12 0,15 2-5 0,0-5-6 15,-17 2-9-15,1 2-3 0,-2-3-4 0,-2 0-6 16,-12 1-4-16,-4 2-2 0,1-3-1 0,-7 2 3 0,-1 1 5 16,-5 0 5-16,2-1 3 0,-1 1 0 0,-2-2-3 15,-5 2-7-15,9-1-5 0,-9 1-26 16,0 0-26-16,0 0-25 0,0 0-39 0,-21-2-51 0,13 2-36 0,1 2-72 16,-6-4-154-16,4 2-426 0,9 0 189 0</inkml:trace>
  <inkml:trace contextRef="#ctx0" brushRef="#br0" timeOffset="72315.27">12476 10626 59 0,'-4'2'109'0,"4"-2"-6"0,0 0-5 0,0 0-10 16,0 0-4-16,-2 2-4 0,2-2-9 0,0 0-6 15,0 0 8-15,0 0-1 0,0 0 11 0,0 0 4 16,0 0 1-16,0 0-3 0,24-4-13 0,-12 2-3 0,8-3-7 16,8-2-6-16,-1-1-6 0,7 0-4 0,0-3-2 15,1 1 1-15,3-1-8 0,10-4-7 0,-12 5-5 0,-2-3 6 16,1-1-5-16,-3 0-6 0,-3-1 0 0,2 0 5 15,-7-2-4-15,-1 3 12 0,-6 4 5 0,-2-5 4 16,-2 3 8-16,-3 1 1 0,-4-1 4 0,1 1 4 16,-5 2 6-16,2 0 0 0,-2 1-5 0,-4 1-5 15,0-2-9-15,-1 2-4 0,-2 1-8 0,-3 0-2 0,-3 1-6 16,-2 2-6-16,-6 2-1 0,1 1 4 0,-4 1-9 0,-6 4 0 16,0 3-5-16,0 1-2 0,1 5-2 0,0 0-3 15,-2 4-1-15,2 1-2 0,4 4 3 0,0 2-4 16,0 0-1-16,4 3 0 0,4-1-2 0,0 1 3 15,5-3-2-15,7 4 4 0,3-12 1 0,3 7 3 16,7-6 5-16,3 5 2 0,6-5 3 0,3-1 5 16,5-3 8-16,9-6-4 15,2 0-4-15,16-5-4 0,2-1-1 0,-1-2 3 16,0-4-5-16,-17 1 1 0,-2-3 0 0,-4 2 2 16,-4-7-16-16,-6 5-11 0,-3 1-18 0,-9-2-27 15,2 1-35-15,-3-2-60 0,-3-1-49 0,-6 1-208 16,0 0-444-16,-5-2 197 0</inkml:trace>
  <inkml:trace contextRef="#ctx0" brushRef="#br0" timeOffset="72818.85">13414 9811 16 0,'0'0'289'0,"0"-3"-8"16,1-1-12-16,-1 4-11 0,3-3-9 0,-3 3-15 16,0 0-17-16,0 0-20 0,0 0-17 0,0-5-17 15,0 5-18-15,0 0-21 0,0 0-12 0,0 0-19 16,0 0-24-16,0 0-23 16,0 0-12-16,0 0-5 0,0 0-7 0,0 17-1 15,0-5-4-15,0 3-5 0,-3 2 7 0,3 7-13 16,-2 5 5-16,2 2-2 0,-4-1-3 0,0 0-4 15,-1 0 1-15,1-4 1 0,3 3 0 0,1 0-3 16,0-5-1-16,-3-4 4 0,2-3 0 0,-1 1-2 16,2-5 0-16,0-1-1 0,2 0 1 0,-2-2 2 15,0 0-1-15,1-3 2 0,3-2 2 0,-4 2-2 0,3 0 4 0,-2-5 5 16,2 4 0-16,3-3 2 0,-1 2 2 16,4-2 1-16,5 0-4 0,4-1 3 0,4-1-4 0,6-2-6 15,4-1-28-15,-2-3-43 0,2 1-61 0,0-5-78 16,2 1-285-16,-2-4-526 0,-4 0 233 0</inkml:trace>
  <inkml:trace contextRef="#ctx0" brushRef="#br0" timeOffset="73355.37">13298 10071 5 0,'0'0'219'0,"0"0"-1"16,-5 1-3-16,5-1-1 0,0 0-3 0,0 0-1 15,0 0-6-15,0 0-10 0,0 0-9 16,0 0-5-16,0 0-17 0,0 0-6 0,0 0-4 16,0 0-18-16,0 0-13 0,0 0-8 0,0 0-10 0,0 0-13 15,0 0-7-15,0 0-7 0,0 0-8 0,25-7-8 0,-5 4-6 16,10 1-4-16,8-1-6 0,15-7-8 0,1 6-3 16,0 0-2-16,1-2-3 0,-1 4 0 0,-17-1-6 0,-2 1-2 15,-2-2-1-15,-4 3-6 0,-6-1 2 0,-5-3-3 16,0 5 3-16,-6 0-4 0,-2-3-14 15,-4 3-12-15,2-1-24 0,-3 1-31 0,-5 0-33 16,0 0-45-16,0 0-81 0,0 0-311 0,-14 8-584 0,0-8 259 0</inkml:trace>
  <inkml:trace contextRef="#ctx0" brushRef="#br0" timeOffset="76272.63">15134 10979 24 0,'0'0'250'15,"1"-4"-5"-15,3 1-7 0,-3 0-7 0,-1 3-6 16,3-4-11-16,-3 4-6 0,4-4-13 0,-4 4-20 0,1-4-4 0,-1 4-30 15,0 0-17-15,0 0-19 0,4-2-19 0,-4 2-27 16,0 0-34-16,0 0-21 0,0 0-5 0,0 0-4 16,-9 12 2-16,0-4-1 0,-5 6-12 0,-9 3-20 15,-1 5-44-15,-2 0-59 0,-1 1-75 0,-1-3-157 16,0-3-401-16,5-1 177 0</inkml:trace>
  <inkml:trace contextRef="#ctx0" brushRef="#br0" timeOffset="77027.5">17179 10151 162 0,'-3'-4'281'0,"3"0"-14"0,0-1-12 16,0 5-15-16,0-7-15 0,0 3-23 0,0 4-12 15,0-5-19-15,0 5-23 0,3-4-20 0,-3 4-15 16,0 0-17-16,0 0-27 0,0 0-25 0,0 0-6 0,0 0-2 0,-3 26-2 16,2-1-5-16,-3 3-7 0,0 3-3 15,-2 6-2-15,-6 8-2 0,3 0-3 0,-1-9 1 16,1 8-5-16,0-11-2 0,4 0 2 0,-4-1 1 0,4-1-1 15,-1 2 0-15,3-4-3 0,-1-2 3 0,4-6-3 16,-2-2 7-16,2-2-6 0,0 0 0 0,2-1 2 16,-1-7 3-16,3 3 6 0,1-3 1 0,3-1 1 0,2 1-3 15,3-1 1-15,6-3-21 0,1-1-36 0,2-4-55 16,9 0-64-16,0-6-296 0,2-2-490 0,0-2 216 16</inkml:trace>
  <inkml:trace contextRef="#ctx0" brushRef="#br0" timeOffset="77698.1">16901 10571 94 0,'-10'0'184'0,"10"0"-15"0,0 0-9 0,-5 0-12 16,5 0-11-16,0 0-6 0,0 0-8 0,0 0-12 15,-4 3-12-15,4-3-5 0,0 0-9 0,0 0-8 16,0 0-8-16,0 0-4 0,0 0-4 0,0 0 4 15,0 0-3-15,0 0-3 0,0 0 0 0,0 0-3 16,-5 1-2-16,5-1 0 0,0 0 2 0,0 0-11 16,0 0-3-16,0 0-2 15,0 0-3-15,0 0-5 0,0 0-5 0,0 0-1 16,0 0-3-16,0 0-2 0,0 0-3 0,0 0-2 16,0 0 3-16,0 0-4 0,0 0-6 0,0 0 0 15,0 0 1-15,0 0 0 0,0 0 5 0,0 0-5 16,28-1-3-16,-11-2-2 0,5 0 9 0,8-2-16 15,1 2 3-15,2 0 5 0,5-3 3 0,16 0 2 16,-2 0-2-16,1-1 0 0,-2 2 2 0,-13 2-3 0,-3-2 1 16,-2 1-5-16,-5 1 3 0,-8 1 1 0,-3-1-2 0,-3 3 0 15,-4-2-3-15,1 2 3 0,-5 0 0 0,2 0 1 16,-8 0-1-16,10-2 5 0,-7 1-5 0,-3 1-5 16,6-1-5-16,-6 1-9 0,0 0-22 0,0 0-24 15,0 0-28-15,0 0-22 0,-13 6-36 0,9-3-27 16,-1-1-203-16,0 1-406 0,5-3 181 0</inkml:trace>
  <inkml:trace contextRef="#ctx0" brushRef="#br0" timeOffset="77983.39">18097 10522 106 0,'-5'2'263'0,"5"-2"-15"15,0 0-13-15,0 0-18 0,0 0-25 0,-6 0-15 16,6 0-19-16,0 0-15 0,0 0-19 0,17-5-10 15,-5 5-13-15,8-4-11 0,1 0-25 0,7 3-37 16,2-2-52-16,-1 1-58 0,3-2-56 0,-4-2-199 16,-1 4-363-16,-8-1 161 15</inkml:trace>
  <inkml:trace contextRef="#ctx0" brushRef="#br0" timeOffset="78146.2">18207 10657 66 0,'-5'3'242'16,"4"-2"-23"-16,1-1-24 0,0 0-21 0,15 4-12 15,6-4-22-15,8-3-22 0,6 2-44 0,4-3-48 16,16-1-66-16,0 0-190 0,3-2-248 0,-7 0 110 16</inkml:trace>
  <inkml:trace contextRef="#ctx0" brushRef="#br0" timeOffset="78816.48">19238 10669 160 0,'-5'0'199'0,"5"0"-2"0,0 0-9 0,0 0-3 16,0 0-2-16,-8-4-14 0,8 4-14 0,0 0-19 15,12-5-13-15,-8 0-14 0,5 0-7 0,0-2-11 16,9-1-11-16,-3-1-9 0,2 0-4 0,-1-3-5 15,-2 1-5-15,3-3 2 0,-2-1-2 0,6-2 4 16,-3-2 1-16,2 0 3 0,-5-1-2 0,2-3 7 0,1 0-23 0,-5 0-3 16,-1-4-2-16,-1-2 1 0,-1 3-5 0,-1-3 6 15,-1-2 4-15,-3-2 2 0,-1 4-1 16,-2 1 8-16,1-1 3 0,-3 2-7 0,0 9 5 0,0-2 7 16,-2 3-8-16,0 1-2 0,-2 6-6 0,4-2-4 15,-1 4-5-15,-2 2-6 0,3 1-3 0,-1-1-6 16,1 2-21-1,0 4-21-15,-1-5-20 0,-2 3-5 0,3 2 0 0,-10 7 6 16,1 4 2-16,-4 3 4 0,-5 10-1 0,-5 5 2 16,0 13 2-16,-2 1 3 0,-1 5 2 15,3-3-3-15,3-3 4 0,9-8 6 0,0-3-3 16,1 2 2-16,6-3 1 0,0-3-2 0,4-1 4 0,5 2 5 16,4-4 0-16,4-4 7 0,9 0 3 0,3-2 6 15,2-4 0-15,11 0 0 0,16 1-6 0,4-6-32 0,-2-4-51 16,1 3-56-16,2-9-77 0,-3-1-261 0,-3 0-514 15,-16-1 227-15</inkml:trace>
  <inkml:trace contextRef="#ctx0" brushRef="#br0" timeOffset="79349">19926 10420 191 0,'0'0'298'16,"0"-5"-10"-16,0 5-16 0,0 0-11 0,0 0-20 0,0 0-19 0,0 0-26 16,-2-3-21-16,2 3-20 0,0 0-19 0,0 0-17 15,0 0-15-15,0 0-15 0,0 0-5 0,0 0-19 16,0 0-9-16,0 17 0 0,-2-9-11 0,-2 2-4 16,3 3-5-16,-3 3-2 0,0 1-3 0,0 0-5 15,-1-1 0-15,-1 0-5 0,2 2-4 0,0-7 0 16,3 5 3-16,-3-6-4 15,2-1-1-15,0-3-4 0,0 1 6 0,1-2 0 16,-1-1-2-16,2-1 7 0,0 1 20 0,0-4 31 16,0 0 34-16,0 5 37 0,0-5-19 0,0 0-3 15,0 0-6-15,16-14-20 0,-4 6-13 0,-1-4-8 16,4 0-12-16,3-3-3 0,2-3-8 0,-4 6-8 16,-2 2-5-16,-1-1 2 0,-4 2-9 0,-1 5 6 15,1-1-15-15,-4 0-7 0,1 3-10 0,-2 0-4 0,2 1-8 0,-6 1-17 16,11 2-4-16,0 1-8 0,-1 2-5 0,1 3-7 15,2 2-20-15,1 4-29 0,0 0-47 0,5 2-61 16,-1 4-84-16,-5-6-355 0,2-3-698 0,-2-2 309 16</inkml:trace>
  <inkml:trace contextRef="#ctx0" brushRef="#br0" timeOffset="80304.75">20824 10101 121 0,'0'0'211'16,"-2"-5"-23"-16,2 5-23 0,0 0-16 0,10-2-15 16,0 2-12-16,-1 0-10 0,4 0-19 0,1 2-6 0,3 2-14 15,2-3-1-15,0 4-9 0,-1 1-8 0,0 0-9 0,1 1-5 16,-3 3 0-16,2-2-9 0,-5 3-1 0,3-1-3 16,-5-3-6-16,-2 3-5 0,-4-1-3 0,4 0-4 15,-7 3-2-15,2-1 3 0,-4 3-8 0,-4-2 3 16,-2 0-6-16,1-1 0 0,-4 0 2 0,0 1 3 15,-5-1 1-15,1 0 2 0,4-4-1 0,-2 1 8 16,-1 0-8-16,2-3-5 0,1 0 4 0,1 1-6 0,2-4 1 0,2 2-2 16,-3 0 4-16,4-2 0 0,-1 0 1 0,4 3-2 15,-2-2 3-15,2-3 0 0,4 7-5 0,-1-1 6 16,6-2-3-16,1 2-2 0,0 1 0 0,2-2 1 16,1 3 4-16,-3 0-6 0,4-1 4 0,2 2-1 15,0 1-7-15,-4 0 5 0,0-2 0 0,-3 0 1 16,-1 2-1-16,-1 0-2 15,1-3-6-15,-4 4 9 0,-2-3-1 0,-1 1-1 16,-2 0 8-16,-5-2 6 0,-1 3-1 0,-3-3-7 16,-1 2 4-16,-6-4-4 0,-3 3 8 0,1-1-2 15,-4-3-3-15,3 1-2 0,-7-1 3 0,6 0 0 16,2-1-3-16,0-3 1 0,1 0 2 0,1 0-4 16,5 1-1-16,3-1 2 0,1 0-8 0,2-1-21 15,6 1-57-15,-8-3-56 0,7 0-196 0,2-3-358 0,6 2 159 0</inkml:trace>
  <inkml:trace contextRef="#ctx0" brushRef="#br0" timeOffset="80805.67">21422 10258 3 0,'11'0'165'0,"1"0"-13"0,2 2-12 16,3 0-12-16,2 4-10 0,0 3-5 0,-1-1-15 16,0 4-6-16,-1 1-6 0,-2 1-16 0,-1 1-3 15,-4 1-7-15,-1 1-1 0,-4 1-11 0,-1-1-3 0,-2 1-13 16,-4 1 3-16,-3-2 2 0,-1 0-3 15,-3 0-3-15,-7 4 0 0,4-6 1 0,-4-2 0 16,2 1 0-16,-1-4 4 0,0 0 4 0,-2-1 5 0,4-2-3 0,-1-4 9 16,5 4 2-16,0-2 10 0,-1-2 17 0,6-1 18 15,-1 1 22-15,0-2 25 0,1 0 28 0,4-1 43 16,0 0-27-16,0 0-20 0,-4-8-22 0,6 2-9 16,5-3-17-16,2-7-15 0,5 4-14 0,4-7-5 0,5-2-11 15,1 0-4-15,1 2-15 0,-2 2-9 16,-2 0 1-16,-3 5-10 15,0 2-4-15,-4 0-4 0,-5 2-6 0,0 2-7 16,0 2-2-16,-4 0-7 0,-1 0-14 0,0 3-27 16,-4 1-20-16,5-1-17 0,-5 1 0 0,0 0-2 15,9 6 2-15,-9 1 0 0,0-1 5 0,0 3 7 16,-4 4 5-16,4 2-3 0,0 2 9 0,4-1 10 16,-3-1-12-16,4 1-24 0,3-1-21 0,0 1-27 15,6-1-42-15,1-5-64 0,5-1-268 0,11-1-534 0,-1-1 237 0</inkml:trace>
  <inkml:trace contextRef="#ctx0" brushRef="#br0" timeOffset="81453.81">22222 10471 45 0,'-7'0'195'16,"7"0"-12"-16,-4 2-2 0,4-2-4 0,0 0-9 15,0 0-6-15,-8 1-10 0,8-1-11 0,0 0-11 16,0 0-12-16,0 0-12 0,0 0-8 0,0 0-6 0,0 0-6 16,0 0-9-16,0 0-5 0,0 0-9 0,0 0-11 15,0 0-4-15,0 0-7 0,0 0-1 0,0 0-6 16,0 0-1-16,0 0-5 0,0 0-3 0,0 0-6 16,0 0-3-16,0 0 2 0,0 0-3 0,0 0-3 15,0 0-3-15,0 0 1 0,0 0-2 0,0 0 0 0,0 0-1 16,0 0 1-16,0 0-1 0,0 0-2 0,0 0-1 15,0 0 0-15,0 0 0 0,0 0-2 0,0 0 17 16,0 0 0-16,0 0 6 0,22-2 10 0,-10 1-9 16,3-1-5-16,6 1 0 0,-1 0-4 0,10-2 2 15,7 1-5-15,0 1 1 0,2-3 2 0,14 1-4 16,1-1-4-16,-14 1 3 16,-1 0-5-16,2-1 0 0,-5 1 2 0,-3-2-11 15,-1 1-13-15,-10-1-15 0,-3 0-11 0,-5 1-12 16,-4 1-21-16,-2 0-36 0,-3-2-33 0,-1 0-15 15,-4 1-38-15,-6 1-169 0,-2-5-394 16,-4 4 174-16</inkml:trace>
  <inkml:trace contextRef="#ctx0" brushRef="#br0" timeOffset="81692.12">22470 10324 91 0,'-4'-5'307'15,"3"2"4"-15,-2-2 2 0,2 1 2 0,1 4-13 16,-2-6-10-16,2 6-26 16,-2-4-22-16,2 4-22 0,0-3-32 0,0 3-20 15,0 0-26-15,0 0-22 0,0 0-38 0,0 0-25 16,0 0-12-16,-4 11-5 0,3-2-6 0,1 3-6 16,0 5-6-16,0 2-5 0,5 10 1 0,-3 0-4 15,1-2-2-15,5 2-26 0,-3 0-27 0,4-2-40 0,-2 1-41 16,2-3-55-16,3-1-76 0,-3-7-250 15,-4 0-543-15,3-8 240 0</inkml:trace>
  <inkml:trace contextRef="#ctx0" brushRef="#br0" timeOffset="82509.95">23063 10077 142 0,'6'-1'180'0,"1"-1"-9"16,4 2-13-16,-3-2-15 0,4 2-13 0,3 0-9 16,0 2-6-16,4 0-14 0,-2 1-5 0,2 2-15 0,-1 0-4 15,-1 2-16-15,-1 1-2 0,0 0-11 0,-2 3 1 16,-4 1-9-16,-1 3-1 0,0-1-5 0,-6 4-4 16,-1 2-6-16,-5 6 4 0,-6 2-6 0,-3 1-3 15,-6 2 2-15,-10 8-1 0,3-12-4 0,-3 1 0 16,1-1-3-16,0-3-6 0,1-1 1 0,0-2 2 15,2 0-3-15,2-4-1 0,7-4 3 0,2-5-1 0,0 2-3 16,7-5 13-16,-2 1 11 0,4-1 23 0,-1-1 34 0,0-2 36 16,5-1 44-16,-5 2 17 0,5-3 25 0,0 0-16 15,0 0-24-15,0 0-18 0,11-13-19 0,-2 5-12 16,3-1-12-16,3-1-10 0,2-2 1 16,2-5-17-16,1 5-9 0,2-2-17 0,-4 3-7 0,-1 3 2 15,-3-2-17 1,-4 5 3-16,0-2-2 0,-1 3-6 0,-2 0-8 15,0 2 2-15,2 0-4 0,-1 2-7 0,-2 0-9 16,3 2 2-16,4 1-3 0,-3 1 0 0,2 2 1 0,-2-1-1 16,1 1 4-16,2 0-6 0,-3 0 7 0,6 5-8 15,-1-2 3-15,-2-3 4 0,2 2-9 16,2-3 7-16,-4 0 6 0,4 0 1 0,0-2 11 16,-2-3-20-16,2 0 8 0,-2 0-1 0,2-3-3 0,-4-2 6 0,0-1-3 15,3 0 6-15,-4-1-8 0,-1 2-1 0,4-3 7 16,-2-1-1-16,-1 1-6 0,-3-1 0 0,1 1-1 15,-5 0-4-15,5 0 4 0,-6 3-3 0,1 0 3 16,-1 1-1-16,0-1 2 0,1 2-8 0,-4 1-14 0,4-1-37 16,-2 0-14-16,-3 3-27 0,5-4-40 0,-4 0-42 15,3 2-43-15,-4 2-54 0,4-4-60 0,-1 0-226 0,-1 0-605 16,2-1 267-16</inkml:trace>
  <inkml:trace contextRef="#ctx0" brushRef="#br0" timeOffset="82810.66">23831 9890 188 0,'0'0'243'0,"-3"-4"-25"0,3 4-25 16,0 0-25-16,3-4-17 0,-3 4-22 0,0 0-12 15,5 13-13-15,-1-1-8 0,6 13-11 0,-2 2-8 0,-2 7-5 0,6 13-2 16,-6 4-7-16,-1 5-5 0,-1 4 1 0,1 1-4 16,-2-1-2-16,-3-3-1 0,1 2-6 0,-5-5 2 15,-2-4-5-15,-6-2-3 0,-2-1-1 0,4-13-1 16,-12 7 0-16,-8 0-2 0,-7-7 0 0,-3-3 0 16,-6-5-17-16,-5 1-22 0,-7-7-38 0,-2 2-61 0,-2-5-85 15,-5-3-203 1,-21-3-422-16,24-9 187 0</inkml:trace>
  <inkml:trace contextRef="#ctx0" brushRef="#br0" timeOffset="83374.5">20828 9772 115 0,'0'0'264'0,"3"-1"-22"0,-3 1-24 0,0 0-28 16,0 0-25-16,0 0-22 0,0 0-21 0,0 0-16 16,-12 16-13-16,1 6-11 0,-2 11-15 0,-10 15 1 15,-13 33-9 1,2 3-8-16,3 0-1 0,3 1-10 0,6-3-5 0,9-23-4 15,8 1 0-15,1 22-2 0,8-27-3 16,9 5 22-16,19 18 7 0,-3-24 5 0,29 11 5 16,7-9-5-16,6-3-2 0,6-9-12 0,-18-17-63 15,30 9-109-15,7-11-287 0,-33-10-448 0,2-6 199 16</inkml:trace>
  <inkml:trace contextRef="#ctx0" brushRef="#br0" timeOffset="91954.4">6240 13278 61 0,'0'0'130'15,"-1"-5"-6"-15,1 5-9 0,0 0-8 0,0 0-5 16,0 0-13-16,0-5-1 0,0 5-9 0,0 0-6 15,0 0-9-15,0 0-4 0,0 0-6 0,0 0 0 16,-5-2-5-16,5 2-1 0,0 0-2 0,0 0-7 0,0 0 3 0,0 0-5 16,0 0 2-16,0 0-4 0,0 0 5 0,0 0-3 15,0 0-1-15,0 0 3 0,0 0 0 0,0 0 1 16,0 0-3-16,0 0-2 0,0 0-4 0,0 0 0 16,-8 0-5-16,8 0 2 0,0 0-2 0,0 0-3 15,0 0-2-15,0 0 1 0,0 0-1 0,0 0-3 16,0 0 3-16,0 0-11 15,0 0 3-15,0 0-1 0,0 0-3 0,0 0 2 16,0 0-2-16,0 0-1 0,22 5-4 0,-5-3 4 16,-3 1-1-16,5-1-3 0,9 3 2 0,-6 0-4 15,7 0 1-15,-2 0 2 0,1 6-4 0,0-4 1 16,0 3-2-16,-1 2 1 0,-8-4-1 0,4 4 3 0,-6 0-1 0,-2 1-5 16,2-1-3-16,-7 3-3 0,-1 0 1 15,-4-1-2-15,-3 2-1 0,-5 1 0 0,-1 1 7 16,-5 0-1-16,-6 3 0 0,2-4-2 0,-7 1 3 15,-1 1-2-15,-2-2 0 0,0 0 3 0,6-5 0 0,-2-1 1 16,0 0-1-16,2-1 1 0,1 1 3 0,1-3-6 16,2-1 3-16,1-2 0 0,3 2 3 15,2-5-6-15,0 3-4 0,4 0-1 0,0-2 3 16,0-1 0-16,3-2 3 16,3 6 0-16,3-3-2 0,6-2 6 0,-1 3-4 15,8-4 2-15,-1 4-4 0,5-1 4 0,4 0 0 16,0 7-3-16,-5-10-1 0,0 4 4 0,6 1-1 15,-2 0 0-15,3-1 2 0,-13 4-2 0,5 0-1 16,-5-1 3-16,1 1-1 0,-7-2 0 0,4 5 1 0,-6-4 1 16,-3 3 0-16,1 2-3 0,-3 0 5 15,-6-1-6-15,1 5 4 0,-11 0 2 0,4 0-2 0,-9-3 0 0,0 4 7 16,-7-5 2-16,-3 2 4 0,-2-2 0 0,-1 0 12 16,-3-2-9-16,-3 0 6 0,-3-2 8 0,2 1 8 15,0-5 12-15,-1 1 10 0,-12 0 3 0,14-2 5 16,1-3 17-16,5 0 10 0,11 0 15 0,0 0 14 15,7 0 5-15,-1 0 2 0,8 0 0 0,-2 0 3 16,-1 0-15-16,9 0 2 0,-10 0-11 0,5 0 10 0,5 0-1 0,-8 0-14 16,8 0-5-16,0 0-14 0,-9 0-9 0,9 0-9 15,0 0-4-15,0 0-5 0,-8-3-8 0,8 3-12 16,0 0-1-16,-1-2-12 0,1 2-12 0,0 0-14 16,0 0-18-16,0 0-25 0,0 0-20 0,0 0-26 15,0 0-27-15,0 0-37 0,0 0-44 0,0 0-56 16,12-7-37-16,-1 3-286 15,-2 3-624-15,5-4 276 0</inkml:trace>
  <inkml:trace contextRef="#ctx0" brushRef="#br0" timeOffset="92656.19">6924 13537 92 0,'4'-4'213'0,"1"-1"-14"15,4 2-16-15,1-4-18 0,1 2-16 0,5 0-11 16,4 2-14-16,-3-1-13 0,5 2-15 15,-3 1-9-15,1 2-7 0,2 1-13 0,-2 4 2 0,1-2-3 16,-2 3-5-16,-1 3-7 0,-4 1-7 0,-1 1-2 0,0 3-5 16,-6 2-3-16,0 0-5 0,-5 1-4 0,-2 7-1 15,-5 0-5-15,-3 1 1 0,-1 1-3 0,-4-1-1 16,-3-2-1-16,1-1 1 0,-2 0-3 0,-1-3-1 0,2-2 1 16,0-2 2-16,2-3 5 0,2 0 2 15,-1-3-2-15,3-1-1 0,2-2-1 0,1-3 0 16,2 3-1-16,-1-5 16 15,2 3 26-15,2-5 22 0,2 0 10 0,-5 5 19 16,5-5-6-16,0 0-11 0,0 0-8 0,10-19-11 16,2 6-5-16,5-8-9 0,2-1-4 0,2-2-11 15,-1-1 6-15,3-1-21 0,3 1-4 0,-6 4-1 16,1-4-3-16,-2 5-4 0,-4 2 0 0,-2 3-1 16,-5 5-3-16,-1 3 6 0,0-2 8 0,-2 3-5 15,-1 0-11-15,-1 1 7 0,-1 2-11 0,2 0-12 0,-2-1-21 0,-2 4-5 16,0 0-5-16,0 0 5 0,0 0 0 0,-8 22 1 15,2-12 2-15,-3 6 3 0,1 1 2 0,1 0 1 16,0 0 2-16,2 3 2 0,-2 6 7 0,5-1 2 16,2-6 1-16,6 5 1 0,0-6-15 0,4-2-18 15,3 1-30-15,11 0-49 0,3-5-68 0,5-3-90 16,1-3-218-16,9-4-531 16,9-4 235-16</inkml:trace>
  <inkml:trace contextRef="#ctx0" brushRef="#br0" timeOffset="93304.55">7738 13769 91 0,'-4'2'188'0,"4"-2"0"0,-9 0-7 0,9 0-6 0,-5 1-9 16,5-1-9-16,-5 2-8 0,5-2-12 0,0 0-11 15,0 0-7-15,0 0-6 0,-5 2-9 0,5-2-2 0,0 0-8 16,0 0-3-16,0 0-6 0,0 0-6 0,0 0-6 15,-5 0-5-15,5 0-9 0,0 0-8 0,0 0-4 0,0 0-1 16,0 0-8-16,0 0-3 0,0 0-4 0,0 0-6 16,0 0-1-16,0 0-2 0,0 0-5 15,0 0 2-15,0 0-2 0,0 0-5 0,0 0-2 16,0 0 1-16,0 0-4 0,0 0-2 16,0 0 2-16,0 0-2 0,0 0 2 15,0 0-1-15,0 0 5 0,0 0-3 0,29-2-2 16,-16 0 3-16,7-1-2 0,11 1-3 0,4-1-1 15,-1-2 2-15,6-2 0 0,13 2-4 0,1-3-1 16,-3 2 1-16,-1-2-2 0,-8 4 2 0,-6-1 1 16,0 1 0-16,-4 1 1 0,-4-2-1 0,-8 5-1 15,-4-4 1-15,-4 3 4 0,-1-1-1 0,0 2-4 0,-3-1-1 0,-3 0-7 16,-3-2-22-16,-2 3-35 0,0 0-19 0,0 0-17 16,-12-5-26-16,0 5-13 0,1 0-15 0,-7 0-17 15,1-3-34-15,-3 3-128 0,2 0-359 0,0 0 159 16</inkml:trace>
  <inkml:trace contextRef="#ctx0" brushRef="#br0" timeOffset="93542.89">8055 13555 70 0,'0'-6'303'0,"0"-2"1"16,-1 4-13-16,1-3-13 0,0 2-18 0,0 1-32 15,0 4-22-15,0-5-29 0,0 5-21 0,0 0-19 0,0 0-19 0,0 0-13 16,0 0-10-16,0 17-12 0,-3-1-7 0,2 3-14 16,-3 6-1-16,3 1-10 0,-2 4-4 15,1 0-5-15,-1 2 1 0,3 1-7 0,0-1 5 0,4-3-22 16,-3-4-37-16,3 2-38 0,-1-8-44 0,2 6-53 16,1-8-78-16,-1 0-225 0,-1-8-493 0,4-1 219 15</inkml:trace>
  <inkml:trace contextRef="#ctx0" brushRef="#br0" timeOffset="94276.01">8565 13425 154 0,'4'-4'175'0,"2"1"-15"0,4 1-5 0,-2 0-20 15,7 1-8-15,-2 0-6 0,6-1-8 0,-1 4-1 16,4-2-7-16,-1 1-8 0,0 2-7 0,2 2-7 16,-3 0-7-16,-2-1-4 0,1 6-10 0,-2 0-6 15,-3-1-4-15,-1 4-7 0,-2-2-5 0,-3 4-2 0,-4 2-6 16,-3-2-3-16,-1 5 1 0,-5-2-7 15,-8 6-3-15,-2 1 1 0,-3 2-3 0,-5-1-3 0,0 0 2 0,-2 0-6 16,-2-1 1-16,0-3-3 0,1 0 8 0,2-1-8 16,-2-5-1-16,6 0 6 0,2-5 1 0,3 0 3 15,5-5-3-15,-1 2 2 0,2-4-1 0,3 0 16 16,1 0 22-16,1 1 30 0,1-2 24 0,0-3 19 16,3 0 25-16,0 0-15 0,0 0-14 0,0 0-13 15,0 0-15-15,7-16-7 16,0 8-9-16,0 0-5 0,2 2-12 0,3-2-6 15,-3 0-5-15,0 1-7 0,2 1-6 0,-2 1-8 16,0 0-3-16,0 2-6 0,-3 0-4 0,2 2-3 16,1 1-2-16,4 1-10 0,-3 2 5 0,4 0-2 15,-2 2 1-15,2 0 2 0,0 2-2 0,-3-1-1 16,3 2-3-16,-3-3 1 0,4 4 4 0,-4-6 6 16,1 2-11-16,-1-1 3 0,0-4 7 0,0 4 0 0,-1-5-2 0,2-2-10 15,-1 3 13-15,-2-5 0 0,3-2-2 16,-1 1 2-16,-2-2 15 0,3-1-22 0,-2 1-1 0,1-4-1 15,0-1 3-15,-2 6-2 0,-2-2-4 0,1-2-8 16,0 3 8-16,-1 0-1 0,-2 3 1 0,-1 0 2 16,0 0-15-16,-1 1-20 0,2 1-19 0,-4 2-27 15,3-2-29-15,-4 3-35 0,4-4-38 0,-4 4-52 0,6-2-68 0,-3-1-224 16,-3 3-568-16,5-4 251 0</inkml:trace>
  <inkml:trace contextRef="#ctx0" brushRef="#br0" timeOffset="94592.15">9040 13111 149 0,'4'-1'225'0,"-4"1"-22"0,9 0-24 16,-9 0-22-16,15 8-15 0,-2 4-9 0,1 5-8 16,0 7-7-16,4 4-9 0,5 16-9 0,-4 10-3 15,0-1-7 1,-8 7-8-16,0 20-4 0,-6-25-9 0,-2 1-5 0,-6 4-5 16,-6 0-4-16,-1-2-4 0,-6-3-4 0,-3 0-3 0,-3-3-3 15,-4-1 0-15,-6-3-1 0,-2-2 0 16,-4-3-6-16,-2-4 0 0,-9-1-20 0,-5-3-40 15,-26 11-62-15,26-21-96 0,-34 3-203 0,25-12-420 16,-27-1 186-16</inkml:trace>
  <inkml:trace contextRef="#ctx0" brushRef="#br0" timeOffset="95177.88">5985 13082 69 0,'1'-6'234'0,"3"5"-15"0,-4-3-21 16,0 4-15-16,3-4-25 0,-3 4-22 0,0 0-24 15,0 0-22 1,0 0-8-16,0 17-8 0,-3 3-10 0,-3 13-8 15,-5 19 3-15,-9 27-5 0,-2 10 11 0,0-3-4 16,2 4-1-16,0-6-2 0,2 3-12 0,6-5-1 16,7-24-6-16,1-2-3 0,7-1-2 0,1-2-3 15,7-5-3-15,7 1 3 0,5-8-5 0,9-4 8 16,8-8-14-16,13-2 2 0,37 1 0 0,3-11-33 0,4-5-59 16,14-11-89-16,-6-1-209 0,5-5-399 0,-3-8 177 0</inkml:trace>
  <inkml:trace contextRef="#ctx0" brushRef="#br0" timeOffset="96365.51">10332 13533 118 0,'-11'-8'174'0,"0"3"-19"0,-8-2-12 16,-1 2-9-16,0 0-13 0,-9 1-11 0,1 1-5 15,0 5-16-15,5-2-4 0,-6 2-11 0,0 3-6 0,10 1-7 0,-1 0-7 16,-1 2-2-16,5 1-10 0,-2 2-8 0,1 0 3 16,2 4-8-16,2-3-3 0,0 5-6 0,4-3 4 15,4 1-3-15,4-1-4 0,-2 1 0 0,6 2 0 16,2-1-3-16,0-2-2 0,7 2 4 0,3-4-2 16,3 1 3-16,8-5-3 0,-6 0-2 0,8-3 4 15,0-1-1-15,-6-3-4 16,7-2 4-16,-3-6-7 0,-7-1 5 0,3 2 13 15,1-9 4-15,-7 3 18 0,5-6 9 0,-8 3 11 16,2-8 9-16,-4-1-7 0,-2-3-9 0,0-4 15 16,-5 0-6-16,-1-6-4 0,-2-8-5 0,-2-6 2 15,-2 2 3-15,2 0 8 0,-2 1 15 0,-2 10 25 16,0-9 11-16,3 12 3 0,-4 1 6 0,4 2 6 16,-3 6-6-16,3 7-6 0,0 4 5 0,-1 2-14 0,2 4-7 0,-3 0-21 15,4 4-9-15,-1-1-15 0,0-1-39 0,1 5-47 16,0 2-47-16,-1-3-6 0,1 3 6 0,-2 12 1 15,1 3 4-15,-2 9 10 0,1 8 4 16,-1 3 5-16,-2 16 2 0,4 4 5 0,-1-3 1 0,2 3 7 16,-1-3-1-16,6-4 3 0,-2 1 1 0,1-15 3 15,-2-1 3 1,0-1 3-16,2-2 1 0,-2-3-1 0,3-2 11 16,-2-6-1-16,-1-6-3 0,-1-1 1 0,2-1 3 15,0-2 1-15,-2-3 0 0,0 0 5 0,-1-2 1 0,1 1 1 16,-1-3 4-16,2 4-1 0,-2-6 2 0,0 1 2 15,0-1 1-15,0 0 1 0,-2 5-9 16,2-5-23-16,0 0-17 0,0 0-16 0,0 0-46 16,0 0-119-16,0 0-107 0,0 0-185 0,-1-14-550 0,4 9 244 0</inkml:trace>
  <inkml:trace contextRef="#ctx0" brushRef="#br0" timeOffset="97016.77">10497 13380 8 0,'1'-3'328'0,"0"-2"-17"0,1 1-26 0,-1 2-22 15,0-2-27-15,-1 4-29 0,2-4-23 0,-2 4-21 16,0 0-15-16,3-1-15 0,-3 1-24 0,0 0-12 16,12 6-12-16,-5 2-13 0,1-1-11 0,-1 2-12 15,1-1-14-15,1 1-15 0,-1 1-7 0,1 2-19 16,4-3-3-16,-7 3-13 0,3-2 1 0,0-3-18 0,-1 2 3 0,-2-3 1 15,-2-1 3-15,0 0 4 0,2-3 8 16,-2 1 3-16,0-1-1 0,-4-2 4 0,0 0-1 0,13-6 4 16,-8-1 17-16,1 0 4 0,-2-2 7 0,2 1 7 15,-2-4 2-15,3-1 5 0,0-3 0 0,-3 2 3 16,1-3 0-16,2 2 5 0,-2 3 2 16,0-2 3-16,0 2 5 0,0 4 5 0,-1-3 3 0,-2 7 1 0,0-2-12 0,0 1 0 15,0 2-13-15,0 0-14 0,0-1-21 0,-2 4-15 16,0 0-2-16,0 0-4 0,5 8-1 15,-4 3 1-15,-1 6 1 0,1 1 1 0,2 10-1 16,-6 1 3-16,1 5 1 0,-1 3 1 0,1-2 1 0,0 9 2 16,-3 5 2-16,1-15-1 0,0 14 0 0,0-1 4 15,3-12 2 1,1-3 1-16,-5 1-2 0,4-1 3 0,0 0 1 16,-2 1 3-16,1-6 5 0,0-1-4 0,-3 1-1 15,3-9 0-15,-4-3 2 0,1-2 0 0,0-1-1 0,0-1-1 16,0-1-2-16,-1-2 6 0,-2 0 0 0,-1-4 6 15,-1 1 6-15,1-2 5 0,-4-1 4 0,0-2 4 16,-1-3 9-16,4-1 2 0,-3-1 21 0,-3-4 13 16,1-1 19-16,2-3 0 0,2-1 7 0,2-1-1 0,3-5-12 15,5-5-15-15,3-2-13 0,8-4-14 0,3-3-16 16,14-8-18-16,5-3-15 0,1 3-2 0,6 1-4 16,1 1 5-16,-1 3-1 0,3 3-2 0,4 3 4 15,-14 9 6-15,10-7-2 0,-10 10 12 0,-1 1 13 16,2 3 11-16,-6 1 14 0,-3 0 20 0,-5 4 4 15,-6 3 16-15,0 1 5 16,-6 0-4-16,0 3-19 0,-1 0 4 0,-1 1-7 16,2-2-14-16,-5 4-9 0,-2 0-35 0,7-3-39 15,-7 3-42-15,0 0-46 0,0 0-14 0,0 0-27 16,0 0-50-16,-17 12-80 0,6-7-319 16,-5 5-659-16,5-4 292 0</inkml:trace>
  <inkml:trace contextRef="#ctx0" brushRef="#br0" timeOffset="98154.63">9868 14347 28 0,'-4'0'142'0,"4"0"-3"0,-7 3-4 0,7-3-2 15,-4 0-7-15,4 0-3 0,0 0-9 0,-8 1-3 16,8-1-2-16,0 0-4 0,0 0 3 0,0 0 0 15,0 0 2-15,0 0-3 0,-6 0-1 16,6 0 1-16,0 0-5 0,0 0-3 0,0 0-6 0,0 0-6 16,0 0 1-16,0 0-13 0,0 0-9 0,0 0-5 0,0 0-9 15,0 0-4-15,0 0-6 0,0 0-2 0,0 0-6 16,0 0-3-16,0 0-6 0,0 0-5 0,0 0 2 16,0 0-3-16,0 0-6 0,0 0 1 0,0 0-6 0,0 0 0 15,0 0-3-15,0 0 1 0,0 0-2 0,0 0 0 16,0 0 0-16,0 0-1 0,0 0 0 15,0 0 4-15,0 0-8 16,0 0 1-16,0 0 5 0,0 0-8 0,0 0 2 16,0 0 1-16,0 0-2 0,0 0 3 0,0 0-1 15,0 0-1-15,0 0 1 0,0 0-1 0,0 0 1 16,0 0 0-16,0 0 1 0,25 0 2 0,-7-1 1 16,18-2-2-16,1 1 2 0,18-2 1 0,10-4 1 15,35 1 10-15,2-1 7 0,4-2-3 0,-5 1 6 16,-4 0 1-16,-2-1 3 0,-30 5-5 0,-4-2-2 0,1 0 0 0,-4-1 3 15,-9 1-4-15,-13 2-4 0,-3 3-2 0,-5-1 2 16,-10 0-2-16,-4 1 0 0,-2 0 5 0,-3-1 0 16,-1 2-4-16,-1 0 1 0,-2 0-9 0,0 0-11 15,-5 1-29-15,0 0-35 0,0 0-31 0,0 0-39 16,-25 2-51-16,6 3-57 0,-6 1-204 0,2-3-484 16,5 0 214-16</inkml:trace>
  <inkml:trace contextRef="#ctx0" brushRef="#br0" timeOffset="98987.96">10360 14839 203 0,'-4'-6'198'0,"-1"-2"-15"0,0 0-12 0,-3 0-13 15,0 2-13-15,-1 0-15 0,-2 1-13 0,-3 1-9 16,4 2-16-16,-8-4-7 0,5 6-7 0,-4-1-11 16,1 1-6-16,0 1-6 0,-1 2-6 0,-1 1-5 15,-1 2-3-15,2 1-8 0,-2 1-1 0,6 1-5 16,-2 3-4-16,1 0-3 0,0 0-6 0,2-1-4 16,3 4 0-16,-1-2-1 15,3 3-2-15,0 0 5 0,2-4-7 0,4 5 1 16,-2-5 3-16,6-1 0 0,-2 1-3 0,3 1 3 15,0-2-2-15,2-1 6 0,5-2-1 0,0 2 3 16,0-8 0-16,6 7 2 0,0-6 6 0,2 0 3 16,-6-1-9-16,1-2 11 0,2-1 12 0,2-5 10 15,-4 0 2-15,0-3 3 0,3-3 5 0,-2-1 9 16,-3-3 0-16,3-5 2 0,-3-4-4 0,0-1 11 0,-2-4-12 0,-3-2-9 16,-1-1-5-16,1-1-3 0,-1-12-3 15,-1-1 4-15,-1 0 14 0,1 15 8 0,-4-4 15 0,3 4 17 16,-4 6 17-16,0 5-1 0,0 3 0 0,1 2 2 15,-1 4-6-15,-1 2-12 0,1 2-15 0,0 1-13 16,0 4-12-16,0-6-27 0,0 9-48 0,1-5-43 16,-4 4-42-1,3 1-2-15,0 0 5 0,0 11 6 0,-2 5 11 16,1 4 5-16,-4 11 8 0,1 5 9 0,0 13 8 16,2-3 2-16,-2 1 6 0,3-11 4 0,1 0 3 15,0-3 4-15,1 2 4 0,1-4 0 0,1-2 8 16,0 3-1-16,-1-9 2 0,-1-3-10 0,-1-5-17 15,4 0-14-15,-4-2-22 0,2-3-19 0,-2-2-22 16,0 0-21-16,2-4-22 0,-2 2-9 0,0-1-19 0,0-2-11 0,0-3 5 16,0 0-164-16,0 0-386 0,0 0 170 0</inkml:trace>
  <inkml:trace contextRef="#ctx0" brushRef="#br0" timeOffset="99489.29">10558 14636 151 0,'14'-6'192'0,"4"1"-11"0,-5 4-13 15,6-2-18-15,0 2-11 0,-6 1-17 0,6 4-9 16,-6 0-16-16,5 2-11 0,-3 5-10 0,-1-2-5 16,-1 4-8-16,-1 2-3 15,-2 0-6-15,0 1-5 0,-9 2-4 0,3 1-12 16,-4 0 5-16,0 7 0 0,-5-4-7 0,-4 4 4 15,-1-2-8-15,-2-1 4 0,-2 0 2 0,3-6-3 16,-2 0-5-16,-1-2 2 0,1-1 1 0,-1-2 0 16,3 0 4-16,2-4 3 0,0 0 1 0,1-2 2 15,3-2 10-15,1 1 12 0,4-2 17 0,-4 0 23 16,0 0 29-16,4-3 40 0,-2 2 27 0,2-2 5 0,0 0-13 0,0 0-23 16,0 0-20-16,6-22-5 0,2 7-18 0,7-7-12 15,3 1-9-15,0-5-13 0,0-3-13 0,2-3-11 16,10-7-12-16,-10 8-10 0,8-8-6 0,-11 9-3 15,2 1-4-15,-1 5 0 0,-5 0-5 16,-4 8 0-16,-3 6 3 0,1 0 0 0,0 1-2 0,-3 3-6 16,-1 2-3-1,0-1-5-15,-1 1-18 0,-2 4-25 0,4-8-41 16,-4 8-11-16,0 0 9 0,0 0 4 0,-3 20 1 16,-6-4 9-16,1 8 11 0,-3 0 0 0,-2 5 2 15,3 1 7-15,1-1 6 0,0 3 1 0,1-1 1 16,-1 0 8-16,8-2 3 0,1-2 7 0,4 2 0 15,6-5 4-15,3-2 8 0,6-3 2 0,5-6 10 16,6-2-2-16,7-2-2 0,1-4-25 0,17-4-58 0,2-3-79 0,-2-2-104 16,-2-6-337-16,-1-3-646 0,-12 4 286 0</inkml:trace>
  <inkml:trace contextRef="#ctx0" brushRef="#br0" timeOffset="100876.8">11932 14111 91 0,'-5'1'103'15,"5"-1"-3"-15,0 0-6 0,-8 0 6 0,8 0-5 16,0 0 8-16,0 0-5 0,0 0-1 0,0 0-6 16,0 0 4-16,0 0-8 0,0 0 0 0,0 0-7 15,0 0-5-15,-9 0-6 0,9 0-4 0,0 0 0 16,0 0-3-16,0 0 3 0,0 0-1 0,0 0 5 16,0 0-1-16,0 0 2 0,0 0 0 0,0 0-2 15,0 0-2-15,0 0-2 0,0 0-9 0,0 0-2 0,0 0-4 0,0 0-2 16,0 0-4-16,0 0 4 0,0 0-6 0,0 0-2 15,0 0-1-15,0 0 0 0,0 0-1 0,0 0-2 16,0 0-1-16,0 0-3 0,0 0-1 16,0 0-3-16,0 0-3 0,0 0-1 0,22-4-6 0,-10 1 1 15,4 1-2-15,7 0-3 0,6-3 1 0,2 0-3 16,2 0 0-16,0 2 0 0,2-1-2 0,2 0 0 0,-2 1 1 16,-5-1-4-1,0 3 4-15,-7-2-5 0,-3 1-3 0,-2 2 3 16,-4 0-1-16,-5-3 0 0,0 3-6 0,0-2-9 15,-1 2-9-15,-8 0-17 0,9-1-19 0,-9 1-17 16,0 0-1-16,0 0-9 0,0 0-25 0,0 0-30 16,-16 8-28-16,5-5-26 0,-1 1-170 0,-1 0-391 15,-1 0 174-15</inkml:trace>
  <inkml:trace contextRef="#ctx0" brushRef="#br0" timeOffset="101224.49">11998 14273 58 0,'-3'2'180'0,"3"-2"4"0,0 0 5 16,0 0 2-16,0 0-5 0,0 0-11 0,-6 0-7 16,6 0-8-16,0 0-6 0,0 0-9 0,27 2-15 15,-9-2-6-15,15-4-17 0,-1 1-6 0,4 1-16 16,1-1-7-16,15-2-10 0,-2-1 0 0,-9 3 4 0,9 0 0 16,-9-1-2-16,-3 0-7 0,-3 2-4 15,-6-2-4-15,-2 1-6 0,-9 2-6 0,-7 0 0 0,1-2-9 0,-3 2 1 16,-3 0-4-16,-2 0-10 0,-4 1-20 0,9 0-22 15,-9 0-22-15,0 0-38 0,0 0-57 0,0 0-68 16,-27 1-246-16,14-1-490 0,2 0 218 0</inkml:trace>
  <inkml:trace contextRef="#ctx0" brushRef="#br0" timeOffset="104734.22">13361 13699 19 0,'0'0'135'0,"0"0"0"16,0 0-1-16,-2-3-14 0,2 3-11 0,0 0 1 15,0 0-3-15,0 0-15 0,-4-4-8 0,4 4-9 0,0 0-4 16,0 0 0-16,0 0-4 0,0 0-10 15,0 0 6-15,0 0-6 0,0 0 0 0,0 0-1 0,0 0-6 0,0 0-3 16,0 0-5-16,-1-3-3 0,1 3 2 0,0 0-8 16,0 0-3-16,0 0 0 0,0 0-1 0,0 0-2 15,0 0 0-15,0 0-8 0,0 0 0 0,0 0 4 16,0 0-1-16,0 0 11 0,0 0-2 0,0 0 7 16,0 0-7-16,0 0-1 0,0 0-2 0,0 0-5 15,10-5-3-15,-1 5-3 16,0-1 0-16,4 0 0 0,6-2-6 0,3 2 2 15,6 1-4-15,-1 0 0 0,2 1-2 0,-2 0-2 16,1 3-3-16,0-1-1 0,-5 1 3 0,-1 1-2 16,-3 0 0-16,2 2-2 0,-6-1-6 0,-1 1-6 15,-2 1 3-15,-1-2-12 0,-3 5 1 0,-3-2-3 16,0 2 9-16,-2-1-9 0,-5 0 3 0,0 2-3 16,-3 2 0-16,-6 1 10 0,0-2-9 0,-2 1 11 0,-1-4-3 0,2 1 2 15,1-1 1-15,-3 2 3 0,1-8 2 16,3 1-5-16,1 3 5 0,4-5 4 0,-3 2-5 15,3-1-2-15,-3-1 2 0,5-1 8 0,0 1-8 0,3-1 11 16,0-2-1-16,0 5 2 0,5-2 0 0,4-1-3 16,4 0 0-16,2 1-1 0,7-1-1 0,-3 0 4 15,4 0-3-15,4 1 0 0,-7 0 0 0,8 4-1 0,-1-2-3 16,0-1 3-16,-8 1 10 0,2 2 0 0,-2 2 0 0,-5-2-1 16,3 2-3-16,-7 0-2 0,0-1-1 15,-1 2-6-15,-4-2 2 0,-1 5-5 0,-3-5 5 16,-3 4-4-16,-2-2-3 0,-5 4 6 0,-4-2-2 15,-1 2 0-15,-9-1-2 0,-1 1 7 0,-6-2-2 0,2-2 5 16,-2-1 3 0,-2-1 1-16,1-2 4 0,-1 0 8 0,-4-4 7 15,4 0 10-15,0-1 8 0,0-1 19 0,2-3 3 16,8 1 9-16,-1-1 7 0,4-1 17 0,0-1 11 16,1 0 18-16,5-1-1 0,0 1 9 0,3 0-18 15,1-1 27-15,0 1 0 0,2 1-2 0,1-1-4 16,1 3-6-16,0-1-6 0,3 0-17 0,-2 2-8 15,4 1-16-15,-6-3-5 0,6 3-11 0,-6-2-6 0,6 2-10 0,0 0-7 16,0 0-6-16,0 0-3 0,-4-3-12 0,4 3-2 16,0 0-1-16,0 0-17 0,-6-1-1 0,6 1-4 15,0 0-4-15,0 0-2 0,0 0-6 0,0 0 3 16,0 0 0-16,0 0-1 0,0 0-4 0,0 0 8 16,0 0-12-16,0 0-15 0,0 0-9 0,0 0-6 15,0 0-14 1,0 0 0-16,0 0 0 0,0 0-1 0,0 0-1 0,0 0-2 15,0 0-6-15,0 0-8 0,0 0-6 0,0 0-22 16,0 0-21-16,0 0-64 0,0 0-49 0,0 0-53 16,13-4-243-16,-6 3-578 0,0-2 255 0</inkml:trace>
  <inkml:trace contextRef="#ctx0" brushRef="#br0" timeOffset="105774.74">14489 13583 96 0,'-3'-3'213'0,"3"3"-1"0,-1-8-7 16,1 7-4-16,0 1-9 0,-3-7-4 0,3 7-8 0,0-2-16 16,0 2-6-16,-1-6-13 0,1 6-19 0,0 0-12 15,0 0-12-15,0 0-16 0,0 0-11 0,0 0-10 16,0 0-16-16,0 0-16 0,0 0-4 0,0 0-10 15,4 15-2-15,-4-6-6 0,1 11 0 0,3-1 1 0,-4 10-7 16,1 0 3-16,-1 2 1 0,0 1-4 16,0 2 4-16,0-1-4 0,0-1-4 0,3-3 2 0,-3 0 2 15,2-3-2-15,-2 1 16 0,3-9-4 0,-2-2 0 16,-2 0 1-16,2-4-4 0,-1-2-2 0,0 1 3 16,3-5-5-16,-3 2 3 0,0-5 4 0,1 1 0 15,-1 1 15 1,0 0 4-16,0-5 5 0,0 3 7 0,0-3 8 0,1 4-4 15,-1-4 1-15,0 0 0 0,0 0-2 16,0 4-7-16,0-4 3 0,0 0-8 0,0 0-4 16,0 0 2-16,0 0-6 0,0 0 2 0,0 0-13 15,0 0-14-15,0 0-55 0,0 0-48 0,0 0-64 0,7-16-52 16,-6 11-50-16,3 1-200 0,-3-8-504 0,3 3 223 16</inkml:trace>
  <inkml:trace contextRef="#ctx0" brushRef="#br0" timeOffset="106391.88">14396 13542 50 0,'0'0'168'15,"0"0"-4"-15,0 0-12 16,0 0-2-16,-4-3-16 0,4 3-12 0,0 0-8 16,0 0-13-16,0 0-10 0,0 0-14 0,0 0-5 15,0 0-5-15,0 0-10 0,24 6-8 0,-14-2-5 16,8 1-6-16,4 3 1 0,2 1-3 0,8 3 2 16,-1 2 0-16,3 0 2 0,2 2-2 0,-2 1-5 15,1 2-5-15,6 10 2 0,-13-5-4 0,-1 0-8 16,-4 4 3-16,-3 0-7 0,-4 3 3 0,-5-3-3 0,1 1-4 0,-6 1 7 15,-6-5-7-15,-4 2-2 0,-4-2 12 0,-8 0 0 16,-4-3 5-16,-5 2 1 0,-2-2-1 0,-5-4 4 16,-1 0 7-16,-2-1 1 0,1-5 3 0,-2 1 5 15,6-2 6-15,-2-1 1 0,2-4-2 0,10 0-2 16,2-1-2-16,0-1-1 0,4-2-6 0,3 1-3 16,3-3-5-16,2 3-2 0,0-1-1 0,1 0 7 0,-1-1 10 15,6-1 7-15,-6 1-3 0,6-1 0 0,-6 1-3 16,6-1 2-16,0 0 1 0,-5 2-4 0,5-2 1 0,0 0-3 15,0 0-4-15,0 0 0 0,0 0-2 0,0 0 0 16,0 0 0-16,0 0-9 0,0 0-3 0,0 0-16 16,0 0-28-16,0 0-37 0,0 0-51 15,0 0-74-15,2-9-107 16,3 4-211-16,0 0-540 0,4-2 240 0</inkml:trace>
  <inkml:trace contextRef="#ctx0" brushRef="#br0" timeOffset="109145.36">15149 13722 40 0,'0'-4'215'0,"-1"2"-11"0,1-3 4 16,0-1-5-16,0 2-18 0,0-1-7 0,0 5-8 16,0-6-15-16,0 3-9 0,0 3-16 0,1-4-19 15,-1 4-8-15,3-4-14 0,-3 4-13 0,0 0-12 16,0 0-8-16,0 0-6 0,0 0-6 0,9 5-2 15,-3 2-13-15,1 1-2 0,-1 1-1 0,-1 1-4 16,7 5-2-16,-3-1-3 0,-3 5 1 0,7-6-3 0,-2 4 0 16,1-1-1-16,1 0 0 0,-1 0-1 0,2-2-4 0,-1-1 2 15,-2-4-2-15,1-2-1 0,-3 3 15 0,0-6-6 16,1 2 4-16,-5-1-3 0,3-3 0 16,0 0 1-16,-2-1 1 0,2-4 1 0,-2 0 5 15,2-3 7-15,-3-2 3 0,3-1 7 0,-3-3 4 16,3 2 3-16,-6-1-5 0,5 0 7 0,-3 0 0 0,2 0 2 0,-3 1-9 15,0-1-4-15,1 1 0 0,-2 4-2 0,0-2 2 16,0 3-6-16,1 0 3 0,-2 0-12 0,2 2-5 16,-3-2-4-16,0 5-11 0,1-4-12 0,-1 4-15 15,1-4-14-15,-1 4-22 0,0 0-8 0,0 0 10 0,0 0 1 16,-1 15 1-16,0-5 5 0,-2 5 6 16,-1 4 1-1,2 1 3-15,0 6 4 0,0 3 3 0,-1 5 4 0,2 0 1 16,-2 0 4-16,2 12 1 0,-1-12 3 0,-1 2 0 15,3-1-14-15,0 0 5 0,0-2-1 0,0 1 4 16,0-4 4-16,0 0 3 0,0-4 3 0,0 0-1 16,0 0 2-16,0-8 2 0,-1 4-1 0,-1-6 3 15,0 2 4-15,-2-1-5 0,-1-2 5 0,4-3-3 16,-3-1-1-16,-4 5 2 0,2-8 2 0,-3 4 2 0,1-2 2 0,-5 0 1 16,-1 2 3-16,0-4-3 0,-1 1 8 0,0 0-4 15,1-4-3-15,-4-4 1 0,-3 1 6 0,2 1 3 16,-1-3 3-16,-1-5 2 0,2-1 3 0,4 0 1 15,-6-2 3-15,3-1 8 0,3-1 12 0,2-3 9 16,1-2 24-16,1-2 13 0,4-8-8 0,3-2-15 16,1-2-5-1,11-5-8-15,7-13-9 0,8-2-7 0,9-3-6 0,4 2-4 16,24-18-1-16,-17 25 1 0,21-16-9 16,-16 25 1-16,4-1-3 0,-1 3 4 0,-4 0-8 15,3 2 4-15,-7 5 7 0,-12 7 7 0,-2 0 8 16,-4 5 18-16,-7 1 20 0,-3 5 11 0,-3-1 4 15,-2 4-6-15,-1-1-16 0,-4 2 5 0,0-1-13 0,0 1-14 16,-1 1-12-16,0 2-7 0,-4 0-12 0,5-3-17 0,-5 3-4 16,4-3-27-16,-4 3-28 0,1-4-25 0,-1 4-26 15,0 0-19-15,0 0-25 0,-9 10-18 0,1-1-42 16,-2-2-67-16,0-2-258 0,1 3-584 0,3-2 259 16</inkml:trace>
  <inkml:trace contextRef="#ctx0" brushRef="#br0" timeOffset="112970.71">17152 14113 195 0,'1'-3'218'0,"-1"3"-19"0,0-5-5 0,0 5-8 15,0-5-12-15,0 5-17 0,0 0-16 0,3-4-14 16,-3 4-15-16,0 0-16 0,1-3-13 0,-1 3-17 16,0 0-8-16,0 0-9 0,0 0-5 0,-5 15-4 0,1-5-5 15,0 0-6-15,-1 4-2 0,-1 2 0 0,-1 0-4 16,2-1-3 0,-3 2-1-16,-2-2 0 0,4 2-2 0,-2-1-2 15,-1 0 2-15,-1 0-3 0,1-2 1 0,1-3-6 16,-3 1-16-16,2-2-18 0,3 0-21 0,-1-2-26 15,-2 0-34-15,3 1-34 0,1-4-29 0,0-2-141 16,1 3-337-16,-4-5 149 0</inkml:trace>
  <inkml:trace contextRef="#ctx0" brushRef="#br0" timeOffset="113155.53">17098 13951 2118 0,'2'-10'194'0,"-2"3"-12"16,2-1-4 0,-2 1-21-16,0 2-34 0,0-2-28 0,-2 4-3 15,4-1-31-15,-2 4-13 0,-4-7-8 0,4 7-9 0,2-5-31 16,-2 5-36-16,-2-4-52 0,2 4-54 0,0 0-10 16,0 0-38-16,0 0-263 0,10 13-489 15,-10-9 218-15</inkml:trace>
  <inkml:trace contextRef="#ctx0" brushRef="#br0" timeOffset="119456.45">10608 5964 24 0,'0'0'112'0,"-1"-4"-12"0,1 4-5 16,-4-2-15-16,4 2-5 0,0 0-4 0,-4-5-23 15,4 5-6-15,0-4-11 0,0 4-5 0,0 0-11 0,0 0-7 16,0 0-6-16,0 0-4 0,0-3-19 0,0 3-24 15,-1-4-66-15,1 4-119 0,-7-3 54 0</inkml:trace>
  <inkml:trace contextRef="#ctx0" brushRef="#br0" timeOffset="120273.89">10567 5925 51 0,'0'0'110'0,"1"-5"-4"0,-1 5-13 15,0 0-4-15,0 0-3 0,0 0 1 0,0 0-3 16,0 0-1-16,0 0 3 0,0 0 2 0,0 0-4 16,0 0 3-16,0 0 1 15,0 0-1-15,0 0-2 0,0 0 1 0,0 0-3 16,0 0 2-16,0 0-11 0,0 0 0 0,0 0 0 0,0 0-4 0,0 0-2 16,0 0-4-16,0 0-1 0,0 0-3 0,0 0-1 15,0 0 1-15,0 0-1 16,0 0 1-16,0 0-4 0,-1-5 2 0,1 5-4 0,0 0-4 0,0 0 2 15,0 0-5-15,0 0-4 0,0 0-4 0,0 0-5 16,0 0 0-16,0 0-8 0,0 0-2 16,8-2-6-16,-8 2-2 0,7 0 0 0,1 0-9 15,-3-1-3-15,3 1 2 0,6 1 0 0,-4 1-5 16,4 3 3-16,-1-4-3 0,6 5-4 0,-3 1 4 0,-1 5-6 16,0 0 1-16,0-1 0 0,-3 2 1 0,0 2-2 15,-2 2 0-15,0 7 4 0,-1 0 1 16,-8-5 1-16,4 1-1 15,-5 6 2-15,0-6-1 0,-1-2 0 0,-4 1-2 16,-1-3 1-16,0 1 0 0,0-2-1 0,2-1 0 16,-3-5 2-16,3 0 2 0,-1 0-2 0,1-1-1 15,0-2 1-15,1-1 1 0,1 0 1 0,0-2 3 16,0 0 0-16,2-3 16 0,-5 4 22 0,4-1 7 16,1-3 5-16,0 0 17 0,-3 4 3 0,3-4-10 15,0 3 4-15,0-3-2 0,0 0-2 0,0 0-9 0,0 0-3 0,-1 4-10 16,1-4 3-16,0 0-8 0,0 0 5 0,0 0-5 15,0 0-6-15,0 0-3 0,0 0-7 0,0 0 4 16,0 0 1-16,0 0-5 0,0 0 0 0,0 0 5 16,0 0 3-16,0 0 1 0,0 0 7 0,0 0 6 15,0 0 3-15,0 0-7 0,0 0-18 0,0 0 16 16,0 0-5-16,8-10 1 0,-4 3-15 0,4 0-2 0,1-1 4 0,3-4-11 16,0-2-2-16,6 0 3 0,-1 1-21 15,6-3 39-15,1-1-24 0,-2 2 1 0,4-2-12 0,-3 3 7 16,-4 5-1-16,2-6 2 0,-4 5-2 0,-3 0 5 15,1 2-7-15,-3 2 7 0,-2 3-1 0,-5 0-2 16,3-3-10-16,-4 3 11 0,1 1-1 0,-1-1 3 16,-4 3 3-1,6-2-3-15,-2 1-7 0,-4 1 14 0,4-5-6 0,-4 5-1 16,4-1 8-16,-4 1-22 0,0 0 1 0,0 0-4 16,5-3 1-16,-5 3 5 0,0 0-4 0,0 0-3 15,1-3-4-15,-1 3-9 0,0 0 10 16,0 0-8-16,0 0-3 0,0 0-3 0,0 0 1 15,0 0-7-15,0 0 4 0,0 0 8 0,0 0-9 0,0 0-6 16,0 0-1-16,0 0-1 0,0 0-1 0,0 0-2 0,0 0-8 16,0 0-10-16,0 0-16 0,0 0-13 0,0 0-17 15,0 0-24-15,0 0-25 0,0 0-26 0,0 0-38 16,0 0-34-16,0 0-223 0,0 0-515 0,0 0 229 0</inkml:trace>
  <inkml:trace contextRef="#ctx0" brushRef="#br0" timeOffset="124600.1">18666 13522 25 0,'0'0'111'15,"0"0"-7"-15,0 0-10 16,0 0-6-16,-4-4 3 0,4 4-10 0,0 0-7 15,0 0-7-15,0 0-14 0,0 0 1 16,0 0-4-16,0 0-2 0,0 0-5 0,0 0 4 0,0 0-5 16,0 0 1-16,0 0 3 0,0 0 0 0,0 0 2 15,0 0 3-15,0 0-3 0,0 0-6 0,0 0-2 16,0 0 11-16,0 0-2 0,0 0-6 0,0 0-1 16,0 0-2-16,0 0 3 0,0 0-6 0,0 0 3 0,0 0-5 0,0 0-2 15,0 0-4-15,0 0-3 0,0 0 5 0,0 0-2 16,0 0-8-16,0 0-2 0,0 0 8 15,0 0-6-15,0 0-1 0,0 0 3 0,0 0 8 0,0 0-4 16,0 0-2-16,0 0-4 0,0 0-1 0,0 0-4 16,0 0-1-16,16-1-2 0,-6 0-4 0,0 1 1 15,2 0 0-15,1 0 13 0,6 0-4 0,1 1-1 0,0 2-6 16,-2-1 1-16,5 1-3 0,-1 1 2 0,-3 1-5 0,3 0 0 16,-2 2-2-16,-2 1 1 0,-1 0-5 15,-3-2-9-15,0 6-2 0,-6-4-2 0,-2 4 1 16,0-1-5-16,-6 0-2 0,-2 1 2 0,-3 3-1 15,-3 2 0-15,-5-1-3 0,-5 2 7 0,-1 0 0 0,-1-2-1 16,3-3 1 0,2 1 4-16,-3-4 4 0,1 0 0 0,-1 0 0 15,1-2 0-15,1 0-1 0,0-2 0 0,4-1 2 16,3 0-1-16,0-1 5 0,3-2-5 0,-1 1 2 16,3-1 1-16,1-2 0 0,0 3-1 0,3-3 1 15,0 0-2-15,0 0 1 0,19 4 2 0,-5-4-4 16,3 0 5-16,3 0 3 0,2 0-5 0,6 0 7 15,-1 1-7-15,3 2 0 0,-2 1 0 0,-7-3-1 0,0 3 1 0,-1 0 0 16,-1 0 1-16,0 0-4 0,-2 1 1 0,-5 0-1 16,-1 2 5-16,1 0-5 0,-5 3-3 0,-3-5 0 15,1 6-1-15,-5-1-2 0,-1-1 1 0,-3 0 2 16,-7 5 3-16,-5-2-5 0,1 1 5 0,-2-2 1 16,-9 1 2-16,-1 0-1 0,-3-2 6 0,-3-3 1 15,1 5 4-15,0-7 2 16,0 0 8-16,0 2 5 0,0-4 7 0,3-1-1 15,1 1 5-15,-3-2 9 0,8-1 3 0,4 0 7 16,-1 0 6-16,2 0 0 0,6 0 8 0,1-1 9 16,4 1 1-16,1 0-3 0,-1-1 0 0,1-1 0 15,6 2 1-15,-9 0 1 0,9 0 5 0,-6-1-2 16,6 1-5-16,0 0-12 0,0 0-3 0,-9 0-7 16,9 0-3-16,0 0-7 0,0 0-6 0,0 0 2 0,-5 1-11 15,5-1 1-15,0 0-7 0,0 0-10 0,0 0 3 16,0 0-13-16,0 0-9 0,0 0-13 0,0 0-16 0,0 0-12 15,0 0-33-15,0 0-38 0,0 0-43 0,0 0-50 16,13-7-41-16,-6 4-209 0,5-2-501 0,-1 1 221 16</inkml:trace>
  <inkml:trace contextRef="#ctx0" brushRef="#br0" timeOffset="125370.86">19359 13632 47 0,'5'-3'175'0,"0"1"-14"0,0 1-15 0,5-3-8 15,2 0-16-15,-1 3-12 0,7-2-14 0,1 3 9 16,0 2-17-16,1-1-7 0,0 5-5 0,-1-3-9 16,2 5-5-16,-3-1-2 0,-1 2-2 0,-1 2-6 0,-1 0-7 0,-3 1-5 15,0 4-3-15,-5 0-3 0,-3 1-1 0,-1 1-3 16,-3 2-1-16,-2 5-4 0,-5 0 1 0,-3-1-2 15,-4-3-4-15,-1 1 1 0,-2 1-4 0,6-7 0 16,-11 3-1-16,3-3 1 0,1-3 1 0,0-4 0 16,4 3 2-16,-4-4 0 0,5 0 4 0,-1-2 0 15,4 1-2-15,1-3 5 16,3 0 9-16,1-3 13 0,0 3 23 0,1-3 31 16,4-1 30-16,-7 3 11 0,7-3-15 0,0 0-14 15,0-12-12-15,4 6-11 0,3-5-6 0,4-3-15 16,8-7-8-16,-2 0 1 0,2-7-10 0,5 1-7 15,-1 1-2-15,4 1-2 0,-4 2-10 0,0 0-2 16,-1 2 3-16,-1 1-14 0,-8 6 2 0,1-1 3 16,-5 9-6-16,-2-5 7 0,-1 5-8 0,-2 0-7 0,2 1 2 0,-2 3-8 15,0-2-9-15,-1 1-11 0,-1 1-16 0,-2 2-14 16,0 0-4-16,0 0 3 0,5 7 2 0,-6 0 7 16,-2 3 0-16,2 2 0 0,-3 5 6 0,3 2 0 15,-2-2 6-15,2 9 0 0,1-9 2 0,1 2 5 16,3-2 3-16,0 0 5 0,5 0 0 0,5-2 1 15,4 4 5-15,8-6-11 0,4 0-34 0,6-5-59 0,2-3-73 16,14-2-76-16,1-2-210 0,-13-2-505 0,11-6 223 16</inkml:trace>
  <inkml:trace contextRef="#ctx0" brushRef="#br0" timeOffset="127028.36">20450 13784 56 0,'-9'1'123'0,"9"-1"-3"0,-4 1 9 16,4-1-3-16,-5 0-1 0,5 0 0 0,0 0-3 15,0 0-5 1,-4 3-5-16,4-3-10 0,0 0-7 0,0 0-8 16,0 0-7-16,0 0-11 0,0 0-5 0,0 0-7 0,0 0-2 15,0 0-6-15,0 0-8 0,0 0-3 0,0 0-3 16,0 0-1-16,0 0-5 0,0 0-1 0,0 0-2 15,0 0 1-15,0 0-4 0,0 0-1 16,0 0-2-16,0 0-2 0,0 0-5 0,0 0-1 0,0 0 2 16,0 0-3-16,14-4-2 0,-14 4-4 0,8-1 2 0,-3 0 0 15,-5 1 2-15,6 0-4 0,-6 0 5 0,0 0-4 16,8 1 1-16,-8-1-7 0,0 0 0 0,5 1 6 0,-5-1-4 16,0 0-2-16,0 0 4 0,0 0-4 0,0 0 2 15,8-2-2-15,-8 2-2 0,0 0 1 0,0 0 3 16,0 0-2-16,0 0 4 0,0 0 0 0,0 0 0 15,0 0 3 1,0 0 0-16,0 0-2 0,0 0 1 0,0 0-3 16,0 0 1-16,0 0 2 0,0 0-1 0,0 0-2 15,0 0 0-15,0 0-1 0,0 0 1 0,0 0-3 16,0 0 3-16,0 0 1 0,0 0 0 0,0 0-1 16,0 0 0-16,8-2 1 0,-8 2 3 0,9 0-1 0,-1-2 10 15,5 2-10-15,6-3-1 0,-1 1 3 16,10-3-1-16,3 3-2 0,2-1 3 0,1-2-4 0,0 0-1 0,4 1-1 15,-2 0 0-15,0-2-1 0,-3 1 1 0,-3 0-1 16,-4 4 2-16,-5-5-1 0,-3 5 1 0,-4 0 0 16,-3-2-8-16,-2 3-11 0,0-2-16 0,-4 2-27 15,-5 0-28-15,4-2-22 0,-4 2-16 0,0 0-16 16,-13-3-3-16,1 4-148 0,-1-1-314 0,-1 2 139 16</inkml:trace>
  <inkml:trace contextRef="#ctx0" brushRef="#br0" timeOffset="127275.79">20619 13673 100 0,'0'-7'257'16,"1"-1"-4"-16,-1-1-4 0,1 3-6 0,-1 1-7 15,0-1-15-15,0 1-18 0,0 1-23 16,0 4-16-16,0-6-16 0,-1 1-21 0,1 5-12 0,0 0-25 15,0-3-24-15,0 3-21 0,0 0-6 0,0 0-6 16,1 17-4-16,-1-5-4 0,0 3-5 0,0 4-2 16,3 8-1-16,-2 0-1 0,-1 3 5 0,4 0-5 0,-2 0 3 15,2-2-22-15,-4-1-31 0,5-1-34 0,-1-4-46 0,1 3-49 16,2-9-75-16,-1-1-151 0,-1-6-420 16,2-1 186-16</inkml:trace>
  <inkml:trace contextRef="#ctx0" brushRef="#br0" timeOffset="128046.62">21159 13499 2 0,'5'-5'148'0,"-1"2"-13"0,2 2-13 0,3-1-6 16,-1 0-8-16,4-1-7 0,0 1-13 0,2 2 1 0,7-2-5 0,-2 2-10 16,0 3-2-16,0-1-8 0,3 2-5 0,-5-1-9 15,2 5-5-15,-2 0-2 0,-2 0-7 0,0 0-3 16,-1 3-10-16,-5 2-4 0,0 2-3 0,0 2 2 15,-4-2-6-15,-5 3-7 0,-1 4 12 0,-2-3-14 16,-7 6-9-16,1 2 4 0,-4 1 1 0,-5-5 2 16,2 2 4-16,-3-4-7 0,-2 2-3 0,-1-2 12 0,1-3-10 0,-1-2-2 15,-1 1 11-15,1-5-7 0,4-4 15 0,8-2-2 16,-4 0 5-16,3-1 1 0,4-1 3 0,-2-1 7 16,2 0 12-16,3-1 26 0,0 0 24 0,4-2 22 15,-7 2 2-15,7-2-14 0,0 0-11 0,-1-11-10 16,5 7-5-16,1-5-8 0,2 1-7 0,5 1-5 15,-3-4 0-15,2 4-14 16,3-6-3-16,1 6-4 0,-5 0-9 0,4 3 1 16,-2-1-5-16,-1 2-3 0,2-1-2 15,1 1-4-15,-1 3-2 0,0 3 1 0,3 1-4 0,-3-1-3 16,4 4-1-16,-6 0 2 0,4 2 19 0,2-2-4 16,-3 3-1-16,-4-3-1 0,3 1-2 0,-3-2 1 15,2 2-1-15,-2-1-1 0,-1-2-1 0,0 0 0 16,-2-2 4-16,-1 1-7 0,-2-2 3 0,1-1-1 0,1-1 1 0,-6 0 1 15,11-3-2-15,-4-1 11 0,-2 1 3 0,2-2-8 16,-2 0-4-16,2-2 0 0,0-2 0 16,-1-1 0-16,-1 3-2 0,0-3-3 0,3 3 0 15,-4 0-1-15,1-3-3 0,1 1-23 0,-1 1-4 16,-1 1-14-16,0-1-25 0,1 3-24 0,-4-1-39 0,3-2-39 16,0 1-58-1,0 1-218-15,-3 0-474 0,1-4 210 0</inkml:trace>
  <inkml:trace contextRef="#ctx0" brushRef="#br0" timeOffset="128378.66">21683 13239 19 0,'0'0'223'16,"4"-5"-29"-1,-3 4-19-15,-1 1-18 0,8-3-16 0,-8 3-20 16,0 0-15-16,15 12-6 0,-1-3-8 0,0 6-7 0,7 8-9 16,-2 2 0-16,8 15-5 0,2 1-3 0,-6 6-3 15,-3 0-1-15,0 6 0 0,-4-3 2 0,-4-1-11 16,-2 1-3-16,-5 5-1 0,-5-5-2 15,-4 0-2-15,-6 0-1 0,-4-5-4 0,-9-2-4 16,-5-1-2-16,-5-1-2 0,-4-3-20 0,-9-6 2 0,1 2-2 0,-7-5-2 16,-1-3-6-16,-3-1-38 0,-4-4-43 0,-3-6-63 15,-2 2-234-15,-31-3-403 0,34-11 178 0</inkml:trace>
  <inkml:trace contextRef="#ctx0" brushRef="#br0" timeOffset="128995.84">18435 13302 81 0,'0'-5'197'0,"0"5"-15"15,0 0-15-15,-3-4-20 0,3 4-16 0,0 0-14 16,0 0-13-16,0 0-12 0,-6 16-11 0,-2 3-12 16,-5 8 1-16,1 7 0 0,-7 17-10 0,-1 2-5 15,0 5-8-15,-6 20-1 0,11-20-11 0,1 2 1 16,9-2-5-16,2-1-3 0,2-2-4 0,9-1 0 0,4-4-1 15,5-2 0-15,10 1-12 0,7-8 23 0,11-5 4 0,5-1-1 16,32 0-3-16,-21-13-1 0,32 2-26 0,1-7-41 16,0-5-83-16,-32-5-214 0,28 1-358 15,-32-7 158-15</inkml:trace>
  <inkml:trace contextRef="#ctx0" brushRef="#br0" timeOffset="130083.17">21995 12859 158 0,'1'-3'206'0,"3"-1"-16"0,1 0-18 0,0 1-12 15,0 0-13-15,5-1-12 0,1 1-14 0,0 0-4 16,3 1-14-16,4 2-14 0,1 0 0 0,-1 0-13 15,-1 3-12-15,1 2-2 0,-5 0-7 0,-1 0-7 16,2 4-6-16,-2 1-9 0,-1-1 0 0,-2 4-8 0,-2-2-2 0,-3 1 0 16,0 3-4-16,-4 4-7 0,-4-1 7 0,-2 0-8 15,-3 7 5-15,-1-3-6 0,-4 0 3 0,1-7-2 16,-2 1-2-16,0 2 3 0,2-5-7 0,0 0 1 16,-2-1 0-16,3-2-1 0,3-1-3 0,-1-2 5 15,5-2-4-15,1-1-1 0,-1-1 0 0,1 0 3 16,0 0 17-16,-1-1 8 15,5-2 4-15,-3 3 2 0,3-3 4 0,12 2-3 16,-2-4-3-16,12-2 0 0,0 0-4 0,6-1-7 16,8-4 0-16,0 3-6 0,1-1 0 0,12-3 2 15,-9 5 9-15,-2-2-2 0,0 2 0 0,-3-4-3 16,-5 4-5-16,-10 4-1 0,-1-3-1 0,-6 3-1 16,1 0-4-16,-6-2-1 0,-2 3 0 0,1-1 1 15,-1 0-1-15,-6 1 4 0,9 0-15 0,-9 0-9 0,0 0-16 0,6 1 0 16,-6-1-17-16,0 0-29 0,0 0-50 0,-14 9-52 15,7-5-57-15,0-1-148 0,2 2-410 0,1-3 181 16</inkml:trace>
  <inkml:trace contextRef="#ctx0" brushRef="#br0" timeOffset="131286.28">23459 13507 145 0,'5'-7'147'0,"-2"1"-1"0,-1 1-5 0,-2-2-14 0,-1 1-14 16,-4 1-12-16,-3-2-9 0,-3 2-10 0,-7 1-5 15,-4 0-7-15,-6 3-5 0,-1 1-5 0,-3 0-5 16,0 1-4-16,-1 4-8 0,-2 0 10 0,4-1-13 0,1 4 1 16,-4-2-5-16,4 5 1 0,0-3-6 0,1 4 1 15,1-4-4-15,1 4-5 0,8-3-4 0,4 1-4 16,-1-1 2-16,7 1 2 0,2-1-7 0,1-2 0 16,0 4-3-16,4 0-3 0,0 0 10 0,6-2 1 15,2 1 4-15,7 2 10 0,5-2-5 0,0-2 0 16,9 1-2-16,1-1-3 15,3-4 0-15,-1 1-3 0,2-2-2 0,0-3 3 16,-1 0-2-16,-3-4 0 0,0-3 1 0,-1 1 13 16,-9-2 17-16,2-1 7 0,-2-2 4 0,-2-1-3 15,5-8-3-15,-5-1 0 0,-2-3 6 0,-3 2 4 16,-1-4 3-16,-2-3-3 0,-3-3 4 0,-1-2 6 16,0-1-1-16,-3 0 13 0,-1 1-2 0,3-14 11 15,-6 16 13-15,3 2 7 0,-5 1 1 0,4 6 3 0,-2 4-6 0,2 2-1 16,-3 5-2-16,2 1-11 0,0 0-7 0,2 4-7 15,-1-1-30-15,-2 4 13 0,3 0-36 16,0 0-28-16,0 4-59 0,-1-5-46 0,1 5 0 0,0 0 13 16,-4 21 7-16,3-3 8 0,-1 11 7 0,0 3 3 15,2 11 7-15,2 6 4 0,1-3 9 0,2-8 3 16,-1 7 2 0,0-12 6-16,4 1 1 0,-2 0 7 0,2 0-1 0,-2-3 7 15,2-3-1-15,-3-3 1 0,0 2 5 0,3-10 3 16,-4-2 1-16,-2-3 3 0,1-2-1 0,1-2 1 15,-3 2 5-15,0-5 2 0,0 1 8 16,1-2 6-16,-1 1 1 0,-1-3 13 0,0-2 9 16,3 7 4-16,-3-7 4 0,1 0 8 0,-1 0-8 0,0 0 1 15,1 4-7-15,-1-4 2 0,0 0-9 0,0 0 7 0,0 0-27 16,1 4-24-16,-1-4-21 0,0 0-24 0,0 0-26 16,0 0-42-16,0 0-94 0,0 0-350 0,-7-8-615 15,4 1 272-15</inkml:trace>
  <inkml:trace contextRef="#ctx0" brushRef="#br0" timeOffset="131988.07">23643 12683 170 0,'4'-3'167'16,"1"3"-17"-16,3 0-8 0,2 0-19 0,0 0-6 15,2 3-18-15,2-1-9 0,1 5-8 0,-2-2-7 16,-2 3-8-16,1 1-4 0,-1 3-17 0,-2 3 5 16,0-1-2-16,-2 3-15 0,-3 2-2 0,-2 0 4 15,-4 1-7-15,-2 0-4 0,0-3 3 0,-8 2 6 0,1-2-15 0,-1 0 3 16,-4 2 2-16,3-7-4 0,0 2-1 0,5-3 1 16,1-3 5-16,-3 1-3 0,2-2 5 0,3-2-6 15,-3-1-4-15,3 1-6 0,0-2 9 0,1 2-7 16,3-3 2-16,-2 2 8 0,3-4 4 0,-5 3 4 15,5-3 0-15,0 0 12 0,0 0 16 0,9 2 9 0,-2-1 3 16,7 1-1 0,-2-2-2-16,10-2-1 0,0 1-3 0,6 0-5 15,4-2 4-15,-3 0-7 0,3 0-5 0,-4 0-5 16,0-1-4-16,-7 3-4 0,-3 0-5 0,-8 1-6 16,3 0 1-16,-6-2-6 0,-1 1 2 0,1 1-3 15,-7 0-7-15,10-2 3 0,-10 2-4 0,5 2-17 16,-5-2-10-16,6-2-10 0,-6 2-15 0,0 0-4 15,0 0-12-15,0 0-16 0,-7 8-28 0,0-3-29 0,0 1-32 0,2 0-52 16,-4 3-177-16,-1-3-421 0,4 0 187 0</inkml:trace>
  <inkml:trace contextRef="#ctx0" brushRef="#br0" timeOffset="132871.78">24018 13302 55 0,'2'-5'263'0,"-2"0"1"0,0-3-12 16,2 4-10-16,0-1-22 0,-2-2-10 0,1 3-14 15,3 0-13-15,-3-2-18 0,-1 3-13 16,0 3-22-16,0-5-7 0,0 5-18 15,2-4-13-15,-2 4-20 0,0 0-22 16,2-3-23-16,-2 3-14 0,0 0-7 0,0 0 0 0,9 10-7 16,-5-5-4-16,1 2-5 0,-1 3-2 0,5-1 15 15,-4 4-14-15,4 1-9 0,1 0-5 0,-1-1-11 16,0 1-1-16,-2-4-6 0,1 0 0 0,-1 0-1 16,0-4 5-16,-1 2 2 0,-1-3 6 0,0-1 6 15,0-1 9-15,-3-2 8 0,-2-1 6 0,0 0 8 16,15-5 14-16,-12 0 16 0,5-3 3 0,-3-2 13 15,0-1 0-15,-1-1 4 0,3-3 1 0,-3-2 6 0,0 4 1 16,-2 1 1-16,1-2 5 0,1 3 0 0,-2-1 1 16,0 1 1-16,-1-1 3 0,2 4-4 0,-3 1-6 0,1 2-10 15,1 1-7-15,0-1-11 0,-2 2-20 0,0 3-16 16,0-4-23-16,0 4-25 0,0 0-23 0,0 0-9 16,0 0 5-16,0 0 7 0,0 0 7 0,5 20 4 15,-5-4 7-15,1 2 3 0,1 10-4 0,0 1 12 0,0 3 5 16,0 3-4-16,-2-1 10 0,0 3 0 0,0-3 2 15,-2 3 5-15,0-4-2 0,2 2 5 0,-2 2 0 16,0-5 0-16,1-3 5 0,1 0-1 0,-3-1 2 16,1-5 4-16,-3-4 0 0,2 0 1 0,0-3 0 15,-1 0 1-15,1-4-1 0,-1-2 1 0,-4 2 3 0,2-3 0 16,-3 0 5 0,2-1 3-16,-3-1-1 0,-1 0 3 0,2-1 2 15,-2-2 2-15,-1-2 9 0,1 1 6 0,-2-2 8 16,4-1 10-16,-5 0 5 0,5-1 6 0,0-2 7 15,-1 1 12-15,2-2 5 0,3-2 2 0,-3-3-2 16,5-3-8-16,3-5-25 0,2-7-15 0,7-4-13 16,4 1-8-16,5-1-2 0,10-13-4 0,1 3-1 15,6 1 0-15,-2 3 1 0,4-2 0 0,0 5 4 0,-14 7 0 0,7 2 9 16,-6 2 10-16,0 2 6 0,-2 3 12 0,-7 0 12 16,0 5 9-16,-6 1 13 0,2 2 1 0,0-1-8 0,-6 3-3 15,-1 0-5-15,1 1-16 0,-1 1-2 16,0 1-4-16,1-1-40 0,-4 1-48 15,-1 2-51-15,0 0-42 16,0 0-50-16,0 0 14 0,0 0-2 0,0 12-25 16,-5-2-48-16,-2 0-243 0,1-1-532 0,1 3 236 15</inkml:trace>
  <inkml:trace contextRef="#ctx0" brushRef="#br0" timeOffset="133531.68">23167 14093 71 0,'0'0'101'0,"0"0"0"0,0 0-6 0,0 0 0 15,0 0-9-15,0 0 1 0,0 0-9 0,0 0-7 16,0 0-3-16,0 0-9 0,0 0 6 0,0 0-8 15,0 0 0-15,0 0 6 0,0 0-6 0,0 0 1 16,0 0-4-16,0 0-3 0,0 0-5 0,0 0-3 16,0 0-7-16,0 0 3 0,0 0-6 0,0 0-2 15,0 0 0-15,0 0 2 0,0 0-1 0,0 0 4 0,0 0-1 0,0 0 16 16,0 0-15-16,0 0-6 0,0 0 5 0,0 0-3 16,-7 1-3-16,7-1-4 0,0 0-3 0,0 0-1 15,0 0-2-15,0 0 0 0,-4 2-4 0,4-2-1 16,0 0-3-16,0 0-3 0,0 0 3 0,0 0-1 15,0 0-4-15,0 0 3 0,0 0-4 0,0 0 0 16,0 0 1-16,0 0 0 16,0 0 4-16,0 0 13 0,0 0 16 15,0 0-2-15,0 0 10 0,0 0 9 0,0 0 1 16,36-5 1-16,-1 0-6 0,18-1-2 0,9-5-4 16,32-1 0-16,2 2 3 0,10-2 5 0,-8 3 6 0,7-4 3 15,6 1 4-15,2 2 2 0,-6-2 6 0,-1 2-14 16,-5 1-7-16,-5 1-3 0,-31 0-5 15,2 2 1-15,-5 2-11 0,-7-7 2 0,0 7-4 0,-17 2-3 0,-3-1 15 16,-4 0-21-16,-11-1-7 0,-1 3-5 0,-7 0 1 16,-1 0-7-16,-3-1-12 0,-3 2-17 0,3-1-20 15,-8 1-32-15,9 0-30 16,-9 0-32-16,5 1-34 0,-5-1-42 0,0 0-273 0,-18 9-526 16,5-6 234-16</inkml:trace>
  <inkml:trace contextRef="#ctx0" brushRef="#br0" timeOffset="134562.47">24002 14713 152 0,'0'0'215'16,"0"-6"-13"-16,0 3-17 0,-2-1-21 0,0-3-18 15,-4 4-15-15,2-2-14 0,-3 2-14 0,-5 0-12 16,-5-2-8-16,0 3-14 0,-3 2-7 0,-9 0-3 16,1 2-10-16,-2-1-2 0,1 3 1 0,0 2-12 0,-1-1-5 0,2 2-5 15,-1 1-4-15,2 2-4 0,0 0 1 0,4 2-7 16,3-4-4-16,3 4 1 0,2-3-5 0,1 1 0 15,1 1-16-15,4 2 1 0,0-4-2 0,3 7 3 16,2-5 1-16,1 1 4 0,3 1-4 16,3-1 7-16,1 2-1 0,6-1 3 0,3 0 2 0,1-1 4 15,11 0 0-15,2-2 0 0,-3-2 2 0,3-1-2 0,1-3 0 16,3-2 1-16,-2 1 2 0,-8-3 3 0,2-3 14 16,-1 1 16-16,-1-2 17 0,-3-4 16 0,1-1 12 15,-6 0 13-15,5-4 9 0,-4-3 1 0,1-4-5 16,-3-4 8-16,-2-3-5 0,0 0-7 0,-2-4-6 0,-3-2-5 15,3-1-8-15,-3-13-2 0,-1 13-2 16,-3-15 2-16,-1 3-4 16,1 11-8-16,-1-1-5 0,0 4 1 0,-1 3 14 15,0 2-9-15,-1 9 6 0,1 1 1 0,0 4-3 16,0 1-8-16,-1 3-2 0,1 2-14 0,0-1-12 16,-2 3-27-16,2 2-42 0,0-2-46 0,1 5-40 15,0 0 1-15,0 0 5 0,0 0 12 0,-3 22 8 16,-1-7 4-16,3 10 12 0,-4 3 7 0,4 5 7 15,-1-1 8-15,-2 0 6 0,4 2 3 0,3 2 7 0,-2-2 1 0,2-2 7 16,-4-1 6-16,4-5 0 0,0 2 3 16,1-8 6-16,-2 0 1 0,1-2 3 0,1-1-3 0,-3-5 9 15,2-3-1-15,-2 3-12 0,-1-6-5 0,2 2-4 16,-2-2 1-16,2-2 5 0,-1 1 3 0,0-3 0 16,-1-2-3-16,-1 7-4 0,1-7-12 0,1 3-10 15,-1-3-13 1,0 0-25-16,0 0-24 0,0 0-99 0,0 0-199 15,0 0-440-15,-4-19 195 0</inkml:trace>
  <inkml:trace contextRef="#ctx0" brushRef="#br0" timeOffset="135025.63">24259 14514 45 0,'11'-5'204'15,"0"4"-20"-15,-1-2-12 0,0 0-20 0,2 2-14 16,-2 1-10-16,0 3-21 0,3-2-1 16,-3 3-16-16,2 3-8 0,-1 6-9 0,-2-4-6 15,1 7-8 1,-1 3-3-16,-6-1-10 0,3 7-3 0,-2-5-5 0,-4 3-4 16,-2-2-11-16,-2 4 7 0,-3 2-5 0,0-2-1 15,-1-3-5-15,-1-4-4 0,0 0-4 0,0-1-6 16,-2-3 13-16,3 2-5 0,2-5-4 0,-1 0 2 15,5-3 2-15,-6 0-3 0,7-4 1 0,-3 3 0 16,3-3 16-16,-1-1 30 0,1 0 33 0,-3 0 22 16,4-3 24-16,0 0 30 0,0 0 16 0,0 0-14 0,0 0-15 15,8-9-14-15,0-2-16 0,3-2-19 0,2-3-4 16,6-4-13-16,0-5-13 0,6 2-2 0,-4-1-15 16,2 0-9-16,-4 2-8 0,-2 7-7 0,-3 0 1 15,-1 3-5-15,-4 3 4 0,-3 2-5 0,1-1-11 16,-2 4-8-16,0-1-20 0,-4 2-27 0,2-1-20 15,-3 4-14-15,0 0 14 0,0 0-2 0,10 9 4 0,-8 2-2 0,1-1 10 16,-2 2 3-16,3 4 0 0,0 3 3 0,-2 0 1 16,1 5-1-16,-2-4 3 0,2-1-6 0,1 1-8 15,0 5-17-15,-2-9-23 0,1 1-34 16,0-2-39-16,1-6-37 0,1 1-39 0,-2 0-171 0,-3-4-448 16,0-3 198-16</inkml:trace>
  <inkml:trace contextRef="#ctx0" brushRef="#br0" timeOffset="135448.75">24639 14417 175 0,'1'-3'223'0,"1"-3"-12"0,2 6-22 0,0-3-19 16,1 2-15-16,2 0-14 0,0 1-13 0,0-1-18 16,-7 1-9-16,11 1-15 0,-2 0-9 0,-4 2-9 15,0 1-6-15,0 3-10 16,3-2-4-16,-5 4-4 0,-1-1-6 0,2 2-6 16,-3 1-3-16,-1 1-3 0,0-1-1 0,-5 5 1 15,3 2-5-15,-5 0-2 0,1-3-1 0,2-5 3 16,0-1-8-16,0 1 2 0,-1-3-3 0,4-2-5 15,1 2 7-15,-2-2-1 0,2-2 5 0,2 2 13 16,-1-1 20-16,8 0 12 0,0-1 14 0,4-1-14 16,10-1-2-16,8-3-1 0,1-2-11 0,2 2-4 0,4-4-7 0,-2 1 10 15,5-1-7-15,-2-1 1 0,0 2-4 16,-6 2 1-16,0-1-4 0,-4-3-5 0,-9 7 1 16,-3-2-6-16,-6-1 0 0,-2 3-7 0,-4 0 0 15,3-1-4-15,-3 0-9 0,-5 1-18 0,9-1-24 16,-9 1-29-16,0 0-21 0,0 0-28 0,0 0-35 0,0 0-78 15,0 0-212-15,0 0-477 0,0 0 212 0</inkml:trace>
  <inkml:trace contextRef="#ctx0" brushRef="#br0" timeOffset="136244.47">25506 13687 74 0,'0'0'179'16,"0"0"7"-16,-4-3 4 0,4 3 4 0,0 0-5 0,0 0-9 0,0 0-13 15,0 0-16-15,0 0-18 0,0 0-14 0,0 0-11 16,20-5-14-16,-9 4-3 0,-1-2-14 0,7 3-11 15,-1-3-19-15,6-1-18 0,5 2-24 0,-5-1-32 16,-1 2-31-16,0-1-36 0,3 2-45 0,-5-2-51 16,-4 2-106-16,1-1-320 0,-3 1 142 0</inkml:trace>
  <inkml:trace contextRef="#ctx0" brushRef="#br0" timeOffset="136398.09">25629 13799 95 0,'0'0'165'0,"0"0"-2"0,11 4-12 0,1-6-19 0,6-1-8 15,10 1-12-15,0-3-30 0,6-3-30 0,6 2-46 0,11-4-35 16,2-1-45-16,-1 2-90 0,-11 1-177 0,9-2 79 16</inkml:trace>
  <inkml:trace contextRef="#ctx0" brushRef="#br0" timeOffset="136817.29">26417 13389 30 0,'0'-10'240'0,"-1"3"-12"16,2 0-6-16,-1 0-10 0,0 2-6 0,0 0-11 16,0 1-18-16,0 4-18 0,0-4-14 0,0 4-19 15,0-4-19-15,0 4-11 0,0 0-23 0,0 0-17 16,3-4-14-16,-3 4-8 0,0 0-6 0,1 17-4 16,4-6-5-16,-5 4-6 0,4 5-1 0,-3 3 0 0,2 4 1 0,-2-1-4 15,3-1 0-15,-3 0-2 0,2 0 0 0,1 0 0 16,-3-4 3-16,-1-2-1 0,4-1 0 0,-3-1-4 15,3-5 2-15,-3 0-4 0,-1-3 2 0,1-1 1 16,-1-1 2-16,3 0 0 0,-3-2-3 0,1 1 2 16,-1-2-2-16,0-2 2 0,0 2 1 0,0-4 4 15,0 0 0-15,0 7-2 16,0-7-1-16,0 0 0 0,0 1-4 0,0-1-12 16,0 0-11-16,0 0-15 0,0 5-14 15,0-5-18-15,0 0-17 0,0 0-22 0,0 0-22 0,0 0-21 16,0 0-193-16,0 0-368 0,0 0 163 0</inkml:trace>
  <inkml:trace contextRef="#ctx0" brushRef="#br0" timeOffset="138356.51">26179 13319 29 0,'0'0'134'0,"0"0"-27"16,-2-4 13-16,2 4 5 0,0 0-13 0,0 0-4 15,0 0-2-15,0 0-8 0,0 0 2 0,0 0-15 16,4-4-5-16,-4 4-9 0,0 0-6 0,6-2-8 16,-2 0-9-1,-4 2 0-15,10 0-10 0,-2 0-5 0,1 0 0 0,1 2-7 16,2-2 2-16,-1 3-7 0,7 1-2 0,0 2-4 15,0 0 3-15,0 0-2 0,2 3-2 16,4 3 0-16,-7-2 5 0,2 0-6 0,4 4 0 16,-9-2-3-16,4 1 2 0,-5 1-5 0,0 1-2 0,0-2 0 15,-3 0 2-15,-2 1-7 0,-2-3-1 0,-2 2-4 16,0-3-1-16,-3 1-5 0,-2 0 8 0,1 0-3 0,-3-2 0 16,-1 3-1-16,-3-3 3 0,-1-1 2 0,-1 1-2 0,-3 0 6 15,-2 1-3-15,4-4 4 0,-4 1 4 16,1 0 3-16,-6 0-8 0,10-2 1 0,-5-2 2 15,3 1-5-15,0-1 3 0,5-1-8 0,0-1 10 16,1 1 4-16,-1 0-12 0,6-2 3 0,-9 2 3 16,8-1-4-16,1-1 4 0,-7 4 12 0,7-4 18 0,0 0 6 0,-4 1 8 15,4-1 4-15,-3 2 0 0,3-2-6 0,0 0-3 16,0 0-4-16,0 0-3 0,0 0-3 0,0 0-4 16,0 0-2-16,0 0-3 0,0 0-5 0,0 0-5 15,-9 0 4-15,9 0-2 0,0 0 0 0,0 0 0 16,0 0-3-16,0 0 0 0,0 0-1 0,0 0-1 15,0 0 0-15,0 0 8 16,0 0-4-16,0 0 1 0,0 0-1 0,0 0-1 16,0 0-1-16,0 0-5 0,0 0 4 0,0 0-2 15,0 0 0-15,0 0 1 0,0 0-1 0,0 0-3 16,0 0 0-16,0 0-1 0,0 0 2 0,0 0 0 16,0 0-2-16,0 0-2 0,0 0 6 0,0 0 3 15,0 0 3-15,0 0 4 0,0 0 2 0,0 0 8 16,0 0-1-16,0 0-3 0,0 0-1 0,0 0-1 0,0 0 3 0,0 0-11 15,0 0-1-15,0 0-2 0,0 0 1 0,23 2-7 16,-15 0 2-16,2 1 0 0,5 2-6 0,-1-1 2 16,4 4 3-16,-5-3-5 0,6 4-3 0,-5-1 1 15,4 1-4-15,-2 7 2 0,0-6 3 0,-2 3-3 16,-2 2-2-16,-1 2 5 0,2-1-9 0,-7 1 3 16,1 3 9-1,-2-3-1-15,-2 0-11 0,-2 1-7 0,-4-1-5 16,-3 1 2-16,-3-2 1 0,-4 0 2 0,-2 3 4 0,-1-3 2 15,0-3 0-15,-6 1 1 0,3 1 4 0,-6-6 6 16,1 3 4-16,-5-3 5 0,7-3 4 0,1-2 5 16,0 0 7-16,2 0-1 0,2 0 7 0,3-3 1 15,4 1 5-15,1-2 8 0,0 3 4 16,5-3 9-16,-3 2 11 0,7-2 18 0,-11 1 16 0,11-1 12 0,-5 0 5 16,5 0 5-16,0 0-7 0,0 0-8 0,-9-1-22 15,9 1 0-15,0 0-6 0,0 0-5 0,0 0-10 16,0 0-10-16,0 0-15 0,0 0 2 0,0 0-20 15,-5-2-27-15,5 2-28 0,0-3-40 0,0 3-42 0,0 0-45 16,5-9-61-16,-3 3-68 0,0 2-81 0,3-2-208 16,-1-3-621-1,2-3 275-15</inkml:trace>
  <inkml:trace contextRef="#ctx0" brushRef="#br0" timeOffset="138958.18">26682 12997 64 0,'0'0'295'15,"1"-4"-16"-15,-1 4-19 0,3-5-27 0,-2 2-21 16,-1 3-24-16,0 0-21 0,0 0-17 0,0 0-16 15,0 0-22-15,0 0-16 0,0 0-29 0,0 0-13 16,0 0-2-16,0 0-7 0,4 12-7 0,-7-4-3 16,3 2-2-16,-1 1-13 0,-3 6 5 0,3-2 0 15,-3 2-9-15,-1 0-1 0,1 0-1 0,-5-1 0 16,5-1-5-16,-1 1-2 0,1 0 4 0,0-6 0 0,1 1-6 16,1-4-1-16,0 1 1 0,-1-4 0 0,2 1 2 0,1 0-3 15,0 0 2-15,-2-2 2 0,4 1 4 0,2-1 7 16,2 2 14-16,4-2 23 0,8 1 2 0,4-2-3 15,10-2-6-15,4 0 1 0,2 0-8 0,12-2-5 16,4-1-3-16,1 0-1 0,-2-1 0 0,-3-1-1 0,1 3 1 31,-15-1-1-31,-3 2-2 0,-3-2-1 0,-11 0-2 16,-1 3-2-16,-6-1 10 0,-1 0 7 0,-2-1 1 16,-2 2 1-16,-2 0-5 0,-5 0 2 0,8-1-6 15,-8 1-5-15,5-1-2 0,-5 1-5 0,6-3-17 0,-6 3-21 16,0 0-25-16,0 0-34 0,0 0-32 0,0 0-37 15,0 0-48-15,-16 14-59 0,4-9-249 16,0 0-540-16,0 0 239 0</inkml:trace>
  <inkml:trace contextRef="#ctx0" brushRef="#br0" timeOffset="140740.5">26535 12894 62 0,'5'-1'106'0,"-5"1"-7"16,17 1-14-16,-6-1-1 0,2 2-17 0,0 0-6 15,-2 0-6-15,3 2-9 0,-1 0-8 0,2 0-4 0,-3 2 5 16,2 1 0-16,0 1-9 0,-1 2-2 0,-2 3-3 15,-3-3 1-15,0 6-4 0,-1-1 0 0,-3 2-10 0,-1 1 5 16,-3 5 1-16,-3-2-4 0,-2-1 1 16,-1-2-1-16,-3 7 0 0,-3 0-3 0,3-10 4 15,-1 2-1-15,1-1 2 0,-4-1 5 0,4-3 6 16,0 3-2-16,0-6-4 0,3 1-4 0,-2-3 3 0,3-3-1 0,1 2-1 16,0-1-8-16,1-2 10 0,0 1-3 0,-1-1 16 15,4-3 18-15,-5 4 11 0,5-4 17 0,-2 3 4 16,2-3 8-16,-2 3 3 0,2-3 5 0,0 0-4 15,-2 2-5-15,2-2-3 0,0 0-5 0,0 0 17 16,0 0-10-16,0 0-8 0,0 0-9 0,0 0-3 16,0 0-9-16,0 0-6 15,0 0-7-15,0 0-4 0,0 0-7 0,0 0-3 16,0 0-4-16,0 0 0 0,0 0-6 0,0 0-3 16,-3 5-2-16,3-5 5 0,0 0-9 0,0 0 2 15,0 0 0-15,0 0-5 0,0 0-2 0,0 0-2 16,0 0 4-16,0 0-5 0,0 0 5 0,0 0-5 15,0 0-1-15,0 0 3 0,0 0-4 0,0 0 0 16,0 0 0-16,0 0-1 0,0 0-3 0,0 0 5 0,0 0 0 0,0 0-4 16,0 0 3-16,0 0-1 0,0 0 0 0,0 0 1 15,0 0-4-15,0 0 0 0,0 0 3 0,0 0-4 16,0 0 1-16,0 0 3 0,0 0 0 0,0 0-2 16,0 0-1-16,0 0 2 0,0 0-3 0,0 0 0 15,0 0 2-15,0 0-4 0,0 0 0 0,0 0 5 16,0 0-5-16,0 0 3 15,0 0-1-15,0 0 1 0,0 0 1 16,9 2-1-16,-9-2 6 0,17-1-5 0,-4 0 2 0,8 0-4 16,10-3 6-16,0 2-2 0,2-1 0 0,5 0-3 15,15-2-1-15,-14-1 0 0,12 1 0 0,-12 1 7 16,1-2 4-16,-2 3 0 0,-3-1 1 0,-3 0 0 16,0-2 0-16,-10 4 2 0,-4-1-2 0,-3 2-3 15,-2 0 5-15,-2 0 4 0,-4 1-6 0,1-4 6 0,-3 4 0 0,-5 0-4 16,10-3-2-16,-10 3-1 0,8-1-5 15,-8 1-3-15,7 0-10 0,-7 0-19 0,0 0-30 16,0 0-40-16,0 0-47 0,0 0-14 0,4 4-28 0,-3 1-40 16,-1-5-207-16,-5 5-470 0,5-5 208 0</inkml:trace>
  <inkml:trace contextRef="#ctx0" brushRef="#br0" timeOffset="141279.63">27745 13563 304 0,'-3'-7'290'0,"6"2"-23"16,-3 3-10-16,1-3-30 0,-1 0-24 0,0 5-21 15,0-5-19-15,0 5-24 0,0-4-15 0,0 4-22 16,0 0-24-16,0 0-9 0,0 0-10 0,0 0-6 16,3 19-11-16,-3-6-6 0,1 4-3 0,-1 1-6 15,0 1-5-15,-1 5 0 0,-2 1-4 0,-1 2 0 0,3-1-1 0,-3 2 0 16,0-5-3-16,4 4 2 0,-1-8 0 0,1 0-3 15,0-3-4-15,-5-4 1 0,5 1 2 0,-1-3-4 16,-3 2 2-16,4-7-1 0,0 2 0 0,-2 0 7 16,2-2-8-16,-2 0 3 0,2-5-6 0,0 5 5 15,0-2-7-15,0-3-7 0,0 0-29 0,0 0-40 16,0 0-55-16,-17-8-56 16,11-1-237-16,-1-1-457 0,0 3 202 15</inkml:trace>
  <inkml:trace contextRef="#ctx0" brushRef="#br0" timeOffset="141595.96">27661 13447 2 0,'-2'-4'242'0,"1"0"-23"16,1 4-26-16,0 0-21 0,5-4-15 0,-5 4-20 15,18 4-13-15,0 2-3 0,10 0-10 0,0 5-8 16,3 1-9-16,0 3-1 0,1 1-13 0,-3 2-6 15,2 4-11-15,-4 1-6 0,-5 2-8 0,1-2-5 0,-7 2 1 16,0 1-9-16,-8 2-6 0,-1-1 0 0,-5 2-4 0,-4-1-2 16,-6-2-2-16,-5-6-2 0,-5 4-1 0,-1-7-1 15,1 2 0-15,-4-2 1 0,-2-2 1 0,7-3 2 16,-8-3-1-16,6 1 5 0,1-3-1 0,0-2-2 16,1 1 2-16,3-2-5 0,5-1 2 0,3-1-5 15,-2 1 5-15,-1-2-2 0,5 0-2 0,4-1 7 16,-6 2 4-16,6-2-8 15,-4 1-12-15,4-1-36 0,0 0-52 0,10-10-50 16,6 0-50-16,-1 2-221 0,7-1-431 0,2-8 191 16</inkml:trace>
  <inkml:trace contextRef="#ctx0" brushRef="#br0" timeOffset="141872.94">28480 13319 88 0,'-24'19'151'0,"-2"4"-15"0,-10 11-5 15,4 1-15-15,0 4-6 0,3 0-10 0,3 2-14 16,6-1-2-16,3-5-6 0,-3 6 16 0,11-7-1 15,4 1-1-15,2-1 0 0,6-3-4 0,3-1-6 16,8-2-6-16,2-2-4 0,8-5-1 0,3-3-19 16,1-1-35-16,6-4-70 0,2-7-70 0,1-1-167 15,5-5-312-15,-3-3 139 0</inkml:trace>
  <inkml:trace contextRef="#ctx0" brushRef="#br0" timeOffset="142147.62">28785 13498 2238 0,'0'-12'137'16,"0"0"-9"-16,0 0-8 0,0 2-5 0,0 5-15 16,0-3-15-16,2 2-10 0,-4 1-17 0,4 2-12 15,-2-4-9-15,0 7-8 0,-2-4-13 0,2 4-7 16,0 0-9-16,0 0 0 0,0 0-3 0,2 14-3 15,0-3 1-15,-2 5-1 0,1 1 0 0,-1 1 4 0,-1 0 0 16,1 8 2-16,-4-1-3 0,4-4 3 0,0 1 0 0,-2-1-12 16,0-3-23-16,2-1-18 0,-3 2-21 0,1-4-20 15,-2-3-25-15,0 5-23 0,1-8-3 0,1-2-19 0,-4-1-12 16,2-2-182-16,0-4-387 0,4 0 170 16</inkml:trace>
  <inkml:trace contextRef="#ctx0" brushRef="#br0" timeOffset="142428.72">28753 13309 255 0,'0'-5'234'0,"0"-1"-25"0,0 6-23 16,2-3-21-16,-2 3-21 16,0 0-17-16,0 0-9 0,17 11-8 0,-10-5-11 15,4 8-7-15,3 0-4 0,8 6-7 0,-3 4-4 16,0 1-4-16,3 0-8 0,-1 3-5 0,-2 1-8 15,-3 1-3-15,-2-4 1 0,-1 0-6 0,-5 1-9 16,-3-9 1-16,-4 7-6 0,-1-6-6 0,-4-1-7 16,-3 1-1-16,-3-2 1 0,-6-3 1 0,-4 3-1 15,2-5 0-15,0-2-3 0,-1 0 2 0,2-3-3 0,-1-2-1 16,4-2 1-16,0 1-2 0,1-3-3 0,3-2-7 16,1 2-17-16,1-1-43 0,3-3-54 0,2-2-66 0,1 0-209 15,7-2-420-15,8-1 186 0</inkml:trace>
  <inkml:trace contextRef="#ctx0" brushRef="#br0" timeOffset="142831.12">29377 13639 7 0,'0'0'206'0,"-10"0"-20"0,6 1-20 16,4-1-15-16,0 0-18 0,-8 1 4 0,8-1-17 15,-4 0-10-15,4 0-6 0,0 0-12 0,0 0-13 16,0 0-5-16,0 0-9 0,0 0-7 0,-9 0-3 16,9 0-7-16,0 0-6 0,0 0-2 0,0 0 4 15,0 0 10-15,0 0 4 0,0 0 1 0,0 0 1 0,0 0 5 0,0 0 2 16,0 0 2-16,0 0-2 0,0 0 2 0,0 0 1 15,0 0 0-15,0 0-3 0,18-2-3 0,1-1-7 16,1-1-6-16,10 1-1 0,2-2-11 0,-4-1-2 16,9 0-2-16,0 3-4 0,0-2-3 0,-1 1-1 15,0-2 1-15,-2 0 0 0,-4 1-4 0,-11 2-3 16,0 0 1 0,-2-2-4-16,-4 4 0 0,-6-2 0 0,1 3-5 0,-1-2 2 15,-1 2-16-15,-1-2-22 0,-5 2-20 0,6-2-22 16,-6 2-24-16,0 0-27 0,0 0-32 0,0 0-31 15,0 0-35-15,-20 0-193 0,20 0-440 0,-9 0 195 16</inkml:trace>
  <inkml:trace contextRef="#ctx0" brushRef="#br0" timeOffset="143146.07">30031 13391 320 0,'-1'-4'368'15,"0"1"-37"-15,1 3-33 0,-2-6-34 0,2 6-33 16,-1-3-30-16,1 3-24 0,0 0-25 0,0 0-14 16,0 0-19-16,-3 14-15 0,3-2-7 0,-1 0-16 15,-1 5-7-15,-1 0-9 0,2 3-8 0,-2-1-5 16,1 0-5-16,-5 5-5 0,5-4-3 0,-1-1-2 15,2-3-6-15,1 2 2 0,-3-3-2 0,2-3 1 0,1 0-5 0,-1 2-1 16,1-6-3-16,-2-1-4 0,4-2-7 0,-4 2-13 16,1-2-12-16,1-1 0 0,-1 0-3 0,1-4-4 15,0 5-7-15,0-5-11 0,-1 4-9 0,1-4-8 16,0 0-45-16,0 0-57 0,0 0-74 0,-9-9-238 16,5 1-507-16,1-1 225 0</inkml:trace>
  <inkml:trace contextRef="#ctx0" brushRef="#br0" timeOffset="143446.84">30063 13084 52 0,'-1'-2'272'16,"1"-2"-29"-16,0 4-29 0,4-3-24 0,-4 3-18 15,16 5-15-15,1 2-10 0,11 6-6 0,3-2-11 16,16 16-4-16,0 1-7 0,0 6-6 0,3 0-3 15,-2 7-8-15,-4-4-11 0,-4 5-5 0,-6-1-9 16,-7 1-9-16,-5 3-6 0,-11-12-10 0,-2-1-1 16,-6 1-9-16,-6-1-6 0,-7 2-7 0,-13 7-1 15,-7-3-2-15,-8-4-3 0,-1-3 2 0,-8-6-5 0,-1-3 0 0,0-2-3 16,11-6-2-16,-13 0 3 0,1 1-3 0,13-8 1 16,-2 3-4-16,5-5-1 0,1 4 0 0,3-4-11 15,7-2-30-15,5-1-48 0,3-2-65 0,5 5-63 16,3-3-241-16,6-2-485 0,0 0 214 0</inkml:trace>
  <inkml:trace contextRef="#ctx0" brushRef="#br0" timeOffset="144433.73">31166 13387 321 0,'2'-5'312'16,"-2"0"-24"-16,2 0-24 0,-2 0-30 0,0 5-25 0,2-5-25 15,-2 5-23-15,0-2-23 0,0 2-19 0,0 0-16 16,9 11-12-16,-2-2-10 0,1 6-9 0,1 2-8 15,-1-1-10-15,2 3-2 0,4 1-13 0,-1 4-15 16,4-2-11 0,-6-5-16-16,1-2-2 0,-2-1-7 0,3-1 5 0,-3-1-7 15,-2-2-6-15,-1-4 3 0,3 0 6 16,-3-3 5-16,1-3 8 0,1 0-4 0,-1-5 2 16,3 1 8-16,-2-8 9 0,3 1 15 0,0-4 8 15,-2-2 12-15,0-1 8 0,2-4 15 0,-1-2 4 16,-2-1 3-16,2-1 5 0,-1 2 16 0,-5 5 18 0,1 2 2 15,-1-2 3-15,-1 8 4 0,0 0 2 0,1 1-13 0,-1 3-13 16,-3 2-12-16,0 0-16 0,2 0-23 0,-2 2-29 16,1-1-44-16,-2 4-34 0,2-5-49 0,-2 5-4 15,0 0 10-15,5 21 7 0,-3-3-1 0,3 12 5 16,-3 5-1-16,1 19 9 0,-3-1 4 0,-5 5 13 16,4-1-2-16,-7 23 6 0,4-20 6 0,0-1 4 15,0-1 6-15,-6 0 5 16,1-2 5-16,-3-4 5 0,-1-3-1 0,-3-7 5 15,2-13 0-15,1 0 5 0,-2-6-1 0,-2-3 4 16,0 4 0-16,2-11 1 0,-2-1 7 0,0-1 9 16,-5-5 9-16,3 1 14 0,1-5 10 0,-9-1 22 15,-1-6 22-15,7 0 22 0,-6-3 1 0,9-4-1 16,-5-5 26-16,1 0 0 0,5-5 7 0,5-3 4 16,5-2 8-16,6-4-17 0,6-4-14 0,17-13-25 0,12-2-27 0,26-24-34 15,7 2-11-15,2 9-23 0,10 5-11 0,-10 2-1 16,4 5-2-16,-21 14-10 0,3 6 31 15,-1 2-15-15,-4 3-5 0,2 0 9 0,-2 5 4 16,-17 5 18-16,0 2 15 0,-2 2 12 0,-12 2 30 16,-3 3 10-16,-4 2 11 0,-3 0 1 0,0 2-3 0,-2-1-11 15,0 2-13-15,-3-1-15 0,1 3-27 0,-5 0-35 0,4-4-51 16,0 3-55-16,-4 1-67 0,0 0-61 0,0 0-49 16,-26 5-69-16,-1 3-333 0,-3 0-752 0,3-2 334 15</inkml:trace>
  <inkml:trace contextRef="#ctx0" brushRef="#br0" timeOffset="146639.37">11703 16353 81 0,'0'-5'113'0,"0"5"-4"0,0-4-8 15,0 4 4-15,1-7 6 0,2 4-8 0,-2 0 6 16,-1-1 15-16,3-2-12 0,-3 2 7 0,1-1-3 15,2 0 0-15,-2 0 8 0,0 1 0 0,-1-3 3 16,3 2-2-16,-2 0-3 0,-1 1-7 0,0 4-3 16,0-6-13-16,0 4-11 0,0 2-15 0,3-4-14 0,-3 4-27 0,0 0-30 15,0 0-2-15,0 0-3 0,2 16-1 0,0-4 1 16,-1 12 0-16,-2 5-1 0,-2 4 29 16,-1 2-5-16,0 11 5 0,-1-11-5 0,1 10-2 0,3-12-2 15,-3 1-4-15,-1-3 2 0,8-1-1 0,-6-6-1 16,3-6-11-16,0-1 0 0,0-5 1 0,5-1-4 15,-5-3 6 1,0 0 4-16,0-2 23 0,0-1 34 0,0-1 29 16,0-4 13-16,4 1-2 0,-4-1-13 0,0 0-12 15,10-16-7-15,-6 6-6 0,3-1 1 0,-1 0-11 16,4-4-21-16,-2 0 17 0,-1-2-7 0,4 0-9 16,-4 2 5-16,1 0-12 0,2 2 1 0,-4 5-9 15,0-1-6-15,-1 2-4 0,-3 2-6 0,1 1-15 16,1 1-11-16,2 2 2 0,-6 1-7 0,15 5 3 0,-2-1-7 0,0 7 9 15,1-2-5-15,0 4 3 0,4 0 1 0,-1 0 5 16,6 7 5-16,-8-8-3 0,7 5 4 0,-6-5 3 16,0 2-2-16,1-6 3 0,0 2 3 0,-7-1 1 15,3-3 1-15,-4-2 3 0,1 0 3 16,-5-1 23-16,3-3 11 0,-3 0 2 0,0-3 7 16,4-2-3-16,-4-3 1 0,2-3 1 0,-1-5-1 0,-2 0 2 0,2-9 12 15,-3 2-13-15,-2-3-6 0,-1-2 2 0,4-2-3 16,-8-1-23-16,3 0 28 0,-4 1 11 0,1 3-11 15,0 1 9-15,2 8 12 0,2 2 3 0,-3 8 1 16,-1-4 2-16,4 5-12 0,-1 2-14 0,-2-2-3 16,2 1-6-16,1 2-3 0,0 4-8 0,-4-7-17 15,4 7-12-15,0-5-16 16,0 5-11-16,0-2-15 0,0 2-2 16,0 0-7-16,0 0-10 0,0 0 8 0,0-5 0 0,0 5 2 15,0 0 8-15,0 0 6 0,0 0-9 0,0 0 15 16,0 0 7-16,0 0-2 0,-1-3 10 0,1 3 2 15,0 0-6-15,0 0 7 0,0 0 4 0,0 0 1 16,0 0 2-16,0 0 0 0,0 0 2 0,0 0 6 16,0 0-4-16,0 0 9 0,0 0-3 0,0 0-4 0,0 0 7 15,0 0-3-15,0 0-2 0,0 0 4 0,0 0-7 16,0 0 0-16,0 0 5 0,0 0 1 0,-4-4 0 16,4 4-3-16,0 0 2 0,0 0-2 0,0 0 4 15,0 0-3-15,0 0-3 0,0 0 0 0,0 0 3 16,0 0-5-16,0 0-7 0,0 0-2 0,0 0-1 15,0 0-7-15,0 0-1 16,0 0-11-16,0 0-10 0,0 0-5 0,0 0-17 16,0 0-15-16,0 0-19 0,0 0-20 0,0 0-22 15,0 0-35-15,0 0-35 0,0 0-40 16,0 0-13-16,0 0 17 0,0 0-151 0,4 14-430 16,-4-14 190-16</inkml:trace>
  <inkml:trace contextRef="#ctx0" brushRef="#br0" timeOffset="147225.23">12443 16165 5 0,'3'-11'251'0,"-2"7"-8"0,0-6-1 0,-1 3 5 15,0 2-2-15,1-1-3 0,1 0-3 0,-2 6-17 16,2-7-22-16,-2 7-22 0,2-5-18 0,-2 5-19 15,0 0-20-15,0-7-11 0,0 7-21 16,0 0-36-16,0 0-14 0,0 0-9 0,0 0-7 16,2 16-4-16,-1 2-2 0,-1 12-2 0,-1 2-4 0,-1 2-3 0,-2 20 0 15,0-3 1-15,-3 4-1 0,1-2 1 0,1-4 0 16,0-12-4-16,2-2-2 0,-1-2 4 0,4-4-3 16,-1-2 2-16,1-7-11 0,-1-3 10 0,0-5 0 15,1 0 1-15,0-2 0 0,0-3 7 0,0-1 16 16,-2-1 27-16,2 0 32 0,0-5 46 0,0 6 24 15,0-6 22-15,0 0-5 16,0 0-12-16,0 0-16 0,9-14-17 16,-3 4-15-16,4-3-7 0,-3-4-12 0,7-5-14 0,0 1-8 15,-2 4-8-15,3 0-9 0,-6 4-5 0,-2 2-7 16,-1 4-4-16,-1 2-10 0,0-1-11 0,-4 1-13 16,3 1-26-16,0 2-14 0,-4 2-8 0,13 0-4 15,-7 0-26-15,-1 4 23 0,6 0-5 16,-1 3 0-16,-1 2-8 0,1 3-3 0,7 1-24 0,-3 1-24 0,0-3-27 15,5 5-25-15,-6-2-42 0,1 1-39 0,0-5-64 16,-3 1-284-16,-2-3-640 0,4-1 284 0</inkml:trace>
  <inkml:trace contextRef="#ctx0" brushRef="#br0" timeOffset="147579.37">12849 16692 233 0,'0'0'333'0,"-9"-4"-27"0,9 4-18 0,0 0-18 16,0 0-15-16,0 0-25 0,-2-1-20 0,2 1-24 15,5-4-19-15,0-1-23 0,2 1-14 0,4 0-18 0,4-5-12 16,3-1-8-16,1 3-15 0,4-8-12 0,3 2-7 0,-2-1-7 16,2 0-5-16,-2-2-1 0,-1 0-10 0,-3 0-3 15,2 1 1-15,-8 1 0 0,2-1-5 0,-5 0-4 16,3 0-6-16,-4-1-1 0,-1 4 2 0,-1 1 1 15,-3 3 14-15,0-1 4 0,-1 4 4 0,-3 0-19 16,2-2-8-16,-6 2-15 0,3 5-3 0,-9-4-6 16,-1 5 0-16,-4 2-3 0,-5 2 3 0,2 6-6 0,-12 1 3 0,2 3-3 15,2 4 7-15,-1 1-7 0,3 1 4 0,6 1-4 16,-3 0 1-16,8-5 4 0,-2 5 4 0,5-5 2 16,2 2-29-16,3-5-9 0,4 7-16 15,2-5-11-15,6 0-24 0,1-5-35 0,5 3-59 16,4-7-99-16,4-3-172 0,-2-1-496 0,2-5 219 15</inkml:trace>
  <inkml:trace contextRef="#ctx0" brushRef="#br0" timeOffset="147895.84">13377 16393 144 0,'0'-3'368'0,"0"3"-39"0,5-6-39 0,-5 6-25 15,0-5-36-15,0 5-24 0,0 0-20 0,13 1-24 16,-13-1-12-16,11 8-14 0,-3 3-12 0,4-1-16 16,-2 5-7-16,0 2-12 0,-1 7-8 0,5-1-6 15,-5 4-9-15,-4-4-5 0,3 3-5 0,-4-7-4 16,-2 0-17-16,-1-2 9 0,1-2-5 0,-1-4-4 16,-1-1-3-16,-1-4-2 15,2 1 2-15,-2-1 2 0,2-1 34 0,-1-5 41 16,0 6 32-16,0-6 24 0,0 2 22 0,0-2-11 15,0 0-18-15,0 0-18 0,4-14-23 0,0 4-21 16,3-4-31-16,2-2-30 0,4-9-33 0,4 0-43 16,-2-1-53-16,5-1-39 0,1 0-50 15,6 1-33-15,0-2-32 0,-2 5-45 0,2 1-33 0,0 5-247 16,-3 3-621-16,-1-1 275 0</inkml:trace>
  <inkml:trace contextRef="#ctx0" brushRef="#br0" timeOffset="148259.07">13981 16574 19 0,'-3'4'228'16,"3"-4"3"-16,0 0-13 0,-3 3-15 0,3-3-18 0,0 0-19 16,18-7-19-16,-6 4-16 0,7-4-12 0,1 0-9 15,7-6-11-15,-1 2-10 0,3-5-14 0,-1-1-3 16,1-1-10-16,0 2-2 0,-1-2-6 0,-2-2-9 15,0 1-3 1,-2 0-5-16,-4-1-2 0,-1 3-5 0,-5 1 3 16,-4 1 4-16,-2 4 11 0,-5 0 14 0,-1 0-7 15,-2 3-5-15,-2-4-2 0,-1 4-11 0,-4 1-4 16,-4 3-1-16,-2-1-9 0,-5 3-2 0,-4 4-4 16,-10 1-5-16,4 5 7 0,-4 6-13 0,2-1-4 15,0 6 0-15,5-1-6 0,-1 6-3 0,7-3-1 16,1 2 5-16,2 3-2 0,5-1-3 0,3 2 7 0,6 1 4 0,7-4 6 15,8 1 11-15,6-2 2 0,8-3 2 0,6-3 3 16,21 4-3-16,7-8-7 0,30-6-33 16,2-5-65-16,4-3-80 0,2-6-112 0,-5-2-157 15,-3-5-464-15,-32-3 206 0</inkml:trace>
  <inkml:trace contextRef="#ctx0" brushRef="#br0" timeOffset="148862.41">16353 16092 88 0,'1'-5'261'15,"-3"2"-26"-15,1-1-24 0,1 4-32 0,-2-4-38 16,2 4-20-16,0 0-15 0,-1 12-9 0,2 0-11 0,1 8-8 16,-2 8-9-16,2 1-7 0,-2-1 0 15,1 0-9-15,2 0 21 0,1 4-8 0,-2-5-5 16,1 2-3-16,1-3-7 0,-2-7-4 0,0 2-1 15,-2-5-22-15,1 1-31 0,-1-3-21 0,0-6-30 16,-1 1-19-16,2-1 0 0,-1-4 4 0,0 0-2 16,0-4-75-16,0 0-139 0,0 0-313 0,-12-21 140 15</inkml:trace>
  <inkml:trace contextRef="#ctx0" brushRef="#br0" timeOffset="149198.23">16174 15923 135 0,'-2'-3'190'0,"2"3"-20"0,-3-7-21 16,3 7-15-16,0 0-15 0,16 0-12 15,-4 5-12-15,10 2-7 0,6 2-3 16,8 7-11-16,14 6-2 0,7 4-3 0,2-2-5 16,-3 5-6-16,-1 4-6 0,-4 2-2 0,-3 0-3 0,-6 2-10 15,-5 2-3-15,-9 1-5 0,-8-10 5 0,-7 4-13 16,0 0 5-16,-9-2-6 0,-8 1 6 0,-9 0 0 15,-5-1 2-15,-14 8-1 0,-10-6 4 16,1-3 2-16,-7-2 2 0,0-5 11 0,0-5 10 0,12-6 6 0,-1 1 0 16,-1-3 2-16,2-2-2 0,3 2-1 0,2-4-4 15,3 1 2-15,6-5-12 0,8 1-4 0,4-2-2 16,-3-1 4-16,8 2 8 0,-3-3-3 0,3 1-7 16,5-1-10-16,-6 0-11 0,6 0-24 0,0 0-24 15,0 0-36-15,29-10-35 0,-3 1-59 0,2-1-69 16,1-4-193-16,3 1-451 0,3-3 200 0</inkml:trace>
  <inkml:trace contextRef="#ctx0" brushRef="#br0" timeOffset="149599.25">17383 16162 104 0,'-9'3'241'0,"9"-3"-15"15,0 0-17-15,0 0-14 0,0 0-14 0,0 0-17 16,0 0-17-16,0 0-15 0,0 0-13 0,0 0-8 16,0 0-8-16,27 2-11 15,-7-3-8-15,12 0-6 0,4 1-8 0,0-5-6 16,19-5-9-16,-3 4-5 0,4 0-5 0,-3 1-4 16,-2 3-1-16,-14-1-9 0,0-1 0 0,-4 1-3 15,-1 3-3-15,-14 0-5 0,0-2 2 0,-5-1-2 16,-2 3-5-16,-2-1 0 0,-2 1-20 0,-3-2-2 15,-4 2-19-15,0 0-21 0,0 0-25 0,-21 6-18 16,3-4-25-16,0 4-32 0,0-2-24 0,-3 1-176 0,3-2-375 16,-1 3 166-16</inkml:trace>
  <inkml:trace contextRef="#ctx0" brushRef="#br0" timeOffset="149931.28">17614 16411 132 0,'0'0'288'16,"-6"1"1"-16,6-1-10 15,-4 3-13-15,4-3-17 0,0 0-28 16,0 0-25-16,0 0-19 0,24-6-26 0,-4 2-6 15,8 0-13-15,6-2-12 0,3 1-9 0,-1 0-19 16,18-4-12-16,-6 1-18 0,-11 2 3 0,4 0-9 16,-5 0-11-16,0 2-6 0,-2-3-4 0,-3 4-3 15,-9-1-7-15,-5 1 1 0,-4 1-5 0,-2 2 1 0,-3-2 0 16,0-1-5-16,-3 1 1 0,-1 2-10 0,-4 0-17 0,0 0-19 16,0 0-25-16,0 0-26 0,0 0-31 0,-25 1-33 15,13 0-47-15,-2 4-51 0,-3-1-187 0,6 1-464 16,-3-2 205-16</inkml:trace>
  <inkml:trace contextRef="#ctx0" brushRef="#br0" timeOffset="150247.62">17644 16656 8 0,'-7'2'301'16,"4"1"3"-16,3-3-22 0,-7 0-17 0,7 0-26 15,0 0-22-15,0 0-20 0,31-7-22 0,-2-1-15 16,12 2-19-16,14-3-15 0,10-2-15 16,2 3-7-16,26-1-14 0,-26 5-6 0,23-6-14 0,-31 5-2 15,-2 0-11-15,-3 3-5 0,-19-1-4 0,-1 1-3 16,-12 1-5-1,-3 0-3-15,-5 0-2 0,-2 1-8 0,-2 0 4 16,-3 0-14-16,0 0-13 0,-3-1-17 0,-4 1-17 16,0 0-44-16,0 0-41 0,0 0-45 0,-26 0-64 15,8 2-230-15,5-1-490 0,-1-1 217 0</inkml:trace>
  <inkml:trace contextRef="#ctx0" brushRef="#br0" timeOffset="151334.57">19656 16289 8 0,'7'-8'197'0,"-1"-7"-2"16,-1 5-5-16,-3 1 2 0,0-3-3 0,-2 2-14 0,0 0-18 0,-2 0-17 16,-2 1-15-16,-3 0-15 0,-2 1-12 0,-5 3-13 15,-5-2-10-15,-8 2-7 0,-3 1-6 16,-1 0-11-16,-5 4-4 0,3 1-10 0,-3 6 1 0,-1 0-2 15,1 3-1-15,3-2-12 0,1 3 0 0,0-3-2 16,9 4-3-16,-2 0-6 0,8-4 29 31,3 4-6-31,4-1-4 0,0 0-4 0,6 0 5 0,0 1-9 0,4 0 2 16,4 0-3-16,5 3 0 0,6-3-1 0,7 3 1 16,2-3 0-16,8-2-2 0,1-3-3 0,3-2 1 15,0-1-3-15,-2-4 0 0,1-2-2 0,-1-2 0 16,1-2-2-16,-6-4 1 0,-2 0-4 0,2-3 0 15,-7-4 5-15,-8 2 8 0,-1-1 4 0,0-9 2 16,-3-1 5-16,-4-1 5 0,-2-1 13 0,-1-3 8 0,-6-2 11 0,1-1 4 16,0-1 14-16,-2-1 7 0,1 0 2 0,-2 1 13 15,1 0-19-15,-1 1 3 0,2 2 2 0,-2 4-1 16,2 9 10-16,1 1 0 0,0 2-5 16,1 6-9-16,1 3-11 0,-1 1-15 0,0 0-23 15,1 6-39-15,0-8-25 0,0 8-47 0,0 0 16 0,0 0-8 16,-4 20 8-1,5-3-1-15,3 11 10 0,-5 6 19 0,2 1-15 16,0 13 8-16,2 0 0 0,-1 0 4 0,1-1 5 16,-1-13 4-16,5 2-2 0,-2-2 9 0,1 0-1 15,1-4 1-15,-1-4 1 0,-1-3 4 0,-1-6 2 16,0-5 2-16,-3-2-2 0,4-1 0 0,-4-3 4 16,2 1 9-16,-2-2-6 0,2 0 9 0,-3-3 2 15,1 1-1-15,-1-3 1 0,0 6-1 0,0-6-2 0,2 3-4 0,-2-3-19 16,2 2-24-16,-2-2-37 0,0 0-37 0,0 0-43 15,0 0-62-15,0 0-353 0,-4 7-617 0,4-7 273 16</inkml:trace>
  <inkml:trace contextRef="#ctx0" brushRef="#br0" timeOffset="151688.71">19164 16678 53 0,'-7'2'191'15,"-4"0"-8"-15,5-1 6 0,-1-2 7 0,3 3-8 16,4-2-14-16,0 0-14 0,0 0-11 0,0 0-11 0,42-5-18 15,-5 0-9-15,24-4-12 0,30-1-7 0,-25 1-7 16,34-5-5-16,7-1-13 0,-2 0-9 0,2-3-5 0,-7 4-4 16,0 3 18-16,-5-8 6 0,-29 9 8 0,-4 0 2 15,-5-2-2-15,-5 4 0 0,-20 2-1 0,-3-1-2 16,-8 2 3-16,-8 2-9 0,-2 1-4 0,-3-1-7 16,-2 2-18-16,-1-2-25 0,0 2-41 0,-5 1-54 15,0 0-51-15,0 0-47 0,-40 8-66 0,11-3-219 16,0 2-498-16,1-1 221 15</inkml:trace>
  <inkml:trace contextRef="#ctx0" brushRef="#br0" timeOffset="152421.64">19665 17027 11 0,'-32'0'116'0,"-2"3"-10"0,-4 0-2 0,-1 4-10 15,-2 1-10-15,4-1-10 0,-2 5-3 0,4 0-7 16,1 3-3-16,4-1-6 0,2 1-9 0,3-1-4 0,5 1-4 0,5-1 9 16,3-1 9-16,5 6 1 0,-1-5 5 0,7 3-5 15,2 2 4-15,2-6-9 0,7 3 12 0,0-1 34 16,4-3-10-16,4 0 4 0,3-5-13 0,8 1 0 16,-10-3-6-16,12-1-1 0,-3-5-5 15,1 1 9 1,-2-3-2-16,3-4 3 0,-9 0 2 0,3-4 9 15,-3-4 7-15,-3 1 4 0,-5-1 7 0,5-8-4 16,-4-2-6-16,0-1-1 0,-4-3-4 0,-1-1-7 0,-2-3-12 16,-1-3 0-16,3-11-2 0,-6-1-17 0,1 14 12 15,-2-13-6-15,-5 12 13 0,4 1 9 0,-1 0 8 16,-1 1 13-16,-3 6 12 0,4 2 3 0,-4 8 6 0,2 3-10 16,0 5-10-16,1-2-14 0,-1 5-9 0,2-1-18 15,0 7-36-15,0-8-43 0,0 8-23 0,0 0-2 16,0 0 0-16,0 0 6 0,-8 36 0 0,3-11 1 15,0 7 6-15,0 1 1 0,2 3 4 0,0 15 6 16,0-4 1-16,0 0-1 0,6-13 11 0,-1 1-3 16,-2-2-4-16,5-2 9 0,-1-1-10 0,1-2 1 15,-2-9-12-15,3 1-7 0,-1-5 1 0,-1 1-12 16,0-6-13-16,-1 1-28 16,-1-2-8-16,1 0-22 0,-2-4-22 15,0-1-30-15,1 0-35 0,1 3-41 0,-3-7-46 16,0 5-182-16,0-5-510 0,0 0 226 0</inkml:trace>
  <inkml:trace contextRef="#ctx0" brushRef="#br0" timeOffset="152884.87">19937 16859 259 0,'11'-5'273'0,"-1"2"-29"15,0 1-27-15,3 2-32 0,-13 0-10 0,26 3-18 16,-15 0-20 0,7 4-12-16,-5 3-14 0,6 9-10 0,-8 0-10 15,2 5-7-15,-4 0-12 0,-4 5-9 0,-5 0-1 16,0-1-11-16,-5 2 0 0,-5 0-7 0,-2 1-4 16,0-2-6-16,-4-3 0 0,2 2-3 0,-5-2-6 15,1-3 0-15,0 0 4 0,4-9 0 0,0-2 3 16,5 1 1-16,0-6-1 0,-1-2-4 0,6 1 30 15,-1-2 14-15,1 0 21 0,0-2 29 0,4-2 28 0,-4 5 20 0,4-5 10 16,0 0-26-16,0 0-5 0,0 0-18 0,9-24-23 16,3 8-8-16,7-7-10 0,4-2-8 0,-5-4-6 15,6-1-9-15,6-9-7 0,-6 10-6 16,3-12-10-16,-2 14-1 0,-8 3-7 0,-2 2 0 16,-6 7 6-16,0 4 18 0,-5 3 5 0,1 1-5 0,0 2-2 15,-2 0-11-15,-3 5-10 0,5-7-20 0,-5 7-17 0,0 0-7 16,0 0 3-16,0 19-3 0,-4-6 0 0,0 7-1 15,2 5 2-15,-1 2 0 0,3 2 5 0,4 3 2 16,6-1 2-16,9 1-22 0,13 6-10 0,13-4-61 16,10-2-51-16,34 1-110 0,11-15-182 0,9-9-289 15,8-11-782-15,1 0 346 0</inkml:trace>
  <inkml:trace contextRef="#ctx0" brushRef="#br0" timeOffset="174404.16">20086 15828 186 0,'2'-5'187'0,"-1"-2"-3"0,2 3-12 16,-2 1-8-16,-1-4-7 0,2 4-19 0,-2 3-6 15,2-5-23-15,-2 5-11 0,0-3-15 16,0 3-21-16,0 0-15 0,0 0-9 0,0 0 4 16,-13 21-10-16,-4-2-5 0,-8 9-8 0,-9 12-3 15,-6 6 3-15,-23 24-6 0,7 2 4 0,-1 3-5 0,2-3 0 0,1 6-1 16,2-2 28-16,-4 1-9 0,3-5-1 0,2 1-4 16,15-25-2-16,-11 23-1 0,15-18-3 0,-10 21-1 15,14-24 4-15,-1 0-30 0,0-2 1 0,4-4-2 16,2-1 11-16,5-10-9 0,-1 12 5 0,2-16-2 15,4 0 3-15,1-3 29 0,1-4 3 0,2-5-9 16,2 0 4 0,-1-3-7-16,4-1 4 0,0-4-6 0,-1-2-1 15,1-1-13-15,4 1-5 0,-5-3 2 0,4 0 0 0,1 0 3 16,-2-2-5-16,2-2-2 0,0 0-44 0,0 0-37 16,0 0-52-16,0 0-63 0,2-14-113 0,2 5-340 15,-2-2 151-15</inkml:trace>
  <inkml:trace contextRef="#ctx0" brushRef="#br0" timeOffset="174776.28">19265 16102 64 0,'2'-7'228'0,"0"2"-25"16,-2 5-20-16,5 0-22 0,-5 0-12 0,19 15-16 15,-2 9-10-15,2 7-13 0,17 17-3 0,15 27-8 16,-9 1-11-16,8 4 0 16,-4 1-9-16,6-2-2 0,-5-3-12 0,2 2-4 15,1 3-6-15,-11-3-2 0,4 0-6 16,-11-28-5-16,2 1-2 0,-2 3-1 0,-2-5-7 15,-6-3-2-15,0-3-5 0,-7-13-4 0,-3-4 1 0,0 0-7 16,-5-10-12-16,1 1-2 0,-1-7-6 0,-3 2-1 16,0-5-2-16,-2 0 2 0,-1-4 1 0,1 1-16 15,0-4-26-15,-4 0-35 0,0 0-74 0,6-13-196 0,-4 4-380 16,0-7 168-16</inkml:trace>
  <inkml:trace contextRef="#ctx0" brushRef="#br0" timeOffset="176262.03">21826 16169 102 0,'-18'-8'129'0,"0"0"-17"0,-3 5-5 0,-1 1-11 16,-4-3-3-16,-3 6-9 0,2 3-16 0,4-2-6 15,1 0 1-15,2 4-11 0,-7 3-2 0,8 1 1 16,-7 4-13-16,4 0-2 0,6 1-5 0,1-2 2 15,3 1-18-15,-2 0 2 0,4 4 3 0,1-2-5 16,1 4-2-16,3-6 24 16,2 6 4-16,6-3-5 0,-2 2 5 0,5-3-5 15,1-1 4-15,5 0-4 0,2-2 10 0,-3-1-2 16,7-2 10-16,-2-3-26 0,1-1 3 0,4-2 7 16,-1-1 5-16,2-5 7 0,0-1-5 15,-2-1 13-15,5-6 1 0,0-1 4 0,-7-1 1 16,1-6 0-16,2-3-3 0,-5 0-4 0,1-4-1 15,-3 0-10-15,0-3 2 0,-4-4-6 0,2 1-3 0,-3-1-5 0,-2-2-1 16,-3-3-2-16,4 1 5 0,-6-10 3 0,2 12 1 16,-4-3-1-16,1 4-1 0,-2-3-1 0,-2 4 5 15,2 1-4-15,-4 5-3 0,1-3 3 0,3 10 0 16,-3 2-2-16,-1 6-2 0,4 1 4 0,-2-1-6 16,3 5 0-16,0 0-10 0,-2 1-4 0,2-1-10 15,0 6-34 1,-3-6-27-16,3 6 2 0,0 0 0 0,-5 12 3 15,1 2 8-15,0 6 2 0,2 8 1 0,-1 7 0 16,-3-2 7-16,3 16-1 0,1-3 3 0,4 0 1 0,-2 1 6 16,2-10 2-16,3 8 1 0,-3-10 2 0,1 2 4 15,1-4-4-15,0-2 9 0,2-1-4 0,0-4 5 16,-2 0-3-16,-1-6 2 0,-1-3 1 16,2 0 1-16,-3-4 1 0,6-2-3 0,-5 0 7 0,-1-2-3 0,2 0 0 15,-3-1 1-15,1-4 2 0,1 1 7 0,0 0-7 16,-2-1 3-16,2-1-4 0,-2-3 3 0,0 4 2 15,0-4-2-15,2 4 2 0,-2-4 3 0,0 0-1 16,0 0 0-16,0 5-4 0,0-5 3 0,0 0 3 16,0 0 0-16,0 0-7 0,0 4-22 0,0-4-40 15,0 0-37-15,0 0-42 0,0 0-72 0,-2 2-154 0,2-2-395 0,0 0 175 16</inkml:trace>
  <inkml:trace contextRef="#ctx0" brushRef="#br0" timeOffset="176725.62">21256 16727 109 0,'0'0'108'0,"-5"0"-13"0,5 0-9 0,0 0-6 15,0 0-11-15,0 0-5 16,-8 0-10-16,8 0 7 0,0 0 4 0,0 0 8 15,0 0 15-15,0 0 13 0,0 0-5 0,0 0 3 16,0 0 1-16,0 0-6 0,0 0-2 0,31-4-10 16,-2 2-4-16,7 0-7 0,22-3-9 15,8 1-1-15,31-2-1 0,9 1 7 0,-3-4 11 16,1 3 8-16,-1 2 0 0,-4 2-3 0,-1-2 1 0,-6 0-5 16,-29 4-7-16,0-4-9 0,-8 3-2 0,-14-2-8 0,-3 2-2 15,-2-2 0-15,-7 3-8 0,-10-2-5 0,-3 2-9 16,-5 0-8-16,-3-1-29 0,-2 0-27 0,0 0-30 15,-6 1-50-15,0 0-50 0,0 0-57 0,-38-2-176 16,9 4-430-16,-2-4 191 0</inkml:trace>
  <inkml:trace contextRef="#ctx0" brushRef="#br0" timeOffset="178745.77">21963 17390 36 0,'-19'-1'81'0,"-2"2"2"0,-2 0-9 16,4 2-1-16,-3-2-12 0,-6 5 1 0,7-1-4 15,-5 0-4-15,4 3-3 0,1-3-6 0,4 1-8 16,-2 4-8-16,2-1 0 0,-1 1 0 0,4 0-6 0,4 1 1 15,-2 2-4-15,2 1 6 0,3-2 11 0,3 0 10 16,1 1 2-16,3 4 12 0,1-3-7 0,3-2 2 16,5 3 2-16,0-4-4 0,4 2 4 0,1-3 0 15,0-1-2-15,5-3 0 0,-2-1-5 0,2 0 8 16,-1-4-11-16,2-1 2 0,-3-2 9 0,1-3 3 16,0-2 10-16,-3 1 1 0,4-5 3 0,-6-1 8 0,2-1-3 0,-3-3-3 15,6-6 28-15,-5-2-11 0,-2 0-7 0,-3-3-15 16,1-2-3-16,-3-6-7 0,0 4-7 15,3-16-3-15,-6 1-1 0,-1 11 4 0,-4-1 4 16,3-10 4-16,-2 13 12 0,0 1-4 0,-1 0 0 16,0 3 6-16,0 1-5 0,2 13 6 0,-2-2-10 0,1 5 4 15,-1 0-11 1,2 1-7-16,-1 2 2 0,1 9-28 0,-4-10 9 16,3 3-13-16,1 7-29 0,-1-8-19 0,1 8-34 15,0 0-2-15,0 0 5 0,0 0 4 0,-8 25 4 16,6-4 4-16,-2 6 6 0,-3 3 7 0,1 4-2 15,-2 12 3-15,3-11 3 0,1 11 2 0,3-12 6 16,-3 1-1-16,4 0 2 0,4-2 2 0,1 0 5 16,3-6 0-16,-1 2 4 0,4-3 1 0,0-1 1 0,2-7 2 15,-3-3 1-15,7 0 4 0,-2-3-2 0,3-1-15 16,1 0 17-16,0-6-15 0,-2-1 11 0,3 1-6 0,2-2 3 16,-5-6-7-16,2 1 5 0,-3-5-2 0,0-1 4 15,-1-1-2-15,-1-5-12 0,-1-1 9 16,2-7-11-16,-2-2 9 0,-3-1 0 0,-1-4-2 15,-1 1 2-15,-3-7-2 16,0 2 4-16,2-13-10 0,-5 12 17 0,-1-2-1 16,3-11 5-16,-4 14 9 0,0 1 15 0,0-1 11 15,0 2 3-15,0 0 38 0,0 5-9 0,0 0 23 16,0 9-1-16,0 0 12 0,0 5-2 0,3 0-3 16,-3 3-7-16,0 3-3 0,0 1-13 0,0 5-23 15,0-10-7-15,0 10-27 0,0-5-24 0,0 5-32 0,0 0-3 16,0 0 7-16,0 0-2 0,0 35 7 0,-3-4 2 15,-1 1 5-15,3 15-2 0,-3-10 3 0,-6 13 1 16,5 0-2-16,-5 0 0 0,3-4 12 0,-3 0-7 16,4 1-12-16,1-13 20 0,1-1 0 0,1-2 3 15,-1-5-1-15,4 3 1 0,-7-6 4 0,7-6-4 16,0-3 6-16,0-4-8 0,-1 0 2 0,1-1 5 16,0-2 0-16,1 1 6 0,-2-6 7 0,2 3 16 0,-1-5 1 15,1 10 8-15,-1-10 11 0,-1 4-17 0,1-4 12 16,0 0-3-16,9 1-7 0,-9-1-3 0,14-1-31 0,-3-2-27 15,3 2-40-15,2-6-65 0,4 3-74 0,7-2-109 16,-3-6-277-16,4 2-640 0,2-2 283 0</inkml:trace>
  <inkml:trace contextRef="#ctx0" brushRef="#br0" timeOffset="179168.74">22198 17287 53 0,'0'0'228'16,"-9"3"-14"-16,9-3-10 0,0 0-8 0,0 0-5 0,0 0-1 0,0 0-16 15,0 0-9-15,0 0-10 0,0 0-11 0,0 0-3 16,28 1-16-16,-6-1-9 0,14-1-10 0,12-5-10 16,11 1-10-16,6 1-8 0,28 2 3 0,-31-3-10 15,-2 3-2-15,2-2-8 0,-5 0-7 0,-20 2 5 16,-7-1-12-16,0 2-5 0,-8-2-4 0,-3 2-35 16,-3-1-14-1,-6 2-60-15,-2 0-60 0,-8 0-78 0,0 0-253 16,0 0-499-16,0 0 222 0</inkml:trace>
  <inkml:trace contextRef="#ctx0" brushRef="#br0" timeOffset="191157.2">28822 6542 35 0,'0'0'115'15,"-9"-1"5"-15,4-1-16 0,5 2-4 0,-5-1-7 0,5 1 0 16,-6-1-15-16,6 1-5 0,0 0-7 0,-8-1-4 15,8 1-5-15,0 0-12 0,0 0-4 0,0 0 6 16,0 0-1-16,0 0-4 0,-8 1 8 0,8-1 7 16,0 0 6-16,0 0 2 0,0 0 3 0,0 0 2 15,0 0 0-15,0 0-2 0,0 0-13 0,0 0 9 0,0 0-8 16,0 0-3-16,0 0-5 0,0 0-3 0,0 0-4 16,0 0-6-16,0 0-4 0,0 0-5 0,0 0-1 15,-7 0-2-15,7 0-4 0,0 0 0 0,0 0 0 16,0 0-3-16,0 0-6 0,0 0 3 0,0 0 3 15,0 0 1-15,0 0 3 0,0 0 5 0,0 0 3 16,0 0 10-16,0 0 12 0,0 0 16 0,0 0-3 0,0 0-4 0,0 0-5 16,0 0-5-16,18-5-3 0,2 2-8 0,8-1-2 15,11-1-3-15,17 0-2 0,4-2-3 0,6 2 11 16,26-3-1-16,-23 4-2 0,23-1-5 0,-31 2-8 16,1-1 5-16,-2-1-5 0,-4 2-5 0,-6 1 0 15,-12-1-2-15,-1-1-1 0,-5 2 2 0,-1 1-9 16,-10-1-3-1,-4 2-6-15,-4 0-9 0,-1 0-2 0,-6-1-4 0,0 1-1 16,-6 0-5-16,12 0-6 0,-7-2-5 0,-5 2 3 16,6 0-4-16,-6 0-5 0,3-2-15 0,-3 2-18 15,0 0-24-15,0 0-20 0,-20-2-32 16,8 2-26-16,0 0-45 0,1-1-151 0,-2 0-401 16,1-2 179-16</inkml:trace>
  <inkml:trace contextRef="#ctx0" brushRef="#br0" timeOffset="191527.04">29700 6213 143 0,'-4'-4'261'16,"4"4"-25"-16,0 0-21 0,0 0-21 0,0-5-27 16,0 5-15-16,0 0-17 0,0 0-15 0,0 0-10 15,17 12-13-15,-8-4-10 0,6 4-8 0,8 5-7 0,0 1-6 0,1 2-9 16,5 0-5-16,-1 1-4 0,-2 1-8 0,1 3-5 16,-5-3 2-16,0-1-5 0,-6 2-7 0,-4-8-2 15,-6 1 0-15,-1-1-6 0,-2 1-3 0,-4-3-3 16,-3-1 6-16,-5 1-2 0,-5 1 2 0,-3-3-3 15,-7 1-1-15,-3 1-1 0,-3-4 0 16,-1-1 2-16,1 1-3 0,2-3 1 0,-2 1-3 0,0-1 3 0,4 0-3 0,6-2 2 16,1-1-1-16,6-2-8 0,-1 2-19 15,5 1-30-15,0-3-38 0,2 2-42 0,2-3-22 16,5 0-33-16,0 0-174 0,0 0-385 0,0 0 171 16</inkml:trace>
  <inkml:trace contextRef="#ctx0" brushRef="#br0" timeOffset="191981.44">30529 6148 129 0,'-2'-3'290'0,"2"3"-8"0,2-5-12 0,-2 5-14 15,0-7-18-15,0 7-22 0,0 0-28 0,0-2-20 0,0 2-16 16,0 0-24-16,0 0-15 0,0 0-10 0,0 0-15 15,0 0-6-15,4 11-12 0,-4-1-3 0,2 2-11 16,-2 5-7-16,0 2-3 0,3 5-2 0,-3 1-6 16,0 1-6-16,0 1 4 0,0-1-11 0,4 0-4 15,0-1 2-15,-3-5-1 0,2 1-6 0,-2-3 1 0,-1 0-2 16,0-3-1-16,3-3-3 0,-3-1 2 0,2-2 0 16,-2-3-4-16,0 0 3 0,1-1 0 0,-1-1-2 15,3-1 0-15,-3 2 4 0,0-3-4 0,0-2 1 16,1 4-1-16,-1-4 0 0,0 4 3 0,0-4-4 15,0 0-7-15,4 2-5 0,-4-2-13 0,0 0-13 16,0 0-26-16,0 0-56 16,0 0-50-16,0 0-44 0,-9-12-57 0,7 6-176 15,2 0-473-15,-3-2 211 0</inkml:trace>
  <inkml:trace contextRef="#ctx0" brushRef="#br0" timeOffset="192397.95">30561 5932 77 0,'-14'-6'210'0,"2"1"-5"0,1 1-21 0,-1 1-19 16,1 2-16-16,-1 1-16 0,-6 4-15 0,0 3-12 15,-6 3-15-15,0 7-5 0,-4 7-11 0,-5 8-7 0,-4 9-4 16,5 4-3-16,0 3 1 0,4 2 13 15,4 3-6-15,1 1-3 0,6-2 15 0,4-5 0 16,4 1 8-16,7-14-1 0,4 2 3 0,1-5-3 16,3 4-3-16,6-5 4 0,3 0 1 0,11-1 0 15,1-4-2-15,15 5 4 0,1-3 4 0,3-8-1 16,3-4 2-16,5-2 10 16,2-5-9-16,1-5 7 0,5-8-18 0,-5 0 17 15,2-5-23-15,-11-3-1 0,4-3-21 0,-5-5 11 16,-2-6-4-16,-6-7-8 0,-1-4-16 0,-4-4-10 15,-6-7-9-15,-8-6-17 0,-1-24-2 0,-13 23-5 16,-8 0 4-16,-11-1 8 0,-7 3-3 0,-9 3-4 16,-7 5-7-16,-7 7-1 0,-6 3 1 0,-6 6 5 15,-31-5-19-15,-2 11-32 0,-4 16-43 0,-1 4-50 0,-6 11-60 0,33-2-105 16,-29 9-299-16,38 1-656 0,7 2 290 16</inkml:trace>
  <inkml:trace contextRef="#ctx0" brushRef="#br1" timeOffset="-1893.48">20486 6667 80 0,'-2'3'106'0,"2"-3"-12"15,-2 4-21-15,2-4 18 0,-3 2-7 0,3-2 1 16,0 0-4-16,-5 3 4 0,5-3-4 0,-1 3 2 15,1-3 0-15,0 0 3 0,0 0-1 0,0 0-4 16,0 0-2-16,0 0-6 0,0 0-4 0,0 0-3 16,0 0-6-16,0 0-2 0,0 0-5 0,0 0-7 15,0 0-14-15,0 0 6 0,0 0-4 0,0 0-3 16,0 0 2-16,0 0-10 0,0 0-3 0,0 0 0 0,0 0-3 0,0 0 2 16,0 0-5-16,9-8 0 0,-9 8-11 0,0 0-11 15,0 0-15-15,0 0-7 0,4-3-18 0,-4 3-14 16,0 0-17-16,0 0-11 0,0 0-8 0,0 0-7 15,0 0 0-15,0 0-7 0,0 0 0 0,2-1-90 16,-2 1-218-16,0 0 97 0</inkml:trace>
  <inkml:trace contextRef="#ctx0" brushRef="#br1" timeOffset="511.5">20550 6441 64 0,'0'0'89'15,"0"0"-4"-15,0 0 5 0,-2-5-6 0,2 5-3 16,0 0 5-16,-2-4-1 0,2 4-3 0,0 0 4 15,-2-4-1-15,2 4 1 0,0-6-11 0,0 6 1 16,0 0 1-16,2-6-2 0,-2 6-2 0,0-3 0 0,0 3 1 0,0 0-5 16,0 0-6-16,0-5-4 0,0 5-10 0,0 0-5 15,2-3-7-15,-2 3-5 0,0 0-8 0,0 0-2 16,0 0-2-16,-4 15-3 0,4-5-3 0,0 3 3 16,-1 4-3-16,-3 9 0 0,4 3 0 0,0-1-1 15,-2 3 1-15,-1 2-1 0,3-2 2 0,-1 1-5 16,1 1 6-16,1 2-7 15,2-2 4-15,-3 1-2 0,0-3-2 16,2-2-1-16,0-4-1 0,0-4-1 0,-1-3-1 16,1-1 2-16,0-5-2 0,-2 0-2 0,2-3-1 0,0 0 4 15,-2-1 0-15,0-2 0 0,0 0 4 0,1-3 29 16,-2 1 15-16,2-1 13 0,-1 1 12 0,0-4 12 16,3 3-3-16,-3-3 2 0,0 7-1 15,0-7 7-15,0 0-3 0,0 2-10 0,0-2-1 0,0 0-4 0,0 0-8 0,-3 5-8 16,3-5-8-16,0 0 3 0,0 0-9 15,0 0-5-15,0 0-3 0,0 0-6 0,0 0-40 16,0 0-23-16,0 0-29 0,4-14-25 0,-4 10-23 16,0-1-27-16,0-2-32 0,0 1-37 0,0-1-36 0,0-3-203 15,-1 1-478-15,-3-3 211 0</inkml:trace>
  <inkml:trace contextRef="#ctx0" brushRef="#br1" timeOffset="850.06">20533 6365 70 0,'1'-5'214'0,"-1"5"-14"16,5-3-5-16,-5 3-12 0,2-4-12 0,-2 4-16 15,2-3-15-15,-2 3-18 0,0 0-12 0,0 0-17 16,0 0-12-16,0 0-8 0,0 0-6 0,-16 17-7 16,7-2-6-16,-2 0-7 0,-9 8-2 0,2 0-6 15,1 0-3-15,-3 2 0 0,5-1-3 0,-3-2-6 16,-1 2-4-1,3-3-28-15,1-5-19 0,0 5-27 0,3-6-29 0,3-1-41 16,0-1-70-16,3-7-110 0,3 1-325 0,3-3 144 16</inkml:trace>
  <inkml:trace contextRef="#ctx0" brushRef="#br1" timeOffset="1050.58">20608 6438 225 0,'0'0'234'0,"0"0"-24"31,0 0-24-31,12 9-8 0,-1-2-10 0,5 5-9 0,8 5-9 16,3 0-14-16,7 4-8 0,9 7-16 0,0-3-40 15,-12-4-64-15,3-2-107 0,-5-1-213 0,1-1-337 16,-1-6 150-16</inkml:trace>
  <inkml:trace contextRef="#ctx0" brushRef="#br1" timeOffset="2145.29">20048 5642 120 0,'-6'0'158'0,"6"0"-21"0,-6 1-11 0,6-1-3 16,-5 1-9-16,5-1-11 0,0 0-5 0,0 0-7 16,-8 0-1-16,8 0-4 0,0 0-3 0,0 0 0 15,0 0-5-15,0 0 0 0,0 0-2 0,0 0-5 0,-7 2-4 0,7-2-3 16,0 0-4-16,0 0-2 0,0 0-6 0,0 0 2 15,0 0 14-15,0 0-5 0,0 0-1 0,0 0-1 16,0 0-2-16,0 0 2 0,0 0-3 0,0 0 2 16,0 0 0-16,0 0 1 0,0 0 1 0,0 0 3 15,0 0-4-15,0 0-7 0,13-7-7 16,-1 3-2 0,11-2-7-16,6-2-6 0,3 0-2 0,8 0-5 0,10-5-3 15,2 4 5-15,-15 1-12 0,0 2 0 0,-1 0 2 16,0 0-4-16,-3 1-2 0,-5 1 1 0,-9 1-3 0,-1 0-1 15,-6 1-2-15,-2 0-1 0,-2 1-5 0,-1 1-7 16,-2-2-11-16,-5 2-11 0,9-2-15 0,-9 2-19 16,0 0-14-16,8 0-10 0,-8 0-17 0,0 0-21 15,0 0-19-15,0 0-30 0,-20 4-27 0,14-3-171 16,6-1-402-16,-10 0 177 0</inkml:trace>
  <inkml:trace contextRef="#ctx0" brushRef="#br1" timeOffset="2838.64">20735 5252 14 0,'-7'-2'187'0,"7"2"-20"0,0 0-12 15,0 0-19-15,23-8-12 0,-10 8-9 0,9-1-14 16,-3 0-11-16,3 2-9 16,7 0-7-16,-2 2-9 0,-4-2-8 0,-2 2-2 15,2-2-7-15,-4 3-5 0,0-1 2 0,0 1-9 16,-9 1-12-16,3 0 2 0,-4-1-7 0,-4 1 1 15,0 3-5-15,0-3 2 0,-5 6-2 0,-1-2-1 16,-4 2-3-16,-3-1 4 0,-5 2 0 0,-1-1-3 16,0 1 0-16,-3 0-4 0,1-1 1 0,-2 0 6 15,5-3-2-15,-2 1 1 0,4-3 0 0,-1 1-5 0,3 1-5 0,1-4 7 16,2 1-6-16,1 2-1 0,1-2 3 0,3-2 0 16,2 4 4-16,2-2-4 0,7 2 0 0,0-4-2 15,3 4 2-15,4-2-1 0,2 0 2 0,1 2-1 16,8 0 3-16,0-1-1 0,2 1 2 0,-3 0-1 15,-7 0 5-15,6 0-7 0,-8-2 1 0,-1 1-2 16,-4 1-3 0,-3-3 7-16,-3 0-11 0,-1 1-4 0,-2 0 6 0,-3-1 3 15,-1 1 4-15,-4 3 10 0,-5-4-10 0,-6 4 4 16,-3 1-7-16,-2-4 5 0,-8 3 1 0,5-1-4 16,-8-2-2-16,3 0-2 0,-3 2 2 15,3-4-1-15,0 1 0 0,0-1-9 0,6-1-15 16,1 0-20-16,0-1-24 0,6-1-37 0,3 0-35 0,2 0-171 15,1-3-332-15,6-1 147 0</inkml:trace>
  <inkml:trace contextRef="#ctx0" brushRef="#br1" timeOffset="3439.77">21743 5070 19 0,'0'0'172'0,"0"0"-17"0,0 0-14 0,-4-6-9 16,4 6-23-16,0 0-11 0,-14 2-14 0,7 1-3 15,-2 1-15-15,-4-2 0 0,0 5-12 0,-4-1 3 0,-2 1-4 16,0 1-8-16,2 1-1 0,-3 0 3 0,-2 6-3 15,1-1 0-15,3 0-4 0,-3 3 0 0,3 1-4 16,-1-1-5 0,5-1-1-16,1 1-5 0,3 8-1 0,-3-3-3 15,8-4 2-15,-2 2 10 0,5-3 4 0,2 2 2 16,0 1-2-16,4-3 9 0,2 0 5 0,3 0 7 16,3-5 2-16,2 0 8 0,4 0 1 0,6 0 0 15,3-2 0-15,0-3-5 0,1-2-4 0,-1-3 0 16,-7 1-7-16,-2-5 10 0,1 1 9 0,-6-2 2 15,-3-4 4-15,3 3 2 0,-4-2-8 0,0-1-3 0,-1-2-6 0,-6 0-12 16,2-1-13-16,-5-2-10 0,-3 0-5 0,-6-1-8 16,-3 1-3-16,-5 1-8 0,-9-1-1 0,1 1-1 15,-2 4-8-15,-2-2-5 0,0 2 0 0,1 1-6 16,1 4-11-16,6-1-12 0,2 3-15 0,1 2-30 16,5-4-29-16,3 1-49 0,0 2-34 0,5 2-21 15,0 1-192-15,6-4-443 16,0 0 196-16</inkml:trace>
  <inkml:trace contextRef="#ctx0" brushRef="#br1" timeOffset="4304.42">22001 5154 165 0,'0'-8'265'0,"0"8"-8"15,0-5-12-15,0 5-15 0,0 0-10 0,0-3-34 16,0 3-13-16,0 0-20 0,1-4-16 0,-1 4-16 16,0 0-12-16,0 0-16 0,0 0-12 0,0 0-5 0,0 0-17 15,0 0-10-15,0 0-5 0,0 0 0 16,12 8-6-16,-9-4-13 0,5 3-7 0,-1-1-6 15,1 2-13-15,-1-2-5 0,3 0-1 0,-1 1-7 0,4-2 2 0,-4 0-2 16,-3-2-1-16,2 2 1 0,1 0 1 0,1-3 0 16,-3-2 2-16,-1 0 2 0,2 0 1 0,-1-3 1 15,1 1 4-15,-3-1 0 0,3-4 5 0,-4 2 10 16,3-2 5-16,-3 0 5 0,0 0 31 0,0 2-2 16,-2-2 11-16,1-1 2 0,-2 1 2 0,1 2 6 15,-1-3-4-15,-1 3 0 16,0 1-1-16,0 1 4 0,1-2-11 0,-1 5-8 15,0-6 2-15,0 6-13 0,1-3-20 0,-1 3-16 16,0-4-20-16,0 4-18 0,0 0-14 0,0 0 4 16,0 0 1-16,0 0 3 0,0 0 5 0,-1 16 3 15,-1-7 4-15,2 2 1 0,0 3 3 0,1 3 0 16,0 1 3-16,-1 8 3 0,1 3 0 0,3 2 4 16,-1 1 2-16,2-1 1 0,-1 1 4 0,-2 0-1 0,2 3 3 0,0-3 1 15,-3 2-1-15,1-1 4 0,2-2 0 16,-2-2-3-16,-2 1 5 0,-2-6-1 0,-2 3-1 0,1-9-4 15,-2-2 1-15,2 1 0 0,-2-5 1 0,-3-2 1 16,1 2 2-16,-2-3 6 0,1 0 3 0,-1-3 3 16,-2 3 3-16,-1-4 3 0,1-4 4 0,-1 3 11 15,-1-3-3 1,-6-2 8-16,6-3 8 0,-2 3 4 0,-4-6 13 16,9-1 13-16,0 1 12 0,-3-7 14 0,6 0-15 0,2-4 12 15,4-1-25-15,2-10-10 0,10-2-8 16,1-1-3-16,4 1-11 0,10-13-3 0,4 5-7 15,-7 11-3-15,9-11-5 0,-8 12 1 0,3 1-2 16,-1 6-1-16,-1-3 10 0,1 3-5 0,-1 3 5 0,-2 0-3 16,-6 5 10-16,-2 0-12 0,-1 4 28 0,-6 1 14 0,2 2-1 15,-5 0-3-15,0 1-8 0,0 0-4 0,-1 3-18 16,1-2 3-16,-5 3-21 0,4-2-34 0,-4 2-51 16,0 0-62-16,7-2-60 0,-7 2-43 0,0 0-26 15,0 0-57-15,-8 10-324 0,4-6-691 0,4-4 307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5:47:20.72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3075 1932 101 0,'0'0'165'0,"-1"-5"2"0,0 2-14 0,1 3 6 15,-2-6-9-15,1 2-7 0,1 0-4 16,-1 0-3-16,1 4-9 0,-1-5 6 0,-2 2 19 16,3 3-16-16,-1-5-1 15,-1 1-15-15,2 4-7 0,0 0-11 0,0 0-24 16,0-5-1-16,0 5-8 0,0 0-17 0,0 0-20 16,0 0-5-16,0 0-3 0,-3 21-1 0,-1-4-6 15,-1 10 1-15,0 7-4 0,-3 14 3 0,-2 7-6 16,-3 26 0-16,5-25 1 0,3 4-7 15,0-4 5-15,1 2 3 0,-1-5-1 0,0-2-8 16,6-5 9-16,-1-12-2 0,0-1-1 0,0-3 2 0,3-4-4 0,-3 0-1 16,1-8 0-16,-1-5-3 0,0-2 2 0,1 1-1 15,3-4 1-15,-4 1 0 0,0-4 0 0,0 0 3 16,0 2 4-16,0-4 15 0,1-1 4 0,-1-2 5 16,0 0 3-16,-1 7 0 0,1-7 1 0,0 0-4 0,0 0-2 15,0 0-2-15,1 2-43 0,-1-2-45 0,0 0-30 16,0 0-42-1,3-18-44-15,-3 10-67 0,0-4-199 16,4 2-472-16,-3-5 209 0</inkml:trace>
  <inkml:trace contextRef="#ctx0" brushRef="#br0" timeOffset="385.41">2983 1949 129 0,'0'0'153'15,"0"0"-12"-15,0 0-10 0,-4 2-6 0,4-2-5 16,0 0-7-16,0 0-9 0,0 0-5 0,0 0 4 16,0 0-3-16,23 0 2 0,-6-2-13 0,14-1-3 15,-1-1-5-15,22-6-9 0,1 3 0 0,6-1-6 0,1-3-2 16,0 3-1-16,-3-1-4 0,-4 1-6 0,2 2-7 16,-19 0-4-16,-1 1-6 0,-4 4-5 0,-3 0 2 15,-10-1-10-15,-4 4-8 0,-5-2-18 0,0 0-9 16,-2 2-10-16,-7-2-10 0,4 5-3 0,-6 3-8 15,-6-1-4-15,-5 5-32 0,-3-1-7 0,-6 5-44 16,-1-2-35-16,-2 1-119 0,0 2-305 0,9-6 135 0</inkml:trace>
  <inkml:trace contextRef="#ctx0" brushRef="#br0" timeOffset="918.04">3073 2800 132 0,'0'0'215'0,"-8"1"-13"0,8-1-11 16,0 0-14-16,0 0-16 0,0 0-11 0,0 0-12 15,-5 4-12-15,5-4-16 0,0 0-6 0,0 0-14 16,0 0-8-16,0 0-13 0,0 0-4 0,0 0-3 16,0 0-5-16,0 0 2 0,0 0 3 0,0 0-7 15,0 0-4-15,0 0-13 0,0 0 4 0,0 0-5 0,0 0-1 0,0 0-1 16,24-1 2-16,-7 0-2 0,4-2-2 16,11 1 3-16,3-2 2 0,2 1-7 0,-1 0 0 15,2-1-3-15,-3 1-12 0,-1 2 10 0,-2-3-4 16,-5-1-6-16,-7 5 8 0,1-4-2 0,1 3-1 15,-3-1-4-15,-5 0-4 0,-3 2 3 0,-1-2-2 16,-2 2 2-16,-1 0-5 0,-1-1-8 0,-1 0-10 0,-5 1-10 0,9-1-15 16,-9 1-30-16,0 0-25 0,0 0-8 15,6 0-88-15,-6 0-246 0,0 0-463 0,0 0 205 0</inkml:trace>
  <inkml:trace contextRef="#ctx0" brushRef="#br0" timeOffset="1303.53">3046 2503 30 0,'0'0'217'0,"-4"3"-16"16,4-3-21 0,-4 3-8-16,4-3-14 0,0 0-7 0,0 0-13 15,0 0-14-15,0 0-6 0,0 0-8 0,0 0-4 16,0 0-10-16,22 1 3 0,-5-1-6 0,4-4-7 15,15 0-5-15,15-2-6 0,4-2-8 0,4-1-4 16,0 0-1-16,2-3-9 0,-2 4-2 0,-5-4-7 16,-2 6-9-16,-15 0-1 0,1 1-19 0,-3 3-16 15,-3-4-17-15,-3-1-32 0,-8 7-29 0,-2-4-53 0,0 3-45 0,-8-2-190 16,1 2-399-16,-6 0 177 0</inkml:trace>
  <inkml:trace contextRef="#ctx0" brushRef="#br0" timeOffset="2074.17">4399 2186 82 0,'0'0'306'0,"0"0"-19"0,-4-5-22 0,4 5-9 15,0 0-22-15,-1-4-18 0,1 4-22 0,0 0-21 0,0 0-17 0,0 0-19 16,0 0-19-16,0 0-12 0,0 0-18 15,0 0-17-15,0 0-4 0,0 0-11 0,0 21-4 16,0-4-5-16,1 0-6 0,-1 10-12 0,0 4 7 16,-1 1-4-16,-2 1-3 0,3 13-2 0,-1-12 0 15,0 1-3-15,-1-2-2 0,4 3-4 0,-2-4-2 16,-2 4 3-16,2-5-4 16,2-1 1-16,0-2-3 0,0-3 0 0,1 1-2 15,-1-6 0-15,-1-3 3 0,0 0-7 16,2 0 3-16,-3-5-3 0,1 0 4 0,-1 0-3 15,2-3 1-15,-1 1-3 0,-1-2-2 0,0-1-12 16,1-3 20-16,0 3-5 0,-1-3-2 0,0-4 3 0,3 7-6 16,-3-7 4-16,1 7 1 0,-1-7-3 0,0 4 6 15,0-4-3-15,0 0 7 0,2 5 1 0,-2-5 4 0,0 0 6 16,0 0 6-16,0 0 3 0,0 0 11 0,0 0 7 16,0 0 11-16,0 0 8 0,0 0 3 0,0 0 25 15,0 0 9-15,0 0 2 0,0 0-12 0,0 0-13 16,0 0-9-16,7-18-3 0,-3 10-10 0,-2-2-7 15,2 0-2-15,0-2-8 0,0 0-5 0,1-5-2 16,1-1-12 0,-2 0 2-16,1-8-6 0,-1 7-1 0,0-8-4 15,-1-1-6-15,-1 0-2 0,0 1-5 0,-4-1-2 16,2 1-2-16,-4-1 2 0,1 2-6 0,-4 0-8 0,1 0 0 16,-4 1-2-16,-1 1-1 0,-5-1-3 15,3 4 7-15,-6 2-5 0,0 2 0 0,-2 5-4 0,-2-2 0 16,0 1-14-16,-9 6 5 0,-5 4 6 0,4 1 1 15,-3 7 0-15,-2 4-2 0,2 1 5 0,5 2-8 0,1 5 6 16,3 0 2-16,0 0 9 0,7 2-23 0,7-4-28 16,0 2-4-16,7 3 1 0,2-3 4 0,5 1 11 15,6 1 4-15,3-5 2 0,13 6 12 16,10-8 7-16,18-1-21 0,4-2-36 0,5-7-58 16,0-6-58-16,1-3-59 0,1 2-316 0,0-11-620 15,-3-1 275-15</inkml:trace>
  <inkml:trace contextRef="#ctx0" brushRef="#br0" timeOffset="3270.48">4722 2287 272 0,'0'0'307'0,"0"0"-1"15,0-7-9-15,0 7-8 0,-1-6-7 0,1 6-12 16,0 0-16-16,0 0-20 0,0 0-20 0,0 0-17 15,0 0-25-15,0 0-12 0,0-3-24 16,0 3-24-16,0 0-8 16,0 0 2-16,0 0-30 0,0 0-15 0,0 0-22 0,0 0-14 15,0 0-5-15,0 17 0 0,0-7-7 16,0 6-4-16,4 1 5 0,-7 11-3 0,6-2 4 16,-2 5-8-16,-2-1 9 0,1 0-4 0,1 2 0 15,-1-4 0-15,0-1 6 0,1-2-13 0,2-6 3 16,-2 0 5-16,3-3-10 0,0 0-1 0,-4-6 8 15,1 2-6-15,3-5 9 0,-4 0-5 0,3 0 5 0,-2-4 6 0,-1 2 9 16,5-3 19-16,-5-2 20 0,4 4 7 16,-4-4-6-16,10-6 1 0,-3-1-9 0,5-6 2 0,1-1-8 15,5-3-4-15,-1-7-9 0,0-1 1 0,-1 1-9 16,0-6-6-16,1 5-5 0,0-7-3 0,-2 6-2 16,-4 3-1-16,1-2-2 0,-7 10-2 15,1 7-1-15,1-2 5 16,-6 3-5-16,3 0-7 0,0 3 3 0,-3-1-14 15,-1 2-3-15,3 1-22 0,-3 2-18 0,1-3-39 16,-1 3-23-16,0 0 11 0,0 0 23 0,0 13 0 16,-4-2 5-16,0 1 9 0,-1 3 5 0,4 5-12 15,-2-2 2-15,3 0-10 0,4 2 1 0,0-2-3 16,0 0-1-16,1 1-8 0,10 2-1 0,-2-8-3 0,5-1 9 0,6 5-9 16,5-6-24-16,6-8-26 0,-3 0-13 0,4-1-19 15,1-5 6-15,3-1-10 0,-4-5 13 0,0 1 12 16,0-4 23-16,-4 0 26 0,-4-1 41 15,-2-3 27-15,-3-1 23 0,-2 0 28 0,-8 2 27 16,-3 1 22-16,-3-3 14 0,-2 3 19 0,-3 1 7 16,0-4 4-16,-4 7-3 0,-3-2-5 0,0 2-8 15,-1 1 0-15,-4 2-14 0,-2 0-5 0,-1 2-9 0,-3 2-4 0,-2 1-11 16,-4 2-4-16,3 1-10 0,-7 7 3 0,6-2-4 16,2 3-8-16,-4 6-4 0,6-3-1 0,3 2-1 15,-2 1 0-15,3 2 0 0,-1-1-5 0,3 2-5 16,2 1 0-16,1-4-17 0,3 1-1 0,4-4-4 15,-1-2 4-15,1 0 1 0,0-3 3 0,1 0 6 16,3-4 6 0,5 0 6-16,-3-4 4 0,6 1 4 0,2-2 2 15,-3-1-2-15,8-6 3 0,-5 1 1 0,2-5 6 16,-1 0-2-16,3-6-5 0,0-1-4 0,-3-2-2 0,3 4 2 16,-4-4-6-16,-2 7 2 0,-1 2 2 15,-3-2 1-15,-3 6 4 0,1 0-2 0,-1 2-4 16,-1 3-3-16,-1 0-4 0,1 2-5 0,-3-2-16 15,1 1-16-15,-2 3-8 0,0 0 5 0,0 0 3 0,12 8 2 0,-7 1 2 16,1 0 7-16,1 5 3 0,2-1-2 0,2 4 3 16,0-5-2-16,0 5-4 0,0-2-1 0,1-1 3 15,2-2 0-15,0 0 6 0,-5-7-10 0,4 2 0 16,-3-1-5-16,0-5 5 0,3 2-2 0,-1-6 6 16,-1 2 1-16,-3-7 0 0,2 0 1 0,1-6 1 15,0 2 6 1,-4-5 11-16,0 1 7 0,4-12 18 0,-6 2-3 15,1-2 4-15,-3-2 1 0,1-2 4 0,1-4-3 16,-1 0 10-16,-1-1 5 0,0 2 22 0,-3 3 24 16,3 2 13-16,-2 3 15 0,-2 10 28 0,1 6 5 15,0-1-13-15,1 4-18 0,-1 1-19 0,3 2-33 16,-6 1-36-16,6 2-57 0,-3 2-56 0,0 0-17 16,0 0 12-16,0 0 4 0,-7 19 11 0,6 6 7 0,-8 5 10 0,-3 16 11 15,4 1 16-15,0 0-2 0,2-13 2 0,2 0-13 16,0 12-7-16,3-15-9 0,-2-1-15 0,2-3-7 15,1 2-16-15,0-10-15 0,0 0-21 0,0-7-25 16,1 0-26-16,-1-2-44 0,0-5-25 0,2-3-158 16,-2-2-440-16,0 0 196 0</inkml:trace>
  <inkml:trace contextRef="#ctx0" brushRef="#br0" timeOffset="3544.33">5610 2301 45 0,'-5'2'140'0,"0"0"-14"0,5-2 10 0,-1 7 2 15,1-7-7-15,11 2 5 0,1-2-15 0,7 3-8 16,10-3-13-16,1-3-5 0,8 2-2 16,13-7-20-16,4 4 0 0,0-6-6 0,0 4-7 15,0-5-12-15,-1 3 2 0,-4-4-8 0,-15 5-5 16,4-1-1-16,-6 0-7 0,-5 4-1 0,-10-1-3 0,1 0 6 15,-6 1 2-15,0 1 8 0,-4 1 0 0,-3-1 6 0,2 1 3 16,-3 1-3-16,-1 0-4 0,0-2-8 0,-4 3-4 16,3-2-13-1,-3 2-14-15,7 0-21 0,-7 0-18 0,0 0-34 16,0 0-29-16,0 0-36 0,0 0-48 0,-10 7-123 16,10-7-331-16,-8 7 147 0</inkml:trace>
  <inkml:trace contextRef="#ctx0" brushRef="#br0" timeOffset="3878.33">6469 2169 160 0,'0'0'325'0,"0"0"-27"15,0 0-23-15,0-5-24 0,0 5-26 0,0 0-22 16,0 0-23-16,0 0-19 0,0 0-24 0,0 0-16 15,0 0-13-15,-4 12-17 0,3-7-4 16,1 7-12-16,0 4-4 0,-3 5-5 0,2 3-9 0,1 4-5 16,0-1-8-16,-4 2-2 0,4 1 0 0,-1-1-3 15,-2 0-4-15,3 0-3 0,0-3-5 0,-2-6 0 0,4-1 8 16,-2-3-13-16,0-3-2 0,3-3 0 0,-3 1-3 16,0-1-1-16,0-3-6 0,0-4 1 0,0 0-1 15,0 4 6-15,0-7 2 0,0 3-6 0,0-3-43 16,0 0-51-16,0 0-47 0,0-18-32 0,0 6-43 15,-3-5-43-15,-1 0-184 0,-2-8-467 0,5-2 207 16</inkml:trace>
  <inkml:trace contextRef="#ctx0" brushRef="#br0" timeOffset="4025.36">6364 1973 219 0,'-6'-3'285'0,"2"-1"-24"16,0 0-24-16,2 1-17 0,-2 0-17 0,4 3-18 15,-3-4-18-15,3 4-21 0,-1-1-22 0,1 1-30 0,0 0-21 16,0 0-30-16,0 0-45 0,24 3-52 0,-11 2-69 16,4 2-78-16,-2 0-113 0,4-1-338 0,-2-1 150 15</inkml:trace>
  <inkml:trace contextRef="#ctx0" brushRef="#br0" timeOffset="4426.13">6878 2193 78 0,'-9'3'192'16,"0"4"-9"-16,0 0-20 0,-2-2-2 0,1 7-16 0,-3 0-12 0,-1 5-10 15,-2 3-10-15,4-1-17 0,-4 0-7 16,5-2-8-16,2 5-6 0,0-6-10 0,4-1-3 15,1-2-8-15,0-3 5 0,4 4 3 0,3 0 0 16,2-6 5-16,1 4 4 0,3-3 4 0,4 1 1 16,5-3-3-16,1-2-4 0,1-3-7 0,9-4 0 0,1 0-7 15,-9-3-3 1,8-3 4-16,-5-1 9 0,-4-1 3 0,-1-2 2 0,-3-2-6 0,-2 4 2 16,-1-5-8-16,-5-2-10 0,-1-3 0 0,1-5-8 15,-5 8-4-15,-2 0 1 0,-4-1-11 0,-1-3-8 16,-3 6-2-16,-6-4-3 0,0 7-3 15,-5 1-6-15,2 3 2 0,-12 0-2 0,1 3 0 16,-4 2-5-16,4 4-1 0,4 2-15 0,-2 1-11 16,4 1-28-16,1 0-26 0,4 5-40 0,3-1-25 15,3 0-39-15,4 2-10 0,5-2-234 0,-2-4-465 16,3-5 205-16</inkml:trace>
  <inkml:trace contextRef="#ctx0" brushRef="#br0" timeOffset="4795.96">7222 2222 166 0,'0'0'311'0,"0"0"-30"0,5 2-32 15,-5-2-26-15,0 0-29 16,0 0-21-16,-1 7-16 0,2-3-14 0,-1-4-8 15,0 16-15-15,0-6-4 0,-1 2-14 0,-2 3-5 16,0 6-9-16,-2-1-9 0,-1 4-5 0,0 0-2 16,1-4-6-16,-2-3-6 0,2 0-8 0,1-7-3 15,3 0-4-15,-3-4-3 0,3 1-3 0,0-2 0 16,-2 0 31-16,3-5 25 0,0 5 40 0,0-5-15 16,0 0-3-16,0 0-20 0,20-22-18 0,-5 11 0 0,-2-3-15 15,6-9-5-15,1 6 7 0,-5 2-13 0,-1 3-2 16,0 3-12-16,-4-3-5 0,2 6 7 0,-2-1-9 15,2 2-6-15,-2 0-11 0,0 5-21 0,8 1-10 16,-1 6-15-16,-1 3-11 0,3 2-31 0,1 5-31 16,-4 4-47-16,3 1-60 0,-2-1-77 0,-7-6-299 15,3-2-637 1,-4-3 282-16</inkml:trace>
  <inkml:trace contextRef="#ctx0" brushRef="#br0" timeOffset="5963.61">9148 2138 36 0,'2'0'93'0,"-2"0"28"0,4-5-27 0,-4 5 17 15,4-4 5-15,-4 4 15 0,1-6 9 0,1 4 10 16,-2 2 6-16,0 0-6 0,2-2-2 16,-2 2 8-16,0-6-3 0,0 6 3 0,0-6-1 0,0 6 0 0,-2-4 6 15,2 4-9-15,0-4 1 0,0 4-8 0,0-7 10 16,0 7-12-16,0 0-11 0,-1-3-5 0,1 3-9 15,0 0-25-15,0 0 1 0,0 0-13 0,0 0-18 16,-1-3-7-16,1 3-14 0,0 0-43 0,0 0 2 16,0 0-4-16,0 17 2 0,-1 0-1 0,-2 8 1 15,2 4 4-15,-3 5 1 16,2 0-4-16,-4 12 5 0,3 0 1 16,0-13-4-16,-1 13 0 0,-1-16 0 0,4 3 3 15,-2-4-1-15,3-4 1 0,-2-6 1 0,-1 0-5 16,3-9 1-16,0 3 6 0,-1-2-6 0,2 0 3 15,-2-4-4-15,1-2-9 0,-1 0 19 0,1-1 0 16,1 0 13-16,-1 0 12 0,0-4 14 0,0 0 12 16,0 0-3-16,1 6 4 0,-1-6 1 0,0 0-5 0,0 5-14 0,0-5 7 15,0 0-3-15,0 0-3 0,0 0-32 0,0 0-59 16,0 0-34-16,0 0-40 0,-1-16-32 0,0 10-33 16,1 0-36-16,0-3-46 0,1-4-44 0,-2 0-233 15,-2 1-587-15,6-5 259 0</inkml:trace>
  <inkml:trace contextRef="#ctx0" brushRef="#br0" timeOffset="6433.19">9085 1889 132 0,'-8'-4'154'16,"3"3"-10"-16,-4-2-14 0,2 6-19 0,-4-2-10 16,0 2-8-16,-1 5-8 0,-3-1-11 0,0 7-3 15,-5 5-8-15,-3 4-5 0,2 3 2 0,-2 3-11 16,-4 14 10-16,0 4-7 0,0 7 12 0,-2 1-2 16,5 1-3-16,1-3-2 0,-4 26 8 0,10-29 0 0,3 0-4 15,4-7-4-15,6-6 0 0,3-4 6 0,1-1 1 0,5-3 1 16,5-1 1-16,4 0 1 0,3-4 4 0,4-2-1 15,6 1-2-15,5-3-3 0,14-1-3 0,7-4-6 16,-1-4-3-16,3-3-4 0,2-4-4 0,5-3-1 16,-4-5-7-16,0 1 2 0,2-4 7 0,-5-8 2 15,-4 0 5 1,-5-5 5-16,-9 6 0 0,4-12 4 0,-9 2-1 16,5-10-5-16,-14 5-6 0,5-14-6 0,-5-8-12 15,-5 0-8-15,-4-3-10 0,-5-6 4 0,-8-22-19 16,-3 24 1-16,-8 1-1 0,-7 0 2 0,-6 2 2 15,-3 1 12-15,-7 6 19 0,-5 4-5 0,-7 10 0 16,-2 3-7-16,-3 7-6 0,-6 7-17 0,-3 5 3 16,-5 8-8-16,-1 4-30 0,6 7-33 0,3 4-42 0,0 6-68 0,21-1-76 15,1 4-260-15,8 2-555 0,6-4 245 0</inkml:trace>
  <inkml:trace contextRef="#ctx0" brushRef="#br0" timeOffset="10694.48">11685 2143 80 0,'0'0'94'0,"-9"3"-5"16,9-3-1-16,0 0-3 0,-10 1-6 0,10-1 6 15,0 0-1-15,0 0-5 0,-8 1-6 0,8-1-8 16,0 0 3-16,0 0-13 0,-6 3 5 0,6-3-4 16,0 0-3-16,0 0 4 15,0 0-8-15,0 0-5 0,0 0 1 0,0 0 1 16,0 0 1-16,0 0-11 0,28-9-2 0,-15 5-4 16,-3 1-1-16,7-4-3 0,-7 0-1 0,12 4 0 15,-8-8-6-15,2 5 8 0,1-3 2 0,-5 3 6 16,-2-3 2-16,1 4 11 0,-1-3 5 0,3 0 16 15,-8 3 6-15,0-2 10 0,-1 2 0 0,0 0 1 16,0-2-1-16,-3 1-1 0,1-1 2 0,-2 2-5 0,-2-1-8 16,1 0-8-16,-3 2-13 0,-1 1-1 0,-8-2-8 15,2 5-9-15,-6-1-5 0,-2 2 0 0,-1 2-13 16,-6 4 10-16,-1 0-7 0,8 1-1 0,-9 4-6 16,1 1 0-16,2 5-4 0,-4 2-1 0,5 4 0 15,0-1-3-15,-1 2 3 0,4 1-1 0,4-1-3 16,-2-1-2-16,6 7 2 15,3-9 0-15,6-2 2 0,-4 6-2 0,8-7 0 16,3-1 6-16,6-1-1 0,6 4 5 0,1-9 0 16,8 5-1-16,5-5 6 0,10-5-6 0,16 0 1 15,3-5-9-15,1-4-23 0,4-1-23 0,-2-5-29 16,2 3-25-16,-2-7-47 0,-1 4-67 16,-5-3-245-16,-5-2-494 0,-3-1 219 0</inkml:trace>
  <inkml:trace contextRef="#ctx0" brushRef="#br0" timeOffset="11443.14">12444 2097 160 0,'-1'-6'230'15,"-4"2"-16"-15,1 1-13 0,-3 0-16 0,0-1-15 0,1 1-18 16,-1 2-14-16,-2 0-12 0,-1-1-16 0,-3 5-10 16,-1 1-13-16,-4 0-10 0,-1 4-6 0,-6 4-9 15,2 3-6-15,-2-1-5 0,2 7-5 0,3-3-7 0,4 2-2 16,0-6-3-16,3 3-2 0,3-1-4 0,4 0-1 16,-2 0-1-16,4-5-1 0,0-2 0 0,4 3 0 15,-1-3 3-15,2-4 0 0,2 2 6 0,3 1 1 16,3-6 9-16,4 1-3 0,4-2-3 0,2-5 4 15,0 4-5-15,1-4 1 0,-1-3 4 0,8-6 4 16,-11 4 1-16,1-1 6 0,-1-5 6 0,-1 1 0 0,-2 2-4 0,1 0 0 16,-2 0-4-16,-6 2 10 0,3 0-2 15,-3 3 11-15,-1 2-1 0,-1 0-20 0,-1 0 17 16,-1 3-11-16,1-1-12 0,0 1-1 0,-2-2-17 16,-1 4-15-16,2-3-29 0,-2 3-3 0,0 0-3 0,0 0 8 15,0 0-6-15,5 8 10 0,-2-2-17 0,-2-1-6 16,3 5-6-1,1-3-12-15,2 3-7 0,1 0-7 0,5 2-5 16,-1-3 2-16,3 1-3 0,5 0-1 0,-2-5-11 16,4-3-6-16,1 0-4 0,5-2 1 0,-7-3 4 15,6 1 8-15,1-5 10 0,-9 0 13 0,0 0 5 16,0-1 20-16,-2-1 16 0,-2-4 29 0,-1 1 23 16,0 1 24-16,-4-2 14 0,-1 4 18 0,-1 0 14 15,0 1 21-15,-4 1 15 0,-1 1 14 0,0 2 2 0,0-1-7 0,1 2-19 16,-1-1-9-16,-2-1-22 0,-1 5-10 0,3-1-19 15,-2-1-12-15,-1 2-33 0,0 0-9 0,0 0 6 16,0 0-4-16,-2 11-1 0,-1-5-24 16,-2 6 24-16,0 0-3 0,-4 4 3 0,4 1-17 15,0 0 14-15,0-1-2 0,-3 1 1 0,5-6 2 0,1 1-15 16,-2-6-4 0,4 3-4-16,-1-4 0 0,1 0 4 0,1-2 1 15,-1 1 8-15,0-4 6 0,9-1 8 0,-9 1 9 16,20-8-14-16,-3 5 5 0,-2-9-10 0,4 4 5 15,-2-3 24-15,1-1-13 0,-4 4 3 0,0-1 6 16,-4 2-14-16,2 2 3 0,-1 1-1 0,-2-2-7 16,4 4 1-16,-4-1-10 0,0 3-3 0,5 0 2 15,-1 4-1-15,3 3-3 0,-4-2-17 0,6 5-17 0,6 3-38 0,-7 1-61 16,-2-4-82-16,8 5-111 0,-5-3-300 0,-3-4-679 16,-1-3 301-16</inkml:trace>
  <inkml:trace contextRef="#ctx0" brushRef="#br0" timeOffset="12376.8">13685 2356 8 0,'0'0'159'16,"0"0"3"-16,9 2 5 0,-9-2-4 0,9-3-6 15,2-1-5-15,0-1-9 0,3 1-9 0,1-7-8 16,4 1-4-16,4-4-2 0,0 0-6 0,0-6-6 16,3 3-4-16,-2-7-10 0,-2 5 4 0,2-8-3 15,-1 1-5-15,5-13-2 0,-9 10-8 0,3 0-31 16,1-13-2-16,-4-3-6 0,-5 13 4 0,4-14-6 15,-10 12 1-15,-3 1 0 0,0 4 9 0,-1 0 8 0,-4 2 13 16,0 10 7-16,0 0-1 0,0 6 3 0,-1 1-4 16,1-1-10-16,0 5-10 0,1 0-28 0,-2 4-29 15,1 2-30-15,0 0 7 0,0 0-11 0,-12 10 7 16,7 6 1-16,-5 11 4 0,-3 5 1 0,-1 14 6 16,-3 2 0-16,2 5 8 0,6-2-2 0,1 0 5 15,7-16-4-15,1 12 6 0,5-10 1 0,0-3 3 0,3-6-2 0,2 0 4 16,1-3 4-16,0-8-1 0,-1-2 7 0,-1-2 12 15,0-4-4-15,4-4 15 0,-3 0 13 0,0-2 8 16,0-3 8-16,-10 0 15 0,20-5-1 0,-13 0 2 16,2 1 3-16,-1-7-1 0,0 4 3 15,-3-5-11-15,2-3 0 0,-3 3-11 0,-1 1 0 0,-1 0-2 16,-2-1-14 0,0 0-5-16,-2-1-10 0,2 4 0 0,-1-2-13 15,-2 3-12-15,0 3-17 0,0-2-31 0,-1 2-22 16,0 0-26-16,-2 4-33 0,6 1-35 0,-11 0-39 15,11 0-35-15,-11 4-40 0,8 0-34 0,1 1-183 16,2-5-528-16,0 0 234 0</inkml:trace>
  <inkml:trace contextRef="#ctx0" brushRef="#br0" timeOffset="12693.18">14389 2256 61 0,'0'0'271'15,"0"5"-14"-15,0-5-16 0,0 0-24 0,0 0-26 16,0 0-18 0,0 0-16-16,23-9-16 0,-13 1-15 0,8-1-11 15,8-2-13-15,-1-3-12 0,2 2-7 0,0-2-8 16,0 2-10-16,-2-1-3 0,0-3-6 0,-10 4-8 16,7-4-6-16,-5 2 0 0,-5 0 1 0,-2 2 10 15,0 2 2-15,-6 2 14 0,2-1 8 0,-4 4-6 16,-2-2-4-16,0 5-12 0,-4-2-4 0,-4 3-13 15,-5 1-2-15,-6 2-9 0,-1 5-6 0,-7 7 3 0,-2 2-7 0,3 2-3 16,0 3 0-16,0 5-2 0,4 1 1 0,4 5 2 16,4 0-3-16,4 0-7 0,8 0 1 15,8-1-6-15,9-2 1 0,12-4-20 0,14 3-38 16,13-10-77-16,8-11-106 0,6-5-254 0,24-7-535 16,-28-7 237-16</inkml:trace>
  <inkml:trace contextRef="#ctx0" brushRef="#br0" timeOffset="13865.34">16597 1961 56 0,'-1'-5'275'0,"1"2"-19"16,0 3-13-16,0-5-22 0,0 5-23 0,-1-4-20 15,1 4-24-15,0 0-18 0,0 0-14 0,0 0-11 16,0 0-16-16,0 12-11 0,0 2-3 0,0 1-14 15,-2 5-2-15,1-1-8 0,1 5-7 0,-1 3 4 16,1 0-10 0,0 0-3-16,1-1-6 0,0-9 2 0,3 2-8 15,-3-2 4-15,2-7-10 0,1 2 2 0,-3-5-3 16,4 0-1-16,-1 0 4 0,-2-2 8 0,2-2 15 0,0-3 7 16,-4 0 0-16,17-6 9 0,-3 0-5 0,-5-2 2 15,5-4 2-15,-1 0 3 0,1-2-12 16,0 2 4-16,-1-3-12 0,-2 0 3 0,3-1-11 15,-1 2-2-15,-3-2-7 0,2 4 1 0,-6 0 6 0,0 4-12 0,0 2-7 16,-1 1 1-16,0 0-8 0,-3 0-7 0,2 3-9 16,-2 0-5-16,-2 2-4 0,12 0-1 0,-12 0 4 15,5 7-2-15,1-3 2 0,0 2 2 0,0 2-1 16,3 0 2-16,-4 1 3 0,4-1 1 0,0 2 2 16,4 2 2-16,-1-3-4 0,2 1 5 0,-3-4 3 15,0 0 0 1,1-1-3-16,0-2 6 0,-2 1 13 0,1-3-1 15,-2-3 17-15,3 2 11 0,-5-3 7 0,4-4 10 16,-1 2 12-16,-2-2-10 0,-1-3-6 0,-3-2-2 0,2-5-9 16,-4 2-5-16,-4-2-12 0,-3 0-7 0,0 1-15 15,-2-2-9-15,-9-3-9 0,1 1-1 0,-3 1-15 16,-3 2-9-16,0 2-15 0,-1 5-5 16,4 0-13-16,-9 3-9 0,0 2-15 0,7 4-13 0,2 2-17 0,-4 2-23 15,3 0-21-15,4 4-15 0,4 1-38 0,2-1-33 16,2 0-202-16,2 2-489 0,4-2 216 0</inkml:trace>
  <inkml:trace contextRef="#ctx0" brushRef="#br0" timeOffset="14419.48">17262 1901 228 0,'11'-3'216'0,"2"1"-21"0,1 0-15 0,-1 1-23 16,2 4-11-16,-2-1-21 0,6 3-12 0,-1 5-11 0,-1 0-3 15,0 1-10-15,4 9-8 0,-6-5-7 0,3 4-5 16,-3 3-9-16,-4 2-1 0,0-1-6 0,-6 1-3 16,-1-4-9-16,0 5 0 0,-4 4-4 0,0-10-2 15,-4 0-2-15,0-2 0 0,-1 0-4 0,-2-5 6 16,1 0 5-16,-1-4 3 0,0 3 9 0,0-7 10 15,4 2 20-15,-3-1 24 0,2-3 11 0,4-2-3 0,0 0-4 0,0 0-7 16,-12-11-15-16,11 5-13 0,2-5-6 0,3-6-5 16,4 2-12-16,7-10-11 0,1 2-10 15,5-3-4-15,6-1-12 0,1 2-2 0,9-8-6 16,-10 9 1-16,2 1-2 0,2 3-1 0,-8 0 6 16,4 2-9-16,-4 3-3 0,-8 3 4 0,2 3 0 15,-8 1 4-15,1 3 8 16,-2-1 4-16,-2 4 0 0,-1-2-6 0,-2 3-4 15,-3 1-2-15,9-5 0 0,-9 5-2 0,0 0-9 16,8-2-3-16,-8 2-10 0,0 0 4 0,0 0 0 16,2 9-3-16,-3-2 6 0,1 0-3 0,-1 3 4 15,-1 4-6-15,1-2 4 0,1 6 5 0,-1-1-2 16,1 2 1-16,-2-4 0 0,4 5 5 0,-2-4-1 0,0 1 3 16,0-1-2-16,1 0 0 0,0-3 4 0,1-2 1 0,-1-2 1 15,1 2-1-15,0-5-2 0,-2 0 4 0,0-6-2 16,2 8 0-16,-2-8 3 0,2 8 8 15,-2-8 0-15,0 0 3 0,1 6-4 0,-1-6 6 16,0 0 2-16,0 0-1 0,0 0-21 0,0 0-40 16,0 0-49-16,-10-15-48 0,2 5-54 0,-2-4-56 15,-2-9-58-15,-1 1-160 16,-2-6-506-16,5-2 224 0</inkml:trace>
  <inkml:trace contextRef="#ctx0" brushRef="#br0" timeOffset="14551.04">17735 1674 10 0,'0'-7'288'0,"-2"1"-4"0,2-2-16 16,0 8-14-16,-4-8-15 0,4 5-33 0,0 3-26 16,0-7-17-16,0 7-21 0,0 0-20 0,4-5-30 0,-4 5-21 15,4 0-40-15,-4 0-38 0,0 0-52 0,15 11-58 16,-7-8-46-16,-3 2-171 0,0 2-363 0,0-1 161 0</inkml:trace>
  <inkml:trace contextRef="#ctx0" brushRef="#br0" timeOffset="14836.12">18234 1602 151 0,'3'-4'341'15,"-2"2"-31"-15,-1-3-32 0,0 5-31 0,1-5-21 16,-1 5-31-16,3-5-20 0,-3 5-25 15,0 0-18-15,0 0-16 0,1 17-12 0,-1-7-8 16,0 10-9-16,-1 8-10 0,-2 4-9 0,3-1-6 16,-6 14 1-16,3-8-11 0,-3-3-1 0,5 0-4 15,-2-1-1-15,-1 0-8 0,4-4 0 0,0 2-22 16,0-7-18-16,3-4-15 0,-3-3-25 0,1 1-14 16,-1-6-23-16,0 1-17 0,0-6-25 0,0 5-18 0,0-7-9 0,3 1-10 15,-3-6-20-15,1 4-177 0,-1-4-386 0,0 0 171 16</inkml:trace>
  <inkml:trace contextRef="#ctx0" brushRef="#br0" timeOffset="15105.67">18560 1557 97 0,'0'0'276'15,"1"-5"-30"-15,-1 5-26 0,0 0-29 0,0 0-21 16,0 0-19-16,0 0-16 0,-5 27-15 0,0-10-10 16,1 10-13-16,-2 3-13 0,3 2-6 0,-1 2-5 0,-2 14-6 0,2-14-7 15,0 3-3-15,3-4-9 0,1 2 3 0,0-5-9 16,1 3 2-16,1-6-6 0,-4-2 1 0,2-7-8 16,0-1 1-16,0 0-3 0,0-5-20 0,-1 0-17 15,-1-5-23-15,3 5-20 0,-2-7-27 0,-2 0-29 16,3-5-45-16,-9 3-210 0,9-3-391 0,0 0 173 15</inkml:trace>
  <inkml:trace contextRef="#ctx0" brushRef="#br0" timeOffset="15422.12">17994 1874 46 0,'-7'0'245'0,"1"0"-7"0,6 0-20 15,-8 1-16-15,8-1-14 0,0 0-11 0,0 0-15 16,0 0-8-16,26-6-18 0,6 4-13 0,5-5-14 16,19 2-10-16,7-4-14 0,2 1-1 0,26-4-16 0,-30 5-8 0,2-1-5 15,-7 0 2-15,-4 2-11 0,-15 3-1 0,-1-2-10 16,-9 1 0-16,-7 1-5 0,-3 2 1 0,-3 1-5 15,-5-1-1-15,-1-2-11 0,-1 3-4 0,-2-2-14 16,-5 2-15-16,0 0-25 0,0 0-8 0,0 0-21 16,0 0-13-16,-25 3-24 0,15 0-35 0,-2-2-37 15,-1 2-166 1,0-2-377-16,1 0 166 0</inkml:trace>
  <inkml:trace contextRef="#ctx0" brushRef="#br0" timeOffset="16123.76">18832 2019 100 0,'0'0'220'15,"-1"5"-15"-15,1-5-15 16,0 0-16-16,11 0-16 0,-11 0-12 0,18-5-19 16,3 3-4-16,-2-3-14 0,0 1-9 15,-1-2-9-15,9-1-7 0,-4-3-8 0,-3 1 2 16,4-1-9-16,-2 0 4 0,-8 0 0 0,4-1 5 0,-5-1-4 16,1 2 7-16,-2-5-9 0,-5 6 3 0,0 0-5 15,-1-2-5-15,-2 0-8 0,-3 3 2 0,-1-2-12 16,-1 3-4-16,-2 0-15 0,-6 1-1 0,2 0-8 0,-5 4-1 15,-6 1-6-15,0 3 4 0,-2-1-11 0,-7 8 2 16,2-2-1-16,-1 6 2 0,8-1-8 0,-4 5 3 16,-1-1-1-16,4 2-1 0,5-4-21 0,1 1-8 15,2 2-9-15,6 0 1 0,1 1-4 0,5-2 3 16,3 0 2-16,6-1 3 0,4-1 7 0,11-2-5 16,3 0-3-16,4-7-18 0,1 3 1 0,3-7-12 0,2 2 1 0,-2-7-2 15,1 1 16-15,-4-4-1 0,0-1 8 0,-1-3 9 16,-4-1 21-16,-5-1 18 0,-5 1 23 15,0 0 23-15,-4-2 14 0,-1-3 12 0,-3 0 15 16,-1-1 19-16,0 1 8 0,-1-2 22 0,-4 3 29 0,-1 4 30 16,1 2 11-16,0 3-1 0,-3 2-9 0,3-2-20 15,-3 1-20 1,2 2-23-16,-1 3-22 0,-2 1-13 0,2-6-23 16,-2 6-28-16,0 0-40 0,2-5-38 0,-2 5 6 15,0 0-1-15,0 0-3 0,-2 21 13 0,0-8 0 16,0 3 0-16,-2-1-16 0,-2 4-21 0,-1-2-9 15,5 4-8-15,-5-5-5 0,4 1-1 0,-1-5 2 0,2-2-3 16,1-1 4-16,1-4 8 0,-1 2 7 0,-2-2 23 16,3-5 28-16,-1 7 34 0,1-7 32 0,0 0 1 0,6 3 1 15,-6-3 6-15,11-9-24 0,-4 3 17 0,2-1 0 16,3 0-1-16,-3 0-2 0,-1 1 0 0,0 2-6 16,-4 1-12-16,-1 0-6 0,3 0-9 15,-6 3-1-15,14-3-20 0,-4 6 4 0,2 0-25 0,3 2-25 16,3 3-33-16,0 1-44 0,8 6-63 0,-2-4-85 15,-1 5-113 1,-5-4-292-16,0-6-721 0,0 2 320 0</inkml:trace>
  <inkml:trace contextRef="#ctx0" brushRef="#br0" timeOffset="17627.75">21149 1702 210 0,'-2'-2'223'0,"1"-3"-25"0,-1 1-13 16,-2 1-19-16,-2-1-11 0,0 1-21 0,-3 3-15 16,-4 2-10-16,-4 0-14 0,-5 4-10 0,-5 5-8 15,-1 1-7-15,0 3-13 0,1 4 1 0,2-2-9 16,-2 5-4-16,2 0-6 0,1 2-2 0,0-5-6 0,6 6-3 0,4-9 0 15,1 6-2-15,-1-6-6 0,10 2-1 0,1-3-2 16,1 1 2-16,2-5-2 0,2 0 3 0,0-4 0 16,5 1 8-16,1-3 1 0,4 0 9 0,-2-3 2 15,4-1 9-15,4-2 4 0,0-2 9 0,-5-1 3 16,3-1 0-16,3-3 2 0,-4 0 0 0,-5 2-4 16,4 1 1-1,-3-2 0-15,2 0-4 0,-3 1-16 0,3 4-4 0,-3-4-6 16,-5 1 3-16,2 4-17 0,-2-1 3 0,-4 0-8 15,-1 2-2-15,10-1-7 0,-10 1 1 16,12 3-3-16,-7 0 4 0,2 2-8 0,0 2 3 16,1 0 2-16,0 1-1 0,2-1 0 0,-3 2 2 15,1 0-3-15,0 1 0 0,3-2 2 0,-2 1-2 16,-1-2 1-16,1 1 4 0,-3-4-2 0,-1 1 1 0,-1-2-6 0,1 2 11 16,-1-4 3-16,2 2 26 0,-6-3 11 0,0 0 19 15,17-3 19-15,-7-3-10 0,3 1 3 0,-3-2 7 16,4-3 6-16,2-2-3 0,0-3 0 0,-3 3-18 15,2-3-5-15,6-9 2 0,-1 2-8 0,-1-4-13 16,1 5 6-16,-1-1-13 0,-2 2 8 0,-5 6-7 16,-3 6 4-16,-4-1-6 0,4 1-3 0,-4 4-6 0,-1-2-10 0,0 2-6 15,-3 1-16-15,3 1-27 0,-4 2-18 0,0 0-9 16,9 1-5-16,-4 3 2 0,-1 1 3 0,0 4 1 16,1 2 0-16,0 2 5 0,2 1-2 15,-1-1-11-15,-1 4-26 0,1-2-28 0,-2-1-35 16,-1-4-45-16,-1 1-64 0,1-3-88 0,-2-1-216 15,-1-2-606-15,0-5 269 16</inkml:trace>
  <inkml:trace contextRef="#ctx0" brushRef="#br0" timeOffset="29907.31">2683 2590 16 0,'0'0'96'16,"0"0"-25"-16,0 0-7 15,0 0-1-15,0 0 2 0,-8-7-1 0,8 7-4 16,0 0-8-16,0 0-6 0,0 0-2 0,0 0 8 16,0 0-15-16,0 0-11 0,0 0-2 0,14-10-5 15,-14 10 1-15,9 0-3 0,-2-2 3 0,0 1-3 16,6 1 3-16,-1 0-12 0,0 0 3 0,1 0-8 15,5-1 7-15,0 2-1 0,1-1-3 16,-1 0-9-16,5 0 24 0,-1-1-16 0,1-3 2 0,5 3 1 0,-8 0-7 16,11-1 1-16,-3 1-4 0,3-2 6 0,2 2 3 15,-4-2-1-15,5 2-7 0,-1 1 2 0,5-3 5 16,-1 6-11-16,3-4 6 0,-4 2 4 0,3-1-2 16,11-1-1-16,-9 1-1 0,9 1 7 0,-9 1-10 15,-4-3-3-15,2 2 7 0,2 0-9 16,9-1 10-16,-13 1 0 0,4-2-4 15,15 3 4-15,-19-3 3 0,17-1-6 0,-3 3 4 16,-13-2 4-16,16 1-9 0,1-2 6 16,-1 1-4-16,-2-2 4 0,-2-1 1 0,4 4-7 15,-2 0 8-15,-2-2-19 0,-11 1 18 0,11-3-2 16,-9 3-1-16,-3 1 12 0,2-2-12 0,2 0-3 16,-2 1 3-16,13 0 2 0,-1 1 7 0,-13 0-6 15,10-5 2-15,-10 3 10 0,1-1-7 0,15 2-3 0,-2 0 6 0,0-2 1 16,1 1-8-16,-5-1-1 0,-9 2-10 0,12-2 10 15,1-2-2-15,-12 2 4 0,9-2-2 16,2 3 5-16,-1-5-1 0,-12 3-3 0,15-1-3 16,-1 0-3-16,-2-1 6 0,-10 4-2 0,11-2-5 15,1 3-3-15,-1-3 3 0,-2 1 3 0,-9-1-1 0,10 0 4 16,0 0-6-16,-13 4 4 0,3-3-4 0,-1 3 2 0,-2-2 1 16,3-3-6-16,10 3 0 0,-10-1 2 0,9 0 5 15,-13 2-1-15,1-5-8 0,17 2 12 0,-15-1-12 16,13 2 15-16,-3-1-13 0,1-1 7 0,-11 2 0 15,14 0-2-15,-16-1-8 0,2-1 5 0,-1 4 2 16,16-7-5-16,-19 5 6 0,18 1-5 0,-16-3-6 16,2 0 14-1,12-4-6-15,-15 9 11 0,4-3 0 0,10-3-12 16,-9 5 8-16,-5-2 1 0,17-1 2 0,-14 1 0 16,11-4-3-16,1 3-2 0,-1-2 2 0,-1 1 7 15,3 3-8-15,-15-2-2 0,13 6 5 0,-10-7-2 0,10 0-6 16,-10 5 6-16,11-5-2 0,6 4-1 15,-7-5 1-15,0 1-1 0,-11 4 3 0,13 0 0 16,1 0-2-16,-4-2 1 0,3-1-4 0,1 2-4 0,-4 2 4 0,1 0 4 16,-11-2-10-16,12-1 1 0,-15 2 2 0,17-1 3 15,-15 2 1-15,12 0-1 0,0-2-5 0,-12 2 8 16,12-5-2-16,0 5 3 0,-9 2-3 0,7-6-4 16,6 13 6-16,-4-11-3 0,1 2 0 15,1 2 1-15,-2-2 1 0,-13 0-8 0,16 1 4 16,-14-1-1-16,12 1 1 15,-1-1-3-15,-1 3 3 0,-11-3 0 0,11 1 1 16,-9 1 2-16,-1-2-3 0,13 0 2 0,2 0-4 16,-15 0 2-16,12 5 2 0,2-10-1 0,-2 10 2 15,2-8 1-15,-14 3 0 0,11-2-6 0,-13 0 2 16,14 4 4-16,-12-4-9 0,11 2 8 0,-12-1-3 16,13 1 10-16,-14 0-2 0,2-2-6 0,15 2-4 15,-17 0 3-15,15-2-5 0,0 2 8 0,-2 2-6 0,4-3-2 16,0 1 7-16,0-2 0 0,0-2-2 0,1 4-8 15,0-1 8-15,-2-3 3 0,0-1-3 0,0 7 6 16,-2-9-14-16,3 7 8 0,-4-2 1 0,3 2-1 16,2-3 5-16,0 3-2 0,-1 3 4 0,0-6-9 15,1 3 2-15,-1 0-4 0,0-2 2 0,1 2 5 0,-2-1-4 16,-12 2 7-16,11-3-4 0,-1 1 2 0,0 2-6 0,-15-1 3 16,16-1 3-16,-16 1-3 0,18-5-3 0,-4 6-5 15,0-1 9-15,0 4 1 0,-11-6-1 0,12 5-1 16,0-2 0-16,0-3-2 0,0 3 3 0,-1-2-16 15,-10 3 20-15,-2-1-10 0,17-1 7 0,-4 2-2 16,-1-4 0-16,-13 1-3 0,2 1 3 0,15-2 5 16,-17 4-5-1,13-6 0-15,1 7 1 0,-13-6-6 0,15 3 4 16,-5-2 5-16,4 2-8 0,-16 1 3 0,16-1 1 16,-14 0 2-16,14-2 1 0,0 3-3 0,-17-2-11 15,18 1 9-15,-4 1 2 0,-11-2 1 0,11-1-2 16,-8 1 2-16,9 4 6 0,2-3-10 15,0-2 2-15,1 6 2 0,-1-6-10 0,-2 4 12 0,2-1-5 16,-2-2-5-16,-1 2 9 0,-9-1-3 0,10 0 3 0,1-1-5 0,2 2 2 16,-17 1 2-16,17-4-5 0,-5 5 2 0,7-3 3 15,-4 0-13-15,-12-3 18 0,13 3-4 16,5 4-2-16,-5-6 4 0,7 2-5 0,-6 0 0 16,1 2 3-16,3-2-1 0,-1-1-7 0,-1 1 8 0,-1-1-9 15,7-1 8-15,-7 0-3 0,2 2-1 0,1-1 4 0,2-2 2 31,-3 3 1-31,2-1-11 0,1-2 8 0,-1 3-2 16,2-1-9-16,-2 2 12 0,0-3-1 0,-1 0-9 16,1 6 10-16,0-6 1 0,-5 0-1 0,7 1 2 15,-6-2 3-15,3 2-4 0,-4 1 1 0,5 0 2 16,-3-3-3-16,3 6 3 0,1-6-4 0,0 3 6 16,0-2-5-16,0-1-2 0,-4 2 8 0,-2 1-6 15,5-3 6-15,0 3-6 0,-5-4 5 0,-1 3 1 0,1-2 5 0,-3 3-4 16,0-2 6-16,0 0 1 0,2 1 3 0,-2-1-9 15,5 2 12-15,-16-3-9 0,16 1 8 0,-4 3-12 16,1-4 5-16,0 3 1 0,2-3-3 16,-1 3 2-16,0-2-4 0,-3-1-1 0,5 2-2 15,-2 1 0-15,-4-3 2 0,6 3-10 0,0-3 2 16,0 6 1-16,2-6-1 0,-1 1-3 0,-1 0 4 0,-3 2 1 0,2 0 2 16,0 4-6-16,-16-4 3 0,23 3-2 0,-9-3 0 15,2 0 0-15,-5 0-1 0,4 2 2 0,-2-2-1 16,6 1 0-16,-5-1-6 0,1 4 11 0,2-3-6 15,2 3-1-15,2-1 0 0,-5-3-3 0,3-1 2 16,2 1 0-16,-1 2 1 0,3-4 0 0,-5 5 8 16,3-1-8-1,0 1 1-15,0-1-2 0,2-1 6 0,-1 0-4 16,3-1 1-16,0 3 1 0,-2-2-3 0,6 2-3 16,-3-2 9-16,-1-1-10 0,4 2 2 0,-4-1-2 0,0-2 4 15,2-1 2-15,-1 5 2 0,-1-6-6 0,1 3-3 16,26-1 4-16,-28-1 3 0,-1 0-3 15,1 2 4-15,1 0-3 0,-3 1 2 0,4-5-5 16,-2 3 3-16,-7 2-5 0,5-2 5 0,-2 2 0 0,1-3 1 0,2 4 6 16,-6-4-1-16,-2 3-3 0,-2-1 1 0,4 1 3 15,-5-3 0-15,-11 4-1 0,-3-4-1 0,0 3-4 16,4 0 5-16,10-1 2 0,-15 0-6 0,-4 0 5 16,-2 3-6-16,1-3 5 0,-3 0-2 0,-7 1 2 15,0-2 1-15,-2 2 2 0,-2-2-3 0,2 2 6 16,-6-1-4-16,-3 1 8 15,-10-1 7-15,16 0 6 0,-16 0 2 16,11-1 3-16,-11 1 0 0,10 1 1 0,-10-1-6 16,0 0-2-16,0 0-11 0,0 0-27 0,0 0-54 15,13-2-71-15,-13 2-211 0,0 0-375 0,0 0 167 16</inkml:trace>
  <inkml:trace contextRef="#ctx0" brushRef="#br0" timeOffset="35174.21">4220 5000 61 0,'0'0'212'0,"0"-8"-14"0,1 7 0 0,-1-5-5 0,0 6-8 0,2-6-2 15,-2 6-4-15,0-4-3 0,0 4-5 0,0 0-9 16,1-4-9-16,-1 4-17 0,0 0-11 0,0-3-13 16,0 3-17-16,0 0-7 0,0 0-14 0,0 0-16 15,0 0-24-15,0 0-20 0,0 0-7 16,-5 8-3-16,-2 4-1 0,-5 7 0 0,-4 9 2 0,-3 3-2 16,-8 7 2-16,-2 4-2 0,1 3 0 0,4 0 5 0,-3 2-4 15,1-3 1-15,2-2 1 0,6-11 2 0,-5 10-2 16,8-10-5-16,1-2 6 0,1-2-3 0,0-2 3 15,5-3-9-15,1-6-15 0,-1 1-14 0,3-3-17 16,-1-4-17-16,0 2-20 0,3-4-28 0,-1-1-27 16,1-2-17-16,2-1-14 0,-2-2-24 0,3-2-118 15,0 0-339-15,0 0 151 16</inkml:trace>
  <inkml:trace contextRef="#ctx0" brushRef="#br0" timeOffset="35390.39">3852 5152 22 0,'1'-11'296'0,"-2"-1"-15"16,1 7-2-16,0-3-25 0,0 1-29 0,1 2-22 0,-1 3-26 0,0-3-17 15,0 5-25-15,0-5-22 0,0 5-17 16,0 0-17-16,8 12-12 0,0-2-8 0,2 6-5 16,3 12-7-16,2 1-1 0,1 4-7 0,6 10-1 0,3 2-1 15,-1-1-1-15,-1-1 0 0,-4-13-3 0,8 12-3 16,-12-13-2-16,6-2 1 0,-1 0-22 0,-3-1-19 15,-2-2-27 1,-2-2-35-16,-2-5-44 0,1-2-54 0,-2 0-49 16,-5-4-158-16,3-4-410 0,-3-2 182 0</inkml:trace>
  <inkml:trace contextRef="#ctx0" brushRef="#br0" timeOffset="36060.61">4802 5114 7 0,'6'-1'135'0,"3"1"-7"0,-3-1-15 0,2 2 1 16,5 4-9-16,-3-2 0 0,0 2-10 0,2 4-5 16,-2-3-3-16,0 8-1 0,0 1-3 0,-2 2-5 15,-3 2-1-15,-4 0-5 0,-2 9-1 0,-1-1-5 16,-4 1 7-16,-1-2-3 0,-5-1-2 0,2-1 1 16,-4-3-6-16,5-4-1 0,-1 3-3 0,1-7 0 15,-3-2 0-15,5 0 2 0,-1-3-3 0,3-2 5 16,0 0 6-16,1-3 13 0,3 1 16 0,-3-1 28 15,3 1 29 1,1-4 34-16,-6 3 14 0,6-3-20 0,0 0-25 16,-2-12-17-16,3 5-15 0,2-3-13 0,2 0-11 0,0-7-9 15,3 1-9-15,3-9-9 0,-1 0-12 0,1 0-3 16,1 0-20-16,-3 8 3 0,2 0 2 0,-1 1-8 16,-1 1-1-16,-3 5-10 0,-2 1 2 15,1 4-5-15,0-2-4 0,-1 2-7 0,-3 2-1 0,3-1-34 16,-4 2 17-16,1-1-31 0,-1 3-23 0,0 0-8 0,0 0-1 15,0 0 8-15,8 5 8 0,-4 2 8 0,-4-1 11 16,5 7-7-16,-2-1 6 0,0 0 0 0,5 3 1 16,-4-3 1-16,5 5 0 0,-3 0-14 0,2-3-14 15,0-3-31-15,2-2-24 0,-4 0-24 0,4 0-36 16,1-1-46-16,0 0-65 0,-2-3-198 0,0-1-526 16,0-4 234-16</inkml:trace>
  <inkml:trace contextRef="#ctx0" brushRef="#br0" timeOffset="36308.01">5190 5036 146 0,'4'-2'186'0,"-4"-1"-21"0,0 3-18 16,9-2-16-16,-9 2-14 0,14 5-2 0,-6 1-4 0,2 5 0 15,3 2-7-15,-2 1-9 0,4 8-4 0,-3 2-6 16,1 2 0-16,-4 3-8 0,-3 3-3 0,-1 3-5 16,-5 11-1-16,0-11-9 0,0 2-6 0,-10-2 1 0,0 9-4 15,-4-10-16-15,-2-1-18 0,-5-2-24 0,-5-2-34 16,-6 6-57-16,4-11-73 0,-3-5-149 0,-1-4-347 16,0-1 154-16</inkml:trace>
  <inkml:trace contextRef="#ctx0" brushRef="#br0" timeOffset="36693.43">4834 4857 186 0,'-3'-2'213'0,"3"2"-27"15,0 0-17-15,0 0-18 0,-14 8-15 0,3 4-17 16,-6 9-10-16,-2 3-30 0,-3 7-6 0,-4 11-7 15,-2 5-7-15,0 0-5 0,3 2-8 0,3 2-3 16,4 2 1-16,3-2-4 0,7-3-5 16,1-1-1-16,6-13 13 0,5 3-1 0,5-4-2 0,4 1 3 15,2-4-10-15,7-1-11 0,4-4-23 0,16 2-40 16,6-9-58-16,6-3-79 0,2-10-124 0,0-3-322 0,7-7 142 16</inkml:trace>
  <inkml:trace contextRef="#ctx0" brushRef="#br0" timeOffset="37163.64">5851 5262 96 0,'0'0'164'0,"-7"-3"0"0,7 3-2 0,0 0-2 0,-5-2-12 16,5 2-2-16,0 0-3 0,0 0-6 0,0 0-2 15,-2-3-8-15,2 3-10 0,0 0-9 0,0 0-12 16,0 0-8-16,0 0-7 0,0 0-7 0,10-2-6 16,-10 2-8-16,18 0-5 15,1 0-2-15,-1-2 10 0,10 2-7 0,1-1-7 16,-1 1-4-16,3-3-4 0,0 2-6 0,-3 1 1 15,3-3-5-15,-10 3-5 0,-2-1 1 16,-1 1-3-16,0 0-6 0,-9 1-17 0,-2-1-16 16,-1-1-19-16,-6 1-24 0,10 1-23 0,-10-1-20 0,5 0-23 15,-5 0-25-15,0 0-45 0,0 0-153 0,-19 3-375 16,8-2 166-16</inkml:trace>
  <inkml:trace contextRef="#ctx0" brushRef="#br0" timeOffset="37464.51">5911 5486 226 0,'-3'3'236'0,"3"-3"-18"0,0 0-15 15,-2 4-12-15,2-4-9 0,0 0-11 0,0 0-10 16,21-4-12-16,-2 0-14 0,3-2-15 0,6 2-14 0,8-1-11 0,-4-2-6 16,6 1-12-16,-3-3-8 0,-3 3-5 0,1 2-4 15,-6-3-5-15,1 2-7 0,-9 3-7 0,-6-1-2 16,1-1-4-16,-2 3-4 0,-6 1-5 0,3-3-12 16,-4 3-15-16,0-1-34 0,-5 1-31 15,0 0-33-15,0 0-41 0,0 0-56 0,0 0-188 0,-13 8-416 16,13-8 184-16</inkml:trace>
  <inkml:trace contextRef="#ctx0" brushRef="#br0" timeOffset="40503.91">7463 4959 64 0,'-2'-5'116'0,"2"5"-3"0,0 0 0 15,-2-5-5-15,2 5 4 0,0 0-4 0,0 0-5 0,0 0-2 16,-1-4-9-16,1 4 1 0,0 0-4 0,0 0-9 16,0 0 3-16,0 0-6 0,0 0-3 0,0 0 1 15,0 0-2-15,0 0-7 0,0 0-3 0,0 0-4 16,0 0-4-16,0 0 1 0,0 0-5 0,0 0 3 16,0 0-10-16,0 0-7 0,0 0 1 0,0 0-8 15,5-3-2-15,-5 3-5 0,14 0 0 0,0 0-5 0,3 3 0 0,3-3-1 16,2 2-1-16,9 2-3 0,-2-1-5 0,1 4 2 15,-1 1-3-15,-2-2 2 0,-1 4-2 0,-5-4-2 16,-2 3-4-16,-1-2-6 0,0 6-5 0,-5-2-4 16,-3 2 4-16,-4-3 3 0,-3 2-8 0,0 0-6 15,-6 0-2-15,-6 5 3 0,-5-3-2 0,-4 6 5 16,-5-4 3 0,-2 1-2-16,0-2 5 0,0-2 1 0,-2-2-1 15,4 1 4-15,4-4-2 0,-3-1 6 0,7-1-3 0,-3 0 6 16,6-4 1-16,2 1-1 0,1-1 2 0,0 2-1 15,4-3 2-15,-1 4 1 0,6-5-1 16,0 0 2-16,-2 2 2 0,2-2-6 0,13 3 4 16,-2-3 0-16,5 1 0 0,7 0-2 0,-2 1-3 15,7-1 3-15,0 1-2 0,1 2-2 0,1-1 1 0,0 0 0 0,1 2-1 16,-4 3 3-16,1-2-1 0,-9 1-1 0,-1 1-1 16,-2 2 0-16,-1 1 9 0,-2-3-12 0,-2 1 10 15,-5-3-8-15,-2 0-3 0,-4 2 2 0,-1-1 3 16,-6 1 3-16,0-2 2 0,-10 6 1 0,-8 0 2 15,-1-2 1-15,-6-2 6 0,0 1 6 0,0-2 8 16,-2-2 1-16,-3 3 1 16,-1-6-1-16,0 2 2 0,4-1 8 0,-6-3 9 15,0 0 6-15,6-3 13 0,2 6 6 0,4-6 7 16,6 1 0-16,4 2 4 0,7 0-6 0,3-2-4 16,-2 2-3-16,1 0-15 0,2 0-2 0,7 0-8 15,-9-1-12-15,9 1-5 0,-8 0-15 0,8 0-13 16,0 0-16-16,-8 0-20 0,8 0-13 0,0 0-10 15,0 0-32-15,0 0-33 0,0 0-51 0,24-4-57 0,-16 2-217 16,2-1-484-16,4-2 214 0</inkml:trace>
  <inkml:trace contextRef="#ctx0" brushRef="#br0" timeOffset="41121.15">8194 5112 71 0,'8'-1'154'0,"2"-3"-12"16,0 1-22-16,3 3-12 0,1 0-5 0,2 0-11 15,1 0-10-15,1 0-6 0,0 5-13 0,3-1-1 0,-3 3-12 0,-1-2-6 16,0 5-4-16,-3-2-2 0,-5 3-3 0,2 2-1 16,-3 1-9-16,-3 3 3 0,-1-2 1 0,-4 3-1 15,-4 0 6-15,-1 0 0 0,-6 7-4 0,-2 0 3 16,-4-3 1-16,3-8 1 0,-4 6 2 0,-2-3-4 15,3-4-1-15,2 0 4 0,-3-3 1 0,3 2 6 16,-2-5 4-16,2 2 6 16,2-4 0-16,4 0 8 0,1-1 12 0,2-2 16 15,1 3 18-15,-1-3 26 0,4 0 13 0,-2 0 6 16,4-2-8-16,0 0-30 0,0 0-13 16,6-17-10-16,5 6-9 0,3-1-8 0,4-10-10 0,8-1-4 15,-3 1-9-15,3-3-7 0,11-7-7 0,-10 6 1 16,4 4-14-16,-4-1-4 0,-3 5-1 0,-1 1-4 15,-6 5 1-15,-1 0-6 0,-3 2 0 0,-4 3 0 0,-4 4-3 16,3-4 1-16,-3 5-5 0,-3-1-7 0,2 0-12 16,-1 1-18-16,-3 2 2 0,0 0 1 0,0 0 2 0,-3 15 2 15,-1-6 4-15,-5 6 5 0,1-1-1 16,1 4 1-16,-1 6 1 0,3 2 4 0,0-9 1 16,-1 3 1-16,6-1 2 0,0-3 2 0,3 0 3 15,3 0-2-15,1-1 3 0,-1-3 0 0,1-2 0 0,10-1-16 0,8 3-37 16,-4-4-53-16,8-8-65 0,8 0-75 0,-4 0-227 15,1-7-514-15,-1-1 227 0</inkml:trace>
  <inkml:trace contextRef="#ctx0" brushRef="#br0" timeOffset="41738.15">8688 4792 70 0,'-3'-2'256'0,"3"2"-25"0,5-6-22 0,-1 4-25 16,2 0-14-16,-2 0-17 0,5 2-19 0,3-3-12 15,0 3-13-15,1 0-13 0,6 5-12 0,-6-2-8 16,6 5-6-16,-6 1-7 0,4 0-7 0,-6 3-6 15,3 2-4-15,-1 1-2 0,-8-1-2 0,5 3-4 0,-6-2-5 0,-1 2-4 16,-6 0-1-16,-1 0 1 0,0 0-3 0,-2 0 0 16,-3-1-1-16,0-3-2 0,-1-3 7 0,1 4 0 15,0-6-4-15,1 0 4 0,2-1-2 0,0 2 3 16,2-6 0-16,1 1-1 0,-2-2 4 0,2 1 4 16,1-2 12-16,2-1 13 0,-4 6 9 0,4-6-3 15,0 0 0 1,-1 2-3-16,1-2-9 0,0 0-8 0,18-2-2 0,-5-1-7 15,7-1-6-15,12-4-4 0,0 2-4 0,1 0-3 16,5-1-3-16,1 0-3 0,13-2-4 16,-2 1 5-16,-9 1-9 0,-3 2 2 0,3-3-1 15,-5 5-1-15,-3-1-1 0,-2 1 1 0,-12-2-4 16,0 4 1-16,-7 1 3 0,-2 0-3 0,-3 0 0 0,0 0 1 0,-2-3 7 16,0 3-3-16,-5 0 5 0,9-2-6 0,-9 2-19 15,6-1-8-15,-6 1-21 0,0 0-43 0,0 0-55 16,0 0-53-16,0 0-88 0,0 0-222 0,0 0-540 15,-23 3 238-15</inkml:trace>
  <inkml:trace contextRef="#ctx0" brushRef="#br0" timeOffset="43759">9705 5326 163 0,'-8'0'146'0,"8"0"-2"15,0 0-1-15,-6 1 2 0,6-1-5 0,0 0-9 16,0 0-11-16,0 0-6 0,0 0-11 0,0 0-9 15,-7 0-9-15,7 0-9 0,0 0-6 0,0 0-13 16,0 0-1-16,0 0-5 0,0 0-1 0,0 0 0 16,0 0 1-16,0 0 6 0,-4-5 0 0,4 5 5 0,0 0 3 15,0 0-5-15,0 0-2 0,0 0-5 0,0 0-3 0,0 0-3 16,0 0-8-16,0 0-3 0,0 0-1 0,0 0-5 16,0 0-3-16,0 0-6 0,0 0 1 0,0 0-5 15,0 0 2-15,0 0-6 0,0 0 2 16,0 0 4-16,0 0-11 0,0 0-1 0,0 0-1 0,0 0 1 15,0 0-2-15,0 0 1 0,0 0-1 0,0 0 0 0,0 0-1 16,0 0 1-16,0 0-3 0,0 0-2 0,0 0 4 16,0 0 3-16,0 0-8 0,0 0 2 0,0 0-2 15,0 0-3-15,0 0 4 0,0 0 0 0,0 0 0 0,0 0 2 16,0 0-3-16,0 0-1 0,0 0 4 0,0 0-3 16,0 0 1-16,0 0-1 0,0 0-1 15,0 0 1-15,0 0-5 16,0 0 3-16,0 0 2 0,0 0 0 0,0 0 2 15,0 0 0-15,13 7 1 0,-1-7-3 0,7-2 1 16,0 1 2-16,8 1-1 0,6-2 0 0,-1-2 5 16,5 1-7-16,14-5 1 0,-11 6 3 0,10-7 1 15,2 2 4-15,-12 4 3 0,8-2-1 0,-7 0-2 16,-4-2-1-16,-2 3 2 0,0 0-5 0,-6 2 3 16,0-2-1-16,-10 1-2 0,-5 1 3 0,0-1-1 0,-5 1-4 0,0 1 1 15,-1 0-6-15,-2 1-11 0,-2 0-11 0,-4 0-16 16,6-3-33-16,-6 3-33 0,0 0-31 0,0 0-20 15,-15-2-29-15,4 3-181 0,-1-2-399 0,-2 1 177 16</inkml:trace>
  <inkml:trace contextRef="#ctx0" brushRef="#br0" timeOffset="43997.18">10076 5182 178 0,'0'-5'278'16,"0"2"-9"-16,0 3 0 0,0-6 3 0,-1 3-10 0,1 3 0 0,-1-5-33 15,1 5-18-15,0 0-28 0,2-2-21 0,-2 2-18 0,0 0-19 16,0 0-21-16,0 0-22 0,0 0-2 16,0 0-23-16,-3 16 0 0,1-4-1 0,0 3-5 15,-2 3-12-15,-2 8-2 0,2 0-1 0,0 3-2 0,3-2-13 16,-2-1-32-16,2-6-23 0,1-2-21 0,1 0-26 15,0-1-29-15,2 0-28 0,1-3-41 0,0-4-66 0,3-1-197 16,0-6-477-16,2 2 212 0</inkml:trace>
  <inkml:trace contextRef="#ctx0" brushRef="#br0" timeOffset="44475.75">10995 4857 251 0,'4'-1'223'0,"-4"1"-25"0,0 0-21 0,0 0-20 0,0 0-17 16,0 0-19-16,0 0-10 0,0 0-11 0,0 12-7 15,-2-2-6-15,-1 2-14 0,-1 5 2 0,-4 1-10 0,1 8-5 16,-1-3-4-16,-2 5-6 0,3-1-2 0,-6 0-8 15,4 0 1-15,-3-1-5 0,3 3-3 0,3-3-3 16,1-9-3-16,2 0-2 0,0-1-4 0,1-1-2 16,1-2 0-16,1-2 1 0,0-2-6 0,1 0 11 15,0-4-3-15,3 0 14 0,0 2 11 0,4-2 5 16,2 2-1-16,0 0-3 0,7-5-6 0,3 1 1 16,2-3-7-16,7 0-5 0,-1 0-25 0,-1 1-31 15,-4-4-40-15,-2 1-47 0,5-3-46 0,-5-1-43 16,-5 2-181-16,0 2-413 0,-5-4 183 0</inkml:trace>
  <inkml:trace contextRef="#ctx0" brushRef="#br0" timeOffset="44682.74">11234 5150 116 0,'-1'-4'325'0,"1"4"-18"0,0 0-27 16,0 0-25-16,0 0-34 0,0 0-25 0,-4-3-24 0,4 3-19 15,0 0-19-15,0 0-17 0,0 15-11 0,0-5-8 16,-3 3-13-16,2 0-10 0,-3 4-6 0,3 8-6 0,-4 1-1 16,3 3-7-16,-1-3-1 0,0 1-10 0,2-8-5 15,1 1-29-15,-2 0-25 0,0-2-27 0,1 2-31 16,0-4-39-16,-2-5-46 0,3 0-65 16,-2-1-180-16,0-3-435 0,0-4 193 0</inkml:trace>
  <inkml:trace contextRef="#ctx0" brushRef="#br0" timeOffset="45184.05">11474 5075 121 0,'7'-4'218'0,"-2"1"-20"16,5-2-19-16,2 3-14 0,2-1-13 0,-3 2-14 16,3 1-12-16,4 0-11 0,1 2-10 0,-3 3-12 0,0 2-11 0,2 1-3 15,-3 5-12-15,-2-1-7 0,1 5-3 0,-1 0-5 16,-4 5-2-16,0-1-7 0,-5 2-5 16,-4 2-3-16,-3 3-1 0,-7-2 9 0,2-1-9 15,-2 1-7-15,-5-2 2 0,-1-1-1 0,1-1 2 0,-3-4-1 16,4-3 3-16,0-4 9 0,0 0 1 15,4-5 9-15,0 2 5 16,0-3 6-16,0 2 11 0,4-5 14 0,2 2 21 16,-2-1 28-16,6-3 41 0,-4 1 5 0,4-1-16 15,-2-8-20-15,3 1-12 0,3 0-16 0,2-5-14 16,3-3-10-16,6-9-12 0,6 1-32 0,0-1 5 16,4-1-16-16,0-2-14 0,6 1-10 0,-4 4-4 15,-3 0 1-15,-4 3-2 0,-5 9-7 0,-4 0 5 16,-3 3-4-16,-1 0 13 0,-1 4-20 0,1-2-14 0,-4 3-31 0,2-1 0 15,-5 3 0-15,0 0-2 0,0 12 4 0,-3-3 2 16,-3 5 4-16,-2 3 6 0,2 2 3 0,-2 7 9 16,2 1 2-16,-1 2-2 0,5-2 5 0,2 2 5 15,4-3 6-15,3-2 1 0,2-7 3 0,10 5-5 16,5-7-20-16,6 0-48 0,7-5-67 0,18-2-106 16,-1-7-345-16,5-6-641 0,-2-2 284 0</inkml:trace>
  <inkml:trace contextRef="#ctx0" brushRef="#br0" timeOffset="46233.47">12458 5254 109 0,'-5'3'142'0,"1"-3"8"0,4 0-10 0,-5 2 2 0,5-2-7 16,0 0 1-16,-5 0-7 0,5 0-5 0,0 0-8 15,0 0-6-15,0 0-7 0,0 0-9 0,0 0-13 16,18 0-3-16,-18 0-7 0,0 0-6 0,10 0-6 15,-10 0-3-15,0 0-2 0,7 0 1 0,-7 0-4 16,0 0 1-16,0 0 0 0,0 0-7 0,0 0 1 16,0 0 0-16,6 0-4 0,-6 0 2 0,0 0 2 0,0 0-4 0,0 0 3 15,0 0 1-15,0 0 1 0,0 0-2 0,0 0 3 16,0 0-5-16,0 0-1 0,0 0-4 0,0 0-7 31,0 0-1-31,0 0 0 0,0 0-3 0,0 0-6 0,0 0-1 16,0 0-6-16,0 0 2 0,0 0-1 15,0 0-1-15,0 0-5 0,0 0 2 0,0 0-3 16,0 0 2-16,5 0-2 0,-5 0 0 0,0 0-2 0,0 0-1 16,0 0 1-16,0 0 6 0,0 0-9 0,0 0-1 15,0 0-2-15,0 0 1 0,0 0 2 0,0 0 0 0,0 0-2 16,0 0 3-16,0 0-1 0,0 0-2 0,0 0-1 16,0 0 0-16,0 0-1 0,0 0 9 15,0 0-12-15,0 0 5 0,0 0-2 0,0 0 1 16,0 0-5-16,0 0 7 0,0 0-2 0,0 0 1 0,0 0 1 0,14 0-2 15,-5-2 3-15,4-1-1 0,6 2-3 0,3-3 8 16,5 2-6-16,2 0 0 0,2-3-1 0,2-2 1 16,0 5 21-16,3-1-2 0,1-4 0 0,3 2-4 15,-2 0 2-15,-1 1-5 0,0 0-2 0,-5 0 2 16,-4 1-5-16,-6-2-9 0,-4 3-9 0,-5 0-16 16,-3 0-14-16,-1 1-22 15,-4-1-37-15,0-1-41 0,-3 1-39 0,-2 2-20 16,0 0-10-16,-9-4-26 0,-1 1-141 0,-2 1-405 15,-6 2 180-15</inkml:trace>
  <inkml:trace contextRef="#ctx0" brushRef="#br0" timeOffset="46465.28">12738 5141 30 0,'-7'-3'289'0,"4"-4"1"0,0 0-7 0,2 4 2 0,-3-6 29 16,3 4-7-16,0 1-1 0,-2 0-21 0,3 0-22 15,-2 1-27-15,2 3-28 0,-2-5-23 0,2 5-21 16,0 0-28-16,-1-4-13 0,1 4-26 0,0 0-3 16,-3 12-18-16,3-4-11 0,-2 9-7 0,0 1-7 0,0-1 2 15,2 10-9-15,-1 4-2 0,2-2 9 0,3 3-28 16,0-2-43-16,2 0-19 0,-1-6-39 0,4 1-34 16,0-6-37-16,0-1-57 0,4-4-98 0,1-2-271 15,-4-3-624-15,4-6 277 0</inkml:trace>
  <inkml:trace contextRef="#ctx0" brushRef="#br0" timeOffset="46904.13">13725 4884 194 0,'0'-4'291'16,"0"4"-27"-16,0 0-28 0,0 0-25 0,0 0-28 15,-2-6-19-15,2 6-22 0,0 0-17 0,-1 13-10 16,1-1-10-16,-2 5-10 0,-2 8-7 0,0 5-7 15,-1 3-6-15,-2 3-4 0,1 9-8 0,3 4-1 16,1-2-9-16,-2 0 1 0,3-13-8 0,1 2-37 16,0 1-42-16,0-3-61 15,0-5-91-15,-3-1-218 0,3-11-436 0,-1-2 193 16</inkml:trace>
  <inkml:trace contextRef="#ctx0" brushRef="#br0" timeOffset="57044.93">14933 5164 58 0,'0'0'73'0,"0"0"-2"16,-6 1 0-16,6-1-7 0,0 0 5 0,-13-1 1 15,10 2-6-15,3-1-6 0,0 0-6 0,-9 0-4 16,9 0 7-16,0 0-7 0,-7 2 6 0,7-2-1 0,0 0-7 0,0 0 8 16,-10 0-1-16,10 0 1 0,0 0-1 0,0 0 1 15,0 0-5-15,0 0-6 0,0 0 5 0,0 0-9 16,-6 0 1-16,6 0-6 0,0 0-3 0,0 0 3 16,0 0-3-16,0 0-2 0,0 0 0 0,0 0 0 15,0 0-1-15,0 0-3 0,0 0-5 0,0 0 1 16,0 0-2-1,0 0 1-15,-6 0-5 0,6 0 2 0,0 0-3 16,0 0-1-16,0 0-1 0,0 0 8 0,0 0 1 0,0 0 2 16,0 0 3-16,-7 0 1 0,7 0-1 0,0 0-1 15,0 0 0-15,0 0 0 0,0 0 1 0,0 0-1 16,0 0 12-16,0 0-2 0,0 0-2 0,0 0-5 16,0 0-2-16,0 0-2 0,0 0 0 15,0 0-5-15,30-5 1 0,-9 3-6 0,6 0 5 0,5-2 5 0,0 0 1 16,3-1-1-16,1 2-3 0,-1 2 0 0,-1-2 1 15,2 1 0-15,-5 0-8 0,-1-2-5 0,-3 0 0 16,-5 2 0-16,-3 2-1 0,-4-3-4 0,-2 3-13 16,-1 0-17-16,-1 0-22 0,-6 0-20 0,3 0-21 0,-3 0-4 15,-5 0-15-15,0 0-15 0,0 0-25 16,0 0-31-16,-10 8-110 16,2-7-313-16,-3 0 140 0</inkml:trace>
  <inkml:trace contextRef="#ctx0" brushRef="#br0" timeOffset="57624.41">14825 5364 61 0,'0'0'173'0,"-5"2"-4"0,5-2-3 16,0 0-12-16,-7 2-12 0,7-2-8 0,0 0-16 15,0 0-10-15,0 0-8 0,0 0-18 0,-3 2-5 16,3-2-7-16,0 0-7 15,0 0-5-15,0 0-7 0,0 0-5 0,0 0-5 16,0 0-1-16,0 0-5 0,0 0-2 0,0 0 3 16,0 0-3-16,0 0-5 0,0 0-2 0,0 0-2 15,0 0-3-15,0 0-4 0,0 0 1 0,0 0-5 16,0 0-1-16,0 0 2 0,0 0-2 0,0 0-4 16,0 0-1-16,14-6-1 0,-14 6 0 0,0 0-1 15,0 0 1-15,0 0-4 0,0 0 4 0,0 0-6 0,0 0 4 0,0 0 1 16,10 4 5-16,-1-6 5 0,4 0 2 0,7 2-3 15,9-1 1-15,6-3-1 0,2 3-1 0,18-4 3 16,-1 0 5-16,7 3 10 0,-5-4 1 16,3 1-2-16,-4 1-2 0,-3 0-5 0,-2 3 2 15,-12 0-4-15,-2 0 0 0,-4 2-1 0,-4-6-3 0,-9 5-6 16,-6 0 1 0,1 0-3-16,-6 2 3 0,0-2-3 0,-1-2 0 15,-7 2-1-15,9 0-5 0,-9 0-3 0,0 0-12 16,0 0-16-16,0 0-14 0,0 0-33 0,0 0-35 15,0 0-43-15,-36 4-56 0,22-3-135 0,4-2-370 0,-1 1 163 16</inkml:trace>
  <inkml:trace contextRef="#ctx0" brushRef="#br0" timeOffset="63540.54">16657 4874 116 0,'0'-4'150'0,"2"-2"0"0,-2-1-1 16,2-2-3-16,-2 0 10 0,1 4 8 0,-1-3-1 15,4 3-7-15,-4-2-3 16,0 0-7-16,3 1-4 0,-2 1-1 0,-2 1-5 16,2 0-14-16,-1 4-9 0,1-6-12 0,2 4-13 15,-3 2-12-15,0 0-6 0,0 0-14 0,0-5-9 16,0 5-18-16,0 0-7 0,0 0-2 0,-3 17 0 16,1-5-2-16,-1 5-6 0,2 10 0 0,-3-2-1 15,-1 4-1-15,1-1 3 0,-1-1-3 0,0 1 0 16,2 0-4-16,2-5-1 0,-3-5 5 0,4 1-1 0,-1-7-2 0,0-1 3 15,-1 0-4-15,2-2 6 0,-1 0-7 0,1-3-16 16,-4 1-12-16,4-2-13 0,0 2-16 0,0-4-9 16,0 2-13-16,0-5-14 0,0 6-18 0,0-6-27 15,0 4-31-15,0-4-211 0,0 0-407 16,0 0 180-16</inkml:trace>
  <inkml:trace contextRef="#ctx0" brushRef="#br0" timeOffset="64264.25">16234 5341 43 0,'-7'2'173'16,"7"-2"0"-16,-12 0-3 15,12 0-6-15,-5 3-10 0,5-3-3 0,-8 0-11 16,8 0-12-16,0 0-7 0,0 0-3 16,0 0-10-16,-8-2-7 0,8 2-10 0,0 0-6 15,-4 2-8-15,4-2-5 0,0 0-7 0,0 0-6 0,0 0 3 16,0 0-7-16,0 0-1 0,0 0 0 0,0 0-2 15,0 0-2-15,0 0-5 0,0 0-2 0,0 0-3 16,0 0-5-16,0 0-3 0,0 0-2 0,0 0 4 0,0 0-3 16,0 0-3-16,0 0-2 0,0 0 2 0,0 0-9 15,0 0-2-15,0 0 0 0,0 0-2 0,0 0-3 16,0 0-5-16,0 0 3 0,0 0-1 0,0 0-2 16,0 0-2-16,0 0 3 0,0 0 0 0,0 0-2 15,0 0-2-15,0 0 2 0,0 0-2 0,0 0 12 16,0 0-12-16,0 0-4 0,0 0 4 0,0 0-5 0,0 0 6 0,0 0-4 15,0 0-2-15,0 0 2 0,-3 3-2 0,3-3 0 16,0 0 0-16,0 0-2 0,0 0 3 0,0 0 0 16,0 0 0-16,0 0-1 0,0 0 0 0,0 0 1 15,0 0 0-15,0 0 1 0,0 0-2 0,0 0-1 16,0 0 1-16,0 0-1 0,0 0 3 0,-2 4-2 16,2-4-2-1,0 0 3-15,0 0 2 0,0 0-3 0,0 0 1 0,0 0 1 16,0 0 1-16,0 0 0 0,0 0-1 0,0 0 0 15,0 0-1-15,0 0 3 0,0 0 10 0,16-4-13 16,-6 1 6-16,9 1-2 0,11-2-1 16,2 0 2-16,18-5-4 0,2 6 4 0,8-9 2 15,4 5 1-15,0-1 3 0,33 2 1 0,-32 0 3 0,2-4 3 16,-1 2-3-16,-1 3-1 0,-1 4 3 0,-4-6-6 0,-9 5 2 16,-10-1-3-16,-5 0-2 0,-5 3 0 0,-3-1 0 15,-8-2-2-15,-7 3-4 0,1 0-6 0,-5-1-2 16,-2 1-5-16,0 0-15 0,-2-1-12 0,-5 1-22 15,5-2-12-15,-5 2-17 0,0 0-23 0,0 0-28 16,-24 7-26-16,11-6-37 0,-1 3-192 0,-4-1-425 16,-2-2 188-16</inkml:trace>
  <inkml:trace contextRef="#ctx0" brushRef="#br0" timeOffset="65166.81">16648 5511 142 0,'0'0'142'0,"0"0"-11"16,0 0-11-16,0 0-8 0,0 0-5 0,0 0-6 16,22 0-10-1,-8 0-11-15,4-1-4 0,1 2-10 0,9 1-5 16,-1-2-10-16,1 0 0 0,-1 5-8 0,-6-3-2 16,9 2-5-16,-11 0-7 0,2 1-3 0,-2 0-1 0,-3 2 1 15,-6 0-8-15,-1 0 3 0,-2 1-1 16,-1 0-9-16,-3 3 0 0,-2 0 1 0,-6 0 1 15,-1 2 4-15,-4 1-9 0,-6-1 0 0,0 0 0 16,-3-1 8-16,-6 0-2 0,6-2 6 0,1-2 3 0,0 0-4 0,-1 1 15 16,2-4-6-16,4-1-5 0,1 1 7 0,2-1-7 15,1-1 0-15,1-1-3 0,3 0 1 0,0-1-1 16,0 1 3-16,5-2-6 0,-4 5 2 0,4-5 1 16,0 0-6-16,15 4-2 0,-3-3 1 0,0 0-4 15,8 2-2-15,-1 0 3 0,3 2-2 0,-2-3-2 16,-1 3-2-16,-1-3 0 15,4 1 2-15,-3 6-5 0,-2-4 2 0,-1 1 1 16,0 2 7-16,-5-4-13 0,-3 3 2 0,0 2 0 16,-3-2-1-16,0 1 3 0,-7 0 6 0,-3 1 3 15,-4 0 3-15,-4 2 1 0,-6-1-4 0,-9 1 8 16,-5-1 3-16,-2 1 6 0,0-3 6 0,-5 1 6 16,-10-3 3-16,8-2 7 0,4 1 5 0,-2-2 8 15,-12-2 21-15,15 0-7 0,1-1 1 0,5 0 9 0,3 0 9 0,9 0 4 16,6 0 8-16,2 0-21 0,2 0-6 0,1 0-6 15,2 0-3-15,6 0-3 0,-9 0-11 0,9 0-7 16,0 0-8-16,-8-1-11 0,8 1-5 0,0 0-6 16,0 0-12-16,0 0-23 0,24 0-32 15,-13-1-36-15,3 0-52 0,2-1-59 0,2-1-62 0,-5 1-271 16,5-2-569-16,1 0 252 0</inkml:trace>
  <inkml:trace contextRef="#ctx0" brushRef="#br0" timeOffset="66416.2">18598 4855 206 0,'-4'-9'215'0,"-2"1"-16"15,-2 3-15-15,3-4-15 0,-4 6-12 0,-1-2-15 0,-1 1-12 0,-1 3-12 0,-2-1-14 16,1 4-11-16,-6 3-11 0,0 0-9 0,1 0-5 16,0 7-9-16,-6 3-3 0,9-3-6 15,-1 1-10-15,5 1 2 0,-1 2-8 0,0 0-2 16,3 0-2-16,-1 1-6 0,4-3 1 0,2 3-5 15,3-5-1-15,1 1 0 0,3-3 0 0,-1 1-2 16,4-1-1-16,2-1 0 0,1-1 1 0,-2-3 2 16,0 0-5-16,2-1 7 0,4-4 5 0,-3 3 9 15,0-6 14-15,2 2-2 0,2-3 10 0,-4 0 6 16,4-3 4-16,-5-1-3 0,3-2 2 0,2 0 5 0,-7 1-3 0,2 1 1 16,0-2 7-16,-1 1 5 0,-3 5 3 0,0-2-5 15,-1 0-18-15,1 2 1 0,-4 0-6 0,3 4-11 16,-1-3-11-16,-3 3-20 0,0 0-5 0,0 0-1 15,6 13-2-15,-5-2-3 0,-2 6-3 0,-1 9 3 16,-1 2 7-16,3 1-9 0,-5 0 0 0,2 4 4 16,-3 2-3-16,2-1 7 15,3 2-5-15,0-2 3 0,-2 0 0 0,3-2 0 16,0-1-2-16,0-5 0 0,1-1 2 16,-1-8 0-16,3 1-3 0,-2-8 2 0,-1 2-2 15,2-2 6-15,-1-2-7 0,0-1 3 0,0-2-2 0,-1-2 3 16,2 2 4-16,-2-5 0 0,2 6-1 0,-1-1-2 15,-1-5-1-15,-1 3 3 0,1-3 3 0,1 4 2 16,-1-4-19-16,0 0-4 0,0 0-16 0,0 0-14 0,0 0-41 16,0 0-49-16,0 0-48 0,0 0-35 0,0 0-45 15,-3-17-263-15,3 10-563 0,2 0 249 0</inkml:trace>
  <inkml:trace contextRef="#ctx0" brushRef="#br0" timeOffset="66870.23">18959 5069 95 0,'0'0'250'0,"0"0"-29"16,5-1-26-16,-5 1-22 0,0 0-18 0,0 0-14 0,9 6-8 15,-7-1-8-15,1 4-13 0,-1 2-9 0,1-1-10 16,1 6-9-16,-2 2-8 0,-2 1-4 16,0 6-5-16,-2-4-11 0,-1-1-1 0,-1 6-4 15,-1-1-6-15,-2 1-2 0,1-9-5 0,-1 1-2 16,2-2 0-16,0-4-2 16,1-5 11-16,1 3 12 0,1-3 19 0,0-3 24 15,0 0 24-15,0 0 26 0,2-4 53 0,-1 3 16 16,1-3-22-16,0 0-19 0,0 0-18 0,7-21-21 15,-2 10-16-15,4-5-9 0,3 3-9 0,4-8-17 16,-2 5-7-16,6-2-13 0,2-2-6 0,-7 6-4 0,-2 2-14 0,0 2-4 16,-3 0-4-16,-1 4-11 0,0 1-3 15,0 2-8-15,-1 1 0 0,-2 1-19 16,3 2-8-16,-3 3-11 0,2 2-4 0,0 3-14 0,-2-1 4 16,2 6 7-16,-2 3-3 0,1 1 7 0,-2 0-7 15,-3-1-18-15,2-1-21 0,0 1-21 0,0 0-15 16,-2 0-26-16,-2-5-20 0,0-2-21 0,0 2-45 15,1-2-52-15,1-3-58 0,-2-4-192 0,0-3-566 16,0 0 250-16</inkml:trace>
  <inkml:trace contextRef="#ctx0" brushRef="#br0" timeOffset="67271.39">19374 4791 290 0,'4'-9'326'15,"2"5"-22"-15,-3-1-26 0,1 1-30 0,-3 1-30 16,0 0-26-16,-1 3-21 0,0 0-19 0,12 3-13 16,-8 0-11-16,-1 3-9 0,4 3-12 0,-5 3-6 15,2 8-6-15,-1 3-11 0,-3 6-9 0,-4-2 0 0,-1 1-11 0,-2-2-4 16,2-6-1-16,0 2-7 0,0-6-9 0,0 2-1 15,1-1-8-15,0-5 1 0,-1-2-6 0,3 0-3 16,0-5-2-16,1 2-2 0,0-2 4 0,1 0 0 16,0-1 15-16,4 0 21 0,3-4 10 0,5 3 7 15,7-3-10-15,-1-3-12 0,3 1-4 0,6-3 3 16,1 0-11-16,3-1 6 16,-4 0-17-16,0 1 9 0,1-1-17 0,-1 1-3 15,-7 2-3-15,-1 1-1 0,-6 1 1 16,-3-1-8-16,3-1 15 0,-8 2-14 0,4 0-12 15,-5 0-14-15,-4 1 12 0,9-1-15 0,-9 1-21 0,6-3-32 16,-6 3-24-16,0 0-21 0,0 0-26 0,0 0-24 16,0 0-43-16,0 0-51 0,0 0-71 0,-9 10-176 15,3-8-546-15,6-2 242 0</inkml:trace>
  <inkml:trace contextRef="#ctx0" brushRef="#br0" timeOffset="67750.23">20102 5228 138 0,'0'0'214'0,"0"0"-1"16,-7 1-6-16,7-1-12 0,-4 2-7 0,4-2-6 0,0 0-8 15,0 0-7-15,0 0-13 0,21-2-11 0,-3 1-15 16,13-2-11 0,1 1-16-16,5-1-9 0,1 1-5 0,1 0-12 15,17-1-4-15,-1-2-10 0,-5 0-6 0,2 1-3 16,-15 4 13-16,4-3-13 0,-6 3-24 0,-5-5-27 0,-3 3-28 15,-10 2-29-15,-5-2-25 0,1 1-40 0,-6-1-69 16,-3 0-225-16,-2-1-448 0,-2 3 198 16</inkml:trace>
  <inkml:trace contextRef="#ctx0" brushRef="#br0" timeOffset="67953.17">20428 5079 51 0,'-1'-4'359'0,"-3"0"25"15,3 1-22-15,-2-2 3 0,3 5-19 0,-2-5-26 16,2 5-28-16,-4-4-31 16,4 4-37-16,-4-2-27 0,4 2-30 0,0 0-19 15,-4 9-15-15,4 1-17 0,0 6-9 0,-1 1-10 16,1 10-12-16,0 4-2 0,0 6-6 0,5 9-6 16,1 1-7-16,-2-12-48 0,4 1-47 0,2 10-59 15,-3-12-65-15,0-1-76 0,2-7-121 0,-5-8-226 0,0-5-626 16,-2-5 277-16</inkml:trace>
  <inkml:trace contextRef="#ctx0" brushRef="#br0" timeOffset="68621.14">21153 4963 160 0,'1'-4'290'0,"2"2"-6"0,-2-4-11 0,-1 2 0 16,0 4-6-16,1-5-12 0,-1 5-7 0,-1-5-28 15,1 5-12-15,-1-4-26 0,1 4-23 0,0 0-23 16,0 0-18-16,0 0-13 0,0 0-7 0,3 12-23 15,-1 0 2-15,-4 2-10 0,2 6-3 0,0 4-7 0,2 2-4 0,-2 1-9 16,-2 0 4-16,1-1-5 0,1 5-10 0,1-4 0 16,1-2-1-16,0 0-2 0,-2-5-4 0,0-2 8 15,2-2-9-15,-1-1-5 0,0-4 14 16,0-2-21-16,4 0 5 0,-5-1-5 0,0-3 2 16,0 1-6-16,0-1-6 0,0-3 4 0,0-2 0 0,0 6-13 15,2-2-5-15,-2-4-12 0,0 0-39 0,0 0-39 0,0 0-29 16,0 0-35-16,0 0-33 0,-8-15-44 0,7 8-57 15,-2 0-188-15,3-3-527 0,3-2 233 0</inkml:trace>
  <inkml:trace contextRef="#ctx0" brushRef="#br0" timeOffset="69323.03">21499 4913 138 0,'0'-4'323'0,"4"1"-31"0,-3-1-30 16,-1 4-26-16,0 0-24 0,4-2-26 0,-4 2-22 15,0 0-18-15,0 0-12 0,13 4-20 0,-8 1-12 0,1 2-5 16,2 2-11-16,0 3-6 0,-1 4 0 0,1 2-12 0,-1 2-4 16,-1-4-5-16,-3 11-8 0,0-2 0 0,-3 1-5 15,-4-7-6-15,0 8-1 0,-1 0-5 0,-2-8-3 16,0 0-4-16,0-1 6 0,-1-1-7 0,-1-3-3 15,3-2 2-15,0-3-2 0,0 0-2 0,2-1-2 16,-2 0-1 0,2-6 3-16,3 5-2 0,-2-2 12 0,2-1 11 15,0-1 6-15,-2-1 8 0,3-2 7 0,-4 6-16 16,4-6 7-16,0 0-7 0,-1 5-2 0,1-5-8 16,0 0-3-16,0 0-5 0,-3 2 1 0,3-2-3 15,0 0-8-15,0 0 4 0,0 0-6 0,0 0-3 16,0 0 1-16,0 0 13 0,0 0-4 0,0 0-15 0,0 0 0 15,0 0 11-15,0 0-8 0,0 0-9 0,0 0 1 0,0 0 5 16,0 0 1-16,0 0-8 0,0 0 6 0,0 0-2 16,0 0 2-16,0 0-5 0,0 0 6 0,0 0-3 15,0 0 4-15,0 0 7 0,0 0-3 0,0 0 9 16,0 0-3-16,0 0-1 0,-6 5-8 0,6-5 9 16,0 0-5-16,0 0 2 0,0 0-1 0,0 0-4 15,0 0 4-15,0 0-3 16,0 0-5-16,0 0 5 0,0 0-3 0,0 0 0 15,0 0 2-15,0 0-7 0,0 0-9 0,0 0 3 16,0 0 1-16,0 0 8 0,0 0-11 0,0 0 4 16,0 0 1-16,0 0-5 0,0 0 4 0,0 0 3 15,0 0-1-15,0 0-2 0,0 0 3 0,0 0 0 16,0 0 4-16,0 0 2 0,0 0 5 0,0 0-4 16,0 0-1-16,0 0-4 0,41-7 3 0,-18 6-4 0,13-5 0 15,-2 1 2-15,5 2 0 0,0 0 3 0,12-1-6 0,-14 1-1 16,2 0 3-16,-8 1 2 0,1 0-4 0,-2 0-2 15,-11 2 1-15,13-3-3 0,-17 3 1 16,-3 0 2-16,-2 0-2 0,-2 0-1 0,-8 0-1 16,9-2 2-16,-9 2 5 0,0 0-4 0,15 0-7 0,-15 0-15 15,6-1-14-15,-6 1-20 0,0 0-33 0,0 0-31 0,0 0-44 16,0 0-46-16,-23-5-61 0,12 4-42 0,-4 1-258 16,3-3-617-16,-1 1 272 0</inkml:trace>
  <inkml:trace contextRef="#ctx0" brushRef="#br0" timeOffset="69878.14">22268 4907 44 0,'5'-4'256'16,"-1"1"-19"-16,5-1-21 0,-4 2-21 0,4 0-18 15,-2 0-17 1,0 2-11-16,2 1-18 0,1-1-15 0,-1 4-4 0,3 1-2 15,-3 1-10-15,0 1-3 0,1 8-10 0,-1-2-1 16,-4 3-9-16,0-2-6 0,-1 6-7 16,-3-4-4-16,-1 2-7 0,-2 1-2 0,-2-2-6 15,0 1 0-15,-6-1-8 0,5 0-2 0,-3 0-2 16,-1-4-1-16,-1 2 0 0,2-6-1 0,3 0-1 0,-3-1-1 16,6-5 5-16,-3 2 3 0,1-1 17 0,0-1 27 0,3 0 34 15,1-3 34-15,-3 5 19 0,3-5-7 0,0 0-22 16,0 0-12-16,9-13-15 0,0 4-7 0,1-2-15 15,3-1-11-15,8-7-4 0,-1 2-12 0,-1-2-9 16,2 0 0-16,2-1-5 0,0 3-10 0,-7 3-2 16,-2 2-3-16,-3 2-4 0,-4 2-5 0,3 4-4 15,-5-1-7-15,2 0-17 0,-3 3 12 0,-3 2-17 0,-1 0-21 0,0 0 4 16,0 0-2-16,9 9-2 0,-9-2 4 0,3 6 1 16,-1-2 3-16,-1 6 3 0,3 1 6 0,0 7 1 15,1-3 7-15,5 3 0 0,1-6-2 0,5 1-19 16,6-1-17-16,-2-4-45 0,3-2-57 0,-5-4-77 15,14-2-103-15,-13-2-320 0,12-3-698 0,-2-4 308 16</inkml:trace>
  <inkml:trace contextRef="#ctx0" brushRef="#br0" timeOffset="70896.23">23264 5040 177 0,'-7'1'180'0,"2"0"-9"0,0 1-10 0,5-2-1 16,-6 2-8-16,1 0-1 0,5-2-6 0,0 0-9 0,-8 0-5 16,8 0-12-16,0 0-6 0,0 0-7 0,-5 1-8 0,5-1-4 15,0 0-8-15,0 0-4 0,0 0-3 0,0 0-2 16,0 0-4-16,0 0-3 0,0 0-4 0,0 0 1 16,0 0-3-16,0 0-4 0,0 0-6 0,0 0-4 15,0 0-5-15,0 0-3 0,0 0-8 0,0 0-3 16,0 0-2-16,0 0-3 0,0 0-2 0,0 0-4 15,0 0-3-15,0 0-1 0,0 0-2 0,-5 2 0 0,5-2-5 0,0 0 3 16,0 0-4-16,0 0 0 0,0 0 1 0,0 0-4 16,0 0 5-16,0 0-5 0,0 0 0 0,0 0 1 15,0 0-1-15,0 0-2 0,0 0 1 0,0 0-2 16,0 0 1-16,0 0-2 0,0 0-2 0,0 0 4 16,0 0-1-16,0 0-1 0,0 0 3 0,0 0-5 15,0 0 3 1,0 0-2-16,0 0 1 0,0 0-3 0,0 0 3 0,0 0 0 15,0 0-2-15,0 0 6 0,0 0-7 0,0 0 3 16,0 0-1-16,0 0 2 0,0 0 3 0,0 0-4 16,0 0 0-16,0 0-1 0,0 0 1 15,0 0 0-15,0 0-1 0,0 0-2 0,0 0 2 16,0 0-2-16,0 0 2 0,0 0-3 0,0 0 3 16,0 0 0-16,0 0-1 0,0 0 1 0,0 0-3 0,0 0 0 0,0 0 5 15,0 0 0-15,0 0-4 0,0 0 2 0,0 0-3 16,0 0 2-16,0 0 0 0,0 0 2 0,0 0 0 15,0 0-2-15,0 0 2 0,0 0-3 0,0 0 1 16,0 0 0-16,0 0-2 0,0 0 4 0,0 0-3 16,0 0 5-16,0 0 5 0,0 0 15 0,0 0 0 15,24 1 2-15,-9-2-4 16,6 0 2-16,5 1-4 0,5-2-4 0,2-1-2 16,3-1 0-16,3 3-1 0,12-4 6 0,0 1-9 15,-13-2 4-15,2 3-3 0,-2-1-2 0,2 1-4 16,-5-2 1-16,-3 2-1 0,-9 1 1 0,-2 0-13 15,-5 1-9-15,-3-1-12 0,0 0-11 0,-3-1-30 16,-6 0-37-16,1 2-37 0,-2 1-36 0,-3 0-31 16,-12-7-22-16,6 4-195 0,-12-2-464 0,0 3 206 0</inkml:trace>
  <inkml:trace contextRef="#ctx0" brushRef="#br0" timeOffset="71143.64">23476 4930 6 0,'-1'-6'333'0,"-2"0"-11"16,3-1-6-16,-1 2 5 0,-1 0-2 0,2-1-3 15,-1 1-11-15,1 0-27 0,0 5-8 0,-1-5-38 16,1 5-20-16,0-5-28 0,0 5-28 0,0 0-30 16,0 0-20-16,0 0-10 0,-4 16-11 0,0-3 1 15,4 7-13-15,-2 5-7 16,-1 2-8-16,2 3 0 0,-3 0-12 0,8 2-22 15,-3-4-34-15,2 1-33 0,-1 0-32 0,3 1-38 16,2-7-37-16,-2-2-50 0,4-7-77 0,-3 1-311 16,2-3-637-16,0-7 282 0</inkml:trace>
  <inkml:trace contextRef="#ctx0" brushRef="#br0" timeOffset="71845.55">24094 4703 66 0,'5'-6'200'0,"-1"5"-15"16,3 0-22-16,4-3-8 0,1 2-12 0,-1 4-10 15,7-2-13-15,1 2-7 0,7 3-1 0,-5-1-14 16,10 1-7-16,-3 3-6 0,0 2-7 0,-7-1-8 0,2 3-7 0,-5-1-10 15,-3 1 1-15,0 1-4 0,-7 0-4 0,3 1-4 16,-7-2-8-16,-2 5 0 0,-4 0-4 0,-2-2 2 16,-2-1-2-16,-5 1-1 0,0-3-1 0,-4 0 0 15,-2-2 0-15,-2 2-2 0,0-6 1 0,1 4-5 16,3-2 5-16,2-3-11 0,1 0-1 0,5 0-1 16,-1-1 1-16,1-1-7 0,1-3-1 0,0 2-1 0,2 2 2 0,2-1-1 15,2-3 1-15,2 7-1 0,4 0 1 0,4-3-2 16,-1 3 1-16,8 2-3 0,-1-3 0 0,-1 4 2 15,-1-2-4-15,4 2 0 0,-3 0 3 0,1 2 2 16,-3 0-1-16,0-1 0 0,-4 2-1 0,-2-1 2 16,-1 3 3-16,-4-4 1 0,0 2 1 0,-4-3-1 15,-3 2 1-15,-6 2 1 16,-4-2-1-16,-2-1 0 0,-10 2 1 0,-2-5-10 16,-4-1-13-16,-2 3-17 0,-1-4-23 0,1 0-37 15,2-4-46-15,-2-2-64 0,3 0-184 0,1-8-413 16,5 2 182-16</inkml:trace>
  <inkml:trace contextRef="#ctx0" brushRef="#br0" timeOffset="72215.19">24849 4371 124 0,'9'7'192'0,"-5"-1"-20"0,5 2-10 0,1 8-6 0,3 10-8 15,1 6 3-15,0 19-8 0,4 2-4 0,0 27 6 16,-5-22-11-16,2 29-6 0,-6-7-13 0,-3-22-6 16,-2 1-7-16,-2 2-7 0,-5-2-7 0,-2 2-7 15,-6-5-4-15,-2 1-7 0,-8-6-2 0,-3-5-4 16,-4 4-2-16,-8-6-7 0,-5-2 1 0,-7-4-8 16,-6-3-20-16,0-2-43 0,-29 8-60 0,23-16-84 0,-31 5-286 0,1-9-480 15,27-13 213-15</inkml:trace>
  <inkml:trace contextRef="#ctx0" brushRef="#br0" timeOffset="73117.69">18160 4482 91 0,'0'0'184'0,"0"0"-17"15,-4-4-21 1,4 4-17-16,0 0-15 0,-14 14-5 0,3 1-6 16,-5 12-11-16,-4 4-8 0,-7 17-3 0,-14 30 3 15,-1 5-7-15,6 3-2 0,-2 3 4 0,-1 6 1 0,0 2 1 16,3 0 4-16,8 2-7 0,14-11-8 16,0-2 0-16,11-27 3 0,12 0-1 0,4 0 7 15,9-2 0-15,7-6 0 0,26 14-4 0,-9-23-1 16,36 10-9-16,-1-7-39 0,4-9-69 0,7-9-119 0,-28-11-254 0,28 6-451 15,-1-9 199-15</inkml:trace>
  <inkml:trace contextRef="#ctx0" brushRef="#br0" timeOffset="75492.48">8864 8310 110 0,'0'0'120'0,"0"0"-13"0,-7-2 5 0,7 2-4 0,0 0-4 15,0 0-11-15,0 0 8 0,0 0-4 0,-5 0 1 16,5 0-4-16,0 0 0 0,0 0-4 0,0 0 1 16,0 0-10-1,0 0-2-15,0 0 3 0,0 0-7 0,0 0-4 0,0 0 0 16,0 0 0-16,0 0-4 0,0 0-3 0,0 0-9 16,0 0-3-16,0 0-6 0,0 0-2 0,0 0-9 15,22-2 2-15,-3-1-6 0,4 3-5 0,10-2 0 16,3 0-12-16,0 0-11 0,6-1-21 0,8 2-30 15,-13 0-34-15,0-1-38 0,-2 1-41 0,-5 1-176 16,-10-3-365-16,1 3 162 0</inkml:trace>
  <inkml:trace contextRef="#ctx0" brushRef="#br0" timeOffset="75670.84">8981 8536 84 0,'-7'4'201'0,"-1"-1"-22"0,3-1-18 0,1 1-17 16,4-3-14-16,-5 2-7 0,5-2-2 0,0 0 0 16,10 4-6-16,3-5-11 0,9 0-11 0,8-4-9 15,10 3-16-15,14-7-1 0,3 2-27 0,1 3-43 0,3-6-44 16,3 3-44-16,1-2-52 0,-6 0-116 0,-3 0-280 16,-1-2 124-16</inkml:trace>
  <inkml:trace contextRef="#ctx0" brushRef="#br0" timeOffset="75958.59">10190 8096 76 0,'0'-12'343'0,"0"1"-21"0,0-1-27 0,0 2-19 16,0 1-23-16,3 3-16 0,-2-1-15 0,-1 3-22 15,0-1-23-15,0 0-15 0,0 2-20 0,0 3-9 16,1-4-32-16,-1 4-25 0,0 0-14 0,0 0-10 16,4 14-8-16,-1-1-10 15,-2 1-3-15,4 12-2 0,-2-1-1 0,-2 3-1 16,4 1-5-16,-3 1-7 0,1-2-38 0,0 2-28 16,-1 0-25-16,-2 2-39 0,-1-4-46 0,2-2-56 15,-3-5-236-15,-1-5-491 0,2-2 217 0</inkml:trace>
  <inkml:trace contextRef="#ctx0" brushRef="#br0" timeOffset="76473.07">9767 8763 196 0,'-15'2'240'0,"3"1"-19"0,2-1-15 16,1-2-9-16,4 2-3 0,-3-1-7 0,5 1-7 15,3-2-8-15,-10 1-1 0,8 1-16 0,2-2-17 16,0 0-16-16,-9 0-7 0,9 0-14 0,-4 2-5 16,4-2-14-16,0 0-7 0,0 0-4 0,0 0-9 15,0 0-6-15,0 0-8 0,0 0-6 0,0 0-2 0,0 0-5 0,0 0-5 16,0 0 1-16,-7 0-3 0,7 0-7 0,0 0 0 15,0 0-4-15,0 0-6 0,0 0 4 0,0 0-1 16,0 0 3-16,0 0-9 0,0 0-1 0,-2 5 0 16,2-5 2-16,0 0-1 0,0 0 1 0,0 0-4 15,0 0-3-15,0 0 2 0,0 0-2 0,0 0 1 16,0 0 0-16,0 0 0 16,0 0-3-16,0 0-2 0,0 0 3 15,0 0-3-15,0 0 0 0,0 0-3 0,0 0 6 0,0 0-3 16,0 0 0-16,0 0 4 0,24-5-2 0,-3 0 2 15,11 0 1-15,8 0-3 0,16-7 0 0,7 3-1 16,3-1-1-16,25-5 8 0,-3 3 0 0,-24 2 7 16,28-4 2-16,-26 7 10 0,-3-1 10 0,-2 4 0 15,-5-6-3-15,-3 5 5 0,-19 3-8 0,-2-3-1 0,-11 2-9 16,-2 0 2-16,-6 2-3 0,1 1-6 0,-3-3 7 16,-6 1-17-16,2 0-27 0,-2 2-31 0,-5 0-40 0,6 0-33 15,-6 0-37-15,0 0-45 0,-11 7-51 0,-3-3-218 16,-5 2-519-16,2-2 231 0</inkml:trace>
  <inkml:trace contextRef="#ctx0" brushRef="#br0" timeOffset="77096.78">10206 8969 202 0,'0'0'230'0,"0"0"-20"16,-4 1-19-16,4-1-20 0,0 0-18 0,0 0-16 15,0 0-12-15,23-4-12 0,-13 4-7 0,5-1-11 16,2 1-8 0,1 0-14-16,0 0-9 0,3 0-5 0,1 3-7 15,-4 0-5-15,1 2-5 0,0 0-6 0,-6-1-2 16,-4-2-3-16,4 4-5 0,-4-1-2 0,-1 0-6 15,-5 2-7-15,0 0-6 0,-2 2 0 0,-6 1-4 16,-1 0-1-16,-3 2-7 0,-4 1 4 0,-4-4 6 16,2 1-1-16,1-1-3 0,-4 6 1 0,5-9 1 15,2 2 1-15,3-1-3 0,-1-4 2 0,1 2-4 0,3-1 2 0,-2-1-1 16,3 0 0-16,0-1-1 0,3 3 0 0,-1-3 3 16,2-2-1-16,7 7 2 0,2-5-1 0,2 1 0 15,7-2 2-15,1 4-1 0,0-2-6 0,2 2 3 16,1-1-2-16,1 1 0 0,-3 1 2 0,-1-1-2 15,0 2 2-15,-2-1 1 0,0 3-5 0,-6-3 7 16,3 2-2-16,-7 0 3 0,-1 1-2 0,-1 0 1 0,-5 3-2 0,-5 0 9 16,-1-3 0-16,-9 4 6 0,-8 2-4 0,-3-4 4 15,-5 3 0-15,-2-5-2 0,-3 2-4 0,-5 0 4 16,5-5-3-16,-1 0 3 0,0 0-1 0,3-2-3 16,-2-3 1-16,14-2-2 0,3-2-23 0,0 0-48 15,4-6-75-15,6 4-236 0,1-3-404 0,8-3 179 16</inkml:trace>
  <inkml:trace contextRef="#ctx0" brushRef="#br0" timeOffset="78077.11">11229 7974 25 0,'-3'-6'265'0,"2"0"-20"15,1 2-6-15,-2 0-23 0,2 4-19 0,-2-8-21 0,2 8-21 16,-1-3-14-16,1 3-20 0,0-3-17 0,0 3-22 16,0 0-8-16,0 0-14 0,3 14-7 0,0 4-5 15,0 8-6-15,-2 5-5 0,3 18-3 0,-8 3-5 0,3 7 2 16,-5 27-5-16,-4 4 0 0,1-4-1 16,-2-6-2-16,7-21-2 0,-2 24-1 0,1-30 0 15,2 1-2-15,3-3 5 0,2 2-6 0,-4-5 6 0,5-12-1 0,0 10 2 16,-1-11 8-16,-1-2-1 0,2 0 0 0,-2-1-2 15,2-4-3-15,-1-9 0 0,-2 1-2 0,0-3-2 16,0-1-5-16,0-3 0 0,0-3-5 0,2 1 10 16,-2-2-10-16,-2-1 0 0,2-3 0 0,0-1-1 15,0-1-1-15,0 2 1 0,0-1-1 0,0-4 0 16,0 3 4-16,0-3 2 16,0 5 2-16,0-5 0 0,0 0 1 0,2 5-6 15,-2-5-1-15,0 0 1 0,0 0 8 0,0 4-10 16,0-4 1-16,0 0-3 0,0 0 0 0,0 0 1 15,0 0-2-15,0 0-2 0,0 0 0 0,0 0-4 16,0 0 2-16,0 0-4 0,0 0-3 0,0 0-2 16,0 0-2-16,0 0 5 0,0 0-8 0,0 0-2 15,0 0 1-15,0 0 10 0,0 0-9 0,0 0 4 0,0 0-2 0,0 0 5 16,0 0 0-16,0 0 0 0,0 0 0 0,0 0 1 16,0 0-1-16,0 0 1 0,0 0-3 0,0 0 3 15,0 0-1-15,0 0-1 0,0 0 0 0,0 0 4 16,0 0-3-16,0 0 4 0,0 0-7 0,0 0 5 15,0 0 1-15,0 0-2 0,0 0 1 0,0 0-2 16,0 0 9-16,0 0-10 16,0 0 5-16,0 0-1 0,0 0 3 0,0 0-3 15,0 0 3-15,0 0-3 0,0 0 0 16,7 0-1-16,4-3 4 0,9-1 1 0,-1 0-10 0,14-4-23 16,4-1-37-16,14-4-54 0,2-1-68 0,2-7-269 15,0 4-495-15,2-11 220 0</inkml:trace>
  <inkml:trace contextRef="#ctx0" brushRef="#br0" timeOffset="78716.27">11252 7990 80 0,'0'0'170'0,"0"0"-1"0,-4 1-11 16,4-1-3-16,0 0-5 0,0 0-5 0,-5 3-9 15,5-3-6-15,0 0-11 0,0 0-11 0,0 0-5 16,0 0-7-16,18 0-5 0,1-1-6 0,8-2-9 16,10-1-13-16,19-3-30 0,4 0-24 0,4-3-51 15,26-5-64-15,-28 4-78 16,2 3-107-16,-1-4-315 0,-2 2 139 15</inkml:trace>
  <inkml:trace contextRef="#ctx0" brushRef="#br0" timeOffset="80799.66">12057 8268 134 0,'0'0'170'0,"0"0"-19"15,0 0-13-15,0 0-13 16,17-8-13-16,-7 6-19 0,2 1-2 0,8-3-13 16,-1 3 1-16,-1 1-14 0,5-1-6 0,6 1-6 15,-1 2-9-15,-6 2 0 0,-3-3-6 0,3 3-6 16,-3 2-1-16,-1 1-6 0,-1 0-5 0,-7 0 0 15,-1 1-3-15,0-2-3 0,-5 4-3 0,-2 1 4 16,-2 0-4-16,-2 0-5 0,-6 1 6 0,-5 4-8 16,2-2 0-16,-6 0 11 0,-1 3-6 0,-1-5 2 0,-3 1 5 0,4-1-1 15,1-5 6-15,2 2 0 0,3-3-1 0,0-2 2 16,3 1-4-16,2-1-1 0,2-1-2 0,-2 0-1 16,3-1-2-16,-1 1-3 0,4 1 5 0,1-4-6 15,1 5 1-15,3-1 0 0,1-3 2 0,4 3-4 16,5 0-1-16,-1-2-1 0,5 3-1 0,-2 1-1 15,2 0 5-15,0-2-1 0,1 2-4 0,-1-1-9 0,0 2 8 0,0 2 2 16,-4-2 0-16,3 4 1 0,-8-2-4 0,2-2-1 16,-5 3 4-16,0-1 1 0,-3-1 0 15,-1 4-2 1,-4-5 0-16,-1 4 2 0,-4 0 4 0,-8 0 0 0,2 0 6 0,-6 1 9 16,2-3 6-16,-10 1 1 0,3-1 8 0,-4-3 0 15,0 1 7-15,6-2 3 0,2-3 7 16,-3-1 2-16,1 1 6 0,4 0 5 0,-1-4 0 0,7 2 3 15,1 2-1-15,2-4-4 0,0 2-7 0,2 0-9 16,7 0-1-16,-11 0-8 0,7 2-11 0,4-2-11 16,0 0-16-16,-7-3-23 0,7 3-26 15,0 0-29-15,0 0-32 0,0 0-40 0,22-9-44 0,-12 6-237 16,1 1-460-16,3-3 204 0</inkml:trace>
  <inkml:trace contextRef="#ctx0" brushRef="#br0" timeOffset="81323.03">12465 8049 223 0,'0'0'253'0,"1"-5"-26"16,0 2-28-16,-1 3-17 0,4-4-14 0,-4 4-24 16,5-1-16-16,-5 1-15 0,8-1-11 0,-8 1-12 15,13 2-10-15,-8 1-5 0,1 1-12 0,1 1-2 16,1 0-11-16,0 2-2 0,-3 3 0 0,3 1-3 16,-7 2 0-16,2-1-5 0,-2 3 2 0,-1 2-5 0,-1 0-3 15,-2-3-3-15,-1 2-1 0,3-3-4 0,-3-1-2 16,0-2-3-16,3 1-2 0,-3-3-4 0,3-1 1 0,-2-1-4 15,1-1 1-15,2 0 1 0,0 0 2 0,2-1 5 16,1-2 14-16,2 1 7 0,4-1 1 0,0-1-6 16,10 0 7-16,-1-1-14 0,4-1-2 0,1 1-4 15,-1-1-3-15,6-2 9 0,-10 1-11 0,1 2-16 16,-6 0-16-16,-1-2-24 0,1 0-28 0,-3 2-29 16,-2 0-47-16,-2 0-27 0,-6 0-16 0,8 0-48 0,-8 0-132 0,0 0-392 15,0 0 174-15</inkml:trace>
  <inkml:trace contextRef="#ctx0" brushRef="#br0" timeOffset="81770.92">12958 8400 50 0,'0'0'363'0,"0"0"-28"0,0 0-28 0,0 0-31 16,0 0-39-16,0 0-18 0,3 1-27 0,-3-1-20 0,0 0-23 0,0 0-16 15,0 0-13-15,2 9-4 0,-2-4-26 0,0 4-7 16,-2 2-6-16,0 5-3 0,-2 1-11 0,0 0-8 16,-3 4-4-16,3 2 0 0,-2-5-8 15,1 0-5-15,1-1-2 0,-3-1-3 0,2-5-4 0,3 0 2 16,-1-3-5-16,2-1-1 0,0-1-1 0,-1 0 6 15,1-4 12 1,-2 2 31-16,3 0 25 0,0-4 20 0,0 0-14 16,0 0-7-16,12-10-10 0,-2 4-12 0,0-3-7 15,3-1-3-15,3-3-11 0,1 2 7 0,-1-1-18 0,-1 0-3 16,-1 2-12-16,-5 4-2 0,4 1 0 0,-3-2-11 16,-1 4 0-16,2 0-3 0,-2 0-6 15,1 2-10-15,1 2 3 0,-1 2-6 0,0 0-2 16,1 2-6-16,0 4-8 0,-2-3-12 0,-1 3-17 0,-2-1-23 0,1 1-18 15,0-4-39-15,-3 4-33 0,2-1-34 0,-2-1-39 16,0-1-52-16,-4 1-268 0,0-3-603 0,0-4 267 16</inkml:trace>
  <inkml:trace contextRef="#ctx0" brushRef="#br0" timeOffset="82140.56">13199 8133 351 0,'3'-9'330'0,"1"-1"-25"16,0 3-32-16,-3 0-28 0,4 2-22 0,0 0-27 15,0 1-19-15,-1 1-16 16,0-1-24-16,5 3-14 0,-9 1-12 0,14 4-9 16,-6-1-1-16,2 4-14 0,-1-1-1 0,-2 4-9 15,2 4-8-15,-3 0-2 0,0 6-5 0,-5-3-6 16,-1 1-6-16,1-1-2 0,-3 3-5 0,-2-5-8 15,-1 2 1-15,1-7-3 0,0 2-4 0,2-4-3 16,-1 1-4-16,2-1 1 0,0-2-1 0,-1-1 9 16,1 0-11-16,2-1 12 0,-1-4 14 0,5 5 19 0,6-2 10 0,3-3-4 15,14-3-1-15,2-1 9 0,10-1-22 0,11-4-3 16,-1-2-9-16,2 1-1 0,3 0-3 0,2-1-17 16,-1 1 3-16,-4 1 2 0,-11 3-7 0,-4 2 0 15,-2-1 2-15,-6 1-11 0,-10 2 5 0,-5 1 1 16,-3-1-3-16,0 1 10 0,-5 1-11 0,0-2 0 15,-3 1-14-15,5 0-20 16,-8 1-24-16,5-1-37 0,-5 1-43 0,0 0-48 16,0 0-56-16,-22 2-70 0,9-1-328 15,1 1-677-15,0-2 301 0</inkml:trace>
  <inkml:trace contextRef="#ctx0" brushRef="#br0" timeOffset="83058.56">14384 8468 183 0,'-19'4'195'0,"1"1"-6"0,-1-2-10 0,1-2-10 15,8 0-10-15,-2 2-11 0,7-2-6 0,-2-1-13 16,1 1-9-16,6-1-7 0,-9 3-3 0,9-3-11 16,-5 1-4-16,5-1-11 0,-7 0-3 0,7 0-7 15,-2 4-4-15,2-4 1 0,0 0-1 0,0 0-3 0,0 0-4 16,0 0-2-16,0 0-6 0,0 0 2 16,0 0-5-16,13 2-1 15,-13-2-3-15,0 0-5 0,5 0-5 0,-5 0 2 16,0 0-5-16,0 0-6 0,0 0-2 0,0 0-2 15,0 0-4-15,0 0-1 0,0 0-1 0,0 0-4 16,0 0-3-16,0 0 0 0,0 0 3 0,0 0-5 16,0 0 0-16,0 0-4 0,0 0 2 0,0 0-4 15,0 0 1-15,0 0-1 0,0 0-3 0,0 0 2 0,0 0 0 16,0 0-3-16,0 0 0 0,5 0 3 0,-5 0 0 0,0 0 1 16,13 0-1-16,-7 0 1 0,10 0 7 0,3-3-8 15,4 0 3-15,8-2-4 0,6 1 1 0,1-1 0 16,14-2-2-16,6 0 1 0,-2 0 1 0,1 2-1 15,-3-2 3-15,0-2-5 0,-14 4 4 0,-2 0-1 16,-4 4-3-16,-3-4 3 0,-12 4 5 0,2-2-5 16,-8 2 2-16,-2 0-1 0,-2 0-15 0,0-1-18 0,0 2-21 0,-5-3-42 15,-4 3-48-15,1-3-38 0,-1 3-31 0,0 0-26 16,-15-6-180-16,3 4-447 0,2 1 198 0</inkml:trace>
  <inkml:trace contextRef="#ctx0" brushRef="#br0" timeOffset="83259.11">14674 8285 204 0,'0'-6'350'0,"-2"1"-2"0,2 0-9 16,-2 0-10-16,1 1-27 0,1 4-29 0,0-6-30 15,0 6-31-15,0-4-35 0,0 4-24 0,0 0-23 16,0 0-10-16,-1 19-14 0,-1-2-12 0,1 12-6 0,-1 5-9 0,0 15 0 15,1 2-7-15,2-3-10 0,3 1-44 0,-4-14-42 16,0 15-50-16,0-16-64 0,3-1-87 0,-5-4-329 16,2-9-598-16,-1-7 265 0</inkml:trace>
  <inkml:trace contextRef="#ctx0" brushRef="#br0" timeOffset="85734.55">15427 8093 101 0,'0'0'170'0,"-3"-1"-3"15,3 1-5-15,0 0-7 0,0 0-3 0,0 0-6 0,-2-4-5 16,2 4-8-16,0 0-8 0,0 0-8 16,0 0-9-16,0 0-12 0,-3-4-7 0,3 4-7 15,0 0-11-15,0 0-10 0,0 0-6 0,27 1-7 16,-16-2-2-16,9 2-4 0,1 0-7 0,6 1-2 0,1 0-3 0,3 1-5 16,0 2-2-16,-2 0-5 0,-1 2-3 0,0-2 1 15,-7 2-3-15,-2 2 2 0,-3 0-5 0,2 2-1 16,-7 1 2-16,0 2-3 0,-6-4-3 0,0 9 1 15,-6-4 0-15,-8 4 0 0,-4 3-1 0,-5 2 1 16,-1-2 1-16,-5 2-3 0,-3-2 2 0,-1-1-1 16,0-1-2-16,1-2 4 15,-1-1-2-15,2-1 5 0,-2-2-2 0,4 0 6 16,5-6 4-16,2 4 2 0,-1-7-2 0,7 0 0 16,2-1-5-16,3-1 1 0,-1 1-1 0,3-3 9 15,-1 3 1-15,0-3-3 0,5-1 3 0,-4 3 3 16,4-3 0-16,0 0 6 0,0 0-5 0,18 4 2 15,-6-4-6-15,2 0 1 0,4 0-3 0,3-2-3 16,6 4-1-16,-7-2-2 0,11 0 4 0,-12 0-12 0,11 0 4 0,-3 1-3 16,-4 1 2-16,-2-2-6 0,-3 0 4 0,0 4-3 15,-4-3-1-15,-1 1-1 0,-3-2 3 0,-1 2-1 16,-4-2-2-16,2 0 0 0,-1 0-3 0,-6 0-3 16,6 2-8-16,-6-2-7 0,0 0-12 0,8-2-17 15,-8 2-10-15,0 0-11 0,0 0-22 0,0 0-28 16,0 0-36-16,0 0-29 15,0 0-219-15,0 0-435 0,0 0 193 0</inkml:trace>
  <inkml:trace contextRef="#ctx0" brushRef="#br0" timeOffset="85919.51">16076 8429 280 0,'0'0'346'0,"5"-5"-8"0,-5 5-33 0,0 0-24 16,0 0-24-16,1-5-28 0,-1 5-16 0,3-5-30 16,-2 2-15-16,-1 3-57 0,5-6-41 0,-1 1-59 0,0 0-63 15,2 3-75-15,4-4-90 0,-1 0-183 0,2-1-432 16,-1-2 191 0</inkml:trace>
  <inkml:trace contextRef="#ctx0" brushRef="#br0" timeOffset="86382.67">16329 8054 204 0,'0'-3'285'16,"0"3"-27"-16,2-7-27 0,4 3-24 0,0 1-25 15,5 1-16-15,2-4-16 0,1 5-15 0,4 1-16 16,3 0-5-16,0 1-17 0,0 2-15 0,-1 1-3 0,2 2-9 0,-4-1-8 16,-4 1-12-16,-3 2-5 0,0 0-7 0,-3-2-6 15,-2 4-3-15,-2 0-5 0,-2 2-1 0,-3-2-2 16,-3 2-3-16,-4 2 0 0,-2 0-4 0,-1-3 1 16,-2 2-1-16,3-4-4 0,-2 3 2 0,2-3 3 15,0-4-5-15,2 4-7 0,0-2 3 0,2-2-3 16,1 0 2-16,1-1-4 15,0 0 4-15,4 0-1 0,0 2-3 0,0-2 2 16,4 2 0-16,1 0-3 0,5 1 3 0,-1 0-1 16,3 1 0-16,3 2 2 0,-1-3-6 0,0 6 3 15,2-4 0-15,-5 0-6 0,1 2 5 0,-2 1 1 16,1 1 0-16,-3 1-3 0,-4-2 5 0,-2-1 2 16,-2 5-2-16,-1-4 1 0,-3 0 2 0,-2 1 4 15,-6 0-5-15,0-1 0 0,-4-1 0 0,0-3-3 0,-2 4-1 0,0-4-10 16,-4-1-14-16,3-2-14 0,2 0-19 0,-2-3-19 15,-1 0-31-15,2-1-41 0,4-2-34 0,-3 1-200 16,7-5-413-16,1-2 183 0</inkml:trace>
  <inkml:trace contextRef="#ctx0" brushRef="#br0" timeOffset="86814.75">16712 8224 42 0,'7'-8'299'0,"-1"5"-16"0,0-2-23 15,1 1-25-15,-1 1-21 0,2-1-19 0,-3 2-23 0,1 1-19 0,0-1-16 16,2 2-2-16,-8 0-16 0,17 5-10 0,-10-1-7 16,1 2-9-16,-1 2-9 0,-1 2-8 0,-1-1 4 15,-1 3-14-15,-4 4-9 0,-2 1-8 0,-2 1 0 16,-1 0-9-16,-3 7-1 0,-3-1 0 0,-1 0-7 15,2-7 4-15,0-2-11 0,1 0-3 0,1-4-2 16,3-4-2-16,-2 1 2 0,4-1-5 0,-1-5 5 0,1 3-5 0,1-2 12 16,2 1 33-16,-3-1 18 0,3-3 30 0,0 0-2 31,0 0 0-31,0 0-23 0,14-13-16 0,-1 0 2 0,-2-2-10 0,7-5-1 0,-5 4-9 16,5-2-6-16,-1-2-1 0,4-1-9 0,-2 2-1 15,-4 4-10-15,-2 1 9 0,-1 3-8 16,0 3 0-16,-5 1-5 0,-2 2 5 0,2 3-9 15,-3-3-5-15,-2 3-4 0,2-2-16 0,1 4-9 16,-5 0-5-16,0 0-1 0,0 0-7 0,10 5 5 16,-6 0-4-16,1 2 4 0,2 2 20 0,1 6-15 15,1-2-4-15,3 4-11 0,2-3-31 0,1 5-41 16,7 1-56-16,-9-6-64 0,11-1-81 0,-5-4-249 16,-6-2-604-16,4-4 267 0</inkml:trace>
  <inkml:trace contextRef="#ctx0" brushRef="#br0" timeOffset="86984.03">17423 8374 326 0,'-22'-3'515'0,"22"3"-22"0,0 0-33 0,-3-3-46 15,3 3-38-15,0 0-40 0,2-5-38 0,-2 5-48 16,0 0-65-16,2-7-89 0,4 2-86 15,-2 3-94-15,2 0-100 0,0 0-122 0,0-2-226 0,1 2-574 16,-1-2 254-16</inkml:trace>
  <inkml:trace contextRef="#ctx0" brushRef="#br0" timeOffset="94256.37">17695 8049 129 0,'0'-8'182'16,"0"4"-9"-16,1 2-6 0,-1 2-7 0,1-10-12 0,2 5-2 0,0 0-15 16,-1 0-6-16,3 1-13 0,0-3-11 0,4 1-14 15,0 2-9-15,5-3-7 0,0 4-7 0,3 1-5 16,0-1-9-16,-1 1-6 0,3 4-8 0,-1 3 3 16,3-1-13-16,-6 3 0 0,2 2-1 0,-3 2-6 15,-2 3 1-15,-1 2-1 0,-4 1-4 0,-3 1-2 16,0 3 1-16,-8 5-3 0,0 1 2 0,-3 1 0 0,-4-3 2 0,-4 1-5 15,-3-2 0-15,0 0 2 0,-2-1-5 0,1-4 0 16,-2-2 2-16,1 2 1 0,6-4-2 0,-3-2 3 16,3 0 5-16,-2-3-3 0,5 2 1 0,2-5 0 15,0 0-4-15,2 1-1 0,2-4 2 0,-1 0 6 16,3 0 4-16,1-2 12 0,2-2 4 0,-8 3 7 16,5 0 2-1,2-1 7-15,1-2 2 0,0 0-3 0,-4 4-1 0,4-4 0 16,0 0-1-16,-2 3-4 0,2-3-2 0,0 0 9 15,0 0-16-15,0 0-3 0,0 0-3 0,0 0-1 16,-1 4-4-16,1-4-6 0,0 0 3 0,0 0-6 16,0 0-2-16,0 0 1 0,0 0-2 0,0 0-1 15,0 0-2-15,0 0-1 0,0 0-5 0,0 0 1 16,0 0 4-16,0 0-3 0,0 0-4 0,0 0 3 0,0 0-6 0,-2 3 4 16,2-3 0-16,0 0 4 0,0 0-2 0,0 0-1 15,0 0 9-15,0 0-6 0,0 0-7 0,0 0-1 16,26-5 1-16,-9 3-2 0,4-2-1 0,8 0 4 15,0-3-3-15,5 5 2 0,3 0 0 0,0-4 0 16,3 4-2-16,12-3 1 0,-1 4 5 0,-15 1-5 16,-3-3 0-1,0 3-3-15,-3 0-2 0,-9-1 4 0,1 1 2 16,-7 2-4-16,-1 0 1 0,-3-1 3 0,0-1-1 16,-5 0 8-16,-1 0-8 0,-5 0 0 0,9 0-4 0,-9 0 3 15,7 0 1-15,-7 0 2 0,0 0 1 0,7-1-2 16,-7 1-10-16,4-2-10 0,-4 2-14 15,0 0-16-15,0 0-21 0,0 0-28 0,0 0-37 16,0 0-42-16,2-4-53 0,-2 4-224 0,0 0-491 0,-4-7 216 0</inkml:trace>
  <inkml:trace contextRef="#ctx0" brushRef="#br0" timeOffset="95421.71">18793 8242 5 0,'-6'3'137'15,"1"-3"4"-15,5 0-11 0,-8 1-3 0,4 0-8 16,4-1-3-16,0 0-5 0,0 0 9 16,-8 0-11-16,8 0 0 0,0 0-8 0,0 0-3 0,0 0-3 15,0 0-6-15,0 0-2 0,0 0 0 0,0 0-5 0,0 0-4 16,0 0-3-16,0 0-1 0,0 0-2 0,0 0-5 15,0 0-6-15,0 0 2 0,0 0-6 0,0 0-5 16,0 0-4-16,0 0-4 0,0 0-6 0,0 0-3 0,0 0-7 16,0 0 2-16,18-2 1 0,-18 2-8 0,6-3-3 15,-1 1-2-15,-1 0 0 0,-4 2-3 16,9-1-1-16,-4-1-5 0,-5 2 4 0,5-1-5 0,-5 1-2 0,0 0 0 0,9-1 3 16,-9 1-4-16,4-1 1 0,-4 1-2 15,0 0 0-15,0 0 0 0,0 0-1 0,10-1-3 16,-10 1-1-16,0 0 5 0,0 0-1 0,4-2-3 15,-4 2 2-15,0 0 0 0,0 0-4 0,0 0 2 0,0 0 2 16,0 0-1-16,0 0-2 0,0 0 2 16,0 0-1-16,0 0-4 15,0 0 4-15,0 0-1 0,0 0 2 0,0 0 2 16,0 0-3-16,0 0 1 0,0 0-4 0,0 0 1 16,0 0 0-16,0 0 3 0,0 0-2 0,0 0 0 15,0 0 2-15,0 0-1 0,0 0-3 0,0 0 2 16,0 0 1-16,0 0-7 0,0 0 6 0,0 0-1 15,0 0 0-15,0 0 4 0,0 0-2 0,0 0-1 0,0 0 1 16,0 0 0-16,0 0 1 0,0 0-1 0,0 0 4 0,0 0-5 16,0 0 1-16,0 0-3 0,0 0 3 0,0 0 1 15,0 0-2-15,9 2 2 0,-4-1 0 0,-5-1 0 16,18-1 1-16,-1-1 1 0,3 1 0 0,11 1 0 16,2 0 0-16,2-2 0 0,5 2-5 0,10-3 4 15,-11-1-2-15,1 3 2 0,10-3 2 0,-13 1 4 16,3 0-2-16,-4 2 3 15,-3 0-1-15,-4-1-2 0,0 0-2 0,-8 1-2 16,-5-3 5-16,-2 3-6 0,-3 1-7 0,-2-1-7 16,-3-2-22-16,2 1-26 0,-4 1-27 0,-4 1-31 15,4-7-13-15,-4 4-20 0,0 3-21 0,-8-5-36 16,-4 3-121-16,1-2-358 0,-2 1 158 0</inkml:trace>
  <inkml:trace contextRef="#ctx0" brushRef="#br0" timeOffset="95644.42">19161 8084 78 0,'-2'-3'299'16,"1"0"-10"-16,-2-1-4 0,3 4-18 0,-2-4-16 0,2 4-19 15,-3-4-30-15,3 4-10 0,0 0-36 0,0 0-17 16,0 0-21-16,0 0-8 0,-4 12-20 0,2 0-2 15,-1 2-14-15,-3 6-3 0,1 4-6 0,1 3-7 16,2 0-3-16,0-1-2 0,1-1-22 0,1-1-32 16,0 0-39-16,3 3-49 0,-2-8-55 0,0-1-86 15,2-2-221-15,-2-5-486 0,2-6 215 0</inkml:trace>
  <inkml:trace contextRef="#ctx0" brushRef="#br0" timeOffset="96863.06">19941 7997 42 0,'3'-1'221'16,"-3"1"-24"-16,6-6-23 0,2 6-13 0,-2 0-18 15,2-1-17-15,0 2-14 0,3 0-16 0,-2 4-3 0,4-1-14 0,-2 4-7 16,2 4-6-16,-1 0-1 0,-3 3-9 0,0-1 0 16,-4 6-5-16,-3-1-8 0,0 5-1 0,-4 3-3 15,-4-1-6-15,-2-1-1 0,-1 1 0 0,-4-2-3 16,-2 1 11-16,-3-1 5 0,3 0 2 0,-3-4 7 15,3-7 4-15,3 3 6 0,-1-2-8 0,3-6 6 16,1 1-1-16,4-3-4 0,1-2 3 0,0 0 5 0,-2 1 10 0,4-2 2 16,0 0 9-16,-2-1-3 0,4-2-3 15,0 0-7-15,14 4-6 0,-1-5-4 0,6-4-9 0,12 1 5 16,-3 2-18-16,4-4-2 0,-1 0-2 0,1 1-5 16,-4-1-6-16,1 2-30 0,-7 0-37 0,-3 1-37 15,0 0-52-15,-6-1-59 0,5-1-62 0,-9 0-237 16,1 0-529-1,-2-2 233-15</inkml:trace>
  <inkml:trace contextRef="#ctx0" brushRef="#br0" timeOffset="97226.45">20346 7657 183 0,'3'-5'343'0,"1"0"-28"15,0 3-31-15,-2-3-30 0,2 4-28 0,0-3-23 16,-4 4-20-16,10 0-23 0,-5 0-19 0,4 3-15 15,-1-1-10-15,-2 4-13 0,6 4-9 0,-3 2-10 0,-3 5-9 16,2 0-8-16,-4 1-8 0,-2 8-16 16,-1-7-2-16,-4 6-5 0,0-1-3 0,0-5 1 15,0 1-8-15,-1-3-2 0,1-2-1 0,1-4-3 0,-2 0-2 0,1-2-1 16,3 0-3-16,0-2 0 0,0-1-1 0,0 1 4 16,7-2 1-16,2-1-2 0,8 2 3 0,11-3-12 15,6-1-29-15,4-2-36 0,13 3-60 0,-1-4-81 16,1-3-88-16,-12 1-175 0,1-3-499 0,1 1 222 15</inkml:trace>
  <inkml:trace contextRef="#ctx0" brushRef="#br0" timeOffset="97680.92">21095 8220 104 0,'-5'1'239'0,"0"-1"-17"16,5 0-9-16,-9 2-7 0,9-2-16 0,-5 2-14 15,5-2-10-15,0 0-7 0,-5 1-10 0,5-1-8 16,0 0-13-16,0 0-6 0,0 0-7 0,0 0-2 15,0 0-5-15,0 0-9 0,0 0-8 0,0 0-9 16,0 0-9-16,20-6-7 0,-7 2-9 0,6-1-9 16,2 1-5-16,8 0 3 0,4-2-15 0,7 0-17 15,-3-3-27-15,0 2-43 0,14 0-38 0,-14-3-58 0,0 3-58 0,-2 0-236 16,-2-1-484-16,-6-2 215 0</inkml:trace>
  <inkml:trace contextRef="#ctx0" brushRef="#br0" timeOffset="97928.27">21822 7904 273 0,'0'-4'369'15,"2"1"-14"-15,-2 3-18 0,1-3-31 0,-1 3-23 16,0 0-41-16,1-4-23 0,-1 4-27 0,0 0-23 15,0 0-22-15,0 0-12 0,3 9-15 0,-1 0-21 0,-2 8-3 0,2 3-12 16,0 7-2-16,1 0-17 0,-3 3-1 0,2 2-7 16,3-1-7-16,-1-3-19 0,1 1-28 0,-1-1-37 15,0-3-34-15,1-1-38 0,-4-5-41 0,4-1-65 16,-3-1-76-16,0-5-200 0,-2-5-528 0,1 0 234 16</inkml:trace>
  <inkml:trace contextRef="#ctx0" brushRef="#br0" timeOffset="98614.1">21792 7377 11 0,'0'-5'235'0,"-2"3"-15"0,2 2-19 16,-1-4-16-16,1 4-15 0,-1-6-19 0,1 6-19 15,0 0-19-15,1-4-7 0,-1 4-9 0,10 1-13 16,-10-1-7-16,16 3-9 0,-4 3-5 0,10-2-10 0,4 3-7 15,4 2-1-15,5-4-5 0,-1 3-1 16,1 0-7-16,1 0-1 16,-4-3 1-16,-2-2-5 0,1 2-2 0,-9-4-2 15,-1 2-3-15,0-3-1 0,-1 1-3 0,-1-1 1 16,-6-1 0-16,1-2-1 0,-4 1 8 0,2-2 15 16,-2-2 13-16,-5 4 17 0,4-5 4 0,-5 5 7 15,1-5 7-15,0 1 2 0,0 2 5 0,-1-2 17 16,-1 0-16-16,-2 1-5 0,3 3-3 0,-3-1-4 15,2-2 7-15,-2 3-24 0,-1 2-7 0,3-4-6 0,-3 4 2 0,1-4-20 16,-1 4-2-16,0 0-4 0,5-1-6 0,-5 1-8 16,0 0-13-16,0 0-16 0,0 0-20 0,0 0-13 15,0 0 7-15,1 9 1 0,-1 1 1 0,0 6 4 16,-1 10 2-16,-3 8 5 0,-1 10 1 0,1 15 9 16,-1 0 4-16,-3 26 1 0,3-3 4 0,0-24 13 15,0 24-7-15,1-25 1 16,4 0 0-16,-1 0-1 0,2 0 1 0,2-4 1 15,-2-1 3-15,4 1-2 0,0 2 2 0,0-1 0 16,-1-8 1-16,1-11 0 0,-1-3 9 0,-1-3-14 16,1 0 2-16,-2-2-1 0,2-3 10 0,-3-5 9 15,2-1 0-15,-2-2 4 0,0-5-2 0,-1 0 2 16,2 1-4-16,-2-7 2 0,0 2 2 0,1-2 6 16,-2 0 11-16,2 0 3 0,-1-2 24 0,0-3 2 0,-3 7-19 0,-3-5-4 15,-7-1-21-15,-5-2-34 0,-19-1-58 0,-19-1-61 16,-6-3-94-16,-36-5-398 0,6-1-669 15,4-7 296-15</inkml:trace>
  <inkml:trace contextRef="#ctx0" brushRef="#br0" timeOffset="100270.98">8919 11367 40 0,'0'0'265'0,"-8"-3"-9"0,8 3-5 15,-5 0-10-15,5 0-9 0,0 0-11 0,-1-4-16 16,1 4-10-16,0 0-18 0,0 0-16 0,0 0-18 15,1-6-17-15,-1 6-12 0,17-7-19 0,-5 6-27 16,8-5-26-16,10 2-36 0,2-2-43 0,0 5-40 0,-1-4-54 16,2 3-48-16,-4 1-224 0,-8-1-436 0,-3 2 194 0</inkml:trace>
  <inkml:trace contextRef="#ctx0" brushRef="#br0" timeOffset="100418.04">8947 11596 98 0,'-8'7'207'0,"3"-3"-22"0,0 0-22 0,5-1-11 0,-1 1-14 0,1-4-16 16,7 4-2-16,6-4-14 0,5 0-10 0,10-4-14 16,4-1-5-16,0-1-10 0,10 0-30 0,12-3-26 15,0 1-37-15,3-7-47 0,2 6-63 0,-4 0-102 16,-2-7-257-16,0-1 113 0</inkml:trace>
  <inkml:trace contextRef="#ctx0" brushRef="#br0" timeOffset="100671.93">10157 10939 227 0,'0'-13'358'0,"1"1"-20"0,-1 2-29 0,0 2-21 0,0 2-23 15,0-1-26-15,0 3-27 0,0-1-24 0,0-1-22 16,0 6-21-16,1-3-39 0,-1 3-34 0,0 0-12 15,0 0-6-15,0 17-7 0,0 2-9 0,3 11-4 16,-6 3-8-16,6 11 3 0,-7 5-1 0,3-16-10 16,-3 16-27-16,3-15-29 0,1 3-20 0,-3-1-35 15,0-2-29 1,-4 0-38-16,3-2-47 0,-1-6-220 0,1 0-462 0,-5-6 204 16</inkml:trace>
  <inkml:trace contextRef="#ctx0" brushRef="#br0" timeOffset="100957.07">9793 11632 171 0,'-9'1'279'15,"4"1"-23"-15,-3-1-22 0,4 0-18 0,-1 1-18 16,5-2-12-16,-5 2-20 0,5-2-15 15,0 0-1-15,22-4-18 16,-1 2-12-16,17-1-14 0,16-5-8 0,13-1-9 16,28-2-9-16,0-3-12 0,4 3-5 0,0-1-4 15,1 3-8-15,-4 1 7 0,-4 0-16 0,-31 2-2 16,-1 3-4-16,-6 0-3 0,-17 2-4 0,-6-2 0 16,-10 0-7-16,-3 1-23 0,-5 2-32 0,-6 0-31 0,-5 1-24 15,-2-1-39-15,0 0-50 0,-19 4-65 16,-9 1-163-16,-3-1-439 0,-1 3 194 0</inkml:trace>
  <inkml:trace contextRef="#ctx0" brushRef="#br0" timeOffset="101474">10455 11812 115 0,'-5'2'290'15,"1"0"-24"-15,-1-2-20 0,2 3-25 0,3-3-22 16,0 0-19-16,0 0-18 0,-3 3-16 0,3-3-13 15,0 0-12-15,29 4-10 0,-11-4-13 0,11 4-13 16,2 2-10-16,3-3-6 0,-2 5-8 0,-1-1-2 16,1 2-11-16,-7-3 1 0,-6 2-8 0,-1 0-8 0,-2 0-9 0,-5-3-1 15,-1 4-9-15,-2 0-9 0,-8 0-2 0,0 3-3 16,-4 1 3-16,-7 1 0 0,-10 3-3 0,-2 2 0 16,-2-2-1-16,-2-3 2 0,1-1 0 0,-1 1 2 15,8-4-2-15,2-4 1 0,1 0-1 0,6 0-1 16,0-2-2-16,1 0-1 0,3-1 3 0,3 1 0 15,0-2 2-15,3-2-1 16,10 6 3-16,2-3-3 0,7-1 2 0,9 3-1 16,3-2 2-16,-1 1-3 0,1 2 0 0,4 0-1 15,-1 2-2-15,-6 1 3 0,0-2 0 0,2 3 2 16,-6-1 2-16,-6 1 2 0,-1 2-5 0,-6 0 1 16,-2 3 8-16,-7-5 12 0,-3 2 0 0,-8 0 5 15,-11 5 1-15,-11-2-5 0,-16 2-1 0,-12 4-4 16,-5-9-15-16,-28 3-29 0,2-1-55 0,-1-9-91 0,23-5-302 0,3-2-511 15,0-7 227-15</inkml:trace>
  <inkml:trace contextRef="#ctx0" brushRef="#br0" timeOffset="102808.4">12191 11050 76 0,'0'0'208'0,"0"0"-11"15,0 0-21-15,0-4-17 0,0 4-16 0,4-4-16 16,1 3-10-16,2-3-14 0,0 2-16 0,5 0-2 16,1 1-14-16,2-1-8 0,4 2-6 0,0 3-7 0,2-1-8 15,-1 4-7-15,-2 0 2 0,4-1-2 0,-4 5-3 16,-1-1-5-16,-1 1-9 0,-2 5-8 0,-1-1 6 16,-4 1-2-1,-3 2-2-15,-4 3 1 0,0-2-1 0,-6 8-1 16,-6-3 1-16,0 3-6 0,-6-5 2 0,2 0-1 15,0-6 3-15,0 2-5 0,1-4-2 0,-2-1 5 16,1 1 0-16,0-1-5 0,2-5 2 0,3 3-1 16,1-5-3-16,2-1 2 0,1-1 1 0,0 1-3 15,2-2-1-15,2 1 3 0,1-3-1 0,3 5 5 0,3-4-5 16,3 3 0-16,5-2 9 0,-1 0-5 0,5 1-5 0,1-1 0 16,0 4-3-16,3-4 2 0,-3 5 2 0,-1-2-2 15,1 1-2-15,-7 0-1 0,1 0 1 0,2 3 0 16,-5-1 6-16,-3-2-3 0,1 5 2 0,-4-2 1 15,0 3 3-15,-3-2 0 0,-2 2 2 0,-3-3 0 16,-4 3-1-16,-3 1 0 0,-6-1 3 0,0-1-2 16,-1 0-2-16,-7 0 2 0,0-1-6 0,-2 0 3 0,0-3-20 0,-1-2-10 15,5 0-22-15,1-4-13 0,1 0-32 0,1-1-18 16,4-2-36-16,-2-1-149 0,8-1-319 0,2-2 141 16</inkml:trace>
  <inkml:trace contextRef="#ctx0" brushRef="#br0" timeOffset="103294.17">12757 11172 143 0,'14'-3'155'15,"-1"2"-11"-15,8 1-6 0,-3 1-11 0,1 3-11 0,-2 2 6 16,2 0-22-16,-2 6-2 0,0-1-14 0,-2 0-1 16,-2 5-9-16,-3 1-6 0,3 4-9 0,-8-2-5 15,0 4 1-15,-5-2-9 0,-1 7-5 16,-7 0-3-16,2-3-7 0,-4 2 6 0,-4-3-3 0,1 0-1 16,-2 1 5-1,0-7 0-15,3-1 6 0,0-2 3 0,-2-5 4 16,4-1 2-16,4 1 1 0,-1-5 0 0,1 0 2 15,2 0 13-15,0-1 21 0,-1 0 16 0,4-2 18 0,1-2-10 16,0 0-11-16,0 0-12 0,9-17-12 0,1 5-5 16,3-3-10-16,6-9-9 0,1 0-6 0,5-4-3 15,0 1-10-15,-2 4-5 0,5-6-5 16,-6 5-4-16,1 2-2 0,-4 6-4 0,-6 3 1 0,-3 2-4 0,-2 4 5 16,-2 1-6-16,-1 1 4 0,1 0-12 0,-3 2-12 15,0-1-15-15,-1 3-8 0,-2 1 0 0,0 0-3 16,4 9 10-16,-4-2-4 0,-2 2 4 0,0 5 3 15,0 2 0-15,-2 3 3 0,5 4 5 0,2-3 2 0,1 6 2 16,1 0 11-16,5 0-6 0,5-5-20 16,2 1-26-16,3-5-49 15,6-5-73-15,3-3-75 0,1-4-207 0,3-5-491 16,1 0 218-16</inkml:trace>
  <inkml:trace contextRef="#ctx0" brushRef="#br0" timeOffset="104312.61">13774 11383 92 0,'-5'1'147'15,"5"-1"-2"-15,0 0 0 0,-6 1-1 0,6-1-3 16,0 0 0-16,-4 1-4 0,4-1-7 0,0 0-1 16,0 0-12-16,0 0-8 0,0 0-7 0,0 0-1 15,0 0-7-15,0 0-8 0,0 0-5 0,0 0-10 16,0 0-2-16,0 0 0 0,0 0-7 0,15-3 1 0,-15 3-3 0,0 0-4 15,0 0-2-15,0 0-6 0,0 0 5 16,0 0-10-16,0 0-1 0,0 0-4 0,0 0-5 0,0 0-5 16,0 0 0-16,0 0 1 0,0 0-5 0,0 0-1 15,0 0-4-15,0 0-5 0,0 0 1 0,0 0-2 16,0 0-1-16,0 0 0 0,0 0-5 0,0 0 1 16,0 0-1-1,0 0 0-15,0 0-3 0,0 0-1 0,0 0 6 0,0 0-5 16,0 0-4-16,0 0 4 0,0 0-3 15,0 0-3-15,0 0 0 0,0 0 2 0,0 0-3 16,0 0 3-16,0 0-3 0,0 0 1 0,0 0 2 16,0 0 0-16,0 0 2 0,0 0-2 0,0 0 0 0,0 0-2 15,0 0 0-15,0 0 0 0,0 0 2 0,0 0-1 16,0 0 1-16,0 0-2 0,0 0 1 0,0 0-2 0,0 0 0 16,0 0 4-16,0 0-2 0,0 0 1 0,0 0 3 0,8 0-1 15,-8 0 2-15,9-2 8 0,1 1 3 16,3 0-4-16,6-2 9 0,12-2-7 0,0 3-6 15,3-3 0-15,3 1 0 0,0-5 3 0,4 5-2 16,8-6 3-16,-13 2-2 0,2 3-2 0,-1-1 1 0,-4 0-2 16,-4 0-7-1,-2 1-11-15,-9 1-18 0,3-1-8 0,-11 2-17 16,0 0-39-16,-5-1-45 0,-2 1-27 0,-2-1-23 16,-2 1-20-16,-7 0-170 0,-2 1-412 0,-3-2 183 0</inkml:trace>
  <inkml:trace contextRef="#ctx0" brushRef="#br0" timeOffset="104544.49">14072 11218 188 0,'-1'-4'225'0,"-3"0"-5"0,4 0 5 0,-1-2 4 16,1 6-6-16,-3-6-5 0,2 4-14 0,1 2-16 16,0-7-16-16,0 7-17 0,0-5-25 0,0 5-14 0,0 0-17 15,0 0-18-15,0 0-15 0,0 0-7 16,0 16-9-1,0-6-3-15,0 6-6 0,0 4-4 0,1 0-3 16,2 7-4-16,-2 2 3 0,4 0-3 0,-5 3-2 16,4-3-26-16,1 2-31 0,0-1-32 0,2-2-40 15,-1-5-37-15,2-7-57 0,-3 3-240 0,-1-9-471 16,1-2 210-16</inkml:trace>
  <inkml:trace contextRef="#ctx0" brushRef="#br0" timeOffset="105030.15">14567 11030 233 0,'0'0'236'0,"5"-2"-21"15,-3 1-18-15,1-3-18 0,-3 4-17 0,13-1-16 16,-7 1-14-16,4 1-13 0,3 4-12 0,-3-3-14 16,5 7 2-16,1-1-7 0,-2 5-7 0,0 0-8 15,-5 2-2-15,2-1-7 0,-1 3-7 0,-3 0-4 16,-4 2-5-16,-2 0-2 0,-2 3-4 0,-7 0-3 15,0 3-2-15,-3-3-2 0,-4 2 3 0,3-8-11 16,-1 1-4-16,2-4 0 0,-3-1 0 0,6 0-4 0,-1-4 1 0,2 0-2 16,0-2-1-16,3-2-1 0,0 0 1 0,1 0 13 15,0-1 13-15,2 1 6 0,1-4 3 16,0 0 1-16,6 5 4 0,2-5 0 0,6-2-4 0,3 1-11 16,3 0 2-16,1-3-7 0,5 0-3 0,-3 0-1 15,-1 0-4-15,6 0 6 0,-7 2-11 0,0-1-5 16,-2-1-2-1,-2 0-1-15,-4 3-2 0,-6 1 1 0,2-3-11 16,0 3-4-16,-5-2-14 0,1 1-22 0,-1-1-44 0,-3-2-49 16,-1 4-51-16,0-5-47 0,-1 1-67 15,-3-1-154-15,0 0-485 0,0-1 215 0</inkml:trace>
  <inkml:trace contextRef="#ctx0" brushRef="#br0" timeOffset="105299.75">15066 10819 203 0,'8'0'221'0,"-8"0"-22"16,10 7-9-16,-3 2-21 0,3 4-9 0,5 10-10 15,-1 3-14-15,-1 3-5 0,5 14-7 0,-4 3-12 16,-4 1-7-16,3 1 2 0,-8 2-8 0,-9 0-4 15,-1 2-7-15,-5-4-5 0,-8 4-6 0,-8 1-5 16,-2-4-5-16,-4-2-4 0,-2 0-7 0,-7-4-1 16,-1-2-10-16,-4 1-30 15,-7-4-44-15,-19 8-62 0,19-18-87 0,-2-3-243 16,-6-3-456-16,0-5 202 0</inkml:trace>
  <inkml:trace contextRef="#ctx0" brushRef="#br0" timeOffset="105901.38">12162 10924 33 0,'0'0'171'0,"0"0"-9"16,-13 7-22-16,7 2-13 0,-3 4-14 0,-5 10-12 16,1 4-14-16,-5 17-4 0,1 5-3 0,2 0-8 15,2 3-1-15,1 4-5 0,3 26-8 0,5-24 5 16,5 23 2-16,5-26-3 0,7-2-4 0,8 2-4 15,18 20 14-15,-7-29 4 0,13-1 2 0,25 7-4 16,-11-20-2-16,28 3-15 0,5-10-45 0,5-15-111 0,-31-7-227 0,32-5-357 16,-32-4 158-16</inkml:trace>
  <inkml:trace contextRef="#ctx0" brushRef="#br0" timeOffset="106903.95">15149 10421 148 0,'3'-3'264'0,"1"-3"-26"15,-3 2-16-15,3-1-25 0,2 1-15 0,2-2-16 16,1 3-18-16,1-3-18 0,4 3-12 0,-1 1-16 16,6 0-15-16,-1 3-7 0,-1 2-8 0,1 0-5 15,-2 4-6-15,2 3-7 0,-4 2-2 0,0 3-7 0,-5 1-3 0,0 0 2 16,-3 2-10-16,-2 6-1 0,0 1-3 0,-8-1-3 16,-1 4-1-16,-5-3-4 0,-3 0-4 0,1-3 5 15,1-5-5-15,2 0 2 0,-1-4-6 16,4-1 1-16,1-5-4 0,1 3 0 0,0-7-3 0,1 4 2 15,2-2 8-15,1 0 4 0,3-3 8 0,7 3 5 16,11-4-6 0,15 0-5-16,19-3-8 0,8-5-31 0,2 2-51 15,-4-2-61-15,6 2-64 0,-7 0-245 0,0-2-472 16,-9 0 209-16</inkml:trace>
  <inkml:trace contextRef="#ctx0" brushRef="#br0" timeOffset="107590.27">16045 11453 43 0,'0'0'193'15,"-9"0"-7"-15,9 0-9 0,0 0-5 0,-5 1-9 16,5-1-2-16,0 0-8 16,-5 1-4-16,5-1-9 0,0 0-11 0,0 0 4 15,0 0-13-15,0 0-4 0,0 0 3 0,0 0-8 16,0 0-6-16,0 0 1 0,0 0 1 0,-5 1 0 16,5-1 1-16,0 0-3 0,0 0-6 0,0 0-2 15,0 0-8-15,0 0-7 0,0 0-9 0,0 0-11 16,0 0 1-16,0 0-9 0,0 0-7 0,0 0-4 15,0 0-3-15,0 0-8 0,0 0-3 0,0 0-2 0,0 0 6 0,0 0-11 16,0 0 3-16,0 0-9 0,0 0 0 0,0 0 16 16,0 0-19-16,28-5-4 0,-10 2 1 0,13-1 3 15,3-1-5-15,6 0 2 0,12-4-5 0,7 1-14 16,1-1-4-16,3 2 8 0,-2-1-9 0,-5 0-18 16,-1 3-21-16,-18 1-14 0,0 3-21 0,-9-5-22 15,2 4-30-15,-10 2-41 0,-1-3-43 0,-6 1-279 0,-2 1-545 0,-5-1 242 16</inkml:trace>
  <inkml:trace contextRef="#ctx0" brushRef="#br0" timeOffset="107875.22">17048 11035 340 0,'3'-5'369'0,"-1"0"-37"0,0-1-29 0,-2 2-33 0,2 2-34 16,0-1-26-16,-2 3-32 0,0 0-33 16,0 0-15-16,7 17-14 0,-5 2-3 0,0 10-25 15,2 3-5-15,0 17-8 0,-1 4-4 0,1-2-5 0,4 3-36 16,-4 0-38-16,1 1-52 0,-4 0-69 0,7-3-74 15,-8-3-257-15,-3-17-497 0,3-3 220 16</inkml:trace>
  <inkml:trace contextRef="#ctx0" brushRef="#br0" timeOffset="108877.72">17068 10374 149 0,'-2'-2'189'0,"0"-1"-23"0,2 3-17 0,-3-5-14 15,3 5-18-15,0 0-15 0,-2-4-11 16,2 4-10-16,0 0-5 0,0 0-12 0,15 12-3 16,-5-3-11-16,4 1-2 0,4 2-7 0,6-1 0 0,3 4 2 15,0-5-5-15,2 0-7 0,0-2 1 0,-3-3-1 0,-3 0-1 16,4-1-5-16,-4-2 2 0,-2-1 8 0,-1-2 1 16,2 0 2-16,-6-3 9 0,2 0 6 0,-2-1 18 0,-4 0 8 15,1-2 10-15,-4 0 3 0,1 0 6 0,-1-1-7 16,-1-3 7-16,2 1 0 0,-5 0 1 15,3 0-6-15,-3 0 6 0,0 1-4 0,0-1 2 16,-1 0-6-16,-3 3-3 16,3 0 0-16,-1 2-7 0,-2 0-11 0,2 0-5 15,-2 0-9-15,-1 1-3 0,0 4-8 0,4-5-8 16,-4 3-6-16,0 2-8 0,0-4-21 0,0 4-18 16,0 0-14-16,1-4-36 0,-1 4-24 0,0 0 6 15,0 0 10-15,3 19-5 0,-2 1 3 0,-1 9 3 16,-1 5 17-16,-6 19 0 0,2 7 2 0,-8 29 9 15,3 4 11-15,-3 2 3 0,-1 0 1 0,4 0 7 0,2-5 0 0,-2-3 1 16,4-7 6-16,3-22-2 0,1 24 3 0,4 2 2 16,-1-27 4-16,2 3-3 0,2-2 5 0,-2-3 0 15,-1-1 2-15,5-3-2 0,-4-4 23 0,1-12 3 16,0-2-4-16,0-1 0 0,1-1 0 0,-5-6 1 16,5 4-4-16,-5-9 2 0,1-2 1 0,-1 0-2 15,4-3-1-15,-4 1 2 16,0-4-2-16,3-1 7 0,-2 0-10 0,-1 1 5 15,0-2 5-15,-1 0 4 0,1 0-3 0,0 1-1 16,-3-1 1-16,3-2-2 0,0-1-2 0,-4 2-2 16,3-1 0-16,1 2 1 0,-3-3 0 0,1-2-5 15,2 2 1-15,0-1 0 0,0-3 9 0,0 4-15 16,-1-3 4-16,-2-2-1 0,3-2-5 0,0 4 4 16,0 2 9-16,0-6-2 0,0 6 0 0,0-6 0 0,-1 3 4 0,1-3 3 15,0 0-5-15,0 0 8 0,0 0-6 0,0 0 3 16,0 4-5-16,0-4 9 0,0 0-3 0,0 0 2 15,0 0 10-15,0 0-17 0,0 0 0 0,0 0 3 16,0 0-1-16,0 0-4 0,0 0 5 0,0 0-4 16,0 0 0-16,0 0-8 0,0 0 5 0,0 0 0 15,0 0-7-15,0 0 2 0,0 0 5 0,0 0 6 0,0 0-1 0,0 0 0 16,0 0 1-16,0 0 8 0,0 0-8 0,0 0 2 16,0 0 7-16,0 0-5 0,0 0 4 15,0 0 2-15,0 0-8 0,-6 1 0 0,-5 1-1 0,-8-4-6 16,-14 6-24-16,-19-4-37 0,-15 1-48 0,-36 3-61 15,-14 3-101-15,-11-9-351 0,-15 0-659 0,-5-8 291 16</inkml:trace>
  <inkml:trace contextRef="#ctx0" brushRef="#br0" timeOffset="110559.93">12230 10522 18 0,'-13'-3'138'0,"0"2"-14"0,-7-1-14 0,-8 2-10 0,-2 2-11 15,-3-1-10-15,-2-1-6 0,1 3-8 0,-1 2 3 16,0-1-9-16,-5 0-5 0,4 1 4 0,0-3-4 15,3-1 0-15,1 2 2 0,3-1 0 0,7-1 9 0,0 0 3 16,6-2 7-16,3 1 3 0,3 1 9 0,2-2 4 16,-1 2 0-16,3-2 6 0,6 1 6 0,-10 0 10 15,10 0 5-15,-7-3-9 0,7 3-9 0,-4-4-14 0,4 4-3 16,-1-7 2-16,0 3-12 0,1 4-4 0,1-7 4 16,0 5-14-16,-1 2-8 0,0-6-5 15,0 6-4-15,0-5-4 16,0 5-4-16,0-4-7 0,0 4 0 0,0 0-1 15,-1-4-6-15,1 4-1 0,0 0-4 0,0-5-1 16,0 5-1-16,0 0-4 0,0 0-3 0,0 0-1 16,0 0-16-16,0 0-23 0,0 0-18 0,0 0 3 15,0 0 4-15,0 0 2 0,6 21 4 0,-3-4 3 0,-3 10 2 16,1 7 2-16,3 16 10 0,-4 6-1 16,-2 27 4-16,0-24 3 0,-2 26 0 0,3-25 1 0,-1 26 1 0,-1-27 4 15,2 2-2-15,1 20 4 0,-2-26 0 0,0 6-3 16,2 26 6-16,1-25 1 0,0-3 0 0,-1 2 3 15,-2-1 4-15,1-2 5 0,-3-1 7 0,3 0 1 16,-2-4 3-16,-1 0-3 0,2-6 0 0,-1 0 1 16,1-11 2-16,-1 1 2 0,2-3-2 0,-1 1-3 0,1 0 4 15,1-1-4 1,0-4 1-16,1-4-6 0,-2-1 2 0,1 3-2 16,-1-11 0-16,2 2-5 0,-2 2 11 0,-1-3-9 15,2-3 1-15,-1 2-4 0,0-1 2 0,-3-3-1 16,3 3 1-16,0 0-1 0,-2-5-4 0,3 1 3 15,-1-1 0-15,0-2-3 0,-1 3 2 0,1-7-1 16,0 2 0-16,1-2 0 0,-2 0 0 0,1-3-2 16,1-2 9-16,0 7-2 0,0-7 0 0,0 5 10 0,1-2 5 0,-1-3 1 15,0 0 2-15,-1 4 2 0,1-4-3 0,0 0 2 16,0 0 0-16,0 0-5 0,0 0 3 0,-1 5-8 16,1-5 1-16,0 0-2 0,0 0 1 0,0 0-7 15,0 0-2-15,0 0 0 0,0 0 0 0,0 0-3 16,0 0-2-16,0 0 10 0,0 0-11 0,0 0 0 15,0 0 2-15,0 0 2 16,0 0 15-16,0 0 10 0,0 0 16 0,0 0 26 16,0 0-9-16,6 1-2 0,8-4-8 0,17-3-10 15,6 0 0-15,22-9-3 0,29-4-27 0,4-2-36 16,6-4-51-16,-4-1-82 0,7-1-130 0,-41 8-309 16,1-1-643-16,-6-3 285 0</inkml:trace>
  <inkml:trace contextRef="#ctx0" brushRef="#br0" timeOffset="122244.21">26044 10197 24 0,'-2'-4'226'0,"2"-3"-12"0,-2 2-7 16,2 5-10-16,-1-5-7 0,1 1-11 0,-1 0-7 15,1 4-21-15,0-4-12 0,0 4-11 0,-3-4-15 16,3 4-11-16,0 0-10 0,0 0-10 0,-1-4-9 0,1 4-11 16,0 0-11-16,0 0-15 0,0 0-11 0,0 0-19 15,0 0-25-15,0 0-22 0,0 0 2 16,0 0 3-16,-3 16 9 0,1-3 3 0,-2 12-7 0,-1 4 6 0,0 3-1 16,-3 13 6-16,3 3-2 0,-3 1 11 0,2 2-3 15,0 1 3-15,4 4-1 0,-5-2-2 0,2 3 5 16,0 1 1-16,-2-5 0 0,3 3 1 0,-2 0 3 15,1-1-2-15,-2-1 7 0,2-2-10 0,1 0 9 0,-3-3-2 16,2 0-1-16,-3-1 3 0,4 0-3 0,0-14 0 16,-1 16 0-1,0-3 4-15,2-11 0 0,-2 13 3 0,0-5-3 16,4-8 0-16,0-1 2 0,-3 13 0 0,3-13 1 16,-1 11 0-16,1-11 2 0,1 3 2 0,0 5 1 15,0-8 1-15,-3-2 4 0,3 1-5 0,0-3 3 16,0 2 0-16,-2-3 0 0,3 1 0 0,-1 3 3 15,1-4-1-15,-1 0 2 0,2 0-5 0,-2-1-1 16,1-2 0-16,0-1 2 0,-1 3-5 0,0-5 2 0,0-6 0 0,2-1-1 16,-2-1-2-16,0-3 0 0,0 1-1 0,0-5-1 15,-2 1 4-15,1 2-6 0,2-5 0 0,-1 0-1 16,-1-1 2-16,0 0-1 0,2-1 1 0,-1 1 0 16,-1-2-2-16,1 1 4 0,0-2-5 0,0 1-1 15,0-4 3-15,-2 8 1 0,2-5-7 0,-1 2 9 0,0-1-12 16,0 1 10-16,-2-1 0 0,2 1-1 0,-2-1 3 0,2 0-5 15,0-1 3-15,1-3-3 0,-5 6-3 0,2-3 6 16,2-1 0-16,1-2-1 0,-3 6 1 0,3-6-3 16,-2 4-1-16,2-4 4 0,0 2-7 0,0-2 7 15,-3 3 4-15,3-3-6 0,0 0-1 0,0 0-3 16,-1 4 4-16,1-4 2 0,0 0-5 0,0 0 1 16,-3 4 5-16,3-4-3 15,0 0-4-15,0 0 6 0,0 0-6 0,0 0 4 16,0 0 0-16,0 0 0 0,-1 5 1 0,1-5-3 15,0 0 5-15,-4 1-6 0,4-1 2 0,-1 3 0 16,1-3 0-16,-3 2 1 0,3-2-1 0,0 0 1 16,0 0 4-16,0 0-6 0,-5 3 4 0,5-3 6 15,0 0 6-15,0 0 4 0,0 0 15 0,0 0 9 16,0 0 5-16,0 0 7 0,0 0 0 0,13 3-2 0,6-7-5 0,17 0-8 16,20-5-4-16,9-2 4 0,36-5-15 0,4 1-16 15,8-5-14-15,2-2-16 0,7 4-22 0,7-4-31 16,-5 2-46-16,0 3-81 0,-22 0-206 0,-6-1-442 15,-36 6 196-15</inkml:trace>
  <inkml:trace contextRef="#ctx0" brushRef="#br0" timeOffset="123046.49">26122 10323 85 0,'-6'1'207'0,"6"-1"-6"15,0 0-10-15,0 0-10 0,0 0-12 0,0 0-4 16,0 0-13-16,0 0-12 15,0 0-12-15,0 0-7 0,0 0-13 0,0 0-5 16,0 0-14-16,0 0-9 0,19-3-9 0,1-1-5 16,17-2-10-16,25 1-7 0,30-5-7 0,5-1-19 15,9 1-26-15,5 3-28 0,2 2-60 0,-4-2-73 16,-15 4-193-16,-32-1-386 0,-2-1 171 0</inkml:trace>
  <inkml:trace contextRef="#ctx0" brushRef="#br0" timeOffset="124070.87">26750 10986 106 0,'0'-5'172'0,"0"5"-17"0,5-4-9 0,2 3-21 16,1 0-10-16,4-2-10 0,5 0-16 0,1 3-10 15,11-1-9-15,1 2 1 0,1-1-10 0,0 3 1 0,-1 2-6 16,1 2-14-16,-2-2 1 0,-2 2-4 16,-8 0-6-16,-2 1-6 0,-2 0-4 0,-1 2 4 15,-5 0-14-15,-4 1-2 0,-1 0-2 0,-3 3 3 0,-3 0-7 0,-3 2 2 16,-7 1-2-16,2-3 1 0,-9 6-2 0,-2-3 1 16,-2-3 0-16,4-4 3 0,-5 5-7 0,5-5 4 15,1-3 4-15,1 2-6 0,-2-1 2 0,6 1 8 0,-1-4-6 16,4-1-1-16,-2 1-2 0,6-2-2 15,1 0 1-15,-1 2-1 0,3-3 1 0,0 2-3 16,3-4 3-16,8 7 1 0,3-2-3 16,1 1-1-16,6-2 5 0,9 6 0 0,1-4-1 0,0 0-3 0,0 4-2 0,2-3 7 15,-1 3-3-15,-1 0-1 0,-1 2-5 0,-3-2 7 16,-6-2-4-16,-1 2-1 0,-4 1 4 0,-3-2 3 16,-4 0-6-16,-1 3-2 0,-2-2-2 0,-7 1 2 0,-1 0-8 15,-7 2 17-15,-2-1-5 0,-2 0 5 0,-12 1 0 16,-2-1 8-1,1-4-1-15,-2-3 4 0,-1 0 3 0,-1-3 2 16,0 0 7-16,2-1 2 0,-1-3 6 0,4 1 7 16,-1-1 4-16,9-3 7 0,0 2-5 0,3-2 6 15,6 4 4-15,2-2 0 0,1 2 3 0,3-3-2 16,0 2-9-16,5 2-19 0,-4-2-26 0,4 2-23 16,8-5-33-16,1 5-35 0,4-3-36 0,6-2-64 15,-8 2-182-15,8 2-396 0,-2-4 175 0</inkml:trace>
  <inkml:trace contextRef="#ctx0" brushRef="#br0" timeOffset="124550.04">27556 11146 84 0,'10'1'169'15,"5"0"-17"-15,-2 4-16 0,5 2-11 0,-2 1-12 0,0 2-14 0,-3 1-5 16,1 1-8-16,-4 4-7 0,-1 1-12 0,-4 2-11 16,-1 0 0-16,-4-1-6 0,-4 7-3 0,-5 0-8 15,-4 2 0-15,-2-5-4 0,-3 1-4 0,-1-3 0 16,0 1-6-16,4-6 3 0,1-4 4 0,-2 1 9 15,1-3 9-15,3-4 8 0,3 2 10 0,-2-1 13 16,3-2 14-16,4 0 20 0,-3 0 26 0,0-3 6 0,7-1-3 0,0 0-17 16,0 0-15-16,-1-13-5 0,9 4-10 0,3-4-13 15,0-4 3-15,10-2-18 0,1-2-12 0,1 0-4 16,3 0-7-16,-1 3-7 0,-1-4 0 0,2 4-5 16,-3 0-8-16,-3 3 1 0,-3 6-3 0,-3 1-4 15,-4 1 0-15,-2 2-7 0,-2 1-5 0,-2 0-16 16,0 3-18-16,0-3-19 15,1 4-5-15,-5 0 2 0,0 0 0 0,1 9 4 16,-5 2 6-16,2-1 4 0,-2 1 1 0,-1 5 5 16,0 0 0-16,1 4 3 0,1-1 7 0,3 1-1 15,0-2 2-15,0 0-12 0,4 1-10 0,1-5-33 16,4 1-37-16,4 1-47 0,4-8-72 0,2-3-199 16,2 0-462-16,7-5 204 0</inkml:trace>
  <inkml:trace contextRef="#ctx0" brushRef="#br0" timeOffset="124819.55">28130 11342 143 0,'-4'4'237'16,"4"-4"-23"-16,0 0-19 0,0 0-20 0,0 0-14 0,22-4-20 15,-1 4-13-15,11-2-13 0,0-1-12 0,4 2-17 0,3 0-16 16,13-5-14-16,4 1-12 0,-4 3-23 0,-13-2-24 16,-4 1-32-16,-1 0-31 0,-4-2-43 0,-8 3-171 15,-8-2-302-15,-4 1 133 0</inkml:trace>
  <inkml:trace contextRef="#ctx0" brushRef="#br0" timeOffset="125051.35">28338 11197 71 0,'-2'-4'283'0,"2"4"-10"0,-2-3-19 16,2 3-23-16,0 0-22 0,0 0-21 0,0 0-25 0,0 0-21 15,0 0-16-15,0 0-18 0,0 0-14 0,0 14-11 0,2-4-5 16,0 7-11-16,0 4-10 0,2 4-2 0,-2 1 1 16,0 3-12-16,1 3-2 0,1 0 0 0,-1 3-3 15,3-2-33-15,1 0-43 0,-2-1-54 0,4-3-83 16,-4-6-228-16,-1-6-435 0,1-6 193 0</inkml:trace>
  <inkml:trace contextRef="#ctx0" brushRef="#br0" timeOffset="125901.27">28832 10955 243 0,'0'0'224'0,"-1"-3"-16"0,1 3-25 15,0 0-19-15,0 0-15 0,13-5-17 0,-5 5-14 0,3 0-14 0,3 0-11 16,5 0-11-16,0 4-5 0,8 0-13 0,-6 4-7 15,0-2-4-15,6 2-6 0,-4 1-4 0,-2 2-4 16,-5 0-10-16,-3 4-7 0,1-1-2 0,-2 1-2 16,-3 5-1-16,-4-2-2 0,-1 2-3 0,-7 5 0 31,-2 0-7-31,-4 0 8 0,-5 1-7 0,-4-2 1 0,-1 1 6 16,-2-4-3-16,2-1-3 0,-2-3-3 0,-1 1 1 15,5-7-3-15,-1 4-2 0,3-5 6 0,-1 2-1 16,4 0 0-16,2-7-3 0,0 2-1 0,-1-2 4 0,6 0-6 15,1-1 5-15,-1-1 7 0,0-1 13 0,1 1 3 16,4-3 8-16,-4 2 7 0,4-2 6 0,-1 4 5 16,1-4-2-16,0 0-5 0,15 0 4 0,-4 0-6 15,4 0 4-15,8-2-12 0,8-2-1 0,1 0-3 0,4 0 0 0,3 1-8 16,-3 1-2-16,1 0 0 0,0 0-3 16,-4-1-3-16,0 3-2 0,-4 2 0 0,0-1 0 15,-10-2-4-15,-1 2 1 0,-5 0-2 0,-3-2-11 16,-1 1-7-16,-3 1-7 0,1 0-1 0,-2-1-4 0,-5 0-12 15,7-1-5-15,-7 1 1 0,0 0 0 0,0 0-14 16,0 0-21 0,0 0-17-16,-23 0-31 0,17-1-27 0,-3 0-33 0,0-1-194 0,4-3-406 0,0 1 180 15</inkml:trace>
  <inkml:trace contextRef="#ctx0" brushRef="#br0" timeOffset="126206.4">29692 11144 183 0,'0'0'262'15,"0"0"-12"-15,0 0-18 0,0 0-19 0,0 0-21 16,0 0-24-16,0 0-18 0,21-5-11 0,-6 2-18 16,4 1-11-16,4 0-17 0,-2 0-20 0,11-1-24 0,-1 1-43 0,-1-1-54 15,1 0-60-15,-2-1-58 0,-8 1-155 0,0 1-346 16,-3-3 154-16</inkml:trace>
  <inkml:trace contextRef="#ctx0" brushRef="#br0" timeOffset="126391.76">29760 11285 203 0,'-2'1'219'0,"2"-1"-15"0,0 0-18 16,14 3-19-16,2-6-13 0,6 2-18 0,7-2-12 15,5 0-22-15,4-1-21 0,13-2-44 0,3 1-67 16,-1-2-33 0,1 3-191-16,-16 1-274 0,2-4 121 0</inkml:trace>
  <inkml:trace contextRef="#ctx0" brushRef="#br0" timeOffset="126924.34">30605 11196 57 0,'0'0'230'0,"0"0"-12"0,-4 1-12 0,4-1-6 0,0 0-16 16,0 0-15-16,0 0-23 0,0 0-12 16,0 0-19-16,0 0-12 0,27-4-10 0,-16 1-16 0,10-2-8 0,-2 2-7 15,0 0-8-15,7-4-7 0,4-2-6 0,-3 2-2 16,1-1-7-16,0-1 0 0,0 0 13 0,-2-2-6 15,-2-3-4-15,-4 5-3 0,-3-3 0 0,0-1-1 16,-2 1 9-16,-2 0-12 0,1-3 0 0,-5 2-5 16,-4 2 3-16,-1 0-7 0,-3 0 2 0,-1 0-1 15,-1 1-10-15,-3 0-2 0,-2 2 3 0,-2 1-9 0,-5 0 0 0,-1 0-2 16,-7 4 1-16,0 2-4 0,-1 2 2 0,-6 0-3 16,-1 4 1-16,1 4-3 0,-2 3-7 0,2-1 5 15,4 5-3-15,-3 1-1 0,0 3-2 0,7-1 2 16,2 5-1-16,0-1 1 0,5 2 1 0,7 0 4 15,2 0 6-15,5-6 1 0,7 4 2 0,6-1 6 16,7 2 4-16,5-5-2 16,6-2 2-16,22-2 0 0,1 1-18 0,5-4-37 15,1-5-74-15,31-1-92 0,-33-9-177 0,2 1-417 16,-8-4 185-16</inkml:trace>
  <inkml:trace contextRef="#ctx0" brushRef="#br0" timeOffset="127378.81">31420 10495 208 0,'0'-2'283'0,"0"2"-20"0,0-4-27 0,0 4-20 16,0 0-24-16,1-4-25 0,-1 4-15 0,0 0-20 0,0 0-13 15,0 0-32-15,0 0-18 0,0 0-7 0,0 0-10 16,4 16-7-16,-5-5-6 0,-2 6-3 0,3 9-8 15,-7-1-3-15,4 9-4 0,-3-4-7 0,-2 3 7 0,0 1-4 16,5-1-3-16,-5-1-1 0,0-3 4 16,3 0-10-16,3-5 2 0,-4-2 0 0,6-3-3 15,-1-1-3-15,1-7 5 16,0 1 13-16,-1 0 3 0,2-3-1 0,0 2-2 16,1-5 3-16,0 2-2 0,0-1-2 0,0 1 3 15,3-3-1-15,0 2 6 0,0-2 5 0,2 0-10 0,-1 1-3 0,3-5 3 0,5 4-3 0,-3-1-1 31,6 0 1-31,-4-1-23 0,6-2-22 0,-2-1-39 16,3 0-51-16,-2-5-71 0,0 2-242 0,3-6-463 16,-4 2 206-16</inkml:trace>
  <inkml:trace contextRef="#ctx0" brushRef="#br0" timeOffset="127657.49">31235 10785 208 0,'-8'0'330'0,"8"0"-2"15,0 0-13-15,0 0-27 0,0 0-31 0,-5-2-32 0,5 2-19 16,15-3-27-16,-3 3-35 0,10-2-50 16,8 0-45-16,4 2-62 0,6-2-80 0,15-3-76 15,-5 0-223-15,8 3-423 0,-6-8 187 0</inkml:trace>
  <inkml:trace contextRef="#ctx0" brushRef="#br0" timeOffset="128876">31547 9859 92 0,'-4'-2'130'0,"4"2"-15"0,0 0-9 0,0 0-4 15,-5-1-21-15,5 1-17 16,0 0 3-16,0 0-5 0,0 0-18 0,7 8 7 15,0-4-2-15,0 0-13 0,5-2 4 0,-1 2-10 16,10 0 20-16,-1 3-4 0,2-3-4 0,5 1-2 16,4 1 3-16,-2-4-6 0,2 2-6 0,-2 0-2 15,2-1 1-15,-1 1-3 0,1-3-5 0,-4-1 0 16,-7 0-2-16,4 0 3 0,-4-1 8 0,0-1 8 16,-2-2 15-16,-7 0 9 0,0 3 3 0,1-3 23 0,-6 2 7 0,1-3-4 15,1 0-8-15,-2 1-6 0,-1-1 2 0,-1 1-8 16,0-1-9-16,0 0-6 0,-3-1-6 0,3 2-7 15,-3-1-4-15,2 0-4 0,-1 1-4 0,1 0-3 16,-3 0-5-16,1 0-2 0,2 1 0 0,-3 3-7 16,1-4 1-16,-1 4-4 0,1-3-6 0,-1 3 2 15,0 0-9-15,3-3-11 16,-3 3-17-16,0 0-15 0,0 0-6 0,0 0-7 16,0 0 8-16,0 0-1 0,0 0 2 0,-3 13 7 15,3-1 3-15,-5 5 3 0,4 7 2 0,-2 7 8 16,-4 17-3-16,-1 2 5 0,-1 7 1 0,-5 26 3 15,-3 4 5-15,-2 2 9 0,4 0-3 0,-2 3 3 16,0 3-3-16,2-3 10 0,-1 4-6 0,4-3-2 16,3-6 2-16,-2-4 0 0,6-25-3 0,-2 24 0 0,5-25 1 0,-1-2 2 15,3 0-2-15,0 0 6 0,-4 2 0 0,8-1-2 16,-5-2 2-16,-2-2 2 0,3-5-5 0,-1-10 0 16,-3-4-1-16,4 0 3 0,0-2 1 0,-2 1-17 15,-2-9 4-15,1-2 5 0,2-3-3 0,0-1-3 16,-2 0 8-16,2-2-4 0,-2-1 7 0,3-2-3 15,-1 2 4-15,-1-5-1 0,0 2 2 0,-2 0 10 0,4 0-2 0,-1 1 4 16,-1-2-1-16,-1 1 0 0,3 2-1 0,-1-2 7 16,-2 1-7-16,2 1 2 0,-3-1 0 15,4 0 0-15,-4-3-1 0,3 4-1 0,1-2-2 0,-4 0 0 16,4 1-1-16,-2-3-3 0,0 0 4 0,2 0 0 16,-2-2-3-16,2-2 2 0,-3 5-2 0,4-3 4 15,-1-1-5 1,-1-1 2-16,1 2 1 0,0-1 2 0,0 1-7 15,0-4 4-15,0 3-4 0,0-1 1 0,0 2 2 0,0-2-2 16,1 2 0-16,-2 1 2 0,2-4-1 0,-1 2-4 16,0 0 1-16,-1 0 2 0,1-2-2 15,0 1-1-15,1-2 3 0,-2 3 0 0,1-3 0 16,0-3 0-16,1 6-5 0,-1-2 10 0,0-4-3 0,0 5 0 16,0-5-1-16,-1 3 7 0,1-3 15 0,0 0 8 0,0 0-1 15,1 4 3-15,-1-4 4 0,0 0 3 0,0 0-4 16,0 0 1-16,0 0-2 0,0 0-2 0,0 0-5 15,0 0 1-15,0 0-2 0,2 3-1 0,-2-3-2 16,0 0-6-16,0 0-6 0,0 0 11 0,0 0 5 16,0 0-3-16,0 0 9 0,0 0-6 0,0 0 8 15,0 0 1-15,0 0 6 16,0 0 5-16,0 0 1 0,0 0 10 0,0 0-9 16,0 0-9-16,0 0 1 0,0 0 4 0,0 0-15 15,0 0-8-15,0 0-3 0,-10 0 2 0,-8-1-9 16,-13 1-12-16,-23-1-24 0,-36 2-32 0,-14-3-45 15,-10 0-62-15,-12-6-89 0,-12 1-255 0,2-3-545 16,14-5 241-16</inkml:trace>
  <inkml:trace contextRef="#ctx0" brushRef="#br0" timeOffset="131134.18">7595 11310 115 0,'3'-5'230'0,"-2"-2"-7"0,0 3-12 0,-1 0-10 0,0 0-16 16,0 4-16-16,5-4-16 0,-5 4-19 15,0-5-14-15,0 5-25 0,0 0-11 0,0 0-13 16,0 0-7-16,-10 15-14 0,1-1-1 0,-9 9-4 16,1-1-4-16,-2 8-6 0,3 1-3 0,-10 13-5 0,3 0 1 15,4-1 0-15,-3 0-4 0,-2 0-3 0,1 0 1 16,1 0-4-16,0-3-7 0,6-9-22 0,0 1-12 0,0-4-24 15,2-2-19-15,0-1-28 0,1-4-28 0,3-4-45 16,0-5-159-16,3-4-354 0,2-1 157 0</inkml:trace>
  <inkml:trace contextRef="#ctx0" brushRef="#br0" timeOffset="131334.68">7263 11398 64 0,'1'-9'358'16,"-1"-1"-27"-16,0 3-38 0,0 2-32 0,0 2-31 16,0 0-30-16,0 3-26 0,0 0-25 0,0 0-18 15,15 15-13-15,-2 7-17 0,6 3-8 0,8 20 2 16,4 4-9-16,2-1-14 0,22 22-7 0,-18-22-1 0,1 1-7 0,16 19-32 16,-14-22-37-16,-6-3-46 0,2-2-52 0,0-6-79 15,-16-7-244-15,2 0-470 0,-3-7 208 0</inkml:trace>
  <inkml:trace contextRef="#ctx0" brushRef="#br0" timeOffset="133224.23">9131 14557 238 0,'0'0'260'15,"0"0"-4"-15,-4-2-15 0,4 2-7 0,0 0-14 16,0 0-11-16,-4-2-22 0,4 2-22 0,0 0-14 16,0 0-18-16,9-10-13 0,0 6-14 0,4 1-12 15,9-3-20-15,4-1-26 0,5 2-32 0,5-1-32 0,5-2-29 0,-3 4-47 16,-1-1-44-16,4-2-38 0,-5 3-208 15,-3 0-414-15,-5 0 184 0</inkml:trace>
  <inkml:trace contextRef="#ctx0" brushRef="#br0" timeOffset="133371.37">9283 14679 161 0,'-13'7'199'0,"4"-3"-18"0,2 1-19 0,0 1-14 15,2-3-19-15,3 0-7 0,4 1 23 0,3 0 3 16,2-1-3-16,14-2-13 0,11-2-15 0,19 1-10 15,4-1-46-15,5-4-79 0,4-2-102 0,0 5-184 16,0-8-328-16,1-4 145 0</inkml:trace>
  <inkml:trace contextRef="#ctx0" brushRef="#br0" timeOffset="134373.47">11086 14069 221 0,'3'-10'245'0,"-2"1"-7"0,-1-1-5 15,0 0-5-15,2 1-5 0,0 2-9 0,-2 0-3 16,0 0-11-16,0 2-7 0,0-1-6 0,2 1-12 16,-2 1-10-16,0 1-29 0,0 3-16 0,0-5-19 15,0 5-22-15,0-3-29 0,0 3-26 0,0 0-11 16,0 0-3-16,5 18-5 16,-2-1 3-16,-1 9-8 0,2 1 1 0,-1 6 1 15,1 2-2-15,0-2 2 0,2 0 2 0,-1 1 2 16,-1 2-25-16,1-3-24 0,-1-2-31 15,1-1-24-15,-2 1-35 0,-2-3-48 0,-1-5-59 16,3-3-178-16,-5-3-452 0,4-7 199 0</inkml:trace>
  <inkml:trace contextRef="#ctx0" brushRef="#br0" timeOffset="134774.56">10749 14701 71 0,'-8'1'135'0,"8"-1"-9"16,-7 1-7-16,7-1-8 0,-6 1-20 0,6-1-3 15,0 0-3-15,0 0-8 0,0 0-8 0,-6 1 0 16,6-1 1-16,0 0 1 0,0 0 8 0,21 0 1 16,-6 0-7-16,14-3-8 0,3-2-4 0,19 1-4 15,4-3-6-15,8 0-4 0,29-4-3 0,-2 1-1 0,1-3 7 0,-24 8-4 16,28-5-1-16,-32 4-3 0,-3 2-6 0,-2 0 6 15,-5-1-12-15,-16 3 0 0,-1 0-24 0,-7-1-27 16,-7 6-37-16,0-2-47 0,-9-2-52 0,-6 3-138 16,-2 1-319-16,-2-2 140 0</inkml:trace>
  <inkml:trace contextRef="#ctx0" brushRef="#br0" timeOffset="135498.56">11252 14880 2 0,'5'-5'152'0,"3"5"-11"0,2-2-8 16,4-1-11-16,4 2-12 0,1 0-10 0,3 2-11 16,5-1-8-16,-5 1-15 0,4 2-2 0,1 6-15 15,-8-1 4-15,3 0-17 0,-5-2-4 0,-2 5-7 0,-5-3-8 16,-3 2-1-16,-1 4-2 0,-6 2-12 0,-2 1 3 15,-5 1-11-15,-7 4-1 0,-5 0 11 0,-3 1-7 0,0-2-2 16,-2-4 7-16,0 0-1 0,0 1-4 16,6-9 2-16,0-1-10 0,1 1 9 0,0 2 6 15,6-9-3-15,0 7 1 0,3-5 3 0,0-1-7 16,2-1 6-16,2 4 2 16,0-3-3-16,4 0 7 0,0-3-4 0,13 4 3 15,-3-3-6-15,3 0 0 0,10 2 5 0,-1 0-4 16,7-2 3-16,0 3 4 0,2-2-4 0,-3 4-11 15,0-2 4-15,-2 2-2 0,-3-3 1 0,-1 5 2 16,-3-2-2-16,-4 1-2 0,0 2 3 0,-6-4-3 16,-1 3 5-16,-3-1 5 0,-5 3-3 0,-4-3 6 15,-1 1 15-15,-10 5 7 0,-2-6-4 0,-10 7 18 0,-2-6 6 0,-4 1 15 16,-3-2 10-16,0-2 2 0,-3-1 6 0,0 0 3 16,1-5 4-16,1-1-3 0,0 0-1 0,2-4-4 15,5 5-14-15,2-5-3 0,8 2-9 0,3-2-3 16,4 6-6-16,0 0-13 0,4-2-21 15,1 0-57-15,6-3-88 0,2-1-93 0,1 1-155 0,4-1-409 16,4-2 181 0</inkml:trace>
  <inkml:trace contextRef="#ctx0" brushRef="#br0" timeOffset="136432.07">12536 14629 70 0,'0'0'93'0,"0"0"-3"16,-4 4 0-16,4-4-6 0,0 0-1 0,0 0 6 15,0 0 1-15,0 0 6 0,0 0 3 0,0 0-5 0,22-3-5 0,-13 2-5 16,8-4-9-16,2 0 3 0,0-1-8 0,8-3-3 15,-1 0-6-15,3-2 5 0,2-3 7 0,-1-1 0 16,1-1 20-16,-3 0 0 0,1-5-3 0,-4 3 2 16,0 0 4-16,1-2-2 0,-3 2-2 0,-4-2 0 15,-4 1-7-15,-2 3-2 0,-4-1-2 0,-3 3-4 16,2 0-1 0,-5 2 0-16,-3 0 0 0,-3 2-5 0,2 2-12 15,-6-1-10-15,0 2-12 0,-5 4-8 0,-1-2-7 16,-2 5-1-16,-13 5-8 0,1 3 0 0,-1 6-6 15,0 4-2-15,-4 4 1 0,4 3-6 0,-7 9-3 0,11-5 1 16,4-1-1-16,-7 11-3 0,12-5 7 0,2 12 1 16,9-14-2-16,5 2 4 0,8-2 1 15,6 1 2-15,11-5 2 0,12 3-7 0,-6-11-9 0,21-3-57 0,2-4-61 16,12-8-83-16,-3-5-285 0,1-5-533 0,3-4 236 16</inkml:trace>
  <inkml:trace contextRef="#ctx0" brushRef="#br0" timeOffset="137481.53">13018 13726 160 0,'0'0'158'15,"3"-5"-15"-15,-2 2-6 16,0 1-15-16,3-1-10 0,1-1-13 0,3 1-7 15,-2 1 3-15,1-1-21 0,4 1-10 0,2 0-5 16,0 0-6-16,4-2-3 0,0 3 0 0,1 1-11 16,1 0-6-16,0 1-1 0,0 4 7 0,3-2-8 15,-4 2-1-15,2 3-2 0,-4 1 0 0,3 0 0 16,-5 4-11-16,0-2-2 0,-2 3 1 0,-2 3-6 16,-4 0 2-16,-1 2-4 0,-3 6 6 0,-6 1-6 0,-4-1 5 15,-2 0-3-15,-3-1-6 0,-3 1 4 0,0-1 12 16,-3-3-3-16,0 0-2 0,1-8 1 0,0 1 3 15,4-3 11-15,-9 5 8 0,8-5 6 0,-1-5 10 16,5 1 4-16,1-2 12 0,2-2 8 0,2-1 11 0,0 2 6 16,3 0 10-16,-1-3 37 0,-1 2-8 0,1-3 16 15,4 0-19-15,0 0-7 0,0 0-21 0,0 0-17 0,0 0-8 16,6-12-4-16,1 7-10 0,2 3-10 0,2-4-3 16,2 2-1-16,6 1-12 0,0-1-1 0,4-1-18 15,5 2-25-15,4 0-31 0,-2 3-28 0,-1-1-41 16,0 2-42-16,1 3-64 0,-1-2-72 0,-11-2-236 15,5 4-562-15,-4-3 248 0</inkml:trace>
  <inkml:trace contextRef="#ctx0" brushRef="#br0" timeOffset="137953.7">13794 13525 267 0,'0'-5'301'16,"0"1"-19"-16,0 0-20 0,0 4-23 0,1-5-25 16,-1 5-21-16,0-4-23 0,0 4-16 0,0 0-25 15,0-4-23-15,0 4-21 0,0 0-11 0,0 0-11 16,0 18-6-16,-1-6-8 0,1 6-5 0,-3 7-6 16,1 4-6-16,-1 2-2 0,-2 0-3 0,1 2-2 0,-2 4-4 15,-1-3-1-15,4 1-5 0,-3-3 0 0,4 0 0 0,1-1-5 16,1-5 1-16,0-1-2 0,0-5-1 0,0-4 2 15,1-1 4-15,1-3-5 0,1-2 0 0,-2-1-1 16,2-1 2-16,-1-1 3 0,1-1 1 16,-1-2 7-16,1 0 7 0,-1 1 4 0,4-2 4 0,-1-1-7 15,1 0 1 1,2-1-3-16,2-2-5 0,4-1-19 0,-3 0-26 16,6-1-36-16,-3-2-50 0,3-2-65 0,-2 0-66 15,2-3-207-15,-1-1-482 0,0-2 213 0</inkml:trace>
  <inkml:trace contextRef="#ctx0" brushRef="#br0" timeOffset="138151.71">13676 13832 326 0,'0'0'345'16,"-11"0"-24"-16,11 0-25 0,-7 0-25 0,7 0-26 15,0 0-28-15,0 0-23 0,23-10-20 0,-2 5-25 0,16 1-41 0,13-1-58 16,3 2-61-16,0-4-77 0,0 0-95 16,-14 2-220-16,0 3-436 0,-3-1 194 0</inkml:trace>
  <inkml:trace contextRef="#ctx0" brushRef="#br0" timeOffset="138984.76">14310 14405 70 0,'-5'2'160'16,"5"-2"15"-16,-8 1 4 0,8-1-9 0,-4 0-2 0,4 0-3 16,0 0-5-16,-1 5-11 0,1-5-5 15,0 0-12-15,0 0 16 0,0 0-13 0,0 0-10 16,0 0-12-16,0 0-7 0,0 0-9 15,0 0-10-15,0 0-5 0,0 0-8 0,0 0-5 0,0 0-7 0,0 0-11 0,0 0-3 16,0 0-3-16,0 0-4 0,0 0-6 0,0 0-1 16,0 0-6-16,0 0 0 0,0 0-3 0,0 0-5 15,0 0 1-15,0 0-5 0,0 0 0 0,0 0-4 16,0 0 2-16,0 0-3 0,0 0 3 0,0 0 0 16,0 0-1-16,0 0-1 0,0 0-3 0,0 0 0 15,0 0 5-15,0 0 0 16,0 0 1-16,0 0 1 0,0 0 1 0,0 0-3 15,0 0-3-15,0 0 6 0,0 0-5 0,0 0 1 16,0 0 0-16,0 0-6 0,0 0 2 0,0 0-1 16,0 0-3-16,0 0 3 0,0 0 0 0,0 0-1 15,0 0-4-15,0 0 1 0,0 0 1 0,0 0-2 16,0 0-1-16,0 0 2 0,0 0 0 0,0 0 1 16,0 0-7-16,0 0 4 0,0 0 0 0,0 0 0 0,0 0 3 0,0 0-1 15,0 0-2-15,0 0 1 0,0 0-1 0,0 0-1 16,0 0 2-16,0 0 0 0,0 0-1 0,0 0-1 15,0 0 0-15,14 1 2 0,-14-1 0 0,14-3 3 16,-2 0-2-16,3 2 0 0,3-1-1 0,2-1 5 16,8 1-7-16,-1-2 2 0,1-1-1 0,-2 3 1 15,-3-1-1-15,5-1 0 16,-6-2 0-16,-1 3 0 0,0 1-1 16,-3-1 4-16,-5 1-2 0,-1-2 0 0,-1 1 0 15,-5 3-6-15,5-3-20 0,-5 2-25 0,0-2-31 16,-3 1-40-16,0 2-49 0,0-3-43 0,-3 3-34 0,1-5-209 15,-1 5-491-15,0 0 216 0</inkml:trace>
  <inkml:trace contextRef="#ctx0" brushRef="#br0" timeOffset="139254.25">14951 14113 397 0,'3'-5'385'15,"-3"0"-12"-15,0 2-24 0,0-1-37 0,1-1-33 16,-1 5-29-16,0 0-30 0,0-5-33 0,0 5-25 16,0 0-16-16,0 0-33 0,4 15-15 0,-4-3-12 15,1 7-8-15,3 6-11 0,-4 3-4 0,3 5-3 16,-2 1-8-16,3 1-3 0,0-1 0 0,2 0-28 0,-1 0-30 0,2-3-46 15,-5 3-51-15,2-4-60 0,0-2-96 0,-3 1-271 16,-2-9-578-16,-3-6 255 0</inkml:trace>
  <inkml:trace contextRef="#ctx0" brushRef="#br0" timeOffset="140055.94">15364 13474 19 0,'0'0'169'15,"5"-1"-23"-15,-5 1-19 16,13 1-10-16,-8 1-9 0,8 3-18 0,2 5-3 16,11 9 0-16,-2 5-7 0,13 13-7 0,-4 6 9 15,3 5-7-15,8 30-5 0,-5 5 3 0,-7 1-5 0,-6 1 14 16,-8 4-9-16,-3-4-7 0,-5-1-7 0,-1-1-7 15,-13-25 3-15,-1 27-10 0,-5-25-3 0,-12 23-5 16,-5-6 2-16,-8-2-21 0,0-24 6 0,-16 19-4 16,-8-3-1-16,-6-3 3 0,0-7-9 0,9-21-23 0,-29 17-39 15,1-9-69-15,-3 0-209 0,-4-10-354 0,-1-12 157 16</inkml:trace>
  <inkml:trace contextRef="#ctx0" brushRef="#br0" timeOffset="140826.84">12626 13400 39 0,'-8'4'112'15,"-2"4"-3"-15,0 5-22 0,-8 9 14 0,-3 7 3 16,-2 15-15-16,-1 7-4 0,-16 29-3 0,5 9 2 0,-1 5-1 15,3 5 5-15,3 5 10 0,7-4 2 0,0-4-10 16,8-4 3-16,9 1 0 0,3-2 4 0,12-1-2 16,6-3-3-16,3-3-11 0,9 0-7 0,11-8-9 15,8-1-3-15,14-7-3 0,8-8-2 0,10-3 1 16,19 0 2-16,9-7-30 0,4 1-46 0,3-4-94 16,-4-6-264-16,-9-1-405 15,-3-4 180-15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5:50:13.97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3002 1879 53 0,'-1'-5'196'0,"1"5"-17"0,4-5-4 0,-4 5-13 15,0-5 7-15,0 5 30 0,0-6-3 0,0 6-8 0,0-6-3 0,0 1-9 16,0 5-2-16,0-5-6 0,0 1-18 0,0 4-6 16,0-5-13-16,0 5-10 0,0 0-7 0,-3-7-15 15,3 7-25-15,0 0 6 0,0-3-14 16,0 3-23-16,0 0-29 0,0 0-10 0,0 0-8 16,-1 14 5-16,-3-3-2 0,0 8-4 0,-2 5 7 15,1 4-4-15,-4 4 3 0,1 0 0 0,0 2-2 0,-4 9 3 0,2 3 0 16,1 0 0-16,2-12 4 0,1 2-4 0,-1-2 2 15,2-2 0-15,0 0 0 0,0-1-2 0,1-5 3 16,1 0-2-16,0-9-2 0,0 0 1 0,3-7 4 16,-1 0-3-16,0-3 0 0,0 0 5 0,-1-2 7 15,4 0 11-15,-4 0 16 0,2-5 7 0,0 3 7 16,-1 0 9 0,1-3-2-16,0 0-3 0,0 0 1 0,0 0-9 15,0 0-23-15,0 0-21 0,0 0-19 0,0 0-28 16,4-16-32-16,-3 9-32 0,-1-4-31 0,1-1-48 15,1 1-49-15,-2-6-280 0,2-3-555 0,1-1 246 16</inkml:trace>
  <inkml:trace contextRef="#ctx0" brushRef="#br0" timeOffset="300.7">2951 1860 79 0,'0'0'206'0,"0"0"-24"16,-6-2-3-16,6 2-19 0,0 0-14 0,0 0-12 15,0 0-19-15,0 0-12 0,0 0-10 0,0 0-6 16,-4-3-9-16,4 3 4 0,0 0-4 0,23 4-1 16,-8-3-2-16,15-1-9 0,2-1-2 0,7-1-5 15,15-3-5-15,1 4 4 0,4-5 4 0,0 1-2 16,-3 2-9-16,-5 0 0 0,0-2-9 0,-15 2-6 15,-3 3 0-15,-4-2-10 0,-7 4 1 0,-8-2-17 0,-2 2-26 16,-1-1-13-16,-2 0-7 0,-4 3-3 0,-4 0-15 16,-1-4-24-16,-6 12 0 0,-3-7-35 0,-2 7-26 15,-6-2-37-15,-1 1-127 0,0 2-329 0,0-4 145 16</inkml:trace>
  <inkml:trace contextRef="#ctx0" brushRef="#br0" timeOffset="723.66">2969 2501 45 0,'-2'2'198'0,"2"-2"-6"16,-6 3-12-16,4 0-6 0,2-3-6 0,-5 1 2 16,5-1-5-16,0 0-4 0,-3 3-7 0,3-3-7 15,0 0-14-15,0 0-7 0,0 0-15 0,0 0-7 16,23-3-5-16,-9-1-14 0,8 0-18 0,10 0 3 15,3-2-9-15,3 1 3 0,0-3-4 0,17 1 10 16,-5-2 0 0,-13 3-6-16,4 1-4 0,-8 0-17 0,-3 1 9 15,-4 2-6-15,-8-1-8 0,-4 2 2 0,-2 1-15 16,-3-2 9-16,-3 0-3 0,2 2-5 0,-3-1-10 16,0 0-9-16,-5 1-22 0,9 0-10 0,-9 0-6 15,0 0-18-15,0 0-30 0,0 0-34 0,0 0-43 16,-28 4-69-16,13-4-220 0,2 0-480 0,0 0 213 15</inkml:trace>
  <inkml:trace contextRef="#ctx0" brushRef="#br0" timeOffset="1040.08">3033 2225 122 0,'0'5'224'0,"0"-5"-11"16,0 0-15-16,0 0-12 0,-4 1-20 0,4-1-14 15,0 0-8-15,0 0-12 0,0 0-3 0,12 3-4 16,2-2-7-16,5-4-9 0,10-2-12 0,6 1-8 16,4 0-9-16,14-1-9 0,2-4-13 0,-2 0-29 15,1 2-46-15,-4-1-38 0,-13 1-55 0,3 0-70 0,-6 2-167 0,2-4-376 16,-4 1 167-16</inkml:trace>
  <inkml:trace contextRef="#ctx0" brushRef="#br0" timeOffset="1657.44">4165 2067 273 0,'2'-4'298'0,"-2"4"-5"15,2-5-12-15,-2 5-13 0,1-3-22 0,-1 3-30 16,0 0-16-16,0 0-20 0,0 0-19 0,0 0-18 16,0 0-16-16,5-3-21 0,-5 3-21 0,0 0-12 15,0 0-9-15,0 0-9 16,0 17-6-16,2-5-1 0,-6 5-13 0,4 3-3 15,-1 5 0-15,-3 7-3 0,1-1 0 0,-1-2-3 16,2 2-2-16,-2-4 0 0,1 2-6 0,2 0 1 16,-1-4-2-16,-1-5-1 0,3 4-5 15,0-7 0-15,0-2-6 0,0-3 7 0,0-1-2 16,3-2-3-16,-3-1 0 0,0-2 5 0,1-2-4 16,-1 2 2-16,-1-4 1 0,1-2-4 0,1 8 22 0,0-6 20 0,-1-2 21 15,0 0 19-15,0 0 9 0,0 6 18 0,0-6 4 16,0 0 19-16,0 0-14 0,0 0-14 0,3-12-15 15,-2 7-9-15,2-3-12 0,-2-7-8 0,1-2-11 16,2-2-12-16,0-8-29 0,-1 0 1 0,0-2-23 16,0-4-7-16,-1 2-9 0,-3-1-1 0,-1 2-1 15,-6 2 2-15,3 0-15 0,-4 5-6 0,-5-1 0 0,0 6 2 16,1 1-13-16,-5 6 11 0,-5 0 5 0,2 3 4 16,-4-1-12-16,1 8 10 0,-3 1-1 0,-2 2 6 0,7 1 4 15,-3 6 6-15,4-2-5 0,-2 8 6 16,5-5-2-16,1 4 0 0,4-2-24 0,1 4 0 15,6 2-4-15,2-1 9 0,4 2 1 0,6-4 8 16,7 1 8-16,10-1 0 16,5-1 4-16,5-8-26 0,21 3-40 0,-2-6-47 15,2-4-51-15,9-7-59 0,-5-2-289 0,-1-2-578 16,-4-1 257-16</inkml:trace>
  <inkml:trace contextRef="#ctx0" brushRef="#br0" timeOffset="3007.45">4449 2113 253 0,'0'0'392'0,"0"0"-14"0,0 0-5 15,0 0-6-15,0 0-13 0,0-14-35 16,0 14-32-16,0 0-24 0,0 0-31 0,0 0-25 0,0 0-23 16,0 0-22-16,0 0-21 0,0 0-33 0,0 0-34 15,0 0-29-15,0 0-14 0,0 0-14 0,-3 17 15 16,6-7-8-16,-6 4-7 0,3 13 2 0,-2-9 1 16,1 10 1-16,-2-2-1 0,3 0-1 0,-1-6 2 0,1-3-1 15,-2 1-7-15,2-7 0 0,0 2 3 0,-1-4-4 16,1-2 3-16,1 0-1 0,-1-2 6 0,0 0 13 15,0-5 20-15,2 5 21 0,-2-5 8 0,0 0-4 16,0 0-5-16,18-9-10 0,-7 0-7 0,0-2-6 16,2-1-2-16,0-4-8 0,5-6-7 0,1 1-10 15,-1-4 2-15,0 7 0 16,-5 2-9-16,-1 1 2 0,-1 1-4 0,-5 4 0 16,-1 3-4-16,3 0 0 0,-4 1-5 0,0 4-13 15,-3-2-21-15,-1 4-23 0,5-3-20 16,-5 3-8-16,0 0 1 0,0 0 14 0,0 0 10 15,0 0 7-15,0 22-15 0,0-11-11 0,3 2 4 16,-2-1-3-16,1 5-3 0,1-6 8 0,6 4 5 16,1-2 5-16,3-3 0 0,3-1-2 0,2 0 8 0,3-4-5 0,7 2 0 15,0-3 1-15,4-5-1 0,-1-1 4 0,-2-6 5 16,3 1 8-16,-5-1-1 0,-3-5 12 0,-6 5 6 16,-1-4 18-16,-5-3 16 0,2 3 7 0,-6 2 15 15,-1-1 13-15,-5 1 8 0,4-2 14 0,-4 3 0 16,0-2-5-16,-2 6 2 0,-4-1-14 0,2 0-24 15,-3 2 9-15,5 4-11 0,-16-5 13 0,4 5-13 0,-1 4-6 16,-5 0-3-16,4 5-4 0,-5-4-4 0,0 5 4 16,-4 6 3-16,2 3-18 0,7-5 6 0,-1-1-18 15,5 2-10-15,-1 2-4 0,4-8-4 0,0 5 2 16,3-6-1-16,3 2 9 0,-1-5 2 0,-1 2 10 16,3-7 18-16,1 7 7 0,-1-7 13 0,0 0-6 15,22-4-8-15,-7-2 15 16,3-1-3-16,-1-2-14 0,-1-1 20 0,1-2-5 15,1 4 5-15,5-9-10 0,-2-3-4 0,-5 9 12 16,3 1-10-16,-5-2 4 0,-3 6 2 0,0-2 0 16,-3 3-2-16,-3 1-5 0,1-1 5 0,-2 2-13 15,2-1-7-15,-2 0-11 0,-4 4-11 16,0 0 1-16,13 1-1 0,-13-1 3 0,14 9 0 16,-6-2 2-16,2 1-5 0,4 2 2 0,0-1-3 0,0 3-14 0,3 0-5 15,2-2-8-15,-2-1-9 0,0-1-10 0,2 3-4 16,-2-6-4-16,1-1-4 0,-4-2 7 0,-1-2 6 15,0-2 8-15,-2-1 2 0,2 0 9 0,-3-6 12 16,0 2 11-16,-1-9 3 0,0 3 24 0,-1-2 17 16,1-1 17-16,-4-2 9 0,0-1 15 0,-1 1 0 15,1-10 11-15,3 1 3 16,-2 1-2-16,1-1 0 0,-2 0 4 16,-1 3-1-16,-1 5 14 0,1 4 9 0,-1 3 3 15,-2 0-17-15,0 2-5 0,0 5-7 0,-1-2-18 0,0 7-25 16,4-4-37-16,-4 1-51 0,0 3-15 0,0 0 10 15,0 0 7-15,-5 19 3 0,1-2 10 0,-3 8-10 16,-2 1 18-16,1 3 7 0,-2-1 7 16,1 1 1-16,0 1-14 0,4-1 22 0,-4 0-7 0,5-10-3 0,0-1 1 15,3-1-1-15,0-6 0 0,1-1 3 0,-3-2 5 16,3-2 0-16,-1-1 9 0,1-5 13 0,-3 8 37 16,3-8 27-16,0 0-8 0,0 0-8 0,0 0-1 15,0 0-4-15,-20-13-17 0,12 2 3 0,-3-1-6 16,-5 2-13-16,2-4-3 0,-1 4 2 0,1 0-6 15,-1 0-9-15,0 1 8 0,3 2-7 0,3-1-2 0,1 5-4 0,1-1-1 16,1 0-9-16,0 1-7 0,2 0-24 16,4 3-3-16,-2-3 1 0,2 3-3 0,0 0-8 15,0 0 20-15,0 0 7 0,25-4-2 0,2 4 15 16,6 2-6-16,2-2 4 0,16-5-2 0,-13 5 3 16,17-4 1-16,-4 1 6 0,-10 0 1 0,10-2-5 15,-14 1 14-15,2-1 10 16,-6 1 10-16,-3-1 2 0,-3 0 26 0,-9 2 12 15,-4 0 13-15,-1 1 7 0,1-2 10 0,-6 1 7 16,-3 3-2-16,-5 0-3 0,12-4-8 0,-12 4-6 16,10 0-11-16,-10 0-9 0,6-3-11 0,-6 3-11 15,0 0-22-15,0 0-14 0,0 0-13 0,9 5-7 16,-9-5-1-16,1 7-3 0,2-2 0 0,1 2 6 16,-8 1 5-16,8 4 5 0,-3-2-2 0,-2 6 5 0,1-1 1 0,0 4-9 15,-4-1-14-15,4-1-12 0,0-7-27 0,0 2-11 16,0 1-33-16,0-3-2 0,-1-1-11 0,1-1-22 15,-2-3-12-15,1 2-12 0,0-3-3 16,1-4-34-16,0 0-54 0,0 0-83 0,-17-11-188 16,7 3-574-16,4-6 255 0</inkml:trace>
  <inkml:trace contextRef="#ctx0" brushRef="#br0" timeOffset="3161.14">5861 1930 2407 0,'3'-17'253'0,"-1"5"-75"16,-2 0 40-16,0 3-28 0,3-2-58 0,-2 5-16 15,2 0-29-15,-3 1-25 0,2 0-8 0,-2 5-10 16,1-9-2-16,-1 9-7 0,4-3-11 0,1 3-37 16,-5 0-30-16,10 3-43 0,-4 2-48 0,0 2-42 0,2 0-75 15,-2 3-273-15,2-3-567 0,-1 0 252 0</inkml:trace>
  <inkml:trace contextRef="#ctx0" brushRef="#br0" timeOffset="3530.95">6223 1983 233 0,'0'0'225'0,"-16"4"-13"0,7-1-18 0,-1 0-14 16,-4 4-17-16,-1 2-15 0,-2-1-16 0,2 5-15 15,-2 0-9-15,-1 4-10 0,-1 3-10 16,6-6-10-16,-1 4-6 0,5-2 5 0,0 7-1 0,3-7 0 0,3 2-6 15,3-5 3-15,3 2-1 0,3-4 5 0,-2 0 3 16,4-4-1-16,2 2 0 0,7-4-1 0,-2-2-7 16,5-3-4-16,1 0-4 0,-1-3 4 0,7-2 4 15,-6-5 10-15,-5-1 10 0,2 0 0 0,0 0-9 16,0-9-5-16,-7 6-5 0,1-3-6 0,-7-2-15 16,0 1 0-16,-1 1-4 0,1-2-15 0,-5 3-3 0,-5-1-12 0,-1 1-2 15,-6 2-5-15,4 3-6 0,-7 1-11 16,2 0-6-16,-6 1-4 0,-3 4-7 0,3 2-13 15,-8 0-21-15,6 3-19 0,0 1-30 0,5 4-32 16,-2-2-33-16,4 5-43 0,1-3-52 0,4 3-218 16,4-3-525-16,2 0 233 0</inkml:trace>
  <inkml:trace contextRef="#ctx0" brushRef="#br0" timeOffset="3847.41">6566 2041 243 0,'0'0'349'0,"0"0"-42"0,3 5-30 16,-3-5-48-16,0 0-10 0,0 0-24 0,-3 7-21 16,1 0-20-16,-2 2-10 0,-1-1-17 0,0 4-8 15,-2 3-14-15,-2 1-6 0,2 2-16 0,-2 4-2 16,1-6-7-16,3-3-8 0,1-4-1 0,0-2-11 15,3 1 4-15,0-3 14 16,1-5 24-16,-4 9 35 0,4-9 29 0,0 0-9 16,0 0-10-16,0 0-18 0,0 0-4 0,0 0-14 15,32-17 3-15,-22 12-6 0,0-2 0 0,7 0-13 16,-7 2-8-16,2 3-12 0,-6-1-6 0,6 1-16 16,-12 2-8-16,17-2-11 0,-4 5-8 15,5 2-13-15,-5 4-13 0,3 2-35 0,2-2-53 16,-1 4-79-16,-2-1-95 0,2 0-140 0,-4-7-274 0,-3 3-737 0,1-6 327 15</inkml:trace>
  <inkml:trace contextRef="#ctx0" brushRef="#br0" timeOffset="4449.07">8949 1987 237 0,'2'-7'392'16,"-2"3"-29"-16,2-2-15 0,-2 4-32 0,0 2-20 15,0-7-33-15,0 7-31 0,2-5-27 16,-2 5-25-16,0 0-24 0,0 0-21 0,0 0-19 16,0 0-16-16,3 12-15 0,-1-4-17 0,0 4-1 15,1 5-3-15,-1 4-10 0,2-1-3 0,-1 7-8 0,-2 1 1 16,1 0-1-16,0 0-9 0,0-4 0 0,1-7-2 0,-2 0-1 15,0-1 2-15,1-5-13 0,-2 1 7 0,0-7-10 16,1 5 5-16,-1-8-3 0,1 3 1 0,-1-5 2 16,0 9 6-16,0-9 4 0,2 3 0 0,-2-3-6 15,0 0 8-15,0 7-4 0,0-7-22 0,0 0-66 16,0 0-51-16,0 0-50 0,-2-19-48 0,1 13-63 16,0-3-69-1,-2-1-198-15,2-6-580 0,2-2 256 0</inkml:trace>
  <inkml:trace contextRef="#ctx0" brushRef="#br0" timeOffset="4812.08">9047 1789 27 0,'-7'-2'195'15,"-3"2"-6"-15,-3 2-14 0,3 0-15 0,-5 2-11 16,-1 2-22-16,-3 4-8 0,-6 5-17 0,-1 2-8 15,0 4-5-15,-1 3-9 0,-7 11-11 0,-2 4 17 16,3 2 0-16,0-1-6 0,5 3 3 0,1 6 4 16,0-3 0-16,9 0-3 0,4-12-5 0,7 2-4 0,-1-6 0 15,6 2 3-15,2-2 3 0,7 0 0 0,5-3 4 16,4-2 5-16,7-3 6 0,9-5-3 0,2-1 0 16,4-3-7-1,20-4 5-15,1-4-3 0,0-6-1 0,0-7 14 16,2-1-11-16,-5-4 7 0,-6-6 12 0,-1 0-3 15,-4-8-4-15,-13 8-8 0,8-17-6 0,-5-1-13 16,-5-6-20-16,-7-3-11 0,-5-3-23 0,-5-4-17 0,-9-1-16 16,-7 1-8-16,-9 0 4 0,-8 3-4 0,-4 6-7 15,-8 4-6-15,-5 6 4 0,-14 4-17 0,-7 9-14 16,-8 6-19-16,-23 7-38 0,23 4-40 0,-27 9-53 16,34 3-57-16,1 3-290 0,6 3-603 0,17-1 267 15</inkml:trace>
  <inkml:trace contextRef="#ctx0" brushRef="#br0" timeOffset="6331.38">11555 1948 146 0,'0'0'203'0,"-8"-3"-15"0,8 3-12 15,-6-3-17-15,6 3-14 0,0 0-16 16,0 0-10-16,0 0-16 0,0 0-8 0,0 0-2 16,0 0-19-16,0 0-4 15,0 0-10-15,0 0-4 0,23-3-6 0,-12-1-6 16,6 0-8-16,0-2-3 0,-1-1-3 0,3 2-7 15,-1-3 3-15,0-1-5 0,-1 1 0 0,-2-3-1 16,-1 1 3-16,1 0 5 0,-3-2 16 0,-3 2 11 16,2-4 9-16,-4 6 7 0,-1-2 4 0,-3 1 1 15,-1 2 11-15,2 1-5 0,-3-1-5 0,-1 2-10 16,0 5-11-16,-7-9-11 0,0 7-12 0,0 1-8 0,-6 2-2 16,-1 1-5-16,-6 5-1 0,-7 6-5 0,-3 1-2 15,2 3-1-15,1 3-2 0,-4 0-3 0,2 3 1 16,-2-1-4-16,-7 9 0 0,14-4-1 0,-2 0 1 15,3 2 2-15,3 0-4 0,6-3 3 0,0 1-12 16,7 2-2-16,5 1 5 0,4-4 1 0,5-1 1 16,6-3 5-16,8-2-2 15,4 0 4-15,10-8-1 0,19 0 2 16,7-10 1-16,31 3-2 0,-1-9 3 0,-23 1-3 0,29-5-7 16,-4-6-6-16,-1 2-7 0,-33 0-7 0,2 1 0 15,3-5 3-15,-5-3 1 0,1 0 1 0,-8-3 0 16,-3 4 8-16,-6-10-3 0,-13 16 5 0,-7-5 5 15,-7 2 16-15,-5 2 12 0,-1 0 19 0,-6 1 12 16,-2 2 8-16,-3-2 8 0,-3 0-9 0,-3 2-7 0,-1 0-1 16,-6 0-13-16,-4 0-3 0,-4 5-4 0,0 1-5 15,-7 1 4-15,-4 6-13 0,-3 1-3 0,2 2 2 16,-1 4-8-16,-1 2 0 0,3 0-3 0,1 7 3 16,1-4 4-16,5 4-14 0,-1 0 2 0,3 2 3 15,4-1-8-15,4 0-12 0,7-1 2 0,0 0-2 16,4-2-1-16,2-1 2 0,3-6-1 0,0 1 8 0,4-1 3 0,1-3 9 15,4-2 5-15,4-1 7 0,5-4 9 0,1-2 0 16,9-1 2-16,-1-4 4 0,1-3 4 16,0-1 14-16,-5-1 3 0,4-1 4 0,-9 2-3 0,5-4 5 15,-8 0-4 1,0 3-7-16,1-1 4 0,-3 0 1 0,-2 0 17 0,-2 4-16 0,-1-2 11 16,-2 5 1-16,-2-1-3 15,1 2 0-15,-1 0-12 0,-2 2-6 0,2-2-8 16,-4 5-15-16,3-4-24 0,-2 0-39 0,-1 4-36 15,0 0-19-15,0 0 8 0,0 0 7 0,0 0-1 16,5 13-1-16,-4-8-10 0,3 5 3 0,2-1-3 16,1 1 6-16,2-3-3 0,0 1 3 0,6 3-8 15,-2-1-3-15,6-3-4 0,2 1 6 0,-1-3-1 16,7-3 10-16,-5 1 3 0,4-4 7 0,-4-1 7 0,0-2 10 0,2-6 16 16,-6 7 18-16,3-6 19 0,-5 1 30 0,1-4 22 15,-2 4 29-15,1-5 19 0,-5 5 40 0,0-4 24 16,-3 6 27-16,2-2 20 0,-6 4 3 0,3 0 4 15,-5 0-9-15,2 1-24 0,-1 1-20 0,0-1-22 16,0 1-19-16,-3 2-22 0,0 0-27 0,0 0-31 16,0 0-39-1,0 0-14-15,0 0 10 0,6 10 4 0,-6-2-1 16,-2 3-4-16,-2 0 5 0,-4 5 3 0,3 1-6 16,-3 1-1-16,3 0-14 0,-1-1-15 0,2-2-16 15,0 1 2-15,0-5-10 0,3-6 1 0,-1 2 6 16,0-3 2-16,2-4 27 0,-2 9 29 0,2-9 23 15,4 4 7-15,-4-4-3 0,0 0 13 0,34-13-7 0,-15 5-1 16,1 0-1-16,5-5-5 0,3 3-4 0,-7 3-5 0,5-5 3 16,-8 9-5-16,4-4-7 0,-2 0-2 0,-3 6-7 15,2-1-1-15,-1 2 3 0,0 0-20 0,-1 2-21 16,-1-1-20-16,2 8-35 0,-1-1-38 16,-2-3-56-16,-1 9-79 0,1-4-107 0,-6-2-276 0,2 3-697 15,1-4 310-15</inkml:trace>
  <inkml:trace contextRef="#ctx0" brushRef="#br0" timeOffset="7217.68">14334 2109 146 0,'-5'3'165'16,"5"-3"2"-16,0 0-4 0,0 0-16 0,0 0-12 15,0 0-11-15,9-10-9 0,2 5 18 0,8-6-15 0,5-2-11 16,4-3-8-16,1 0-15 0,-1-3 6 0,3-3-26 16,-3 2 10-16,3-3 9 0,-2 0 0 0,-1-4 8 15,4-8 0-15,-9 9 6 0,-4-4-1 0,1-1-1 0,-5 2-2 16,0-4-6-16,-6 1 5 0,3 2 3 0,-5-1 8 15,-4 6 13-15,1 0 11 0,-3 7-3 0,2 7-12 16,-3 2 11-16,0 2-19 0,0 1-24 0,-3 3-21 16,3 3-42-16,-5-3-7 0,5 3-11 0,-22 15-2 15,8-1-3-15,-9 11 0 0,-5 15 4 0,-1 4-3 16,-2 4 7-16,4 3-6 0,3 3-12 0,2-1-3 0,3-7-4 0,7 0 0 16,6-15-5-16,5 1 0 0,1-3 4 15,5-6 4-15,-3-5 8 0,6-4 0 0,0 1 10 16,-2-6 6-16,3-1 14 0,0-3 16 0,4-3 14 15,2 0 13-15,-2-4 0 0,5-1 7 0,-1-1 14 16,0-1-13-16,1-5 10 0,-5 2 3 0,-3-1-12 16,3 1-4-16,-3-5-6 15,2 1-5-15,-2-3-4 0,-1 3-2 0,-4 0-7 16,0 0-3-16,0 2-2 0,-1-1-8 0,0 1-14 16,-3 3-22-16,-1-1-24 0,0 2-36 0,3 2-41 15,-2 0-52-15,-1-1-59 0,0 5-40 0,0 0-48 16,0 0-35-16,0 0-208 0,0 0-595 0,0 0 264 15</inkml:trace>
  <inkml:trace contextRef="#ctx0" brushRef="#br0" timeOffset="7518.48">14991 2121 216 0,'1'5'298'0,"-1"-5"-20"0,0 0-23 0,0 0-26 16,0 0-22-16,17-11-15 15,-7 5-20-15,2-1-15 0,7-1-16 0,-3 0-11 16,13-5-12-16,-4 0-8 0,3-1-4 0,-1 2-9 16,-4-5-6-16,1 1-4 0,3 0-4 0,-3 1 2 15,-2-2-1-15,-6 3 1 0,-1 2 12 0,-4 2 17 16,-2 3 15-16,-2 0 15 0,-1 2 6 0,-2 3-5 16,-3-4-20-16,-1 6-20 0,0 0-18 15,0 0-20-15,0 0-14 0,-28 6-5 0,5 8-8 0,-3 3-5 0,-2 2 0 16,4 1-10-16,0 2-2 0,1 4-13 0,6 1-42 15,2-1-17-15,3 5-13 0,8-1-3 0,11 2-6 16,6-4-15-16,16 9-33 0,3-20-80 0,26 0-124 16,4-7-286-16,38-11-658 0,-2-6 292 0</inkml:trace>
  <inkml:trace contextRef="#ctx0" brushRef="#br0" timeOffset="8142.24">17397 1271 73 0,'-1'-11'324'0,"1"3"-28"0,-1 2-29 15,1-1-27-15,-3 3-29 0,6 0-31 0,-3 4-38 16,0 0-17-16,0 0-13 16,0 15-14-16,1 3-8 0,0 6-11 0,0 7-6 15,1 19-6-15,-5 0-7 0,3 8-4 0,-2-5-5 16,-1 2-2-16,0-1-1 0,3-3-6 0,-1-6-3 15,0-11-5-15,2-2 0 0,-2-4-20 0,1-9-14 16,-1 0-23-16,-1-2-23 0,1-5-17 0,-4 0-35 16,4-1-31-16,-3-3-33 0,0-3-56 0,-5-3-127 15,9-2-372-15,-18-3 164 0</inkml:trace>
  <inkml:trace contextRef="#ctx0" brushRef="#br0" timeOffset="8374">16751 1833 101 0,'-7'1'209'0,"7"-1"-25"0,0 0-9 15,0 0-11-15,0 0-14 0,60-6-12 0,-23-1-12 16,27 0-2-16,31-4-6 0,-2-3-11 0,4 2-5 0,-1 2-6 16,-27 3-11-16,-5 0-7 0,2 2-11 0,-3 3 0 15,-12-4-11-15,-15 5-7 0,-3 1-15 0,-11 1-24 16,-2 0-27-1,-6-2-36-15,-5 2-18 0,-4-2-17 0,-5 1-3 16,0 0-48-16,0 0-31 0,-33 3-99 0,13-5-291 16,-3 2 129-16</inkml:trace>
  <inkml:trace contextRef="#ctx0" brushRef="#br0" timeOffset="9576.94">17915 1591 122 0,'6'-5'274'0,"2"3"-31"0,1-1-25 16,-3 2-30-16,4 2-16 16,3-1-22-16,-3 4-18 0,4 2-13 0,-1 4-14 15,4 2-4-15,-3 2-14 0,5 3-8 0,-7 0-5 16,0 5-9-16,-2 2-1 0,-4-5-10 0,1 6 2 15,-3 4-8-15,-4-8-6 0,0 2-4 16,-1-2-3-16,-3-4-1 0,-1 0-4 0,0-3 0 16,0-4-3-16,-1 1 9 0,0-3 1 0,1-3 7 15,3 0 11-15,-2-1 18 0,0-1 33 0,4-3 25 0,0 0 10 0,-9 5 10 16,9-5-1-16,0 0-15 0,-6-10-27 0,6 10 0 16,6-19-31-16,-2 7-16 0,6-3-28 0,8-10-26 15,1 0-7-15,7-2-10 0,0 1-4 0,15-11-3 16,0 8-1-16,-8 11-3 0,-1-3-3 0,-1 4 5 15,-3 0 0-15,-2 3 0 0,-2 1 2 0,-9 6 4 16,-6 1 1-16,4 1 1 0,-4 0 1 0,-4 3 4 0,-1-2-3 16,-4 4 6-16,10-4 2 0,-6 2-6 0,-4 2-2 15,0 0-5-15,0 0 1 0,0 0 4 0,0 0 4 16,-18 17-1-16,5-6-4 0,-6 0 0 0,0 7-1 16,2-6 10-16,-6 8-7 0,0-2 2 0,0 1-3 15,3 2 4-15,2-1-5 0,4-4 5 0,4-2 6 16,-2 0-7-1,2 0 0-15,6-3-2 0,-2-2 1 0,3-1-2 16,1-3 3-16,2 1 6 0,-3-2 4 0,3-4 15 0,4 7 19 16,-4-7 15-16,9 1 22 0,-9-1 8 0,15-2 6 15,-2-4 0-15,-2 2-8 0,0-3-7 0,5-1 0 16,0-4-13-16,2 0 1 0,-6 0-10 16,2 1-11-16,1 0 4 0,-3-1 1 0,-2 4-12 15,2 1-11-15,-3-1 4 0,-4 3-10 0,-1 1-4 0,-2 0-4 0,-2 4-4 16,11-5-20-16,-8 2-20 0,-3 3-30 0,0 0-12 15,0 0 6-15,0 0 8 0,13 7 4 0,-9-2 1 16,5 3-6-16,2 1 2 0,2 3-5 0,5-2-13 16,8 5-14-16,-2-1-23 0,4-2-17 0,4-3-17 15,-4 1-10-15,6-2-3 0,-4-5-13 0,0 1 5 16,0-6 2-16,0 2 21 16,-7-3 6-16,2-3 27 0,2-4 6 15,-10 0 27-15,-1 0 40 0,-4-2 38 0,2-2 32 16,-4-1 27-16,-2-2 28 0,0-2 24 0,0 1 22 15,0-6 27-15,-3 6 8 0,1 1 17 0,-3 1 3 16,-1 4 5-16,0 3-4 0,0-1-1 0,0 1-14 16,-1 3-17-16,0 2-20 0,-1 4-21 0,3-5-23 15,-3 5-46-15,2-6-44 0,-2 6-40 0,0 0 0 0,0 0 8 0,0 0-2 16,-9 25 5-16,4-8 9 0,-2 2-2 0,-4 6 4 16,1 4 4-16,-3-3 2 0,2 4 4 0,-1-5 1 15,3 1 0-15,2-1 6 0,2-8-2 0,-2-2-9 16,4-4-8-16,1-2 2 0,0-2 0 0,-1-2 10 15,2 0 3-15,-2-1 26 0,3-4 54 0,0 8 15 16,0-8 7 0,0 0-12-16,0 0-3 0,18-11 5 0,-10 5-1 15,2-2-6-15,5-4-6 0,1 0-8 0,4-6-4 16,4 0-10-16,-3 3-3 0,-6 0-12 0,0 3 0 16,-2 2-5-16,-4 3-4 0,1 1 1 0,-2 1-18 15,-3 2 1-15,-1-1-17 0,0 1-28 0,-4 3-6 16,0 0 0-16,14 5-6 0,-9 0-3 0,0 5 8 15,2-2-1-15,0 2 7 0,-1 5 12 0,2-1-6 0,-3 3-1 0,2 0 4 16,2-2 5-16,-6 2 1 0,4-2 4 0,-1-1 2 16,-2-5 5-16,2 1 1 0,-2-2 3 15,0-2-6-15,-1-1 7 0,1 0 13 0,-4-5 0 16,2 8 44-16,-1-6 30 0,-1-2 35 0,0 0 39 16,4 3 23-16,-4-3-13 0,0 0-17 0,10-9-16 15,-3 0-11-15,0 0-11 0,5-5-14 0,-2-1-9 0,4 1-10 0,4-7-7 16,0-1-12-16,0 1-2 0,-5 5-8 0,-1 3-7 15,1 2-6-15,-5 3-6 0,0 0-1 0,-3 2-10 16,0 1-8-16,-1 3-8 0,0-1-32 0,-4 3-17 16,0 0-10-16,0 0-14 0,17 7 1 0,-8-2-19 15,1 3 4-15,-2 2-12 0,-1-1-19 0,-1 1-18 16,4 4-38 0,-3 1-35-16,0-3-43 0,-3-2-63 0,1-1-77 15,-2-2-338-15,0-2-787 0,4-2 347 0</inkml:trace>
  <inkml:trace contextRef="#ctx0" brushRef="#br0" timeOffset="10697.02">19843 1339 256 0,'1'-7'256'0,"0"3"-20"0,2 0-28 16,-2-1-24-16,1 2-25 0,-1 0-14 0,-1 3-19 16,0 0-19-16,6 10-6 0,-2-3-14 0,0 12-7 15,-3 0-7-15,-1 13-7 0,0 3-3 0,-4 10-7 0,-3 9-9 0,-1-4-4 16,0 3-3-16,-3 0-3 0,2-3-3 0,0-1-4 16,1-12-3-16,3 8 0 0,3-15-5 0,0-1 3 15,5-5-3-15,0-5 1 0,-1 1-2 0,1-4-4 16,2-4 3-16,-2-2-1 0,3-2 8 0,-1-1 11 15,0-5 9-15,1 1 7 0,4-2 2 0,-10-1-5 16,20-6 6 0,-10 2 3-16,-2-3 1 0,1 1 0 0,-1-4-7 15,-4 1-7-15,0-3-2 0,-3 2-20 0,1-2-7 16,-5-7-12-16,-1 6 4 0,-6-4-6 0,1 3-6 16,-4 2 0-16,-3-1-4 0,-7-3 1 0,6 6 2 15,-3-1-2-15,2 3 7 0,0 0-9 0,-1 1 7 16,3-1-5-16,2 7 5 0,4-4-6 0,1 2 4 15,-1 1-7-15,6 1-11 0,4 1-5 0,-4-5-6 16,4 5-6-16,14-7-10 0,8 2-5 0,10 0 2 16,9-1-4-16,16-2 3 0,2 1-2 0,0-2-4 15,1 1 2-15,1 0 4 0,3-2 1 0,3-1 7 16,-6 1 5-16,0 1 11 0,-6 1 2 0,-6 0 9 16,-13 0 8-16,-1 2 7 0,-12-1 6 0,-5 3 17 15,-5 1 18-15,-2 0 19 0,-3 0 7 16,0 3 7-16,-3-3 0 0,1 1-3 0,-6 2-8 15,0 0-12-15,0 0-2 0,0 0-2 0,0 0-13 16,-34 11-1-16,17-3-9 0,-8 4 1 0,1 2-6 16,-2 1 3-16,5 2-5 0,0 0 0 0,7-3-3 15,-12 2-4-15,12-3 0 0,1 1-22 0,6-4-4 16,-1 1 2-16,4-4-7 0,0 3 4 0,3-3-2 16,2-1 12-16,1-1 5 0,8 2 5 0,1-2 2 0,2-2 3 15,6-3 0-15,0 2 0 0,1-2 0 0,0-5 1 16,2 4 6-16,-4-4 3 0,-1-1 16 0,-2 1 5 15,-3-1 4-15,-1-1 14 0,0-1-17 0,-2-1 9 16,-4 0-19-16,0-2-10 0,-2-1-15 0,-2 2 0 16,-1-5-23-16,-1 3-4 0,-6 2-23 0,1 1-8 15,-7-3-11-15,-1 2-22 0,-5 1-26 0,-1 2-23 0,2 1-16 0,-3 2-32 16,0-1-28-16,4 2-37 0,-2-2-134 0,6 1-414 16,4-1 183-16</inkml:trace>
  <inkml:trace contextRef="#ctx0" brushRef="#br0" timeOffset="11011.9">20808 1596 170 0,'3'-2'273'0,"-3"2"-32"0,0 0-30 15,12 2-22-15,-7-2-22 0,2 5-19 0,-1-1-16 16,0 3-17-16,2 0-9 0,0 2-14 0,0 7-4 15,0-2-12-15,-1 1-5 0,-1 2-10 0,-2 1-5 0,-1 8-2 0,-1-8-5 16,-2 3-3-16,-2 5-5 0,-2-6-4 0,0-2-2 16,0-3-4-16,-1-3 2 0,2-1-6 0,-2-2 0 15,4-3-2-15,-1 0 2 0,0-1 21 16,0-1 36-16,2-4 37 0,0 0 30 0,0 0-18 16,0 0-14-16,0 0-8 0,10-12-14 0,-4 3-8 15,3-1-7-15,2-5-26 16,6-4 1-16,1-1-32 0,1-3-22 0,0 1-26 15,4 0-36-15,-2 3-30 0,2-6-31 0,-3 6-39 16,2 2-40-16,-8 3-38 0,1 2-47 0,-7 4-155 16,1-1-477-16,-1 6 211 0</inkml:trace>
  <inkml:trace contextRef="#ctx0" brushRef="#br0" timeOffset="11582.22">21292 1676 2528 0,'5'-6'276'0,"-2"-2"-62"0,-3 2-28 15,2 0-26-15,-2 6-1 0,4-11-11 0,-3 7-10 0,1-1-36 16,-2 5-16-16,1-6-15 0,-1 6-13 0,0 0-6 16,0 0-11-16,1-9-20 0,-1 9-21 0,0 0-7 15,0 0-9-15,0 0 8 0,5 19-6 0,-3-9 3 16,-2-1 2-16,-2 2-8 0,1 6 2 0,0-3-2 15,-1 4 9-15,0 0-5 0,-2-1 4 0,0 0-2 16,0-4-3-16,3-2 1 16,0 1-5-16,-3-2-3 0,4-4 8 0,-1-2-6 15,1 3 9-15,0-7 12 0,-3 6 28 0,3-6 34 16,0 0 19-16,0 0-10 0,0 0-5 0,0 0-1 16,24-14-9-16,-15 7-9 0,5-3 5 0,-1-2-6 15,1 1-6-15,2-4-1 0,0 2-11 0,-2-1-3 16,9-2 4-16,-10 4-6 0,1 0-1 15,-5 4-7-15,0-1-1 0,-3 4-3 0,2 2-4 0,-3-3-6 0,-1 2 0 16,1 2-12-16,-5 2-12 0,10-2-8 0,-10 2-6 16,0 0 2-16,9 9-3 0,-5-3 0 0,0 1-1 15,0 3 4-15,1 1 14 0,0 1-6 0,-1 5 3 16,1 0 2-16,-1-2 1 0,-3-3 2 0,2 0 1 16,-1 0 7-16,1-2-6 0,-3 0-5 0,2-5 18 15,1 0-1-15,-3 0 5 16,1-1 12-16,-1-4 34 0,3 7 35 0,-3-7 42 15,0 0 19-15,0 0-16 0,0 0-12 16,14-7-13-16,-8 2-10 0,4-4-9 0,-1 1-8 16,0-6-11-16,5 3-9 0,3-2-5 0,-6-1-5 15,6 3-7-15,-2-2-8 0,2 2-15 0,-2-1-13 16,1 2-25-16,-1 1-32 0,-1 2-25 0,3 0-48 16,-5 2-48-16,6 0-42 0,0 4-42 0,0 1-47 0,1 0-58 0,-1 3-323 15,-4-3-744-15,0 3 331 0</inkml:trace>
  <inkml:trace contextRef="#ctx0" brushRef="#br0" timeOffset="12299.63">21933 1775 138 0,'0'0'286'0,"0"0"-5"0,0 0 0 0,0 0-17 15,0 0-26-15,0 0-26 0,-10-6-24 0,10 6-17 16,0 0-17-16,26-9-19 0,-10 4-14 0,4 1-8 15,6-1-14-15,4-5-12 0,0 5-8 0,2 0-6 16,3-2-8-16,-4 1-9 0,2-2-4 0,-4 1-7 16,-1-1-7-16,0-1-1 0,-6 4 3 0,5-5-13 0,-8 5-2 0,-1-3 1 15,-6 4-2-15,0-3 0 0,-1 0 2 0,-4 2-4 16,3-1 2-16,-6 1 3 0,0 1-5 0,-1 1-1 16,-3-3-1-16,0 6-16 0,-7-5 0 15,1 2-4-15,-6 3-2 0,1 0 0 0,-8 3-4 16,2 2 3-16,-2 1-5 0,-3-1 5 0,4 5-1 15,0-3-3-15,4 3 6 0,-2 0-9 0,2 2-11 0,1 0-12 0,5-2-11 16,3 2 3-16,1 0 4 0,6 3 7 0,1 1 3 16,8-2 6-16,12 2 4 0,3 0 0 0,10-2 3 15,15 2-1-15,5-5-7 0,3 0 0 0,1-5-6 16,2 2 1-16,-1-8-2 0,0 3 3 0,-2-4 4 16,-4-4 6-16,-15 0 0 0,-3-2 0 0,-3-3 5 15,-7-1 12 1,0-5 8-16,-8-1 13 0,-5 1 4 0,-3 2 13 15,-5-4 5-15,-1-1 3 0,-1 5 3 0,-4-3-14 16,-4-1-3-16,-4 2-3 0,-2 1-5 0,-3 3-2 16,-2 0-5-16,-4 3-4 0,-7 1 2 0,-2 1-6 15,-3 6-4-15,-1 2 0 0,11 2 0 0,-7 1-3 16,1 4-4-16,0 3 2 0,10-1-5 0,-2 0-12 16,6 2-10-16,1 0-3 0,1 1-6 0,4 1-4 0,-1 0 3 15,7-2 7-15,1 0-1 0,4-2 9 0,3 2 1 0,0-2 4 16,2 0-1-16,7 0 4 0,-2-3 4 0,4-3 2 15,3-1 1-15,-2-1 2 0,0-4-3 0,-2 1 14 16,4-4 14-16,-3-3 1 0,-1-1 8 0,-1-4-2 16,-1 0 2-16,1-1 9 0,-2-8-1 15,0 0 6-15,-4-2 3 16,2-2 18-16,-2-2 5 0,2 0 8 0,-6-1 4 16,-1-3 19-16,5-1 18 0,-2-1 19 0,1 0 30 15,-1 1 14-15,-3 1 9 0,-1 3 13 0,-1 4-4 16,-1 8 0-16,-1 5-18 0,0 2-14 0,-1 3-24 15,2 1-19-15,-1-1-48 0,0 3-55 0,-1 3-91 16,0 1-67-16,0 0 7 0,-2 16 14 0,-5-2 12 16,-2 16 15-16,-6 18 15 0,2 1 3 0,-2 5-13 0,3-2-26 0,7 6-24 15,4-7-38-15,2 2-53 0,-1-16-89 16,5-3-364-16,6-7-732 0,-2-9 324 0</inkml:trace>
  <inkml:trace contextRef="#ctx0" brushRef="#br0" timeOffset="13856.06">25359 1424 111 0,'0'0'225'0,"0"-5"-19"0,-1 3-23 0,-3-1-22 16,4 3-16-16,-13-1-14 0,-1 1-14 0,-4 4-13 15,-8 0-13-15,-5 4-8 0,-2 4-11 0,1 0-2 16,-3 2-10-16,3 1-3 0,-1 4-9 0,1-1-2 0,3 1-10 0,3-2 2 15,3-1-9-15,3 2 2 0,4-6-9 0,6 4-2 16,1-6-6-16,4 2 6 0,1-2-5 0,4 0 4 16,0-2 9-16,4-2 4 0,5 0 9 0,5-1-4 15,3-4 5-15,3-1 2 0,2 0-1 0,5-4 5 16,-5 1 7-16,3-5 0 0,-5 4 4 0,-2-3-3 16,4-2 0-16,-3 4-2 0,-6 1-3 0,-1-1-4 0,-1 1 1 15,-2 2-7-15,-2-1 0 0,1 0-14 0,-4 2-3 16,0 0-8-16,-4 1-4 0,9 0 2 0,-9 0-5 15,8 5 2-15,-3-2 2 0,0-1-7 0,-1 3 2 16,0 2-2-16,2 1 3 0,-1-1-1 0,-1 2 1 16,3 1 5-16,-1-3-6 0,1 4 0 0,-3-2-2 15,6-2 9-15,-5 2-8 16,3-1 0-16,-3-3-2 0,0 1 2 0,-1 0-2 16,3-4 6-16,-4 2 17 0,-3-4 35 0,9 1 26 15,-9-1 24-15,14-2 0 0,-6-1 9 0,1-2-2 16,0-3-3-16,6-4-8 0,-2 2-10 15,1-3 5-15,0-2-1 0,8-3-15 0,0-2-3 16,-4 1-11-16,-1-1-8 0,1 0-5 0,2 1-5 16,-7 5 1-16,0 0-1 0,-5 6-5 0,2 1-7 0,-6 2-7 0,1 0-5 15,0 1-5-15,-1 1-15 0,-4 3-29 0,8-1-23 16,-8 1-7-16,0 0-1 0,13 6-3 0,-8-1-4 16,1 4-2-16,1 1-3 0,-3 3-7 0,4 3-9 15,-1-2-38-15,-2 3-30 0,-1-2-53 0,-2 2-71 16,3-5-98-16,-4-4-237 0,1-2-653 0,-2-6 289 15</inkml:trace>
  <inkml:trace contextRef="#ctx0" brushRef="#br0" timeOffset="19409.99">6423 4711 49 0,'0'-5'199'15,"0"1"-8"-15,-1-1-11 0,-2-1-11 0,2 3-15 16,-1-2-15-16,-1 0-10 0,-1 0-15 0,0 3-13 15,-2-2-12-15,-6 1-5 0,0 2-11 0,-6-3-10 0,-2 6-3 16,-6 5-7-16,-4-1-8 0,1 3-3 0,-2-1-3 16,-3 4-6-16,2 0-4 0,0 1-5 0,1 2-4 0,3 0-1 15,0 2-1-15,2 0-5 0,3 0 6 0,4 0-6 16,4-2-1-16,3 0 0 0,2-1-5 16,3 0 0-16,3-2 1 0,1-1 3 0,3 0 2 15,5-1 3-15,3-1 1 16,3-1 8-16,7-2-20 0,10-3-4 0,7 0 4 15,2-6 1-15,-1 2-7 0,1-3 4 0,-1-4 1 16,-4-3-2-16,0 1-4 0,-3-3 15 0,2-2 13 16,-8 1 9-16,1 1 17 0,-9 3 12 0,0 0 17 15,-3 1 13-15,-2-1 16 0,-2 5 8 0,-2-2 12 16,-1 0-3-16,-1 4-9 0,0 0-15 0,2-1-10 16,-2 2-6-16,0 2-22 0,-4 0-29 0,0 0-26 0,0 0-6 0,3 6-2 15,-5 4-2-15,-2 10 11 0,-1 6-7 0,-5 7-2 16,-1 13-2-16,-5 2 2 0,1 0 1 0,0-1 1 15,1 4-6-15,-2 0 1 0,5-3 5 0,2 1 1 16,0-15 1-16,4 3 2 0,0-4 0 0,2 1-7 16,-1-3 2-16,3-2 1 0,0-4 0 0,1-8-2 15,0 0-3-15,0-7 5 16,0 2-1-16,-3-4-1 0,3-2 1 16,0-1 10-16,0 0-10 0,0 0 0 0,0 0 11 15,3-3 13-15,-3-2 8 0,0 0 5 0,-3 7 5 16,3-7 1-16,0 4 7 0,0-4 23 0,0 0-15 0,0 0-2 15,3 4-5-15,-3-4-4 0,0 0-6 0,0 0-7 16,0 0-2-16,0 0 4 0,0 0-25 0,0 0-8 16,0 0-31-16,0 0-29 0,0 0-55 0,0 0-87 0,0 0-97 15,0 0-70-15,1-17-217 0,3 12-626 0,-3-5 277 16</inkml:trace>
  <inkml:trace contextRef="#ctx0" brushRef="#br0" timeOffset="20443.97">7014 4911 50 0,'0'0'96'0,"0"-4"7"16,0 4-1-16,0-7 9 0,0 3 13 0,-2-2 3 0,1 2-2 15,1 0 11-15,0-3 4 0,-1 3-3 0,1 0 4 16,1-1 3-16,-1-1 4 0,0 2-4 0,1 2-13 15,1-3-9-15,-1-1-9 0,-1 6-10 0,0-3-15 16,0 3-10-16,0 0-13 0,0 0-6 0,0 0-12 16,0 0-9-16,0 0-4 0,2 19-6 0,-3-3 0 15,2 2-4-15,-3 6-2 16,-1 8-2-16,-2-3-2 0,1 2-1 0,0 0-1 16,-1-1-1-16,2-1-5 0,-1 1 1 0,1 0-4 15,-2-3 3-15,4-1 0 0,-1-9 1 0,1 3-2 16,0-6 1-16,0 1-3 0,-2-4 1 0,3-5-4 15,0 3 4-15,-1-1-3 0,-3-4 3 0,4 2-2 16,0 0 5-16,0-6 0 0,0 7 14 0,0-4 13 16,0-3 3-16,0 0 5 0,0 0-1 0,0 0 0 0,0 3-2 0,0-3-5 15,0 0-1-15,0 4-2 0,0-4-22 0,0 0-44 16,0 0-35-16,0-14-38 0,0 9-37 0,0 0-38 16,0-5-54-16,4 1-216 0,-8-1-487 15,4-2 216-15</inkml:trace>
  <inkml:trace contextRef="#ctx0" brushRef="#br0" timeOffset="20829.25">6987 4841 109 0,'-2'-3'216'0,"2"3"-22"0,-2-3-19 0,2 3-22 0,0 0-12 15,6-2-19-15,-6 2-6 0,19 5-12 0,-3 2-9 16,4 0-1-16,8 8-12 0,3 0 5 0,-3 3-5 16,3 1-4-16,1 3-4 0,-6 0-7 0,-1 6-5 15,-2-2-8-15,-3-2-3 0,-2 3-5 0,-8 0-3 16,2-1-3-16,-6-2 1 0,-5 1-8 0,-1-6 0 16,-7 5 1-16,-2 1 3 0,-8-4 4 0,-2 0 1 0,-4 1 3 15,-1-4-1 1,-1-3-2-16,-1 1 1 0,0-1 2 0,-1-6-3 15,1 2-1-15,5-2-1 0,3-1 0 0,2-4-3 16,3 0 1-16,1-1-5 0,3 2-3 0,2-4-8 16,1 3 4-16,1-4 0 0,-1 2 5 0,6-2-4 15,-5 2 2-15,5-2-5 0,0 0-2 0,0 0-10 16,0 0-19-16,0 0-22 0,0 0-20 0,16-9-31 0,-6 3-42 16,0 0-58-16,5-1-51 0,-5-1-201 0,2 2-467 15,-2-2 208-15</inkml:trace>
  <inkml:trace contextRef="#ctx0" brushRef="#br0" timeOffset="21130.06">7693 4727 166 0,'0'0'171'0,"-16"8"-13"15,7-1-9-15,-5 5-13 0,-3 9-13 16,-1 6-10-16,-2 4-6 0,-6 7-4 0,2 4-10 16,-3 4-2-16,4-1-11 0,3-3-5 0,7-10-7 15,5 1-7-15,-1 2-1 0,7-4-10 0,2 5 10 0,7-4 4 16,5-1 4-16,3 1-4 0,3-4-2 0,5-1-3 0,1-7-2 15,3-1-17-15,5-4-50 0,3-4-57 0,0-5-69 16,-1 1-209-16,0-7-372 0,-2-3 164 0</inkml:trace>
  <inkml:trace contextRef="#ctx0" brushRef="#br0" timeOffset="21423.3">7973 4947 133 0,'-3'-6'337'0,"3"0"-21"16,3 1-16-16,-3-1-10 0,0 2-26 0,0 0-26 0,0 4-26 16,1-7-22-16,-1 7-25 0,3-3-21 0,-3 3-16 15,0 0-17-15,0 0-13 0,0 0-13 0,5 18-12 16,-1-7-9-16,-4 1-8 0,1 5-3 0,-1 4-12 0,3 1 3 15,-3 5-2-15,0-4-6 0,-3-2 1 16,3 3-9-16,0 0 4 0,-1-5-2 0,1-2-6 16,0-2-23-16,-3 2-22 0,3-5-22 0,-1-2-20 0,-1-1-22 0,-1 2-26 31,0-2-27-31,-1-4-27 0,3-1-16 0,-2 1-55 0,-3-5-186 0,6 0-457 16,0 0 203-16</inkml:trace>
  <inkml:trace contextRef="#ctx0" brushRef="#br0" timeOffset="21715.94">8001 4884 2005 0,'0'-11'128'0,"-5"2"29"0,4 1-18 0,1 2-6 16,0 2-29-16,-3-1-28 0,6 2-24 0,-3 3-18 16,-3-4-8-16,3 4-3 0,0 0-7 0,0 0 2 15,18 13-2-15,-5-3 3 0,5 4 3 16,5 7-3-16,1 0 4 0,-1 6 0 0,0-3-2 0,0 3-4 0,-5 2 2 15,0-3-3-15,-5 1-1 0,1-1 0 0,-8-1-2 16,-2-7-3-16,-1 2 3 0,-2-1-4 0,-5-1 7 16,0-3-5-16,-5 0-1 0,-1-2-5 0,-3 2 3 15,4-1 1-15,-7-6-9 0,2 4-9 0,-2-6-10 0,5 1-12 16,-2-3-14-16,3-2-22 0,1 1-31 0,0-4-63 16,3-2-65-1,0 2-205-15,6 1-467 0,0-11 207 0</inkml:trace>
  <inkml:trace contextRef="#ctx0" brushRef="#br0" timeOffset="22264">8594 5168 143 0,'0'0'273'0,"-6"2"-17"0,6-2-17 0,0 0-12 16,-7 0-7-16,7 0-17 0,0 0-12 0,0 0-18 16,0 0-12-16,0 0-17 0,0 0-15 0,0 0-2 0,-4 2-18 15,4-2-10-15,0 0-1 0,0 0-21 0,0 0-8 16,0 0-6-16,0 0-6 0,0 0-6 0,0 0-5 0,0 0-5 16,0 0 6-16,0 0-16 0,0 0-1 15,0 0 3-15,0 0-7 0,0 0-8 0,0 0-1 16,0 0 0-16,0 0-4 0,0 0-1 0,0 0-1 15,0 0-4-15,0 0 2 16,0 0 3-16,0 0-5 0,0 0 6 0,0 0 3 16,0 0-3-16,0 0-2 0,0 0-2 0,0 0 2 15,0 0-3-15,0 0-3 0,0 0 2 0,0 0-1 16,0 0 2-16,0 0-1 0,0 0 4 0,0 0 9 16,0 0-7-16,0 0 2 0,0 0-2 0,0 0 1 15,0 0-1-15,0 0 4 0,0 0-5 0,0 0 1 16,0 0 0-16,0 0-2 0,0 0-7 0,0 0 1 0,0 0 3 0,0 0-1 15,0 0 0-15,0 0 1 0,0 0 1 0,0 0 1 16,0 0 2-16,0 0 7 0,0 0-1 0,0 0 4 16,21-2 8-16,-7-1-18 0,4 1 8 0,10-1-11 15,3-1-2-15,1 3-1 0,2-3 14 0,3 1-17 16,2-4 1-16,-5 5 9 0,-2-1-9 0,0 0 1 16,-3-2-6-1,-7 3 1-15,-4 0 5 0,-5 1 0 0,-3 0-4 16,-1 1 6-16,-1-3-8 0,-2 3-4 0,-1 0-13 15,-5 0-24-15,7-5-18 0,-5 3-57 0,-2 2-42 16,0 0-25-16,0 0-17 0,0 0-25 0,-14-5-45 0,10 3-189 16,4 2-499-16,-10-3 221 0</inkml:trace>
  <inkml:trace contextRef="#ctx0" brushRef="#br0" timeOffset="22602.64">9240 4911 228 0,'2'-5'370'0,"-2"0"-25"0,0 2-24 0,0 3-36 16,2-7-28-16,-2 7-33 0,3-2-25 16,-3 2-27-16,0 0-20 0,0 0-19 0,0 0-18 0,3 13-8 15,-3-2-19-15,2 6-6 0,0 0-2 0,0 7-12 16,1 3-5-16,-2-3-7 0,0 3-7 0,-1-2-2 15,2 1-3-15,0-1-4 0,-2-7-3 0,1 1-5 16,2 0-5-16,-3-2 1 0,0-6-3 0,0 0-2 0,0 0-1 0,0-2-4 16,-3-4-3-16,6 2 2 0,-3-5 4 15,0-2-3-15,-3 9 3 0,3-9 3 0,0 6 2 16,0-6-5-16,0 0 4 0,3 5-1 0,-3-5-5 16,0 0 5-16,0 0 1 0,0 0-2 0,0 0-1 15,0 0 0-15,0 0-24 0,0 0-60 0,0 0-44 0,0 0-48 16,-4-20-47-16,2 11-48 0,2-3-56 0,-2 0-197 0,6-5-542 15,0-2 240-15</inkml:trace>
  <inkml:trace contextRef="#ctx0" brushRef="#br0" timeOffset="22834.29">9351 4625 149 0,'0'-8'270'16,"0"4"-29"-16,1 0-26 0,-1 1-29 0,0 3-18 15,0 0-21-15,0 0-14 0,22 19-14 16,-9-3-11-16,6 11-16 0,6 13 0 0,-2 5-1 0,4 6-2 16,-4 2 0-16,-4 3-3 0,2 2 0 0,-3-2-1 15,-7 0 2-15,-1-1-5 0,-9-3 0 0,-7 0-2 16,-4-3 0-16,-4-3-3 0,-13-2-2 0,-5-4 7 0,-14-3-14 16,-5-2-10-16,-31 9-51 0,-7-7-86 0,-2-3-155 15,-7-11-252-15,2-8-525 0,28-13 232 0</inkml:trace>
  <inkml:trace contextRef="#ctx0" brushRef="#br0" timeOffset="29051.71">10310 5154 48 0,'-6'1'146'0,"1"1"-12"16,5-2 2-16,-9 1-4 0,5 0-11 0,4-1-1 16,0 0-7-16,0 0 1 0,-8 0-13 0,8 0-10 15,0 0-4-15,-6 1-9 0,6-1-1 0,0 0-2 16,0 0-2-16,0 0-5 0,0 0-1 0,-5 2 2 15,5-2 20-15,0 0-2 0,0 0-4 0,0 0-2 0,0 0-2 0,0 0-4 16,0 0-4-16,0 0-2 0,0 0-1 0,0 0-7 16,0 0 0-16,0 0-3 0,-4 3 0 0,4-3-2 15,0 0-5-15,0 0 0 0,0 0-1 0,0 0-4 16,0 0 1-16,0 0-1 0,0 0-6 16,0 0-1-1,0 0-4-15,0 0-3 0,0 0-4 0,0 0-2 16,0 0-2-16,0 0-4 0,0 0 4 0,0 0-12 0,0 0 2 15,0 0-1-15,0 0-3 0,0 0 0 0,0 0-2 16,0 0-4-16,0 0 1 0,0 0-1 0,0 0-1 16,0 0 1-16,0 0 1 0,0 0-3 0,0 0-2 0,0 0-1 15,0 0 7-15,0 0-4 0,0 0-1 0,0 0 0 16,0 0 3-16,0 0-2 0,0 0 1 16,0 0-2-16,0 0 2 0,0 0-2 0,0 0 2 0,0 0 1 0,0 0-2 15,0 0 3-15,0 0-6 0,0 0 2 0,0 0 2 16,0 0-3-16,0 0 0 0,0 0 2 0,0 0 0 15,0 0 2-15,0 0-3 0,0 0-2 0,0 0 1 16,0 0-2-16,0 0 7 0,0 0-1 0,0 0-3 16,0 0-3-16,0 0-2 0,0 0 7 0,0 0-4 15,0 0 4-15,0 0-1 16,0 0-2-16,0 0 4 0,0 0-3 0,0 0 0 16,0 0 1-16,0 0-5 0,0 0 6 0,0 0-2 15,22-5-1-15,-6 3 0 0,15 1 2 0,1-3 0 16,9-2-2-16,15 1-6 0,-1 1 6 0,4 0 3 15,1-4-2-15,6 6-1 0,-2-4 3 0,-5 0 5 16,-1 3-8-16,-3-3 6 0,-2 2-8 0,-13 2 1 16,-2 0 1-16,-4 2-13 0,-3-4-11 0,-3 3-14 0,-10-2-22 0,-4 2-22 15,-5 0-21-15,-2-1-35 0,-1-1-59 16,-1 1-31-16,-5 2-29 0,0 0-151 0,-14-4-440 16,3 3 196-16</inkml:trace>
  <inkml:trace contextRef="#ctx0" brushRef="#br0" timeOffset="29283.43">10717 4913 151 0,'1'-6'359'0,"-2"0"-14"0,1 1-17 16,0 0-28-16,-2 1-28 0,2 4-34 0,0-5-35 0,0 5-37 0,0 0-24 15,0 0-13-15,-3 20-20 0,0 1-8 0,-2 9-10 16,-1 5-3-16,-3 14-5 0,2 2-16 0,-1 3-1 16,-3 3-6-16,6 1-9 0,0-5-34 0,2 3-53 15,1-1-62-15,2-2-86 0,-4-8-324 0,4-15-551 16,0-9 244-16</inkml:trace>
  <inkml:trace contextRef="#ctx0" brushRef="#br0" timeOffset="90724.11">12365 4802 158 0,'0'0'239'0,"4"-5"-9"0,0 3 1 0,-3-1-6 16,-1 3-10-16,1-5 0 0,2 2-2 0,-3 3-9 0,1-4-14 15,-1 4-20-15,0-5-16 0,0 5-17 0,0-5-11 16,0 5-18-16,-4-7-22 0,-2 5-13 0,-7 0-15 16,-1 0-10-16,-8 2 2 0,-1 1-15 0,-7 2-4 15,-2 2-3-15,-2 3-2 0,0 1-2 0,1 3-4 16,2 0-3-16,-1 0 7 0,1 4-4 0,5-1-9 15,0 2-3-15,3-2-1 16,8-3-15-16,-2 1-15 0,4 0-10 0,6-3-8 16,-1 1-2-16,0-1 0 0,7 0 3 0,1 0 2 15,0-3 3-15,8 3 8 0,1-6 2 0,2 2 1 16,6-1 4-16,5-4 1 0,7-3 5 0,2-3 0 0,1-1 4 16,0 0 1-16,1-5-1 0,0-4 2 0,-4 2 11 15,1-1 8-15,-5 0 13 0,0-1-2 0,-9 2 15 16,2 1 19-16,-4 1 0 0,-1-1 10 0,-3-1 20 15,0 6 0-15,-6-2 16 0,1 4 0 0,2 2 7 0,-5-1-11 16,2 1-14-16,0-1-10 0,0 2-14 0,-4 2-22 16,2-4-19-16,-2 4-34 0,0 0-2 0,0 0 0 15,4 11-1-15,-8 1-1 0,3 6 2 16,-8 8 0-16,3 4 3 0,-2 2 6 0,-1 1-4 16,0 4 1-16,0 7 5 15,1-10 1-15,2 0-3 0,1-1 4 0,1-1-2 16,0 0 5-16,3-1 1 0,1-4 2 0,0-2-2 15,0-5-1-15,0-1 4 0,0-4-1 0,1-2 2 16,-2-2-3-16,2-1 0 0,1-3 1 0,-2-2 0 16,0 2 2-16,0-3-2 0,0 0 6 0,2-2-4 15,-2-2-2-15,0 7 1 0,0-7 3 0,0 4 0 16,0-4-3-16,2 1 2 0,-2-1 9 0,0 0-11 0,0 0 1 0,0 5-4 16,0-5-13-16,2 3-10 0,-2-3-18 0,0 0-19 15,0 0-24-15,0 0-46 0,0 0-68 0,0 0-84 16,5-12-232-16,-5 12-558 0,3-10 247 0</inkml:trace>
  <inkml:trace contextRef="#ctx0" brushRef="#br0" timeOffset="91076.79">12910 4845 3 0,'-2'-6'273'0,"2"6"-25"0,0-4-29 0,0 4-28 16,0 0-18-16,0 0-24 0,0 0-12 0,0 0-16 16,0 0-14-16,-1 18-8 0,0-6-8 0,-1 7-11 15,0 4-6-15,-1 5-4 0,1-2-8 0,0 1-8 16,-2 2-3-16,3-4-3 0,-1 4-5 0,-2-3-4 0,1 1-1 0,2-1-4 15,0-6-1-15,0-3-4 0,-1 2-3 0,1-4-3 16,-2-3 1-16,2 0-2 0,1-5-7 0,-2-2 2 16,2 1 4-16,-2 2-3 0,2-4 0 0,-1 1 4 15,0 0 7-15,-1-2 1 0,0 0-8 0,2-3-28 16,0 0-34-16,0 0-38 0,-18-8-41 0,15 3-49 16,0 1-46-16,-4-6-141 15,3-1-384-15,-2-1 169 0</inkml:trace>
  <inkml:trace contextRef="#ctx0" brushRef="#br0" timeOffset="91424.54">12837 4801 197 0,'-3'-1'288'0,"3"-4"-16"16,0 5-13-16,0-5-29 0,0 5-18 0,0-4-25 15,0 4-18-15,0 0-22 0,0 0-15 0,9 0-15 16,3 2-12-16,5 6-11 0,11 3-12 0,3 3-6 16,2 4-5-16,16 8-4 15,-6-1-2-15,-2 3-7 0,-11-5-6 0,-1 4-4 16,-6 0-6-16,-4 1-5 0,-2 1-3 0,-3 1 0 16,-8 0-6-16,-2 0-1 0,-4-4-4 0,-6 5 0 15,-6-2-3-15,-7-3-2 0,-4 0 0 0,-9-2-5 0,-8 6 5 16,6-15 7-16,-3 4 8 0,-8 0 2 0,13-6 8 15,-2-2 5-15,4-1 9 0,2-3 4 0,8-2-1 16,3 3-6-16,4-7-1 0,3 0-9 0,4 2 0 16,-3-2-6-16,5 2-8 0,-1-3-7 0,0 3-4 15,5-3-5-15,0 0-3 0,0 0-14 0,10 5-19 0,4-4-45 16,4-2-78-16,5-2-107 0,-3-2-326 0,7-2-626 16,-9 2 277-16</inkml:trace>
  <inkml:trace contextRef="#ctx0" brushRef="#br0" timeOffset="94084.35">14026 5087 8 0,'-5'1'163'16,"5"-1"1"-16,-6 2-5 0,6-2-7 0,0 0-7 16,0 0-10-16,-8 0-8 0,8 0-7 0,-4 2-10 0,4-2-13 15,0 0-5-15,0 0-14 0,-5 0-7 16,5 0-5-16,0 0-10 0,0 0-2 0,0 0-7 16,0 0-6-16,0 0-5 0,0 0 2 0,-5 3-7 15,5-3-3-15,0 0 1 0,0 0-12 0,0 0 5 0,0 0-11 0,0 0 8 16,0 0 2-16,0 0-6 0,0 0-5 0,0 0 4 15,-6 0-4-15,6 0 5 0,0 0 5 0,0 0 0 16,0 0 0-16,0 0-1 0,0 0 5 0,0 0 3 16,0 0 2-16,0 0 0 0,0 0 2 0,0 0 0 15,0 0 4-15,0 0 1 0,0 0 1 0,0 0 0 16,0 0-1-16,0 0-5 16,0 0 0-16,0 0-3 0,0 0-3 0,0 0-3 15,0 0-3-15,0 0 0 0,0 0 0 0,0 0-2 16,0 0 0-16,0 0 0 0,0 0 3 0,0 0-3 15,0 0 3-15,0 0 0 0,0 0-4 0,0 0 6 16,0 0-2-16,0 0 3 0,0 0-3 0,0 0 2 16,0 0 3-16,0 0-3 0,0 0-2 0,0 0-1 15,0 0 0-15,0 0-3 0,0 0 1 0,0 0-3 0,0 0 0 16,0 0 0-16,0 0 0 0,0 0 0 0,0 0-3 0,0 0-1 16,0 0-2-16,0 0-1 0,0 0-3 0,0 0 2 15,0 0-1-15,0 0-3 0,0 0 2 0,0 0-3 16,0 0-1-16,0 0 4 0,0 0-2 0,0 0 0 15,0 0-2-15,0 0 0 0,0 0 1 16,0 0-1-16,0 0 3 0,0 0-1 0,0 0-5 0,0 0 1 0,0 0 0 16,0 0 1-16,0 0-2 0,0 0 4 0,0 0-2 15,0 0 1-15,0 0 0 0,0 0 1 0,0 0 5 16,0 0-11-16,0 0 2 0,0 0 1 0,0 0 4 16,0 0-2-16,0 0-3 0,0 0 1 0,16 0 4 15,-2 0-1-15,4-3-2 0,10-1-1 0,6 1 3 16,4-2-2-16,-2 3-3 15,18-3 6-15,-14 1-4 0,0 1 2 0,11-2-2 16,-15 3-1-16,-2-1 2 0,-2 1 2 0,0 0 0 16,-5 0-2-16,-8 1 1 0,-1 1-2 0,-5 0 3 15,-3-1 0-15,-2 1-8 0,1-2-4 0,-4 2-10 16,0-1-13-16,-5 1-16 0,6 0-25 0,-6 0-23 16,0 0-29-16,0 0-33 0,0 0-35 0,0 0-47 15,0 0-144-15,-22-1-417 0,16-1 185 0</inkml:trace>
  <inkml:trace contextRef="#ctx0" brushRef="#br0" timeOffset="94917.54">14840 4816 137 0,'0'0'127'0,"0"0"10"15,-5-4-5-15,5 4-7 0,0 0-1 0,0 0-11 16,0 0-1-16,0 0-11 0,0 0-2 0,0 0-15 16,0 0-7-16,0 0-10 0,23-1-5 0,-9-1-8 15,5 4-6-15,-1-4-3 0,5 4-9 0,5-2 1 16,-5 3-6-16,8 2-3 0,-5 0-2 0,2-1-8 16,4 3-1-16,-3-1 1 0,-2 3-2 0,0-2 0 15,-8 0-3-15,0 1 1 0,-2 1-5 0,-4 0 0 0,-2 3-1 0,-5-3-10 16,-3 3-2-16,-3 0 0 0,-5-2-4 0,-4 7 3 15,-5-3-1-15,-3 1 6 0,-6-1-2 0,-1 1 3 16,-3 2 1-16,0-4-5 0,0-2 3 0,2-2-3 16,-3 0 7-16,1 0-4 0,5-2 9 0,2-3 9 15,3 1 1-15,3 0 8 0,2-3-10 0,6 0 1 16,-3 1-2-16,4-1-3 16,1 0 1-16,4-2 3 0,0 0 5 15,0 0-4-15,12 4 8 0,4-4-5 0,5 1-5 0,-2 0-4 16,13 3-2-16,-3-3 1 0,3 3-2 0,1-1 1 15,3 0-3-15,-5 2 1 0,2 2-6 0,-1-2 3 16,-4 2-3-16,-6-2 4 0,-3 2-2 0,0 0-2 16,-6 0-2-16,1-2-4 0,-8 1 0 0,1-1-2 15,-6 1 0-15,-1 1 3 0,-1-2 1 0,-7 2 2 0,-6 1 3 16,-4-3 1-16,-11 4 4 0,-2 0 10 0,-1-1 2 16,-2-4 3-16,-3 1-1 0,-3 0 1 0,-11-2 1 15,-2-3-6-15,13 3 14 0,0-3 9 0,4 0 8 16,6 0 1-16,3 0-3 0,6 0-5 0,7-5-5 15,3 4-4-15,3-1-6 0,-1 2 2 0,3-2-8 16,6 2-11-16,-13 0-11 16,13 0-17-16,0 0-26 0,-4 2-38 0,4-2-42 15,0 0-56-15,19-8-216 0,-8 4-429 0,1 2 189 16</inkml:trace>
  <inkml:trace contextRef="#ctx0" brushRef="#br0" timeOffset="95503.4">15969 4702 90 0,'-11'1'171'16,"4"-1"-13"-16,0 2-8 0,-3-1-10 0,0 3-10 15,-3 1-8-15,1 0-9 0,0 0-8 0,-5 6-11 0,-2-1-2 0,0 10-2 16,-3-2-4-16,-1 3-6 0,1 2-6 0,4 2-7 16,-2-1-1-16,3 1-8 0,1 1 10 0,3-3 2 15,-1 4-5-15,6-2-3 0,2 1 0 0,3-7-6 16,2-1 7-16,2 1 8 0,3-1 3 0,1 0 5 15,6-1 4-15,5 3 3 0,3-1 17 0,4-4 9 16,4-1-9 0,1-2-1-16,3-5-14 0,2 1-1 0,-2-1-4 15,-2-5-3-15,2 1 4 0,-2-3 9 0,-8-3 17 16,-1 1 2-16,-2-3 9 0,-5 1-6 0,-2-2 7 0,0 1-3 16,-2-2-13-16,-7-2-7 0,3 1-20 0,-5-2-6 15,-6 0-32-15,-7-4-1 0,-1 4 2 16,-18-1-5-16,-5 0-13 0,-14 2-17 0,-3 1-21 15,3 4-33-15,11-1-52 0,-13 5-43 0,18 3-58 0,2-1-87 0,1 1-400 16,13-1-744-16,6 0 331 0</inkml:trace>
  <inkml:trace contextRef="#ctx0" brushRef="#br0" timeOffset="96953.4">5497 4332 12 0,'0'0'89'0,"0"0"-7"15,0 0-6-15,0 0-20 0,2 13-2 16,-3-4-4-16,1 8 3 0,-1 7-3 0,1 6 10 16,-2 16 10-16,-1 4-3 0,0 7 2 0,0 24 1 15,1-22 0-15,-4 30-3 0,3 0 6 0,-2-9-10 0,5-21 7 16,-1 1-4-16,-3 22-4 0,3-23 5 0,3 1-9 16,-1 1 5-16,2-2-4 0,0-1 2 0,-2-7 2 0,3-2 0 15,1-1-3-15,-3-13-5 0,2-1-4 0,1-1-2 0,0-3-2 16,-1 2-3-16,0-4-5 0,0 3-2 15,0-5 0-15,-2 2-9 0,1-2-3 0,-1-7 3 0,-2-2-5 16,0 2 2-16,2 0-5 0,-4-1-1 0,2-6-4 16,-2 4 2-16,0-6-3 0,2 2-2 0,-2-2-2 15,2 0 4-15,-3-1 3 0,2 0-5 0,0-3-1 0,1-1 0 16,-4 2 3-16,5-3 14 0,-1 0 7 0,0-4 6 16,-2 6 1-16,0-3 5 0,2-3-1 0,2 5-1 15,-2-5-3-15,-3 4-2 0,3-4-6 0,0 0-1 16,0 0-3-16,-1 3 0 0,1-3-8 0,0 0 1 15,0 0-6-15,0 0 2 0,-1 5 0 0,1-5 1 16,0 0 4 0,0 0 5-16,0 0 7 0,0 0 2 0,0 0-3 0,0 0 4 15,0 0-5-15,7 0 3 0,-7 0-4 0,19-4-3 16,2-2 1-16,9-4-7 0,9 0-13 16,11-4-31-16,0-2-67 0,-1 1-82 0,5-2-110 15,-18 5-214-15,-3-5-534 0,2 1 237 0</inkml:trace>
  <inkml:trace contextRef="#ctx0" brushRef="#br0" timeOffset="97670.84">5622 4321 135 0,'0'0'197'15,"0"0"-17"1,0 0-8-16,0 0-11 0,0 0-15 0,-5 3-14 0,5-3-8 15,0 0-17-15,0 0-9 0,0 0-7 0,0 0 4 16,0 0-7-16,23 4-9 0,6-4-7 16,8-3-1-16,23 1-9 0,31-5-39 0,5-1-78 15,6-5-99-15,-1-5-150 0,-5-2-330 0,-4-2 146 16</inkml:trace>
  <inkml:trace contextRef="#ctx0" brushRef="#br0" timeOffset="99212.35">16027 4282 157 0,'0'0'197'0,"-1"-5"1"16,1 5-4-16,0-4-3 0,0 4-10 16,-3-6-10-16,3 6-5 0,0-4-28 0,0 4 5 15,0 0-18-15,-1-3-10 0,1 3-10 0,0 0-12 0,0 0-8 16,-5-3-12-16,5 3-7 0,0 0-7 0,0 0-10 0,0 0-4 15,0 0-12-15,0 0-2 0,0 0 1 0,0 0-10 16,0 0 1-16,0 0 1 0,0 0-5 0,17 4-3 16,-11-2 2-16,8 2-6 0,-1-1-4 0,5-1-2 15,2 0-8-15,-1 1-4 0,2-3-5 0,0 2-2 16,0-1-6-16,-1 1-3 0,2-4 3 0,-4 1-4 16,1-1 4-16,-2-2 1 0,-3 2 4 0,-4-1 0 0,2 2 3 0,-5-2 5 15,0 1 8-15,-1 0 10 0,-1-2 4 0,0 3-1 16,-1-2 0-16,0-1 11 0,-1 0 7 0,-2-1-5 15,0 1 8-15,0 2 6 0,1-4 4 0,-2 6-3 16,-3-6 3-16,3 6 3 0,0-5-1 0,0 5 0 16,0-5-9-16,0 5 1 0,0 0-10 0,-1-6 0 15,1 6-7 1,0 0-1-16,0 0-4 0,0 0-1 0,0 0-6 16,0 0-6-16,1-4-13 0,-1 4-27 0,0 0-5 15,0 0 1-15,-4 20 5 0,3-8 7 0,-2 8-3 0,2 7 4 16,-3 6 1-16,-1 15 4 0,4 5 6 0,-2 28 3 15,2-24 1-15,0 2 2 0,1 26 2 16,-1-29 3-16,3 4 2 0,2 0-1 0,4-2 1 16,-2 0 0-16,2-2 0 0,2-1-1 0,3 1 5 0,-4 0 2 0,3-1 1 15,-8-3 1-15,5 0-6 0,0-6 7 0,0 1-2 16,-6-12-1-16,3 0 3 0,-2-2 0 0,-3 1 2 16,3 0-2-16,-4-2-1 0,0-3 0 0,0 0 1 15,0-3-1-15,-3-5 2 0,2 0-1 0,0-3-1 16,-2-3 1-16,2 2-4 0,-2-5 3 0,2 0 0 15,-1-2 1-15,0 0-4 16,2-4 2-16,-1 1 1 0,1-2-3 0,0 0 0 16,-5 0 1-16,5-2 1 0,0-3 1 0,-3 9 12 15,3-9 6-15,-1 5 7 0,1-5 8 0,0 0 6 16,0 0 3-16,0 5 4 0,0-5 8 0,0 0-2 16,0 0 2-16,0 0-5 0,0 0 3 0,0 0-8 15,0 0-7-15,0 0-2 0,0 0-3 0,0 0-7 16,0 0-3-16,0 0-1 0,0 0-5 0,0 7-3 0,0-7-3 0,0 0 1 15,0 0-2-15,0 0-7 0,0 0-8 16,0 0 4-16,0 0-6 0,-9 3-3 0,3-3 1 16,-8 1 2-16,-3 3-3 0,-5 0 5 0,-8 0-3 15,-2-3-2-15,-3 2 4 0,-4 0 6 0,-18 0-12 16,1-1-3-16,3-3-1 0,-1-1-3 0,14-2 1 16,3 1-13-16,5 1-22 0,3-6-27 0,7 4-38 0,2 0-50 0,8-1-74 15,3-4-71-15,0-3-195 0,9 0-544 0,5 0 241 16</inkml:trace>
  <inkml:trace contextRef="#ctx0" brushRef="#br0" timeOffset="100246.34">17066 4759 81 0,'0'-5'254'16,"-2"1"-11"-16,2-1-3 0,0 5 0 0,-2-8 2 16,2 5-8-16,0 3-8 0,0-5-24 0,0 5-19 15,0 0-24-15,0-5-16 0,0 5-19 0,-1-3-11 16,1 3-13-16,0 0-17 0,0 0-10 0,0 0-9 16,0 0-8-16,0 0-4 15,7 10-8-15,-4-5-2 0,4 4-1 0,-1-1-3 16,0 2-2-16,6 5-7 0,3-2-10 15,-2 0-13-15,1 1-5 0,0-4-8 0,0 1-12 16,0 0-4-16,-1-4 1 0,-3 1 2 0,1-2 0 16,0-2-22-16,-1 1 13 0,-1-4 1 0,0 0 2 0,-1-2 5 15,2-3-1-15,-1-1 14 0,-1-3 6 0,-2-1 6 16,0 0 4-16,1-1 9 0,-4-2 7 0,4 0-1 0,-6 1-1 16,3-2 6-16,0 3 2 0,-3-2 3 0,3 0 4 15,-1 3 3-15,-3-1 6 0,1 3 1 0,-1 2 0 16,0-1-1-16,0 3-4 0,0-4-9 0,0 5-3 15,1-1-5-15,-1 3-15 0,0 0-15 0,0-5-29 16,0 5-2-16,0 0 1 0,0 0 2 0,3 16 5 16,-3-5 2-16,0 6-5 0,0 10 9 0,1 2-1 0,-1 8-3 0,0 10 13 15,-1 0 3-15,1 0-6 0,-3 2 3 0,6 2 4 16,-2-1 0-16,4 2 4 0,-1-1 5 0,1 0 0 16,0-3 0-16,6 0-3 0,-5-14 3 0,4 12 5 15,-5-14-2-15,2 1 0 0,1 0-2 0,-4-3 6 16,0-1-3-16,-1-2 0 0,-5-6 1 0,1-3-3 15,0 1 1 1,-4-2 3-16,1-1-2 0,-5-1 0 0,-1-2 2 0,-3-1 1 16,0-3-4-16,-2 3 5 0,-6-7 1 0,1 3 5 15,-7-2-4-15,-2-2 9 0,1-2 3 0,-2-2 6 16,2-2 12-16,8 1-3 0,-2-4 6 16,4-4-1-16,0 2 10 0,0-4 11 0,4 1 15 15,-1-4-2-15,3-2 6 0,3-9-3 0,4-1-7 16,4-7-8-16,4-2-9 0,8-16-18 0,9-4-27 0,20-20-9 0,-8 24-9 15,20-22 1-15,5 8-6 0,-19 21 2 0,3 3 8 16,1-1-3-16,-1 3-5 0,-1 3 2 0,-4 3 23 16,-10 9 4-16,-3 5 17 0,-1-2 0 0,-8 6-1 15,0 2 14-15,0 1 13 0,-7 5 10 0,0-1 3 16,-3 2-4-16,0 1-9 0,0 2-12 0,0 0-5 16,-3-1-18-16,-1 4-41 15,4-4-43-15,-3 2-34 0,-1 2-36 0,0 0-8 16,0 0-2-16,0 0-17 0,-6 13-31 0,-2-8-31 15,3 4-52-15,0-1-62 0,-4-1-195 0,4-2-568 16,2 0 252-16</inkml:trace>
  <inkml:trace contextRef="#ctx0" brushRef="#br0" timeOffset="101032.36">18214 4848 33 0,'-8'2'182'16,"8"-2"-11"-16,-5 0-6 0,5 0-2 0,0 0-12 16,0 0-2-16,-8 2-8 0,8-2-8 0,0 0-8 0,0 0-9 0,18 3-8 15,-6-3-8-15,8-2-8 0,12 2-12 0,-1-3-7 16,5 3-10-16,-2-2-8 0,7 0-2 0,9 1-5 16,-12-2 0-16,2 2 0 0,-6-1-5 0,3 2-1 15,-6-1-6-15,-3 1 0 0,-5 0-4 0,-5 0-3 16,-5 0-8-16,-4 0 4 0,-1 0-6 0,0 0-1 15,-1 0-12-15,-7 0-11 16,6 0-4-16,-6 0-6 0,0 0-10 0,0 0-16 16,0 0-11-16,-18 3-15 0,9-2-23 0,2 3-21 15,-4-4-34-15,5 2-32 0,-6 0-135 0,5 0-337 16,-1-2 150-16</inkml:trace>
  <inkml:trace contextRef="#ctx0" brushRef="#br0" timeOffset="101369.01">18292 5107 203 0,'-8'2'283'15,"4"-2"-22"-15,0 2-26 0,4-2-19 0,0 0-18 16,0 0-20-16,16 1-17 0,3-4-17 0,12 1-14 16,9-3-15-16,10 0-9 0,9 3-10 0,-2-5-4 15,6 4-19-15,-4-2-3 0,2 3-7 0,-3-1-7 16,-5 1-5-16,-13 0-4 0,-4 2-6 0,-3 0-3 0,-6-1-5 16,-9 1-3-16,-7-1-1 0,1 1-2 0,-5 0-5 0,1 0-5 15,-3-1-11-15,-5 1-12 0,0 0-18 0,0 0-22 0,0 0-31 16,0 0-38-16,0 0-49 0,-25-2-68 0,12 2-162 15,1 0-425-15,0-5 189 0</inkml:trace>
  <inkml:trace contextRef="#ctx0" brushRef="#br0" timeOffset="103585.56">20051 4437 210 0,'1'-12'246'0,"-1"-6"-18"0,3 3-6 16,0-1-1-1,-2 1 0-15,-1-1 3 0,1 4-4 0,-1 2-5 16,0 0-6-16,0 0-7 0,0 3-10 0,1 2-9 16,-1 0-25-16,0 1-19 0,2 0-15 0,-2 4-17 15,0 0-17-15,0-6-20 0,0 6-37 0,0 0-22 16,0 0 3-16,1 13-6 0,-1-2 0 0,0 9-5 15,0 9 1-15,1 0 5 0,-1 2-5 0,3 14 6 16,-2-11 0-16,0 0-2 0,3 3 4 0,-2-7-3 0,1-2 2 0,4 1-1 16,-5-3 2-16,1-6 0 0,-1-3-7 0,0 0-20 15,0 0-19-15,-2-5-19 0,0 0-31 0,-2 0-34 16,2-1-33-16,0-1-27 0,-3-1-43 0,2 2-47 16,-2-6-158-16,-2 0-461 0,0 2 204 0</inkml:trace>
  <inkml:trace contextRef="#ctx0" brushRef="#br0" timeOffset="104425.5">19748 5020 199 0,'-6'0'198'0,"6"0"-15"15,-9 0-14-15,9 0-2 0,-5 0-10 0,5 0-11 16,0 0-6-16,-8 0-8 16,8 0-10-16,0 0-11 0,0 0-5 0,0 0-11 15,0 0-10-15,-6 2-6 0,6-2-7 0,0 0-13 16,0 0-2-16,-4 3-6 0,4-3-6 0,0 0 0 15,0 0-8-15,0 0-1 0,0 0-4 0,0 0 6 16,0 0-4-16,0 0 0 0,0 0-5 0,0 0 3 16,0 0-5-16,0 0-8 0,0 0 0 0,0 0 2 15,0 0-1-15,0 0-4 0,0 0 1 0,0 0-2 0,0 0 1 0,0 0-1 16,0 0-1-16,0 0-3 0,0 0 4 0,0 0 0 16,0 0 0-16,0 0-4 0,0 0 0 15,0 0 2-15,0 0-3 0,0 0-1 0,0 0-1 16,0 0-1-16,0 0-1 0,0 0-2 0,0 0 2 0,0 0-2 15,0 0-1-15,0 0 3 0,0 0-3 0,0 0-1 16,0 0 3-16,0 0-5 0,0 0 7 0,0 0-6 0,0 0-2 16,0 0 4-16,0 0-2 0,0 0 0 0,0 0-2 15,0 0 3-15,0 0-1 0,0 0-1 0,0 0 0 16,-4 2-3-16,4-2 5 0,0 0-2 0,0 0 3 16,0 0-3-16,0 0 0 0,0 0 3 0,0 0 0 15,0 0-4-15,0 0 1 0,0 0 1 0,0 0-2 16,0 0-3-16,0 0 5 15,0 0-3-15,0 0 2 0,0 0 0 0,0 0 0 16,0 0 2-16,0 0-1 0,0 0 0 0,0 0 2 16,0 0-1-16,0 0 0 0,0 0-3 0,0 0 1 15,0 0 0-15,0 0-1 0,0 0 3 0,0 0 0 16,0 0 0-16,0 0 0 0,0 0-2 0,0 0 0 16,0 0 0-16,0 0 1 0,0 0 0 0,0 0-3 15,0 0 0-15,0 0 2 0,0 0 1 0,0 0 0 0,0 0 3 16,0 0 6-16,0 0 1 0,0 0 1 0,0 0 2 0,0 0 0 15,0 0-1-15,0 0 1 0,0 0 2 0,0 0 2 16,0 0-5-16,0 0 1 0,0 0-1 0,0 0 0 16,0 0-2-16,0 0 16 0,0 0-2 15,0 0 1-15,35-5-4 0,-15 1 0 0,13 0-2 16,7-3 1-16,16 0-6 16,7 2-1-16,1-2 1 0,29-5 0 0,-2 5 6 15,-28-1 10-15,5 1 1 0,24 0-5 0,-29 5 1 16,-2-1 9-16,-3 1-12 0,-6 2-5 0,-14-3-3 15,-2 2-1-15,-6 0 0 0,-14-1-1 0,1 2-7 16,-4 0-2-16,-2 0-5 0,-3 0-1 0,0-1-5 16,-2-1-11-16,-6 2-22 0,9 2-16 0,-9-2-28 15,0 0-34-15,0 0-28 0,0 0-27 0,-26 1-27 0,13-2-30 0,-2 4-230 16,-4-2-496-16,1 1 219 0</inkml:trace>
  <inkml:trace contextRef="#ctx0" brushRef="#br0" timeOffset="105096.02">20213 5184 84 0,'-5'2'231'0,"5"-2"-10"15,0 0-15-15,-2 3-21 0,2-3-19 0,0 0-14 16,0 0-17-16,0 0-13 0,16 3-5 0,-4-3-13 16,-1 2-11-16,11 0-10 0,1 1-5 0,4 0-9 0,2 2-9 15,-2-1-5-15,0 4-5 0,-5-3-6 0,-4-1-2 16,-3 3-8 0,-2-1-4-16,-2-1-4 0,-4 3-4 0,-1-1-18 15,-3-1-6-15,-1 5-2 0,-6 2 1 0,-3 1-2 16,-5 1-1-16,-1-3 2 0,-10 2 0 0,8-1-2 15,-8 1 4-15,4-6-2 0,1 2 1 0,0-2-2 16,0 0 3-16,2-4 4 0,3 2-2 0,5 1-9 16,-1-3 12-16,3-1-4 0,-1 2-2 0,1-3-2 15,4 2-3-15,0-1 2 0,1 0 2 0,1-3 1 0,11 7-6 0,0-4 11 16,5 2-5-16,2-1 3 0,5-1-2 0,5 3-1 16,-1-1-2-16,1 3 4 0,2-1-1 0,-1-1-1 15,-3 2 1-15,-6-2 1 0,0 3-3 0,-2-1 4 16,-1 4 1-16,-7-4-2 0,-1 2-1 0,-4 1-1 15,-2 1-2-15,-6-2 8 0,-2 6 2 0,-9-2 3 16,0-1 2 0,-13 1 8-16,-4 1 0 0,-4-3 13 0,-4-2 3 15,-9-1 8-15,-2-1-3 0,0-1 6 0,9-6 6 0,3 0 5 16,-3-2-1-16,4 0 2 0,1-2-4 0,2-1-1 16,4 0-10-16,10 1 1 0,3 0-5 15,5 1 3-15,3-1-25 0,2-2-52 0,6 0-68 16,5 0-76-16,2-4-91 0,11 1-138 0,-1-6-443 15,12 2 196-15</inkml:trace>
  <inkml:trace contextRef="#ctx0" brushRef="#br0" timeOffset="106198.72">21599 4928 64 0,'0'0'164'15,"-5"2"-9"-15,5-2-12 0,0 0-15 0,0 0-11 16,0 0-11-16,0 0-13 0,17-2-10 16,-4-2-4-16,5 1-12 0,1-2-4 0,8-2-6 0,3 2-9 15,-1-1-7-15,2-2-3 0,-1 0-8 0,2-2-6 0,3 1 2 16,-5-2-4-16,1-2-1 0,0 0-1 0,-1 1-6 16,-3-2 6-16,-4-2 0 0,1 2 3 0,-6 3 13 15,-5-2 13-15,1 1 9 0,-2 0 9 0,-6 1 3 16,2 0 8-16,-3 0 0 0,-3 2 5 0,1 0-3 0,-3-3-9 15,-4 4-9-15,-2 4-8 0,-3-2-6 16,-4-1-3-16,-6 3-4 16,-3 2-6-16,-6 2-4 0,-3 5-5 0,0 2-4 15,-4 0-1-15,-1 3-3 0,0 6-4 0,-11 8-2 16,0 0-2-16,1 0-2 0,13-3 0 0,3 0-2 16,2 1 0-16,1 3-2 0,5-3 7 0,6 2-8 15,2-1 1-15,2 2 9 0,10-8 4 0,3 1 7 16,6-2 6-16,5 0 2 0,4-4-1 0,14 1 1 15,6-2-5-15,15-1 0 0,3-3 0 0,3-5-7 0,2-1-1 0,0-2-1 16,-7-3-1-16,3 0 2 0,-19 1-7 0,2-2 2 16,-3 3-1-16,-6-3-4 0,-7 1-3 0,-4 1-4 15,-4 0 1-15,-4 0-16 0,-3-1-25 0,-2 1-20 16,-3-1-24-16,-2 1-22 0,0-4-31 0,-4 5-26 16,-1-5-27-16,-4-1-38 0,-1 3-146 0,2-3-403 15,-1-1 178-15</inkml:trace>
  <inkml:trace contextRef="#ctx0" brushRef="#br0" timeOffset="106800.14">22278 4102 9 0,'0'0'204'0,"-3"-3"-29"16,3 3-11-16,0 0-15 0,7-4-19 0,1 4-13 15,2 0-13-15,4 0-8 0,4 1-15 0,0 1-4 0,4 2-6 0,5-1-4 16,1 3-7-16,0 0-5 0,-9 1-4 0,1 1-6 16,-1 2-6-16,-2-2-10 0,-3 5-10 0,-1-2 0 15,-4-2-4-15,-3 7-1 0,-3 1-4 0,-6 0 1 16,-4 2-1-16,-6 2-4 0,-9 1 2 0,-1 0-2 16,-7-1 5-16,-1 3-2 0,-2-5-2 0,-2 0 5 0,2-2 6 15,-2-2 8 1,3-2 4-16,4-1 1 0,3-3 3 0,8-1-6 15,3-2 2-15,4-2-3 0,3-1-6 0,-1-1 0 16,3 1-1-16,-2 0 3 0,7-1-4 0,0-2 5 16,9 3-2-16,5-2-2 0,7-1-4 0,9 0-1 15,4-1-30-15,1 0-31 0,2-2-23 0,17-4-40 16,-16 3-61-16,-1 1-146 0,-1-4-343 0,-3-1 152 16</inkml:trace>
  <inkml:trace contextRef="#ctx0" brushRef="#br0" timeOffset="107232.5">22866 4083 124 0,'2'-10'313'15,"-1"0"-15"-15,0 3-17 0,1 1-8 0,0 1-14 16,-1-2-21-16,0 3-24 0,-1 2-21 0,0 2-24 15,2-4-18-15,-2 4-16 0,1-6-16 0,-1 6-20 16,0 0-14-16,0 0-14 16,0 0-7-16,0 0-8 0,4 13-5 0,-4-1-7 15,0 7-3-15,0 0-10 0,-1 6 1 0,-1 3-3 16,2 0-1-16,-4 1-3 0,3-3-4 0,-2 3 8 16,5-2-10-16,-7-4 7 0,4 2-14 0,-1 1 3 15,4-9-5-15,-4 3-2 0,2-6 4 0,0-3-7 16,0 3 1-16,0-4 3 0,0-1-3 0,2 3 4 15,-1-4-6-15,-1-3 7 0,3 2-2 0,0-2-2 0,-3 0-1 0,0-1 3 16,0 1 0-16,0-5-2 0,0 4 1 0,0-4 2 16,0 0-3-16,3 4 0 0,-3-4 1 15,0 4 1-15,0-4 0 0,0 0 2 0,1 4-1 16,-1-4-2-16,0 0 2 0,9-1-2 0,-9 1-3 16,12-1-32-16,-5-3-26 0,3 2-24 0,-2-1-35 15,2 1-39-15,0-3-43 16,2-2-50-16,-1 1-244 0,-2-2-528 0,2 0 234 15</inkml:trace>
  <inkml:trace contextRef="#ctx0" brushRef="#br0" timeOffset="107401.89">22841 4293 316 0,'0'0'321'0,"-7"0"-4"0,7 0-24 0,0 0-26 15,0 0-23-15,0 0-26 0,0 0-19 0,27-5-32 16,5-1-34-16,7-1-67 0,19 0-91 0,4-5-122 16,-5 6-249-16,1-6-427 0,-5-1 190 0</inkml:trace>
  <inkml:trace contextRef="#ctx0" brushRef="#br0" timeOffset="109321.87">23639 4812 17 0,'-19'5'150'16,"0"-4"-12"-16,2 2 10 0,6-3-4 0,-3 0-10 16,6 3-10-16,2-2-12 0,-2 0-10 0,3 1-6 15,-1 0-13-15,2-1-3 16,4-1 2-16,0 0 6 0,-9 2 1 0,9-2 0 16,0 0 0-16,-8 1-4 0,8-1-1 0,0 0-2 15,0 0 0-15,-5 0-1 0,5 0-5 0,0 0-3 16,0 0-5-16,0 0 2 0,0 0-5 0,0 0-5 15,0 0-2-15,0 0-3 0,0 0-4 0,0 0-1 16,0 0-3-16,0 0-4 0,0 0-1 0,0 0-4 16,0 0-6-16,0 0-1 0,0 0-1 0,0 0-5 0,-4 2 3 0,4-2-7 15,0 0-1-15,0 0-6 0,0 0 4 0,0 0-3 16,0 0-3-16,0 0 0 0,0 0-3 0,0 0-3 16,0 0 3-16,0 0-3 0,0 0 0 15,0 0 2-15,0 0-4 0,0 0 0 0,0 0 0 0,0 0 1 16,0 0 1-16,0 0-5 0,0 0 3 0,0 0-3 15,0 0 0 1,0 0 2-16,0 0-2 0,0 0 2 0,0 0-4 16,0 0-1-16,0 0 3 0,0 0-2 0,0 0 1 15,0 0-1-15,0 0-1 0,0 0 3 0,0 0-4 16,0 0 2-16,0 0 0 0,0 0-2 0,0 0 1 0,0 0-3 16,0 0 5-16,0 0 2 0,0 0-1 15,0 0 2-15,18 2 3 0,-5-4-1 0,7 1-2 16,6 0 2-16,2-3 1 0,4 2-4 0,1-1 0 0,0 2-1 0,1-2 0 15,-2 1 5-15,0 0-1 0,-2-1-2 0,-2 1 0 16,-7 1-1-16,-6-1 1 0,4 2 0 0,-9-2 1 16,1 2-1-16,-4 0 0 0,0 0-3 0,-2-2 5 15,-5 2-9-15,9-1-13 0,-5-1-15 0,-4 2-23 16,0 0-30-16,7-1-24 0,-7 1-24 0,0 0-16 16,2-6-30-16,-2 6-28 0,0-4-194 0,0 4-433 0,0 0 192 0</inkml:trace>
  <inkml:trace contextRef="#ctx0" brushRef="#br0" timeOffset="109600.5">24299 4577 2607 0,'2'-10'165'16,"-2"-2"-22"-16,0 0 13 0,0 2 26 0,-2 0 5 15,-1 4 5-15,3-2-35 0,0 3-20 0,0 1-31 16,0 4-16-16,0-8-10 0,0 7-18 0,0 1-27 0,5-3-13 16,-5 3-7-16,0 13-4 0,0 3-3 0,0 3 4 0,3 9-1 15,-1 4-4-15,-2 2 3 0,4 2 1 0,0 9 4 16,-1-10 12-16,-1 1-36 0,2-2-23 0,4-3-17 16,-2-3-26-16,-2 0-33 0,-3-3-32 0,0-7-45 15,-2 0-61-15,2 1-78 0,-1-9-223 0,-1-1-592 16,1-6 261-16</inkml:trace>
  <inkml:trace contextRef="#ctx0" brushRef="#br0" timeOffset="111358.23">24460 3895 91 0,'-3'-3'168'16,"3"3"-9"-16,0 0-9 15,-2-4-22-15,2 4-15 0,0 0-11 0,0 0-12 16,0 0-2-16,0 0-17 0,18 5-3 0,-11-2-7 15,7 2-6-15,5 3-1 0,1-3-11 0,0 2-4 16,7-2-10-16,1 0-4 0,-1 2-3 0,-7-4-7 16,1-1-4-16,0 0-6 0,-3-1-2 0,0 1-8 15,0-2 5-15,-4-3-6 0,-1 0 14 0,0-1-10 16,-3-1 8-16,-1-3 7 0,1 1 1 0,-4-2 18 0,1 0 3 0,-3-2 12 16,0 2 9-16,-2-4 5 0,-2 1 6 0,4 3 7 15,-4 0-9-15,0-1 5 0,2-1 4 0,-2 1-4 16,-2 3-2-16,2 1-1 0,0-2-2 0,0 3-7 15,0-1-1-15,-3 0-9 0,3 6-2 0,-1-5-9 16,2 1-2-16,-1 4-3 0,0-5-4 0,0 5-6 16,0-4-2-16,0 4-6 15,0 0 5-15,0 0-10 0,0 0-1 0,0 0 0 16,0 0-4-16,-2 23 6 0,-1-5-4 16,-1 8-4-16,-1 7 3 0,-4 13 0 0,-3 6-5 15,0 4 8-15,-7 25-5 0,6-23 2 0,-6 27 2 0,5 0 1 16,0-3 4-16,6 1 1 0,4-1 9 0,-2-26 3 15,-2 30 3-15,7-5 8 0,-1-28-5 0,0 1-4 16,2-2 0-16,-1-1-3 0,2 0 1 0,1-3-3 0,0-14-4 16,3 2-1-16,-1 13-3 0,-3-15 3 0,4-1-7 15,-1-1 2-15,-4 4-2 0,4-7 0 0,-3 0 2 16,-1 0-1-16,0-4 1 0,-1-6-2 0,1 0-5 16,0-1 6-16,0-2-2 0,0-4 11 0,0-1 3 15,0-1-3-15,-3-2 1 0,3 0 2 0,0-1 2 16,-1-2-1-16,1-1-2 0,0-1 11 0,0-3 1 0,0 7 2 0,0-7 7 15,0 0-3-15,0 5 4 0,0-5 4 0,0 0 0 16,0 0-4-16,0 0-1 0,0 7-1 0,0-7-5 16,0 0-5-16,0 0 1 0,0 0-11 0,0 0 5 15,0 0-8-15,0 0 3 0,0 5 1 0,0-5-9 16,0 0-2-16,0 0 13 0,0 0 0 0,0 0-22 16,0 0-3-16,0 0-9 15,0 0 4-15,-9 4 4 0,-3-3-3 0,-8-1-31 16,-13 2-27-16,-23-4-42 0,-4 2-55 0,-40-3-63 15,3-4-93-15,-8 0-261 0,1-3-624 0,1-6 276 16</inkml:trace>
  <inkml:trace contextRef="#ctx0" brushRef="#br0" timeOffset="112815.14">21863 4091 48 0,'2'-3'196'16,"-2"3"-8"-16,3-4-12 0,1 1-9 0,-4 3-9 15,1-4-21-15,-1 4-10 0,-8-3-18 0,8 3-9 16,-22 0-11-16,1 0-17 15,-11 3-3-15,-5 1-8 0,-1 0-4 0,-12 5-7 16,9-3-5-16,-9 0-7 0,14-2-6 0,-3-2-3 16,3 2 1-16,3-2-7 0,-2 0 3 0,7-1-5 15,7-2-7-15,3 2 3 0,4-2 10 0,2 1 12 16,2 0-2-16,4 0 4 0,-1-2 10 0,7 2 9 16,-9 0 4-16,9 0-5 0,-7-2 0 0,7 2-5 15,-7 0 0-15,7 0-5 0,-5-3-9 0,5 3-4 0,0 0-2 0,0-4-5 16,0 4 2-16,0 0-5 0,0 0-1 0,0 0-2 15,0-4-4-15,0 4-1 0,0 0-2 0,0 0-4 16,0 0-4-16,0 0 0 0,0 0-8 0,0 0-11 16,0 0-12-16,0 0 1 0,0 0 2 0,0 20 1 15,0-3 1-15,-1 13 0 0,-6 7 5 0,2 10-2 16,-1 6 3-16,-6 35 2 0,2-3 5 0,-2 0 3 0,-3-1 1 16,0-1 1-16,6-3-3 0,1-21 4 0,-7 22-1 15,7-25 3-15,1 3 1 0,-2-4 2 0,-1 3 15 16,4-4 1-16,-1 1 3 0,3-5 1 0,-1 0 3 0,5-3 4 15,-4-13-9-15,4 0-2 0,-2-3 2 0,-2-2-3 16,1-2-3-16,3 0-1 0,-1-8 0 16,-2-1-4-16,3-1-2 15,-1-3-3-15,0-2 5 0,-2-3-1 0,3-1-1 16,0-4-2-16,0 3 1 0,0-2-1 0,-1-2 5 16,1 2 12-16,0-5 14 0,-3 5 7 0,3-5-3 15,0 4 5-15,0-4-4 0,0 0 3 0,0 4-9 16,0-4 8-16,0 0-6 0,0 0-15 0,0 4-4 15,0-4-1-15,0 0 0 0,0 0-2 0,0 0-5 16,0 0 1-16,0 0 0 0,0 4-3 0,0-4-6 0,0 0 3 0,0 0-1 16,0 0 10-16,0 0 3 0,0 0 6 0,0 0 3 15,0 0 11-15,0 0 6 0,0 0 7 0,0 0-2 16,21-4-7-16,-1-1-8 0,7 0-1 0,9 0-5 16,16 0 0-16,-2-4-7 0,5 1-2 0,0 4-8 15,-3-2 5-15,-2 2-1 0,-8 4-5 0,-5-3 1 16,-3 1-8-1,-4 3 4-15,-7 0 1 0,-6-1-4 0,-6-1-3 0,1 1-8 16,-6 0 4-16,2-1-9 0,-3 1 4 16,-5 0-7-16,12-2-8 0,-12 2 8 0,5 2-17 15,-5-2-5-15,0 0 0 0,1-4-12 0,-1 4-43 16,0 0-41-16,-8-6-64 0,-1 2-71 0,3-1-334 16,-2-1-649-16,3-2 288 0</inkml:trace>
  <inkml:trace contextRef="#ctx0" brushRef="#br0" timeOffset="118274.7">5135 7933 84 0,'0'0'138'0,"-6"1"7"0,6-1-8 16,0 0 0-16,0 0-12 0,0 0-2 0,-9-1-7 0,9 1-8 16,0 0-11-16,0 0-12 0,0 0 0 0,0 0-11 15,0 0 0-15,0 0-8 0,0 0 1 16,0 0 5-16,0 0-6 0,0 0-4 0,26-2-5 15,-6-1-2-15,8-1-10 0,6-2-5 0,2 2-10 0,2-2 3 0,2 2-17 16,11-1-25-16,-19 2-28 0,4 1-43 0,-8 0-33 16,3 1-50-16,-10-1-127 0,-1 2-313 0,0-3 139 15</inkml:trace>
  <inkml:trace contextRef="#ctx0" brushRef="#br0" timeOffset="118459.7">5268 8182 59 0,'-4'4'214'0,"2"-1"-25"16,2-3-21-16,1 3-11 0,-1-3-18 0,0 0-11 16,19-1-11-16,-6-1-11 0,7-2-15 0,7-2-7 0,1 2-30 0,3-3-38 15,-3 3-55-15,4-4-52 0,-3 1-141 0,-3-1-252 16,-7 3 112-16</inkml:trace>
  <inkml:trace contextRef="#ctx0" brushRef="#br0" timeOffset="119045.6">5516 7723 120 0,'-3'-3'296'0,"2"-2"-24"0,-3 1-28 0,2 1-25 16,2 3-25-16,-3-2-22 0,3 2-21 0,-1-4-12 0,1 4-19 15,0 0-12-15,0 0-8 0,0 0-15 0,0 0-9 16,10 16-2-16,-4-6-13 0,3 4-4 0,3 0-2 16,1 3-6-16,7 2-7 0,-2 0-4 0,1 1 0 15,-6-4-3-15,6 0-4 0,-3-1-5 0,0-1-3 0,-4-2 0 16,3-1-1-16,-5-1-1 0,0-3-6 0,2 1 3 15,1-2-3 1,-8-1-3-16,6-2 3 0,-6 1-2 0,-1-1 3 16,1-2 5-16,-1 1 20 0,1 1 19 0,-5-3 1 15,0 0 13-15,7 0-10 0,-7 0 4 0,0 0 4 16,0 0-3-16,0 0-1 0,7 0-5 0,-7 0-6 16,0 0-5-16,0 0-5 0,0 0-13 0,0 0-14 0,0 0-15 0,4 2-2 0,-8 6 0 0,-1 4-7 15,-4 5 2-15,-5 9 6 16,0 5-1-16,-11 9 5 0,2 3-6 0,-3 2-5 15,-2 2 3-15,4 4-3 0,-1 1 8 0,1-3-4 16,4 0 2-16,-3-6 0 0,10-9-1 0,-4-2 4 16,6 0 2-16,-1-3-5 0,0-2 6 0,4-2-6 15,0-8 2-15,4 0 5 0,-2-5-3 0,3-4 3 16,0 2 7-16,0-4 7 0,2 1 7 0,-2-4 7 16,2 2 2-16,0-3 7 0,1-2 4 0,-3 5 4 0,3-2 1 0,0-3-6 15,-1 5 2-15,1-5 6 0,0 0-16 0,0 0 1 16,-3 3-9-16,3-3 0 0,0 0 5 0,0 0-15 15,0 0 3-15,0 0-7 0,0 0-9 16,0 0-18-16,0 0-51 0,0 0-40 0,8-11-42 0,-3 4-44 16,4-1-53-16,1-3-49 0,3-2-78 0,9-6-199 15,-3-1-610 1,0-1 271-16</inkml:trace>
  <inkml:trace contextRef="#ctx0" brushRef="#br0" timeOffset="119794.32">7346 7778 110 0,'1'-3'184'0,"0"-4"-8"15,3 3-4-15,-4-2 1 0,3 1-5 0,-6-2 1 16,6 2-2-16,-2-1-11 0,-2 0-10 15,1 1 4-15,-3-1-18 0,-1-1-18 0,-2 2-11 16,-2-1-9-16,-4 0-11 0,1 2-10 0,-8 0-5 0,2 3-3 16,-3-2-11-16,-2 6-1 0,2-2-8 0,-8 3-4 15,1 1-10 1,4 3 1-16,5-3-5 0,-6 7-2 0,1 1-5 16,4-2 0-16,4 1-3 0,2-2-4 0,2 3 0 0,1 1 2 15,2-3-6-15,5 0 0 0,0 1-4 0,2 1 3 16,2 0-4-16,3-3-3 0,3 2 11 15,2-2-6-15,0-1 0 0,8 0 0 0,-2-1-4 16,3-4 2-16,0-2 4 0,0-1-1 0,1-2 0 16,-1 0 2-16,0-1 7 0,-1-4 5 0,-1 2 12 0,-4-1 7 0,0-2 2 15,0 0 4-15,-2 0 7 0,0 1 8 0,1-3 9 16,-4 4 10-16,1 0 5 0,-3 1-3 0,0-1-4 16,-1 2-1-16,1 2-10 0,-4 0-14 0,-1 1-13 15,9-3-7-15,-9 3-15 0,0 0 1 0,4 12-6 16,-4 3-3-16,-4 11-5 0,-1 3 6 0,0 5-6 15,1 3 5-15,-1 11-1 16,-1 1-5-16,1-3 14 0,0 1-8 0,5-11-2 16,1-3 2-16,-1 1 3 0,5-1-29 0,-3 1-37 15,1-5-45-15,0-9-57 0,-1 6-78 0,-1-14-367 16,2-1-649-16,2-7 287 0</inkml:trace>
  <inkml:trace contextRef="#ctx0" brushRef="#br0" timeOffset="121830.76">8158 7489 63 0,'-30'40'149'0,"-2"10"2"16,-13 22-3-16,7 6-12 15,-2 3-6-15,2 0-1 0,5-2 4 0,3 0-4 16,14-27 4-16,-1 3-4 0,12 0-2 0,1-3-6 16,4 3-5-16,9-4-4 0,5-5-5 0,5-2-3 15,0-13-2-15,3-3-4 0,1 0-5 0,7-3-7 16,-1-5-3-16,-1-2-12 0,4 0-1 0,-6-9-5 15,0 4-8-15,-8-5-2 0,-2-1-7 0,0-3 0 16,-4 1-6-16,-2-3-4 0,1 1-3 0,-3-3-4 0,-3 1 0 0,-1 1 0 16,2-1-4-16,-6-1-3 0,8 1 10 15,-8-1-11-15,4 2-2 0,-4-2-18 0,0 0-14 16,1-10-23-16,-2 3-15 0,-2 3-25 0,2-3-31 0,1-3-38 16,-1-1-42-16,1-1-65 0,-3-1-164 0,3-2-448 15,0-2 198-15</inkml:trace>
  <inkml:trace contextRef="#ctx0" brushRef="#br0" timeOffset="122153.76">8565 7841 198 0,'0'-6'298'0,"0"0"-20"0,0 1-25 0,0 0-27 16,-1 3-25-16,1 2-22 0,0-6-12 0,0 6-27 15,0 0-19-15,0 0-12 0,0 0-15 0,0 0-7 16,-4 20-9-16,2-4-10 0,4 5-6 0,-4 5-7 0,2-2-3 0,-1 4-7 16,1-2 2-16,1 1-8 0,-1 1-4 0,0-9-4 15,2 0-4-15,-1 0-3 0,-1-1 3 0,0-1-6 16,1-4 1-16,-2-1-2 0,1 0 2 0,-1 0-6 15,-1-2-9-15,2-1-22 0,-2 1-18 0,1-4-18 16,-2 2-10-16,-1-3-18 0,-1 0-18 0,1-1-14 16,-2-1-38-16,-1-3-29 15,7 0-202-15,-16-3-411 0,6-4 183 0</inkml:trace>
  <inkml:trace contextRef="#ctx0" brushRef="#br0" timeOffset="122485.76">8478 7775 56 0,'4'-4'242'16,"-4"-1"-25"-16,1 2-23 0,-1 3-20 0,2-5-24 0,-2 5-12 15,7-2-17-15,-3 0-11 0,-4 2-2 0,17 7-3 16,-4-1-6-16,3 5 0 0,2 1-5 0,7 8-7 16,-1 2-3-16,2 3-11 0,-3 3-5 0,-1 0-7 15,-3 1 1-15,-2 1-7 0,-3 0 1 0,-5 0-9 16,-3-1-5-16,-1 0 0 15,-4-1 2-15,-4-3 7 0,-3 0 2 0,-1-1 5 16,-6-1 4-16,4-6 0 0,-5 4 0 16,-1-6 0-16,2-1 4 0,-5 1 3 0,5-4-1 15,-1 1 1-15,3-5-1 0,-2 5 3 0,3-7-6 16,3-2-12-16,-1 3 6 0,2-3-8 0,1-1-3 0,1 1 0 16,0-3-9-16,2 3-7 0,2-3 0 0,0 0 3 15,-5 1-4-15,5-1-9 0,0 0-3 0,0 0-13 0,0 0-25 16,0 0-29-16,0 0-22 0,7-9-22 0,0 4-29 15,-2 1-38-15,2-1-39 0,1-5-41 0,-1 3-269 16,0-3-549-16,2 1 243 0</inkml:trace>
  <inkml:trace contextRef="#ctx0" brushRef="#br0" timeOffset="123203.08">8822 7529 279 0,'2'-5'298'0,"2"-1"-28"0,-1-2-29 16,-1 2-23-16,2 2-20 0,1 0-22 0,-1 0-22 15,1 2-15-15,0 1-18 0,-5 1-14 0,13 1-11 16,-5 4-6-16,2 0-13 0,-1 2-3 0,1 7-9 15,0 1-4-15,-2 2-7 0,-3 9-2 0,1 3-4 16,-4-3-3-16,-1 1-6 0,-2-2-5 0,-1 1-3 0,0-6 0 16,-2-2-8-16,0 0 4 0,-1-1-4 0,1-5 0 0,-1 3-5 15,4-3 0-15,-4-3-4 0,4-2 4 0,-2 0-6 16,2-1 0-16,-2-1 2 0,2-2 1 16,1 4 29-16,-3-5-1 0,3-2 6 0,-1 3 7 15,0 1 7-15,1-4-4 0,0 0 3 0,-3 2-5 0,3-2 3 16,0 0-1-1,0 0-7-15,0 0 7 0,3 6-15 0,-3-6-2 16,0 0-3-16,0 0-7 0,0 0 0 0,0 0 2 16,0 0 11-16,-3 2-22 0,3-2 1 0,0 0-7 15,0 0 1-15,0 0-7 0,0 0 5 0,0 0-4 16,0 0-4-16,0 0-1 0,0 0 3 0,0 0-4 16,0 0 7-16,0 0-11 0,0 0-2 0,0 0 5 15,0 0 3-15,0 0 1 0,0 0-10 0,0 0 3 0,0 0 1 0,0 0 5 16,0 0-4-16,0 0 0 0,0 0-1 0,0 0 2 15,0 0-1-15,0 0 10 0,0 0-8 0,0 0-6 16,-1 4 2-16,1-4-7 0,0 0 5 0,0 0 5 16,0 0 0-16,0 0-2 0,0 0-2 0,0 0 1 15,0 0-2-15,0 0-6 0,0 0 7 0,0 0-2 16,0 0 0-16,0 0 1 0,0 0-16 0,0 0 14 0,0 0-3 0,0 0 6 16,0 0 2-16,0 0-1 0,0 0-3 0,0 0 0 15,0 0 8-15,0 0-7 0,0 0 4 0,0 0-2 16,0 0 8-16,0 0 13 0,0 0-9 0,0 0-1 15,0 0 2-15,0 0-1 0,0 0 1 0,0 0 2 16,0 0 9-16,0 0 4 0,0 0 0 0,0 0 16 16,0 0-1-16,0 0 9 15,0 0-9-15,0 0-1 0,0 0-4 0,17-9-6 16,-1 5-2-16,16-4-2 0,18-5-12 0,11-3-50 16,32-11-59-16,3 3-86 0,4 3-99 0,7-2-130 15,-6-3-261-15,-9-1-722 0,-28 8 319 0</inkml:trace>
  <inkml:trace contextRef="#ctx0" brushRef="#br0" timeOffset="124891.71">9449 8153 18 0,'-8'0'204'0,"3"3"-23"16,0-3-11-16,5 0-14 0,-10 1-11 0,10-1-10 0,-5 1-10 16,5-1-8-16,0 0-3 0,0 0-5 0,0 0-6 15,0 0-3-15,0 0-6 0,0 0-8 0,0 0-6 16,0 0-13-16,0 0-2 0,0 0-9 16,0 0-3-16,0 0-5 0,0 0 3 0,0 0 3 0,0 0 1 15,0 0 5-15,19-2 0 0,-19 2 3 0,0 0 0 0,0 0-2 16,0 0-1-16,0 0-3 0,0 0-4 0,3-3-7 15,-3 3-2-15,0 0 1 0,0 0-11 0,0 0-7 16,0 0-3-16,0 0 1 0,0 0-6 0,0 0 0 0,0 0-3 16,0 0-1-16,0 0-2 0,0 0-1 0,0 0 0 15,0 0 0-15,0 0-6 0,0 0 1 16,0 0 0-16,0 0 0 16,0 0 0-16,0 0 7 0,0 0-12 0,0 0 1 15,0 0-2-15,0 0 1 0,0 0 0 0,0 0 6 16,0 0-9-16,0 0 1 0,0 0-2 0,0 0 1 15,0 0 1-15,0 0 2 0,0 0 1 0,0 0-1 16,0 0-3-16,0 0 4 0,0 0 5 0,0 0-7 0,0 0-2 16,0 0 0-16,0 0 2 0,0 0 2 15,0 0 4-15,0 0 4 0,0 0-2 0,0 0 0 0,0 0 0 0,0 0-2 16,0 0 1-16,0 0 0 0,0 0 1 0,0 0-3 16,0 0 1-16,0 0-1 0,0 0-2 0,0 0 0 15,0 0 1-15,0 0 6 0,0 0-3 0,0 0 4 0,0 0 0 16,0 0-1-16,0 0-2 0,0 0 5 0,0 0 0 15,0 0-3-15,0 0-2 0,0 0-2 0,0 0 2 16,0 0-4-16,0 0 0 0,0 0 4 0,9 3-5 0,-3-6 10 16,5 1-7-16,7-1-3 0,13-4 2 0,1 2-2 15,9 0-2-15,9-2-1 0,2 0-1 0,-1 1 4 16,3-2-2-16,-16 5-4 0,2-1 4 0,-2 0-1 16,3-2-3-16,-8 4 4 0,-1 1-1 0,-3-3 0 15,-8 3-1-15,-8 1 0 0,-4-3 2 0,2 3-2 16,-4-1 3-16,0 1 5 15,1 1-4-15,-8-1-5 0,7-1-2 0,-7 1-17 16,8 0-18-16,-8 0-20 0,0 0-41 0,0 0-41 16,0 0-48-16,0 0-59 0,0 0-227 0,-19 4-512 15,11-4 228-15</inkml:trace>
  <inkml:trace contextRef="#ctx0" brushRef="#br0" timeOffset="127027.79">10594 7615 101 0,'1'-4'202'0,"3"-1"-3"16,-3-2-9-16,2 4-4 0,1 1-2 0,-3-2-3 0,-1 0-18 15,5 0-13-15,-5 4-15 0,1-3-15 0,-1 3-11 16,3-4-14-16,-3 4-12 0,0 0-15 0,0 0-9 16,0 0-7-16,0 0-4 0,0 14-3 0,-3-4-2 15,-3 5-8-15,-2 3 0 0,-2 7-3 0,-4 4-3 16,1 0-2-16,-2 0-4 0,2 0-2 0,0-1-4 15,-2 1 0-15,2-2-3 0,-1 1-2 0,5-6 0 0,2-4 3 0,-2-1-8 16,4-3 4-16,0-2-3 0,1 0-2 0,1-3 1 16,0-2-2-16,2 0 1 0,0-2 1 0,-3 1-3 15,4 0 6-15,0-2 4 0,-1-1 5 16,1-3 1-16,-4 5 3 0,8-1 6 0,-4-4 5 0,5 5 4 16,-1-4 2-16,2 1 1 0,5 0 2 0,1-1-12 15,5-1-2 1,3 0 0-16,1-1-8 0,1 1 13 0,7-2-12 15,-4-1-5-15,6 1-17 0,-8-1-17 0,-3 2-20 16,0-5-27-16,-1 5-30 0,0-2-34 0,-6 0-19 0,7 1-39 16,-4-3-28-16,-4 1-181 0,-7 1-429 0,4-2 190 15</inkml:trace>
  <inkml:trace contextRef="#ctx0" brushRef="#br0" timeOffset="127212.69">10833 7890 166 0,'0'-5'261'16,"0"5"-10"-16,0-7-21 0,0 7-15 0,1-1-21 0,-1 1-22 16,0 0-15-16,0 0-24 0,0 0-14 15,0 0-14-15,0 0-10 0,0 15-6 0,0-1-8 0,-1 3-9 0,-3 10-5 16,4 3-5-16,-4 0-3 0,-1 5-8 0,4-2-3 16,-2 2-6-16,-2 10-32 0,4-11-44 0,-2 2-39 15,6-4-80-15,-7 1-251 0,2 1-437 0,-1-7 194 16</inkml:trace>
  <inkml:trace contextRef="#ctx0" brushRef="#br0" timeOffset="128585.27">10899 7328 109 0,'0'0'169'0,"4"-5"-20"0,0 3-13 0,4 1-17 16,-1 1-12-16,4 1-3 0,3 0-20 0,2 5 0 16,3 0-9-16,8 6-4 0,-4 8 4 0,4 0-7 15,0 7-8-15,6 12 4 0,-2 4-7 0,-4 3 0 16,-6 9 1-16,6 21-3 0,-16-20-4 0,-5 2-4 15,-6 1-5-15,-3 0-7 0,-2-1-2 0,-8-5-2 0,-2-1-1 0,-2-5 1 16,0-3 4-16,-5 0 7 0,3-13 5 0,-3 0 12 16,-7 8-5-16,3-10 5 0,4 0 1 0,-1-4 2 15,-1-3-2-15,1-1-2 0,1-4 3 0,7-3-3 16,0-2 8-16,2-2-5 0,3-1 1 0,-1-1-2 16,1-1 2-16,5-2-8 0,0-1-6 0,-1-1 0 15,2 0-1-15,0 0 3 16,0-1 9-16,4-2 7 0,-4 3-1 0,0-1 4 15,4-2-3-15,0 0-5 0,-2 4-9 0,2-4 0 16,0 0-3-16,-3 3-7 0,3-3-5 0,0 0-6 16,0 0-7-16,0 0-3 0,0 0-6 0,0 0-7 15,0 0-3-15,0 0-11 0,0 0-6 0,0 0-12 16,0 0-13-16,0 0-11 0,0 0-15 0,0 0-27 16,0 0-21-16,4-12-30 0,0 7-23 0,-3 0-10 0,6 3-37 15,-1-4-31-15,2-1-194 0,-2 3-472 0,2-8 209 0</inkml:trace>
  <inkml:trace contextRef="#ctx0" brushRef="#br0" timeOffset="129356.05">11561 7681 138 0,'2'-10'293'15,"-2"0"-21"-15,1 2-26 0,-1 1-25 0,1 1-24 16,0 2-21-16,-1 0-22 0,2 0-14 0,-2 4-18 16,2-3-13-16,-2 3-18 0,0 0-5 0,0 0-7 15,8 8-12-15,-2-1-3 0,1 5-13 0,0 3-5 16,4-2-8-16,-1 3-13 0,1 3-6 0,7 1-5 0,-9-5-13 15,1-1-1 1,1 0-1-16,-4-6 1 0,2 1-1 0,0-2 0 16,-1-2 1-16,-2 2-1 0,1-3 3 0,-5-1 5 15,2 0 15-15,1-3 7 0,-5 0-2 0,9-5 7 16,-1 0 4-16,-1-2 6 0,1-1 10 0,-2-1 6 16,1-2 5-16,-1-1 8 0,2-2 0 0,-2 0-2 15,2-1-4-15,-3-2-1 0,-1 0 5 0,0 5 27 16,1 4-15-16,-3-2 6 0,1 3-10 0,-2 1-8 0,2 4-6 0,-2-3-10 15,2 0-17-15,-1 3-18 0,-2 2-20 0,0-5-23 16,0 5-17-16,0 0-2 0,0 0 0 0,5 18-4 16,-5-1 2-16,-1 10 1 0,0 3 7 0,-1 6 3 15,-3 14 2-15,0 2 5 0,0 1 5 0,0-2 4 16,0 2-1-16,-1-2 4 0,3-3 3 0,2 2 5 16,-2-3-2-16,2-12 4 0,-1 12-1 0,1 2 3 0,-1-15 0 0,0 1 0 15,0-3 3-15,-2-3 4 0,3 0-1 0,-3-1-2 16,0-3 2-16,-2-5 4 0,-1-3 5 0,1-2 2 15,-3-1 4-15,3-3 3 0,-3-3 7 0,-1 0 4 16,-1-2-4-16,1 0 9 0,-4-4-3 0,-3 1 10 16,2-6 1-16,-3 0 2 0,1-4 1 0,0 0 26 15,1-5-5-15,1 0 3 16,2-5 2-16,0-6-7 0,2-3-15 0,4-3-4 16,5-2-11-16,7-17-11 0,4-1-12 0,11 1-17 15,6 0 9-15,3 4-6 0,3 2 0 0,4 5 0 16,0 2-1-16,3 4 9 0,1 1-14 0,-9 6 2 15,11-5-14-15,-6 11 23 0,7-4-6 0,-10 5 3 16,2 1 2-16,-4 5 14 0,-5-2 2 0,0 0 0 16,-12 8 11-16,0 2 4 0,-5-2 5 0,0 1-5 0,-3 1-2 15,2 1-6-15,-3-1-3 0,-2 1-5 0,1 0-2 0,-4 2-5 16,5-3-4-16,-5 3-4 0,6-2-8 0,-6 2-33 16,0 0-24-16,6-3-29 0,-6 3-30 0,3-3-26 15,-3 3-44-15,0 0-42 0,0 0-26 16,0 0-30-16,0 0-58 0,0 0-176 0,0 0-563 0,0 0 250 15</inkml:trace>
  <inkml:trace contextRef="#ctx0" brushRef="#br0" timeOffset="129873.02">12650 7957 29 0,'0'0'237'0,"0"0"1"0,0 0-1 0,0 0-6 16,0 0-10-16,0 0-11 0,0 0-4 0,0 0-20 16,0 0-18-16,0 0-17 0,0 0-17 0,12-8-15 15,-3 5-13-15,3 2-10 0,6-2-13 0,3 1-26 16,0-2-26-16,7 1-30 0,2 2-43 0,-1-2-50 15,-1 2-50-15,-1 1-53 16,-5-4-184-16,-3 3-410 0,-5-1 182 0</inkml:trace>
  <inkml:trace contextRef="#ctx0" brushRef="#br0" timeOffset="130035.78">12728 8125 132 0,'-6'3'234'0,"0"1"-10"0,5-1-18 15,-1 1-9-15,2-3-7 0,0-1-8 0,7 3-12 16,6-3-14-16,6 0-15 0,13 0-17 0,1-2-19 16,5 1-42-16,15-4-60 0,0 1-79 0,0 1-114 15,-16-3-121-15,0-2-336 0,-1-2 149 0</inkml:trace>
  <inkml:trace contextRef="#ctx0" brushRef="#br0" timeOffset="130806.14">14306 7345 120 0,'0'-7'320'0,"0"0"-9"0,0 0-13 0,3 1-10 16,-6 1-17-16,3 0-24 0,0 1-21 0,3 2-32 15,-3 2-19-15,-3-6-20 0,3 6-24 0,0 0-49 16,0 0-19-16,0 0 2 0,-4 17-6 0,3 1-10 16,1 7-6-16,-4 5-3 0,0 1-1 0,0 15-17 0,2 1-20 15,-1 0-23-15,-2-12-26 0,4 1-30 0,2 10-31 0,-2-13-41 16,2-3-42-16,-2-2-244 0,-3-3-470 16,4-9 207-16</inkml:trace>
  <inkml:trace contextRef="#ctx0" brushRef="#br0" timeOffset="131376.31">13769 8093 168 0,'-7'2'322'0,"3"0"-35"0,0-1-30 0,4-1-24 15,-8 3-25-15,8-3-19 0,-4 2-20 0,4-2-16 16,-3 1-8-16,3-1-20 0,0 0-13 0,0 0-8 16,0 0-14-16,-7 3-11 0,7-3-3 0,0 0-9 15,0 0-9-15,0 0-3 0,0 0-9 0,0 0-5 16,-3 3-3-16,3-3-3 0,0 0-3 0,0 0-2 16,0 0-3-16,0 0-6 15,0 0 0-15,0 0-2 0,0 0-4 0,0 0-2 16,0 0 2-16,0 0-7 0,0 0 3 0,0 0-1 15,0 0-2-15,0 0-3 0,0 0 2 0,0 0 0 16,0 0-2-16,0 0 3 0,0 0 2 0,0 0-1 16,0 0-3-16,0 0 2 0,0 0-4 0,0 0 1 15,0 0 0-15,0 0 2 0,0 0-3 0,0 0-4 16,0 0 6-16,0 0-4 0,0 0-1 0,0 0 2 0,0 0-1 16,0 0-3-16,-3 2 3 0,3-2-2 0,0 0-1 0,0 0 0 15,0 0 3-15,0 0-3 0,0 0 1 0,0 0 2 16,0 0 0-16,0 0 4 0,0 0-2 0,26-2 9 15,-5-1-5-15,11-2-1 0,7 0 0 0,21-2-1 16,5 1 0-16,29-3-2 0,2-1 3 0,1 3 9 16,-1-2 9-16,-3 1 2 15,3 2 8-15,-31 0-6 0,26 5-6 0,-31-2 3 16,-5 1-1-16,-4-1-3 0,-16 3 3 16,-6-2-6-16,-7 2-4 0,-8-3 1 0,-1 3 1 0,-3-1 5 15,-1-1-8-15,-4 2 2 0,3-1-3 0,-8 1-1 16,10-1-2-16,-8-1-2 0,-2 2-38 0,0 0-23 0,0 0-26 0,0 0-26 15,-21-5-37-15,5 8-36 0,4-3-50 16,-5 1-49-16,-4 0-188 0,1-1-503 0,3 2 223 0</inkml:trace>
  <inkml:trace contextRef="#ctx0" brushRef="#br0" timeOffset="132062.63">14284 8397 165 0,'0'0'282'0,"0"0"-25"0,0 0-25 0,0 0-25 16,0 0-21-16,0 0-22 0,0 0-16 0,0 0-15 16,32-4-14-16,-19 4-11 15,7 2-13-15,1-2-10 0,-2 0-10 0,4 2-6 16,-2 1-7-16,-1 4-5 0,-1-4-10 0,-1 1-2 16,-3 2-6-16,-3-1-7 0,-2 0-1 0,-1 1-7 15,-4-1-1-15,3 3-5 0,-7-1-6 0,1 0-1 0,-5 2-1 16,-2 1-1-16,-7 5-1 0,1-4 0 15,-2 1-2-15,1-4-2 0,-3 2 2 0,6-3 0 16,-5 0 1-16,5-1-1 0,0 1-5 0,-2-1 1 0,3-3 5 0,2 2-9 16,-1-2 2-16,5 0-2 0,-2 1 2 0,3-1-1 15,1 2 4-15,0-5-5 0,6 6 4 0,0 0 2 16,5 0-8-16,1-1-2 0,5 3 6 0,2-1-1 16,5 5 0-16,1 0 0 0,-6-3 2 0,4 5-2 0,-1 0-3 15,-4-3 3-15,-3 1 0 0,-1-1 1 16,-2 3-2-16,-4-2 2 0,-1 0 4 0,-6 0 1 0,-1-1 11 0,-4 0 10 15,-8 3 0-15,-8 3 6 0,-7-4-6 0,-5-1 0 16,-1-1 2-16,-5-3-9 0,-15 3-2 0,1-6 0 16,12-2-13-16,-16-1-19 0,19-2-36 0,-15-4-48 15,13 1-58-15,4-2-100 0,-1-5-152 0,5 1-444 16,12-1 197-16</inkml:trace>
  <inkml:trace contextRef="#ctx0" brushRef="#br0" timeOffset="133659.73">15496 8042 118 0,'-5'-1'226'0,"5"1"-13"16,0 0-18-16,0 0-17 0,-5-1-9 0,5 1-16 16,0 0-15-16,0 0-14 0,0 0-12 0,0 0-12 15,0 0-5-15,0 0-13 0,0 0-9 0,16-8-5 16,-6 4-8-16,8-1-3 0,0-3-11 0,9 1-3 15,1-2-7-15,0-1-5 0,3 0-3 0,1-1 0 16,1-3-2-16,-1 2-3 0,3-2 1 0,-5 0 9 0,2-1-6 0,-2-2-1 16,-2 3 4-16,-2-1 1 0,1 1 8 0,-4-4 5 15,-10 4 8-15,1 3 4 0,-4-2 4 0,-1 4 3 16,0-1-3-16,-4 3 1 0,-1-1 10 0,-1 1-18 16,-2 1-7-16,-1 2-6 0,-4-1-8 0,0 1-8 15,-2 1-5-15,-7 3-1 0,-6 3-3 0,-5 6-5 16,-4 3-1-1,-1 2-4-15,-1 7 2 0,-11 10-2 0,13-10-3 0,-2 5-2 16,4 2 0-16,3-2-2 0,2 1 0 0,6 0-1 16,2 2 4-16,7-1 3 0,3-1 0 0,4-3 4 15,5-7-1-15,4 0 6 0,2-2-1 0,9 2 2 16,2-3 3-16,3-3 0 0,4-2-3 16,3-4 3-16,-2-2 3 0,1 1-6 0,1-7-1 0,0 3-1 15,-2 0 2-15,-4-1-5 0,-9-1 2 0,-4 1 9 0,-4 1 13 16,2-1 1-16,-4-1 7 0,-1 1 17 0,-2 0-16 15,-5 1-3-15,8 0-3 0,-8 0-7 0,9-5-12 16,-9 5-21-16,1-3-16 0,-1-1-23 0,0 4-35 0,-1-5-29 16,-2 0-34-16,-1 0-41 0,0-1-35 15,1 2-52-15,-4-3-212 0,3 0-522 0,2-2 231 16</inkml:trace>
  <inkml:trace contextRef="#ctx0" brushRef="#br0" timeOffset="134145.47">16298 7232 84 0,'-2'-5'211'0,"2"5"-17"16,0 0-21-16,-3-5-10 0,3 5-22 0,0 0-15 15,0 0-15-15,0 0-13 0,6-1-5 0,-6 1-12 16,10 0-9-16,-2 3-2 0,3 1 2 0,-1-1 0 16,4 1-2-16,1 1-2 0,4 3-5 0,-1 0 5 15,0-1-9-15,1 3-6 0,-1 0 0 0,0 2-12 16,-4 0-2-16,0 3-3 15,-1 1-6-15,-6 2 0 0,-4 0-2 0,0 10-3 16,-9-2-4-16,-2 2 0 0,-5-1-1 0,-5 0-3 16,-5-1-1-16,1 1 1 0,-5 0-1 15,1-4-1-15,1-4 4 0,4-1 5 0,-1-1 1 0,4-6 4 16,3 0 4-16,2-6 2 0,0 3-5 0,4-3 4 16,4-2-1-16,0-1 2 0,0 4 18 0,1-4 11 15,0 1-4-15,4-3-4 0,-5 2-8 0,5-2 0 0,0 0-10 16,0 0-1-16,19 2-5 0,-1-6-7 0,4 1-26 0,6-2-26 15,1 2-41-15,0-1-51 0,1-1-68 0,0 0-78 16,0-3-178-16,0 0-481 0,-10 3 213 16</inkml:trace>
  <inkml:trace contextRef="#ctx0" brushRef="#br0" timeOffset="134568.64">16798 7246 96 0,'1'-8'324'0,"1"-2"-15"0,0 3-14 16,0 1-13-16,0 1-4 0,-2-1-35 0,1 4-22 15,0 0-20-15,-1 2-16 0,2-7-23 0,-2 4-24 16,0 3-16-16,0 0-17 0,0 0-23 0,0 0 4 15,0 0-21-15,0 0-6 0,0 0-8 0,0 0-8 16,0 20-5-16,-2-9-5 0,-2 8-2 0,0-1-5 0,0 7 1 0,-1 3-7 16,-1-1 0-16,1 3-4 0,0 0-1 0,-2-3 2 15,1 2-3-15,3-2-4 0,-1 2 5 0,1 1-1 16,1-2-8-16,-1-10 6 0,2 2-1 0,1-3 2 16,0-4 1-16,-3 0-4 0,3-2-2 0,0 0 0 15,0-5 0-15,0 3-4 0,0-5 2 0,0 0 3 16,0 2 0-16,0-3 2 15,0 1 2-15,0-4 3 0,3 4 15 16,-3 0-16-16,0-4 4 0,0 0 0 0,0 5-1 0,0-5 2 16,0 0 7-16,0 0-7 0,0 0 0 0,5 0-1 15,-5 0-1-15,0 0-9 0,13-9-19 0,-7 6-18 16,4-2-25-16,-1-2-31 0,2 2-32 0,-1 0-35 16,0-3-44-16,4 0-46 0,-4 0-60 15,0-1-176-15,4 1-515 0,-5-3 228 0</inkml:trace>
  <inkml:trace contextRef="#ctx0" brushRef="#br0" timeOffset="134784.78">16744 7479 315 0,'0'0'344'0,"-7"2"-8"15,3-1-9-15,4-1-16 0,0 0-24 0,0 0-14 16,-8 1-33-16,8-1-21 0,0 0-25 0,19-8-21 16,3 4-47-16,16-3-44 0,1-1-59 0,18-2-65 15,0 1-92-15,1 0-107 0,-7-4-232 0,-14 4-511 0,0-6 227 16</inkml:trace>
  <inkml:trace contextRef="#ctx0" brushRef="#br0" timeOffset="135871.94">17018 8195 85 0,'-9'1'181'16,"2"0"-3"-16,2 1-1 0,0-2 5 0,5 0 1 15,-9 2-1-15,5-1-10 0,4-1-9 0,0 0-14 16,-6 0-14-16,6 0 1 0,0 0-21 0,0 0-10 16,-4 2-3-16,4-2-5 0,0 0-7 0,0 0-4 15,0 0-7-15,0 0-10 0,0 0-1 0,0 0-4 16,0 0 1-16,0 0-2 0,0 0-4 0,0 0 0 0,0 0-2 15,0 0-7-15,0 0-3 0,0 0 9 0,0 0-16 0,0 0-1 16,0 0-3-16,0 0-8 0,0 0 1 0,0 0-5 16,0 0-2-16,0 0 0 0,0 0-2 0,0 0-6 15,0 0 0-15,0 0-3 0,0 0 1 0,0 0-4 16,0 0 10-16,0 0-11 0,0 0-1 0,0 0-4 16,0 0 7-16,0 0-6 0,0 0 2 0,0 0 1 15,0 0 7-15,0 0-1 0,0 0 0 0,0 0 4 0,0 0 6 0,0 0-4 16,0 0 2-16,0 0-4 0,0 0-2 0,0 0-6 15,0 0 4-15,0 0-2 0,0 0-4 0,0 0-3 16,0 0 8-16,0 0-3 0,0 0-3 0,0 0-3 16,0 0 6-16,0 0-4 0,0 0 2 0,0 0 0 15,0 0 1-15,0 0-4 0,0 0 3 0,0 0-1 16,0 0 0-16,0 0 3 16,0 0-3-16,0 0 3 0,0 0 0 0,0 0 3 15,0 0-5-15,0 0-6 0,0 0 6 0,0 0 2 16,0 0 0-16,0 0-2 0,0 0 1 0,0 0-3 15,0 0-1-15,0 0 0 0,0 0 4 0,0 0 1 16,0 0 0-16,0 0 2 0,20 0-3 0,-8-2-5 16,2-1 6-16,7 0-11 0,9-3 7 0,2-2-1 15,4 4-1-15,1-2 1 0,14-1-3 0,-9 2-2 0,-3 1 5 0,-1-1-5 16,-1 1 2-16,1 1 11 0,-8-1-7 0,-1 0 0 16,-10 3-5-16,0-1-7 0,-7 1-9 0,-1 0-5 15,-3 0 5-15,0 0-14 0,-3 0-10 0,0-1-14 16,-5 2-17-16,5-2-31 0,-5 2-24 0,0-2-26 15,0 2-13-15,0 0-24 0,-9-7-27 0,8 5-33 16,-3 0-182 0,0-1-466-16,-1-1 207 0</inkml:trace>
  <inkml:trace contextRef="#ctx0" brushRef="#br0" timeOffset="136250.84">17751 7899 200 0,'0'-7'343'0,"0"2"-3"0,-3 0-12 0,3 1-13 15,3 0-17-15,-3 4-25 0,-3-6-25 0,3 6-29 16,-1-5-21-16,1 5-27 0,0 0-21 0,0 0-24 16,0 0-9-16,0 0-19 0,0 0-8 15,0 24-7-15,-5-7-11 0,5 3-9 0,-1 8-5 0,-3 1-9 0,-1-2 1 0,2 2-7 16,3 0-10-16,-1-2 0 0,1-1 2 15,0-6-8-15,0-2-1 0,4-1-2 0,-3-1-1 16,1-3-1-16,0-1 2 0,-2-2-10 0,1 0 2 0,2-3-2 16,-3-1 0-16,1-1 1 0,-1 0 8 0,0 0-15 15,4-1 7-15,-3-1-5 0,3 1 6 16,-4-4-9-16,0 0 5 16,0 3 7-16,0-3 11 0,-3 6-23 0,3-6 1 15,0 0 4-15,0 0-2 0,0 0-3 0,0 0-6 16,3 3-13-16,-3-3 2 0,0 0-7 0,0 0-5 15,0 0-32-15,0 0-36 0,0 0-40 0,5-11-28 16,0 6-40-16,3-2-56 0,1-2-57 0,-3 0-220 16,7-3-574-16,0-1 255 0</inkml:trace>
  <inkml:trace contextRef="#ctx0" brushRef="#br0" timeOffset="137036.97">18179 7253 91 0,'1'-5'258'15,"2"1"-19"-15,-2 0-25 0,2 2-23 0,-3 2-16 16,2-3-23-16,-2 3-17 0,12 4-16 0,-6 6-15 16,3 6 0-16,9 10-7 0,-6 4-8 0,5 18-4 15,-5 6-7-15,5 30-8 0,-10 4-1 0,-7 2 0 16,-4-2-14-16,1 0-5 0,-6-2-8 0,-2-26-2 15,-10 25-2-15,0-30 2 0,-12 22-4 0,-12-5-1 0,11-21 5 0,-22 19-5 16,-3-6-4-16,-8-3 3 0,20-19-4 0,-18 15-6 16,-8-6-30-16,21-18-49 0,-4 0-73 0,-25 11-111 15,17-22-169-15,0-8-440 0,3-3 196 0</inkml:trace>
  <inkml:trace contextRef="#ctx0" brushRef="#br0" timeOffset="137675.93">15929 7218 49 0,'-3'-11'230'0,"1"6"-16"16,-3-2-18-16,1 4-21 0,1 1-28 0,3 2-6 15,-18 14-15-15,2 6-10 16,-5 9-14-16,-8 18-8 0,-12 27-4 0,0 5-5 15,2 7-12-15,2 7 10 0,2 3-7 0,3 0 0 16,9 1 4-16,5-8 2 0,5-7 7 0,13-25 1 16,9 2 3-16,4 0-2 0,15 23-3 0,11-7 2 15,-4-29-6-15,29 19-9 0,-14-26-2 0,36 5-36 16,-1-9-61-16,6-7-103 0,0-13-159 0,6-7-149 16,-4-9-471-16,-31-6 208 0</inkml:trace>
  <inkml:trace contextRef="#ctx0" brushRef="#br0" timeOffset="139580.81">5071 11012 104 0,'2'-5'225'0,"-1"1"-5"16,-1-3 1-16,1 0-3 0,0 0-1 0,2-3-5 15,-2 3-5-15,1-1-5 0,-1 2-12 0,0-2 0 16,1 4-15-16,0-2-7 0,0 1-16 0,-2 1-14 16,2 1-18-16,-2 3-17 0,2-4-11 0,-1 1-25 0,-1 3-31 15,0 0-30-15,0 0-31 0,0 0 5 0,0 0 0 16,-2 17-2-16,-2-1-1 0,-3 9 4 0,-2 0 2 0,-1 7 9 16,-1-1-8-16,1 2 5 0,-3-1-2 0,3 0 4 15,-3-2-1-15,4 0 3 0,-1-4-1 0,1 0-1 16,1-2 7-16,3-7-2 0,0-1 1 15,0-3-2-15,1-2 3 16,4-1-3-16,-5-3 4 0,2 2 1 0,2-5 0 16,-1 1 6-16,0-1-3 0,2 0 4 0,0-4 2 15,0 5 3-15,-1-2 7 0,1-3-5 0,-5 4 3 16,5-4 0-16,0 0-3 0,0 0-3 0,0 0 6 16,0 0-28-16,0 0-48 0,0 0-75 0,0 0-42 0,11-21-42 15,-3 5-208-15,-3-2-461 0,9-8 204 0</inkml:trace>
  <inkml:trace contextRef="#ctx0" brushRef="#br0" timeOffset="139828.24">5166 10848 188 0,'1'-6'280'0,"0"0"-32"0,2 5-27 0,1-3-34 16,-2 0-41-16,-2 4-36 0,0 0-15 0,0 0-12 16,5 9-7-16,-2 3-10 0,-2 4-4 0,2 11-6 0,-2 4-8 0,2 2-3 15,-2 13-2-15,-1 0-6 0,0-9-3 0,0 10-4 16,0-13-2-16,0 1-5 0,0-1-1 0,0-4-7 15,1-1 2-15,-2-10-3 0,1 1 2 0,0-2 0 16,0-1-1-16,0-5-4 0,0-5-1 0,0 3-2 16,1-5 0-16,-1-1 5 0,3 1 5 0,-3-1 4 15,0 0 4-15,0 0 12 16,0-4 2-16,0 0 2 0,0 5-3 0,0-5-3 16,0 0-7-16,0 0-40 0,0 0-84 0,0 0-53 15,0 0-53-15,-5-14-150 0,2 6-381 0,-1 0 168 16</inkml:trace>
  <inkml:trace contextRef="#ctx0" brushRef="#br0" timeOffset="140097.71">4832 11322 174 0,'-5'1'193'0,"5"-1"-23"0,-6 1-2 15,6-1-9-15,-4 1-17 0,4-1-11 16,0 0-5-16,0 0-8 0,0 0 1 0,0 0-3 0,31-2-4 15,-11-2-8 1,12 3 1-16,5-5 2 0,4 2-3 0,10 0-6 16,-10 1-8-16,-5 0-11 0,-3-1-5 0,-1 3-7 15,-13-2-10-15,0 2-4 0,-7 1-2 0,-2 0-10 16,-1 0-3-16,-4-3-4 0,-5 3-6 0,10 0-6 0,-6 0-16 16,-4 0-19-16,7 0-17 0,-7 0-6 15,0 0-15-15,0 0-13 0,0 0-29 0,-18 4-31 16,10-1-45-16,-1 1-52 0,0-3-127 0,4 2-376 0,0-3 166 0</inkml:trace>
  <inkml:trace contextRef="#ctx0" brushRef="#br0" timeOffset="140282.64">5513 11321 73 0,'5'1'340'0,"-5"-1"-18"0,6 1-35 0,-6-1-26 16,0 0-25-16,0 0-29 0,5 1-18 0,-5-1-20 16,0 0-26-16,0 0-35 0,0 0-49 0,0 0-79 15,0 0-94-15,14-5-85 0,-9 4-145 0,3-3-372 16,-2 2 165-16</inkml:trace>
  <inkml:trace contextRef="#ctx0" brushRef="#br0" timeOffset="140730.46">5888 10996 250 0,'0'-4'345'16,"1"1"-30"-16,-1-1-37 0,0 4-28 0,3-7-19 16,-3 7-37-16,-3-3-20 0,3 3-28 0,0 0-20 0,0 0-28 15,0 0-18-15,0 0-8 0,4 11-10 0,-5 0-6 16,1 7-8-16,-3 2-7 0,3 7-3 0,0 1-6 15,0 1-5 1,-1-2-2-16,-1 5-1 0,0-8-2 0,1 5-4 16,-2-3 9-16,-1-6-14 0,4 4-3 0,-3-7 3 0,0 0-3 15,3-5 0-15,-4 3 1 0,4-6-4 0,-2 1 1 16,-1-2 4-16,3-1 0 0,0-1 0 16,0-1 2-16,0 0 11 0,0-2 34 0,0-3 35 15,-1 4 36-15,1-4 38 0,0 0 20 0,0 0-21 0,0 0-17 16,-7-11-9-16,2 1-19 0,1 1-15 0,-1-9-14 0,0-2-9 15,0-5-18-15,0-3-7 0,1-1-8 0,1-5 4 16,2 3-11-16,-3 0 16 0,2 3 11 0,3 2 9 16,4 3 4-16,-9 3-3 0,8 4-6 0,-4 3-3 15,1 5-6-15,-1-1-7 0,0 4-12 0,3-1-7 16,-3 0-11-16,1 0-27 0,4 2-30 0,6-3-27 16,3 4-25-16,5-1-47 15,10 1-52-15,5 3-51 0,1 3-49 0,1 3-66 16,2 5-80-16,-3-3-231 0,-2 3-709 0,-2-3 313 15</inkml:trace>
  <inkml:trace contextRef="#ctx0" brushRef="#br0" timeOffset="140899.73">6004 11547 241 0,'-4'4'243'0,"-2"0"-11"0,3-1-5 15,2-1-11-15,1-2-9 0,-4 3-14 0,4-3-16 16,0 0-21-16,0 0-16 0,14 1-30 0,4-5-39 16,6-1-50-16,10-4-68 0,1 1-82 0,0-1-214 0,-1-3-373 0,2 2 165 15</inkml:trace>
  <inkml:trace contextRef="#ctx0" brushRef="#br0" timeOffset="141162.41">5784 11262 28 0,'-7'1'356'0,"2"0"-36"0,5-1-28 0,-8 0-30 0,8 0-28 15,0 0-29-15,0 0-19 0,0 0-18 0,0 0-21 16,30-2-12-16,0 0-26 0,3-1-42 0,19-1-49 16,6 2-72-16,3-2-81 0,2-1-255 0,-3-2-422 15,1 2 187-15</inkml:trace>
  <inkml:trace contextRef="#ctx0" brushRef="#br0" timeOffset="143104.29">4716 11940 80 0,'0'0'142'16,"0"0"-4"-16,0 0-9 0,-5 1-2 0,5-1-6 15,0 0-8-15,0 0-12 0,0 0-10 0,-8 1-5 16,8-1-9-16,0 0-4 0,0 0-11 0,0 0-6 0,0 0-4 15,0 0-6-15,0 0-5 0,0 0-2 16,0 0-4-16,0 0 1 0,0 0 1 0,0 0-2 16,0 0-3-16,0 0 3 15,0 0 0-15,-2 2 4 0,2-2 3 0,0 0 0 16,0 0-1-16,0 0-2 0,0 0 0 0,0 0-12 16,0 0 4-16,0 0-5 0,0 0 1 0,0 0-9 15,0 0 0-15,0 0 1 0,0 0-2 0,15 3 14 16,-1-3 4-16,17-5 0 0,7 1 2 0,26-4 2 15,37-4-2-15,4-1 0 0,7 0-1 0,8 1 3 16,3 0 2-16,-4-2-1 0,5 0 6 0,-3 5-1 0,-2-2 0 0,-8 3 3 16,-11 0-4-16,-8 4-1 0,-31 0-5 0,-7-1 3 15,-13 4-4-15,-4-2-6 0,-4 1 0 0,-1 2-4 16,-13 0-2-16,-6-2-1 0,-3 2 1 0,-1-1-3 16,-1 1 0-16,-2-2-5 0,1 2 3 0,-7 0 0 15,7 0-5-15,-7 0-8 0,8-2-18 0,-8 2-39 16,0 0-78-16,0 0-82 15,0 0-278-15,-12-6-528 0,3 3 234 0</inkml:trace>
  <inkml:trace contextRef="#ctx0" brushRef="#br0" timeOffset="144253.87">8414 11257 39 0,'0'-2'231'0,"0"2"-2"0,4-4 1 0,0 0-2 15,-3 3-1-15,-1 1-6 0,5-6-5 0,-4 4-6 16,2-1-9-16,-3 3-10 0,4-2-19 0,-4 2-17 0,0 0-15 16,0 0-21-16,1-4-12 0,-1 4-12 0,0 0-18 15,0 0-21-15,0 0-19 0,0 0-20 0,0 0-5 0,5 6-4 16,-5 2-2-16,0 0-4 0,0 1 1 0,0 3-3 15,-1 2 0-15,-2 3 5 0,2 1-4 0,0-2-1 16,-2 0 2-16,2-2-1 0,-2-2 0 16,2 2-1-16,1-4 0 0,-3 0-4 15,1-4 6-15,2 1 2 0,-1-2 5 16,1 0 1-16,0-2-2 0,0-3 1 0,0 7 25 16,0-7 28-16,0 2 33 0,0-2 32 0,0 0 11 15,0 0-7-15,0 0-10 0,0 0-7 0,19-13-6 0,-10 5-10 16,2-4-14-16,2 0-1 0,1-1-9 0,-1 2-4 15,-1-4-11-15,1 2 1 0,-2 6-12 0,-1-2-5 16,-1 3-7-16,-3-1-6 0,-1 3-4 0,1 0-9 0,-2 2-7 0,0 0-5 16,0-1-3-16,-4 3-21 0,7-2-19 15,-7 2-3-15,0 0-9 0,7 5-4 0,-4-3 0 16,0 4 1-16,1 0 5 0,-1 2-2 0,2 1 1 16,-4 0 1-16,2 3 6 0,-3-3 3 0,4 1 2 0,-4 2 3 15,1-4-1-15,-1 1-1 0,1-2 4 0,2-2 1 16,-3 0 8-1,1 0 2-15,-1-1 5 0,3-1 26 0,-3-3 1 16,0 4 33-16,0-4 26 0,0 0 20 0,0 0-11 0,0 0-8 16,15-11-3-16,-6 2-7 0,1 3-10 15,-1-3 1-15,7-3-6 0,-5 2-6 0,2 0 0 16,2 1-6-16,-5 1-7 0,-2-1-4 0,2 3-2 16,-5 2-4-16,-1 0-4 0,1 3-7 0,-1-4-2 0,0 4-9 15,0 1-6-15,-4 0-16 0,10-3-17 0,-4 6-15 0,0-2-25 16,0 4-9-16,0 0-11 0,3 2-18 0,-1-1-12 15,1 5-25-15,-2-3-32 0,4 4-37 0,-1 0-51 0,-1-3-295 16,-4-1-621-16,3-2 275 0</inkml:trace>
  <inkml:trace contextRef="#ctx0" brushRef="#br0" timeOffset="144692.57">9160 10868 300 0,'3'-6'400'0,"-2"2"-36"31,2-3-38-31,-1 2-36 0,1 2-38 0,-2-1-24 0,0 1-26 0,-1 3-23 16,4-4-23-16,-4 4-10 0,0 0-43 0,12 4-21 16,-9 3-15-16,3 1-12 0,-1 4-15 0,1 4-8 15,-2 1-2-15,-3 8-5 0,0-6 8 0,-1 8-14 16,-1-1-3-16,-4-2 0 0,1-4-2 0,0 0-6 15,-3-4 3-15,2 0-4 0,2-4-1 0,-3-1 2 16,3-1-1-16,1-4 0 0,0 1-1 0,0-3-1 0,-1 1 4 0,2-1 1 16,0 1 1-16,-1-2 3 0,2-3 10 0,-1 4 5 15,1-4 0-15,-1 3 1 0,1-3 0 0,0 0-2 16,0 0 0-16,9 5-1 0,-3-5-6 0,8 0-6 16,4 1 6-16,5-2-2 0,-2 1-2 0,10 0-10 15,4 0 9-15,0 0-9 0,0 0 6 0,2 0-4 16,0-3-1-16,0 3-2 15,-2 0 0-15,-3 0 0 0,-4 0-1 0,-10 0 1 16,-4 0-1-16,-3 3-3 0,-3-6 4 0,-1 3-1 16,-7 0 21-16,11 0 12 0,-6 0 8 0,-5 0 3 15,8 0 7-15,-8 0-15 0,6-1 9 0,-6 1-14 16,0 0 0-16,4-1-27 0,-4 1-6 0,0 0-51 16,0 0-36-16,0 0-48 0,0 0-54 0,0 0-84 15,0 0-327-15,0 0-646 0,0 0 285 0</inkml:trace>
  <inkml:trace contextRef="#ctx0" brushRef="#br0" timeOffset="145410.14">10148 11350 1 0,'-9'1'167'0,"0"1"-10"16,0-2-7-16,4 0-6 0,-1 1-9 0,6-1 3 15,-12 0-5-15,12 0-7 0,-4 1 2 0,4-1-10 16,-7 2-2-16,7-2-9 15,0 0-6-15,-4 2-3 0,4-2-6 0,0 0-5 16,0 0-5-16,0 0-2 0,0 0-4 0,0 0 5 16,0 0-2-16,0 0-1 0,0 0-3 0,-7-5-1 15,7 5-6-15,0 0-3 0,0 0-8 0,0 0-2 16,0 0-4-16,0 0-5 0,0 0 1 0,0 0-7 16,0 0-4-16,0 0-5 0,0 0-3 0,0 0 1 15,0 0-4-15,0 0-3 0,0 0-5 0,0 0 0 0,0 0-1 0,0 0 1 16,0 0 1-16,0 0 2 0,0 0 1 0,0 0 0 15,0 0 4-15,0 0-4 0,0 0 4 0,0 0 5 16,0 0-4-16,0 0-3 0,0 0-2 0,0 0 10 16,0 0 1-16,0 0 0 0,0 0-2 0,25-3-1 15,-6-1 1-15,9 1 1 0,4-1-20 0,6-1-3 16,12 0 3 0,-8 1 8-16,8 0-4 0,-9-3 5 0,-4 5 8 0,1-1 1 15,-3 0 4-15,-2 1-5 0,-2 0 4 0,-12 0 4 16,-6 2-1-16,-2-3-2 0,-2 3-2 0,-1 0 16 15,1 0-10-15,-3-1-8 0,-6 1 1 0,8-2-5 16,-4 1-7-16,-4 1-5 0,0 0-24 0,9 0-28 16,-9 0-20-16,0 0-26 0,6-2-30 0,-6 2-36 15,0 0-33-15,0 0-44 0,0 0-39 0,0 0-41 0,0 0-172 0,0 0-519 16,0 0 229-16</inkml:trace>
  <inkml:trace contextRef="#ctx0" brushRef="#br0" timeOffset="145811.31">11053 10999 242 0,'0'0'363'0,"1"-4"-36"15,-1 4-29-15,3-2-37 0,-3 2-17 0,0 0-37 0,0 0-22 16,0 0-21-16,0 0-25 0,0 0-17 0,0 0-16 16,0 0-16-16,0 0-20 0,0 0-12 0,-3 19-5 15,-1-2-3-15,0 1-9 0,-6 6-4 16,-3 2-3-16,3 0-8 0,-3 2-1 0,3 1 0 0,-5 0-6 16,2-3 10-16,0-1-11 0,2-8-4 0,4 1-1 15,1 0-1-15,1-2-1 0,0-5 7 0,0-1-11 0,2-5-3 16,3 4 0-16,-2-5 5 0,2 4-1 0,-3-4 4 0,3 1 1 15,1-1 5-15,2 0 24 0,-1-1-5 0,2 1-3 16,4-2 1-16,3 1 4 0,2-1-7 16,4-2-6-16,3 3-6 0,-4-5-21 0,4 2-19 15,-5-3-35-15,3 3-36 0,4-5-50 0,-4 2-52 0,7-2-70 16,-6-2-217 0,0 1-519-16,-3-1 229 0</inkml:trace>
  <inkml:trace contextRef="#ctx0" brushRef="#br0" timeOffset="146027.51">11236 11269 57 0,'-2'-2'344'0,"2"2"-11"0,-4-4-14 0,4 4-12 0,0 0-20 16,0 0-23-16,0 0-29 0,0 0-27 0,-1-3-25 16,1 3-26-16,0 0-8 0,0 0-33 0,-3 12-10 15,2-4-16-15,-3 5-16 0,3 4-1 0,-4 3-8 16,0 5-1-16,1 4-7 0,-1-1-9 0,1 6 6 0,0-5-7 15,2 1-3-15,2-1 1 0,-2-3-41 16,1-6-31-16,0-2-44 16,-3 2-57-16,4-3-59 0,0-2-98 0,0-6-221 15,0-1-547-15,1-5 242 0</inkml:trace>
  <inkml:trace contextRef="#ctx0" brushRef="#br0" timeOffset="147014.01">12016 11229 35 0,'-6'0'130'0,"0"1"1"0,6-1-8 0,-11 1 7 16,11-1-6-16,-6 0-1 0,6 0-5 0,0 0-4 16,-11 2-1-16,11-2-3 0,0 0-2 0,0 0 5 0,0 0-8 15,0 0-5-15,0 0-1 0,0 0-11 0,28-3-10 16,-8 2-7-16,11 1-9 0,3-3-3 0,3 0-11 15,4-1-30-15,-1 3-34 0,-1 0-43 16,2 1-36-16,0-3-52 16,-8 0-168-16,-2 0-339 0,1-3 150 0</inkml:trace>
  <inkml:trace contextRef="#ctx0" brushRef="#br0" timeOffset="147214.62">12184 11369 203 0,'-4'3'225'0,"0"0"-10"16,4-3-16-16,0 0-17 0,0 0-19 0,28 0-16 16,3-6-14-16,3 4-18 0,21 2-35 0,0-3-51 15,3-1-72-15,4 1-95 16,2-4-114-16,-1-1-273 0,-5 3 121 0</inkml:trace>
  <inkml:trace contextRef="#ctx0" brushRef="#br0" timeOffset="148101.34">13414 10976 168 0,'0'-4'187'0,"0"4"-12"16,0 0-9-16,-5-3-18 0,5 3-12 0,0 0-16 15,-3-2-15-15,3 2-8 0,0 0-11 0,0 0-10 16,0 0-10-16,-15 5-8 0,10-1-2 0,-1 1-5 16,-1 0-8-16,-3 3-7 0,0 1-6 0,1 0 4 0,-3 4-5 0,1-1-3 15,-4 2 1-15,0 2-2 0,2 0-5 16,0-1-4-16,1 2-1 0,1 2-5 0,-1-2 3 15,3 0-2-15,-1-2-4 0,2 2-6 0,3 0 10 0,0-1-7 16,-2 1 3-16,5-4-2 0,-2 1 2 0,3 2-2 16,2-4 6-16,2 1-6 0,-2-2 27 0,3 2 13 15,1-2 9-15,0 0 8 0,3 1 8 0,1 1 7 0,0-5 5 16,1 0-1-16,-1-1 7 0,1 0-1 0,-1-3 2 16,4 3-1-16,-2-2 5 0,2-1 6 0,0-3 7 15,0 2-4-15,0-2 7 0,-1-2 12 0,1-2-17 16,1 2-5-16,0 1-5 0,1-4-2 0,2 0-19 15,2-2 9-15,-2-1-13 0,2-1-5 0,1 0-3 0,-3-1-3 16,7-5-1 0,-7 2-4-16,0-1 2 0,4-4-4 0,1-1-3 15,-7-3-4-15,-2 7-1 0,4-8-2 0,-4 0 5 16,-6 1-4-16,1-1-9 0,-4 3 1 0,-3-1-7 16,-1 1-14-16,-1-1-12 0,-4 3-42 0,-3 1-27 15,-7 2-46-15,-10-1-28 0,-3 2-48 0,-6 4-53 16,-5 6-65-16,-19 1-335 0,0 4-696 0,17 1 307 15</inkml:trace>
  <inkml:trace contextRef="#ctx0" brushRef="#br0" timeOffset="149520.57">7951 13114 53 0,'0'-3'286'0,"0"3"-10"16,-1-6-13-16,1 6-11 0,0-4-26 0,0 4-23 16,0 0-26-16,0-5-19 0,0 5-17 0,0 0-21 15,0 0-23-15,0 0-28 0,0 0-14 0,0 0-7 16,0 0-6-16,0 15-8 0,1-5-6 0,-1 2-3 15,-1 3 0-15,1 4-6 0,0 0 4 0,-2 7-5 0,-1-1-3 0,0-1-2 16,2-5 3-16,-4 3-7 0,3-3 0 0,0-2-1 16,1-2 4-16,0-3-4 0,-1-5 0 0,1 1 0 15,1-1 3-15,0-2-1 0,0-1 21 16,0 0 36-16,0-4 40 0,0 5 44 0,0-5 22 0,0 0-6 16,0 0-20-16,0 0-11 0,18-14-30 0,-4 3 8 15,0-2-3-15,0 0-8 16,9-7-8-16,-1 0-11 0,1-1-5 15,0-4-2-15,2 4-19 0,-2-4-4 0,-1 7-11 16,-4 4 1-16,-5 2-9 0,1 5-1 0,-5-2-3 0,-4 2-8 16,1 2-11-16,2 2-2 0,-4 1-18 0,1 1-12 15,0 1-9-15,-5 0 0 0,10 4 4 16,-3 3-25-16,-1 2 0 0,-2 3 4 0,2 5 3 16,-3 0 1-16,-3 2 5 0,5 6 5 0,-3 1-2 0,0 0 5 0,-2-6 4 15,-2 0 1-15,1-4 3 0,0 1 0 0,0-5 6 16,1-2 6-16,0 1 1 0,-4-7 7 0,4 1 2 15,0 0 8-15,0-3 38 0,0-2 18 0,0 5 50 16,0-5 18-16,0 0-16 0,0 0-10 0,11-12-12 0,-3 3-9 16,1-6-3-16,2 0-14 0,1-1-7 15,5-4-11-15,-2 0-2 16,0 5-6-16,-4 1-6 0,1 1-1 0,-3 6-10 16,0-2-1-16,-5 4-6 0,1 2-8 0,-1-3-7 15,1 3-5-15,0 2-6 0,-5 1-10 0,9 0-16 16,-9 0-13-16,9 4-7 0,0 3-9 0,-1 3-14 15,-3-1-11-15,3 3-12 0,2 1-31 0,-3 4-18 16,0 0-36-16,-2-1-44 0,1 1-67 0,1-2-71 16,-4-2-254-16,1-3-671 0,-2-4 297 0</inkml:trace>
  <inkml:trace contextRef="#ctx0" brushRef="#br0" timeOffset="149984.09">8754 12753 45 0,'5'-10'388'0,"-3"3"-36"16,1 0-31-16,0 0-38 0,-1 2-24 0,1 2-29 16,-1-2-25-16,4 1-25 0,-3 3-21 0,5 0-19 15,-2 1-16-15,2 1-15 0,-1 2-15 0,5 4-19 16,-5-2-10-16,-1 4-8 0,3 1-9 0,-3 2-6 0,-1 3-7 0,-2 3-2 15,2 0-5-15,-5 3 0 0,-1 0-4 0,-7 2-4 16,-2 4-1-16,2-9 2 0,-2 5-5 0,1-6-1 16,0-2 2-16,1-1-4 0,2-2-3 0,0-4 2 15,-1-2-3-15,4 2-2 0,-1-5 1 0,1 3 6 16,1-3 11-16,-1 0 21 0,2 0 13 0,-2-1 18 16,3-2 26-16,-1 4 6 0,1-4 7 0,-2 5-3 0,2-5 2 15,0 0-4-15,0 0-11 0,0 0 4 0,0 0-13 16,0 0-12-16,0 0-4 0,0 0-9 0,0 0-4 0,0 0-10 15,17-4 4-15,2 1-15 0,12-4-8 0,1 4 0 16,19-7-5-16,2 3-1 0,1 0-2 16,4-2-5-16,-3 1 6 0,-5 1-9 0,-12 4-3 15,-1-1-2-15,-5-2 0 16,-10 4-6-16,-3 0 3 0,-5 1 0 0,-2 0-11 16,-1 0 15-16,-5-1-3 0,1 2 2 0,-2-1 1 15,-5 1-4-15,8-1-6 0,-6-2-16 0,-2 3-28 16,0 0-32-16,0 0-44 0,10 0-45 0,-10 0-34 0,0 0-41 15,-12 10-47-15,3-3-85 0,-3 0-288 16,1-2-712-16,-1 2 315 0</inkml:trace>
  <inkml:trace contextRef="#ctx0" brushRef="#br0" timeOffset="150413.97">9839 13135 233 0,'0'0'239'0,"0"0"-6"0,0 0-7 0,0 0-10 0,-4-2-9 15,4 2-13-15,0 0-10 0,0 0-11 0,0 0-15 0,0 0-11 16,0 0-18-16,0 0-14 0,0 0-11 15,16-5-13-15,-5 3-10 0,0-1-4 0,7 1-12 16,0-3-20-16,3 3-27 0,3-1-30 0,3 2-31 16,-2-1-48-16,3-5-45 0,2 6-44 0,-11-2-233 0,1 0-446 31,0 1 198-31</inkml:trace>
  <inkml:trace contextRef="#ctx0" brushRef="#br0" timeOffset="150654.43">9887 13319 104 0,'0'0'222'0,"0"0"1"0,-5 3 2 16,5-3-6-16,0 0-9 0,0 0-9 0,-5 1-12 15,5-1-13-15,0 0-17 16,0 0-9-16,18-1-22 0,-4-2-14 0,7 0-8 16,9 1-19-16,5-1-24 0,1-2-37 0,16-3-44 15,2 5-43-15,3-3-60 0,2-3-51 0,-2 5-200 16,2-6-403-16,1-2 178 0</inkml:trace>
  <inkml:trace contextRef="#ctx0" brushRef="#br0" timeOffset="151108.67">11289 12850 194 0,'4'-3'327'0,"-4"3"-6"0,4-3-6 0,-4 3-34 16,1-2-15-16,-1 2-27 0,4-3-17 0,-4 3-25 0,0 0-21 0,4-2-28 16,-4 2-17-16,0 0-21 0,0 0-22 0,0 0-19 15,0 0-8-15,0 0-8 0,0 10-13 0,-4-5-7 16,0 5 6-16,2 2-17 0,-6 7 2 0,-1-4-4 15,-1 4 0-15,1 5-4 0,-3 0-5 0,2-7 3 16,5 2-3-16,-3-1 9 0,3-1-17 0,0-1 3 16,0 2-2-16,2-6-2 0,3 1 2 0,0-2 3 0,0 1-4 0,2-1 3 15,0-2 3-15,2 2-1 0,1-3 5 0,1 3 1 16,4-2-5-16,3 0 5 0,4 0-7 0,2-1-23 16,3 0-33-16,0-4-29 0,-1-1-30 0,8-1-36 15,-8-3-31-15,6-3-26 0,1-3-26 0,-1-3-15 16,-8 0-148-16,-2 1-422 0,5-8 187 0</inkml:trace>
  <inkml:trace contextRef="#ctx0" brushRef="#br0" timeOffset="151255.84">11591 13113 510 0,'9'-13'88'0,"-3"2"46"0,2-2 23 16,-5 3 33-16,3 2 14 0,-3-2 0 15,0 5 4-15,-2-4 3 0,3 4 4 0,0 2-8 0,-4-3-20 16,4 3-14-16,-3 0-25 0,0 1-17 0,-1 2-24 16,0 0-8-16,0 0-26 0,0 0-11 0,-2 11-9 15,-6 5-10-15,-3 11 2 0,-3 4-11 0,-4 15 2 16,-3 2-6-16,0 4-1 0,0 7-13 0,2 21-29 0,6-25-32 0,-5 2-52 15,4 26-97-15,4-31-128 0,-2-1-166 0,9-15-528 16,3-6 234-16</inkml:trace>
  <inkml:trace contextRef="#ctx0" brushRef="#br0" timeOffset="152543.76">8162 14705 19 0,'2'-2'256'0,"0"0"-19"16,-2 2-17-16,0-8-24 0,0 8-23 0,1-3-17 15,-1 3-16-15,0 0-22 0,2-4-16 0,-2 4-13 16,0 0-11-16,6 15-7 0,-6-8-9 0,0 5 11 0,4 5-8 0,-4 3-11 16,1 6-1-16,2 0-7 0,-3 6-2 0,-3-1-4 15,2 1-7-15,-3 0-7 0,2-2-19 0,-2 0 0 16,1 0-5-16,-1-2 6 0,2-3-2 0,0-7 0 16,1-2 0-16,1-3-1 0,0-2 1 0,0-2-1 15,0-3 1-15,0 0 34 0,0-1 33 0,0-2 39 16,0 1 46-16,0-4 44 0,1 5 18 0,-1-5-21 0,0 0-22 15,15-17-15-15,-3 5-20 0,1-2-11 0,5-6-9 0,1-2-21 16,-1-6 2-16,5 3-16 0,-5-7-7 0,13-5-9 16,-11 10-9-16,-1-1-7 0,-1 5-3 15,1 2-6-15,-9 7 0 0,-2 2-10 0,1 5-7 16,-4 0-7-16,-1 0-9 0,1 2-4 0,-1 3-22 16,-4 2-29-16,5-3 3 15,-5 3-3-15,9 6 2 0,-5 2 1 0,-3 2 7 16,3 6 2-16,0 2 3 0,-3 8-8 0,3-2 12 15,-4 3 4-15,0 1 1 0,0-2 5 0,0-2-4 16,0-7 5-16,0 3 3 0,0-4-22 0,0-6 2 16,3 2 1-16,-3-5 4 0,0-2 4 0,1 0 15 15,0 0 36-15,-1-1 35 0,0-4 7 0,5 0-4 16,-5 0-7-16,16-10-5 0,-3-1-1 0,-1-1-10 0,2-3 4 0,4-6-2 16,2 1-4-16,2-4-10 0,1 2 3 0,0 3-6 15,-10 5 6-15,2-1 1 0,-2 5 0 0,-3 2-5 16,-2 1-5-16,-3 2-9 0,-1 0-4 0,1 1-11 15,-1 2-30-15,1 2-5 0,-5 0-20 0,9 2-11 16,-3 3-14-16,2 4-14 0,2 1-28 0,-1 2-40 16,1 3-50-16,3 1-62 15,1 1-93-15,0-2-278 0,-1-3-693 0,6-1 307 16</inkml:trace>
  <inkml:trace contextRef="#ctx0" brushRef="#br0" timeOffset="152860.07">9512 14870 35 0,'-7'0'255'15,"7"0"-9"-15,0 0-4 0,0 0-6 0,-5-1-3 16,5 1-8-16,0 0-8 0,0 0-7 0,0 0-15 16,0 0-16-16,0 0-17 15,0 0-17-15,0 0-17 0,0 0-7 0,24-5-15 16,-7 4-26-16,14-3-24 0,-1 3-41 0,1 0-45 15,5-1-49-15,-3 1-59 0,0-3-68 0,-1 2-234 16,-5-1-474-16,-6 1 209 0</inkml:trace>
  <inkml:trace contextRef="#ctx0" brushRef="#br0" timeOffset="153091.87">9522 15141 230 0,'-4'0'260'16,"-1"3"-5"-16,5-3-9 0,0 0-24 0,0 0-15 16,0 0-23-16,19 0-20 0,3-3-17 0,7 0-16 15,6 2-35-15,1-4-52 0,1-1-63 0,3 2-73 16,13-6-72-16,-12 3-155 0,11-3-345 0,3-2 153 15</inkml:trace>
  <inkml:trace contextRef="#ctx0" brushRef="#br0" timeOffset="153577.59">10651 14875 41 0,'0'0'188'0,"-6"0"-4"0,6 0 2 16,0 0-6-16,0 0-2 0,0 0-6 15,0 0-10-15,0 0-5 0,0 0-9 0,-7 2 0 0,7-2-12 16,0 0-13-16,0 0-11 0,13-5-14 0,-5 3-7 15,5 0-9-15,5-2-10 0,2 1-7 0,2-3-7 16,11 4-7-16,-5-4-3 0,7 2-8 0,-2-2-2 16,5 5-6-1,0-3 0-15,-4 1-7 0,4 0-17 0,-3-1-17 0,-6 1-23 16,2 0-28-16,-11 1-28 0,-2 0-35 0,0-2-46 16,-9 1-39-16,-3 2-153 0,-2-2-392 15,-2-1 174-15</inkml:trace>
  <inkml:trace contextRef="#ctx0" brushRef="#br0" timeOffset="153815.9">10938 14666 207 0,'1'-7'339'0,"-1"0"-4"0,1 2-2 16,-1-1-10-16,0 2-15 15,0-3-31-15,0 5-23 0,0 2-36 0,2-5-7 16,-2 5-40-16,0-5-33 0,0 5-37 0,0 0-22 16,0 0 5-16,0 12-22 0,-2 1 3 0,2 6-14 15,0 10-13-15,-3 3-5 0,0 4 1 0,-1 13-4 16,-4 1-5-16,4 0-20 0,1-1-27 0,0-2-34 16,1 0-39-16,-2-11-40 0,-3-3-49 0,6-1-89 15,-7-3-220-15,3-3-534 0,4-7 237 0</inkml:trace>
  <inkml:trace contextRef="#ctx0" brushRef="#br0" timeOffset="154032.01">10691 15443 101 0,'-5'2'372'15,"1"-1"-23"-15,4-1-17 0,-5 2-14 0,5-2-22 16,-4 3-13-16,4-3-14 0,0 0-24 0,0 0-26 15,0 0-24-15,0 0-18 0,33-4-23 0,-3 2-35 16,6-5-51-16,2 3-59 0,16 2-62 0,-1-1-58 16,0-1-78-16,3-5-90 15,-5 1-200-15,0-2-520 0,-2-2 231 0</inkml:trace>
  <inkml:trace contextRef="#ctx0" brushRef="#br0" timeOffset="154649.24">11610 14736 151 0,'6'-5'236'0,"1"-1"-20"16,2 1-18-16,-2 3-22 0,6-1-16 0,0 1-20 15,6 4-15-15,0 2-13 0,-1 0-9 0,4 3-6 0,2 3-9 0,-2 4-7 16,-6-2-12-16,6 8-5 0,-5-3-9 0,-1 5-8 15,-8-4 0-15,-3 8-25 0,-1-1-3 0,-4 1-6 16,-8 4 0-16,-1-4 1 0,-7 6 4 0,-12 6-8 16,-7-2-2-16,-5-6 4 0,-7 2-2 0,1-4 3 15,-5-2-3-15,3-4 2 0,12-6-4 0,0-4 1 16,4-1-3 0,10-4-3-16,6-2 6 0,2 0 19 0,2-2 28 0,3 1 28 15,2-1 33-15,1-1 31 0,6-2 2 0,-7-2-1 16,7 2-12-16,1-10-11 0,2 6-3 0,2-5-9 15,6 3-31-15,3-6 1 0,3 3-14 16,2-1-4-16,0 0-5 0,5 1-11 0,-7 1-7 16,2 3-5-16,-2 3-6 0,-3 0-6 0,-1 2-7 0,1 0-5 15,-1 0-3-15,3 4-2 0,2 1 2 0,1 3-1 0,-2-2-5 16,-2 5 3-16,13 1-7 0,-10-3 17 0,8 3-8 16,-2 0 0-16,-2-5-3 0,-2-3 8 0,7 4-5 15,1-2 0-15,0-5 3 0,3 2-9 0,-3-4 3 16,4-5 9-16,-1 1-8 0,-3-2 1 0,-1-2 5 15,-1-2-6-15,0 0 6 0,-7 1-10 0,-1 1 3 16,0 0-3-16,-4 0 4 0,2 0-18 0,-4 2-20 0,-3 4-40 0,-1-2-46 16,-5 1-98-16,3 2-129 0,-4 0-267 0,-2 2-662 15,0 0 293-15</inkml:trace>
  <inkml:trace contextRef="#ctx0" brushRef="#br0" timeOffset="156653.97">15140 10577 174 0,'3'-10'253'0,"-3"1"-7"0,1 2-12 0,2 0-11 15,-2 3-10-15,-1-3-16 0,0 2-17 0,1 1-19 16,-1-1-13-16,0 5-11 16,3-7-19-16,-3 5-12 0,0 2-13 0,0-3-14 15,0 3-12-15,0 0-24 0,0 0-12 0,0 0-12 16,0 0-10-16,14 12-6 0,-9-2-5 0,3 6 0 16,-3 10-3-16,0 5 0 0,3 17 7 0,-6 0-4 15,1 1 4-15,-2 4-4 0,-5 3 1 0,-1 2 3 16,-1 2-8-16,-3 22 5 0,1-28-5 0,-2 4-3 15,1 0 3-15,0 1 3 0,-4 0-3 0,1 28 2 0,5-27 1 0,-11 22 2 16,3 0 8-16,5-22 1 0,-6 23 4 0,4-26-1 16,-1 28 2-16,1-29 0 0,-3 28 2 0,6-28-1 15,-5 27 3-15,5 1 1 0,0-26-5 0,-4 24 8 16,7-20-9-16,-7 22 1 0,4-24-2 0,0 0-1 16,-5 22-3-16,4-23 1 0,0 25 0 0,-1 1 3 15,0-3 6-15,3-21-3 0,1 26 4 0,-5 2 19 0,2-9-2 16,2 2 0-16,2-26-1 0,-3 29-3 0,3-3-6 0,-1 0 3 15,2 0-3-15,0 0-6 0,-1-22 0 0,3 24-3 16,-1-23-3-16,-5 20-21 0,5-22 0 0,-3 0 0 16,-2 25-1-16,1 0 3 0,-1 0 0 0,0-23 2 31,4 21 0-31,-4 0-1 0,0-25 4 0,2 2-5 0,-6 27 2 16,4-30 2-16,-1 2-4 0,-7 28 2 0,4-6 5 15,2-21-5-15,-1-1 5 0,-7 23-1 0,5-20 0 16,4-3 0-16,-2 2-4 0,-3-2 4 0,2-1-2 15,-1-2 2-15,0 0-5 0,0-3 5 0,2 0-5 16,2 3 9-16,-2-3-7 0,3-1 1 0,-4-3 1 16,3 1 8-16,1-5-7 0,2-8 25 0,-2 10 3 15,2-13-2-15,-5 14-4 0,2-14-5 0,4-1 3 0,-1-1-9 0,2 1 8 16,-3-3-7-16,3 2-1 0,0-2 3 0,0-1-2 16,-3-3-4-16,3 1-2 0,1-8 2 0,-2 7-4 15,2-7 1-15,0 0-2 0,3-2-9 0,-2-4 11 16,2 3-1-16,1-5 6 0,-4 0-6 0,3 1 3 15,-2-1 0-15,3-2-9 0,-1-2-14 0,1 0-18 16,0-1-10-16,0-1-10 16,0-4-19-16,0 0-47 0,0 0-91 0,0 0-276 15,-10-19-527-15,6 1 234 0</inkml:trace>
  <inkml:trace contextRef="#ctx0" brushRef="#br0" timeOffset="157841.56">16798 10640 47 0,'-8'5'146'0,"8"-5"-12"0,-5 5-10 16,4-3-15-16,1-2-5 0,-4 5-14 0,1-2-8 15,3-3-6-15,-2 4-6 0,-2-1-6 0,4-3-12 16,0 0-2-16,-1 5-2 0,1-5-9 0,-1 2-2 16,1-2 3-16,0 0 12 0,2 5 10 0,4-2 15 15,1-3 4-15,1 0-4 0,5-3-5 0,0 2-6 0,8-3-4 0,-1 2-5 16,7-5-4-16,-4 2-6 0,3-4 0 0,-6 1-1 16,-2 0 1-16,0-1-1 0,0 2 2 0,-3-1-10 15,-1-1 1-15,-3 4 0 0,-1 2 3 0,-3-4 2 16,-2 5-1-16,0-3 0 0,-1 4-11 0,-3-3-8 15,-1 4-12-15,0 0-1 0,-11-1-1 0,-2 5-6 16,-7-2-3-16,-7 12-1 16,-5-1 0-16,-2 6-4 0,-10 8 3 0,-2 5-1 15,0 0-3-15,-1 3 1 0,1 2 6 0,1-2 1 16,4 1 5-16,4-2 2 0,11-7 3 0,4 0-2 16,4 1 4-16,4-1 6 0,2-1 0 0,7 1 3 15,5-4-1-15,8-4 4 0,1-2 6 0,10 4 4 16,3-4-1-16,6-1-1 0,2-3-2 0,4-3-5 15,5-2 1-15,-2 0-1 0,15-2-6 0,-14-3 0 0,-3-1-2 0,1 1-1 16,-5-3-4-16,-4 0-2 0,-8 0 2 0,-2 0 5 16,-5 0-3-16,-3-3-5 0,-1 3-3 0,-2-1-3 15,1 1-6-15,-7 0-13 0,9-1-25 0,-8-2-20 16,-1 3-15-16,0 0-9 0,-4-6-4 0,0 0-13 16,-3 4-20-16,2-1-15 0,-2 2-34 0,2-5-55 15,0 2-136 1,0-2-389-16,-2 0 173 0</inkml:trace>
  <inkml:trace contextRef="#ctx0" brushRef="#br0" timeOffset="158026.43">17319 11117 33 0,'0'2'331'0,"0"-2"-20"16,0 0-23-16,0 0-23 0,-5 6-18 0,5-6-23 15,0 0-26-15,0 0-17 0,0 0-17 0,0 0-24 0,0 0-27 16,0 0-27-16,0 0-50 0,0 0-53 0,0 0-66 16,15-3-60-16,-7 0-94 0,1-1-120 15,1-1-385-15,2 0 170 16</inkml:trace>
  <inkml:trace contextRef="#ctx0" brushRef="#br0" timeOffset="158506.09">17816 10723 22 0,'0'-8'372'0,"2"3"-29"16,-2 2-35-16,1-3-37 0,-1 6-33 0,0-5-19 15,0 5-26-15,1-3-27 0,-1 3-24 0,0 0-26 16,0 0-12-16,0 0-15 0,0 0-12 0,3 20-5 15,-3-4-11-15,-3 2-5 0,3 11-5 0,-1 0-3 0,-2 1-7 0,2 0-4 16,-3 2-3-16,3 0-5 0,-2-1 4 0,2-2-11 16,0-4 0-16,1 2 0 0,-4-9-6 0,3-1 0 15,-2 0 0-15,3-5 0 0,0 0-2 0,0-4-7 16,-1-1 8-16,1 0-1 0,-1-2 0 0,1-1 34 31,-3 1 31-31,3-2 47 0,0-3 38 0,0 5 38 0,0-5 16 16,0 0-18-16,0 0-22 0,-8-13-16 0,6 4-15 15,-1-3-18-15,-2-5-9 0,1-3-14 0,3-6-7 16,-3-5-9-16,3 1-7 0,-2-4-10 0,6 1-9 16,2-12-5-16,0 7-4 0,0-10-3 0,0 4-9 15,-1 11-3-15,0 1-3 0,1 4-3 0,3 0-1 16,-3 11-1-16,1-1-1 0,-2 2-2 0,3 5-5 16,-4-2 1-16,4-1-12 0,-2 6-2 0,4 0-4 0,0 0-7 0,6 0-8 0,2 1-23 15,2 2-24-15,1 3-28 0,10 2-21 0,0 0-35 16,6 5-34-16,-1 1-36 0,-1 2-36 0,-2 3-41 15,0 3-45-15,-4 1-52 0,-2 0-298 0,-3-2-737 16,-8-4 326-16</inkml:trace>
  <inkml:trace contextRef="#ctx0" brushRef="#br0" timeOffset="158744.15">17844 11025 299 0,'-2'4'321'0,"2"-4"-15"0,-3 1-19 0,3-1-24 15,0 0-33-15,0 0-9 0,0 0-34 0,0 0-20 16,0 0-13-16,35-3-22 0,-16-1-25 0,9-1-47 15,4 1-64-15,0 1-81 0,4 0-85 0,-8 0-243 0,1-1-447 0,-2 0 198 16</inkml:trace>
  <inkml:trace contextRef="#ctx0" brushRef="#br0" timeOffset="158975.91">18386 11119 194 0,'-2'0'436'0,"2"0"-30"0,-5 3-54 0,5-3-37 16,0 0-45-16,0 0-35 0,0 0-44 0,0 0-57 0,0 0-62 15,0 0-62-15,0 0-71 0,12-8-77 0,-4 6-92 16,1-3-135-16,1 0-394 0,0 0 174 0</inkml:trace>
  <inkml:trace contextRef="#ctx0" brushRef="#br0" timeOffset="159430.31">19168 10938 169 0,'-6'-2'235'15,"6"2"-3"-15,0 0-5 0,0 0-5 0,-7 3-4 16,7-3-10-16,0 0-13 0,0 0-13 0,0 0-16 16,0 0-8-16,0 0-24 0,0 0-18 0,13-6-22 15,-1 2-20-15,4-1-32 0,4 2-37 0,1-1-37 16,6-2-34-16,1 1-30 0,-1-2-35 0,3 4-49 16,-10-1-182-16,0-3-393 0,-2 4 174 0</inkml:trace>
  <inkml:trace contextRef="#ctx0" brushRef="#br0" timeOffset="159608.72">19218 11061 82 0,'-9'6'162'16,"4"-2"-16"-16,-1 0-16 0,1-3 0 0,1 3 16 15,0-1 2-15,4-3 14 0,5 7-4 0,3-7-12 0,10 3-10 16,10 1-16-16,5-1-21 0,4-2-53 0,4-1-61 15,14-3-81-15,-16 1-188 0,15-1-306 0,-17-2 135 16</inkml:trace>
  <inkml:trace contextRef="#ctx0" brushRef="#br0" timeOffset="160849.43">20580 10589 155 0,'0'0'185'16,"-9"-2"-10"-16,9 2-11 0,-6-2-15 0,6 2-16 0,-4 0-9 15,4 0-14-15,0 0-13 0,0 0-7 0,-5-3-11 16,5 3-8-16,0 0-8 0,0 0-8 15,0 0-1-15,0 0-7 0,0 0-2 0,15 6-2 0,-3-6-4 16,-2 1-6-16,9-2-1 0,0-2-2 0,1 3-4 16,-1-5-1-16,1 4-4 0,-1-1 2 0,4-4-9 0,-4-1-2 15,2 3 1-15,-2 0-4 0,0-4 2 0,-5 2 6 16,-1-2 5-16,-1 3 11 0,-2 0 6 0,-2-1 8 0,2 0 5 16,-5 1 7-16,0 3 0 0,-1-2 6 0,-2 0-11 15,2 0-2-15,-4 1-11 0,0 3-10 0,-4-5-4 16,-2 4-8-16,-4 1-3 0,-4 2-4 0,-7 2-5 15,-7 3 3 1,-4 3-4-16,-4 2-3 0,-10 11-4 0,13-5 11 16,-14 10-12-16,-1 2-2 0,5 4 1 0,0 0-3 15,4 3 0-15,1-1 4 0,11-7-5 0,5 0 2 16,3 3 1-16,6-1 0 0,1 3 5 0,7 0 7 16,2-1 4-16,8-1 1 0,9-2 3 0,4-5 9 15,13 0-7-15,12 4-3 0,6-11-12 0,4-3-29 16,9-2-46-16,-2-8-61 0,4-3-67 0,-5-3-208 0,-1-2-441 0,-4-3 195 15</inkml:trace>
  <inkml:trace contextRef="#ctx0" brushRef="#br0" timeOffset="161266.04">21043 11047 28 0,'0'0'357'0,"0"0"-10"0,0 0-7 16,0 0-7-16,1-12-18 0,-1 12-21 0,3-5-22 0,-3 5-32 15,0 0-22-15,0 0-28 0,0 0-27 0,0 0-17 16,0 0-30-16,0 0-11 0,0 0-34 0,0 0-5 15,1 13-13-15,-1-5-6 0,3 9-4 0,-5 3-5 16,2 5-12-16,-1 2 4 0,1 4-2 0,-1-2-3 16,1 2-3-16,-3 0-13 0,3-3 11 0,3 0-4 0,-2 1-3 0,0-4 8 15,3 4-10-15,-3-4 1 0,2-5 1 16,-2-1-1-16,2 1-1 0,-1-3 0 0,-2 1 0 0,0-5-2 16,3-3-7-16,-2 0 22 0,-1-3-16 0,0 1-4 15,0-4 7-15,0 1-3 0,3-1 4 0,-3 0 0 16,0-4 5-16,1 4-8 0,-1-4 3 15,0 5 20-15,0-5-28 16,0 0-15-16,0 0-18 0,0 0-52 0,0 0-60 0,0 0-58 16,16-15-69-16,-8 5-67 0,3-1-195 15,1-1-572-15,0-3 254 0</inkml:trace>
  <inkml:trace contextRef="#ctx0" brushRef="#br0" timeOffset="162183.81">21818 11050 193 0,'-11'0'184'15,"11"0"-12"-15,-8 0-9 0,8 0-6 0,-6-3-10 16,6 3-8-16,0 0-3 0,0 0-9 0,-9 0-7 0,9 0 0 0,0 0-6 15,0 0-6-15,0 0-6 0,0 0-9 0,0 0-6 16,15-10-12-16,-2 5-5 0,0 1-7 0,7-7-7 16,-2 1-4-16,9-2-5 0,-3-1 5 0,3-1 9 15,0-2-7-15,-3 0 12 0,2-3-9 0,-3 1 0 16,1-1-5-16,-4 2 2 0,-2-1-3 0,-5 2-3 16,-1 2 2-16,-1-1 1 15,-3 0-1-15,-2-1 2 0,-2 4-2 0,-4 2 0 16,0-4-1-16,0 9-6 0,-5-5-14 0,1 4-1 15,-7 1-10-15,-2 1 2 0,-9 4-12 0,1 4 3 16,-9 2-8-16,-1 10 1 0,-2 2 1 0,-6 8-11 16,0 4 6-16,11-6-1 0,1 2-1 0,-3 12-1 15,8-8-1-15,4 1-1 0,7 2 4 0,1-1 2 16,9 1 3-16,4 0 2 0,5-2 4 0,7-1-3 0,4-2-2 0,7-3 6 16,4-5 1-16,6 1 4 0,0-4-4 0,11 0 1 15,2-3 0-15,-10-5-5 0,15-1 7 0,-14-5 6 16,-2 2 4-16,-3-4-1 0,-4 1 7 0,-9-1 10 15,-3 2 10-15,-5-3-2 0,-1 0 20 0,-3 0 6 16,-3 0 8-16,-1 0 7 0,-6 0-6 0,8 0-6 16,-8 0 0-16,7 0-15 15,-7 0-6-15,0 0-11 0,8 0-25 0,-8 0-23 16,0 0-39-16,6 0-45 0,-6 0-40 0,0 0-54 16,0 0-71-16,0 0-135 0,0 0-219 0,0 0-653 15,-14-12 290-15</inkml:trace>
  <inkml:trace contextRef="#ctx0" brushRef="#br0" timeOffset="166024.63">22377 10171 18 0,'-1'-4'170'15,"1"4"0"-15,-3-6-5 0,2 4-4 0,-2-2-4 16,3 4 2-16,0 0-1 0,3-6-10 0,-3 6-4 15,-3-6-3-15,3 6-3 0,0-5-9 0,0 5-4 16,0 0-4-16,0 0 1 16,0-5-20-16,0 5-10 0,0 0-7 0,0 0-11 15,0 0-9-15,4-3-6 0,-4 3-9 0,6-1-7 16,1-1 2-16,-7 2-14 0,14 2-6 0,-4 0 0 16,0-1-6-16,1 2-4 0,-1 2-4 0,1-1-1 15,-1 2-5-15,0 1-6 0,0 0-1 0,-1 3 0 16,-2 1-5-16,-3 1-2 0,1 3 1 0,0 2 1 15,-5 2 0-15,-5 1 0 0,-4 2 1 0,-5 4-1 0,-4-2-1 0,-1 0 0 16,-1-3 3-16,-3 2 2 0,-2-3-4 0,1-2 7 16,2-2-2-16,3-2-3 0,5-5 1 0,-4 0 5 15,7-1-2-15,1-3 1 0,3 2 1 0,-1-2 1 16,3-2-1-16,-1-1 1 0,1 1 2 0,5-3 14 16,-5 2 3-16,2 1 1 0,3-3 0 0,-4 3 1 15,4-3-6-15,0 0-1 0,0 0 4 0,9 5-2 0,-2-5-6 16,5 2-1-16,1-2 0 0,6 0-1 0,3 0-3 15,6 0-12-15,-1 0-32 0,4 0-42 0,-2 0-53 0,7 0-71 16,-4-7-241-16,-2 3-480 0,2-3 213 0</inkml:trace>
  <inkml:trace contextRef="#ctx0" brushRef="#br0" timeOffset="166463.31">22944 10079 25 0,'0'-5'315'0,"0"0"-8"16,1-2-15-16,2 2-9 0,-2 4-15 0,-1 1-20 15,-1-7-20-15,1 7-21 0,1-4-25 0,-1 4-17 16,0 0-20 0,0-5-20-16,0 5-14 0,0 0-12 0,0 0-17 0,0 0-22 15,0 0-12-15,0 0-9 0,2 15 3 0,-4-5-11 16,2 6-3-16,-1 3-6 0,-5 8-2 0,3 3-1 16,-1 2-6-16,-1 1-1 0,1 1 1 15,-1-2 1-15,-4-1-7 0,3 1-13 0,2-4 1 0,0 0 1 16,-1-2 1-16,4-7 0 0,-2-2 3 0,1 0-5 15,0-3 2-15,-1-4 4 0,3 2-4 0,-2-6 2 0,2-1 1 16,0 4 3-16,-1-7-1 0,0 3 1 0,2-3 3 0,-1 4 0 16,-1-3 0-16,1-3 7 0,0 4 6 0,0-4-3 15,-2 4 1-15,2-4 5 0,0 0 1 16,0 0-2-16,7 3 0 0,-7-3 0 0,18-3-11 16,0 0-24-16,2-1-22 0,-2 0-39 0,10-5-43 0,0 1-51 15,-1-1-68-15,4 0-260 0,-4-3-537 0,-1-1 237 0</inkml:trace>
  <inkml:trace contextRef="#ctx0" brushRef="#br0" timeOffset="166712.97">22888 10389 55 0,'0'0'327'0,"-5"0"4"0,5 0 3 0,0 0 1 0,0 0 3 0,0 0-12 16,0 0-19-16,0 0-33 0,0 0-25 0,0 0-31 16,0 0-21-16,23-8-22 0,7 1-46 0,19 0-53 15,9 0-79-15,4 2-81 0,3-2-114 0,1-1-367 0,-1-2-611 16,-9-4 271-16</inkml:trace>
  <inkml:trace contextRef="#ctx0" brushRef="#br0" timeOffset="173041.26">23783 11134 95 0,'-6'-2'185'0,"6"2"-3"16,-7-1-4-16,3 0-8 0,4 1-4 0,0 0-3 15,-8-2-6-15,8 2-20 0,0 0-11 0,0 0-7 16,-6-1-12-16,6 1-6 0,0 0-9 0,0 0-11 16,0 0-5-16,0 0-10 0,0 0-7 0,0 0-8 0,0 0-3 15,0 0-7-15,0 0-3 0,0 0-7 16,-8 3 1-16,8-3-2 0,0 0-8 0,0 0 1 0,0 0-3 0,0 0-3 16,0 0-1-16,0 0-4 0,0 0 0 0,0 0 2 0,0 0-4 15,0 0 1-15,0 0-1 0,0 0-3 0,0 0-1 16,0 0-3-16,0 0 1 0,0 0-2 15,0 0 0-15,0 0-1 0,0 0 3 0,0 0-4 16,0 0 3-16,0 0-4 0,0 0 3 0,0 0 2 0,0 0-5 16,0 0 1-1,0 0 1-15,0 0-1 0,0 0 4 0,0 0-4 16,0 0-3-16,0 0 2 0,0 0 2 0,0 0-3 16,0 0 4-16,0 0 1 0,0 0-1 0,0 0-2 15,0 0 1-15,0 0-2 0,0 0 2 0,0 0-1 16,0 0 1-16,0 0 1 0,0 0-2 0,0 0-2 15,0 0 3-15,0 0-1 0,0 0 1 0,-5 1-1 16,5-1 1-16,0 0-4 0,0 0 1 0,0 0 4 0,0 0-2 0,0 0 7 16,0 0-3-16,0 0-1 0,0 0 6 0,0 0-2 15,0 0 0-15,0 0 3 0,0 0-6 0,0 0 1 16,0 0-2-16,0 0 2 0,0 0 0 0,0 0-1 16,0 0-2-16,0 0 1 0,0 0 3 0,28-3 1 15,-6 0-2-15,8-3-2 0,6 2 1 0,4-1 1 16,14-2-4-16,4 0 4 0,1-1-2 0,-1 1-1 0,-2-1-1 0,-2-1 5 15,-1 4-6-15,-17-2 2 0,0 2-5 0,-2 1 7 16,-7-4-18-16,-4 6-23 0,-4-1-22 0,-10 2-29 16,0 0-52-16,-4 0-46 0,-5-4-206 0,0 5-423 15,-12-3 187-15</inkml:trace>
  <inkml:trace contextRef="#ctx0" brushRef="#br0" timeOffset="173295.2">24084 10914 179 0,'5'-10'327'16,"-5"3"-6"-16,0 0-8 0,1-1-10 0,1 4-18 0,-4-2-22 15,4 1-30-15,-1 0-33 0,-1 5-14 0,0-4-20 16,1 1-32-16,-1 3-37 0,0 0-35 15,0 0-12-15,0 0-8 0,0 13-5 0,0 4-3 16,-1 9-2-16,1 3-5 0,0 5-2 0,-1-1-2 0,-1 11-3 16,1-6-9-1,1-2-25-15,-5 8-28 0,5-11-46 0,-1 0-50 16,2 1-60-16,-2-8-284 0,2 0-522 0,-1-10 231 16</inkml:trace>
  <inkml:trace contextRef="#ctx0" brushRef="#br0" timeOffset="174144.07">25338 10790 143 0,'-7'-2'200'0,"3"-1"-8"16,4 3-12-16,0 0-14 0,0 0-12 0,-3-2-11 0,3 2-15 16,0 0-15-16,0 0-8 0,0 0-15 0,0 0-9 0,0 0 1 15,0 0-9-15,0 0-4 0,0 0-2 0,-2-5-7 16,2 5-1-16,0 0-5 0,9-4 2 16,-2 1-2-16,2 0-12 0,3-1-4 0,6-6-2 0,1 3 1 15,1 1-9-15,0-3 0 0,-2 4 0 0,-1-5-6 16,-1 1-2-1,-4 2 5-15,4-1 6 0,-2-4 6 0,-5 3 0 16,1 2 10-16,-5 2 4 0,5-2 5 0,-7 5-1 0,1-2-5 16,0 0-7-16,-4 0-13 0,0 4-14 0,-5-5-3 15,-3 4-4-15,-3 2-2 0,-3 3-4 0,-4-2-1 16,-8 9-4-16,-1 5 2 0,-2-2-4 16,1 3 1-16,0 2-2 0,-2 3 2 0,4 1-4 0,1 1 0 15,7 0-10-15,-2 2 3 0,3 1-1 0,3 1 6 0,5-1-1 16,4 1 1-16,5-2 9 0,5-2-6 0,4 1 1 15,8-2 6-15,0-3 1 0,11-3 1 0,4-1-13 0,2-3-21 16,3-4-31-16,1 0-44 0,15-3-50 0,-15-4-47 16,-1 1-194-16,-2-6-431 0,-6-2 191 15</inkml:trace>
  <inkml:trace contextRef="#ctx0" brushRef="#br0" timeOffset="174567.27">25616 11047 147 0,'0'0'247'0,"0"0"-27"16,0 0-22-16,0 0-20 0,0 0-20 0,0 0-18 16,0 0-12-16,0 0-17 0,23 0-13 0,-16 3-13 15,-2-1-16-15,2 5 1 0,0 1-8 0,-1 0-11 16,-2 2-6-16,0 5-5 0,-3 3-4 0,-1 0-2 15,-3 7-1-15,-6 0-4 0,-1 3-1 0,-2-4-4 16,-5 2-5-16,-1-4 3 0,-1 3-5 0,1-6-3 0,0 2 0 0,-4-4 4 16,10-1-4-16,0-7-1 0,3 0-4 0,1-1 0 15,2 0 0-15,-1-4 0 0,4 1-1 0,-1 0 5 16,3-2 12-16,1-3 4 0,8 5 5 0,3-5-4 16,10 0 0-16,5 2-1 0,6-5-4 0,4 0-9 15,-2-1 5-15,0 1-2 0,0-3-6 0,3 2 3 16,3-1-4-16,-2-1-2 15,-3 0 0-15,-3 2-1 0,-4 2-1 0,-10-2 0 16,-4 2-1-16,-3 1-2 0,3-3 3 0,-7 4 2 16,-1-1 7-16,-1 0-4 0,0 1-1 0,-5 0-10 15,9-2-1-15,-9 2-12 0,0 0-18 0,0 0-30 16,0 0-28-16,0 0-38 0,-27-1-32 0,20 0-54 16,-5-2-150-16,6-1-389 0,3-1 173 0</inkml:trace>
  <inkml:trace contextRef="#ctx0" brushRef="#br0" timeOffset="175099.91">26578 10999 101 0,'0'0'191'0,"-8"0"-13"0,8 0-8 0,0 0-8 16,0 0-4-16,-4 2-14 0,4-2-9 0,0 0-15 0,0 0-15 16,0 0-8-16,0 0-10 0,21-7-9 0,-10 3-6 15,4 0-6-15,4 0-8 0,5-4-4 0,-1 1-5 16,4-3-5-16,5 1-5 0,-3-3-2 0,2 0 3 0,-2-1 4 16,0-1-1-16,-4-3-3 0,-2 2 1 0,-1 0 3 15,-9 4-5-15,1-4-3 0,-4 2-5 16,0 0 11-16,-3 4-1 15,-4-2 8-15,-1 1-4 0,-2-1-14 0,-3 5-4 0,-3 1-6 16,-6 0-2-16,-4-1-7 0,-5 4 2 16,-7 6-4-16,-4 2-2 0,2 3 0 0,-4 3-3 15,2 2-8-15,2 4 3 0,0 1-1 0,1 2-3 16,3 3-3-16,8-2 3 0,-1 4 1 0,5 0 0 0,8 0 1 16,6 3 2-16,6-3 4 0,8 2 4 15,9-3 1-15,8-3 0 0,14 3-1 0,6-5-39 0,2-8-61 0,3-4-84 16,4-3-249-16,-8-7-460 0,9-3 204 0</inkml:trace>
  <inkml:trace contextRef="#ctx0" brushRef="#br0" timeOffset="176403.03">27031 10447 39 0,'-5'0'126'0,"1"0"-11"16,4 0-13-16,-8 2-1 0,8-2-7 0,-5 0-10 16,5 0-2-16,0 0-3 0,-7 1-4 15,7-1 4-15,0 0 2 0,0 0 2 0,0 0 3 0,0 0 0 0,0 0 7 16,0 0 0-16,0 0 7 0,0 0 5 0,0 0-1 16,0 0-5-16,0 0-4 0,0 0-7 0,0 0-7 15,-6 1-8-15,6-1-5 0,0 0-9 0,0 0-5 16,0 0-5-16,0 0-8 0,0 0-3 0,0 0-5 0,0 0 2 15,0 0-9-15,0 0-3 0,0 0-2 0,0 0-3 16,0 0 0 0,0 0-2-16,0 0-1 0,0 0 1 0,0 0-2 15,0 0 0-15,0 0 9 0,0 0 6 0,0 0 4 16,0 0 8-16,0 0-10 0,0 0 4 0,0 0-7 16,0 0 2-16,0 0-5 0,0 0-1 0,0 0-3 15,0 0 5-15,0 0-8 0,0 0 0 0,0 0-7 16,0 0 2-16,0 0-2 0,0 0-3 0,0 0 1 0,0 0-1 15,0 0-2-15,0 0 2 0,0 0 1 0,0 0-4 0,0 0-3 16,0 0 1-16,0 0 9 0,0 0-12 0,0 0 0 16,0 0 0-16,0 0 4 0,0 0-1 0,0 0-3 15,21-4 1-15,-19 4 0 0,-2 0 2 0,0 0-3 16,0 0 0-16,9 0-1 0,-9 0-1 0,0 0 3 16,0 0 4-16,0 0-6 0,0 0 4 0,8 0-1 15,-8 0-1-15,0 0-3 0,0 0 0 0,0 0 10 0,0 0-9 0,0 0-1 16,0 0 4-16,0 0-2 0,0 0 0 0,0 0-3 15,0 0 3-15,0 0-1 0,0 0-1 0,6 0 5 16,-6 0-3-16,0 0-2 0,0 0 1 0,0 0 1 16,0 0-3-16,0 0 2 0,0 0 4 0,0 0-2 15,0 0 0-15,0 0-2 0,0 0 4 0,0 0-3 16,0 0-3-16,0 0 3 16,0 0 0-16,0 0 0 0,0 0 2 0,0 0-1 15,0 0 1-15,0 0-2 0,0 0 1 0,0 0-2 16,0 0 2-16,0 0-1 0,0 0 5 0,0 0-5 15,0 0 1-15,0 0 3 0,0 0-2 0,0 0 0 16,1-3 1-16,-1 3-3 0,0 0 0 0,0 0 1 16,0 0-1-16,0 0 1 0,0 0-1 0,9 2 0 15,-9-2 1-15,20 0 2 0,-4-2-2 0,2 0 1 0,5-1 0 0,8-1 1 16,-2 2-2-16,2-1 0 0,1 2 11 0,0-3-10 16,-2 1-1-16,1 1-2 0,-4-3 2 0,-8 4 1 15,-1 0-2-15,-5 0 3 0,-2 0-5 0,-3 0 2 16,-2 1 1-16,1 0-3 0,0-2-12 0,-7 2-12 15,9-1-17-15,-9 1-13 0,0 0-7 0,5 0-9 16,-5 0-3 0,0 0-18-16,0 0-27 0,0 0-30 0,-16 5-28 15,10-4-27-15,0 0-173 0,6-1-409 0,0 0 181 0</inkml:trace>
  <inkml:trace contextRef="#ctx0" brushRef="#br0" timeOffset="176950.83">27745 10060 45 0,'1'-3'174'15,"3"1"-11"-15,5-3-20 0,1 3-10 0,3-1-17 0,6 2-12 16,-1 0-11-16,5 2-9 0,4 3-9 0,2 3-1 15,2-2-8-15,-5 6 4 0,0-3-8 0,1 6-7 16,-5 3-7-16,-4-5-1 0,1 8-11 0,-9-2-7 16,-3 7-4-16,-3 1-1 0,-6 3-2 0,-5-1-1 15,-10 4 2-15,-2-1-8 0,-16 7 2 0,-2 3 0 0,0-7-5 16,-4-4 1-16,2-1 1 0,8-10-2 0,0-2-6 16,4-5 15-16,2 0 9 0,7-3 5 0,5-3 8 15,1-4 11-15,1 5 19 0,2-2 23 0,5-3 27 16,-4 0 25-16,2-1 20 0,6-1-1 0,0 0-15 15,0 0-21-15,-1-8-16 0,9 1-13 0,1 2-7 16,2-2-16-16,4-2-8 16,-2 4-8-16,2-2-11 0,2 1 0 0,-4 2-4 15,1-1-17-15,-1 2 3 0,6-2-7 16,0 3-8-16,-1 2-4 0,3 0-23 0,-5 3-29 0,3-1-25 16,2 1-31-16,2 0-44 0,-4 2-43 0,1-2-55 15,10 0-287-15,-13 0-565 0,2-2 250 0</inkml:trace>
  <inkml:trace contextRef="#ctx0" brushRef="#br0" timeOffset="177389.69">28426 9987 139 0,'5'-7'286'0,"-2"2"-24"0,-2 0-15 15,0 0-19-15,2 2-22 0,-3 3-24 0,1-6-20 16,-1 6-16-16,0-2-18 0,0 2-22 0,4-3-8 16,-4 3-16-16,0 0-16 0,0 14-5 0,0-4-7 0,0 7-10 0,-4 0-3 15,0 7-3-15,-1 3-3 0,-1 2-4 0,-3 0-4 16,1 2-5-16,-1-2-2 0,0 3 2 0,3-2-6 15,-4-2-1-15,2 0-5 0,0-3 6 0,3-6-5 0,0-2 0 16,1 2-5-16,0-4 3 0,0-3-1 16,2-2-1-16,0 2-1 0,0-5-1 0,2 0 0 15,0 0 1-15,-2-3-1 0,2 1 3 0,0 0-2 0,0-5 1 0,-2 7 1 16,1-6 2-16,1-1 1 0,0 5 15 0,0-5 13 16,0 0-1-16,0 0 5 0,0 0 0 0,0 0-3 15,1 5-5-15,3-5 0 0,6 0-4 0,-2 0 2 16,4-2-7-16,8 0-22 0,0 0-28 0,2-2-38 15,5-2-53-15,4 0-72 0,1-1-82 0,-2-4-174 16,1-2-479-16,-3 0 212 16</inkml:trace>
  <inkml:trace contextRef="#ctx0" brushRef="#br0" timeOffset="177574.51">28298 10307 188 0,'-5'2'363'0,"5"-2"-30"0,-6 1-35 16,6-1-30-16,0 0-28 0,29-5-22 0,4 0-34 16,22 1-58-16,1-3-67 0,8 3-87 0,31-10-119 15,-35 6-204-15,-5-1-380 16,-4-4 170-16</inkml:trace>
  <inkml:trace contextRef="#ctx0" brushRef="#br0" timeOffset="186611.16">18577 13854 22 0,'0'0'87'0,"0"0"1"0,0 0 0 0,0 0-7 15,0 0-5-15,0 0 0 0,0 0-1 0,-8 0 2 16,8 0-3-16,0 0 1 0,0 0-6 0,0 0 8 0,0 0-4 0,-3-4-6 0,3 4-10 16,0 0 4-16,0 0 0 0,0 0-9 15,0 0-5-15,0 0-1 0,0 0-13 0,0 0 1 16,0 0-4-16,0 0-4 0,0 0-2 0,0 0-1 16,0 0-2-16,0 0-5 0,0 0 0 0,0 0-7 15,0 0 2-15,0 0 4 0,0 0-5 0,0 0-4 16,0 0-3-16,0 0 5 0,0 0 1 0,0 0-18 15,0 0 23-15,0 0-5 0,0 0-6 0,0 0 7 16,0 0-5-16,0 0-1 16,0 0-1-16,14-3-2 0,-5-2-1 0,11 2 0 15,1-2 1-15,7-1 4 0,4 0-3 0,1-1 1 16,3 0 2-16,1 1 1 0,-1 0-6 16,1 3 3-16,0 0-1 0,-5-3 4 0,-1 3-16 15,-2 1 12-15,-6 0-1 0,-5 2-10 0,0 0-17 0,-5 2-22 16,-2-2-19-16,-2 2-31 0,-2 1-2 0,-5-1-10 15,0 1-113-15,-2-3-239 0,-8 4 106 0</inkml:trace>
  <inkml:trace contextRef="#ctx0" brushRef="#br0" timeOffset="186989.84">18634 14047 25 0,'-4'0'138'16,"4"0"0"-16,-5 3-6 0,5-3-19 0,0 0-8 16,0 0-1-16,0 0-6 0,36-3-11 0,-14-1-11 15,8-1-8-15,6 0-4 0,2 1-3 0,17-4-3 0,-6 0-4 0,3-1-7 16,-15 6-2-16,2-1-8 0,-1-1-3 0,-6 3-5 16,-4-1-1-16,-5 3-1 0,-5 0-5 0,-3 0-1 15,-3 2-17-15,-2-2-20 0,-1 0-12 0,-3 0-26 16,0 0-9-16,-6 0 1 0,3 3-4 0,-3-3-27 15,0 0-113-15,-9 7-223 0,4-6 99 0</inkml:trace>
  <inkml:trace contextRef="#ctx0" brushRef="#br0" timeOffset="187745.06">19819 13660 25 0,'0'0'109'0,"0"0"-10"0,-7 0-19 0,7 0-2 16,0 0-7-16,0 0-1 0,0 0-7 0,0 0-2 15,0 0-4-15,0 0 1 0,0 0-7 0,0 0 3 16,0 0-8 0,0 0 10-16,0 0 1 0,0 0-4 0,25-2-2 15,-13 1-5-15,0-1-8 0,2-3 0 0,5 1 2 0,0-1-8 16,3 2-1-16,-3-4-3 0,3 2-10 0,-3-2 7 16,0 2-2-16,-1 0-3 0,1-2 5 0,-3 2 9 15,-4 1 5-15,1-4 8 0,-1 6 4 16,-4-2 10-16,0 1 11 0,-3-2 6 0,0 2-1 15,-1 1-1-15,0 0-1 0,1 1-6 0,-5 1-12 0,4-4-10 0,-4 4-11 16,0 0-6-16,0 0-7 0,-27 4-2 0,9 1 12 16,-2-1-3-16,-7 4-5 0,-5 4-4 0,0-2-2 15,-5 5-4-15,1 2 5 0,-8 6-10 0,10-5-3 16,-6 11-4-16,10-11 0 0,2 4-1 0,5 1 1 16,1 0-1-16,4-1-1 0,4 0-9 0,7-2-1 15,2-3 5-15,8 4 1 16,0-2 2-16,7-4 0 0,9 5 0 0,8-6 3 15,10-2-8-15,12 0-14 0,2-4-27 0,5-3-37 16,-2-2-34-16,-2-3-48 0,-1 0-188 0,-12-3-384 16,0-3 170-16</inkml:trace>
  <inkml:trace contextRef="#ctx0" brushRef="#br0" timeOffset="188130.48">20267 13897 175 0,'0'0'288'0,"0"0"-14"0,0 0-10 0,1-7-23 15,-1 7-19-15,0 0-28 0,0 0-14 0,2-3-24 16,-2 3-20-16,0 0-20 0,0 0-22 0,0 0-27 15,0 0-11-15,0 0-5 0,-9 18-8 0,8-6-3 0,-5 7-6 16,0 5-6 0,0 5 1-16,-2 0-5 0,-1 3-3 0,0-5-1 15,4 4-6-15,0-2-1 0,2-2-2 0,0 0-2 16,0-1 0-16,-1-2-1 0,4-5 0 0,-1-4 0 16,-2-1 0-16,6-3 0 0,-2-2-2 0,-2-2 2 15,2 0-2-15,-1-2 4 0,0 0-1 0,0-1 8 16,0 0-1-16,0 0 5 0,0-4 0 0,0 5 0 15,0-5 1-15,0 2-8 0,0-2-13 0,0 0-13 0,0 0-22 0,0 0-30 16,0 0-81-16,0 0-108 0,0 0-167 0,4-10-453 16,-1 1 202-16</inkml:trace>
  <inkml:trace contextRef="#ctx0" brushRef="#br0" timeOffset="189302.37">21144 13469 154 0,'0'0'164'0,"0"0"-12"0,0 0 2 0,0 0-4 0,-4-2-6 15,4 2-10 1,0 0-10-16,0 0-14 0,0 0-12 0,0 0 0 16,0 0-21-16,6-6-6 0,-6 6-7 0,12-2-7 15,-3 0-6-15,7 1-7 0,1 1-6 0,2 0-1 16,3 3-7-16,-3-3 1 0,9 3-9 0,-7 0 1 15,0 1-2-15,-3 3-1 0,3-2 1 0,-2 3-1 16,-3-1-6-16,2 4-4 0,-9-3-7 0,3 4-2 16,-6 0-1-16,-1-1-4 0,-5 2 2 0,0 0-1 0,-5-4 0 0,-4 6 1 15,-1 1 2-15,-3-3-2 0,-3 1-1 0,0-2 2 16,2-1-2-16,-1-2 6 0,-2-1-4 0,6-2-3 16,-6 1 2-16,6-2 1 0,-2 2 0 0,4-2-1 15,1-2 0-15,3-1 0 0,-1 1 0 0,2-1-1 16,0 1 3-16,0 1-5 0,4-1 5 0,0-3 2 15,8 6 0-15,-3-2 0 0,8-1 2 0,-3 1-3 0,4-2 6 0,3 2-4 16,1 2-5-16,-2-1 5 0,5 2-8 0,-5 0 10 16,3 1-6-16,-1 1-1 0,-4 1-3 0,0 0 2 15,-2-1 3-15,-6-2-3 0,2 5-2 0,-2-3 4 16,-2 2-1-16,0 1-1 0,-5-1 2 0,-2 1 0 16,-3-1 2-16,-6 3-2 0,1-4 4 0,-6 2 1 15,1 0 8-15,-1-2-9 16,0-2 1-16,-3 1 4 0,1-1 4 15,0-2-4-15,-1-1 3 0,5 1-4 0,-4-4 5 0,1 2-4 16,5-1 5-16,3-2-5 0,0 1 1 0,2-1 2 16,3 0-3-16,-1 1-1 0,6-2-13 0,-8 2-5 15,8-2-17-15,-6-1-31 0,6 1-48 0,0 0-69 16,12-8-132-16,-7 5-334 0,4-4 147 16</inkml:trace>
  <inkml:trace contextRef="#ctx0" brushRef="#br0" timeOffset="189765.92">21693 13585 50 0,'13'-2'150'0,"0"2"-12"0,2 0-16 15,-2 1-6-15,6 4-14 0,-1 3-3 16,-3-1-13-16,-2 3-5 0,-3-1-8 0,-5 2-9 16,3-1-7-16,-3 6-3 0,0-1-2 0,-7 2-10 15,-1 2-1-15,-6 0-3 0,0 3 0 0,-7 3-6 16,0-3 0-16,-3-3-2 0,6-3-1 0,-3-3 4 16,3 1 11-16,-5-3 2 0,9-3 4 0,-1-1 3 15,0 2 1-15,3-5 6 0,2-2 6 0,1 2 10 16,-1-1 22-16,0 0 20 0,5-3 9 0,-5 2 8 15,5-2-6-15,0 0-16 0,0 0-9 0,15-14-14 0,-2 1-6 0,1-1-13 16,7-2-1-16,-1-4-10 0,2-1-7 0,-2 1-5 16,3 0-7-16,-2 0-1 0,-1 1-6 15,-2 0-4-15,-4 6-3 0,-8 5-2 0,2 1 1 16,-4 1-4-16,1 1-8 0,-1 1-9 0,2 1-17 0,-3 1-15 16,-3 2-21-16,4-2 2 0,-4 2 3 0,0 9 3 15,-3-3 1 1,-1 5 8-16,-2 0 0 0,2 5 3 0,-1 1 4 15,1 4 3-15,0 4 0 0,4-7-18 0,0 1-17 16,8-1-31-16,0 0-33 0,3-3-64 0,3 1-263 16,0-4-482-16,7-6 213 0</inkml:trace>
  <inkml:trace contextRef="#ctx0" brushRef="#br0" timeOffset="190589.66">22193 13776 123 0,'-8'1'134'16,"8"-1"-10"-16,0 0-4 0,0 0 3 0,-2 2-4 15,2-2-4-15,0 0 1 0,0 0-4 0,0 0-4 16,18 0 3-16,-18 0-7 0,8 0-5 0,-8 0-3 16,7-2-5-16,-7 2-2 0,0 0-7 0,9 0-5 15,-9 0-9-15,0 0-6 0,5-1-4 0,-5 1 0 16,0 0-6-16,0 0-4 0,3-2 0 0,-3 2-4 0,0 0-5 0,0 0-1 15,0 0-1-15,0 0-7 0,0 0-1 0,0 0-3 16,0 0-3-16,0 0-4 0,0 0-3 0,0 0 2 16,0 0-5-16,0 0 1 0,0 0-2 0,0 0 0 15,0 0 0-15,0 0 5 0,0 0 7 0,0 0 5 16,0 0 3-16,0 0 2 0,8 0 8 0,-8 0-3 16,4-2-1-16,-4 2-4 0,0 0-1 0,0 0-4 0,5-1-5 0,-5 1-1 15,0 0-4-15,4-3-2 0,-4 3-2 0,0 0 0 16,0 0-3-16,0 0 0 0,0 0-2 15,0 0-2-15,0 0-1 0,0 0-1 0,0 0 1 16,0 0 0-16,0 0 1 0,0 0 1 0,3-1 2 0,-3 1-1 16,0 0-3-16,0 0 1 0,0 0 3 0,0 0-3 15,0 0-1 1,0 0-2-16,0 0 1 0,0 0-1 0,0 0-2 16,0 0 1-16,0 0-3 0,0 0 1 0,0 0 0 15,0 0 0-15,0 0-2 0,0 0 1 0,0 0 1 0,0 0 4 16,0 0-5-16,0 0 2 0,0 0 0 15,0 0 1-15,0 0-1 0,0 0 0 0,0 0 2 16,0 0-5-16,16 0 4 0,-5-3 3 0,3 0-8 16,6-3 5-16,8 1-2 0,2 2-2 0,0-1 1 0,4-2-1 0,0 2 0 15,-1 0-5-15,3-3-1 0,-3 1-16 0,-3 2-8 16,-4 1-16-16,-6 2-15 16,-6-2-15-16,-3 2-17 0,-2-2-13 0,-1 3-34 0,-3-2-54 15,-4-2-35-15,-1 4-172 0,0 0-433 0,-15-6 192 16</inkml:trace>
  <inkml:trace contextRef="#ctx0" brushRef="#br0" timeOffset="190799.34">22491 13571 303 0,'0'-3'327'0,"-2"-2"1"0,4 1-18 0,-2 4-14 16,-2-8-28-16,2 8-28 0,2-4-19 0,0 2-28 0,-2 2-10 15,0 0-50-15,0 0-44 0,0 0-18 0,0 0-12 0,-2 13-6 16,2 0-7-16,0 4-4 0,0 7-3 0,0 4-12 16,0 0-6-16,2 3-2 15,-2 3-10-15,3-3-32 0,3 3-29 0,-2-3-50 16,0-1-49-16,3-4-72 0,-4 1-232 0,0-10-492 0,0-5 218 16</inkml:trace>
  <inkml:trace contextRef="#ctx0" brushRef="#br0" timeOffset="191322.79">22985 13433 112 0,'9'-3'169'0,"5"3"-21"0,-1 0-18 16,1 0-5-16,3 5-11 0,-1 2-9 0,1 1-9 15,-1 4-11 1,-3 2-11-16,1 1-9 0,-5 2-2 0,1 7-12 16,-6 0-3-16,-4 3-7 0,-4-1-3 0,-6 1-3 15,-3 3-10-15,-7-2 2 0,0 1 1 0,-7 10-2 16,2-15-5-16,0-2 5 0,-5 0-3 0,6-1 5 16,1-4 3-16,0-2-2 0,4-2 9 0,6-8 2 15,2 3 1-15,0-3-1 0,2 0-3 0,3-1-3 16,1-1 6-16,1 0 18 0,2 1 0 0,2-4 4 0,-4 3 2 0,4-3 1 15,0 0-1-15,13 2-5 0,-2-2-5 0,6 1-6 16,3-4-3-16,8 3-4 0,4 0-4 0,-5-2-4 16,1-1-6-16,0 1 0 0,-1-1-2 0,-5 3-4 15,-2-3 0-15,-2 2-4 0,-4 0-13 0,-1 1-21 16,-2-2-36-16,1 0-34 0,-7 1-50 0,4-3-63 16,-6-1-196-16,-1 0-427 0,-2 0 190 0</inkml:trace>
  <inkml:trace contextRef="#ctx0" brushRef="#br0" timeOffset="191601.41">23432 13217 105 0,'0'0'238'16,"4"-1"-30"-16,-4 1-23 0,9 5-20 0,4 3-11 0,0 6-15 16,6 11-8-16,-1 5-9 0,6 18-12 0,-4 1-6 0,-5 6-8 15,-1 3-9-15,-11 0-8 0,-4 31-1 0,-8-9-9 16,-6-21-8-16,-13 23-5 0,-11-3 12 0,-8-5-6 16,-4-3-4-16,10-25-4 0,-28 15-13 0,0-1-22 0,18-20-30 15,-32 5-43-15,4 5-49 0,17-24-73 16,-31 7-182-16,-3-6-388 0,4-6 173 0</inkml:trace>
  <inkml:trace contextRef="#ctx0" brushRef="#br0" timeOffset="192109.31">21159 13190 177 0,'0'0'174'0,"0"0"-16"0,-10 9-18 16,1 4-18-16,-1 12-8 0,-6 4-2 0,-5 20-14 0,-5 4 0 0,-3 29-13 15,7-27 5-15,-6 27-8 0,7-3-8 0,11-22-7 16,4 25-5-16,7-24-2 0,6 2-5 16,12 18-9-16,1-25-1 0,7-2-2 0,11-6 5 0,7-2 17 15,7-3-5-15,30 2-1 0,0-5-28 0,-18-16-68 16,34-2-119-16,-5-3-173 0,-26-10-357 0,24-7 159 15</inkml:trace>
  <inkml:trace contextRef="#ctx0" brushRef="#br0" timeOffset="193312.17">23597 12943 216 0,'0'-4'208'0,"2"2"-16"16,-2 2-7-16,4-5-16 0,0 0-19 0,-1 3-23 0,-3 2-5 0,10-3-18 16,-5 3-10-16,8 0-13 0,-3 0-3 0,1 3-14 15,3 1-5-15,0 4-5 0,2-1-1 0,-2 3-5 16,2 1-8-16,-1 2-3 0,-2 1-2 0,-2 0-6 15,-4 2 0-15,0-1-2 0,0 2-3 0,-3 1 0 16,-2-1-4-16,-1-1-4 0,-1-3-1 0,-3-1 2 16,1 0-1-16,-4 0-1 15,0-2 9-15,0-1-3 0,3-1-2 0,-1-2 2 16,0 0-5-16,0 0 1 0,1-1-2 0,1-4 1 16,-3 2-5-16,4 0 0 0,-2 1 1 0,3-4-1 15,-3 3 3-15,1 0 14 0,2-3 1 0,0 0 9 16,-3 4 5-16,3-4-1 0,-2 2 1 0,2-2 2 15,0 0-8-15,0 0 4 0,0 0-5 0,0 0-4 16,0 0-1-16,0 0-5 0,0 0 3 0,0 0-2 0,0 0 4 0,0 0 1 16,0 0 6-16,0 0 2 0,0 0 5 0,0 0 18 15,0 0-17-15,0 0 5 0,0 0-1 0,0 0-4 16,0 0-1-16,0 0 1 0,0 0-6 16,0 0-14-16,25-5 16 0,-7-1-18 0,13 0 1 0,3-3-4 15,2 1-8-15,14-4 1 0,1 3 3 0,5-2-7 16,-1-2 0-16,0 5 0 0,0 1 4 0,-4-1-5 0,-16 1-1 15,1 2 0-15,-10 1 1 0,-6 1 0 0,-8 2 1 16,1-3 11-16,-3 3 9 0,-3 0-6 0,-1-1 0 0,-1 1-7 16,-5 1-12-16,9-2-24 0,-9 2-24 0,0 0-27 15,0 0-38-15,0 0-55 0,-21 10-58 16,6-3-77-16,-4 0-225 0,4 0-566 0,1-4 251 16</inkml:trace>
  <inkml:trace contextRef="#ctx0" brushRef="#br0" timeOffset="196134.89">27231 6684 146 0,'-5'-2'155'16,"5"2"0"-16,-4-3 0 0,4 3-2 15,0 0-2-15,-4-3-7 0,2 1-5 16,2 2-9-16,0 0 2 0,0 0-1 0,-8-3-11 16,8 3-13-16,0 0-6 0,0 0-10 0,0 0-9 15,0 0-11-15,0 0-8 0,14-1-9 0,-2-2-4 0,1 3-5 16,5-2-3-16,3 2-11 0,-3 0-2 0,5 2-4 16,0 2-1-16,-1 1-2 0,-2 1-17 0,0 1-1 15,-1 3-5-15,-5 1-4 0,2 1-4 0,-7 0-6 0,0 4-1 0,-5-1 1 16,-4 2-4-16,-4 8 5 0,-5-3 2 15,-7 2 0-15,-4 0 0 0,-1-2-2 0,-3-1 0 16,-1-2 2-16,2-2 1 0,0-2 4 0,5-4 1 16,0 1 2-16,-1-4 1 0,5 0-2 0,0-3-1 15,4 0 1-15,3-2 4 0,0 1 0 0,2-3 1 0,0 4 2 16,2-4-1 0,1 2-2-16,2-3 0 0,5 3 1 0,4 0-2 15,3 1 3-15,6 0-2 0,5-2 0 0,4 2 4 16,1 1-5-16,3 3 2 0,0 0-3 0,-3 0-2 15,-2 1 5-15,1 2-1 0,-7-5-1 0,-1 2 7 16,-3 4-7-16,1-2-2 0,-7 3 1 0,-1-3 2 16,-4 2-3-16,-5-1 1 0,0 2 2 0,-5-3 2 15,-8 6-1-15,-5 1 4 0,-5-3-4 0,-3 0 8 0,-4-1 3 0,1-3 3 16,-1-3-3-16,1-2 11 0,-4 1 4 0,2-2-4 16,0-1 3-16,3-1-2 0,0-2 0 0,7 0-4 15,0-1-1-15,2 0 3 0,2-1 4 0,6 2 13 16,2-1 6-16,1 1 1 0,2-1-1 0,-1 0-10 15,4-1-44-15,3 2-55 0,2-8-75 0,3 2-32 16,5-2-41-16,-2 2-153 0,6-2-395 0,0-2 175 0</inkml:trace>
  <inkml:trace contextRef="#ctx0" brushRef="#br0" timeOffset="196598.11">27810 6810 170 0,'7'-2'175'16,"-7"2"-20"-16,16 3-18 0,-4 1-15 0,0 2-15 15,3 5-6-15,-2 0-7 0,0 2-10 0,0 9-11 0,-1-5-1 16,-3 8-9-16,-3 1-2 0,-5-1-10 0,-1 3-1 0,-1 0-2 15,-7-3-12-15,1 1 6 0,-5-1-8 0,1 0-6 32,-2-1 3-32,0-9-5 0,0 2 6 0,-2-2 6 15,3-7 6-15,3 3 4 0,-2-5 3 0,3 1 9 16,1-2 17-16,0-2 12 0,4 2 20 0,-1-4 24 0,1 2 22 16,3-3 8-16,0 0-20 0,0 0-13 0,-4-12-17 15,12 3-12-15,2-7-13 0,0 0-7 0,8-6-12 16,0-2-8-16,4-2-10 0,1-1 1 0,1 1-7 15,-1 1-2-15,0 5-12 0,-1 0-2 0,-8 4-9 0,-1 6 8 16,-7 1-8-16,-1 2-4 0,2 0-3 16,-3 4-7-16,-2 0-17 0,1 1-18 0,2 0-11 15,-5 2-4-15,0 0 2 0,2 8 0 0,-2 0 5 0,0 4 6 0,-1 3 1 16,0 5 8-16,1-1 1 0,1 6 1 0,3 3 2 16,1-2-12-16,5-1-21 0,7-1-30 0,1-1-39 15,5-2-55-15,7-6-97 0,-3-6-193 0,5 0-502 16,1-4 223-16</inkml:trace>
  <inkml:trace contextRef="#ctx0" brushRef="#br0" timeOffset="196998.91">28517 7065 55 0,'-4'3'169'16,"4"-3"-9"-16,-5 1-8 0,5-1-9 0,0 0-6 15,-8 2-11-15,8-2-6 0,-2 1-9 0,2-1-12 0,0 0-5 0,0 0-1 16,-6 2-5-16,6-2-2 0,0 0 6 0,0 0-1 15,0 0-2-15,0 0-1 0,0 0-3 0,0 0-1 16,0 0-5-16,-2 4-6 0,2-4-3 0,0 0 2 16,0 0-4-16,0 0-5 0,0 0-4 0,0 0-6 15,19-6-2-15,-5 4-8 0,5 0-5 0,12-7-5 16,2 2-5-16,7 2-1 16,0-2-2-16,13-1-3 0,-2-2-4 0,7 3-4 15,-5 0 1-15,-14 2-4 0,-2-2-23 16,-3 5-24-16,-6-3-20 0,-10 2-17 0,0 1-18 15,-9 0-27-15,0 2-27 0,-5-3-40 0,-4 1-200 0,0 2-417 16,-14-6 185-16</inkml:trace>
  <inkml:trace contextRef="#ctx0" brushRef="#br0" timeOffset="197221.59">28767 6902 172 0,'1'-10'227'0,"3"2"1"0,-4 1 3 15,0 2 10-15,2-1-1 0,0 1-1 0,-2 0-13 0,3 2-20 16,-3 3-26 0,0-7-19-16,2 7-20 0,-2 0-27 0,0 0-17 15,0 0-13-15,0 0-11 0,-5 19-8 0,1-2-6 16,0 7-5-16,-1 3-10 0,-2 2 0 0,0 3-2 16,2-1-1-16,0 3-6 0,4 2-33 0,1-4-26 15,0 0-41-15,2-1-48 0,1 0-48 0,3-3-80 16,-2-12-200-16,-2-3-477 0,1-5 211 0</inkml:trace>
  <inkml:trace contextRef="#ctx0" brushRef="#br0" timeOffset="197854.43">29349 6705 166 0,'11'-3'197'15,"7"0"-19"-15,-1-2-14 0,2 3-11 0,1 1-8 16,-2 1-18-16,4 1-18 0,-2 3-4 0,-2 3-19 16,0-1 0-16,-2 2-6 0,-3 3-12 0,-1 1-7 15,-3 4-7-15,-3 2-3 0,-4 1-5 0,-4 8-2 0,-5 3-8 0,-3 2 4 16,-10 0-4-16,-7 11-3 0,-7-4 0 0,-2 4-6 16,-3-4-4-16,-4 0 0 0,3 0-4 0,-4-5 4 15,2-3-5-15,11-11 0 0,2 2 2 0,3-6 7 16,3 0 5-16,8-6 2 0,2-2 5 0,4-4 6 15,0 1 6-15,3-2 24 0,-2 0 30 0,7 1 28 16,-3-3 28-16,4-1 8 16,0 0-21-16,0 0-18 0,0 0-15 0,13-18-17 15,2 7-7-15,2 1-8 0,6-7-6 16,0 0-21-16,0-2 1 0,1 7-5 0,0-3-6 0,-5 4-6 16,-2 3-3-16,-3 3-8 0,0-1 0 0,0 1-9 15,-2 1-1-15,-2 3-7 0,3 1 0 0,-2 3-4 16,3 2-11-16,2 2 9 0,-5-1-1 0,3 6-6 15,0 1-3-15,4-1 13 0,-5 0-10 0,1 2 2 0,-4-2 8 0,4 0-10 16,-1 0 24-16,-4-4-20 0,1-3 1 0,2 1-8 16,-3-1 3-16,1-1 2 0,0-2 7 15,1-2-6-15,0 0-4 0,0-2 16 0,3-3-17 16,-1-1-3-16,-4 0-4 0,8-3 2 0,-4-2-15 0,-1 4-2 16,0-6-6-16,-2 4-11 0,0 2 0 0,-5-2-16 15,2 7-14 1,-3-4-24-16,-2 2-37 0,2 0-56 0,1 1-70 15,0 2-303-15,-1-1-608 0,-1-2 268 0</inkml:trace>
  <inkml:trace contextRef="#ctx0" brushRef="#br0" timeOffset="198587.19">30155 6967 61 0,'0'0'172'0,"-10"0"-4"16,10 0-6-16,0 0-11 0,0 0-4 0,-7 0-8 0,7 0-3 15,0 0-5-15,0 0-2 16,0 0-5-16,0 0-2 0,-5 3-3 16,5-3-7-16,0 0-6 0,0 0-8 0,0 0-5 0,0 0-6 15,0 0-13-15,0 0-4 0,22-3-7 0,0 3-8 0,6-2-4 0,3 2-5 0,4-4-5 0,1 3-24 16,2-2-19-16,-2 0-39 0,3 2-42 16,-7 1-49-16,-1-3-43 0,-10 3-199 0,0-4-405 15,-2 3 180-15</inkml:trace>
  <inkml:trace contextRef="#ctx0" brushRef="#br0" timeOffset="198740.76">30227 7168 205 0,'-4'4'323'0,"-1"-2"-25"0,1 1-27 0,4-3-26 16,0 0-28-16,0 0-25 0,16 1-17 0,5-5-27 15,6 2-36-15,8-3-52 0,1 1-66 0,5 0-103 0,-2-2-247 16,13-1-385-16,-18-2 171 0</inkml:trace>
  <inkml:trace contextRef="#ctx0" brushRef="#br0" timeOffset="200629.87">30963 7161 127 0,'0'0'188'15,"0"0"-14"-15,-6-2-18 16,6 2-18-16,0 0-13 0,0 0-12 0,0 0-13 15,0 0-14-15,0 0-8 0,0 0-6 0,0 0-13 16,0 0-4-16,0 0-1 0,0 0-6 0,0 0-4 16,0 0-3-16,0 0 3 0,0 0 7 0,0 0 6 15,0 0 2-15,0 0 0 0,15-4-5 0,-7 2-2 16,4-1-1-16,1-1-5 0,3-3-1 0,5 0 0 16,-2-1-1-16,7-4-2 0,-2-1 2 0,1 0 6 0,1-2 1 0,-2 0-1 15,1-2 4-15,1 0-1 0,-3-1 3 0,2-2-2 16,-4 3 2-16,-3-1 1 0,-2 5 6 0,-5-2-1 15,1 1 6-15,0 4 2 0,-3 1 5 0,-6 1-3 16,3 0-5-16,-2 2 3 0,-3 1-9 0,3 2-6 16,-4-2-14-16,0 1-10 0,0 4-11 0,-11-3-6 15,0 3 3 1,-8 3-6-16,-9 8-3 0,1 3-1 0,-6 2-2 16,1 1-1-16,0 8-4 0,-7 3 2 0,10-4-3 0,0 1 0 15,6 0 2-15,2-2-1 0,1 4 0 0,9-3 0 16,3 2-2-16,4-1 5 0,4-5-2 15,9 0 3-15,8 2 2 0,10-4-6 0,5-4-23 16,19 0-45-16,5-7-64 0,3-3-93 0,3-4-312 16,29-13-581-16,-31 4 257 0</inkml:trace>
  <inkml:trace contextRef="#ctx0" brushRef="#br0" timeOffset="201108.93">31731 6521 237 0,'4'-8'249'0,"0"-2"-9"16,-2 5-7-16,2 0-10 0,-2-2-18 0,1 3-12 16,-2-1-22-16,0 2-17 0,1 0-19 0,0 1-17 0,-2 2-13 0,0 0-14 15,3-4-13-15,-3 4-7 0,0 0-11 16,1 11-4-16,-1-1-7 0,-3 3-3 0,0 5-4 0,-3 6-5 15,-1 3-7-15,-3 2 2 0,1 0 2 0,-4 3-7 16,-4-2-5-16,8 2-3 0,3-2 0 0,-2-1 1 16,-1 2-4-16,4-5 1 0,4-1-5 0,-2-2-3 15,3-5 5 1,-1-1 0-16,1-4-3 0,1-2 0 0,2-1 0 0,-2 0 9 16,0-2 2-16,3 3 3 0,1-5 4 15,3 0 1-15,1-1-1 0,1-1-3 0,3-1 1 16,5 1-1-16,1-1-10 0,-1-5-17 0,2 1-37 15,-1-3-42-15,1-2-53 0,5-3-71 0,-6 2-281 16,-2-5-524-16,1 2 232 0</inkml:trace>
  <inkml:trace contextRef="#ctx0" brushRef="#br0" timeOffset="201393.99">31668 6715 193 0,'0'0'363'0,"-5"1"-16"0,5-1-26 0,0 0-25 15,0 0-31-15,0 0-29 0,0 0-35 0,41-5-34 16,-6 0-39-16,19 1-67 0,13-3-72 0,23 1-93 16,2-1-125-16,-32-1-144 0,-1-1-403 0,-2-3 179 15</inkml:trace>
  <inkml:trace contextRef="#ctx0" brushRef="#br0" timeOffset="203098.42">26718 6111 125 0,'-3'-5'150'0,"3"-2"-7"16,-1 4-7-16,0-1-4 0,-1-1-5 15,2 0-8-15,-2 2-1 0,2 3-8 0,-3-4-12 16,3 4-10-16,0-5-5 0,0 5-11 0,0 0-11 0,0 0-7 0,0 0-9 15,-4-3-12-15,4 3-7 0,0 12-1 0,-2-3-2 16,-2 8-8-16,-4 10 0 0,2 5-2 0,-6 21-1 16,-2 7 6-16,-6 29-4 0,-3-1 2 0,1-3-9 0,-3 7 5 15,3-2-3-15,5 4 6 0,-1-2-2 0,-2 0 1 16,3-5 5-16,7-3-8 0,1-25 16 16,0 0 5-16,2 25 4 15,1-24-2-15,2-3-4 0,-2 3 6 0,5-1-1 16,1 22-1-16,-4-26-6 0,4-4 3 0,0 3-3 15,-2-1-2-15,2-5-3 0,0-1 6 0,0-12 0 16,-2-1-2-16,4 1 1 0,0-5-4 0,-2-1 4 16,1-2-1-16,-2-7-5 0,1-1-2 0,0-3-3 0,0-5 0 15,0 3-1-15,0-4-3 0,1-1-1 16,-2 2-5-16,1-5 4 0,0-1-1 0,0 1-6 0,0 0 6 0,0-1-3 16,0-2 0-16,0-3 1 0,0 4 2 0,0-4-3 15,0 0 2-15,-2 8-2 0,2-8-2 0,2 2-3 16,-2-2 1-16,0 0 6 0,0 0-7 0,0 4 1 15,0-4-3-15,0 0 7 0,0 0-3 0,0 0 3 16,0 0-1-16,0 0-1 0,0 0 3 0,0 0 11 16,0 0 8-16,0 0-2 0,0 0-1 0,0 0-4 0,0 0-2 0,0 0 1 15,0 3-2-15,0-3 0 0,0 0 0 0,0 0-1 16,0 0 1-16,0 0-1 0,0 0-5 0,0 0 1 31,0 0-2-31,0 0 1 0,0 0-3 0,0 0 2 0,0 0-3 16,0 0 1-16,0 0 1 0,0 0-2 0,0 0-4 15,0 0 4-15,0 0-5 0,0 0-1 16,0 0 2-16,0 0 1 0,0 0-3 0,0 0 4 0,15-2-2 0,-6 2 0 16,4-2-1-16,4-1-1 0,3 1 1 0,8-6-4 15,3 4 3-15,3-2-1 0,6-2 2 0,16 2-5 16,3-1 9-16,2-1-9 0,5-2 6 0,27-1-1 16,-4-1-4-16,-22 4 2 0,29-1 0 0,-6 1 2 15,-22 5-6-15,25-5-4 0,2 3-6 0,-29 0 1 16,26-3-3-16,-1-1-7 0,-28 6 0 0,27-9 0 0,-24 8 4 0,28-9 2 15,-30 6-1-15,34-4 5 0,-4 0-1 0,2-1-1 16,-6 1 2-16,-25 5 1 0,36-6 1 0,0-2 0 16,2 2 4-16,1 0-3 0,4-3 5 0,1 1-3 15,5-2 1-15,0 2 1 0,-2 1-2 0,3-3 3 16,-2 1 1-16,-1 3 0 0,5-2 6 0,0 2-1 16,-7-1 3-1,0 2 5-15,-6 4 2 0,0-3 1 0,-5 5 4 0,-5 0 18 16,10 2-3-16,-5 3 0 0,-4-2-6 0,-2 4 3 15,-30 1-8-15,30 2 5 0,-29-3-5 0,-4-2 0 16,5 5-3-16,-3-4-1 0,-5 3-2 16,-6 0 1-16,-14-1-23 0,-2-1-4 0,-3 1 8 15,-3-3-1-15,-11 0 1 0,-5 1 13 0,-2 0 8 0,-2-1 4 16,-1-1 6-16,-2 1 3 0,2-1-6 0,-8 1-3 0,10-2-17 16,-6 1-24-16,-1-1-34 0,-3 2-29 0,0-7-28 15,0 7-38-15,-4-9-47 0,0 6-67 0,-4-5-152 0,3 2-451 16,-4-6 200-16</inkml:trace>
  <inkml:trace contextRef="#ctx0" brushRef="#br0" timeOffset="204688.1">26946 6244 115 0,'0'0'109'0,"0"0"-13"0,0 0-5 16,0 0-18-16,0 0 3 0,0 0-9 0,0 0-12 15,0 0-6-15,0 0-3 0,13-7-2 0,-8 6-12 16,1-1 3-16,-6 2-4 0,17-2 16 0,-6 1-26 16,3-1 8-16,2 0-4 15,5 0-18-15,0-1 6 0,7-2-2 0,4 1 3 16,7 0 0-16,-2 0 6 0,16-1 8 15,2 0-9-15,3 1 6 0,-1-4-4 0,3 4-7 0,0-4 8 16,-1 4-4-16,0-2-4 0,1 2 1 0,5-1-2 16,-7 2 2-16,1-3-3 0,-1 3 2 0,5-4-5 15,-2 6 6-15,2-3-3 0,-3 1 0 16,0-2 0-16,4 5-10 0,-2-4 6 0,0 1-3 0,-2 1-1 0,-1-1-2 16,-2-4-2-16,0 5 7 0,-4 0-6 0,3 1 1 15,-1-2-1-15,1-4-4 0,-2 2 9 0,-12 1-6 16,8 4-1-16,-9-5 2 0,12 3-2 0,-15-4 6 15,1 4-14-15,14 0 14 0,-15 1-7 0,-1-1 1 0,2 2 3 16,1-3-6-16,0 2 0 0,-4-2-1 0,2 3 5 16,-3-1-2-1,2 0-3-15,-3 2 11 0,3-2-6 0,-2-1 4 16,-1 1 0-16,1-1-4 0,-2 2 3 0,0-1-3 16,-1 0 1-16,0 1 4 0,0-5-6 0,0 5 0 15,0 0 5-15,1-3-6 0,0 2-1 0,-1-2 1 16,5 2 3-16,-3-1 2 0,-2 1-9 0,-2 0-3 15,3 1 18-15,1 0-9 0,-1 0 0 0,-4-3 5 16,3 2-9-16,-2 0 13 0,2-1-7 0,1 2-1 0,4-2 8 0,-3-2-7 16,3 4 3-16,-2-4 1 0,1 4-4 0,1 0 2 15,2-3-5-15,-3 3 2 0,4 0 4 0,-2-1 0 16,2 1-1-16,-3-1 4 0,1-1-4 0,-1 1-3 16,0 0 13-16,-1 1 3 0,-2 1-11 0,-3-2 3 15,-1 0-2-15,0-1-3 0,-8 4 2 0,0-4 4 16,5 4-5-16,-6-4 0 15,7 2 0-15,-8 2-2 0,1-2-5 0,0 1 15 16,0-1-4-16,1 0-1 0,-3 0-4 0,-3 2 3 16,2-2 1-16,-6 0 2 0,2 0 7 0,-2-1 5 15,2 1-6-15,-1-1 16 0,1 1-4 0,-3-1-3 16,2-1 2-16,1 2-3 0,-1 0-7 0,-2 0 2 0,1-2-2 0,2 2-5 0,-3 0 1 16,0 0-1-16,-1-1-5 0,0 2 0 15,0 1 2-15,2-2-2 0,-2 0-2 0,-2 0 2 16,-2-2-1-16,2 2 2 0,-1 2-2 0,-1-2-1 15,-6 0-2-15,15 0 2 0,-9 2-5 0,1-2 0 16,4 0 1-16,-1 0-1 0,-1 1 4 0,4-1-3 16,-1 1-1-16,-1-1 3 0,-1 1-6 0,2-1 6 15,-1 2-3-15,3-2 7 0,-2 1-10 0,2 0 2 16,-3-1 1-16,1 0 2 0,1 3 1 0,-3-3-4 0,0-3 1 0,2 3 0 16,-3 0 2-16,-2 0-5 0,3 0 5 0,-4 0 1 15,1 3-3-15,-7-3-1 0,9 0 4 0,-9 0-6 16,9 0 4-16,-9 0-5 0,5 0 7 15,-5 0-5-15,0 0 11 0,0 0-7 0,9 0 2 0,-9 0-3 16,0 0 1-16,0 0-4 0,5-3 4 0,-5 3-1 16,0 0 3-1,0 0 1-15,9 0-2 0,-9 0 2 0,8 0-6 16,-8 0 6-16,0 0 1 0,9-1-3 0,-9 1-5 16,5 0-19-16,-5 0-23 0,0 0-32 0,11 1-41 0,-11-1-186 15,6 0-329-15,-6 0 145 0</inkml:trace>
  <inkml:trace contextRef="#ctx0" brushRef="#br0" timeOffset="209330.91">24250 13844 66 0,'-12'0'172'0,"12"0"-13"16,0 0-9-16,0 0-13 0,-7 1-11 0,7-1-11 16,0 0-11-16,0 0 2 15,0 0-14-15,0 0-2 0,-4-3-2 0,4 3-7 16,0 0 5-16,0 0-11 0,0 0 0 0,0 0-2 15,0 0 2-15,0 0-3 0,0 0-3 0,0 0 6 16,0 0-9-16,23-2-5 0,-5-1-8 0,5 0-5 16,5-1 0-16,8-1-8 0,16 1-6 0,-1-4-1 15,4 3-5-15,-1-1-1 0,0 0-4 0,-2 0-1 16,-14 2-3-16,2 1-4 0,-3-1-25 0,-6 1-26 0,-11 1-29 0,1 0-31 16,-8-1-31-16,-1 3-36 0,-7 0-188 0,-5 0-381 15,0 0 168-15</inkml:trace>
  <inkml:trace contextRef="#ctx0" brushRef="#br0" timeOffset="209531.43">24577 13701 253 0,'0'-5'301'0,"1"-1"-2"0,1 0-15 15,-1 4-11-15,0-2-32 0,-1 4-25 0,3-5-24 16,-3 2-29-16,0 3-35 0,0 0-37 0,0 0-13 15,0 0-8-15,-5 20-9 16,0-2-6-16,0 8-7 0,-2 7 6 0,3 2-15 16,1 12 0-16,0 0-5 0,2-12-25 15,-3 12-48-15,4 0-70 0,0-1-98 0,-1-12-223 16,-2-6-464-16,-1-11 206 0</inkml:trace>
  <inkml:trace contextRef="#ctx0" brushRef="#br0" timeOffset="210485.31">26125 13239 80 0,'-7'0'173'0,"7"0"-18"15,0 0-19-15,0 0-17 0,0 0-9 0,0 0-16 16,0 0-7-16,0 0-10 0,-6 3-8 0,6-3-7 16,0 0-6-16,0 0 2 0,0 0-20 0,0 0 20 15,15 3-11-15,-8-3 5 0,-7 0-3 0,15-3-4 16,-2 0-7-16,-2 1 0 0,1-2 2 0,1 1-5 0,-2 1 4 0,1-1-4 16,-1-1 7-16,2 1 4 0,-3-2 7 15,-2 4 7-15,-3-3 12 0,1 1 3 0,-2 1 2 0,1 0 0 16,-1 0-2-16,1 1-4 0,-5 1-10 0,4-4-6 15,-4 4-11-15,0 0-17 0,0 0-9 0,0 0-2 16,-17 4-2-16,5 1-3 0,-5 2-4 0,-2 3 1 16,-5 4-4-1,-2 3-3-15,0 4 0 0,0 1 14 0,3 3 1 0,-2 0-6 16,4 1-2-16,3 1 0 0,0 2-4 0,5-5 0 0,0 2-1 16,8-1 2-16,3-1-2 0,4-4 3 0,8 3 1 15,7-2-5-15,2-3-14 0,7 1-42 16,6-7-65-16,5-6-85 0,2 0-198 0,11-1-434 0,-10-7 192 15</inkml:trace>
  <inkml:trace contextRef="#ctx0" brushRef="#br0" timeOffset="210787.45">26452 13503 271 0,'0'0'267'0,"10"-7"-28"0,-5 5-25 16,8-1-22-16,1 2-20 0,5 0-18 0,2 0-18 15,0 3-15-15,-1-1-15 0,1 4-9 0,-2-1-11 16,-4 4-16-16,1-1-17 0,-6 1-12 0,3 6-6 16,-7-1-6-1,-2 3-2-15,-4 2-2 0,-4 2-2 0,-7 5-4 0,-2-3 0 16,-6 2-5-16,2-2 0 0,-2-3 0 0,-2 2-3 15,8-7-2-15,0-1 0 0,3-5-1 0,1-1-3 16,2 3-1-16,2-5 1 0,2 2 0 0,0-3 0 16,3-1 6-16,3 1 7 0,4 0 0 0,12-2-2 15,13 0-11-15,8-2-28 0,16-5-60 0,2-2-72 16,0 0-230-16,1-3-416 0,1 2 185 0</inkml:trace>
  <inkml:trace contextRef="#ctx0" brushRef="#br0" timeOffset="211389.01">25409 14236 72 0,'0'0'198'15,"0"0"-10"-15,-9 0-28 0,9 0-9 0,0 0-14 16,0 0-11-16,0 0-13 0,-6 0-14 0,6 0-11 16,0 0-9-16,0 0-10 0,0 0-5 0,0 0-1 15,0 0 0-15,0 0 1 0,0 0 4 0,0 0 2 0,-8 2-2 16,8-2 2-16,0 0 3 0,0 0-2 16,0 0-1-16,0 0 0 15,0 0-3-15,0 3-1 0,0-3-7 0,0 0-4 16,19-3-5-16,4-1-3 0,9-1 4 0,21-6-2 15,14-1 0-15,41-1-19 0,12-6 1 0,13 2-6 16,10-1 0-16,18-1 9 0,10 0-1 0,18 1 3 16,7-3-5-16,3 4-6 0,2-4 3 0,-8-2-3 15,-6 0-2-15,-18 3-4 0,-12-2 2 0,-19 3-2 16,-14 3-4-16,-15-2 2 0,-16 1-6 0,-33 6 4 0,-10 1 8 16,-17 2-5-16,-6 1 61 0,-8 2 53 0,-6 0 51 15,-3 2 33-15,-3-1-1 0,-1 1-20 0,-1-2-19 0,-1 2-30 16,-3 0-28-16,4 0-33 0,-5 3-39 0,0 0-46 15,0-5-56-15,0 5-60 0,0 0-47 0,0 0-37 16,0 0-34-16,-23 12-49 0,13-5-43 0,-1 0-258 16,4-1-633-1,-2 0 279-15</inkml:trace>
  <inkml:trace contextRef="#ctx0" brushRef="#br0" timeOffset="213039.94">26098 14420 147 0,'0'0'176'0,"-3"-3"-4"0,3 3-10 16,-1-4-6-16,1 4-4 0,-4-5-9 0,4 5-16 15,0 0-6-15,0 0-16 0,4-4-9 0,1 3-13 0,-1-1-9 0,2 2-7 16,5 0-10-16,1 0 0 0,1-1-12 15,6 1-6-15,4 2-4 0,-5 1-7 0,4 0-3 16,-2 4 2-16,0-2-7 0,4 9-3 0,-5-8-1 0,-1 4-8 16,0 1-10-16,-5 1-2 0,-1-1-6 0,-3 5 2 15,-2 0-1-15,-1 1-4 0,-10 1 2 16,2 1-4-16,-10 3 4 16,-3 2 2-16,-3 0 0 0,-1-2 2 0,-3-5 2 15,2 4-3-15,-5-6 2 0,1 1 2 0,7-7 0 16,-4 1 1-16,2-3-3 0,3 2 1 0,2-5-11 15,3 0-2-15,2 0 4 0,-1-2 7 0,3 1-3 16,2 0 0-16,0-1 0 0,2 1 3 0,3-3 6 16,0 0-7-16,9 6 5 0,2-2 0 0,1-1 2 15,8 0-1-15,1 2-2 0,7-1 1 0,-1 2-3 0,1 1 10 0,0-2-7 16,-1 4 2-16,0-4-6 0,-8 2 4 0,0 2 3 16,-3 0-1-16,0 2-6 0,-3-3 6 0,-3 2-2 15,-2 0-5-15,-3-2 5 0,-5 2-4 0,0 1-3 16,-4 0 7-16,-8 2 0 0,-1-2 9 0,-4-1-5 15,-3-1 1-15,-6 1 8 0,-2-1-8 0,0-1 2 16,0-3-4-16,-3-1 1 0,3 2 5 0,-1-3-4 0,2-1-3 0,6-2 1 16,1 0-3-16,1 2-8 0,5-2-24 0,2-2-13 15,1 2-26-15,4-1-48 0,2 0-140 16,4-5-282-16,3 1 125 0</inkml:trace>
  <inkml:trace contextRef="#ctx0" brushRef="#br0" timeOffset="213525.67">26815 14658 91 0,'16'8'94'0,"-3"5"-14"0,1-1 4 0,-4 2-17 16,-2 4-5-16,1-2-3 0,-5 3-2 15,-3 1-10-15,-1 5-8 0,-5-4-1 0,-5 2-2 0,-3 2 7 16,-3-1-13 0,-3-4-2-16,0 0-3 0,1-2 1 0,3-5-6 15,0-1 2-15,-3-3 10 0,3 0 10 0,3-2 8 16,-1-3 12-16,3 0 14 0,5-1 17 0,0 1 17 15,1-3 17-15,-1 1-3 0,5-2-15 0,0 0-13 16,0 0-11-16,10-17-8 0,2 10-7 0,3-7-10 16,8-2-5-16,5-2-8 0,1-2-2 0,3 1-8 15,0-2-6-15,9-7-6 0,-10 7-3 0,-3 4-3 0,-1 0-1 0,-6 1-3 16,-5 5-1-16,-6 5 7 0,0 0 8 0,-1 0 5 16,-4 2 2-16,1 0-10 0,1 2-7 0,-4 0-9 15,1 1-14-15,-4 1-2 0,0 0-2 0,0 8 1 16,-4-2 0-16,1 4 2 0,-6 3 0 0,2 1 1 15,0 3 3-15,-1-1-3 0,4 3-2 0,0-1 5 16,4 3 3-16,2-1-3 0,3-2-9 0,4-2-20 0,4 1-31 16,7-3-63-16,10-2-62 0,-3-5-180 0,6-1-397 15,1-3 175-15</inkml:trace>
  <inkml:trace contextRef="#ctx0" brushRef="#br0" timeOffset="214158.46">27486 14845 13 0,'0'0'198'0,"-7"1"-15"16,7-1-11-16,0 0-9 0,-7 0-16 0,7 0-10 16,0 0-19-16,0 0-13 0,0 0-13 0,0 0-3 15,0 0-16-15,0 0-4 0,0 0-7 0,21 0-5 16,-21 0-10-16,0 0-2 0,0 0-8 0,9 0-1 15,-9 0-1-15,0 0-2 0,0 0-6 0,0 0 0 16,0 0-8-16,0 0 2 16,0 0-2-16,4 1-1 0,-4-1-5 0,0 0 4 15,0 0-6-15,0 0-5 0,0 0 4 0,0 0-8 16,0 0-2-16,0 0 8 0,0 0-11 0,0 0 6 16,0 0 0-16,0 0 3 0,0 0 1 0,0 0 2 15,0 0 1-15,5 1 11 0,-5-1 4 0,19-1-2 16,-7-1-4-16,8 0 1 0,7 2-5 0,6-2 2 15,-1-3-6-15,3 2 2 0,3 2-2 0,3-2 0 0,9-2-1 16,-11 0-1-16,0 3-2 0,-5-1-1 0,-3 1-9 16,-3-1-16-16,-5 1-19 0,-6-1-17 0,-5 0-25 0,0 2-5 15,-6-2-55-15,2 1-20 0,-8-1-137 0,0 3-322 16,0 0 142-16</inkml:trace>
  <inkml:trace contextRef="#ctx0" brushRef="#br0" timeOffset="214396.81">27790 14682 90 0,'0'-3'281'16,"0"3"-12"-16,-1-5-22 0,1 5-27 0,-2-6-24 15,2 6-24-15,0 0-20 0,-1-4-17 16,1 4-31-16,0 0-10 0,0 0-11 0,-4 19-9 0,3-9-6 15,-2 4-9-15,1 4-4 0,-2 9-6 0,0 0-4 16,1 1-4-16,2-1 0 0,1 1-30 0,0 0-26 16,4-3-32-16,0-2-30 0,2-4-63 0,1-1-72 15,-2-8-121-15,2 0-360 0,1-2 159 0</inkml:trace>
  <inkml:trace contextRef="#ctx0" brushRef="#br0" timeOffset="-214598.67">28250 14509 158 0,'9'-1'165'0,"-5"0"-15"0,-4 1-14 15,15 1-9-15,-9 0-13 0,3 2-13 0,2 1-11 16,1 2-11-16,-3 1 0 0,4 4-4 0,-7 0-10 16,3-1-7-16,-2 4 0 0,-1 3-13 0,-5 0-4 15,-2 4-3-15,-3-4-2 0,-1 10 6 0,-6-5-11 0,-1-3-5 0,-5 3-15 16,0 0 4-16,-1-1-7 0,2-6 1 0,2-1 2 15,-7 3-3-15,4-6 1 0,8-2 1 0,0-1 3 16,1-1-1-16,1-1-1 0,0-3 1 0,4 0-3 16,1 1 19-16,-2 1 8 0,3-3 4 15,1-2 3-15,5 6-2 0,3-6 1 0,3 1-4 0,9 0-4 16,0-1-5 0,2 0-1-16,6 0-6 0,0 0 1 0,0 0-1 15,-5 0-4-15,5-1 3 0,-1 1-5 0,-5 0-4 16,-3 0 0-16,-1 0-3 0,-5 0-2 0,-5 0 1 15,0 0 2-15,-1 0-8 0,-7 0-5 0,10 0-14 16,-6-1-30-16,-4 1-45 0,0 0-55 0,0 0-202 16,0 0-376-16,-14-11 167 0</inkml:trace>
  <inkml:trace contextRef="#ctx0" brushRef="#br0" timeOffset="-214335.66">28614 14385 180 0,'0'0'256'16,"1"-3"-29"-16,-1 3-26 0,0 0-16 0,9 4-29 15,-4 6-18-15,3 2-14 0,5 10-9 0,1 5-9 0,0 0-14 16,0 19-6-16,2 5-7 0,-4-2-4 0,-4 3-9 15,-6 0-7-15,-4 0 3 0,-6 3-8 0,-9 0-2 0,-4-4-3 16,-9 0-4-16,-7-2-3 0,-5-4-23 0,-23 14-22 16,19-20-24-16,-8-5-36 0,-1 0-51 0,-2-4-71 15,-3-4-161-15,-26 4-376 0,26-13 167 0</inkml:trace>
  <inkml:trace contextRef="#ctx0" brushRef="#br0" timeOffset="-213765.26">25916 14523 81 0,'-30'47'137'0,"4"3"-12"0,3 2-15 0,-1 3-9 15,6 4-8-15,2-4-6 0,6 3-1 0,5-3 15 0,9-1 0 16,4-5-11-16,11-1 7 0,8-6-9 16,9-2-1-16,11-1-7 0,9-6-8 0,30 2-1 15,2-6-33-15,5-9-71 16,7-6-70-16,3-11-149 0,6-4-272 0,3-10 120 15</inkml:trace>
  <inkml:trace contextRef="#ctx0" brushRef="#br0" timeOffset="-213054.95">29130 14212 168 0,'0'0'200'16,"0"0"-30"-16,0 0-12 0,7-3-14 0,-7 3-20 15,6 7-16 1,-1-4-8-16,0 3-11 0,4 4-8 0,-2-1-10 15,-1 1-4-15,0 5-4 0,1 0-5 0,-2 2-6 16,-3 0-4-16,-4 0-5 0,2 2-2 0,-4-1-7 16,-4 1-3-16,1 5 0 0,-1-7-6 0,-3 0 2 15,0-2-4-15,0 0 3 0,1-1-9 0,1-6-3 16,2 0 0-16,-2 1 3 0,3-4-8 0,2 1 1 16,0-1 6-16,2-1-2 0,-2-2 23 0,1 1 18 0,3-3 19 0,0 7 12 15,0-7 5-15,16 1-4 0,3-2-11 0,13 1-6 16,5-5-5-16,16 1-5 0,2-2-6 0,3 0-6 15,-1 0-5-15,3-5-6 0,-2 4-3 0,3-1-3 16,-2 6-6-16,-4-2-2 0,-18 0 2 0,0 1-3 16,-5 2 1-16,-11 1-4 0,-2-3-2 0,-8 3 0 15,1-1-6 1,-5 1-4-16,1-1-14 0,-3 1-32 0,-5 0-14 0,0 0-32 0,0 0-45 0,0 0-64 16,0 0-260-16,-34 2-491 0,16-2 216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27T05:54:04.14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3646 3330 135 0,'0'0'166'0,"0"0"3"0,0-5 1 16,0 5-5-16,0-4 1 0,0 4 2 0,0 0-9 16,0 0 4-16,-1-6 1 0,1 6-3 0,1-3-5 15,-1 3-4-15,0-6-5 0,0 6-4 0,0-7-7 16,0 7-1-16,-1-5-9 0,1 5-5 0,0-5-11 0,0 5-10 16,1-4-11-16,-1 4-13 0,0 0-4 0,0 0-13 0,0 0-23 15,0 0-20-15,0 0-36 0,0 0 3 0,0 0 0 16,-2 28 0-16,-1-2 3 0,-2 5 2 0,-4 5 3 15,4 14 3-15,-2 3-1 0,1 0 0 16,-3 1 6-16,4 0-1 0,2 1 0 0,1-3 2 16,0 0 2-16,2-3 2 0,-2-13-1 0,4 0 3 0,-2-5-3 0,1 0 6 15,-1-5-6-15,0 0 2 0,0-6-3 0,0-4 2 16,0 0 1-16,0-7-2 0,-1 0 6 0,1-1-1 16,0-1-4-16,1-2 4 0,-1 0 0 0,0-1 0 15,0-1 15-15,0-3-12 0,0 4-2 0,0-4 5 16,0 0 2-16,0 0-1 0,0 0-1 0,-1 8-5 15,1-8 2-15,0 0 3 16,0 0-5-16,0 0-40 0,0 0-28 16,0 0-31-16,0 0-24 0,-9-16-20 0,5 3-22 15,1 3-13-15,2-8-27 0,0-1-20 0,-1-7-15 16,-3-3-131-16,2-5-393 0,1-12 174 0</inkml:trace>
  <inkml:trace contextRef="#ctx0" brushRef="#br0" timeOffset="316.39">3538 3253 53 0,'-6'-16'267'0,"2"-1"-14"16,0 4-11-16,0 4-15 0,4 2-18 0,-3-1-27 16,2 3-17-16,0 0-20 0,-1 1-21 0,2 4-15 15,0 0-16-15,7-1-14 0,5 4-18 0,5 6-6 16,6 5-2-16,7 3-12 0,0 2-4 0,15 11-5 16,1-1-3-1,-2 2-4-15,0 2 0 0,-5 1-2 0,-2 0 0 16,-14-7-5-16,-4 2 0 0,0-3 0 0,-4 1-3 15,-6-1-3-15,-5-2-2 0,-6 1 4 0,-6 0 2 16,-9-5 11-16,-7 3 0 0,-4-1 4 0,-4-4-2 16,-15 7 2-16,-1-4 8 0,1-4 2 0,14-4 6 15,-4-2-2-15,5-1 2 0,1-3-2 0,4 3-3 16,7-6-2-16,6-1 0 0,4 1-8 0,-1-1-2 0,4 1 1 0,2-4 3 16,5 0-2-16,-8 1-3 0,8-1-8 0,0 0-1 15,-4 3-10-15,4-3-5 0,0 0-17 16,19 5-34-16,-6-5-45 0,0 1-51 0,2-1-60 15,2 0-67-15,-6 0-179 0,2 0-485 0,1 0 215 16</inkml:trace>
  <inkml:trace contextRef="#ctx0" brushRef="#br0" timeOffset="485.71">3847 4007 3 0,'0'0'398'0,"0"6"-32"0,0-6-23 15,0 0-35 1,3 4-21-16,-3-4-37 0,0 0-20 0,0 0-30 16,2 5-27-16,-2-5-34 0,0 0-48 0,0 0-56 15,0 0-68-15,0 0-72 0,23-9-85 0,-18 4-227 16,4 0-450-16,2-3 200 0</inkml:trace>
  <inkml:trace contextRef="#ctx0" brushRef="#br0" timeOffset="802.05">4352 3587 1984 0,'5'-12'207'16,"-4"0"25"-16,3-1-12 0,-4 5-3 0,0-4-34 16,0 3-27-16,3 2-14 15,-2 2-29-15,0-1-17 0,0 3-25 0,1-1-1 16,-2 1-10-16,0 3-7 0,0 0-30 0,0 0-8 15,0 0-7-15,0 0-4 0,6 18-3 0,-5-1 0 16,2 9 0-16,-4 2-2 0,1 3 2 0,-3 1 1 16,2 15 12-16,-3-12-10 0,1 1-1 0,-3 10-3 15,1-10 2-15,0-6 2 0,0 4 6 0,1-5 1 16,0-4-3-16,0-4-9 0,0-4-7 0,2 0-13 0,-2-3-4 16,-1-1-14-16,5-6-7 0,-4 1-4 0,4-1-1 15,-1-3 5-15,-3-1-18 0,4-3-49 0,0 0-49 16,0 0-41-16,-22-10-38 0,15 3-234 0,0-4-513 15,-2-5 227-15</inkml:trace>
  <inkml:trace contextRef="#ctx0" brushRef="#br0" timeOffset="986.26">4155 3410 154 0,'0'-19'352'15,"0"2"-32"-15,0 4-17 16,3-4-26-16,-1 1-19 0,3 4-30 0,3-2-22 15,3 1-23-15,2-1-21 0,5 2-14 0,0 5-17 16,10-3-15-16,3 6-18 0,-2 3-34 0,4 3-40 0,0 1-47 16,-1 11-48-16,-6 1-56 0,1 4-45 0,-4 4-59 15,-8 3-169-15,-6 3-434 0,-5 3 192 0</inkml:trace>
  <inkml:trace contextRef="#ctx0" brushRef="#br0" timeOffset="1133.33">4165 4125 81 0,'-5'9'327'0,"0"-3"-18"16,4-1-21-16,-2-1-17 0,3 0-16 0,0-4-26 16,7 4-23-16,-7-4-16 0,28-6-22 0,0 4-15 15,5-4-24-15,4-3-55 0,17 0-74 0,-17 0-95 16,18-5-120-16,-19 3-180 0,-1-2-429 0,0 1 190 16</inkml:trace>
  <inkml:trace contextRef="#ctx0" brushRef="#br0" timeOffset="2120.73">5139 3682 129 0,'0'0'130'0,"0"0"4"0,0 0 0 16,0 0 0-16,0 0 0 0,0 0 3 0,0 0-5 16,0 0 0-16,0 0 2 0,0 0-8 0,0 0 0 15,0 0-5-15,0 0-3 0,0 0-2 0,0 0-7 16,0 0-16-16,0 0-6 0,0 0-5 0,0 0-7 0,0 0-6 0,0 0-6 15,0 0-5-15,0 0-3 0,0 0-9 0,0 0-5 16,14-5-6-16,-1 5-2 0,6 0-1 0,8-3-6 16,5 2-14-16,1-2-26 0,3 3-41 15,0-3-62-15,-2 3-64 0,3-1-234 0,-4-4-449 16,-2 3 199-16</inkml:trace>
  <inkml:trace contextRef="#ctx0" brushRef="#br0" timeOffset="2437.21">5194 3910 199 0,'-4'3'193'0,"4"-3"-4"0,-4 4-5 0,4-4 4 15,8 4-15-15,6-4-16 0,6 0-10 0,14-3-18 16,5 3-16-16,16-6-51 0,0 0-84 0,4 0-86 15,-3-5-160-15,-1 2-289 0,-4-4 127 0</inkml:trace>
  <inkml:trace contextRef="#ctx0" brushRef="#br0" timeOffset="4047.99">7369 2975 56 0,'0'-4'173'0,"0"-3"0"15,1 2 2-15,-1-3-6 0,0 1 3 0,1 2 3 16,2-2-3-16,-3 2-2 0,1 2-12 0,-1-2-9 15,0 5-12-15,0-7-15 0,3 4-18 0,-3 3-13 16,0 0-19-16,0 0-18 0,0 0-6 0,0 0-8 0,-4 16-5 0,4 0 1 16,-3 11-6-16,1 2-4 0,-2 5-1 15,-1 1-6-15,2 12 2 0,3-12-2 0,-1 1 0 16,1-3-1-16,0 1 0 0,1-3 3 0,4-1 7 0,-1-3-11 16,-1-3 1-16,-2-5-13 0,3-2-28 0,-3 1-36 15,2-3-45-15,-2-4-75 0,2 1-221 0,-2-7-434 16,0-1 192-1</inkml:trace>
  <inkml:trace contextRef="#ctx0" brushRef="#br0" timeOffset="4749.33">6501 3746 103 0,'0'0'166'0,"-5"-1"-9"0,5 1-2 0,0 0-8 16,0 0-5-16,-8-2-10 0,8 2-5 0,0 0-9 15,0 0-3-15,0 0-10 0,0 0-5 0,0 0-9 16,0 0-3-16,0 0-7 0,0 0-6 0,0 0-4 15,0 0-7-15,0 0-1 0,0 0-5 0,0 0-7 16,0 0-7-16,-5 3-1 0,5-3-5 0,0 0-2 0,0 0-4 0,0 0-4 16,0 0-4-16,0 0 0 0,0 0-3 0,0 0-7 15,0 0 1-15,0 0-4 0,0 0 1 0,0 0-2 16,0 0-1-16,0 0 0 0,0 0-4 0,0 0 1 31,0 0-1-31,0 0 1 0,0 0-3 0,0 0 5 16,0 0-5-16,0 0 3 0,17 3-1 0,-17-3-2 15,15-2 3-15,-3 4 7 0,5-1 0 0,1-1 2 0,16-3 0 16,2 2-1-16,26-3 6 0,30-5-6 0,5 3 7 16,11-3 5-16,5 0 7 0,9-4 7 0,4 4 2 15,15 0 9-15,6-3-2 0,7 2 2 0,2-1-1 16,-1-2-4-16,-2 2 3 0,-5-1-4 0,-6 0 0 16,-13 3-7-16,-7-2 3 0,-15-3 8 0,-9 6 4 15,-7-2 13-15,-30 2-2 0,-2 0 12 0,-5-1-8 0,-3 1-10 0,-15 5 5 16,-5-4-1-16,-3 1 5 0,-9 3-5 0,-6 2 15 15,-1-2 4-15,-3 2-2 0,-4 0 7 0,3-1-11 16,-2 1-1-16,-2 0-9 0,-4 1-4 0,9-1-5 16,-9 1-41-16,0 0-31 0,8 0-51 0,-8 0-46 15,0 0-46-15,0 0-43 0,0 0-68 0,0 0-96 16,-19 7-223 0,6-7-637-16,13 0 282 0</inkml:trace>
  <inkml:trace contextRef="#ctx0" brushRef="#br0" timeOffset="9174.42">6964 4137 212 0,'6'-7'232'0,"0"1"-1"0,0-1 2 0,-3 1-4 16,1 0-6-16,-1-1-6 0,-1 1 0 0,2-1 2 15,-3 3-12-15,1 0-15 0,-1 0-10 0,0-1-14 16,-2 1-14-16,1 4-24 15,-1-5-25-15,-6 2-18 0,1 1-14 0,-6 2-9 16,-5 5-11-16,-1 0-10 0,-8 6-3 0,1-1 0 16,0 4-11-16,1 0 0 0,1 3-15 0,0-1-11 15,3 1-8-15,5-2-4 0,2-1-2 0,2-2-7 16,2 0-5-16,2-3 2 0,3 1-3 0,0 0-3 16,3-3 3-16,2 2-2 0,3 0 8 0,1-1-1 15,4-1 2-15,0-2 11 0,1 0-5 0,7-4 3 0,-1-1 2 16,5-3 1-16,-2 1 1 0,0-5 2 0,0 1 2 15,2-2 5-15,-5-2 7 0,2 0 13 0,-1 1 6 16,-3-1 1-16,-4 3 8 0,-1-1 6 0,2 1 2 16,-4 2 4-16,-2 2-8 0,0-1-2 0,0 2-10 15,-2-1-5-15,0 0-5 0,-3 3-15 0,6-2-13 0,-6 2 0 16,4 8-3 0,-3 1 1-16,-1 4-1 0,-1 5-1 0,-2 8 2 15,0 3 1-15,1 4 2 0,-2-1 5 0,-2 1-3 16,1 11 2-16,-1-8 2 0,0 13 1 0,3-16 3 15,1-1 1-15,1-3-3 0,-2 1-2 0,3-3 6 16,0-7-1-16,0-3-6 0,0-1 1 0,0-5 2 16,0-1-1-16,0-1 1 0,0-2 0 0,0-2 5 15,0 1 4-15,3-1-3 0,-3-1 2 0,0-4-2 0,1 4 1 0,-1-4-1 16,-1 4 4-16,1-4-7 0,0 0 4 0,0 0-4 16,1 4-2-16,-1-4-29 0,0 0-31 15,0 0-43-15,1-12-42 0,0 5-45 0,2-1-58 16,1-3-66-16,0-1-161 0,3-4-510 0,2 2 226 15</inkml:trace>
  <inkml:trace contextRef="#ctx0" brushRef="#br0" timeOffset="9528.65">7559 4096 146 0,'0'-4'240'0,"-1"0"-21"0,1 0-28 16,0 4-21-16,0 0-20 0,-13 10-16 0,-4 5-10 15,1 10-15-15,-2 4-9 0,-10 15-7 0,1 4-10 16,-2 3-9-16,-2 4 1 0,-5 20-5 16,8 5 5-16,6-23 3 0,7 0 0 0,4 1 7 0,3 0-9 15,4 0-8-15,5-7 0 0,6-4-4 0,3-14-2 0,0-1 0 16,3-7-4-16,2 1-2 0,2-3-1 0,6-3-1 15,-3-3-9-15,7-4 3 0,-9-4-3 0,2-2 0 16,2-2-4-16,-5-1-6 0,-5 0 1 0,0-3 16 16,-3-1 12-16,-1 0 19 0,-8 0 28 0,12 0-10 15,-12 0-13-15,10 0-10 0,-10 0-7 0,7-8-14 16,-6 4-21-16,2-1-27 16,-2 0-35-16,-2-2-42 0,-2 1-43 0,3-5-57 15,-1 4-65-15,-3-4-77 0,4 0-198 0,0-1-550 16,4-5 244-16</inkml:trace>
  <inkml:trace contextRef="#ctx0" brushRef="#br0" timeOffset="9845">7826 4398 163 0,'1'-5'306'0,"-1"0"-24"0,0 1-28 0,0-2-26 0,0 6-25 16,0-4-24-16,0 4-23 0,0 0-20 0,0 0-14 15,0 0-14-15,0 0-11 0,-3 21-10 0,0-9-10 16,2 5 0-16,-4 9-16 0,1 2-3 0,0-2-3 16,0 4-4-16,-1-3-8 0,1 1 1 0,0-4-3 15,3-3-6-15,0 4-2 0,-3-5 0 0,3-3-3 16,-2-6-23-16,2 2-22 15,-2-2-22-15,2-5-25 0,1 0-23 0,-4 1-25 16,3-3-13-16,1-1-35 0,0-3-37 16,0 0-169-16,0 0-394 0,-8-15 174 0</inkml:trace>
  <inkml:trace contextRef="#ctx0" brushRef="#br0" timeOffset="10177.1">7789 4272 84 0,'-5'-4'228'0,"5"2"-29"16,0 2-22-16,-4-4-21 0,4 4-15 0,0 0-17 16,0 0-8-16,0 0-15 0,14 12-12 0,-6-1-4 15,1 0-10-15,5 6 1 0,4 5-5 0,2 4 0 16,1 1-9-16,-2-1-1 16,0 5-4-16,0-1-3 0,-6 1-5 0,2 4-6 15,-6-4 3-15,-1 0 2 0,-3-1 0 0,-5-2 0 16,0-1 5-16,-5 0-2 0,-3-3 4 0,-1 0 3 15,-9-3-6-15,1 0 2 0,-3-1 2 16,-1 0 5-16,-1-5-1 0,4-3-1 0,0-3-2 16,-1 1-3-16,5-1-1 0,-4-2 1 0,8-1-9 0,-2-1-1 15,7-2 2-15,-5 0-13 0,6-2 2 0,0 2 1 0,-1-1 2 16,5-2 2-16,-5 0 2 0,5 0-17 0,0 0-35 16,0 0-38-16,5-12-20 0,-1 3-36 0,1 0-41 15,4-5-63-15,1 0-61 0,-2-1-168 0,1-3-472 16,2 3 209-16</inkml:trace>
  <inkml:trace contextRef="#ctx0" brushRef="#br0" timeOffset="10615.76">8069 4114 28 0,'3'-4'289'0,"-1"-1"-25"0,2 2-13 16,-1-1-20-16,0 0-18 0,1 1-22 0,2-3-21 16,1 6-17-16,-1-2-18 0,2 2-15 0,1-2-14 15,1 6-14-15,0-1 0 0,3 2-9 0,-4 2-7 0,0 2-8 0,1 0-5 16,-1 3-5-16,-1-1-2 0,-2 5-5 0,2-1-3 15,-4 2-7-15,-4 3-3 0,0-4 1 0,-3 2-1 16,-1-1-6-16,-2 1-3 0,-2-3 1 0,-1 3-4 16,4-4-1-16,-1-6-2 0,0 4-1 0,0-5-5 15,1 2 0-15,1-3-1 0,3-2-1 0,-1-1 1 16,-1 1 7-16,1 1 14 16,2-5 11-16,-3 3 11 0,3-3 3 0,-1 3-1 15,1-3-5-15,0 0 0 0,11 2-3 0,-11-2-8 16,13-2 0-16,0 1-7 0,-2-1-6 0,2 1 1 15,0-1-11-15,0-1 1 0,-2 2 3 0,3 0-3 16,-2 1-3-16,-1 0-11 0,-2-3-10 0,-1 3-16 16,-2 0-46-16,-6 0-46 0,8 0-49 0,-8 0-42 15,0 0-53-15,0 0-286 0,0 0-584 0,0 0 259 0</inkml:trace>
  <inkml:trace contextRef="#ctx0" brushRef="#br0" timeOffset="11402.21">8506 4688 74 0,'-12'1'213'0,"1"3"-11"0,5-2-15 0,-2-1-7 15,4 1-12-15,-1 0-10 0,5-2-2 0,-9 2-2 16,5-1-4-16,4-1-2 0,0 0-4 0,0 0-5 16,-6 2-8-16,6-2-4 0,0 0-4 0,0 0-7 15,0 0-4-15,0 0-6 0,0 0-4 0,0 0-5 16,-4 1-7-16,4-1-5 16,0 0-7-16,0 0-6 0,0 0-6 0,0 0-12 15,0 0-3-15,0 0 1 0,0 0-13 0,0 0 7 16,0 0-11-16,0 0-5 0,0 0-8 0,0 0-1 15,0 0 5-15,0 0-10 0,0 0-2 0,0 0 0 16,0 0-2-16,0 0-2 0,0 0-1 0,0 0-4 16,0 0-1-16,0 0 6 0,0 0 1 0,-5 1-9 15,5-1 4-15,0 0-2 0,0 0-1 0,0 0 3 0,0 0-1 16,0 0 1-16,0 0 2 0,0 0-2 0,0 0 0 16,0 0 1-16,0 0 0 0,0 0 1 0,0 0-2 0,0 0-1 15,0 0 1-15,0 0-3 0,0 0 1 0,0 0 2 16,0 0-4-16,0 0 3 0,0 0 6 0,0 0-3 15,0 0 10-15,0 0-4 0,0 0 2 16,0 0-7-16,0 0 9 16,0 0-3-16,0 0 0 0,0 0 3 0,0 0 0 15,0 0-2-15,0 0-6 0,0 0 19 0,0 0-14 16,0 0-12-16,0 0 9 0,0 0-5 0,0 0-5 16,0 0 6-16,19 0 0 0,-5-2 1 0,6 0 0 15,5-1-7-15,7 0 0 0,0-1 1 0,6-1 0 16,-1 2-1-16,4-2 0 0,-5-1 5 0,3 3 18 15,-2 0-13-15,-2 1 5 0,-6-3-1 0,-7 1-4 0,-5 4 16 0,-6-2-5 16,1 1-8-16,-6-1 9 0,2 1 19 0,-3 1 0 16,1-1 0-16,-6 1-5 0,7 0-4 0,-7 0-11 15,6-1-15-15,-6 1-26 0,0 0-36 0,10-2-25 16,-10 2-43-16,0 0-40 0,0 0-36 0,0 0-39 16,-19 4-34-16,14-4-42 0,0 1-226 0,5-1-583 15,-10-1 259-15</inkml:trace>
  <inkml:trace contextRef="#ctx0" brushRef="#br0" timeOffset="11803.34">9237 4337 109 0,'1'-4'304'0,"-1"4"-28"0,0 0-25 0,2-5-21 15,-2 5-29-15,0 0-20 0,0 0-21 0,0 0-23 0,0 0-13 0,0 0-8 16,7 10-8-16,-10-2-7 0,3 3-9 0,-2 6-1 16,-6 0-3-16,2 2-11 0,-3 7-3 0,-1 4-9 15,-4-1-4-15,-1 0-3 0,0 2-7 0,0-4-4 16,4-2-3-16,-2-2-3 0,3-3-7 0,2-4-5 15,0-2 1-15,3-3-5 0,0 0 5 0,4-5-10 16,-2 1-1 0,2-2 0-16,1-1 9 0,-4 3 13 0,4-4 1 15,0 0 12-15,0-3 28 0,4 5-1 0,5-4 13 0,-3 1-18 16,7-1 7-16,1-2-19 0,3 1-9 0,2-2-6 16,-1 0-7-16,2 0-18 0,1-5-34 0,-1 3-41 15,-2-2-41-15,2 1-42 0,-2 1-45 16,0-3-52-16,1-1-36 0,-7 3-257 0,-1-2-568 15,-1 1 251-15</inkml:trace>
  <inkml:trace contextRef="#ctx0" brushRef="#br0" timeOffset="12082.01">9381 4562 8 0,'-2'-5'282'0,"0"3"2"16,2 2 1-16,-3-3-7 0,3 3-2 0,0 0-20 15,0 0-17-15,0 0-35 16,0 0-26-16,-3-5-24 0,3 5-16 0,0 0-16 15,-1 10-13-15,-1 0-6 0,0 1-18 0,-3 3 4 16,1 7-20-16,2 3-7 0,-5 3-4 0,5 0-4 16,-1 0-5-16,-1 1-5 0,0 1 2 0,1 0-13 15,0-3 1-15,3-6 1 0,-4-2-7 0,4 0-3 16,3-2 0-16,-3-5 2 0,-3 1-4 0,3-1-1 16,0-5 3-16,0 1 6 0,0-2-14 0,0 0 2 0,0-1 5 0,0-4-2 15,0 8 1-15,0-8 0 0,-1 3 11 16,1-3-15-16,0 0-33 0,0 0-26 0,0 0-26 15,0-15-22-15,0 10-37 0,1-4-44 0,-1-3-62 0,4-3-61 16,-1-2-198-16,3 0-530 0,-2-3 235 0</inkml:trace>
  <inkml:trace contextRef="#ctx0" brushRef="#br0" timeOffset="12436.18">9356 4242 51 0,'0'0'232'0,"8"-1"-23"0,2 5-24 15,1 1-17-15,8 6-11 0,7 5-11 0,4 2 2 16,11 10-7-16,2 5-7 0,-1 0-2 0,-5 7-10 16,3 5-2-16,-6 2-4 0,-7 4-5 0,-4 1-10 15,-5 2-6-15,-12 2-11 0,-3-2-5 0,-6 0 4 16,-7-2-14-16,-8-4 2 0,-4-2 4 0,-6-2 10 15,-4-5 0-15,-4-1 10 0,-2-4 1 0,9-10 5 0,-10 5 8 16,5-9 16-16,3 0-4 0,1-2 12 0,-1-1 4 0,5-2-4 16,-2-6-6-16,9-1-5 0,9-3-14 0,-3 0-11 15,4-1-5-15,0-1-11 0,5-1-5 16,-2 2-6-16,2-3 1 0,4-1-4 0,-9 2-5 16,7 1-9-16,2-3-11 0,0 0-17 0,0 0-32 15,0 0-40-15,0 0-33 16,12-12-47-16,1 5-61 0,-4 1-78 0,4-5-107 15,2 0-303-15,-2-3-732 0,-3-3 324 0</inkml:trace>
  <inkml:trace contextRef="#ctx0" brushRef="#br0" timeOffset="18113.71">11164 2883 264 0,'0'-6'361'0,"0"0"-5"0,0-1-12 0,1 2-13 16,-1-1-11-16,-1 1-21 0,2 1-32 0,0 2-25 16,-1 2-25-16,2-7-26 0,-2 7-24 0,0-4-41 15,0 4-47-15,0 0-43 0,0 0-2 0,0 0-6 16,0 28-2 0,0-11-4-16,0 12-2 0,-2 7 0 0,1 12 0 15,0 1-3-15,-3-3 0 0,3-13 1 0,-1 1 4 16,-1-1-7-16,0 0 0 0,1-4-2 0,2-2 5 15,-2-6-4-15,0-3 0 0,-1-3 3 0,2-3-19 16,0-1-13-16,1-2-10 0,0-4-18 0,-2 3-24 16,2-3-29-16,-1 0-23 0,1 1-40 0,-1-3-45 15,1-3-77-15,-5 2-210 0,5-2-529 0,0 0 234 0</inkml:trace>
  <inkml:trace contextRef="#ctx0" brushRef="#br0" timeOffset="18630.4">10674 3558 56 0,'-8'2'237'16,"1"-2"-12"-16,2 2-6 15,0-1-4-15,5-1-7 0,-8 0-10 0,2 3-11 16,6-3-10-16,0 0-9 0,-8 0-11 0,8 0-11 16,0 0-11-16,-5 0-16 0,5 0-9 0,0 0-7 15,0 0-10-15,0 0-10 0,0 0-9 16,0 0-7-16,0 0-3 0,0 0-9 0,-5 1-6 16,5-1-7-16,0 0-3 0,0 0-5 0,0 0-6 0,0 0-1 15,0 0 0-15,0 0-7 0,0 0-4 0,0 0-3 0,0 0 5 16,0 0-5-16,0 0 0 0,0 0-5 0,0 0 3 15,0 0-3-15,-4 4 1 0,4-4-5 0,0 0 2 16,0 0-2-16,0 0-4 0,0 0 2 0,0 0-1 16,0 0 1-16,0 0 1 0,0 0-8 0,17-1 10 15,1-3 1-15,11 1 2 0,6 3-2 0,22-3-2 16,8-1 3-16,32-3-1 16,3 1 16-16,9 2 11 0,-3 2 5 0,0-1 7 15,2 3 6-15,-5-4 8 0,-9 1 7 0,-26 2 11 16,-4-5-17-16,-3 3 4 0,-6 2-7 0,-18-2-1 15,-3 1 4-15,-8 0 9 0,-8 0-4 0,-5 0 3 16,-3 2-7-16,-2-2-15 0,-2 2 4 0,-1-1-7 16,-5 1-11-16,10-2-39 0,-10 2-38 0,0 0-58 15,0 0-41-15,0 0-38 0,-28 6-50 0,7-2-61 0,-9 0-315 16,0 2-659-16,-1 0 292 0</inkml:trace>
  <inkml:trace contextRef="#ctx0" brushRef="#br0" timeOffset="19270.82">11330 3807 13 0,'0'0'248'0,"0"0"-25"0,0 0-26 16,0 0-17-16,0 0-17 0,0 0-19 0,22 2-15 15,-8-4-14-15,6 7-10 0,8 0-14 0,3 1-9 16,-3 1-7-16,0 1-10 0,-1 0-4 0,-6-1-8 16,-4 2-7-16,-1-3-12 0,-2 6-2 0,-6-3-6 15,-2-1-8-15,-2 1-1 0,-4 1 2 0,-4 1-3 16,-2 0 0-16,-6 4-5 16,-3-4 3-16,-5 4-6 0,3-3-5 0,0-2 6 15,-1 2 0-15,-1-5-3 0,5 3-1 0,-4-3 3 16,9-2-2-16,0 0-3 0,-1 0-3 0,6 0 2 15,-2-2-2-15,3 3 0 0,3-1 3 0,5-1 3 16,2 2-4-16,9 1 2 0,1-1 0 0,3 2 2 16,10 1-3-16,-2-2-2 0,0 3 2 0,1-1-1 15,-2-1-1-15,-5-3-3 0,-3 7 1 0,0-7 1 0,-2 8-4 0,-2-6 0 16,-3 6 5-16,-6-4 7 0,2 0 4 0,-6 3 3 16,-7-3 4-16,-1 7 9 0,-7-4-2 15,-10 3 13-15,-3-1 6 0,1-2 9 0,-3-2 13 16,-3 2 9-16,-3-7 3 0,2 5-1 0,-4-6 7 15,1-2 2-15,2 1 3 0,1-2 4 0,4 1 14 16,8-2-15-16,2 2-7 16,5-4-7-16,3 4-7 0,2 0-7 0,-1-2-8 15,9 0-20-15,-9 0-19 0,9 0-23 0,0 0-37 16,0 0-40-16,0 0-58 0,0 0-94 0,32-7-315 0,-5 2-594 0,-7-5 262 16</inkml:trace>
  <inkml:trace contextRef="#ctx0" brushRef="#br0" timeOffset="20150.03">12595 3628 85 0,'-9'2'204'0,"9"-2"-13"0,0 0-14 15,0 0-17-15,-6 0-6 16,6 0-6-16,0 0-7 0,0 0-8 0,0 0-13 15,0 0-11-15,18-6-6 0,-5 0-18 0,8 2-7 16,7-4-7-16,7-1-5 0,1 1-8 0,3-4-10 16,11-2-3-16,0-3-5 0,-2 2-2 15,-12 1-6-15,13-3 27 0,-16 2-8 0,1-2-6 0,-4 1 4 16,-3-3 0-16,-2-1 1 0,-2-1-3 0,-5-1 8 16,-8 7 0-16,-1-2 1 0,0 2-3 0,-6 4-2 0,-6-2-4 15,-2 3-7-15,-1 2-2 0,-6 2-6 0,-7 2-7 16,-9 1-5-16,-5 6 2 0,-3 3-7 0,-1 5-1 15,-14 7-1-15,-3 3-6 0,4 7-2 0,2 1-1 16,4 4-1-16,3 1 3 0,8-1 0 0,10-5 1 16,5 2 7-16,3 0 1 0,5 2-4 0,6-4 5 15,5 3 1-15,9-1 1 0,9-1 3 0,6-6-4 0,18 3-17 0,11-8-41 16,5-7-85-16,35-2-140 0,-3-13-219 0,-30-10-524 16,3 1 232-16</inkml:trace>
  <inkml:trace contextRef="#ctx0" brushRef="#br0" timeOffset="20751.5">13414 2810 28 0,'0'0'216'0,"0"0"-18"0,0 0-16 0,0 0-24 0,0 0-11 0,0 0-20 15,13 0-9-15,-4 0-12 0,0 0-13 0,4 0-9 16,2 0-13-16,2 3-3 0,2-1-10 0,1 4-4 0,-2-2-8 15,1 2-1-15,-3 2-4 0,0 0-4 16,-3 1-4-16,2 3-5 0,-6 1-4 0,-1 1-2 16,-3 1-1-16,-4 4 2 0,-1 7-1 0,-9-8-3 15,-1 10-8-15,-8-4 2 0,-2 1-6 0,-3 0 5 0,-1-4 4 16,-3 0 3-16,0 0 4 0,1-3 5 0,-1-1 3 16,3-2 7-16,-1 0 5 0,9-4-1 0,-3 0 22 15,9-5-3-15,0 1-7 0,2-1-8 0,2-4-6 16,0 2-3-16,0 0-1 0,4-2-6 0,-2 1 7 15,2 1 10-15,2-4 13 0,4 5 15 0,4-2-10 16,3-1 2-16,6 0-10 16,6 0-4-16,5-2-5 0,4 0-23 0,0-2-47 15,0 2-56-15,-3-4-78 0,1 0-93 0,-1 0-210 16,-2-3-496-16,0-1 220 0</inkml:trace>
  <inkml:trace contextRef="#ctx0" brushRef="#br0" timeOffset="21121.38">14007 2808 83 0,'1'-5'374'0,"3"-2"-6"0,-3 3-22 0,1 0-18 0,0 2-30 15,-2 2-32-15,2-6-45 0,-2 6 6 0,0-4-43 16,0 4-17-16,0 0-17 0,0 0-23 0,0 0-32 16,0 0-15-16,0 0-17 0,0 0 1 0,-2 15-10 15,2-3-6-15,-6 6-24 0,0 0 13 0,-2 9-3 16,-4 4-2-16,1-1-3 0,1 3 8 16,-2 1-13-16,-1-1 0 0,3 1-16 0,1-1 21 0,-1-2-13 0,5-2 0 15,0-6-1-15,1-3 6 0,1-3-8 0,2 0 1 16,1-4-1-16,0-3-1 0,1-1-3 0,-1-2 8 15,2-2 3-15,-1 1 15 0,0 0 6 0,2-4 15 16,2 3-7-16,0-5 3 0,5 0-7 0,-1 0-6 16,4-2-27-16,5-6-41 0,-1 1-61 0,0-2-68 15,2 0-83-15,7-9-87 16,-5 1-251-16,-1-2-627 0,-1-4 279 0</inkml:trace>
  <inkml:trace contextRef="#ctx0" brushRef="#br0" timeOffset="21286.62">13878 3034 216 0,'-4'-1'325'0,"-1"3"-13"0,5-2-17 16,-8 0-31-16,8 0-25 0,0 0-21 0,26-5-21 0,6 2-19 16,0-3-35-16,6 0-53 0,3 5-72 0,10-4-83 15,4-1-115-15,-4 1-195 0,-14 1-407 0,-5-1 180 16</inkml:trace>
  <inkml:trace contextRef="#ctx0" brushRef="#br0" timeOffset="21954.77">14209 3583 22 0,'-5'1'211'0,"2"0"-2"16,3-1 2-16,-6 2 4 0,6-2-11 0,-6 2 3 15,6-2-8-15,0 0-5 0,-4 0-4 0,4 0-5 16,0 0-6-16,0 0-3 0,0 0-11 0,0 0-2 15,0 0-7-15,0 0-17 0,0 0-9 0,0 0-10 16,0 0-8-16,0 0-14 0,0 0-9 0,0 0-10 16,0 0-4-16,0 0-11 0,0 0-7 0,0 0-5 0,0 0-11 15,-7 3-5-15,7-3 6 0,0 0-7 0,0 0-5 16,0 0-2-16,0 0-3 0,0 0-10 0,0 0 10 16,0 0-3-16,0 0 3 0,0 0-5 0,0 0 2 15,0 0-3-15,0 0 11 0,0 0 4 0,0 0-19 0,0 0 4 16,0 0-4-16,0 0 6 0,0 0-7 15,0 0 0-15,0 0 1 0,0 0-6 0,0 0 4 0,0 0-2 0,0 0 10 16,0 0-17-16,30-7-9 0,-11 4 5 0,1-2 4 16,9 1-2-16,4-2 6 0,5 2-2 0,2 0-8 15,11-6 5-15,1 4-8 0,-1 0 6 0,-15 3-1 16,1-1 3-16,-1 1-2 0,-6-3 7 0,-9 2-5 16,-4 3 3-16,-5-1 7 0,1 0 9 0,-4 0 1 15,0 1 13-15,-4 1-10 16,0-2-11-16,-5 2-42 0,7-2-40 0,-7 2-31 15,0-5-25-15,0 5-31 0,0 0-27 16,-9-4-35-16,9 4-37 0,-8-1-41 0,8 1-252 0,-5-2-592 16,4 0 262-16</inkml:trace>
  <inkml:trace contextRef="#ctx0" brushRef="#br0" timeOffset="22324.28">15080 3280 57 0,'2'-7'377'0,"0"1"9"0,-2 2-14 16,3 0-13-16,-2 0-25 0,2 0-32 0,-2 1-35 15,-1 3-32-15,0 0-31 16,5-4-21-16,-5 4-19 0,0 0-26 0,0 0-17 16,0 15-19-16,0-3-7 0,-2 5-10 0,-1 1-17 15,0 8-1-15,1 2-13 0,-1 0-1 16,-2-3-3-16,1 4 0 0,3-3-13 0,0-6 2 0,3 5 8 15,-3-8-13-15,1 1-4 0,-1 0-4 0,-2-7-1 16,6 4-1-16,-2-5 2 0,-1 0-3 0,0-4-6 16,0 0 0-16,1-2 6 0,1 1-3 0,-1 0-1 0,-1-2 4 15,0-3-5-15,1 4 0 16,-1 0 8-16,0-4 6 0,0 0-5 0,0 4-6 16,0-4 0-16,0 0 1 0,0 0 4 0,0 0-3 0,1 4-10 15,-1-4-10-15,0 0-41 0,0 0-66 0,0 0-38 16,7-12-26-16,-6 9-36 0,2-1-44 0,-1-3-46 15,2 1-36-15,-3-1-217 0,4-2-590 16,-1 1 261-16</inkml:trace>
  <inkml:trace contextRef="#ctx0" brushRef="#br0" timeOffset="22787.31">15475 2851 76 0,'3'-3'208'0,"-3"3"-25"0,8 1-20 0,-8-1-19 0,17 11-15 15,-4 5 1-15,4 10-9 0,2 16 5 16,0 8-7-16,-5 9 7 0,4 25-15 0,-9 1 1 0,-5 2 19 0,-8-4-11 16,-1-24-8-16,-8 24-9 0,-1-25-11 0,-4 21-5 15,-2-25-4-15,-2-3-9 0,-6-2 0 0,-4 1-10 16,-4-4-1-16,-5-4-3 0,-10-4-1 0,-24 13-35 16,17-19-55-16,-33 5-86 0,1-8-148 0,-5-12-149 15,0-12-448-15,-4-3 199 0</inkml:trace>
  <inkml:trace contextRef="#ctx0" brushRef="#br0" timeOffset="23288.66">12900 2735 46 0,'0'0'166'15,"-21"17"-11"-15,5 5-12 0,-1 5-6 0,-10 16-2 16,-13 30 1-16,3 9 0 0,-5 6 2 0,6 7 0 16,-5 0-6-16,4 0-1 0,5-4-7 0,9 0 0 0,4-11-11 0,11-19-2 15,12 19-11-15,0-25-4 0,11-1-6 0,7 0-8 16,6-3-2-16,13-5-5 0,6-3-2 16,31 6-3-16,-19-23-47 0,34 4-91 0,-27-18-195 15,29-5-142-15,-32-8-437 0,-2-4 195 0</inkml:trace>
  <inkml:trace contextRef="#ctx0" brushRef="#br0" timeOffset="24359.18">10517 2680 176 0,'4'-3'222'0,"-1"1"-23"0,-3 2-25 0,0 0-19 16,2-3-21-16,-2 3-28 0,0 0-10 0,3 12-14 15,-2 1-13-15,2 11-1 0,-1 12-9 0,-7 20-4 16,-5 31-5-16,-7 12 5 0,-3 7 6 0,-6 2-9 16,2 2-6-16,-3-3 1 0,7-6 1 0,-2 3 14 15,5-5 10-15,5-1-4 0,1-5 0 0,1-5 1 16,-4-8-3-16,9-23-4 0,1 2 4 0,3 0-3 0,-2-2-2 0,5-3-3 16,-1-3-2-16,-1-3-2 0,1-12-7 0,0 0-1 15,-1-1-2-15,4-3-7 0,-5 1-2 16,1-4-1-16,-3-3-4 0,3-2-2 0,0-3-6 15,0-3 3-15,-2-2-5 0,1 1 0 0,-1-2-2 16,1-5 0-16,0 3-3 0,-2-2-2 0,1-1-2 16,-2 1 2-16,0-1-11 0,2-1 11 0,0-1-5 0,1-2 4 0,-2 1-5 15,3-7 1-15,-4 10-2 0,4-6 2 0,0-4-1 16,-2 10 1-16,2-10-4 0,-3 7 3 0,3-7 4 16,-4 4 3-16,4-4 0 0,0 0 3 0,-1 5 4 15,1-5 6-15,0 0-2 0,0 0-2 0,0 0 3 16,0 0 5-16,0 0 4 0,0 0 2 0,-2 8 1 15,2-8-8 1,0 0 14-16,0 0-3 0,0 0 0 0,32-2-3 16,0-4-19-16,5 0-64 0,23-9-86 15,28-14-136-15,-31 6-306 0,30-16-620 0,-34 5 275 0</inkml:trace>
  <inkml:trace contextRef="#ctx0" brushRef="#br0" timeOffset="25045.81">10576 2660 140 0,'-8'-2'291'0,"8"2"-20"0,0 0-11 0,0 0-23 16,0 0-20-16,-3-2-22 0,3 2-21 0,0 0-18 16,0 0-14-16,0 0-15 15,17 0-12-15,1-1-11 0,20 0-15 0,20-2-62 16,9 3-80-16,34-7-113 0,-4-1-222 0,9-4-420 15,0-3 186-15</inkml:trace>
  <inkml:trace contextRef="#ctx0" brushRef="#br0" timeOffset="26480.75">15719 2377 222 0,'0'0'238'0,"-2"-5"-11"0,2 5-17 16,-3-3-18-1,3 3-17-15,-1-4-18 0,1 4-14 0,0 0-14 0,0 0-20 16,0 0-12-16,0 0-11 0,0 0-9 0,0 0-7 16,22 8-7-16,-10-4-2 0,9 1-5 0,7 0-7 15,0 2-11-15,5 0-9 0,-2-2-13 16,1 0-2-16,-1 0-6 0,-1-1 1 0,1-4-5 15,-3 1-2-15,-1-1-3 0,-4 0 5 0,-1-1-4 16,-3 0 1-16,0-5 1 0,-6 2 4 0,1 1 10 0,-4 1 14 0,1-4 3 16,-3 2 5-16,1-4 7 0,-5 3 4 0,1-1 2 15,0-2 6-15,0 0-3 0,-5 0-1 0,4 1 1 16,-3-1 0-16,2 2 0 0,-3 1-4 0,0 1 3 16,0 4 3-16,0-9 7 0,1 4 1 0,2 3-7 15,-3 2-5-15,0 0-8 0,0-8-3 0,0 8-10 16,0 0 9-16,0-6-20 0,0 6-6 0,1-3-4 0,-1 3-23 15,0 0-29-15,0 0-6 0,0 0 2 0,0 19 2 16,-5-4 7-16,1 14 0 0,-5 2 6 0,-3 24 1 0,-4 1 0 16,-9 29 6-16,-5 2 7 0,7 0-5 0,-5 5 6 15,9 2 8-15,-3-2 2 0,7 5 5 16,-1-7-1-16,5 2 2 0,6-9 2 0,1-2 6 16,-2-24 8-16,12 27 8 15,-2-24 8-15,1 26 3 0,0-26-10 0,4 21 11 16,-5-25-1-16,0 0-12 0,-2-1 11 0,2-3-5 15,1-2 6-15,-6-3-8 0,1-11 0 0,-4-3-3 16,0 14 3-16,3-14-6 0,-3-1-4 0,-1 2 3 16,2 0-2-16,-3-1 1 0,-3-2-1 0,4-1 2 15,-3-1-6-15,1-2 3 0,0-9-2 0,2 0 4 16,0 1-23-16,-1-2 16 0,2-5-4 0,-1-1 14 0,0-1-6 16,4-4 2-16,-2 1 1 0,0-4 34 0,1 2 11 15,2-5-8-15,0 0 13 0,-5 10-6 0,5-10-5 16,0 0 2-16,-3 6-1 0,3-6-5 0,0 0-4 15,0 0-11-15,0 0-1 0,-4 5 2 0,4-5-5 0,0 0-11 16,0 0 3-16,0 0-6 0,0 0 0 16,-2 6-4-16,2-6 3 15,0 0 0-15,0 0-4 0,0 0-4 0,0 0 1 16,0 0-1-16,0 0 2 0,0 0-3 0,0 0-3 0,0 0 1 0,0 0-3 16,0 0 4-16,0 0-9 0,0 0 5 0,0 0-3 15,0 0 3-15,0 0-3 0,0 0 1 0,0 0-1 16,0 0 1-16,0 0 0 0,0 0-1 0,0 0 0 15,0 0 0-15,0 0-6 0,0 0 6 0,0 0 0 16,0 0-3-16,0 0-1 0,0 0 6 0,0 0-7 16,0 0 5-16,0 0-1 0,0 0 1 15,0 0 2-15,0 0-3 0,0 0-2 0,0 0-1 16,0 0 4-16,0 0-7 0,0 0 1 0,0 0 8 16,0 0-8-16,0 0 1 0,0 0 5 0,0 0-2 0,0 0-2 15,0 0 3-15,0 0-13 0,0 0 13 0,0 0-5 16,0 0 15-1,0 0 7-15,0 0 4 0,-10 2 5 0,-11-2-7 16,-29 2 3-16,-44 0-7 0,-19 1-13 0,-25 3-42 16,-21 2-73-16,-27-3-114 0,-20 5-168 0,-17-10-338 15,-20-11-791-15,-9-14 351 0</inkml:trace>
  <inkml:trace contextRef="#ctx0" brushRef="#br0" timeOffset="42594.68">4591 8465 45 0,'0'0'156'0,"0"0"7"0,-7-1 2 0,7 1-5 15,0 0-2-15,-1-5-9 0,1 5-8 0,0 0-4 16,0 0-9-16,0 0-9 0,0 0-5 0,0 0-8 15,0 0-7-15,-3-3-5 0,3 3-3 0,0 0-5 16,0 0-4-16,0 0-3 0,0 0-3 0,0 0-5 16,0 0-2-16,0 0 2 0,-2-3-12 0,2 3-5 15,0 0-4-15,0 0-3 0,0 0-6 0,0 0-4 0,0 0-1 0,0 0-5 16,0 0-3-16,0 0-3 0,0 0 1 0,0 0-5 16,0 0-3-1,0 0 2-15,17-2-5 0,-5-2-2 0,8 1 0 16,9-2-1-16,7 2-3 0,2-6 2 0,19 1-3 15,-3 1 3-15,3 0-16 0,-4 2-20 0,-13 1-26 16,-2 0-40-16,-1 2-44 0,-1 2-36 0,1-3-68 16,-9 1-166-16,-5-1-438 0,-4 2 193 0</inkml:trace>
  <inkml:trace contextRef="#ctx0" brushRef="#br0" timeOffset="42810.78">4794 8601 33 0,'-7'2'245'0,"-1"1"-23"0,3 1-21 16,-2-3-21-16,2 2-19 0,1-2-10 0,4-1-9 16,-1 5 4-16,1-5 3 0,9 3 3 0,5-2-19 15,18-3-12-15,18-2-14 16,11-1-10-16,28-7-11 0,2 1-28 15,-26 2-49-15,30-4-57 0,-6-2-82 0,-30 5-240 16,-3 0-399-16,-5 1 177 0</inkml:trace>
  <inkml:trace contextRef="#ctx0" brushRef="#br0" timeOffset="43813.48">7135 7663 149 0,'0'-6'250'0,"-3"0"-5"0,2 0-17 0,1 0 0 0,-1 1-10 15,1-1-10-15,-3 0-3 0,3 0-1 0,0 1-9 16,0 1-5-16,0 4-12 0,0-8-16 0,-1 5-20 15,1 3-12-15,0 0-13 0,0-5-17 0,0 5-15 0,0 0-34 16,0 0-24-16,0 0-11 0,0 0-7 0,1 15-1 0,-1-4-3 16,4 8-5-16,-4 8-4 0,1 4 5 15,2 3-1-15,1-1-4 0,0 1 2 0,1 1 0 16,0-2 5-16,0 1 0 0,-1-3 2 0,2-2 3 16,2-3-5-16,-2 1 3 0,-2-1 0 0,2-8 1 0,-3-2-22 15,2 0-14 1,-2 0-33-16,-1-5-31 0,1 1-39 0,0-1-37 15,1 0-49-15,-2-2-226 0,0-4-481 0,-1 2 213 16</inkml:trace>
  <inkml:trace contextRef="#ctx0" brushRef="#br0" timeOffset="44430.8">6532 8379 33 0,'-8'0'151'15,"3"0"-6"-15,5 0-12 0,-9 0-6 0,9 0-5 16,-6 3-10-16,6-3-9 0,-8 0-7 0,8 0-5 16,0 0-7-16,0 0-3 0,-8 0-2 0,8 0 2 15,0 0 0-15,-5 1 0 0,5-1 0 0,0 0 3 16,0 0-3-16,0 0 0 0,0 0-3 0,0 0-5 15,0 0-1-15,-6-2-8 16,6 2-6-16,0 0 1 0,0 0-8 0,0 0-3 16,0 0-8-16,0 0-1 0,0 0-3 0,0 0-7 15,0 0 4-15,0 0-11 0,0 0 0 0,0 0-2 16,0 0-5-16,0 0-2 0,0 0 1 0,0 0-5 16,0 0 0-16,0 0 2 0,0 0-4 0,0 0-1 15,0 0 2-15,0 0-1 0,0 0 7 0,0 0 10 16,20 0 4-16,10-3 1 0,3-1 1 0,22-5-1 0,11 2-9 0,39-4 12 15,5-1 8-15,9-3 8 0,1 2 5 0,9-2 1 16,2 2 4-16,5 1-2 0,-1 2-2 0,-7 1-9 16,-5 1 1-16,-14 0-4 0,-10 2-3 0,-34 1-10 15,2 2 12-15,-6-4-16 0,-3 4 4 0,-5-1-5 16,-14 2-6-16,-3-1 7 0,-8 1-8 0,-7 2-1 16,-8 0-1-16,0 0-12 0,-3-1 0 0,-3 1-17 0,-2 0-22 0,-5 0-16 15,7-1-48-15,-7 1-54 0,0 0-71 16,-29 2-72-16,10-2-183 0,-11 2-520 0,9 0 230 0</inkml:trace>
  <inkml:trace contextRef="#ctx0" brushRef="#br0" timeOffset="45417.53">6929 8760 49 0,'0'0'167'0,"0"0"-12"0,0 0-3 0,0 0-11 15,0 0-11-15,0 0-7 0,0 0-15 0,0 0-10 16,0 0-7-16,0 0-9 0,0 0-10 0,0 0-5 16,22-2-6-16,-10 2-9 0,1 0 1 0,7 1-7 0,0-1-3 0,3 0-5 15,-1 0-2-15,7 1-7 0,-11 2-4 0,5-1-6 16,-4 3 2-16,-1 0-5 0,-1 1-1 0,-3 0-4 16,-2 4-3-16,-4-3-3 0,-1 4-3 0,-3 2 0 15,-2 3-5-15,-4 2 6 0,-8 6-2 0,-3-4-2 16,-4 5 6-16,-5-3-6 0,-2 3 2 0,-7 0 2 15,3-3 2-15,-2-1-1 16,0-3-1-16,-1 3 5 0,2-3 3 16,-3 2 3-16,4-5-2 0,1 0 5 0,0 1-4 0,3-1 3 15,5-6 3-15,3 1-2 0,4-5-1 0,0 2-4 16,3-4 0-16,-1 2 0 0,4-2 0 0,2-1 5 16,0 1 16-16,0-2 4 0,4-1 4 0,-5 4 1 15,5-4 14-15,0 0 5 0,0 0 9 0,10 4 0 16,1-5-7-16,2-2 3 0,7-1-4 0,8 0-1 0,0-1-2 0,3 0-9 15,-1 5-2-15,1-4 1 0,1 0-12 16,-1 2-1-16,1-2-7 0,-4 3-2 0,1-1-3 0,-10 4-3 16,1-4 1-16,0 2-2 0,-6 2-6 0,-4-2-2 15,2-2-9-15,-5 2-14 0,0 0-2 0,-1 2-8 16,-6-2-11-16,6-2-8 0,-6 2-12 0,6 2 3 16,-6-2-10-16,0 0-27 0,0 0-47 0,-15 3-50 0,8-3-248 0,-6 0-464 15,4-2 205-15</inkml:trace>
  <inkml:trace contextRef="#ctx0" brushRef="#br0" timeOffset="46003.34">7559 8661 166 0,'0'0'251'16,"0"0"-21"-16,0 0-22 0,0 0-22 0,0 0-23 15,0 0-19-15,-4-3-14 0,4 3-15 0,0 0-16 16,0 0-13-16,0 0-10 0,0 0-5 0,0 0-17 15,0 0-1-15,0 0-4 16,8 10-5-16,-7-4-2 0,6-2-8 0,-1 1-1 16,-1 2-3-16,7 0 0 0,4 1-6 0,0-1 0 15,1 1 5-15,3-3-7 0,8 4-2 0,-1-2-3 16,-6-2 1-16,6 0-6 0,-4-3 0 0,3 1-1 16,-5-1 0-16,0-1 1 0,-3 0-2 0,0 0 2 15,-4-1 3-15,0 2 7 0,-3-2 3 0,1 1-1 16,-2-1 1-16,-5 0 5 0,0 0-5 0,1 1 0 0,-6-1-5 0,8 0-1 15,-8 0-4-15,5 3-8 0,-2 1-2 0,-3 2 0 16,-4 1 3-16,0 5-5 0,-1 2-2 0,-5 3 2 16,-3 7-1-16,-5 1 1 0,2 4-1 0,-3 0 1 15,-2 1 1 1,2 0 1-16,-2 2-1 0,5-1-3 0,-2-3 2 0,4 1 6 16,0-4-9-16,1 0 2 0,4-10 0 0,4-1 1 15,-1-2 3-15,3-3-3 0,-1 3-3 16,2-4 0-16,-1-3 3 0,-1 2 0 0,3-3 3 15,-1 1-3-15,-1-1 3 0,2 0-2 0,1-4 3 0,-2 5 12 16,2-5 0-16,-1 2 1 0,1-2 3 0,0 0-3 16,-1 5 3-16,1-5-1 0,0 0-8 0,0 0-14 15,0 0-11-15,0 0-16 0,-3 2-17 16,3-2-21-16,0 0-51 0,0 0-103 0,0 0-210 0,3-14-463 0,-1 6 206 16</inkml:trace>
  <inkml:trace contextRef="#ctx0" brushRef="#br0" timeOffset="46335.23">7563 9081 50 0,'-5'1'277'0,"-3"-1"-8"0,8 0-4 0,-10 0-12 15,10 0-15-15,-8-1 0 16,8 1-15-16,0 0-17 0,0 0-16 0,0 0-25 16,0 0-20-16,0 0 2 0,19-8-29 0,2 3-11 15,10 1-16-15,3-2-4 0,6 1-10 0,17-4-8 16,3 1-7-16,2 1-10 0,-4-1-2 0,-3 4-7 0,-2-1-5 0,-20 0 8 0,3 3-16 16,-8-1-5-16,-8 1 0 0,-2-1-7 0,-5 1 0 15,0 1 12-15,-7 0-15 0,3 1 0 16,-5-1 2-16,-4 1-6 0,11-2-11 0,-11 2-11 15,4-2-15-15,-4 2-33 0,0 0-47 0,-18 5-60 16,9-4-76-16,-5-1-275 0,2 1-560 0,1-2 248 16</inkml:trace>
  <inkml:trace contextRef="#ctx0" brushRef="#br0" timeOffset="47607.4">10199 7360 194 0,'0'-6'249'0,"0"1"-1"0,-1-2-3 0,1 1-5 0,0 2-17 15,-3 0-20-15,3 4-16 0,0-6-20 16,-1 2-17-16,1 4-24 0,0 0-15 0,0-5-8 0,0 5-35 0,0 0-12 16,0 0-7-16,0 0-8 0,0 20-4 0,0-7-3 15,0 2-5-15,0 6-5 0,0-1-4 0,0 6-3 16,1 0-1-16,2 2 2 0,-2-3-2 0,-1 4-1 15,0-4 1-15,4 4-1 0,-4-4-2 0,3-6 7 16,-2 0-4-16,-1 2-2 0,1-5-19 0,-1 2-29 16,0-2-39-16,0-4-43 15,4-2-46-15,-4 2-75 0,5-5-156 0,-3-1-424 16,1-3 187-16</inkml:trace>
  <inkml:trace contextRef="#ctx0" brushRef="#br0" timeOffset="48187">9744 8196 122 0,'0'0'209'15,"-5"1"-18"-15,5-1-8 0,-5 4-10 0,5-4 1 16,0 0-7-16,-8 1-9 0,8-1-16 0,0 0-15 16,0 0-11-16,0 0-10 0,0 0-11 0,0 0-11 15,0 0-8-15,0 0-6 0,0 0-8 0,-5 1-5 16,5-1 0-16,0 0-1 0,0 0 2 0,0 0-2 16,0 0-3-16,0 0-2 15,0 0-5-15,0 0-1 0,0 0-1 0,0 0-7 16,0 0-3-16,0 0-4 0,0 0-2 0,0 0-3 15,0 0 6-15,0 0-15 0,0 0 0 0,0 0 3 16,0 0-4-16,0 0-1 0,0 0-1 0,0 0 0 16,0 0 9-16,0 0-6 0,0 0-1 0,0 0 1 15,0 0-4-15,0 0 3 0,0 0-1 0,0 0 1 16,0 0-3-16,0 0-1 0,0 0-1 0,0 0-3 0,0 0 0 0,0 0 1 16,0 0-1-16,0 0 0 0,0 0-2 0,23-2 4 15,0-2 0-15,10-1-4 0,7-2 3 16,24-3 4-16,31-2 7 0,3-3 4 0,3-1 5 15,11 3 2-15,2 1 5 0,8-3-1 0,0 2-2 0,-3 0 3 16,-4 3 0-16,-3-4-8 0,-9 4-1 0,-5 5 10 16,-34 0-17-1,-3-2 0-15,-6 4 0 0,-14 1-6 0,-5 0 0 16,-7 2 1-16,-6-1-1 0,-5 0 3 0,-4 1-1 16,-1-4-2-16,-3 2-2 0,-2 4 2 0,-2-4-3 0,-1 2-9 15,-1-2-18-15,1 1-22 0,-5 1-53 0,0 0-71 16,0 0-81-16,-14-6-308 0,3 5-596 15,-7 1 265-15</inkml:trace>
  <inkml:trace contextRef="#ctx0" brushRef="#br0" timeOffset="48810.71">10238 8811 27 0,'-3'-12'263'0,"3"-2"-8"16,-3 2 2-16,1-1-4 0,3-1-9 0,-2 3-16 15,0 1-8-15,-1 5-18 0,1-3-19 16,1 3-24-16,0 2-19 0,1-1-15 0,-1 4-18 0,-1-5-25 15,1 5-26-15,0 0-9 0,0 0-8 0,0 0-3 16,3 24-3-16,-5-8-8 0,1 8 2 0,0 3-5 0,-2 2 0 16,0 0-3-16,-4 1-2 0,3-1-4 0,2 0 4 15,-1 3-2-15,-1-6-4 0,3 1 0 0,-3-6 0 0,4-3 0 16,-4 1 2-16,4-2-1 0,0-6 0 16,0 1-2-16,0-3-2 0,0 2-18 0,0-3-6 15,0-2-14-15,-1-2-4 0,1 1-7 0,0-1-3 16,0-4-20-16,-3 4-57 15,3-4-35-15,0 0-43 0,-7-9-221 0,3 2-454 16,0-1 200-16</inkml:trace>
  <inkml:trace contextRef="#ctx0" brushRef="#br0" timeOffset="49173.86">10127 8731 191 0,'0'-5'279'0,"-1"1"-15"16,1 1-18-16,0-2-26 0,-3 2-20 0,3 3-24 15,0 0-19-15,0-6-21 0,0 6-14 0,0 0-11 16,7 0-17-16,-7 0-10 0,18 7-4 0,-3 1-7 16,2-1-11-16,6 6-1 0,5 3-2 0,0 1-5 15,-1 4-4-15,-1 0-4 0,0 0-7 0,-2 3-1 16,-3-2-1-16,-2 2-5 0,-2 2-4 0,-7-1-4 0,-1 3 0 0,-2-1-4 16,-5-1 5-16,-4 0-5 0,-6 0 3 0,-5-1 1 15,-2 5 5-15,-6-3-5 0,2-3 3 0,-4-5 1 16,1 4-3-16,-1-5-2 0,0-1 7 0,0-3-1 15,6-2 2-15,1-4 0 0,0 2-2 0,0-2-1 16,1 0 1-16,6-3-8 0,0-2 5 0,1 0 4 16,2-1 9-16,2 2 11 15,0-3 10-15,-1 1 16 0,5-2-3 16,-7 0-8-16,7 0 0 0,0 0-7 0,0 0-23 16,0 0-25-16,0 0-9 0,0 0-46 0,12-14-32 0,-4 7-39 15,-2-1-37-15,3 3-59 0,0-4-50 0,-1-1-273 16,0 0-579-16,-1-2 257 0</inkml:trace>
  <inkml:trace contextRef="#ctx0" brushRef="#br0" timeOffset="49675.01">10447 8431 290 0,'1'-4'268'0,"-1"4"-11"0,3-5-25 0,0 3-18 16,-3 2-22-16,6-5-18 0,-5 3-17 0,5 1-21 16,-2 0-12-16,3 0-14 0,-7 1-12 0,18 2-7 15,-8-1-7-15,1 3-8 0,2 1-9 0,-3 0-5 16,0 4-7-16,2 1-8 16,-3 0-16-16,2 6-5 0,-3-1 1 0,0 5-2 15,-3-2-7-15,-5 2-3 0,0 3 2 0,-3-2-3 16,2-2-2-16,-4 0 5 0,0-1-5 0,-3-2-2 15,-1-1 0-15,4-4 1 0,0-2-3 0,2 0 0 16,2-3 1-16,-3 2-3 0,2-5 2 0,0 1 3 16,2 0 15-16,-2-2 10 0,2-2 9 0,0 6 9 15,0-6 5-15,10 1 8 0,-3-1 3 0,4-3-9 0,3 1-2 0,4-1-10 16,1-2-6-16,3 3-1 0,-3-2-8 0,3-1-1 16,0 2-4-16,-1 1-16 0,5-3-29 0,-6 3-27 15,-2-1-35-15,-5 3-41 0,1 0-59 0,-4 0-67 16,-1 0-267-16,-2 2-555 0,-2 0 246 0</inkml:trace>
  <inkml:trace contextRef="#ctx0" brushRef="#br0" timeOffset="50330.16">11023 9019 167 0,'-6'5'204'0,"-2"-3"-10"0,-1-1-12 0,4 2-13 15,1-2-9-15,-1 0-13 0,3 3-6 0,2-4 4 16,-7 0-4-16,7 0-2 0,0 0 1 0,0 0-8 16,-6 2-2-16,3-1-7 0,3-1-5 0,0 0-5 15,0 0-1-15,0 0-2 0,0 0-5 0,0 0 6 16,0 0-6-16,-6 2-3 16,6-2 1-16,0 0-8 0,0 0-3 0,0 0-11 15,0 0-6-15,0 0-3 0,0 0-15 0,0 0-1 16,0 0 0-16,0 0-6 0,0 0-12 0,0 0-3 15,0 0-3-15,0 0-6 0,0 0 1 0,0 0-9 16,0 0 4-16,0 0-7 0,0 0 3 0,0 0-1 16,0 0 1-16,0 0 4 0,0 0-8 0,0 0 17 15,0 0-13-15,0 0-3 0,0 0 2 0,0 0-6 0,0 0 1 0,-3 2-1 16,3-2 6-16,0 0-9 0,0 0-1 0,0 0 0 16,0 0 4-16,0 0-1 0,0 0-8 0,0 0 3 15,0 0-3-15,0 0 5 0,0 0-9 0,0 0 6 16,0 0-3-16,0 0 0 0,0 0 3 0,0 0 3 15,0 0-5-15,0 0 7 0,18-4-9 0,-7 3 5 16,6-1 3-16,1 0-2 0,4-1 6 0,9-1-10 0,-1 1 1 0,5-2 2 16,-1 2-3-16,1-1 2 0,-3 2 3 0,-3-1-9 15,-4 1-1-15,-5 0 6 0,-2-1-2 0,-4 3 2 16,-4-1 6-16,-2 0-9 0,-2 1 1 0,1 0 0 16,-2-1 0-16,-5 1-5 0,7-2-1 0,-7 2-11 15,9 0-30-15,-9 0-20 0,0 0-8 0,0 0-16 16,4 2-12-1,-4-2-19-15,0 0-34 0,0 0-40 0,-20 6-40 0,15-6-39 16,-1 2-249-16,6-2-564 0,-10-2 250 0</inkml:trace>
  <inkml:trace contextRef="#ctx0" brushRef="#br0" timeOffset="50715.25">11693 8715 185 0,'4'-3'316'0,"-4"3"-29"0,1-5-25 0,2 3-27 16,-3 2-28-16,0 0-22 0,2-3-21 0,-2 3-20 15,0 0-18-15,0 0-15 0,0 0-4 0,1 11-25 0,-1 0-7 16,0-4-7-16,-1 6-7 0,-1 2-3 0,-2 4-8 15,-4 6-6-15,3 3-4 0,-3-4 0 0,-1 1 2 16,3 1-10-16,-3-1-4 0,5-7-5 0,-2 1-2 16,0-2-2-16,0 0 3 0,4-2-4 0,-1-5-1 15,3 1 0-15,0-1-1 0,0-2-1 0,0-1 2 0,1-2 11 16,2 2 6-16,-2-2 9 0,5 0 1 0,4-1 1 16,-1-1-3-16,6-2 0 0,5 0-8 0,5-2 0 15,3-2-12-15,-9-1-19 0,1 0-19 0,1 2-29 16,-2-3-26-16,-5 2-25 0,0-1-28 0,1 0-33 15,-3-2-32-15,-1 1-8 0,-2-4-28 0,-1 3-173 16,-3 0-431-16,3-2 191 16</inkml:trace>
  <inkml:trace contextRef="#ctx0" brushRef="#br0" timeOffset="50862.39">11931 8975 178 0,'0'-7'106'0,"0"3"18"16,-3-6 19-16,3 5 14 0,-1-1 19 0,-2 0 16 16,3 4 13-16,0 2 3 0,-1-7 7 0,1 4-15 15,0 3-14-15,0 0-21 0,-3-6-16 0,3 6-18 16,0 0-20-16,0 0-12 0,0 0-13 0,0 0-4 15,-1 17-7-15,0-4-8 0,-3 4-2 0,0 11-6 0,0 2-6 0,-1 4-1 16,0 0-6-16,0 16 3 0,-4-3-6 0,0 2-5 16,5-2-69-16,-1-10-68 0,1-3-100 0,2-3-324 15,-1-3-564-15,-2-11 250 0</inkml:trace>
  <inkml:trace contextRef="#ctx0" brushRef="#br0" timeOffset="52002.92">12747 8014 30 0,'-9'1'185'0,"2"-1"-15"15,4 3-18-15,3-3-8 0,-8 4-11 0,4-2-19 16,1-1-12-16,3-1-11 0,-6 4-7 0,2 2-10 0,2-5-8 15,2-1-3-15,-1 4-7 0,1-4-1 0,0 0 10 16,-1 5 6 0,1-5 11-16,0 0 6 0,7 2 4 0,0-2-2 15,2-2-5-15,5-3-12 0,1-3-8 0,5 1-7 16,10-6-7-16,-1-1-3 0,2-2-3 0,3-2 1 16,11-4 4-16,-13 4-2 0,4-2 0 0,-8 1-3 15,3-4-3-15,-2 1 0 0,-3 0-5 0,-5 1 3 16,-2-1-5-16,-2 4-2 0,-8 2 3 0,0 2-2 15,-7 2 3-15,-2 0-2 0,-1 3-9 0,-3 4-3 0,-4 2-1 0,-3 3-6 16,-10 0-2-16,-9 4-5 0,-2 8 0 0,-5 1-7 16,-9 12 0-16,-4 1 3 0,6 4-5 0,1 1-1 15,4 2 1-15,11-6-3 0,-3 9 0 0,8-8 6 16,3 0-5-16,5 0 1 0,2 0 9 0,6-2 5 16,3-9 8-16,6 1 2 0,3 0 8 0,5-2 6 15,3-3 2-15,4 0 6 16,10-5 3-16,5 0-6 0,4-5-8 0,14-1-1 15,4-2-1-15,-16-2-4 0,0 1-2 0,-1-5 4 16,-4 2-10-16,-1-2-5 0,-3 4 1 0,-8-5 7 16,-4 2-29-16,-3 1-19 0,-4 0-26 0,-1-1-40 15,-4 0-48-15,0 1-45 0,-1-3-57 0,-4 2-257 16,0-5-540-16,-1 2 239 0</inkml:trace>
  <inkml:trace contextRef="#ctx0" brushRef="#br0" timeOffset="52599.42">13395 7120 216 0,'0'-5'220'0,"0"5"-18"0,0-5-19 0,0 5-20 16,1-4-23-16,-1 4-11 0,9-3-14 0,-5 3-11 15,-4 0-18-15,10 0-8 16,-2 3-10-16,1-2-7 0,0 2-6 0,1 2-9 15,0 1-2-15,-1 2-8 0,0 5 1 0,0 1-6 16,0 3-11-16,-4 0 4 0,-1 8-1 0,-4 0 3 16,-1 2-9-16,-4 2 3 0,-3-1 0 0,-7 0-2 15,-2 3-1-15,-5-3-4 0,3-2 1 0,-1 1 2 16,-1-6-4-16,2 1 7 0,6-7 3 0,-2-1 5 16,3-1-4-16,5-6 0 0,-2 0 2 0,5 0-2 0,-1-3 2 0,1 0 9 15,1-3 13-15,1 3 1 0,-1-1 2 0,3-3-6 16,0 0-4-16,0 0 1 0,18 3-4 0,0-6-8 15,5 0-16-15,5-2-36 0,2 0-42 0,3 2-50 16,0-2-60-16,-1-2-233 0,-3 1-442 0,-1-5 196 16</inkml:trace>
  <inkml:trace contextRef="#ctx0" brushRef="#br0" timeOffset="52998.95">13952 7071 165 0,'1'-5'323'0,"-1"0"-17"15,0 1-5-15,2 0-29 0,-2 4-26 0,0 0-25 16,1-3-26-16,-1 3-20 0,0 0-17 0,0 0-20 15,1-5-18-15,-1 5-18 0,0 0-16 0,0 0-14 0,0 0-11 0,0 0-12 16,0 0-6-16,0 0-5 0,-1 21-9 0,1-13-3 16,-3 9-4-16,1 3-3 0,-4 5 1 0,-1 2-2 15,1 0-2-15,-1 4-5 0,-2 1 0 0,3-3-2 16,-3 0 8-16,5 0-9 0,-2 0 1 0,1-5 0 16,1-4-2-16,3-1-1 0,-2-2 2 0,3-2-2 15,-1-1 0-15,1-6 2 16,-3 2-2-16,3-3 2 0,3 0 1 0,-6-1 1 15,3-1-4-15,0 1 13 0,0-6 24 0,3 4-4 16,-3-4 5-16,1 4 2 0,-1-4-4 0,0 0 4 16,9 1-5-16,1-1-4 0,3-5-14 0,5-2-42 15,1 3-48-15,7-6-69 0,2-1-88 0,1-3-101 16,3-4-173-16,-1 1-539 0,-2-1 239 0</inkml:trace>
  <inkml:trace contextRef="#ctx0" brushRef="#br0" timeOffset="53368.75">13793 7360 244 0,'0'0'308'16,"-6"1"-13"-16,6-1-5 0,-4 5-4 0,4-5-3 15,0 0-1-15,0 0 11 0,0 0-32 0,-5 1-22 0,5-1-22 16,0 0-21-16,0 0-17 0,0 0-19 0,28-7-17 16,4 0-11-16,23-3-58 0,9-2-88 0,28-6-104 15,-25 8-138-15,25-11-327 0,-30 4-631 0,-4-4 280 16</inkml:trace>
  <inkml:trace contextRef="#ctx0" brushRef="#br0" timeOffset="59710.47">14941 8107 28 0,'-8'1'186'15,"6"1"-4"-15,2-2-19 0,0 0-7 0,-10 0-4 0,10 0-12 0,0 0-5 16,-8 0-8-16,8 0-14 0,0 0-17 0,0 0-1 16,0 0-15-16,-8 0-5 0,8 0-7 0,0 0-9 15,0 0-5-15,0 0-7 0,0 0-5 0,0 0-2 16,0 0 0-16,0 0-7 0,-5 1-6 0,5-1 6 16,0 0 2-16,0 0-4 0,0 0-2 0,0 0 9 0,0 0-4 15,0 0 2 1,0 0 0-16,0 0 9 0,0 0-4 0,0 0-1 15,0 0 3-15,0 0-1 0,0 0-5 0,0 0-4 16,0 0-4-16,0 0-1 16,0 0-4-16,0 0 0 0,0 0-3 0,0 0-6 0,0 0 5 0,0 0-9 15,0 0 1-15,0 0 1 0,0 0-3 0,0 0 0 16,0 0-5-16,0 0 4 0,0 0-2 0,0 0 3 16,0 0 1-16,0 0-7 0,0 0 4 0,0 0 0 0,0 0 3 0,0 0 2 15,0 0 2-15,0 0-3 0,0 0 1 0,18 1-1 16,-18-1-1-16,0 0-1 0,14-1 0 0,-14 1-5 15,8-1 1-15,-8 1 3 0,9-2 3 0,-3 1-3 16,-6 1-4-16,9 0-1 0,-2 0-1 0,-7 0 1 16,9 0-2-16,-3 0 4 0,-6 0-5 0,0 0 4 15,8-3-3-15,-8 3 2 0,5-1-4 0,-5 1 1 0,0 0 0 0,0 0 1 16,0 0-1-16,0 0 2 0,7 1 0 0,-7-1 1 16,0 0 0-16,0 0 0 0,0 0-1 0,0 0-3 15,0 0 3-15,0 0-2 0,8 0 4 0,-8 0 0 16,0 0-6-16,0 0 3 0,0 0-2 0,0 0 0 15,0 0 2-15,0 0-1 0,0 0-2 0,8 0 5 16,-8 0 1-16,16-1-3 16,5-1 2-16,13 1-1 0,2-1-1 0,18-1-1 15,4 0 1-15,3-1-1 0,1 1 0 0,2 0 1 16,1 0-2-16,-3 2 8 0,-5-2-1 0,-5 3-8 16,-13 0-2-16,-5 0 3 0,1-1-1 0,-15 1-1 15,2-1 3-15,-9 2-1 0,-2-1 0 0,-2 0-2 16,-1 0-5-16,-3 0-4 0,3-1-8 0,-8 1-15 15,0 0-21-15,10 1-10 0,-10-1-26 0,0 0-52 0,0 0-69 0,-18 4-221 16,9-4-468-16,3 0 208 0</inkml:trace>
  <inkml:trace contextRef="#ctx0" brushRef="#br0" timeOffset="63721.21">17549 7207 73 0,'0'-5'179'0,"0"-4"-2"0,0 3-7 16,3-3 10-16,-2 2 1 0,-1-1-4 0,0-1 4 16,1 1-5-16,2 1-9 15,-2 0-4-15,3 0-2 0,-3 2-4 0,-1 0-5 16,3 0 8-16,-3 1-27 0,1 1-15 0,-1 3-11 16,0-7-14-16,0 7-15 0,1-3-18 0,2 0-23 15,-3 3-14-15,0 0-2 0,-3 13-3 0,2-1-2 16,0 5-4-16,-3 7-1 0,-1 5-5 0,1 3 1 15,-4 0 1-15,6 1 2 0,-1 1-2 0,-2 2-8 16,-4 8-27-16,5-8-23 0,1-2-30 0,-4 0-48 0,3 2-42 16,-3-2-61-16,-2-5-192 0,1-3-458 0,2-11 204 15</inkml:trace>
  <inkml:trace contextRef="#ctx0" brushRef="#br0" timeOffset="64285.02">17032 8041 88 0,'-5'1'207'0,"5"-1"-15"0,-11 2-15 16,11-2-8-16,-7 1-11 0,7-1-11 0,0 0-10 0,0 0-10 16,-7 1-15-16,7-1-6 0,0 0-9 0,0 0-10 15,0 0-12-15,-6 1-5 0,6-1-9 0,0 0-6 16,0 0-6-16,0 0-1 0,0 0-3 0,0 0-1 0,0 0-5 0,0 0 2 16,0 0-6-16,0 0-1 0,-8 0-9 0,8 0 3 15,0 0-6-15,0 0 0 0,0 0-3 0,0 0 0 16,0 0 0-16,0 0-2 0,0 0 2 15,0 0-1-15,0 0 2 0,0 0-2 0,0 0-2 0,0 0 0 16,0 0 1-16,0 0-2 0,0 0-3 0,0 0-1 16,0 0 1-1,0 0-1-15,0 0-1 0,0 0-5 0,0 0 4 16,0 0 4-16,0 0 6 0,0 0 8 0,0 0 5 16,39-3-4-16,-7-2 1 0,20-5-4 0,9 3-3 0,31-8-3 15,4-1-2-15,4 3 3 0,6-3 7 16,4 3 7-16,6-3 1 0,9 1 5 0,-1-1-3 15,5 3-1-15,-6-3 0 0,-8 1-4 0,-6 1 0 16,-14 2-5-16,-29 7 0 0,-5-1-5 0,-1-2 0 0,-8 2-5 0,-16 1 0 16,-4 3-1-16,-10-2-3 0,-3 3-4 0,-8-2-3 15,-2 1 3-15,0 1-6 0,0 0-15 0,-5-2-24 16,-3 1-28-16,-1 2-38 0,0 0-22 0,0 0-28 16,-34 2-33-16,14 1-47 0,-9-1-206 0,-1 3-473 15,-2 0 211-15</inkml:trace>
  <inkml:trace contextRef="#ctx0" brushRef="#br0" timeOffset="64654.59">17324 8435 160 0,'-1'-11'263'0,"2"-2"-2"0,-2 3-19 0,2 4-4 16,-1-3-23-16,-1 5-24 0,2 0-22 0,-1 0-22 15,0 0-15-15,0 4-28 0,0 0-16 0,0 0-9 16,0 0-15-16,-1 12-3 0,-3 1-4 0,1 5-7 0,-3 8-4 15,1 3-6-15,0 0-1 0,-3 3-5 0,2 0-6 16,-2 0 3-16,3 2-4 0,-1-3-6 16,3-1 0-16,-3-1-3 15,0-3 3-15,4-6-3 0,-3-1 0 0,4-4-2 16,-2-1-10-16,2-5-11 0,0 2-11 0,-1-4-12 16,2-1-15-16,-1 0-6 0,0-1-8 0,0-2-42 15,1-3-60-15,0 0-51 0,0 0-164 0,-12-13-404 16,11 3 179-16</inkml:trace>
  <inkml:trace contextRef="#ctx0" brushRef="#br0" timeOffset="65024.36">17199 8331 70 0,'0'-7'288'0,"-1"1"-5"0,-2 1-37 0,2 0-24 15,1 0-27-15,0 5-22 0,1-4-12 0,-1 4-22 16,9 0-13-16,0 2-15 0,3 0-11 0,7 5-7 0,6 5-8 0,6 3-4 15,-3-1-6-15,3 6-9 0,-3 1-3 0,-1 2-8 16,-1 3-7-16,-5-2 0 0,-1 8-2 0,-3-4 2 16,-3 0-7-16,-4 3-1 0,-3-2-6 15,-6 0 2-15,-1 0-1 0,-5 2 0 0,-4-6-1 0,-6 1 2 16,-5-1-1-16,-2-2 0 0,-3 0-6 0,-3-3 2 16,0-1-2-1,0-2-1-15,1-1 4 0,-2-3 2 0,4-2 0 16,1 1-8-16,7-4 0 0,1-1 0 0,3-1-4 0,2-1 0 15,-1 1-2-15,7-5-5 0,-4 0 0 0,7 1 0 16,-2 0 11-16,4-2 7 0,-8 3 0 16,4-1-1-16,4-2-1 0,0 0-4 0,-5 3-4 15,5-3 1-15,0 0-10 0,0 0-12 0,0 0-13 0,13-8-23 16,-8 6-31-16,5-1-29 0,-4 2-37 0,1-5-52 0,5-1-62 16,-4 0-267-16,1-2-554 0,-1-1 245 0</inkml:trace>
  <inkml:trace contextRef="#ctx0" brushRef="#br0" timeOffset="65425.43">17687 8151 19 0,'5'-3'269'0,"-2"-1"-21"0,1 0-21 0,2 3-20 16,4-3-15-16,-5 2-16 0,4-1-18 0,3 3-15 15,-1-1-9-15,2 2-15 0,-3 0-11 0,3 1-7 0,0 4-9 16,0-4-11-1,-4 6-7-15,0 0-9 0,-2 0-3 0,-2 5-5 16,-1-1 0-16,-2 4-11 0,-2-1-3 0,-6 2 0 16,1-1-5-16,-5 2 0 0,1-1-6 0,-2-5-1 15,-2 2-3-15,4-4 0 0,1 0-4 0,3-1-4 16,-4-4 1-16,5 2-1 0,3-2-3 0,-3-2 0 16,0 1-3-16,3-2-3 0,1-2 4 0,9 5 1 15,1-5-11-15,12 0-20 0,6-4-28 0,5 2-51 0,3-3-53 0,2-1-49 16,-2 2-238-16,0-3-470 0,-1 2 208 0</inkml:trace>
  <inkml:trace contextRef="#ctx0" brushRef="#br0" timeOffset="66142.89">18192 8615 47 0,'-4'0'231'0,"-1"3"-22"16,5-3-14-16,-6 0-17 0,6 0-18 0,-3 2-12 15,-1 1-18-15,4-3-13 0,0 0-12 0,-5 4-7 16,5-4-8-16,0 0 0 0,0 0-10 0,0 0-5 0,0 0 7 0,0 0-4 16,0 0 4-16,0 0 2 0,0 0 5 0,0 0-2 15,0 0-3-15,0 0-2 0,0 0-6 0,0 0-3 16,0 0-9-16,0 0-7 0,0 0-6 0,0 0-4 16,0 0-5-16,0 0-5 0,0 0-3 0,0 0-5 15,0 0 0-15,0 0-7 0,0 0 10 0,0 0-10 16,0 0-3-16,0 0-5 15,0 0 5-15,0 0 4 0,0 0 0 16,0 0-1-16,0 0 5 0,0 0 2 0,0 0-3 0,0 0 4 16,0 0-3-16,0 0 0 0,0 0 4 0,0 0-11 15,0 0 0-15,0 0-1 0,0 0-2 0,0 0 0 16,0 0-1-16,0 0-7 0,0 0 2 16,0 0 0-16,0 0-1 0,0 0-5 0,0 0 0 0,0 0 0 15,0 0-2-15,0 0 3 0,0 0 0 0,0 0-5 0,0 0 4 16,0 0-7-16,0 0 9 0,0 0 0 0,0 0 2 15,0 0-8-15,0 0 4 0,-2 1 2 0,2-1-5 0,0 0 5 16,0 0 3-16,0 0 2 0,0 0 2 0,0 0-8 16,0 0 5-16,0 0-7 0,0 0 3 0,0 0-2 15,0 0-4-15,0 0 2 0,0 0 12 16,0 0-15-16,0 0 4 0,25-4-4 0,-6 3 4 0,8-2 0 0,2 1-4 0,6-1 0 16,1-2 6-16,2 1 1 0,-2 4-7 15,6-5-1-15,-7 3 7 0,-2 0-7 0,-1-1 3 16,-3 3 0-16,-8-1-3 0,-2 1 1 0,-7 1 0 15,0-2 1-15,-4 1 0 0,-1 0 3 0,-7 0-3 0,12-1 1 16,-8 1-8-16,-4 0-6 0,0 0-11 0,9 0-10 16,-9 0-11-1,0 0-14-15,0 0-22 0,0 0-25 0,0 0-30 16,-17 4-34-16,8-3-30 0,9-1-22 0,-14 0-250 16,5 0-511-16,1-1 226 0</inkml:trace>
  <inkml:trace contextRef="#ctx0" brushRef="#br0" timeOffset="66497.09">18968 8323 253 0,'2'-5'339'0,"1"2"-19"15,-2-1-29-15,2 1-23 0,-3 3-32 0,3-2-23 16,-3 2-23-16,3-3-25 0,-3 3-16 0,0 0-20 16,0 0-16-16,0 0-18 0,0 0-10 0,3 12-12 15,-5-2-7-15,1 0-8 0,-2 8 0 0,-4 2-6 16,0 4-7-16,-5 5-2 0,1-2-7 0,-2 2 1 16,0 0-6-16,0 0-4 0,0-4-1 0,4 1 1 15,1-8-6-15,2 1-7 0,-2-2 3 0,6-5-5 0,-1-1 4 0,-1-1-7 16,3-3 2-16,1 3 5 0,0-3 4 0,0-2 5 15,1 1 4-15,3 0 12 0,0-1-10 0,6-2-3 16,2 1 7-16,2-3-13 0,6 1-10 0,2-2-21 16,0-2-30-16,-1 1-38 0,1-3-45 0,1 1-45 15,3-4-62-15,-7 1-55 0,-1-2-193 0,-3 0-515 16,2-2 228-16</inkml:trace>
  <inkml:trace contextRef="#ctx0" brushRef="#br0" timeOffset="66669.8">19189 8497 129 0,'1'-2'318'0,"-1"2"-23"0,1-8-24 16,-1 6-33-16,0 2-25 0,0 0-25 15,0 0-21-15,-4 12-16 0,1-1-10 0,-4 7-15 0,-4 8-9 16,-1 4-9-16,1 2-11 0,-3 13-5 0,2 1-14 0,6-11-6 16,-4 10-2-16,3-10-7 15,7 2-18-15,-4-2-42 0,2 0-68 0,-2-1-109 16,-4-7-284-16,3-2-495 0,0-11 220 0</inkml:trace>
  <inkml:trace contextRef="#ctx0" brushRef="#br0" timeOffset="68348.19">20026 7732 116 0,'0'0'162'0,"-9"-3"-10"0,9 3-5 0,-8-1-15 15,8 1-8-15,-9 0-16 0,9 0-10 16,-5 1-11-16,5-1-8 0,0 0-1 0,-9 3-16 16,9-3-12-16,0 0-5 0,-4 1-2 0,4-1 1 0,0 0-4 15,0 0-5-15,0 0 0 0,-5 2-1 0,5-2 3 0,0 0-7 16,0 0-3-16,0 0 3 0,19-8-15 0,-8 3 7 16,1 1-2-16,5-6-1 0,7-4 3 0,-1 0-9 15,0 1 1-15,0-3-3 0,4 0 3 0,0-1 3 16,0 2-1-16,2-3 5 0,-2 3-2 0,-3-2 3 15,1 0 1-15,-4 0 5 0,-7 2 6 0,3 1-4 16,-4 2 14-16,-6 2 0 16,1 0 9-16,-3 1-4 0,-2 4-1 0,-1-3 0 15,-2 1-3-15,0 2-6 0,-5 1-8 0,0-1-3 16,-8 5 1-16,-2 0-7 0,-7 5-5 0,-10 4 0 16,-1 3-3-16,0 5 0 0,-8 7-6 0,-4 1 1 15,14-1-2-15,-6 10 0 0,3 0 1 0,12-8-5 16,2 5 5-16,3-5-2 0,7 4-3 0,4 0 3 15,6-1 2-15,10-3 2 0,6-2 1 0,10-2 1 0,6-4-8 0,24 0-35 16,3-7-51-16,33-7-99 0,-35-8-239 0,34-7-453 16,-30 2 202-16</inkml:trace>
  <inkml:trace contextRef="#ctx0" brushRef="#br0" timeOffset="70083.67">20436 7263 193 0,'0'0'193'0,"0"0"-27"0,0 0-22 0,0 0-12 15,0 0-12-15,-13 24-10 0,-2 0-5 0,-2 5-4 16,-11 16-9-16,-3 6-2 0,-1 2-10 0,-12 21 0 16,1 1-7-16,13-23-6 0,0 3-2 0,-9 18-6 15,14-23 1-15,1-4-1 0,3-2-5 0,1-2 0 16,6-10-2-16,1-3-6 0,0-2-1 0,1-2-5 16,3-2-3-16,0-8-2 0,4-2-5 0,0-3-3 0,1-3 2 0,0 1-1 15,0-2-2-15,4-2 0 0,-1 1 9 0,-4-2-5 16,5-3-1-16,-4 1-37 0,4-1-30 0,0 0-25 15,-9-7-30-15,5 2-20 0,3-4-39 0,-2-1-59 16,2-3-112-16,1-3-349 0,0-1 154 0</inkml:trace>
  <inkml:trace contextRef="#ctx0" brushRef="#br0" timeOffset="70368.78">20041 7456 180 0,'1'-7'310'0,"1"0"-29"0,0 1-31 0,0 2-32 16,-1 0-16-16,2 3-31 0,-3 1-18 0,13 8-17 0,-1 3-16 0,3 4 5 15,9 9-22-15,-2 5-4 0,10 14-5 16,4 3-7-16,-3 3 5 0,-2-1-16 0,-1-2-7 16,2 3-6-16,0-4-7 0,-1 0-2 0,-3-5-6 0,-1 0-7 15,-8-11 2-15,-1-1 5 0,-1-5-17 0,-3-2 0 16,-3-6-14-16,-1-1-3 0,-6-7-5 0,1 2 0 15,0-3 1-15,-1-3 2 0,-2 2 1 0,0-4 3 0,-1 2-6 0,-1-3-18 16,0 0-25-16,0 0-27 0,0 0-15 0,-6-14-25 16,2 10-28-16,2-3-20 0,0 0-21 15,0 0-46-15,-1-4-178 0,3 1-425 0,0-2 188 16</inkml:trace>
  <inkml:trace contextRef="#ctx0" brushRef="#br0" timeOffset="76236.53">20432 7389 102 0,'-10'0'123'0,"-3"0"-4"0,3 1-10 16,-7 5-9-16,-2 4-12 0,-7 1-5 0,2 5-9 15,1 3-10-15,-1 3-1 0,1 1-9 0,2 1 0 0,2 3-3 0,3-1 4 16,-1 0-3-16,7 2-2 0,-2-4-8 0,2 1 5 15,5-8-4-15,2 1-6 0,2-1 5 0,-1-2-7 16,4-3-2-16,-2-1 4 0,4 0 1 0,1-4 2 0,4 1 7 16,0-5 4-16,1 0 8 0,4-3-2 15,4-4 5-15,0-2-4 0,1-2-3 0,-1-5 2 16,5-2-1-16,-3-1 4 0,-1-3-1 0,-2-3 2 0,1 3-5 0,-4-4-5 16,-1 1-5-16,1-2-8 0,-5-2-7 0,-1 9 2 15,-1-4-1-15,-3 1-1 0,-4 3-1 0,0 0-4 16,0 6-6-16,-2 0 0 0,-3 1-9 0,-2 4-3 15,1 3 1-15,-6-2-6 0,-6 3 0 0,-2 6-2 16,-1 0-4-16,-5 7 2 0,-4 3-1 0,3 3 2 16,-2 5 0-16,1 0 0 15,1 0 1-15,-5 16 5 0,13-11-7 0,-3 2 0 16,8 0 0-16,0 0-5 0,2-2-3 0,5 0-1 16,4-1-3-16,3-1 0 0,4-7-3 0,2 1 1 15,1-6 2-15,2-1 4 0,1-4-2 0,7-2 5 16,2-2 1-16,0-2 5 0,3-3 3 0,-3-5 0 15,3 1 8-15,2-8-4 0,-5 2 2 0,-2-1 0 16,-1-2 3-16,1-7-3 0,2 2-1 0,-5-3-2 0,0-2 1 0,-5 4-3 16,-4 2 4-16,-1-2 2 0,1 3 0 0,-5 0 2 15,0 6 3-15,0-1-6 16,-6 3 2-16,2 1-5 0,0 5-1 0,-5 0-5 0,-6 3-2 0,2 0 2 16,-8 6-2-16,-2 9-1 0,-3 0 4 0,0 2-2 15,2 5 1-15,1-1 2 0,2 0-2 16,2 4-1-16,2 0-2 15,2 0 3-15,4 1-3 0,5-2-9 0,1 1-1 0,3-6 0 16,4-1-2-16,0 0 1 0,5-2 0 0,1-1-1 16,0-5 3-16,1-1 0 0,2-2 3 0,6 0-1 15,1-4 5-15,0-1 0 0,1-5 3 0,0 1-2 16,-2-5 8-16,2-2-1 0,-4-2 3 0,1 1-1 16,-2-3-1-16,1-1 0 0,-5 0-3 0,1 1 1 0,-3 2 3 15,0 1 5-15,-3 2 6 0,-1 1-1 0,0-1-3 0,-3 4-4 16,4-1-3-16,-3 4-8 0,-2 1 2 15,0 0-3-15,0 0-2 0,0 0 0 0,-16 11 3 16,9-1 1-16,0-1 0 0,-4 5-2 0,3 1 4 0,4-1-4 16,-1 1-2-16,2 1-4 0,1-4 1 0,-2 0 3 15,4-1-5-15,0 4 1 0,5-6 3 0,-2 1 2 16,1 0-1-16,1-5 1 0,-1-1-1 0,1-1 1 0,1-1 10 16,-1-2 5-16,-5 0-1 0,14-5 2 0,-6-2 2 0,-2-1-2 15,-1-1 0-15,2-3-2 0,-6 0-2 16,0-5-1-16,2 1-1 0,-6 0-3 0,2 1-3 15,-3 2-4-15,-1 2-7 0,-1 2-7 0,-2 0-8 16,-1 4-11-16,0-2-10 0,-5 3-5 0,5 2-12 0,-5 2-16 16,3 1-29-1,-1 0-17-15,1 2-37 0,-1-2-166 0,1 3-356 16,0-1 159-16</inkml:trace>
  <inkml:trace contextRef="#ctx0" brushRef="#br0" timeOffset="77116.38">21126 7654 62 0,'0'0'111'0,"-3"3"-11"16,3-3-11-16,0 0-6 0,-5 3-8 16,5-3-5-16,-2 2 2 0,2-2-18 0,0 0 1 15,0 0 0-15,-4 2-1 0,4-2 3 0,0 0 1 0,0 0 3 16,0 0 4-16,0 0 4 0,0 0 7 0,0 0-2 15,0 0-2-15,0 0 0 0,0 0 3 0,24-7-4 16,-11 2-3-16,4-2-7 0,2-3-2 0,6-3-4 0,-2-1 4 0,4 0-5 16,1-2 1-16,0-4-2 0,-1 2-2 15,0-1-9-15,0 0-4 0,-2-2 7 0,-3 1-3 16,1 1 3-16,-1 0 1 0,-9 3 6 0,-1 0-1 0,0 2-1 16,-3-1 4-16,-3 5 7 0,-2 0-5 0,-1 0-3 15,-3 1-2-15,-3-1-8 0,-2 4-4 0,-1 2-9 16,-3 0-2-1,-4 4-5-15,-6 0 4 0,-2 1-13 0,-8 5-2 16,-4 5-2-16,1 4-1 0,1 2-2 0,-2 3-2 0,-8 7-2 16,11-3-1-16,4-2 1 0,0 3 1 15,9 3 5-15,0-2-10 0,4 5 3 0,5-5 0 16,7 2-1-16,2-9 3 0,9 6-3 0,3-3 0 16,6-1 6-16,3-4-1 0,6-2 0 0,0 0 0 0,7-6 1 15,2-1 0-15,-2-2-2 0,1-2 0 0,1 0 1 0,-1-2 9 16,-6 0-12-16,-2 1 1 0,-10-3 0 0,-6 0 0 15,0 0-2-15,-2 0 3 0,-4 0 2 0,2 0-2 16,-3 0-2-16,-5 0-13 0,8 0-8 0,-8 0-23 16,1-4-37-16,-1 4-47 0,0 0-45 0,-14-9-37 15,8 7-222-15,-3-3-463 0,1 0 206 0</inkml:trace>
  <inkml:trace contextRef="#ctx0" brushRef="#br0" timeOffset="77787.07">22015 6917 85 0,'-1'-2'206'15,"1"2"-11"-15,0 0-12 0,-1-8-16 0,1 8-10 0,-3-3-19 0,3 3-14 16,0 0-14-16,-6-1-11 0,6 1-11 0,0 0-10 15,-17 4-8-15,11-1-6 0,-3 2-13 0,-3 1-5 16,2 0 1-16,-3 5-10 0,1 0-5 0,0 0-9 16,-2-1 1-16,2 4-2 0,2 1-2 0,0-1-5 15,2-2 0-15,3 1-2 0,0 1 0 0,1 0 0 16,2-2-5-16,-1 3 0 16,6-2 0-16,-1-2 1 0,-2-1 5 0,4-1 16 15,-1-1 8-15,1-3 12 0,3 1 12 0,2 0 12 16,-4-4 11-16,4 0 7 0,0-2 0 0,5-2 6 15,-5 0 0-15,0-3-6 0,4-2-1 0,-3 0-4 16,-1-1-1-16,0-3-12 0,0-2-10 0,-1-3-4 16,-3 0-7-16,1 0-6 0,-2-3-14 0,-2 4-5 15,-2 0-13-15,-2-2-10 0,-1 7-12 0,-2-2-6 0,2 1-5 0,-4 1-11 16,-2 1-13-16,1 4-11 0,-3 0-12 0,1 0-16 16,-1 4-23-16,-1 0-18 0,0 1-16 0,2 1-26 15,1 3-11-15,1 0-37 0,3-1-191 0,1 1-435 16,3-2 193-16</inkml:trace>
  <inkml:trace contextRef="#ctx0" brushRef="#br0" timeOffset="78172.42">22368 6747 79 0,'4'-7'337'16,"-2"2"-19"-16,1 0-17 0,-1 0-13 0,1 2-37 16,-3-1-26-16,4 1-25 0,-4 3-25 0,4-2-17 0,-4 2-18 15,2-3-23-15,-2 3-16 0,0 0-38 0,0 0-9 16,0 0-5-16,0 10-2 0,-1 0-14 16,-2 0-2-16,-3 9-5 0,0-1-2 0,-5 12-1 15,1-1-3-15,0 1-3 0,1 2 0 0,-1-1-1 0,-2 3-4 0,3-2-1 16,-1-3-3-16,2 1 2 0,3-1 2 0,0-4-2 15,-3 1 0-15,4-8-2 0,2-2-2 0,-2-3 1 16,3-4 0-16,-1 3 2 0,0-7 6 0,2 3-9 16,0-2 0-16,0-3 7 0,0 2 10 0,0 1 10 15,0-6 9-15,0 5 4 0,0-4 3 0,0-1 0 16,0 0-6-16,9 3 13 16,-9-3-20-16,19-5-5 0,-1-1-8 0,0-3-30 15,9-1-34-15,1-4-44 0,0-1-61 0,2-2-65 16,1-1-69-16,0 0-208 0,-1-1-526 0,0-1 232 15</inkml:trace>
  <inkml:trace contextRef="#ctx0" brushRef="#br0" timeOffset="78604.75">22222 6933 83 0,'0'0'266'0,"0"0"-10"15,0 0-18-15,-1 3-9 0,1-3-15 0,0 0-14 0,0 0-6 16,0 0-13-16,0 0-10 0,0 0-13 0,0 4-10 15,0-4-11-15,0 0-16 0,0 0-6 0,0 0-14 0,24-2-7 16,6 0-16-16,23-2-46 0,10-7-72 16,28-3-89-16,-25 5-134 0,-1-4-168 0,-3 0-467 15,-5-6 207-15</inkml:trace>
  <inkml:trace contextRef="#ctx0" brushRef="#br0" timeOffset="119074.29">9885 7048 42 0,'0'0'101'0,"0"0"-10"16,0 0-3-16,0 0-8 0,0 0-7 0,0 0-2 15,0 0-21-15,0 0 5 0,0 0-11 0,0 0 0 0,0 0-8 16,0 0-9-16,0 0-4 0,0 0-3 0,0 0 5 15,0 0-10-15,0 0 2 0,0 0-9 0,0 0 2 16,0 0-13-16,0 0 5 0,0 0-1 0,0 0-4 0,0 0 6 16,0 0 2-16,0 0 1 0,0 0 3 0,0 0-2 15,0 0 7-15,0 0 8 0,0 0-6 0,0 0 10 16,0 0 7-16,0 0 0 0,0 0-12 0,0 0 4 16,0 0 4-16,0 0-2 0,0 0 4 0,0 0-1 15,0 0-3-15,0 0-10 0,0 0 2 0,0 0-6 16,0 0 11-16,0 0-10 15,0 0-3-15,0 0 3 0,0 0 5 0,0 0 1 16,0 0-2-16,0 0 4 0,0 0-2 0,0 0 2 16,0 0-8-16,0 0 3 0,0 0-3 0,0 0-11 15,-12 2 14-15,12-2 0 0,0 0 3 0,0 0-1 16,0 0 0-16,0 0 1 0,0 0 0 0,0 0-3 16,0 0 0-16,0 0 0 0,0 0-8 0,0 0 5 15,0 0 1-15,0 0-7 0,0 0-1 0,0 0 4 0,0 0-5 16,0 0-6-16,0 0-2 0,0 0 1 0,-2 3-2 0,-3 1-7 15,-3 5 7-15,-6 4-3 0,-5 11 2 0,-3 5 2 16,-11 12-4-16,-7 8 1 0,-12 25-2 0,-1 1 8 16,6 6-9-16,1 3 11 0,1 2 11 0,3 0-3 15,4 6-10-15,3-2 11 0,2-2-2 0,5-1-4 16,5-3 2-16,1 10 3 16,8 3 3-16,2 2-1 0,8-2-2 0,12-5 1 15,8-1-1-15,4-8 1 0,7-5-1 16,5 6-1-16,4-7 0 0,4 1 1 0,8-5 1 0,-12-21-2 15,16 18 1-15,-13-21 0 0,15 16-1 0,-16-21-2 16,0-2-3-16,3-4-1 0,-3 0-5 0,1-4-1 16,-11-7 2-16,-3-6-4 0,2 1 2 0,-2-2-1 15,-1-2 1-15,-8-5 0 0,-3-1 1 0,-3-2 0 0,-1-3-6 0,0 1 0 16,-5-3 4-16,2-1 2 0,-2 1-7 16,0-1 9-16,-2-1 1 0,2 0 0 0,-2 0 3 15,0-1 0-15,-2-2 2 0,4 4 1 0,-4-4-8 16,3 3 6-16,-3-3-3 0,2 2 0 0,-2-2-21 0,0 0-26 15,0 0-47-15,5 2-42 0,-5-2-157 0,0 0-312 16,17-9 139 0</inkml:trace>
  <inkml:trace contextRef="#ctx0" brushRef="#br0" timeOffset="120477.83">23647 6392 59 0,'-1'-3'91'0,"-2"0"3"0,3 3 10 0,-4-4-5 0,3-1 0 15,-2 2 5-15,3 3-10 0,-1-4-11 0,1 4-2 16,-5-4 0-16,5 4-9 0,-1-4-2 0,1 4-8 15,0 0-6-15,-3-4-6 0,3 4-4 0,0 0-8 0,0 0-5 16,0 0-6-16,0 0-13 0,0 0-17 0,0 0 4 0,0 0-13 16,0 0 9-16,3 16-1 0,-2-4 4 0,8 7-2 15,0 7-2-15,0 4-4 0,6 4 2 16,8 13 5-16,2 6-4 0,3 2 5 0,15 25 0 16,2 1 5-16,-2-2-7 0,-4 3 9 0,-1 3 4 0,-2-4 2 15,-3 2 2 1,-1-5 4-16,-4 0-11 0,-14-19 0 0,4 25 9 15,-5-1 9-15,-7-23-4 0,-2 26-8 0,-4-4-2 16,-8-22 2-16,-7 28-2 0,-3-9-4 0,-9-1 6 0,-5 2-2 16,-5-6 1-16,8-19-10 0,-14 20 6 0,-5-3-1 15,16-21-1-15,-18 20 5 0,15-21-6 16,-4-4 7-16,-2-3-4 0,2 1 5 0,-1-5-9 16,-5-4 4-16,7-5-4 0,10-8 0 0,1-1 2 0,2-1 0 0,-1-3-2 15,4 0 3-15,3-7 3 0,4 1-2 0,-1-1 5 16,6-3-1-16,0-2 0 0,4-2 1 0,1 1-7 15,-1 1 2-15,1-4-1 0,1 3-2 0,1-2 2 0,-1 1-1 16,4-3 2-16,-4 5 0 0,3-4-9 0,1-1-3 16,-4 4-23-16,4 0-46 0,-1 0-68 15,-2-3-141-15,3-1-305 0,0 0 134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7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09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95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02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75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0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68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677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7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8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3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94245-BBB4-4B54-93C9-98CD054DF37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6A1D0-3DB6-4889-A5A1-F4691AD8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5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customXml" Target="../ink/ink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95080" y="478800"/>
              <a:ext cx="10182960" cy="2360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720" y="469440"/>
                <a:ext cx="10201680" cy="23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225800" y="3300120"/>
              <a:ext cx="10307160" cy="22233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6440" y="3290760"/>
                <a:ext cx="10325880" cy="224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556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48960" y="532800"/>
              <a:ext cx="9155160" cy="5432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9600" y="523440"/>
                <a:ext cx="9173880" cy="545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8921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7F4D-FF0D-3EC6-3228-44CBBA048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2BCA5-C077-ECBE-5FBA-425DC9534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4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0012B-80F2-E239-5318-AF3DA60B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9E2E6-2AAF-02CF-72C1-E0B2B3536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31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D59F-A120-3AC5-D34D-835866E5B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D987D-C8F5-7724-F416-242C0E2BB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69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A4DB-4EB0-652D-D7CC-1A52DD9C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753F6-7AEA-62E3-AA06-058634497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8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CE0E-5E5F-C0B5-0B74-9280C9857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7A2BE-77E3-FC67-D606-80F58FBE8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B5E7-3705-F4A4-4E0E-A916BDA0E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754DC-5F48-9005-B0E6-5E3B6D19A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72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DE4F7-EBB9-C787-473D-58C76E2F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46D18-4603-20DF-A295-A397D6357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592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6DF48-D10E-858E-802C-578D91E5F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7235-64FF-35F0-975D-075ACDDFF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28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A57E2-9F44-2CA4-1817-614791AA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9AD64-32B1-7D7F-BF6D-16B48BB90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12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178F-2FC3-C061-0E6E-DFCB2551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8C6F4-CDCF-C009-294E-F2D016341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41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5D42-4D4C-F26B-350A-F28DB4FD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A6D5E-D82C-4650-6F79-C3AC2C5BC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24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3A62B-6BEF-D17D-4C59-E0AEBF6EC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9166A-C6E8-9240-66D2-2BF168271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29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9A69-2501-9D72-F53A-AFB4EC13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35DBF-6E0B-0B29-9DC8-3C28D4B6A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51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4718-A7E3-2A74-9370-7911DE54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60D0-B677-7289-B793-1DBC76E31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70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8E296-6785-1300-8AF4-1DFD19530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9C5DE-23F2-6068-7F43-1AA5F0818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7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93C98-9393-63F1-0A80-1D0660191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5F5DB-E76E-2564-26FE-AE5BB3719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30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44960" y="566640"/>
              <a:ext cx="6951600" cy="5122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5600" y="557280"/>
                <a:ext cx="6970320" cy="514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7488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63800" y="818640"/>
              <a:ext cx="5606640" cy="4874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4440" y="809280"/>
                <a:ext cx="5625360" cy="489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0311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46720" y="766080"/>
              <a:ext cx="10188000" cy="4183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7360" y="756720"/>
                <a:ext cx="10206720" cy="420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2836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11840" y="542160"/>
              <a:ext cx="9498240" cy="5531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2480" y="532800"/>
                <a:ext cx="9516960" cy="55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4180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13120" y="513720"/>
              <a:ext cx="10915560" cy="4048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3760" y="504360"/>
                <a:ext cx="10934280" cy="40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558440" y="5198400"/>
              <a:ext cx="5599800" cy="3632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49080" y="5189040"/>
                <a:ext cx="5618520" cy="38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1180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98480" y="462600"/>
              <a:ext cx="9376560" cy="6042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9120" y="453240"/>
                <a:ext cx="9395280" cy="606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8476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14280" y="542880"/>
              <a:ext cx="10384560" cy="5834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4920" y="533520"/>
                <a:ext cx="10403280" cy="585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0501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401120" y="585720"/>
              <a:ext cx="7990560" cy="973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1760" y="576360"/>
                <a:ext cx="8009280" cy="9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809827" y="1823040"/>
              <a:ext cx="10743480" cy="45356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467" y="1813680"/>
                <a:ext cx="10762200" cy="455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3228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63000" y="558720"/>
              <a:ext cx="10598400" cy="5025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3640" y="549360"/>
                <a:ext cx="10617120" cy="504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0184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33920" y="443160"/>
              <a:ext cx="10564920" cy="5672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4560" y="433800"/>
                <a:ext cx="10583640" cy="569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6199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54240" y="823680"/>
              <a:ext cx="7436160" cy="2712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4880" y="814320"/>
                <a:ext cx="7454880" cy="27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4798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9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63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883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05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06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791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1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09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95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955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225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6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284549-3b77-42f0-9bd8-21963f31e472">
      <Terms xmlns="http://schemas.microsoft.com/office/infopath/2007/PartnerControls"/>
    </lcf76f155ced4ddcb4097134ff3c332f>
    <TaxCatchAll xmlns="96e9f518-c301-41c8-a9ae-26c5061bc2d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560C3516471F44810DD24F0C42148E" ma:contentTypeVersion="11" ma:contentTypeDescription="Create a new document." ma:contentTypeScope="" ma:versionID="a8e7aab3381df189fe4e247d562d02a3">
  <xsd:schema xmlns:xsd="http://www.w3.org/2001/XMLSchema" xmlns:xs="http://www.w3.org/2001/XMLSchema" xmlns:p="http://schemas.microsoft.com/office/2006/metadata/properties" xmlns:ns2="b4284549-3b77-42f0-9bd8-21963f31e472" xmlns:ns3="96e9f518-c301-41c8-a9ae-26c5061bc2d5" targetNamespace="http://schemas.microsoft.com/office/2006/metadata/properties" ma:root="true" ma:fieldsID="893f4986d678e99243d564b991aab52b" ns2:_="" ns3:_="">
    <xsd:import namespace="b4284549-3b77-42f0-9bd8-21963f31e472"/>
    <xsd:import namespace="96e9f518-c301-41c8-a9ae-26c5061bc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84549-3b77-42f0-9bd8-21963f31e4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1fbd3b0-4808-4b13-b9b2-3f13c0616f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9f518-c301-41c8-a9ae-26c5061bc2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7b87279-130b-4b80-93b2-bcb79ced8e85}" ma:internalName="TaxCatchAll" ma:showField="CatchAllData" ma:web="96e9f518-c301-41c8-a9ae-26c5061bc2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2B97F9-B643-43E5-B1BF-360B11F5DB8C}">
  <ds:schemaRefs>
    <ds:schemaRef ds:uri="96e9f518-c301-41c8-a9ae-26c5061bc2d5"/>
    <ds:schemaRef ds:uri="b4284549-3b77-42f0-9bd8-21963f31e47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F325B7-AFEB-4E05-BD12-2391812F43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BF3958-59D5-4675-BC5A-82AF9D4BFE52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pritha</dc:creator>
  <cp:revision>18</cp:revision>
  <dcterms:created xsi:type="dcterms:W3CDTF">2022-04-27T04:05:29Z</dcterms:created>
  <dcterms:modified xsi:type="dcterms:W3CDTF">2023-05-22T15:00:55Z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0x01010099560C3516471F44810DD24F0C42148E</vt:lpwstr>
  </property>
  <property fmtid="{D5CDD505-2E9C-101B-9397-08002B2CF9AE}" pid="3" name="MediaServiceImageTags">
    <vt:lpwstr/>
  </property>
</Properties>
</file>