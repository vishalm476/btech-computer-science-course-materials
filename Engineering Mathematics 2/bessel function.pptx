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059E5-1521-4FAB-A834-EDD3E3BC2612}" v="4" dt="2022-05-23T06:20:20.459"/>
    <p1510:client id="{7DF3B20B-D4D6-4846-81FB-61A888F89F27}" v="62" dt="2022-07-16T07:28:09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ET KUMAR(BTECH10393.21@bitmesra.ac.in)" userId="S::btech10393.21@bitmesra.ac.in::2d72962e-ecf0-452d-b0c6-3717551e0571" providerId="AD" clId="Web-{7DF3B20B-D4D6-4846-81FB-61A888F89F27}"/>
    <pc:docChg chg="modSld">
      <pc:chgData name="NIKET KUMAR(BTECH10393.21@bitmesra.ac.in)" userId="S::btech10393.21@bitmesra.ac.in::2d72962e-ecf0-452d-b0c6-3717551e0571" providerId="AD" clId="Web-{7DF3B20B-D4D6-4846-81FB-61A888F89F27}" dt="2022-07-16T07:28:09.642" v="61"/>
      <pc:docMkLst>
        <pc:docMk/>
      </pc:docMkLst>
      <pc:sldChg chg="delSp">
        <pc:chgData name="NIKET KUMAR(BTECH10393.21@bitmesra.ac.in)" userId="S::btech10393.21@bitmesra.ac.in::2d72962e-ecf0-452d-b0c6-3717551e0571" providerId="AD" clId="Web-{7DF3B20B-D4D6-4846-81FB-61A888F89F27}" dt="2022-07-16T06:16:29.960" v="2"/>
        <pc:sldMkLst>
          <pc:docMk/>
          <pc:sldMk cId="1016353691" sldId="258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16:29.960" v="2"/>
          <ac:spMkLst>
            <pc:docMk/>
            <pc:sldMk cId="1016353691" sldId="258"/>
            <ac:spMk id="2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16:23.772" v="1"/>
        <pc:sldMkLst>
          <pc:docMk/>
          <pc:sldMk cId="3357824784" sldId="259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16:23.772" v="1"/>
          <ac:spMkLst>
            <pc:docMk/>
            <pc:sldMk cId="3357824784" sldId="259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16:17.866" v="0"/>
          <ac:spMkLst>
            <pc:docMk/>
            <pc:sldMk cId="3357824784" sldId="259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16:46.585" v="4"/>
        <pc:sldMkLst>
          <pc:docMk/>
          <pc:sldMk cId="2906138258" sldId="260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16:43.820" v="3"/>
          <ac:spMkLst>
            <pc:docMk/>
            <pc:sldMk cId="2906138258" sldId="260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16:46.585" v="4"/>
          <ac:spMkLst>
            <pc:docMk/>
            <pc:sldMk cId="2906138258" sldId="260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16:53.507" v="6"/>
        <pc:sldMkLst>
          <pc:docMk/>
          <pc:sldMk cId="3661618667" sldId="262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16:51.601" v="5"/>
          <ac:spMkLst>
            <pc:docMk/>
            <pc:sldMk cId="3661618667" sldId="262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16:53.507" v="6"/>
          <ac:spMkLst>
            <pc:docMk/>
            <pc:sldMk cId="3661618667" sldId="262"/>
            <ac:spMk id="3" creationId="{00000000-0000-0000-0000-000000000000}"/>
          </ac:spMkLst>
        </pc:spChg>
      </pc:sldChg>
      <pc:sldChg chg="delSp modSp">
        <pc:chgData name="NIKET KUMAR(BTECH10393.21@bitmesra.ac.in)" userId="S::btech10393.21@bitmesra.ac.in::2d72962e-ecf0-452d-b0c6-3717551e0571" providerId="AD" clId="Web-{7DF3B20B-D4D6-4846-81FB-61A888F89F27}" dt="2022-07-16T06:19:20.433" v="9"/>
        <pc:sldMkLst>
          <pc:docMk/>
          <pc:sldMk cId="1310538393" sldId="263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19:14.480" v="7"/>
          <ac:spMkLst>
            <pc:docMk/>
            <pc:sldMk cId="1310538393" sldId="263"/>
            <ac:spMk id="2" creationId="{00000000-0000-0000-0000-000000000000}"/>
          </ac:spMkLst>
        </pc:spChg>
        <pc:spChg chg="del mod">
          <ac:chgData name="NIKET KUMAR(BTECH10393.21@bitmesra.ac.in)" userId="S::btech10393.21@bitmesra.ac.in::2d72962e-ecf0-452d-b0c6-3717551e0571" providerId="AD" clId="Web-{7DF3B20B-D4D6-4846-81FB-61A888F89F27}" dt="2022-07-16T06:19:20.433" v="9"/>
          <ac:spMkLst>
            <pc:docMk/>
            <pc:sldMk cId="1310538393" sldId="263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32:04.343" v="11"/>
        <pc:sldMkLst>
          <pc:docMk/>
          <pc:sldMk cId="2036240022" sldId="264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32:02.531" v="10"/>
          <ac:spMkLst>
            <pc:docMk/>
            <pc:sldMk cId="2036240022" sldId="264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32:04.343" v="11"/>
          <ac:spMkLst>
            <pc:docMk/>
            <pc:sldMk cId="2036240022" sldId="264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33:13.564" v="13"/>
        <pc:sldMkLst>
          <pc:docMk/>
          <pc:sldMk cId="395992659" sldId="265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33:11.298" v="12"/>
          <ac:spMkLst>
            <pc:docMk/>
            <pc:sldMk cId="395992659" sldId="265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33:13.564" v="13"/>
          <ac:spMkLst>
            <pc:docMk/>
            <pc:sldMk cId="395992659" sldId="265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35:57.381" v="15"/>
        <pc:sldMkLst>
          <pc:docMk/>
          <pc:sldMk cId="2273599745" sldId="266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35:55.740" v="14"/>
          <ac:spMkLst>
            <pc:docMk/>
            <pc:sldMk cId="2273599745" sldId="266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35:57.381" v="15"/>
          <ac:spMkLst>
            <pc:docMk/>
            <pc:sldMk cId="2273599745" sldId="266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36:56.867" v="17"/>
        <pc:sldMkLst>
          <pc:docMk/>
          <pc:sldMk cId="780532054" sldId="267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36:56.867" v="17"/>
          <ac:spMkLst>
            <pc:docMk/>
            <pc:sldMk cId="780532054" sldId="267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36:55.023" v="16"/>
          <ac:spMkLst>
            <pc:docMk/>
            <pc:sldMk cId="780532054" sldId="267"/>
            <ac:spMk id="3" creationId="{00000000-0000-0000-0000-000000000000}"/>
          </ac:spMkLst>
        </pc:spChg>
      </pc:sldChg>
      <pc:sldChg chg="delSp modSp">
        <pc:chgData name="NIKET KUMAR(BTECH10393.21@bitmesra.ac.in)" userId="S::btech10393.21@bitmesra.ac.in::2d72962e-ecf0-452d-b0c6-3717551e0571" providerId="AD" clId="Web-{7DF3B20B-D4D6-4846-81FB-61A888F89F27}" dt="2022-07-16T06:55:01.999" v="21"/>
        <pc:sldMkLst>
          <pc:docMk/>
          <pc:sldMk cId="110988846" sldId="268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54:56.483" v="18"/>
          <ac:spMkLst>
            <pc:docMk/>
            <pc:sldMk cId="110988846" sldId="268"/>
            <ac:spMk id="2" creationId="{00000000-0000-0000-0000-000000000000}"/>
          </ac:spMkLst>
        </pc:spChg>
        <pc:spChg chg="del mod">
          <ac:chgData name="NIKET KUMAR(BTECH10393.21@bitmesra.ac.in)" userId="S::btech10393.21@bitmesra.ac.in::2d72962e-ecf0-452d-b0c6-3717551e0571" providerId="AD" clId="Web-{7DF3B20B-D4D6-4846-81FB-61A888F89F27}" dt="2022-07-16T06:55:01.999" v="21"/>
          <ac:spMkLst>
            <pc:docMk/>
            <pc:sldMk cId="110988846" sldId="268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55:43.344" v="23"/>
        <pc:sldMkLst>
          <pc:docMk/>
          <pc:sldMk cId="2884305951" sldId="269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55:41.515" v="22"/>
          <ac:spMkLst>
            <pc:docMk/>
            <pc:sldMk cId="2884305951" sldId="269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55:43.344" v="23"/>
          <ac:spMkLst>
            <pc:docMk/>
            <pc:sldMk cId="2884305951" sldId="269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55:51.735" v="25"/>
        <pc:sldMkLst>
          <pc:docMk/>
          <pc:sldMk cId="3699343754" sldId="270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55:51.735" v="25"/>
          <ac:spMkLst>
            <pc:docMk/>
            <pc:sldMk cId="3699343754" sldId="270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55:48.234" v="24"/>
          <ac:spMkLst>
            <pc:docMk/>
            <pc:sldMk cId="3699343754" sldId="270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55:59.282" v="27"/>
        <pc:sldMkLst>
          <pc:docMk/>
          <pc:sldMk cId="3989461005" sldId="271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55:58" v="26"/>
          <ac:spMkLst>
            <pc:docMk/>
            <pc:sldMk cId="3989461005" sldId="271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55:59.282" v="27"/>
          <ac:spMkLst>
            <pc:docMk/>
            <pc:sldMk cId="3989461005" sldId="271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6:59:57.227" v="29"/>
        <pc:sldMkLst>
          <pc:docMk/>
          <pc:sldMk cId="4007431870" sldId="274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6:59:55.086" v="28"/>
          <ac:spMkLst>
            <pc:docMk/>
            <pc:sldMk cId="4007431870" sldId="274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6:59:57.227" v="29"/>
          <ac:spMkLst>
            <pc:docMk/>
            <pc:sldMk cId="4007431870" sldId="274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01:16.792" v="31"/>
        <pc:sldMkLst>
          <pc:docMk/>
          <pc:sldMk cId="225264429" sldId="275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01:14.995" v="30"/>
          <ac:spMkLst>
            <pc:docMk/>
            <pc:sldMk cId="225264429" sldId="275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01:16.792" v="31"/>
          <ac:spMkLst>
            <pc:docMk/>
            <pc:sldMk cId="225264429" sldId="275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01:23.683" v="33"/>
        <pc:sldMkLst>
          <pc:docMk/>
          <pc:sldMk cId="3867644250" sldId="276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01:22.526" v="32"/>
          <ac:spMkLst>
            <pc:docMk/>
            <pc:sldMk cId="3867644250" sldId="276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01:23.683" v="33"/>
          <ac:spMkLst>
            <pc:docMk/>
            <pc:sldMk cId="3867644250" sldId="276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01:29.230" v="35"/>
        <pc:sldMkLst>
          <pc:docMk/>
          <pc:sldMk cId="3891580539" sldId="277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01:27.855" v="34"/>
          <ac:spMkLst>
            <pc:docMk/>
            <pc:sldMk cId="3891580539" sldId="277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01:29.230" v="35"/>
          <ac:spMkLst>
            <pc:docMk/>
            <pc:sldMk cId="3891580539" sldId="277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01:37.152" v="37"/>
        <pc:sldMkLst>
          <pc:docMk/>
          <pc:sldMk cId="3002040095" sldId="278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01:33.214" v="36"/>
          <ac:spMkLst>
            <pc:docMk/>
            <pc:sldMk cId="3002040095" sldId="278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01:37.152" v="37"/>
          <ac:spMkLst>
            <pc:docMk/>
            <pc:sldMk cId="3002040095" sldId="278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01:42.683" v="39"/>
        <pc:sldMkLst>
          <pc:docMk/>
          <pc:sldMk cId="2464141384" sldId="279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01:40.668" v="38"/>
          <ac:spMkLst>
            <pc:docMk/>
            <pc:sldMk cId="2464141384" sldId="279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01:42.683" v="39"/>
          <ac:spMkLst>
            <pc:docMk/>
            <pc:sldMk cId="2464141384" sldId="279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02:26.528" v="41"/>
        <pc:sldMkLst>
          <pc:docMk/>
          <pc:sldMk cId="2268816353" sldId="280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02:20.481" v="40"/>
          <ac:spMkLst>
            <pc:docMk/>
            <pc:sldMk cId="2268816353" sldId="280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02:26.528" v="41"/>
          <ac:spMkLst>
            <pc:docMk/>
            <pc:sldMk cId="2268816353" sldId="280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04:12.735" v="43"/>
        <pc:sldMkLst>
          <pc:docMk/>
          <pc:sldMk cId="275764326" sldId="281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04:10.797" v="42"/>
          <ac:spMkLst>
            <pc:docMk/>
            <pc:sldMk cId="275764326" sldId="281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04:12.735" v="43"/>
          <ac:spMkLst>
            <pc:docMk/>
            <pc:sldMk cId="275764326" sldId="281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10:09.982" v="45"/>
        <pc:sldMkLst>
          <pc:docMk/>
          <pc:sldMk cId="662522749" sldId="282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10:09.982" v="45"/>
          <ac:spMkLst>
            <pc:docMk/>
            <pc:sldMk cId="662522749" sldId="282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10:07.013" v="44"/>
          <ac:spMkLst>
            <pc:docMk/>
            <pc:sldMk cId="662522749" sldId="282"/>
            <ac:spMk id="3" creationId="{00000000-0000-0000-0000-000000000000}"/>
          </ac:spMkLst>
        </pc:spChg>
      </pc:sldChg>
      <pc:sldChg chg="delSp modSp">
        <pc:chgData name="NIKET KUMAR(BTECH10393.21@bitmesra.ac.in)" userId="S::btech10393.21@bitmesra.ac.in::2d72962e-ecf0-452d-b0c6-3717551e0571" providerId="AD" clId="Web-{7DF3B20B-D4D6-4846-81FB-61A888F89F27}" dt="2022-07-16T07:10:31.170" v="48"/>
        <pc:sldMkLst>
          <pc:docMk/>
          <pc:sldMk cId="1348462691" sldId="283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10:29.483" v="47"/>
          <ac:spMkLst>
            <pc:docMk/>
            <pc:sldMk cId="1348462691" sldId="283"/>
            <ac:spMk id="2" creationId="{00000000-0000-0000-0000-000000000000}"/>
          </ac:spMkLst>
        </pc:spChg>
        <pc:spChg chg="del mod">
          <ac:chgData name="NIKET KUMAR(BTECH10393.21@bitmesra.ac.in)" userId="S::btech10393.21@bitmesra.ac.in::2d72962e-ecf0-452d-b0c6-3717551e0571" providerId="AD" clId="Web-{7DF3B20B-D4D6-4846-81FB-61A888F89F27}" dt="2022-07-16T07:10:31.170" v="48"/>
          <ac:spMkLst>
            <pc:docMk/>
            <pc:sldMk cId="1348462691" sldId="283"/>
            <ac:spMk id="3" creationId="{00000000-0000-0000-0000-000000000000}"/>
          </ac:spMkLst>
        </pc:spChg>
      </pc:sldChg>
      <pc:sldChg chg="delSp modSp">
        <pc:chgData name="NIKET KUMAR(BTECH10393.21@bitmesra.ac.in)" userId="S::btech10393.21@bitmesra.ac.in::2d72962e-ecf0-452d-b0c6-3717551e0571" providerId="AD" clId="Web-{7DF3B20B-D4D6-4846-81FB-61A888F89F27}" dt="2022-07-16T07:10:50.999" v="51"/>
        <pc:sldMkLst>
          <pc:docMk/>
          <pc:sldMk cId="3290546598" sldId="286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10:47.249" v="49"/>
          <ac:spMkLst>
            <pc:docMk/>
            <pc:sldMk cId="3290546598" sldId="286"/>
            <ac:spMk id="2" creationId="{00000000-0000-0000-0000-000000000000}"/>
          </ac:spMkLst>
        </pc:spChg>
        <pc:spChg chg="del mod">
          <ac:chgData name="NIKET KUMAR(BTECH10393.21@bitmesra.ac.in)" userId="S::btech10393.21@bitmesra.ac.in::2d72962e-ecf0-452d-b0c6-3717551e0571" providerId="AD" clId="Web-{7DF3B20B-D4D6-4846-81FB-61A888F89F27}" dt="2022-07-16T07:10:50.999" v="51"/>
          <ac:spMkLst>
            <pc:docMk/>
            <pc:sldMk cId="3290546598" sldId="286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11:08.609" v="53"/>
        <pc:sldMkLst>
          <pc:docMk/>
          <pc:sldMk cId="3474831630" sldId="287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11:08.609" v="53"/>
          <ac:spMkLst>
            <pc:docMk/>
            <pc:sldMk cId="3474831630" sldId="287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11:05.734" v="52"/>
          <ac:spMkLst>
            <pc:docMk/>
            <pc:sldMk cId="3474831630" sldId="287"/>
            <ac:spMk id="3" creationId="{00000000-0000-0000-0000-000000000000}"/>
          </ac:spMkLst>
        </pc:spChg>
      </pc:sldChg>
      <pc:sldChg chg="delSp modSp">
        <pc:chgData name="NIKET KUMAR(BTECH10393.21@bitmesra.ac.in)" userId="S::btech10393.21@bitmesra.ac.in::2d72962e-ecf0-452d-b0c6-3717551e0571" providerId="AD" clId="Web-{7DF3B20B-D4D6-4846-81FB-61A888F89F27}" dt="2022-07-16T07:25:53.857" v="57"/>
        <pc:sldMkLst>
          <pc:docMk/>
          <pc:sldMk cId="3527923908" sldId="289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25:48.778" v="54"/>
          <ac:spMkLst>
            <pc:docMk/>
            <pc:sldMk cId="3527923908" sldId="289"/>
            <ac:spMk id="2" creationId="{00000000-0000-0000-0000-000000000000}"/>
          </ac:spMkLst>
        </pc:spChg>
        <pc:spChg chg="del mod">
          <ac:chgData name="NIKET KUMAR(BTECH10393.21@bitmesra.ac.in)" userId="S::btech10393.21@bitmesra.ac.in::2d72962e-ecf0-452d-b0c6-3717551e0571" providerId="AD" clId="Web-{7DF3B20B-D4D6-4846-81FB-61A888F89F27}" dt="2022-07-16T07:25:53.857" v="57"/>
          <ac:spMkLst>
            <pc:docMk/>
            <pc:sldMk cId="3527923908" sldId="289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26:57.812" v="59"/>
        <pc:sldMkLst>
          <pc:docMk/>
          <pc:sldMk cId="3649290468" sldId="290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26:54.577" v="58"/>
          <ac:spMkLst>
            <pc:docMk/>
            <pc:sldMk cId="3649290468" sldId="290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26:57.812" v="59"/>
          <ac:spMkLst>
            <pc:docMk/>
            <pc:sldMk cId="3649290468" sldId="290"/>
            <ac:spMk id="3" creationId="{00000000-0000-0000-0000-000000000000}"/>
          </ac:spMkLst>
        </pc:spChg>
      </pc:sldChg>
      <pc:sldChg chg="delSp">
        <pc:chgData name="NIKET KUMAR(BTECH10393.21@bitmesra.ac.in)" userId="S::btech10393.21@bitmesra.ac.in::2d72962e-ecf0-452d-b0c6-3717551e0571" providerId="AD" clId="Web-{7DF3B20B-D4D6-4846-81FB-61A888F89F27}" dt="2022-07-16T07:28:09.642" v="61"/>
        <pc:sldMkLst>
          <pc:docMk/>
          <pc:sldMk cId="2191638119" sldId="291"/>
        </pc:sldMkLst>
        <pc:spChg chg="del">
          <ac:chgData name="NIKET KUMAR(BTECH10393.21@bitmesra.ac.in)" userId="S::btech10393.21@bitmesra.ac.in::2d72962e-ecf0-452d-b0c6-3717551e0571" providerId="AD" clId="Web-{7DF3B20B-D4D6-4846-81FB-61A888F89F27}" dt="2022-07-16T07:28:07.970" v="60"/>
          <ac:spMkLst>
            <pc:docMk/>
            <pc:sldMk cId="2191638119" sldId="291"/>
            <ac:spMk id="2" creationId="{00000000-0000-0000-0000-000000000000}"/>
          </ac:spMkLst>
        </pc:spChg>
        <pc:spChg chg="del">
          <ac:chgData name="NIKET KUMAR(BTECH10393.21@bitmesra.ac.in)" userId="S::btech10393.21@bitmesra.ac.in::2d72962e-ecf0-452d-b0c6-3717551e0571" providerId="AD" clId="Web-{7DF3B20B-D4D6-4846-81FB-61A888F89F27}" dt="2022-07-16T07:28:09.642" v="61"/>
          <ac:spMkLst>
            <pc:docMk/>
            <pc:sldMk cId="2191638119" sldId="291"/>
            <ac:spMk id="3" creationId="{00000000-0000-0000-0000-000000000000}"/>
          </ac:spMkLst>
        </pc:spChg>
      </pc:sldChg>
    </pc:docChg>
  </pc:docChgLst>
  <pc:docChgLst>
    <pc:chgData name="PRANJAL KUMAR(BTECH10106.21@bitmesra.ac.in)" userId="S::btech10106.21@bitmesra.ac.in::7335257d-ee5e-4b7c-8494-5f13cf699a85" providerId="AD" clId="Web-{01C059E5-1521-4FAB-A834-EDD3E3BC2612}"/>
    <pc:docChg chg="modSld">
      <pc:chgData name="PRANJAL KUMAR(BTECH10106.21@bitmesra.ac.in)" userId="S::btech10106.21@bitmesra.ac.in::7335257d-ee5e-4b7c-8494-5f13cf699a85" providerId="AD" clId="Web-{01C059E5-1521-4FAB-A834-EDD3E3BC2612}" dt="2022-05-23T06:20:20.459" v="3"/>
      <pc:docMkLst>
        <pc:docMk/>
      </pc:docMkLst>
      <pc:sldChg chg="delSp">
        <pc:chgData name="PRANJAL KUMAR(BTECH10106.21@bitmesra.ac.in)" userId="S::btech10106.21@bitmesra.ac.in::7335257d-ee5e-4b7c-8494-5f13cf699a85" providerId="AD" clId="Web-{01C059E5-1521-4FAB-A834-EDD3E3BC2612}" dt="2022-05-23T06:16:40.547" v="1"/>
        <pc:sldMkLst>
          <pc:docMk/>
          <pc:sldMk cId="4120377933" sldId="288"/>
        </pc:sldMkLst>
        <pc:spChg chg="del">
          <ac:chgData name="PRANJAL KUMAR(BTECH10106.21@bitmesra.ac.in)" userId="S::btech10106.21@bitmesra.ac.in::7335257d-ee5e-4b7c-8494-5f13cf699a85" providerId="AD" clId="Web-{01C059E5-1521-4FAB-A834-EDD3E3BC2612}" dt="2022-05-23T06:16:40.547" v="1"/>
          <ac:spMkLst>
            <pc:docMk/>
            <pc:sldMk cId="4120377933" sldId="288"/>
            <ac:spMk id="2" creationId="{00000000-0000-0000-0000-000000000000}"/>
          </ac:spMkLst>
        </pc:spChg>
        <pc:spChg chg="del">
          <ac:chgData name="PRANJAL KUMAR(BTECH10106.21@bitmesra.ac.in)" userId="S::btech10106.21@bitmesra.ac.in::7335257d-ee5e-4b7c-8494-5f13cf699a85" providerId="AD" clId="Web-{01C059E5-1521-4FAB-A834-EDD3E3BC2612}" dt="2022-05-23T06:16:37.219" v="0"/>
          <ac:spMkLst>
            <pc:docMk/>
            <pc:sldMk cId="4120377933" sldId="288"/>
            <ac:spMk id="3" creationId="{00000000-0000-0000-0000-000000000000}"/>
          </ac:spMkLst>
        </pc:spChg>
      </pc:sldChg>
      <pc:sldChg chg="delSp">
        <pc:chgData name="PRANJAL KUMAR(BTECH10106.21@bitmesra.ac.in)" userId="S::btech10106.21@bitmesra.ac.in::7335257d-ee5e-4b7c-8494-5f13cf699a85" providerId="AD" clId="Web-{01C059E5-1521-4FAB-A834-EDD3E3BC2612}" dt="2022-05-23T06:20:20.459" v="3"/>
        <pc:sldMkLst>
          <pc:docMk/>
          <pc:sldMk cId="2624898197" sldId="297"/>
        </pc:sldMkLst>
        <pc:spChg chg="del">
          <ac:chgData name="PRANJAL KUMAR(BTECH10106.21@bitmesra.ac.in)" userId="S::btech10106.21@bitmesra.ac.in::7335257d-ee5e-4b7c-8494-5f13cf699a85" providerId="AD" clId="Web-{01C059E5-1521-4FAB-A834-EDD3E3BC2612}" dt="2022-05-23T06:20:15.381" v="2"/>
          <ac:spMkLst>
            <pc:docMk/>
            <pc:sldMk cId="2624898197" sldId="297"/>
            <ac:spMk id="2" creationId="{00000000-0000-0000-0000-000000000000}"/>
          </ac:spMkLst>
        </pc:spChg>
        <pc:spChg chg="del">
          <ac:chgData name="PRANJAL KUMAR(BTECH10106.21@bitmesra.ac.in)" userId="S::btech10106.21@bitmesra.ac.in::7335257d-ee5e-4b7c-8494-5f13cf699a85" providerId="AD" clId="Web-{01C059E5-1521-4FAB-A834-EDD3E3BC2612}" dt="2022-05-23T06:20:20.459" v="3"/>
          <ac:spMkLst>
            <pc:docMk/>
            <pc:sldMk cId="2624898197" sldId="297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4:58:45.94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9026 1352 174 0,'0'0'187'0,"1"-5"0"0,-1 5-13 0,0-3-10 16,0 3-11-16,0 0-4 0,3-5-3 0,-3 5-11 15,0 0-2-15,0-6-21 0,0 6-4 0,0 0-10 16,0 0-14-16,0 0-9 0,0 0-8 0,0 0-9 15,0 0-15-15,0 0-2 0,0 0-7 0,8 16-3 16,-6-3-1-16,-2 4-6 0,1 9-2 0,-2 3-1 16,1 1-4-16,-2 2 2 0,0 3-2 0,2-3-5 15,0 1 3-15,-1 1 0 0,1-2 2 0,-3-1-6 16,1-2 2-16,4 0-5 0,-4-5 2 16,4-5-2-16,-2 0 2 0,2-2-3 0,-2-5-1 15,0 1 0-15,1-6-1 0,-1 0-1 0,0 1-4 16,1-4 6-16,-1 3 3 0,0-7-4 0,0 8 2 15,0-8-1-15,-1 6 2 0,1-6 15 0,0 5 6 16,0-5 5-16,0 0 4 0,0 0 4 0,0 0-2 16,0 6 3-16,0-6-1 0,0 0 0 0,0 0-6 15,0 0-14-15,0 0-33 0,0 0-37 0,0 0-37 16,5-22-43-16,-1 12-55 0,-3-2-256 0,-1-5-473 16,4 3 210-16</inkml:trace>
  <inkml:trace contextRef="#ctx0" brushRef="#br0" timeOffset="1049.2">9011 1307 131 0,'0'0'114'0,"0"0"-7"16,0 0-8-16,0 0-10 0,0 0-9 16,0 0-13-16,0 0 4 0,0 0-7 0,0 0 0 15,0 0-8-15,0 0-5 0,33-5 9 0,-23 6-8 16,4-1-18-16,-1 0 11 0,6 4 1 0,-1-4-5 15,4 3-4-15,7-1 2 0,-1 0-1 0,0 2-4 16,3 2-1-16,-3 0 2 0,-1 3-7 0,1-3-7 16,-7 1 3-16,-2 0-5 0,0 0-2 0,-4 0-8 15,2 0 5-15,-4 2-6 0,-4-1-1 0,-1 2 0 16,-2 0-3-16,-4 2 1 0,-1-1-2 0,-2 0-1 16,-4 1 4-16,-5 2-1 0,-4 1-7 0,-3-1 16 15,-5 1-12-15,-2-1 5 0,-1 2 1 0,-1-3-4 16,-2 2 7-16,-3-4-10 0,3 1 5 0,2-1 2 15,5-4 1-15,1 3-2 0,0-4 0 0,1 2 1 16,4-2-2-16,2-2-1 0,-1 1-1 0,5-1 1 16,1-1-2-16,3-1 3 0,0 3-1 15,-2-5 0-15,7 0 4 0,-7 3 8 0,7-3 2 16,-5 4 17-16,5-4-6 0,0 0-5 0,-8 1 6 16,8-1 3-16,0 0-2 0,0 0 1 0,0 0-4 15,0 0-3-15,0 0-3 0,0 0 3 0,0 0-3 16,0 0-9-16,0 0 0 0,0 0-1 0,0 0 3 15,0 0-1-15,22-5-7 0,-22 5 7 0,14-2-8 0,-5 1 0 16,4 1-1-16,-3 0 3 0,-1 0-4 16,5-3-2-16,0 3 1 0,3-2-3 0,2 0 4 15,-1 2-2-15,2-2-1 0,-2 5 2 0,1-2-1 16,-1-1-3-16,4 2 3 0,-3 1-7 0,2-2 5 16,-1 4-3-16,0-3-1 0,0 2 6 0,-1 2-2 15,-2-1-3-15,-4-1 1 0,-1 1 0 0,-1 0 4 16,-2 2-4-16,3-1 1 0,-2 2-1 0,-5-1-1 15,0 1-3-15,-1 1 7 0,0 1-5 16,-3-2 4-16,3 0 4 0,-9-2-5 0,4 4 4 0,-3-1-1 16,-4 1-1-16,-1 0 0 0,-3 2-1 15,1-3 3-15,-5 1-1 0,0 0 1 0,0 0-3 16,-1-2-2-16,-1 3 5 0,-3-5-2 0,0 2 0 0,-3 1-4 16,-6-1 3-16,6 0 1 0,3-4 1 0,1 2-1 15,1 0 1-15,0-1-3 0,-2 0 6 0,1-2-1 16,5 1-7-16,-3-1 5 0,1-1-1 0,3 3 2 15,1-3-2-15,1 2-1 0,3-1 1 16,2-2-1-16,-1 1 6 0,2-1-6 0,6-1-6 16,-14 2 10-16,10 1-3 0,4-3 3 0,0 0-3 15,-12 1-1-15,12-1-1 0,0 0 3 0,0 0 0 16,0 0 1-16,0 0 10 0,-8 0-1 0,8 0 5 16,0 0-2-16,0 0 1 0,0 0-6 0,0 0-2 15,0 0-6-15,0 0-18 0,0 0-19 0,0 0-22 16,0 0-46-16,0 0-44 0,18-10-43 0,-18 10-143 15,11-7-359-15,-6 3 160 0</inkml:trace>
  <inkml:trace contextRef="#ctx0" brushRef="#br0" timeOffset="1701.66">9779 1876 112 0,'0'0'180'0,"0"0"-6"16,0 0-13-16,0 0-19 0,0 0-14 0,0 0-15 16,0 0-9-16,15-7-12 0,-9 2-6 0,3 1-14 15,4-1-7-15,0 0-7 0,3-2-7 0,3 1-15 16,0-5-3-16,-1 1-7 0,7-3-6 0,2 2-1 15,-3-3-5-15,2 0 3 0,-3 1-7 16,-4 2 1-16,4-3-1 0,-6 5 5 0,-1-6-11 16,-2 3 3-16,-4 2 3 0,-2 0-4 0,1 1 8 15,-5-2 0-15,2 5 7 0,-5-2 4 0,2 2-3 16,-3-1-3-16,-5-2-2 0,-3 7 2 0,-1-7-6 16,-1 7 3-16,-9-1-7 0,-1 3-1 0,-2 3 1 15,1 1 0-15,-8 4 4 0,2-4-1 0,2 7 3 16,-2 2-7-16,2-2 5 0,1 7-2 0,1-4-2 15,2 4-3-15,5 2 2 0,1-4-2 0,5 1 3 16,-2 1-2-16,2-2 1 0,6 3 0 0,1-3 2 16,3 0 12-16,3 1 2 0,4-7-1 0,4 4-2 15,2-2 1-15,3-4 1 0,2 1-1 0,8-2-3 16,-5-4 2-16,10 0-7 0,1-2 4 0,-4-1-4 16,2 0 0-16,-2-2 0 0,-2-2 1 15,-5 3-6-15,-1-2 1 0,-2 3-1 0,-5-4-2 0,0 4 0 16,-3-3-2-16,-2 1 3 0,-2 0-3 0,1 1-3 15,-1 0-5-15,-2 1-13 0,-3-3-19 0,3-1-25 16,-4 4-28-16,0 0-36 0,-4-10-38 0,3 7-171 16,-6-1-360-16,1-1 160 0</inkml:trace>
  <inkml:trace contextRef="#ctx0" brushRef="#br0" timeOffset="2247.94">10698 1576 8 0,'0'0'185'0,"0"0"-18"0,0 0-20 15,0 0-11-15,0 0-18 0,0 0-7 0,0 0-15 16,0 0-6-16,-9 10-6 0,3-6-9 0,0 2-2 16,1-1 0-16,-4-1-15 0,0 4-1 15,0-1-9-15,-2 3-3 0,2-1-6 0,-2-1 0 16,1 1-6-16,4 1 0 0,-2 0-5 0,0-1-3 15,2-2-4-15,1 3 3 0,1 0-8 0,2-3 1 16,-1 4-2-16,3-5 4 0,0 4-4 0,3-4 5 16,3 2 4-16,1 1-1 0,1-3-8 0,5 3 4 0,1-2-4 15,-1-1-3-15,5 0 7 0,-8 0-9 16,8 1 3-16,-7-3-5 0,1 0 0 0,-1 1-2 16,-2-1-2-16,0 1 0 0,-1-2-5 0,-3 1 1 15,-1-1 0-15,1 1 1 0,-4 1 9 0,-1 0-6 16,-1 0 6-16,-5-1-4 0,-2 1 0 0,-5 0 1 15,-2 2-3-15,-3-2 5 0,0 0 2 0,-1 2-7 16,-4-2 0-16,1 0-4 0,-4 2 6 0,6-2-4 16,0-1 1-16,3-3 0 0,3 3-6 0,1-1-1 15,2-3-28-15,1 2-19 0,3-1-32 0,1-1-59 16,6 0-170-16,-9-3-337 0,9 3 149 0</inkml:trace>
  <inkml:trace contextRef="#ctx0" brushRef="#br0" timeOffset="2781.93">11284 1567 2 0,'0'0'167'0,"0"0"-13"15,-14 6-17-15,9-3-9 0,-3 1-9 0,-1 0-16 16,-1 0-3-16,1 2-12 0,-3-2-14 0,1 4 2 15,0-1-17-15,0-1 2 0,1 2-4 0,1-1-9 16,-1 1-4-16,0 0-7 0,2 1 1 0,0-2-7 16,1 1-4-16,2 1 1 0,1-4-7 0,0 3-1 15,1-2-2-15,1 1-1 0,2 3 1 16,0-5-1-16,1 5 3 0,3-5 1 0,1 2-8 16,2-1 3-16,4 2-4 0,-1-1-4 0,7 0 2 15,-3 1 3-15,0-3-3 0,1 3 2 0,0 0-2 16,-3-2-4-16,1 1-1 0,-3-3-1 0,-2 2 5 15,-2 3-11-15,-2-4 4 0,1 1-2 0,0 0 2 0,-5 1 7 16,0-2 2-16,-5 6 3 0,-1-5 1 16,-2 2 0-16,-4-1 1 0,1-2-4 0,-6 4 1 15,0-2-5-15,1-1 8 0,-3 2-6 0,-1-4-4 16,2 3 7-16,-3 0-4 0,3-4 1 0,2 1-3 16,2-1-2-16,2 0 0 0,3 1-6 0,-1-2-22 15,5 0-22-15,5-2-41 0,-12 0-60 0,12 0-147 16,0 0-316-16,-1-8 140 0</inkml:trace>
  <inkml:trace contextRef="#ctx0" brushRef="#br0" timeOffset="3265.05">11454 1879 135 0,'0'0'173'0,"0"0"-17"0,14-7-15 0,-14 7-11 16,14-3-14-16,-1 3-19 0,-3-5-3 0,9 3-12 15,-6-2-10-15,5 1-5 0,-1-2-11 0,-1 0-1 16,2 0-8-16,1-1 4 0,2 0-10 0,-5-2-8 15,2-1 0-15,-1 1-8 0,-2-1-2 0,-2 2 2 16,1-2-10-16,0-2 1 0,-5 4 0 0,1-2 2 16,-1-2 9-16,-4 2 9 0,-1 1 12 0,4-1 2 15,-7 0-3-15,0 2 3 0,0-1-5 0,-1 1 0 16,-2 0-8-16,1 1-6 0,-3-2 4 0,-2 4-10 16,-2-1 4-16,1 2-8 0,-4 0-3 0,1 2 0 15,-2 0 0-15,-3 1-2 0,2 4-1 0,-6-1-9 16,2 4 3-16,-1 1 0 0,2 1-2 15,-1 0-1-15,2 4-1 0,0 1 1 0,-1 1-4 0,5 1 3 16,0 1-1-16,1-3-3 0,4 3 6 16,1-5-6-16,2 5-5 0,3-4-6 0,4 1 1 15,0-2-8-15,6-2-5 0,0-2-3 0,4 0-19 0,6 1-18 16,8-2-12-16,-7-5-20 0,11 0-21 16,-1-4-16-16,0 0-12 0,-2-3-6 0,-1-3 3 15,-1 0-80-15,1-5-243 0,-1 1 108 0</inkml:trace>
  <inkml:trace contextRef="#ctx0" brushRef="#br0" timeOffset="3600.37">11927 1826 768 0,'23'-17'-43'0,"-4"-5"18"0,1 2 13 15,-2-1 18-15,-5-3 13 0,1-1 26 0,-1 1 16 16,-3-4 20-16,0 10 29 0,-6-2 30 0,1 2 16 16,-3 0 8-16,0 2 16 0,-2-4-2 0,1 6 4 15,1 2-1-15,-4 3-6 0,4 3-3 0,-4-3-10 16,4 2-13-16,-2 7-10 0,1-13-14 0,-1 10-17 16,0-3-5-16,0 6-17 0,0-5-5 0,0 5-13 15,0-7 8-15,0 7-21 0,0 0-14 0,0 0-6 16,0 0-24-16,0 0-17 0,0 0-3 0,0 0 0 15,0 0-2-15,-1 21 5 0,-1-9-1 0,1 5 0 16,-3-2 2-16,0 11 1 0,0 2 2 16,-2-2-1-16,4 3 3 0,-1 2-5 0,-1-1 2 0,0-2 3 15,2-1-1-15,-2 2 0 0,1-3 1 16,3-9 5-16,0 3 0 0,0-5-4 0,0-4 0 16,0 1 2-16,2 1-5 0,-1-5 0 0,-1 3 5 15,1-6-3-15,1 0 2 0,-2 2 3 0,1-5 6 16,-1-2 20-16,0 7-11 0,0-7 8 0,1 5 3 15,-1-5 3-15,3 4 7 0,-3-4 2 0,0 0-7 16,0 0-1-16,13 0 11 0,-1-1-16 0,1-2-8 16,6-2-35-16,8-2-40 0,1-1-64 0,0-1-74 15,4-3-117-15,-5 0-267 0,-1-4-622 0,3-2 276 16</inkml:trace>
  <inkml:trace contextRef="#ctx0" brushRef="#br0" timeOffset="4881.41">13179 1373 98 0,'0'0'227'0,"0"0"-12"16,0-7-17-16,0 7-8 0,0 0-21 0,0 0-15 15,0-7-13-15,0 7-17 0,0 0-8 0,0 0-19 16,0 0-9-16,0 0-13 0,0 0-8 0,0 0-5 16,0 0-11-16,0 0-2 0,5 22-10 0,-5-6 0 15,0 4 2-15,0-3-9 0,-1 11-2 0,1-3-1 16,-3 4-7-16,3-3 2 0,-3 3-2 0,1-4-3 16,-2 2-2-16,3-1-1 0,1-7-2 15,-3-2-1-15,3 0 3 0,-1-2-3 0,1-3-3 0,-2-2 2 16,2-1-1-16,0-1-1 0,0-1 0 15,-2-3 4-15,4 1 27 0,-2-5 16 0,-2 6 24 16,2-6 34-16,0 0 25 0,0 0 2 0,0 0-10 16,0 0-10-16,0 0-17 0,-8-20-11 0,5 8-7 0,2-3-11 15,-1-4-7-15,1-1-8 0,-1-10 0 0,2-2-11 16,0 0-14-16,3-2-1 0,0 3-5 16,2-2-7-16,0-2-1 0,0 5-1 0,-1 2-2 15,1 5 2-15,-1 3-2 0,-3 2 1 0,3 4 4 16,-2 2-3-16,5 2-6 0,-2-4-1 0,3-1-2 15,1 1-2-15,2 2-2 0,2 3-2 0,5-2-8 16,0 4 9-16,2-2-8 0,1 2-12 0,8 1-15 16,-1 0-20-16,-10 3-21 0,5 3-14 0,0 2 1 15,4 0-20-15,-9 2-28 0,0 3-25 0,-2 2-30 16,0 1-41-16,-3-1-69 0,-6 1-198 0,1-1-532 16,-2 1 236-16</inkml:trace>
  <inkml:trace contextRef="#ctx0" brushRef="#br0" timeOffset="5182.64">13258 1885 61 0,'0'0'235'0,"-2"5"-8"0,2-5-4 16,-8 3-2-16,8-3-6 0,0 0-15 0,0 0-9 16,0 0-13-16,-5 5-18 0,5-5-21 0,0 0-7 15,0 0-13-15,0 0-7 0,0 0-16 0,0 0-14 16,0 0-1-16,0 0-11 0,32-8-8 0,-19 8-4 16,-1-4-7-16,15 2-5 0,-4-2-6 0,9 0-5 15,0-1 0-15,3 1 1 0,-1 1-11 0,-2 2-22 16,-1-2-31-16,-8 2-25 0,-2 0-27 15,-3-2-29-15,3 0-34 0,-10 1-61 0,2-1-216 16,-4-2-454-16,-1 1 201 0</inkml:trace>
  <inkml:trace contextRef="#ctx0" brushRef="#br0" timeOffset="5594.63">13203 1688 194 0,'0'0'246'0,"0"0"-16"0,0 0-22 16,-4 4-14-16,4-4-22 0,0 0-14 0,0 0-15 16,0 0-18-16,0 0-9 0,0 0-4 0,20 1-12 15,-5-1-9-15,4 0-12 0,2-2-5 0,7-1-7 16,4 3-8-16,4-3-7 0,0 1-4 0,3 2-1 16,-6-3-8-16,0 2-3 0,-3 0-2 0,-9-1-6 15,2 0 1-15,-5 1-5 0,-4 1-3 0,-1-3-2 16,-4 3-5-16,0 0 3 0,-9 0-3 0,10-2-3 15,-10 2-2-15,9-1-7 0,-9 1-4 0,7-1-12 16,-7 1-18-16,0 0-19 0,0 0-15 0,0 0-19 16,0 0-19-16,0 0-36 0,0 0-44 0,0 0-172 15,0 0-386-15,-31-4 172 0</inkml:trace>
  <inkml:trace contextRef="#ctx0" brushRef="#br0" timeOffset="6183.32">14146 1543 160 0,'0'0'279'0,"2"-5"-18"0,-2 5-20 15,0 0-22-15,0 0-25 0,0 0-17 0,0 0-22 16,0 0-20-16,0 0-15 0,0 0-9 0,0 0-13 16,0 0-7-16,6 14-11 0,-3-7-8 0,-2 3-10 15,0 1-4-15,2 3-6 0,-1 4-9 16,-2-2 0-16,0 9-6 0,1-8-3 0,-1 10 3 16,2-3-6-16,-4-5-6 0,1 1 2 0,4 1-3 15,-3-1-2-15,0-2-5 0,2-2 3 0,-2 1-5 16,2-2 1-16,-1-2-5 0,1-3 1 0,0 1 0 15,-1-4 1-15,0 2-3 0,-1-3 0 0,2-2-2 16,-1 1 0-16,-1-5-1 0,1 7-5 0,-1-7 20 16,0 5 21-16,0-5 18 0,0 0 20 0,0 0 21 15,0 0-4-15,0 0-20 0,0 0-1 0,0 0-3 16,0 0-17-16,8-25-2 0,-6 14-5 0,0-6-5 16,-1 0-15-16,0-10-13 0,2 0-17 0,-2-4-5 15,3 2 0-15,-4 0-2 0,1-1 0 0,-2 2-6 16,0 1 7-16,-2 1-5 0,2 8 5 0,-2-3-5 15,1 4 3-15,-3 0 5 0,-2 1-4 0,2 8 4 16,0-3-4-16,-2 3 1 0,0 3-2 0,-1 0 0 16,-1-2-4-16,0 6 6 0,-3 0-5 15,0 5-8-15,-6 2 17 0,4 3-5 0,-2 0 4 16,1 2-2-16,1 0 2 0,5 2-3 0,0 1 2 0,3 0-1 16,-2 0 5-16,6-1-6 0,2 3 7 15,4 0 0-15,2-1-4 0,8-1 6 0,0-2-4 0,13 0 0 16,5 0-9-16,0-5-32 0,22-1-32 15,-17-5-46-15,19-1-38 0,-4-5-81 0,-12-2-276 16,11-2-557-16,-15 0 246 0</inkml:trace>
  <inkml:trace contextRef="#ctx0" brushRef="#br0" timeOffset="7314.88">14632 1501 204 0,'0'0'306'0,"0"0"-11"0,0 0-20 16,1-7-27-16,-1 7-22 0,0 0-26 0,0 0-22 16,0 0-18-16,0 0-20 0,0 0-18 0,0 0-9 15,0 0-15-15,0 0-15 0,5 19-1 0,-1-8-6 16,-4 0-9-16,0 6-15 0,3-2 5 0,0 2-7 16,-1 0-3-16,-2-1-4 0,2 1-6 0,0-1-1 15,1 2 0-15,-1-7-9 0,-1 0 1 0,2 0-4 16,-3-4-3-16,2-1 1 0,-1-1 0 0,1 0-2 15,-2 1 8-15,0-6 33 0,1 4 32 0,-1-4 34 16,0 0 12-16,0 0-13 0,0 0-11 0,0 0-18 16,24-13-6-16,-16 6-8 0,2-2-3 15,-1-6-16-15,1-1-5 0,3 0-6 0,-1 0-6 0,2 1-5 16,-3-2-2-16,-1 0-4 0,0 4 0 0,-2 2-11 16,-1 4 3-16,0 0-7 0,-3 0-2 0,0 5-3 15,-2-3-3-15,2 2 0 0,-4 3-10 0,4-8-13 16,-4 8-16-16,4-2-17 0,-4 2-11 0,0 0 13 15,0 0-3-15,9 10 9 0,-5-6-17 16,1 5-15-16,0 0 9 0,0 2-7 0,4 2-13 16,2 1 0-16,1 0-9 0,1-2-4 0,2 0-7 15,-1-1-8-15,12 1-3 0,-6-5-11 0,7 1-4 16,-6-4-4-16,0-2 1 0,2-1 3 0,4-1 4 16,-4-2 17-16,-5-3 9 0,6-3 11 0,-6 1 12 15,-1-3 10-15,-2 2 31 0,0-3 11 0,-3-1 27 16,-3 2 21-16,0 0 18 0,-4 0 18 0,0 3 8 15,0-2 0-15,-4 1 1 0,1 3-4 0,-1-2-6 16,-1 2-10-16,0-1-3 0,0 6-5 0,-8-7-2 16,8 7-8-16,-9-6-4 0,9 6-6 0,-20 3 1 15,20-3-4-15,-21 7 1 0,8 0-6 0,-3 0-3 16,1 3 3-16,1 0-2 0,-3-1-5 0,4 6 2 16,-2-6-4-16,6 0 0 0,-4 4 0 0,6-6-7 15,2 1 6-15,1-3-2 0,-1 1 2 16,1-3-8-16,1 0 6 0,1 1 0 0,2-4 5 15,0 0 11-15,0 0 4 0,0 0 6 0,0 0-2 16,0 0-3-16,34-11-1 0,-22 4-1 0,2-2-16 16,-3 1 13-16,3-1 1 0,0-2-11 0,2 1 3 15,-1 0-6-15,-2-1 3 0,-2 3-4 0,2-2-3 16,-4 6 0-16,1-3 2 0,-3 1-1 0,0 4 0 16,-2-3-7-16,2 4 0 0,-7 1-7 0,11-4-6 15,-4 3-3-15,-7 1-2 0,12 4-1 0,-5-2 0 16,1 4 1-16,1-1 1 0,-1 1-11 0,4 1 11 15,-3 1-4-15,2-2-7 0,-2 2-11 0,3 0-10 16,-1 1 6-16,1-2-2 0,-1-2 1 0,1 0 2 16,-1-2 2-16,1-1 6 0,-2 0 3 0,-2-4 0 15,-8 2 10-15,19-3-4 0,-10-2 3 0,1-1 4 16,-2-4 5-16,-1 0 6 0,1-2 20 0,-2 2 1 16,-1-7 10-16,3 0 4 0,-4-2 2 0,2-9 4 15,3 2 1-15,-1 0 0 0,-2 0 5 16,1-1 4-16,3 3 5 0,-5 3 0 0,0 3 7 15,-1 1 4-15,3 3 12 0,-5 2 1 0,1 3 7 16,0 2-18-16,0 2-10 0,-2-1 1 0,0 1-3 16,1 0-19-16,-1 4-18 0,-1 1-18 0,0 0 3 0,0 0-1 15,0 0-8-15,3 14 8 0,-3-3 0 0,-3 2 1 16,3 4 1-16,-4 8 3 0,3 0 0 16,-3 0 6-16,-1 0-3 0,5 0-15 0,0 5-14 15,0-11-21-15,0 5-5 0,3-5-14 0,-1-2-13 16,-1-2-19-16,-1-5-12 0,0 1-5 0,-1-3-27 15,1-2-13-15,-2 1-15 0,2-7-40 0,-3 4-273 16,3-4-521-16,0 0 231 0</inkml:trace>
  <inkml:trace contextRef="#ctx0" brushRef="#br0" timeOffset="7508.41">15487 1424 260 0,'0'0'253'0,"0"0"-20"0,0 0-25 15,0 0-19-15,0 0-23 0,23-5-11 0,-3 3-20 16,8-1-28-16,3 1-27 0,2 0-31 0,3-3-43 16,0 2-51-16,0 1-69 0,-6-3-167 0,1-2-303 15,-4 3 134-15</inkml:trace>
  <inkml:trace contextRef="#ctx0" brushRef="#br0" timeOffset="7830.16">16070 1405 31 0,'0'0'366'0,"0"0"-16"0,0 0-25 0,0 0-22 16,0 0-18-16,0 0-26 0,0 0-28 0,0 0-20 16,0 0-30-16,0 0-16 0,0 0-15 0,0 0-23 15,0 0-11-15,0 0-12 0,0 0-12 0,-4 7-11 16,4-7-6-16,1 11-8 0,-1 0-6 0,0-1-2 16,3-1-11-16,-2 3 0 0,0 1-5 0,-1 0-5 15,0-3-5-15,0 2-2 0,0 1-10 0,0-4-37 16,4-1-2-16,-3 0-17 0,-1-3-20 0,0 3-25 15,0-3 3-15,0-5-11 0,0 8 3 0,0-8-11 16,0 0-48-16,0 0-60 0,0 0-47 0,0 0-208 16,8-22-497-16,-7 12 220 0</inkml:trace>
  <inkml:trace contextRef="#ctx0" brushRef="#br0" timeOffset="7997.28">16108 1192 245 0,'-2'-3'283'0,"2"3"-15"0,-1-7-17 0,1 5-26 16,0 2-20-16,0 0-18 0,-2-5-21 0,2 5-17 16,0 0-22-16,0 0-22 0,0 0-10 0,0 0-29 15,9 7-28-15,-9-7-31 0,5 13-37 0,-3-6-37 16,3 2-64-16,2 1-235 0,-1-1-395 0,1 0 176 16</inkml:trace>
  <inkml:trace contextRef="#ctx0" brushRef="#br0" timeOffset="8415.42">16472 1371 33 0,'0'0'197'0,"-32"0"-2"0,24 3-20 0,5-1-22 15,-4 2-14-15,2 0-5 0,1 0-15 16,-7 3-11-16,4 0-7 0,2 4-10 0,-4 2-4 16,2-3-13-16,0 2-5 0,1 0-6 0,-1-2-10 15,1 5 4-15,1-4-11 0,0 1-3 0,2-1-4 16,2 0-2-16,1 1-2 0,0-2 9 0,4 1-2 16,0-3 0-16,3 1 3 0,0-1-6 0,0-2 2 15,5-2 0-15,3 1-5 0,-1-2-2 0,5-2-8 16,-1-1 4-16,-1-2-4 0,-2 0 0 0,3-5-6 15,-1-1 5-15,-2 0 2 0,0-3-7 16,-2-3 0-16,0-1-1 0,-4-2-2 0,-3 0-1 16,0-9-1-16,-4 9-3 0,-1-1-4 0,-1 2-2 15,-3 1 4-15,-1 3-6 0,-1 2 2 0,-2 1 0 16,-4-6-4-16,0 9 0 0,0-2-7 0,0 4 11 0,-1 0-5 16,-1 2-2-16,-1 2-8 0,4 1-12 15,-3-1-15-15,3 2-30 0,-2 0-19 0,2 1-18 16,5 1-58-16,-3 1-66 0,3-2-115 0,3 1-370 15,2-4 164-15</inkml:trace>
  <inkml:trace contextRef="#ctx0" brushRef="#br0" timeOffset="8831.86">16728 1378 77 0,'0'0'349'0,"0"0"-27"0,0 0-19 16,0 0-28-16,0 0-28 0,0 0-27 0,0 0-26 15,0 0-22-15,0 0-16 0,0 0-18 16,11 7-12-16,-10-3-25 0,2 2 3 0,-2-1-7 16,-1 4-9-16,0 1-15 0,0 2-3 0,4 1-9 15,-4-2-6-15,0 2-4 0,0-1-4 0,0-1-9 16,0-3 6-16,-1-1-9 0,2-1-1 0,-1 0-2 0,0-1 0 15,0-5-3-15,1 8 3 0,1-5-5 16,-2-3 7-16,0 0-4 0,0 0 2 0,0 0 7 16,26-13-5-16,-17 6-6 0,0-1 6 0,5-4 4 15,0-2-2-15,-1 1-15 0,1-2-9 0,0 4 13 16,-1 0 3-16,-4 4-3 0,1 1-3 0,-1-1-1 16,-1 2-1-16,-3 1-8 0,1 0 0 0,2 0 4 15,-3 3-13-15,-5 1 7 0,12-3-4 0,-12 3-7 16,0 0 1-16,18 6-5 0,-11-1-1 0,0 0-18 15,3 0-19-15,-1 4-22 0,1 3-33 0,-1-2-36 16,0 0-42-16,0-1-56 0,0-4-99 16,0 2-178-16,2-1-552 0,-1-4 245 0</inkml:trace>
  <inkml:trace contextRef="#ctx0" brushRef="#br0" timeOffset="8985.59">17267 1492 216 0,'0'0'301'0,"0"0"-16"0,0 0-26 0,0 0-28 16,0 0-18-16,0 0-29 0,0 0-29 0,0 0-48 15,-2 4-48-15,2-4-54 0,0 0-70 0,0 0-128 16,0 0-101-16,0 0-317 0,0 0 142 0</inkml:trace>
  <inkml:trace contextRef="#ctx0" brushRef="#br0" timeOffset="10520.22">9403 2420 98 0,'8'0'99'0,"2"0"-13"0,4 0-6 0,3-4-3 16,3 4-2-16,0-2-9 0,2 1-9 0,9 2 10 16,2-6-4-16,-2 3-4 0,1 1-2 0,2 1-4 15,-1-3-2-15,-1 2-12 0,7 0 4 0,-3-3 13 16,-2 4-21-16,4-3-9 0,15 1 4 0,-12 1-2 16,7-3-9-16,7 2 0 0,0-1 4 0,0 1 0 15,4-2-7-15,-2 1 11 0,3-1-9 0,-1 0-3 16,-3-1-2-16,5 5 0 0,-4-2 1 0,2-3-4 15,0 3 0-15,-1 2-3 0,1-5-2 0,-4 2 5 16,5 1-2-16,0-3 3 0,-4 3-5 0,11-1 2 16,-6 3-2-16,2-2-7 0,-1 2 7 0,0-3-3 15,4 2 2-15,-7-3-4 0,2 2 5 0,1 2-2 16,-5-2-7-16,1 2 7 0,-1-3 6 0,-1 3-9 16,-2 0 0-16,5 3-5 0,-3-3 3 15,2 0-1-15,-1-4 5 0,3 5-1 0,-2-1-1 0,-1 0-6 16,3 0 5-16,-2-1 1 0,0 1 0 0,1 0 4 15,1 1-1-15,-2-3-4 0,3 2 3 0,3-5-6 16,-3 5 3-16,3 0-6 0,0-2 6 16,-4 0 2-16,3 0-3 0,-2-1 0 0,-5 0 3 15,2-2-1-15,0 5-2 0,-5-2 1 0,3 2 3 16,-1 0 10-16,-1-1-11 0,2-4-4 0,-5-1 4 16,5 4 1-16,4-1-5 0,-1 2 2 0,-1-1-1 15,-2-2 2-15,0 1-1 0,-5 1-1 0,7 2 1 16,-2-6-3-16,-5 4 5 0,4-2 2 0,-6-2-3 15,-10 6-2-15,15-5 0 0,-2 0 5 0,-15 5-4 16,21 0 0-16,-20-4-4 0,21 2 2 0,-20-1 10 16,14 1-4-16,-1-1 8 0,3 3 3 0,-18-2 1 15,16 0-1-15,-15-1-3 0,14 3 1 0,-13-1-1 16,-1-3-1-16,16 0 0 0,-18 4 2 0,16-5-3 16,-15 5 1-16,0-4-1 0,0 0-5 0,3 0 11 15,-2 1-2-15,16-3 3 0,-20 2 1 0,2 0 1 16,5 1 3-16,-3 1-2 0,-1-2-6 0,-1 3 0 15,15-3 3-15,-14 3-8 0,3 0 2 0,1-2-3 16,-3 3-2-16,3-1 0 0,-3 4 2 0,-2-5-2 16,-4-1 3-16,3 1-1 0,-2 2-6 0,-2 2 4 15,-1-4-3-15,1 2 2 0,-4 0-2 0,1 2 1 16,-5-4-2-16,5 2 4 0,-9 0 6 0,3-3-5 16,-2 3 7-16,-2-2 1 0,1 2 7 0,-2 0-8 15,-2 0 9-15,-2 0 7 0,1 0 13 0,-1 0 2 16,-2 0 1-16,-2-1 9 0,-1-1 5 0,-2 2 1 15,2 0 5-15,-8 0 4 0,10 0-4 0,-6-2 3 16,-4 2-8-16,0 0 0 0,8 0-9 0,-8 0-1 16,0 0-5-16,7 2-5 0,-7-2-5 0,0 0-4 15,0 0-4-15,0 0-3 0,0 0 0 0,0 0-2 16,8 0 3-16,-8 0-12 0,0 0-15 0,0 0-24 16,0 0-24-16,0 0-44 0,0 0-38 0,0 0-62 15,0 0-70-15,0 0-157 0,0 0-454 0,0 0 200 16</inkml:trace>
  <inkml:trace contextRef="#ctx0" brushRef="#br0" timeOffset="14313.64">5609 4092 19 0,'9'13'114'0,"0"0"-2"16,4 3-12-16,-5-1-15 0,-3 3-1 0,0-1 1 15,1 3 0-15,-3 6 5 0,-2-1-2 0,-5-8-8 16,3 1 3-16,-8 1 3 0,3 0-1 0,-6 3-4 15,3-4-4-15,-5 6-4 0,1-8-1 0,3-1-3 16,-3 1-5-16,-1-2-7 0,3 1-3 0,-2 0-4 16,3-1-1-16,2-5-6 0,-1 2-5 0,0-4-5 15,4 2-1-15,0-4-2 0,1-2-7 0,0 2 4 16,3-1 13-16,-2-1 10 0,0 0 24 0,3-3 9 16,-3 5 7-16,3-5 2 0,-2 3 8 15,2-3 6-15,0 0-11 0,0 0-13 0,0 0-6 0,0 0-7 16,10-12-8-16,-4 5-8 0,2-3-4 0,-2 1-4 15,6-5-9-15,-2 1-1 0,1-3 3 0,3 0-13 16,-2 2-2-16,4-7-2 0,4 1-2 0,-5-1 0 16,4 1 1-16,-1 0-8 0,2 2 1 0,-4-4-4 15,0 7-2-15,2-2-1 0,-4 1 2 16,1 3 11-16,-2-2 2 0,0 3 5 0,0-2 5 0,-3 1 5 16,2 1 4-16,-2 3 0 0,-4 0 5 0,2 1 6 15,-3 1-10-15,0 2 0 0,-1 1-1 0,1 0-4 16,-2 0-4-16,-2 0-1 0,-1 4-10 0,4-3-5 15,0 1-8-15,-4 2-9 0,0 0-9 0,0 0-7 16,0 0-5-16,0 0 4 0,1 12-2 16,-2-6 10-16,0 5 1 0,-2 1-2 0,-1 5 0 0,3 1 6 15,-2-1-3-15,1 3-3 0,-2-2 6 0,1 1-1 16,3-1 4-16,0 2 5 0,0 0-4 0,0-3 1 16,4 0-2-16,0 0 5 0,1-1-3 0,3-3 0 15,-3-1 3-15,8 2 5 0,-1-3-2 0,4 2 0 16,0-3 2-16,6-3 4 0,6-2-38 15,4-1-50-15,-4-2-65 0,4-1-87 0,0-1-110 0,-2-5-191 16,1 0-572-16,0-7 254 0</inkml:trace>
  <inkml:trace contextRef="#ctx0" brushRef="#br0" timeOffset="15498.21">5499 4085 130 0,'-1'-1'189'0,"1"1"-2"0,0 0-5 0,0 0-3 15,-1-6-6-15,1 6-13 0,0 0-10 0,0 0-11 16,2-5-13-16,-2 5-7 0,4-5-7 0,0 4-15 16,0-2-9-16,0 1-10 0,1-1-5 0,1 0-9 15,-1-1-7-15,3 3-6 0,3 0-4 0,0 0-6 16,1 1-6-16,1 1-2 0,0 0-6 0,1 4 0 15,3 2 7-15,1 1-9 0,-2 0 0 16,1 5 2-16,-1 0 3 0,0 0-4 0,2 8-2 0,-3-1 0 16,-5-1-2-16,-2-2 0 0,-2 2 1 0,-1 6-5 15,-2 0 1-15,-3 1-3 0,-3-7 2 16,2 2-2-16,-4-2-3 0,-5 3 3 0,0-5 0 16,1 0-1-16,1-4 15 0,-4 1-13 0,5 0 1 15,0-4 1-15,2 0-1 0,-1-3-2 0,-3 2-1 16,5-2-1-16,-2 4 0 0,2-7 4 0,0-1 2 0,0-1 3 15,4-2 14-15,-6 4 5 0,6-4 14 0,-4 4 17 16,4-4 8-16,0 0-8 0,0 0-9 0,0 0-1 16,0 0-8-16,-4-15-11 0,4 15-5 0,4-13-6 15,0 6-4-15,1-4-3 0,2-1-14 16,2-2-5-16,-2-3-13 0,9-5-1 0,-1 1-5 16,1 0-4-16,0 2-2 0,0-5 0 0,3 3 1 0,-5 0 2 15,4 0 0-15,-5 6 0 0,6-5-4 16,-6 4 6-16,6-3 2 0,-6 3 1 0,0 3 0 0,-2 0 4 15,-2 4-2-15,-2-1 5 0,0 1 3 16,-1 2 4-16,0 1 12 0,-2 0 0 0,-2 2 5 16,2 0-5-16,0 1 2 0,-2-1-4 0,1 1-1 15,-3 3 4-15,2-3-7 0,-2 3-1 0,4-4-6 0,-4 4 5 16,0 0-3-16,1-3-4 0,-1 3-6 16,0 0 0-16,0 0 2 0,0 0 1 0,0 0-4 15,0 0 5-15,0 0 0 0,0 0-2 0,-9 12 2 16,7-10-2-16,1 1-3 0,1-3 4 0,-5 4-1 15,5-4 4-15,0 0 0 0,-3 2-2 0,3-2-2 16,-2 2 1-16,2-2-1 0,0 0 1 0,0 0 2 16,0 0-2-16,-3 4 0 0,3-4-1 0,-1 5 2 15,1-5-3-15,-3 8-2 0,2-3 3 0,-1 2 1 16,0 2 1-16,-1 2-1 0,1 1 0 0,-1 2-4 16,1 3 0-16,-1 2 1 0,2 0 2 0,0 0 2 15,1 7 2-15,0-1-2 0,1-5 3 0,-1-1-1 16,3 8-4-16,-2-8 5 0,4 0 2 0,-3 1 1 15,3-3 3-15,-1 2-4 0,2-1 4 0,0-1-1 16,0-2-4-16,1-3 4 0,0-1 0 0,1-2 1 16,7 1 14-16,2-2-3 0,3-2 1 0,11-1 1 15,1-5-2-15,5-2-16 0,3-3-36 0,-3-5-53 16,14-5-61-16,-18 1-80 0,0 2-105 0,2-5-192 16,-5 0-568-16,-3 3 251 0</inkml:trace>
  <inkml:trace contextRef="#ctx0" brushRef="#br0" timeOffset="16180.45">6166 3755 225 0,'0'-5'284'0,"2"1"-15"0,-2 0-14 16,2 0-15-16,0-1-13 0,0 2-19 0,2 0-17 0,-2 1-18 15,-2 2-16-15,7-7-16 0,-5 6-20 16,3 0-14-16,-5 1-10 0,9 0 1 0,0 0-25 16,-1 0-5-16,2 6 4 0,3-1-10 0,-4 1-2 15,0 3-5-15,5 3 5 0,-4 2-7 0,-1 1-2 16,0 1-12-16,0 1 4 0,-5 1-3 0,1 1-5 16,-5 1 1-16,0 6-6 0,-1-7-5 0,-3 1 4 0,-1 3-5 15,0-5-1-15,-3-2 0 0,3 2-4 16,0-6-2-16,1-4-4 0,-1 4 5 0,1-5-9 15,0 1 3-15,3-2-2 0,-3-1 1 0,4-2 14 16,-1 0-13-16,1-3 5 0,0 0-4 0,5 6 2 16,1-6-1-16,6-4 3 0,2 3-6 0,4-2 2 15,2-1-4-15,7-1 0 0,-8-2 7 0,9 2-9 16,-1 1-1-16,-8-1-1 0,-1-1-3 0,1 0 3 16,-6 6-2-16,1-3 3 0,-2 1-2 0,-4-1 2 15,-1 3-7-15,-1-3-21 0,-1 2-17 0,-5 1-21 16,11-1-14-16,-11 1-26 0,0 0-36 0,0 0-40 15,0 0-46-15,-21 5-60 0,6 0-203 0,6-3-524 16,-1 0 232-16</inkml:trace>
  <inkml:trace contextRef="#ctx0" brushRef="#br0" timeOffset="17165.34">7378 4150 222 0,'1'-7'282'0,"-1"-2"-21"16,0 0-9-16,-4 1-25 0,3-2-19 0,-4 5-18 16,-4-4-11-16,1 1-20 0,-6-1-9 0,-4 1-16 15,0 2-10-15,-5 1-9 0,0 2-11 0,-6 0-14 16,-3 3-5-16,3 0-4 0,-2 3-3 0,-1 2-13 15,5-1-5-15,-1 4-6 0,9-1-10 0,0 3-3 16,0 0-6-16,3 3-2 0,0-1-4 0,3-1-1 16,0 4-8-16,0-1-1 0,8-6 1 0,0 4 0 15,0 1-4-15,5 0-1 0,5-1-1 16,0 5 1-16,3-9 1 0,2 4-2 0,7 0-1 0,3-4-4 16,6 2 2-16,1-6-7 0,1 0-6 0,-7-1 0 15,7-6 3-15,-6 0-4 0,6-1 4 0,-7-3-4 16,3-5 3-16,0-2 0 0,-2-3 2 15,-3-1 17-15,-1-2 6 0,-3-3 7 0,-1-5 2 0,-2 1 8 16,-2-4-7-16,-1-2 7 0,-4-1 2 16,-1-16-4-16,-3 3 1 0,2 2 4 0,-3-6 9 0,0 18 9 15,-4 0 27-15,4 5 20 0,-4-1 3 0,0 4-2 16,0 5 9-16,2 4 0 0,-3 0 4 0,2 5-3 16,0 2-4-16,0 1-10 0,3 1-12 0,-3 2-11 15,2 0-11-15,1 1-11 0,-3 1-11 0,3 3-40 16,0-5-31-16,0 5-33 0,0 0-20 0,0 0 6 15,0 0 0-15,-5 17 12 0,5-4 11 0,-1 12 0 16,-3 2 4-16,4 3 11 0,-3 6-3 0,1 0 7 16,1-1 8-16,4 12 16 0,0-10-15 0,-2-2-1 15,2 0 5-15,0-2 3 0,-1 2-5 16,2-4 5-16,-3-2 2 0,2-3 6 0,-2-6-3 0,3-2 1 16,-4-2-2-16,1-4 7 0,2 0 7 0,-2-3-12 15,3 2 2-15,-3-4-7 0,-1 0 11 0,0 0 1 16,1-3-5-16,2 1 5 0,-3-1-7 15,1 0 5-15,2-1-3 0,-2 0-1 0,-1-3 5 0,0 6-2 16,0-6-2-16,0 3 15 0,0-3-15 16,0 0 2-16,3 2 5 0,-3-2-5 0,0 0 0 0,0 0-1 15,0 0 8-15,0 0-2 0,0 0-1 0,0 0 5 16,0 0 0-16,0 0 4 0,0 0-2 0,0 0 10 16,0 0-1-16,0 0 5 0,0 0 0 0,0 0-5 15,0 0-30-15,20-9-27 0,1 2-51 16,8-5-71-16,0-3-74 0,6-2-119 0,-1-3-355 0,11-9-763 15,-4 0 338-15</inkml:trace>
  <inkml:trace contextRef="#ctx0" brushRef="#br0" timeOffset="17829.39">7445 3273 225 0,'8'-3'233'0,"-3"-1"-13"0,0 1-14 15,0 0-11-15,1 2-16 0,1 1-13 0,2-1-14 16,0-1-11-16,3 2-2 0,0 2-16 0,1 0-6 16,1 1-12-16,-1 2 25 0,-4 2-7 0,1-2-15 15,-1 4-6-15,0-1-12 0,-1 4-12 0,-2 2-4 16,-1-3-1-16,-2 5-7 0,-3 1-4 0,-2 0-7 16,-4 3-2-16,2-2-5 0,-1-1-4 0,-5-1-5 15,1 0-6-15,0 0-5 0,-4-3-3 0,3 1 3 16,2-1-5-16,-2-6 0 0,5 4-6 0,-3-5 4 15,3 3-4-15,1-6-5 0,-1 4 5 0,4-2-2 16,-4-3 1-16,5-2 8 0,-3 5 9 0,3-5 8 16,0 0 4-16,0 0 9 0,4 6 10 0,-4-6-2 15,15 1 6-15,-3-1-12 0,2 0-1 0,4 0 1 16,1 0-3-16,-2 0-11 0,1 0 1 0,-4 0-5 16,0-1-3-16,2 0 0 0,-2-1-6 0,-2 1-4 15,-3 1 3-15,-2 0-9 0,-1 0 4 0,0 0 0 16,-2-1-9-16,-4 1-11 0,0 0-4 0,10 0-26 15,-10 0-18-15,0 0-21 0,0 0-19 0,0 0-33 16,0 0-39-16,0 0-46 0,-10 9-77 0,4-6-322 16,6-3-651-16,-12 5 289 0</inkml:trace>
  <inkml:trace contextRef="#ctx0" brushRef="#br0" timeOffset="18678.7">7821 3862 305 0,'3'-7'304'0,"-3"2"-11"0,1 1-4 0,-1 1-16 0,0-2-17 16,0 5-22-16,0-6-17 0,0 6-23 0,1-3-16 16,-1 3-24-16,0 0-19 0,0 0-14 0,0 0-18 15,0 0-9-15,0 0-11 0,0 0-8 0,10 14-15 16,-7-8-14-16,4 4-3 0,-1-2-15 0,0 5-12 15,1-1-9-15,0 1-7 0,3 0-11 16,-1 2-10-16,0-4-1 0,0 0-4 0,-1-3 2 0,0 0 1 16,-2-2 0-16,4-1 7 0,-6 0-2 0,5-5 2 15,-3 2 3-15,3-2-2 0,-1-2 5 0,-2-1 0 16,3-3 2-16,0 0-1 0,-1-2 5 0,0-1-1 16,-2-2 2-16,2 2 9 0,-2-2 9 15,-1-1 4-15,-1-1 4 0,1-1 7 0,-1 4 7 16,-1-2 3-16,0 2 5 0,0 0 2 0,-2 4 3 0,-1-1-2 15,3 1-6-15,-3 2-6 0,1 0-6 0,-1 4-15 16,3-5-16-16,-3 5-12 0,0 0 1 0,0 0-1 16,0 0-1-16,2 11 2 0,-2-1 4 15,1 4-3-15,-1 3 3 0,0 9 2 0,-2 2 2 16,2 1 1-16,0 4 2 0,0 1-3 0,-4 3 2 0,4-2 1 16,3-2 1-16,-3 2 2 0,0-1 0 0,2 0 1 15,1 0-1-15,-1-4 3 0,1 1 3 0,-2-1 6 16,0-1-8-16,2 1 0 0,-2-5-3 0,-2-5-4 15,0 0 2-15,-1 1-5 0,-3-5 2 16,1 1-4-16,-2 0 2 0,-1-6 1 0,-1-2-2 16,-4 0 1-16,3-2 3 0,-5 0-4 0,-1-4 5 0,-3 0-1 15,1-4-2-15,-2 1 3 0,0-5 0 0,2-4 1 16,0 1 4-16,1-3 12 0,1 0 9 16,2-3 10-16,2 0 6 0,2-4 2 0,0-7 6 15,1 0 3-15,8-3-4 0,0-2-5 0,5-2 5 16,4 1-19-16,0-2 9 0,8 0-13 0,-2 2-5 0,2 0-6 15,1-1 2-15,3 7-3 0,-2 2-5 0,1 1 5 16,1 1-3-16,2 3-8 0,-6 6 6 16,5-3-4-16,-6 4 7 0,0 3-10 0,-4 0 0 15,-3 2 7-15,2 2 5 0,-5 0 2 0,3 0-4 16,-4 1 5-16,0 1-7 0,0-1 0 0,-2 2 1 16,1 0-8-16,-4 1-3 0,3-4-14 0,-3 4-9 0,5-2-39 15,-5 2-6-15,0 0-17 0,0 0-31 0,2 8-46 16,-7-3-60-16,2 1-86 0,-3-1-243 0,-1 1-596 15,3 0 264-15</inkml:trace>
  <inkml:trace contextRef="#ctx0" brushRef="#br0" timeOffset="19400.95">6914 4971 41 0,'-9'0'161'0,"9"0"4"0,0 0-8 0,0 0-2 15,-8 3-2-15,8-3-11 0,0 0 0 0,0 0-12 16,0 0-8-16,0 0-19 0,0 0 0 0,0 0-16 16,0 0-6-16,0 0-7 0,0 0-9 0,0 0-4 15,0 0-14-15,0 0-2 0,-5 0 0 0,5 0-3 16,0 0-9-16,0 0 2 0,0 0-9 15,0 0-3-15,0 0 2 0,0 0-2 0,0 0 0 0,0 0-4 16,0 0-2-16,0 0 0 0,0 0-6 0,0 0 4 16,0 0-7-16,0 0 6 0,0 0-4 0,0 0 2 15,0 0-3-15,0 0 2 0,0 0 6 0,0 0 3 16,0 0 1-16,31-3 2 0,-12 3 0 0,2 0 0 16,12-3-1-16,6-1 1 0,17-1-4 0,7 3 4 15,28-4 0-15,-1 0 3 0,8 2 10 0,0-4 3 16,8 0-2-16,0 4 2 0,3-1-1 0,-6-2 0 15,-4 1-2-15,-32 2-4 0,-3 0 1 16,3-1 7-16,-9-1 5 0,-4 2 6 0,-4-1 19 0,-13 1-11 16,-3 0 1-16,-5 0-2 0,-8 1-1 0,-1-1-4 15,-8 3 0-15,2-2-7 0,-5 1-1 0,-1 2 3 16,-3-3-6-16,4 2-13 0,-6 0-24 0,0-2-34 16,-3 3-50-16,0 0-54 0,0 0-53 0,0 0-86 15,-22 0-246-15,1 3-561 0,2-1 249 16</inkml:trace>
  <inkml:trace contextRef="#ctx0" brushRef="#br0" timeOffset="20312.25">7558 5477 84 0,'-20'-1'155'0,"0"0"-9"0,-9 1-8 15,-1 0-5-15,4 1-5 0,-5 2-6 0,3 2-2 16,0 0 3-16,1 2-11 0,4-1-4 0,5 0-5 16,-1 2-7-16,1 1-9 0,1 2-6 0,4 0-12 15,0 1-5-15,1 0-3 0,2 3-9 0,2-1-1 16,2 1-7-16,3-3-2 0,3 7-6 0,4-2 0 16,-1-6-1-16,2 0 1 0,6 3-1 0,1-4 3 15,1 1-3-15,4-3-1 0,1 0-3 0,0-3-3 16,3-4 1-16,0 0 3 0,-3-1-5 0,0-2 5 15,-1-3 9-15,-1-2 6 0,1-2 6 0,10-7 10 16,-12 3 4-16,0-8 13 0,1-1 1 0,-7-2 3 16,7-3 1-16,-9 0-9 0,0-5 3 0,-1-2 0 15,-3-2-7-15,6-11-11 0,-8 11-1 0,2-13-7 16,0 1 8-16,-1 13-2 0,-2-12-2 0,-4 14 24 16,3 1 13-16,-5 3 3 0,2 4 5 0,4 8 3 15,-3 4 4-15,3 2-11 0,-1 1-9 0,1 3-9 16,-2 1-15-16,0 1-9 0,2 2-28 0,-1-2-35 15,1 5-13-15,0 0 3 0,0 0 2 0,-3 21 3 16,3-3-6-16,2 7 15 0,-4 4-26 0,4 4 21 16,-1 13-18-16,0-12 9 0,3 3 18 0,4 12 4 15,-2-15-8-15,-1 1 5 0,0-2-1 0,8 1 3 16,-4-7-1-16,1 1 4 0,-2-5-4 0,1-4-9 16,-4-5-16-16,3-4-3 0,-3 2-22 0,-1-4 1 15,-2-1-8-15,1-2-6 0,-2 0-3 0,0-1-1 16,2 0-5-16,-3-1 1 0,0-3-24 0,0 0-57 15,0 0-49-15,0 0-66 0,0 0-315 0,0-14-626 16,-3 12 278-16</inkml:trace>
  <inkml:trace contextRef="#ctx0" brushRef="#br0" timeOffset="20797.72">7789 5343 51 0,'9'-4'243'0,"-5"2"-17"0,1 1-15 16,-5 1-16-16,14-1-13 0,-5 2-12 0,3 3-10 15,-1 0-8-15,-2 0-11 0,3 2-6 0,4 6-11 16,-3 0-7-16,2 0-12 0,-2 2-7 0,0 2-4 16,-3 2-6-16,-1-2-6 0,1 2-7 0,-5 2-6 15,3 4-2-15,-3-5-6 0,-5 0 0 0,-4 1-5 16,0-1 4-16,-2 5-7 0,-2-5-3 0,-2-2 0 15,2 0-8-15,-1-2-8 0,-1-2 0 0,5-4 1 16,-3-1-3-16,1 1 0 0,1-5 2 0,0 1 6 16,3 0 13-16,0-2 17 0,0-1 15 0,1 1 30 15,2-3 30-15,0 0-6 0,0 0-10 0,0 0-8 16,-5-12-10-16,7 3-10 0,1-2-9 0,-2-8-12 16,8-5-11-16,2-1-4 0,0 0-11 0,3-5-5 15,1 2-9-15,1 2 2 0,0 2-10 0,3-2-5 16,-10 9-2-16,3 2 0 0,-2 1-6 0,-5 2 3 15,0 4-6-15,2-1-2 0,-4 4-1 0,0 1-8 16,2 0 2-16,-1 0-15 0,-2 1-2 0,-2 3-7 16,0 0 0-16,0 0 0 0,9 12 2 0,-6-3-4 15,1 3 4-15,-2 5-1 0,2 0 14 0,1 3-13 16,-1 0 5-16,2 4 4 0,0 1-3 0,0-6 10 16,0 2-3-16,1-2 3 0,0 0-3 0,4-3-18 15,0-1-25-15,-2-3-31 0,0-3-37 0,1 0-39 16,-1-1-39-16,-1-4-61 0,2-1-99 0,-2-5-290 15,-8 2-695-15,10-5 307 0</inkml:trace>
  <inkml:trace contextRef="#ctx0" brushRef="#br0" timeOffset="21237.33">8261 5208 247 0,'0'0'366'0,"1"-4"-17"0,-1 4-22 16,0-5-26-16,0 5-17 0,0 0-25 0,3-3-33 15,-3 3-23-15,0 0-24 0,0 0-15 0,0 0-21 16,0 0-11-16,13 8-4 0,-6-3-25 0,-1 0-9 0,0 4-11 16,0-3-15-16,-1 5 11 0,-1-2-8 15,0 1-11-15,-1 2 0 0,1 2-10 0,-2 1 3 16,-2-2-9-16,1 1 0 0,-1 3-5 0,-1-4 1 15,1-2-21-15,-3-1 17 0,2 0-13 0,2-2 11 16,-2 0-1-16,-2-3-6 0,1 0-5 0,0 1-1 0,1-2 3 16,1-4-7-16,0 0 13 0,-1 6-2 15,1-6 24-15,-2 4 3 0,2-4 3 0,7 2 11 16,-7-2-6-16,13-3-8 0,1 0 0 0,6-1-8 16,7-3-2-16,-3-1-23 0,7 0 11 0,-3 1-3 15,3 1-5-15,-3 2-1 0,3 0 2 0,-2-3-5 16,0 2-2-16,-2 1-2 0,1 1-3 0,-6 1-3 15,-4-1-3-15,-4 1 5 0,-4 2-1 0,0-3-3 16,-1 3 5-16,-4 0-8 0,1-1-1 0,-1 0 2 16,-5 1 0-16,0 0-17 0,9 0-17 0,-9 0-35 0,0 0-28 15,0 0-41-15,6-2-50 0,-6 2-70 16,0 0-100-16,0 0-355 0,0 0-763 0,0 0 338 16</inkml:trace>
  <inkml:trace contextRef="#ctx0" brushRef="#br0" timeOffset="23079.69">9614 4761 87 0,'0'0'174'0,"0"0"-3"16,-9-2-9-16,9 2-5 0,0 0-14 0,-6 2-1 16,6-2-21-16,0 0-12 0,0 0-7 0,0 0-5 15,0 0-6-15,-7-2-9 0,7 2-5 0,0 0-3 16,0 0-9-16,0 0 1 0,0 0-3 0,0 0-1 16,0 0-1-16,0 0-5 0,0 0 1 0,0 0 2 15,0 0 0-15,0 0-3 0,0 0-3 0,0 0 1 16,0 0-1-16,0 0-5 0,0 0 1 0,0 0-4 15,0 0 0-15,-2 4-4 0,2-4-1 0,0 0-4 16,0 0-2-16,0 0 0 0,0 0-1 0,0 0 7 16,0 0 0-16,0 0-1 0,0 0-9 0,0 0 1 15,19-6-4-15,-8 5-2 0,10-4-5 0,7 0-1 16,5 1-2-16,4-4-1 0,17-1 1 0,-4 2-5 16,2-3 1-16,-1 7-1 0,-11-4-3 0,12-2-3 15,-16 6-1-15,1 0 1 0,-5-1-1 0,1 0-3 16,-6 2-18-16,-8 0-16 0,-6 2-24 0,2-3-19 15,-5 3-20-15,-2 0-7 0,-3-2-5 0,-5 2-19 16,8-2-44-16,-8 2-19 0,0 0-23 0,0 0-150 16,-23-7-392-16,9 7 174 0</inkml:trace>
  <inkml:trace contextRef="#ctx0" brushRef="#br0" timeOffset="23345.23">9923 4584 109 0,'-2'-11'284'0,"-4"3"-1"0,1-1-5 0,2 3-7 16,0-2-1-16,0 4-8 0,2-1-9 0,-1 0-14 15,-1 0-25-15,2 3-13 0,1 2-23 0,-3-7-24 16,3 7-21-16,0 0-19 0,0 0-15 0,0 0-8 16,0 0-11-16,-4 20-6 0,4-6-7 0,-2 5-10 15,0 6-4-15,1 3-5 0,1 2-9 0,3 0 0 16,-1 0-2-16,-2-1 0 0,4 0 11 0,1-1-20 15,-1 0-11-15,1-7-24 0,-1-2-21 0,2-3-27 16,-2-4-25-16,0 0-28 0,0 0-48 0,-1-4-38 16,0-2-50-16,0-1-288 0,2-2-574 0,0 0 254 15</inkml:trace>
  <inkml:trace contextRef="#ctx0" brushRef="#br0" timeOffset="23895.99">10537 4345 163 0,'3'-4'279'0,"0"1"-35"0,2-1-26 15,1 3-21-15,2 0-20 0,1-1-19 0,1 2-13 16,3 0-17-16,5 3-13 0,-4 3-10 0,4 2-7 16,0 1-5-16,0 3-9 0,1 5-8 0,0 3-5 15,-4-7-2-15,-5 4-6 0,2 6-8 0,-2 1 1 16,-1-5-4-16,-5 6-1 0,-3-5-6 0,1 6 4 16,-5-2-4-16,-3-4-1 0,-1-2-3 0,0 0-6 15,-2 1 2-15,0-2-1 0,-1-5 0 0,2-2 2 16,0 0-2-16,0-3 4 0,0 0 3 0,2-2-2 15,1-1 8-15,1-1 15 0,2 1 17 0,-3-2 38 16,2-1 18-16,3-1-18 0,0 0 6 0,-5-10-8 16,5 4-13-16,5-3-7 0,-1-2-14 0,4-6-13 15,2-8-7-15,4 1-5 0,4-7-7 0,0 4-8 16,2 1-7-16,-2-3-5 0,0 4-14 0,0 1-2 16,0 6 5-16,-8 3-4 0,3 1-2 0,-7 4-1 15,3 2 0-15,-5 1-17 0,4 1 16 0,-6 1-7 16,2 2 1-16,-1-2-26 0,0 2-18 0,-3 3-5 15,0 0-2-15,0 0 5 0,-1 12 6 0,-4-2 3 16,-4 2 6-16,-1 4 0 0,2 0-1 0,-1 8 22 16,2 2-23-16,0-7 18 0,2 6 0 0,1-1-1 15,4-4-2-15,0 5 4 0,4-7-3 0,1 1-8 16,9 5 1-16,-1-9-10 0,2 0-14 0,10-1-26 16,2-1-42-16,4-3-39 0,4-3-53 0,-1-3-69 15,6-1-315-15,0-3-635 0,0-5 282 0</inkml:trace>
  <inkml:trace contextRef="#ctx0" brushRef="#br0" timeOffset="24422.37">11855 4454 163 0,'-9'-4'202'0,"-1"0"-11"0,1 1-11 0,-5-1-10 16,1 2-9-16,-5 1-9 0,6 1-14 0,-9 1-13 15,2 1-8-15,1 1-11 0,-1 4-11 0,1-2-9 16,-2 2-9-16,1 2-6 0,0 3-7 0,2-5-8 16,1 5-5-16,1 1-4 0,0 7-2 0,1-6-3 15,2 2-5-15,1-2-3 0,-1 0-4 0,3 2-5 16,5-1-2-16,-2 0 7 0,5-2-12 0,-2-1 2 16,6-2-6-16,-2 1 5 0,5-2 6 0,-2-2 4 15,4-1 0-15,0 1 0 0,4-3-1 16,-2-3-4-16,3-1 7 0,3-1 0 0,3-2 7 0,-3-4 9 15,3 0 6-15,-4-5 11 0,2 3 12 0,-1-4 1 16,-3-2 0-16,2-8 4 0,-5 1 1 0,3-2-7 16,-1-2-1-16,-5-2-3 0,2-1-7 0,-4-7-10 15,-1 5-1-15,0-15-8 0,-3 10 4 0,3-14 0 16,-5 5 11-16,-2-1 10 0,-2 0 9 16,1 13-6-16,-1 2 8 0,1 5 1 0,-1 2 13 0,0 5 17 15,1 2 4-15,2 4 1 0,-1 4-8 0,3 2-10 16,-4 1-11-16,3 1-13 0,1-1-13 0,0 6-28 15,-1-3-36-15,-2 1-44 0,3 2-25 0,0 0 10 16,-4 15 12-16,0 0 3 0,-2 9 6 16,5 6 6-16,-3 2 17 0,0 1-6 0,4 2 1 0,0-1 8 15,4 0-3-15,-3-2 0 0,6 0 6 0,-1 1 1 16,-1-5 8-16,4 1-4 0,0-4-4 0,0 0-2 16,-4-8-2-16,1 1-17 0,0-1-8 15,-1-4-19-15,0-1-27 0,-1-2-23 0,-1-1-26 16,0-2-32-16,0 0-18 0,-1-2-21 0,-1 0-10 0,-1-5-35 15,4 3-300-15,-4-3-596 0,0 0 265 0</inkml:trace>
  <inkml:trace contextRef="#ctx0" brushRef="#br0" timeOffset="25012.92">11923 4244 39 0,'1'-3'288'0,"2"0"-16"0,-3-1-21 16,0 4-20-16,1-7-17 0,-1 5-20 0,0 2-19 15,0-4-21-15,0 4-18 0,0 0-17 0,0 0-10 16,0 0-11-16,12 6-8 0,-8 0-11 0,-1-1-8 16,5 3-6-16,0 1 2 0,-2-1-16 0,4 3-5 15,0 3-7-15,2-3-11 0,-2-1-3 0,0-2-2 16,1 0-4-16,0 0-1 0,-3-2-1 0,1 0-4 16,2-2 3-16,-6-2-4 0,0-2 2 0,3 0-3 15,-8 0-2-15,14-5-1 0,-8-3 17 0,2 0 3 16,-3-2 14-16,3-1 2 0,-2-3 11 0,1-2 8 15,-3 0 4-15,1 3 5 0,-4-2 7 0,3 1 6 16,-2 2 6-16,2 2 10 0,0-1 1 0,-3 5-5 16,1-1-3-16,-2 0-9 0,2 2-13 0,-2 4-7 15,0-4-20-15,0 5-23 0,3-4-30 0,-3 4 3 16,0 0-4-16,1 10-5 0,-1 1 11 16,0 4 0-16,-1 7-2 0,1 5 2 0,-3 2-5 0,3 3 3 15,-1 4 0-15,-3 14-4 0,0-3 9 0,-2 1 0 16,2-14 2-16,0 0 1 0,3 2 0 0,-3-4-4 15,0 2 4-15,3-3 0 0,-3 1-1 0,3-5-1 16,-2-4 2-16,-2-3-6 0,1-2 4 0,3-2 0 16,-3-7-3-16,3 1 0 0,-3-1-1 15,0-4 9-15,0 0-4 0,-1-3-3 0,-1-2 3 0,-2 0 3 16,-1-2 14-16,0-3 5 0,-1-4 20 0,2 2 8 16,1-8 11-16,-2 0 0 0,2-2 10 0,2-2 4 15,3-8-11-15,4 0-4 0,2-3-7 0,3-5-6 16,5-1-3-16,8-6-5 0,-4 9-7 0,4 4-6 15,1 2 0-15,2 1-5 0,-1 2-5 0,1 4 6 16,-3 2-11-16,-3 4-1 0,-1 2-4 0,2 1 7 16,-2 4-8-16,2-1 5 0,-7 0-4 0,0 4-32 15,1-1-12-15,-7 4-24 0,4-2-47 0,-4 2-42 16,0 1-15-16,-5 0-7 0,8 4-14 0,-8 2-9 16,-4 2-27-16,-1 4-44 0,-4 1-75 0,-5 0-216 15,-3 6-601-15,2 3 266 0</inkml:trace>
  <inkml:trace contextRef="#ctx0" brushRef="#br0" timeOffset="25412.06">11252 5049 228 0,'-6'1'254'0,"-1"-1"-3"16,7 0-13-16,-10 0-6 0,10 0-14 0,-6 0-10 15,6 0-16-15,-6 1-12 0,6-1-8 0,0 0-11 16,0 0-16-16,-6 1-8 0,6-1-11 0,0 0-11 16,0 0-10-16,0 0-8 0,0 0-3 0,0 0-16 15,0 0 2-15,22-8-13 0,-3 3-4 16,9 0-5-16,7 0-8 0,17-4-5 0,7 3-4 0,6-4-3 15,28-1-4-15,1 1-4 0,0-2-4 0,2 2 18 16,4 0 3-16,-1 1 14 0,-3 0-1 0,-31 4-5 16,27-4-3-16,-37 3 3 0,-16 2-3 0,-4-2 7 15,-1 1 7-15,-8-1 6 0,-4 3 6 16,-5-1 9-16,-1 3 2 0,-5-2-7 0,-5 2-6 0,-1-1-14 16,0 1-5-16,-5 1-19 0,7-2-39 0,-7 2-57 15,0 0-53-15,0 0-58 0,-26-2-57 0,8 3-65 16,-1 2-393-16,-3 0-740 0,3-2 328 0</inkml:trace>
  <inkml:trace contextRef="#ctx0" brushRef="#br0" timeOffset="26229.27">12108 5518 183 0,'0'-10'247'0,"-1"4"-13"16,-3-3-14-16,0 1-14 0,-1 0-18 0,0-1-14 16,-1-1-13-16,-1 2-12 0,-2 3-11 0,-1 1-14 15,-3 1-8-15,1 1-6 0,-1 2-10 0,-2 2-4 16,-5-2-9-16,2 3-6 0,-1 3-4 0,0 2-12 15,4 0-4-15,-5 3-11 0,5 0-3 16,2 2-3-16,-1 0-4 0,4 1-5 0,0 1-2 0,0-1-8 16,3 1 2-16,2 0-3 0,3-3-3 0,2 0 0 15,1 2-3-15,2-2 1 0,3 0 1 16,-1-4 1-16,4 2-4 0,1-3-1 0,-1 2 10 0,3-3-1 16,-1-1 3-16,3-4 6 0,-1-1 9 15,0-2 12-15,1-1 14 0,-4-4 9 0,7-2 15 0,-6-2-2 16,3-3 8-16,-2-5-1 0,1-3 10 0,-1-2-3 15,-3-3-7-15,-2 1-6 0,0-6 1 16,0-16-10-16,-2 13-14 0,-1 0 6 0,-2-9-5 16,1 7 3-16,-3 3 9 0,0 4 8 0,0 1 9 15,-2 4 11-15,2 6 9 0,-1 4 0 0,1 5-4 0,0-1-11 16,-2 3-14-16,-1 1-10 0,2 2-14 0,-1 0-25 16,1 2-37-16,1 3-35 0,0 0 0 15,0 0 7-15,0 13 1 0,-1 2-1 0,-2 2 7 0,3 9 0 16,2 3 2-16,-1 6 6 0,-1-2-1 0,-1 5-2 15,3 8-36-15,-1-16-34 0,2 1-13 0,2 1-13 16,0-3-24-16,0 0-19 0,-1-5-24 0,-3-7-22 16,3 0-20-16,0-5-30 0,-1-2-30 0,1-3-69 15,-2-2-277-15,2-5-672 0,-4 0 297 0</inkml:trace>
  <inkml:trace contextRef="#ctx0" brushRef="#br0" timeOffset="26629.55">12301 5288 39 0,'2'-2'300'0,"0"-4"-28"0,3 4-27 16,-2 0-27-16,-3 2-20 0,11-1-15 0,-6 1-7 15,3 3-14-15,-2 2-14 0,6 3-7 0,-3 1-7 16,1 5-10-16,0 1-9 0,-2 5-8 0,2 2-12 16,-2 2-7-16,-3 2-9 0,-3-1-4 0,-2 4-7 15,2-5-3-15,-4 2-10 0,-3 1-4 0,0-3-5 16,-1-5 4-16,0-1-10 0,2-2-3 0,-1-3-6 15,1-3 3-15,1-3-6 0,-1 0-3 0,3-3 4 16,0 1 35-16,-3 0 30 0,4-3 59 0,0-2 33 16,0 0-12-16,0 0-15 0,0 0-17 0,14-16-16 15,-5 2-14-15,1-1-14 0,8-7-7 0,-1 2-12 16,1-5-8-16,3-3-2 0,0 2-13 0,-3-6-8 16,15-7-11-16,-13 10-3 0,1 3-9 0,-6 0 0 15,3 5-2-15,-8 5 8 0,-1 3 1 0,-3 6 1 16,2-2 0-16,-4 3-1 0,-1 2-10 0,-1 1-16 15,1-1-22-15,-1 2-8 0,-2 2 0 0,0 0 0 16,-1 16 5-16,0-4 1 0,-1 3 5 0,1 6 4 16,0 5 9-16,3 0-12 0,2 0 3 0,2 3 1 15,5-2-14-15,6 0-26 0,5-3-24 0,9-3-52 16,1-1-73-16,19-3-88 0,0-7-481 0,7-6-828 16,-2-6 367-16</inkml:trace>
  <inkml:trace contextRef="#ctx0" brushRef="#br0" timeOffset="28045.72">13598 4745 112 0,'-6'1'163'0,"-1"-1"-2"15,1 0 0-15,6 0-1 0,0 0-12 0,-8 3-8 16,8-3-6-16,0 0-7 0,-9-3-6 0,9 3-7 16,0 0-6-16,-5 0-5 0,5 0-3 0,0 0-7 15,0 0 1-15,0 0-8 0,0 0 0 16,0 0-3-16,0 0 0 0,0 0-3 0,0 0-9 0,0 0-1 16,0 0-9-16,0 0 0 0,0 0-8 0,-9 3-2 15,9-3-2-15,0 0-3 0,0 0-2 0,0 0-4 16,0 0-1-16,0 0-3 0,0 0-2 0,0 0-4 15,0 0-1-15,0 0-2 0,0 0-4 16,0 0 2-16,0 0 3 0,0 0 3 0,0 0-5 0,0 0-1 16,0 0-1-16,0 0 1 0,25-6-3 0,-5 5 0 15,8-4-5-15,4 0-2 0,6-2-1 16,15 3-1-16,4-2-3 0,-2-1-1 0,5 1 0 16,-1-1-3-16,-3 0-1 0,-2 3-2 0,-14 0 0 15,-7 2 1-15,-1-3-17 0,-3 3-26 0,-8 2-29 0,-1-3-31 16,-4 3-38-16,-4-1-45 0,0-2-51 0,-6 2-232 15,-2-3-503-15,-4 4 223 0</inkml:trace>
  <inkml:trace contextRef="#ctx0" brushRef="#br0" timeOffset="28302.33">13965 4555 171 0,'-4'-5'302'0,"1"1"-12"0,2-1-6 16,-1 0-19-16,-1 4-15 0,3 1-19 16,-4-6-21-16,3 3-22 0,0-2-23 0,1 5-18 0,0 0-22 15,-3-3-15-15,3 3-13 0,0 0-13 0,-2 11-9 16,2 1-5-16,-2 3-8 0,2 2-1 0,-1 6-13 16,1 5-2-16,0-1-2 0,3-4-2 0,-2 8-25 15,3-4-2-15,2-2-2 0,0 1-4 16,4-2-21-16,-3-5-20 0,5 0-31 0,-5-4-44 0,2 0-64 15,3-1-84-15,-3-4-209 0,1-6-502 0,3-3 222 16</inkml:trace>
  <inkml:trace contextRef="#ctx0" brushRef="#br0" timeOffset="28896.9">15035 4421 84 0,'2'-4'228'0,"4"1"-28"0,1 3-20 16,3-3-9-16,3 2-24 0,1 1-16 0,6 1-11 16,2 1-6-16,-3 2-8 0,4 3-7 0,4 3-7 15,-3 2-7-15,1 3-6 0,-2 2-4 0,-6 1-3 16,-4-2-6-16,0 6-5 0,-2 1-1 0,-3-5-1 16,-3 8-4-16,-1-2-3 0,-6 2-1 0,-3-2 2 15,-3 3 1-15,-4-5-8 0,2 3 1 0,-5-4-6 16,-2 0 1-16,4-7-1 0,-2 0-2 0,-3 0 3 15,4-2 0-15,0-2-4 0,0-2-1 0,1-1-3 16,3-3 0-16,2 2 6 0,3-2 11 0,-3-4 22 16,3 2 31-16,4-1 39 0,1-1 19 0,0 0-29 15,-9-6-10-15,13-2-15 0,1-3-13 0,4-4-12 16,5-7-8-16,3-1-7 0,1-1-9 0,6-5-5 16,0 0 4-16,8-11-18 0,0 1-31 0,0 1 10 15,-9 12 9-15,0-1-22 0,-5 3 7 0,1 3-2 16,-7 5 12-16,-1 2-24 0,-3 5 16 0,-2 2 1 15,-2 1-3-15,0 2-2 0,1 0 0 0,-3 1-25 0,1 1-17 16,-3 2-5-16,0 0 5 0,0 0 1 16,-1 16 2-16,-3-1-1 0,-2 1 11 0,2 2 1 15,-1 8-2-15,-2 0 7 0,5 1 1 0,-1-2 3 16,3-4 3-16,4 4-3 0,0 3 7 0,5-6-14 16,1-5-15-16,0 0-24 0,4-3-28 0,1-1-57 0,2-1-51 15,2-4-75-15,3-3-327 0,-4-4-640 0,2-1 283 16</inkml:trace>
  <inkml:trace contextRef="#ctx0" brushRef="#br0" timeOffset="29243.72">15625 4045 186 0,'-3'-3'348'0,"3"3"-32"16,-5-5-28-16,5 5-30 0,-1-3-28 0,1 3-21 15,0 0-22-15,0 0-18 0,22 0-20 16,-10 3-18-16,5 5-10 0,5-2-11 0,2 7-11 16,-3 2-8-16,0 2-5 0,-2 1-7 0,-6-2-8 15,1 7-5-15,-8-4 3 0,2 5-13 0,-4-4-4 16,-3-1-6-16,-2 6-4 0,-3-6-4 0,-1 1 7 0,0-3-16 15,-4 0-3-15,1-1 0 0,2-2-3 16,-2-3-3-16,2-1 10 0,2-3-15 0,2-1 0 16,-1 0 1-16,0-2-17 0,2 0-2 0,1-2-4 15,0-2-11-15,5 4-31 0,7-4-44 0,7-3-55 16,0 1-48-16,13-3-82 0,-1-2-214 0,1 0-532 16,0-1 235-16</inkml:trace>
  <inkml:trace contextRef="#ctx0" brushRef="#br0" timeOffset="29521.29">16072 4681 17 0,'-5'3'217'0,"-1"-1"-12"0,2 0-5 0,0-2 8 16,4 0 4-16,-4 3-7 0,0 1-5 16,4-4-10-16,0 0-16 0,0 0-13 0,21-2-11 15,-3-3-17-15,3 3-15 0,11-6-12 0,1 1-9 16,3 0-16-16,0-2-19 0,15-1-26 0,-13 3-29 16,2-1-24-16,11-2-34 0,-15 3-42 0,-3 0-73 0,-1 0-77 15,-4-1-126-15,-10 3-398 0,-1 1 176 16</inkml:trace>
  <inkml:trace contextRef="#ctx0" brushRef="#br0" timeOffset="30046.45">16692 4458 56 0,'-3'-5'373'0,"3"1"-9"0,0 4-23 16,0 0-24-16,0-3-33 0,0 3-22 0,0 0-31 15,0 0-30-15,0-5-20 0,0 5-18 0,0 0-18 16,0 0-20-16,0 0-13 0,5 11-13 0,-2-2-8 16,-2 3-9-16,3 3-3 0,0 1-12 0,-3 3-4 15,4 1-8-15,-2 7-2 0,-2-1-11 0,-1 1 1 0,0 0-6 16,-1-2 2-16,-2 2-7 0,3-2-5 15,-5-6-10-15,4-2 10 0,1-5-5 0,-4 0-3 16,4-3 4-16,0-1-2 0,-1-3-3 0,-2 3 4 16,6-4 15-16,-6-1 56 0,6-1 41 0,-3-2 9 15,0 0-16-15,0 0-14 0,6-12-11 0,2 3-13 16,2-5-7-16,-1-2-11 0,9-5-6 0,-3-1-7 16,2-4-8-16,2-2-3 0,-1 1-10 0,2-3-3 15,0 5 0-15,0 1-4 0,-5 2-3 0,-2 7-3 16,0 1-5-16,-7 4 4 0,3 1-2 0,-4 4-6 15,-1-1 0-15,0 2-9 0,1 0-10 0,0 4-1 16,-5 0-4-16,8 4-2 0,-3 0 0 0,1 6 6 16,1 1-6-16,2 5 3 0,-3-1-2 0,3 3 3 15,-1 1-1-15,-2 0 2 0,4 3 0 0,-3-5 5 16,0 2 3-16,-2-5-35 0,1 3-9 0,-3-7-20 16,1-1-15-16,0 1-19 0,0-4-25 0,-2-2 2 15,2 1-5-15,-4-2 7 0,1 2 8 0,-1-5-11 16,3 1-48-16,-3-1-46 0,0 0-52 0,0 0-62 15,-6-17-262-15,2 11-637 0,0-5 283 0</inkml:trace>
  <inkml:trace contextRef="#ctx0" brushRef="#br0" timeOffset="30427.38">17130 4218 323 0,'0'-5'365'0,"0"1"-14"0,3 0-19 16,-2 0-23-16,-1 2-26 0,5-2-36 0,-1 1-24 15,2 0-19-15,2 2-30 0,2 1-16 0,2 0-14 16,-1 1-16-16,2 5-9 0,-3-1 4 0,2 0-7 16,0 2-31-16,-1-1-3 0,1 7-11 0,-1-1-9 15,-4 1-2-15,1 3-10 0,-4 0-2 0,-2 2-9 16,-4-1-5-16,-2 9-2 0,0-9-5 0,-3 0 3 15,-1 0-4-15,-4-3-4 0,3 4-4 0,0-7 13 16,2 0-15-16,-1-2-1 0,3-1 5 0,0-1-10 16,1-2 1-16,1-1 2 0,-2 0 8 0,4 0-12 15,1-4 27-15,-4 6 15 0,3-6 17 0,1 0 5 16,0 0-4-16,8 3-5 0,-1-3-10 0,5 0-4 16,6-2-3-16,1 1 1 0,0-1-19 0,1-1 3 15,2-1-8-15,0 3-27 0,0-3-25 0,-2 0-41 16,1 1-56-16,-2-2-38 0,0 1-52 0,-1-1-86 15,-7 0-395-15,-1-3-753 0,-1 0 333 0</inkml:trace>
  <inkml:trace contextRef="#ctx0" brushRef="#br0" timeOffset="30693.37">17648 4067 128 0,'0'0'285'0,"0"-5"-31"0,0 5-29 0,0 0-18 16,0 0-14-16,8 19-15 0,-4-1-7 0,3 10-10 15,-1 3-7-15,1 18-11 0,0 2-3 0,-2 7-6 16,-2 23-7-16,-4-22-6 0,-1 23-12 0,-5-25-4 16,-3-5-9-16,0-1-9 0,-6-3-8 0,2-3-3 15,-4-12-5-15,1-4-4 0,-7-1-4 0,-8 7-12 16,-8-6-1-16,-3-3-9 0,-2-4-20 0,-6 0-50 15,-9-6-70-15,-1-3-93 0,-4-5-130 0,-2-3-161 16,-27-5-522-16,26-4 230 0</inkml:trace>
  <inkml:trace contextRef="#ctx0" brushRef="#br0" timeOffset="31143.35">14892 4073 170 0,'0'0'196'0,"-7"0"-11"0,3 4-13 15,-5 4-10-15,-2 9-11 0,-5 6-14 0,1 8-7 16,0 2-12-16,-7 17 9 0,8 0-7 0,1 6-6 16,3 4 6-16,5 19-3 0,5-18-2 15,6 19 11-15,6-24 1 0,3-2 1 0,12 1-5 16,6-7-16-16,9-1-3 0,27 9-9 0,-16-23-9 0,32 8-30 16,7-16-50-16,-2-8-87 0,8-5-139 0,-2-10-246 15,-5-2-503-15,-26-10 223 0</inkml:trace>
  <inkml:trace contextRef="#ctx0" brushRef="#br0" timeOffset="32252.24">18013 4258 126 0,'0'0'299'0,"0"0"-26"0,0-5-28 0,0 5-24 16,0 0-25-16,-1-3-22 0,1 3-18 0,0 0-19 15,0 0-12-15,0 0-11 0,0 0-15 0,6 14-8 16,-2-6-10-16,0 2-6 0,1 0-10 0,3 5-6 16,-1 2-5-16,2 0-3 0,0-3-5 0,3 2-3 15,-1 1-5-15,1-2-3 0,2-5-2 0,-3 4-3 16,-2-5 0-16,1-2-1 0,-2-1-4 0,1 1 0 15,-4-4-4-15,5-1-1 0,2-2 2 0,-2-2-3 16,4-3-4-16,-5-3 7 0,8-1 16 0,-6-3 3 16,3-1 9-16,-4-1 4 0,1-1 3 15,-1-1 1-15,-1 0 3 0,-1-2 6 0,-1 2 14 0,2-1-16 16,-4 3 13-16,0 3 4 0,1 2 1 0,-3 0-5 16,1 4-8-16,1-2 0 0,-5 3-17 0,1 1-7 15,-1 3-17-15,2-7-24 0,-1 6-26 0,-1 1 2 16,0 0 2-16,3 9 1 0,-3 2 0 0,0 1 6 15,0 8-2-15,-4 6-1 0,1 5 2 16,1 4-1-16,-1 14 4 0,-3 6 8 0,1-2 0 0,3 0 0 16,1-7-3-16,1 7 6 0,0-5 1 0,1-1-2 15,1-13-2-15,0 2 5 0,0 0 1 0,-1-4 2 16,-1-2-4-16,-3-1 3 0,3 0-9 0,0-10 1 16,-6-1 2-16,2 0 0 0,-3-2-2 15,-1-1-4-15,-1-2 9 0,-3-3-1 0,-3 1 9 16,1-4-11-16,-4 0-2 0,-1-3 1 0,-2-1 3 0,1-3 2 15,-4-3-2-15,3 2 2 0,-6-6-4 16,2-3 13-16,4 4-6 0,6-5 10 0,-3-1 17 0,5-1 7 16,1-3 2-16,1 0 9 0,5-9 0 15,-1 0 1-15,10-6-9 0,2-1-5 0,3-2-15 16,7-12 10-16,2 14-8 0,8-13-11 0,1 5 3 0,2 2-1 16,-5 7-6-16,1 5-4 0,3 1 5 15,1 0-3-15,12-6-2 0,-9 10-8 0,-2-1 8 16,0 7-8-16,2 1 5 0,-4 0-6 0,-3 2-2 15,-2 3 10-15,-7 1-7 0,-2 4-2 0,0 0 6 16,-4-1-3-16,0 1-10 0,-3 2-13 0,-1 0-11 16,-1-2-24-16,-1 3-17 0,2 0-18 0,-5 1-8 0,0 0 6 15,0 0-1-15,6 6-7 0,-6-6-12 0,-1 6-21 16,1 0-30-16,0-6-32 0,-3 13-28 0,3-7-43 16,0 1-233-16,3-5-543 0,2 5 240 15</inkml:trace>
  <inkml:trace contextRef="#ctx0" brushRef="#br0" timeOffset="32600.76">19255 4574 133 0,'-5'-9'235'0,"5"9"-12"0,0 0-13 0,0 0-12 15,0 0-12-15,0 0-6 0,0 0-8 0,0 0-8 16,0 0-12-16,0 0-11 0,0 0-12 0,0 0-14 15,0 0-11-15,0 0-9 0,15-1-12 0,-6 1-9 16,4 0-5-16,4-2-13 0,3 1-24 0,-7 0-28 16,9-2-32-16,-1 1-40 0,6 2-55 0,3-2-64 15,-11 2-205-15,1-3-424 0,-3 3 188 0</inkml:trace>
  <inkml:trace contextRef="#ctx0" brushRef="#br0" timeOffset="32772.21">19190 4807 153 0,'-4'2'258'0,"2"-2"-19"0,2 0-18 0,0 0-21 16,19 2-19-16,-1-2-20 0,2-2-16 0,12 0-11 16,0-1-41-16,1 0-49 0,3-2-55 0,0 1-59 15,3 0-87-15,11-4-109 0,-9 3-287 0,9-1 128 16</inkml:trace>
  <inkml:trace contextRef="#ctx0" brushRef="#br0" timeOffset="33228.85">20311 4440 62 0,'0'0'208'15,"-7"-1"-12"-15,7 1-18 0,-8-3-17 0,8 3-11 16,-8 1-13-16,4 2-7 0,4-3-7 0,-12 2-10 16,6 2-7-16,-6 0-9 0,2 5-10 15,-1 2-2-15,0-1-7 0,0 2-5 0,-2 5-4 0,2-2-1 16,-6 7-6-16,3-1 4 0,-2 1 2 0,3 0-3 15,2 2-3-15,-3 2-6 0,3-2-3 0,2-1 1 16,1 3 15-16,2-1 3 0,1-1 1 0,1-6 6 16,4 2 1-16,1-2 0 0,2-1 4 15,1-1-3-15,1-2 7 0,5 1 5 0,3-3 6 16,0 0 10-16,8-4-1 0,6 1 3 0,4-4 2 16,3-3-6-16,2-5-8 0,2-1-3 0,-1-5-6 15,-1-4 1-15,1-3-1 0,-2 1-7 0,8-9 2 0,-12 1-1 16,-2 0-7-16,-2-5-7 0,2-11-3 0,-9 9-10 15,-4-4-8-15,2-12-7 0,-9 15-5 16,-5-2-8-16,-6 1-2 0,-1 3-13 0,-7 0-22 16,-6 4-21-16,-3 2-37 0,-5 4-57 0,-9 3-69 0,-15-1-75 15,10 7-107-15,-20-2-324 0,2 7-754 16,4-2 334-16</inkml:trace>
  <inkml:trace contextRef="#ctx0" brushRef="#br0" timeOffset="39925.36">22712 4484 332 0,'2'-2'339'0,"-2"-2"-1"15,2 0-14-15,-2 4-8 0,2-8-10 0,-2 8-19 16,1-3-21-16,4 1-13 0,-5 2-22 0,0-5-25 16,0 5-17-16,0 0-21 0,0-4-20 0,0 4-13 15,0 0-32-15,0 0-3 0,0 0-13 0,0 0-10 16,0 0-12-16,2 14-7 0,0-5-3 0,-1 8-9 16,2 0 1-16,-3 0 3 0,1 2-16 0,2 0-6 15,-3 1 2-15,0 0-3 0,1 0-1 0,-1-2 4 16,2-1-15-16,0 2 5 0,-2-2-3 0,1-2-1 15,-2-2-11-15,2-1 8 0,-1-1 3 0,0-3-4 16,0-1-3-16,3 0 1 0,-3-2-12 0,0 0 10 16,0-3 4-16,1 2-1 0,-1 0-2 0,0-4 0 15,0 0 2-15,0 7 5 0,0-7 0 0,0 0-2 16,-1 2-2-16,1-2 2 0,0 0-14 0,0 0 19 16,0 0-7-16,0 0-5 0,0 0-48 0,0 0-24 15,0 0-32-15,-3-17-32 0,3 11-34 0,-1-5-40 16,1-1-48-16,-2-4-58 0,0-1-315 0,-3-6-676 15,2 6 299-15</inkml:trace>
  <inkml:trace contextRef="#ctx0" brushRef="#br0" timeOffset="40083.21">22632 4218 70 0,'-1'-9'302'0,"-1"1"-16"0,2 2-18 16,-2-1-23-16,2 2-23 0,0 0-24 0,2 1-21 15,0 0-18-15,1 0-31 0,0 1-30 0,3 3-38 16,-6 0-38-16,13 0-38 0,-3 3-39 0,0-2-46 16,0 2-39-16,4 1-181 0,-2 2-347 0,5-2 153 15</inkml:trace>
  <inkml:trace contextRef="#ctx0" brushRef="#br0" timeOffset="40509.11">23325 4352 202 0,'0'0'359'0,"0"0"-14"16,0 0-24-16,0 0-23 0,0 0-26 0,0 0-19 15,0 0-30-15,0 0-21 0,0 0-22 0,0 0-26 16,0 0-21-16,0 0-15 0,0 0-11 0,-10 4 1 15,6 1-23-15,-3 2-10 0,-3-1-5 0,4 1-9 16,-3 0-2-16,0 3-11 0,0-1-2 0,3 1-4 16,-3-3-8-16,4 1-6 0,-3 2 5 0,4 1-10 15,-1-1-5-15,5 1-6 0,-1-1-5 0,2 3 2 16,2-3-5-16,3 4 3 0,4 1 1 0,2-1-5 16,-1 0 15-16,5-3-16 0,1 3 1 0,3 3 3 15,-4-7-1-15,-2 2-2 0,2 0-5 0,-4 0 7 16,2 2 0-16,-6-5-6 0,0 2 2 0,-3 0-2 15,-4-2-1-15,2 2 9 0,-6-3-3 0,-2 2 5 16,-4 0-11-16,-9-1 2 0,2 0 6 0,-9 1-2 16,4-3 0-16,-7-1 0 0,1-2 3 0,6-2-3 15,-2-2-2-15,4 3 3 0,1-3 3 0,4 0-9 16,1 0 8-16,4-3-31 0,-3-1-48 0,6 0-62 16,1 0-81-16,7-3-91 0,3-3-245 0,5 3-598 15,5-3 265-15</inkml:trace>
  <inkml:trace contextRef="#ctx0" brushRef="#br0" timeOffset="41543.47">24774 4300 195 0,'3'-10'266'0,"-2"0"-8"0,0 1-12 16,-1 1-12-16,2 1-12 0,-1 3-19 0,0 0-15 15,-1-1-21-15,0 1-21 0,0 4-13 0,1-4-19 16,-1 4-17-16,0 0-7 0,0 0-13 0,5 10-6 16,-5 1-10-16,-1 3-5 0,0 4 0 0,-4 7-8 15,4 1-3-15,-2 3-4 0,-2 1-4 0,0 1-3 16,-2-1-1-16,5 2 5 0,-6-5-12 0,6 2 0 16,-2-3-5-16,1 0-1 0,-1-9-4 15,4 0 4-15,-1-5-3 0,0 0-1 0,-2-5-1 16,6 0-1-16,-6 0 0 0,6-2 20 0,-6 0 14 0,6-4 24 15,-3-1 25-15,1 7 41 0,-1-7 6 0,0 0-18 16,0 0-10-16,12-18-13 0,-2 6-10 0,0-5-12 16,0-2-6-16,7-4-7 0,0-4-11 0,2-1-5 15,1-3-7-15,-1 2-4 0,12-9-5 0,-7 11-5 16,-1 0-1-16,0 2-10 0,-2 1 0 0,-1 3-12 16,-1 2 12-16,-6 7-7 0,0 1-8 0,-4 2 16 15,-3 2 3-15,-1 1-6 0,0 1-6 0,-1 0-1 16,1 2-3-16,-2 0-3 0,-1 1-11 0,-2 2-12 15,4-3-20-15,-4 3-6 0,0 0 8 0,0 0-4 16,-2 13 3-16,-5-4 10 0,-4 3 4 0,-2 2 2 16,-4 6-3-16,-3 0 7 0,-3 1-1 0,0 1 3 15,0 2 5-15,0-2-4 0,-3 1-2 0,3-2 7 16,-1 1-6-16,2 1 11 0,4-6 1 0,3-4 5 16,1-1-2-16,5-3 1 0,-1-1-4 0,6-3 3 15,-1-1 0-15,0 1 5 0,2-2 3 0,-1 0 0 16,1-1 28-16,0 1 6 0,3-3 3 0,-4 4 5 15,4-4-6-15,-2 2-2 0,2-2-2 0,0 0-6 16,0 0-4-16,-4 2-6 0,4-2 2 0,0 0-9 16,0 0-4-16,0 0-2 0,0 0 2 0,8 8-4 15,0-6-2-15,4 2 4 0,3 3-4 0,7-1 4 16,5 5 7-16,2-1-2 0,1 0-9 0,3 0 2 16,-4 4-26-16,6-3-34 0,-3-2-38 0,-2 1-46 15,0-1-47-15,-1 1-46 0,-2-2-57 0,0 1-100 16,-7-6-251-16,-2 2-687 0,0-1 305 0</inkml:trace>
  <inkml:trace contextRef="#ctx0" brushRef="#br0" timeOffset="42393.52">25313 4506 121 0,'-4'-5'352'16,"3"-4"-12"-16,1 5-13 0,-2-2-6 0,2-2-13 15,0 1-16-15,2 1-13 0,-2-1-26 0,0 2-22 16,0-1-14-16,0 3-20 0,1-1-17 0,-1 4-22 16,2-6-19-16,-2 6-8 0,0-5-19 0,0 5-6 15,0 0-12-15,0 0-21 0,0 0-22 0,0 0-4 16,0 0-12-16,0 0-10 0,-2 14-5 0,4-4 5 15,0-1-5-15,-4 3 8 0,4 1-7 0,-2 5-5 16,0-1 3-16,-2 3-4 0,2-2-1 0,-2 1-4 16,1 1 0-16,-1-2 1 0,2-1 0 0,0-5-1 15,0 0-7-15,-2-2 5 0,2-3-1 0,-3 2-1 16,3-3 5-16,0-4 3 0,-2 1 5 0,2 2 18 16,0-5 23-16,0 4 33 0,0-4 10 0,0 0-13 15,0 0-8-15,12-16-8 0,-6 5-10 0,3-3-7 16,3-3-6-16,0-4-5 0,6-1-6 0,0-2-8 15,-1 4-8-15,2-2-6 0,-1 1-4 0,-7 5-2 16,3 2-1-16,-6 3-1 0,-1 3-1 0,-1 3-6 16,-1-1-3-16,1 0-2 0,-4 3 0 0,1 1-24 15,3 2-1-15,-6 0 5 0,12 2-8 0,-5 1-3 16,0 4-1-16,2 1-1 0,4 6 2 0,0-2 3 16,2 2 0-16,-2 3-2 0,2-2-13 0,1-2-7 15,8 8-11-15,1-4-18 0,1-2-11 0,-1 2-13 16,1-3-15-16,1-2-14 0,1-2-12 0,0 1-10 15,0-3-6-15,-1-1-5 0,0-4-2 0,2 0 5 16,-11-3 10-16,4-3 13 0,-3-3 15 0,2 2 10 16,-2 1 14-16,-1-6 18 0,-3 1 18 0,0-1 21 15,-2 0 24-15,-1-3 21 0,-1 2 19 0,-1-2 18 16,-3 3 17-16,0 1 16 0,-2 0 13 0,1-1 3 16,-4 1 6-16,3 3-6 0,-3-1 6 0,0 1-2 15,-2 2-13-15,0 0 2 0,0 3-14 0,4-7-5 16,-4 7-5-16,0 0-6 0,-6-2-8 0,6 2-3 15,-13 5-8-15,4 2 0 0,-4-2-7 0,-1 5 2 16,-1 2-8-16,2-2 3 0,-1 5 1 0,1-2-8 16,-1 3 1-16,4-2-6 0,1 2 1 0,0-2 0 15,1 1-1-15,4-5 2 0,2 2-9 0,-1-4 3 16,6 2 2-16,-2-3 1 0,4-1-4 0,2 0 3 16,3-1 2-16,5-1-4 0,6-4 0 0,-1 0 2 15,8-1-2-15,-2-5 0 0,-6 1 0 0,8-5 5 16,-1 0-2-16,-10 1-4 0,-1-3 3 0,2 3-1 15,-4-7-3-15,3-3-1 0,-8 0-1 0,2-2-9 16,-5 2-5-16,1 0-4 0,-3 1-2 0,0 0 3 16,-3 1 3-16,-1 5-4 0,-3-2-3 0,-2 5-3 15,-1 0-1-15,0 1-2 0,-3 1-5 0,1 1-5 16,-5 2-5-16,-1 1-15 0,3 0-13 0,-5 3-26 16,5 0-28-16,-2 3-34 0,0 0-31 0,-1-2-49 15,5 5-266-15,-2-1-546 0,5 0 241 0</inkml:trace>
  <inkml:trace contextRef="#ctx0" brushRef="#br0" timeOffset="43293.05">26448 4474 199 0,'0'0'382'0,"0"0"-36"15,1-6-26-15,-1 6-33 0,0 0-29 16,4-2-26-16,-4 2-24 0,0 0-29 0,0 0-17 15,0 0-18-15,0 0-12 0,4 9-15 0,-8 0-13 16,4-1-6-16,-4 2-6 0,3 6-11 0,-3 1-9 16,0-2-9-16,1-4-3 0,-3 1-6 0,6-1-23 0,-1 0-13 15,-2-4-7-15,2-1-4 0,1-1-2 16,0-1-1-16,-3-1-5 0,3 2 5 0,0-5 5 16,-2 5 12-16,2-5 4 0,0 0 4 0,0 0-4 15,16-9-2-15,-6 4-3 0,-4-2 7 0,4-3-8 16,-1 3-1-16,5-5 10 0,2 0-12 0,-5-1-3 15,2 1-3-15,-4 4-3 0,1 1 1 0,-1 0 1 16,-3 2-4-16,0 1-3 0,0-2 4 0,0 2-4 16,-2 3-6-16,1 0-5 0,-5 1 4 0,9 1 2 15,-4 3 1-15,2 2-2 0,0 0 0 0,1 1 0 16,-1 3 5-16,5-2-2 0,-2 2 2 0,3 3 0 0,5-3 2 16,0 1 0-16,4 2-5 0,2-1 3 15,4 0 3-15,-1-5 2 0,2 1 0 0,3-1-2 16,0-2-3-16,-2-4 4 0,2 0 3 0,-2-2-2 15,1-1-1-15,-2-5 1 0,-11 3 14 0,1-1 0 16,3-3 3-16,-3 2 6 0,-1-5 7 0,1 2 1 16,-6-4 9-16,0 0 1 0,-3-2-12 0,-2 2-8 15,-4-1-3-15,1-1-1 0,-4 0-8 0,-2 3-6 16,-3 1-6-16,0 0 5 0,-2 2-12 0,-7-3 2 16,-4 3-10-16,1 2 2 0,-5 1 2 0,-2 0-2 15,-4 1 2-15,8 3-3 0,-4 2 0 0,3 0-5 16,2-1-4-16,0 3-7 0,5-1-19 0,0 3-15 15,3-1-20-15,0 0-13 0,1 2-16 0,5-1 3 16,2 1 11-16,0 1 4 0,5 0 5 0,5 2-2 16,4-2 12-16,5 2-8 0,3-4-10 0,9 4-8 15,-3-4-14-15,6-3-10 0,-4 3-3 0,3-4 10 16,-3 0 20-16,2-1 3 0,-2-3 14 0,-9 0 17 16,5-1 31-16,-5-3 16 0,-1-1 27 0,1 1 34 15,-3-2 23-15,-1 2 29 0,-5 0 27 0,2 1 21 16,-3-2 24-16,-2 3 21 0,-1 1 11 0,-1-2 17 15,0 2 8-15,0 1-10 0,-1 0-11 0,-4 0-18 16,2 2-20-16,1-1-21 0,-3 3-19 0,4-3-12 0,-4 3-27 16,4-1-24-16,-4 1-25 0,0 0-10 15,0 0 0-15,2 11-4 0,-3-5-3 0,0 3 4 16,-2 3-5-16,-1 0 2 0,0 3-6 0,0 3 2 16,-1-1-4-16,1 1-20 0,-1 1-15 0,2-2-10 0,0-3-14 15,0-4-2-15,2 0-4 0,0-3 4 16,1-2 10-16,-1 0 2 0,1 0 32 0,0-5 23 15,2 2 9-15,-2-2-8 0,0 0-2 0,22-9 11 16,-7 1 2-16,-1-1 3 0,0-2-1 0,3 0 2 16,-2-2 4-16,1 0 1 0,0 0-5 0,-1 3-3 0,1 1-3 15,-5 2-2-15,2 0 1 0,-4 1-2 0,1 2-6 16,-3-2-4-16,-1 4-6 0,1 0-2 16,3 0-1-16,-3 4-5 0,5 2 2 0,-1 2-8 15,2 6-5-15,2-2-32 0,-2 2-35 0,2 2-36 16,4 5-58-16,-3-5-62 0,-1 4-81 0,2-8-417 15,-3 0-789-15,5-3 349 0</inkml:trace>
  <inkml:trace contextRef="#ctx0" brushRef="#br0" timeOffset="44227.56">29342 4273 24 0,'0'-3'282'0,"0"-1"-27"16,0 4-23-16,-5-4-23 0,5 4-18 0,-14-2-14 15,4 3-16-15,-7 1-9 0,-2 5-15 0,0 0-11 16,-7 4-15-16,2 0-12 0,0 3-7 0,2 3-12 16,0-1-7-16,1 0-6 0,0 1-7 0,6-3-6 15,-3-2-4-15,8 3-6 0,-2 0-5 16,3-5-2-16,4-1 1 0,0 0-5 0,1 1 1 16,3-5 0-16,1 2 0 0,1 0 11 0,-1 1 9 0,8-4-1 15,3-2 2-15,-2-2-4 0,4 0-2 0,1-2 6 16,4-2-11-16,1-1-2 0,-2-1 0 15,1 2-6-15,0 2 3 0,-5-3-12 0,2 5-1 16,0-3-5-16,-5 1 4 0,3 2-7 0,0-3 1 16,-2 3-5-16,-2-2-1 0,-1 4 2 0,2-2 2 15,-5 1 0-15,2 2 0 0,-1-2-4 0,1 4-1 16,-1-2-5-16,-1 1 7 0,0 1-1 0,0 0-3 0,3 0 1 16,-2 0 1-16,-2 5-3 0,3-4 4 15,-5 1-7-15,3-3 2 0,-2 0 0 0,-1-1-1 16,1 1 9-16,2-1 31 0,-5-3 37 0,9 2 15 15,-9-2 5-15,12-2 3 0,-2 0 0 0,0-3 0 16,0-1-2-16,2-1 3 0,-3-3-8 0,7-1-2 0,-2 1-10 16,0-3-3-16,4-1-10 0,-1 2-5 15,-2-1-10-15,5-4-5 0,-4 3-5 0,-1 5-7 16,-2-3-1-16,-2 5 1 0,-7 2-1 0,3 2-10 16,-3-1-4-16,1 1-3 0,0 0-15 0,0 1 1 15,-1-1-18-15,-1 2-10 0,-3 1-10 0,0 0 0 16,10 6-1-16,-5 0-3 0,-1-1 0 0,3 4 0 0,-2-2 0 15,-1 5 3-15,1-2 3 0,0-2-8 16,-1 2-15-16,-2-2-21 0,2 2-30 0,0-4-21 16,-1 1-31-16,-2-3-40 0,0 1-53 0,2 2-53 15,-2-4-92-15,-1-3-242 0,0 0-681 0,8 6 302 16</inkml:trace>
  <inkml:trace contextRef="#ctx0" brushRef="#br0" timeOffset="45974.25">4555 7367 15 0,'0'-7'290'0,"0"3"-18"0,0 4-13 16,0-4-21-16,0 4-23 0,0-5-23 0,0 5-25 15,0 0-19-15,0 0-14 0,0 0-16 0,0 0-11 16,-4 20-10-16,4-10-6 0,-1 7-7 0,-2 2-11 16,2 7-5-16,0-2-6 0,-3 1-6 0,-1 0-5 15,5-5-4-15,-3 5-2 0,3 2-8 0,0-1 0 16,0-8-4-16,3-1-2 0,-3 1-3 0,1-1-5 15,3-5 2-15,-4 1-2 0,0-7-3 0,0 4-1 16,1-4-24-16,-1 2-26 0,-1-3-17 0,1 0-12 16,0-2-7-16,0-3-3 0,-4 5-57 0,4-5-74 15,0 0-215-15,0 0-451 0,-10-8 199 0</inkml:trace>
  <inkml:trace contextRef="#ctx0" brushRef="#br0" timeOffset="46461.57">4511 7325 104 0,'-1'-3'281'0,"1"3"-19"0,1-5-23 16,-1 5-24-16,3-4-16 0,-3 4-23 0,4-6-22 16,0 5-13-16,2-1-18 0,7-2-7 0,0 3-18 15,6 1-9-15,0 0-11 0,3 1-5 0,5 2-9 16,-6 0-7-16,6 4-5 0,-5-2-5 0,-3 1-5 15,-1 1-4-15,0 1-9 0,-4 2-3 0,0-2-4 16,0 4-8-16,-6-4-3 0,-2 4-5 0,-3 1-5 16,0 0 1-16,-6 1 1 0,-3 3 1 0,-1 0 0 15,-6-2-4-15,1 2 2 0,-4-6-1 16,3 3-1-16,-2 1 3 0,2-5-1 0,-1 2 1 0,1-1 1 16,4-4-3-16,-1 0 1 0,4 1-2 0,1-3-1 15,-1-1 1-15,2 0-3 0,2-1 0 0,0 2 3 16,0-2-2-16,2-3 4 0,4 6-3 0,0-3 0 15,2 2 3-15,1-2 1 0,3 1-1 0,5 0-3 16,-5-3 4-16,8 8-3 0,-1-4-1 0,2 3 1 16,-6-3 2-16,5 2-1 0,-3 1-1 0,2 0-1 15,-2 5-1-15,-6-6 2 0,3 6-3 0,-4-4 3 16,-3 0-1-16,2 0 14 0,-3 2-3 0,-4-3 2 16,-5 2 4-16,1 0-1 0,-3 0-1 15,-5 2 1-15,-1-2-5 0,-1 2 3 0,-2-4-3 0,0 4 0 16,0-4-3-16,0-1-1 0,-1 0 1 0,3-3-2 15,1 2 2-15,2-2 1 0,-2-2-7 0,4-1-7 16,-1 1-25-16,4-4-51 0,-1 1-78 0,3-3-90 16,0 2-156-16,4-5-440 0,0 7 196 0</inkml:trace>
  <inkml:trace contextRef="#ctx0" brushRef="#br0" timeOffset="46876.27">5199 7720 167 0,'-6'2'252'0,"6"-2"-2"0,0 0 1 16,-7 2 0-16,7-2-25 0,0 0-19 0,0 0-21 15,0 0-17-15,0 0-21 0,16-13-13 0,-5 8-10 16,7-7-19-16,0 4-10 0,7-7-5 0,2 1-13 15,0 2-9-15,0-2-7 0,0-1-6 0,-3-1-5 16,-1 2-2-16,-1-2-6 0,-7 3-4 0,0-1-4 16,-2 0-1-16,-1 1-4 0,-1-1-4 0,-2 2-1 15,0 0 4-15,-5-1 0 0,1 3 6 0,-3 1 2 16,-2 3-5-16,-1-1 3 0,-1 2-12 0,-5 1-8 16,1 2-6-16,-7 2-3 0,-5 1 0 0,-1 4-2 15,-9 3 3-15,4 2-2 0,-3 2-1 0,0 5-2 16,0 4-5-16,2-4 3 0,4 3-2 0,-1-1-3 15,3 1 3-15,7-3 1 0,-1 0 2 0,4 0-3 16,4 0 0-16,2 0 0 0,2 0 4 0,2-1 8 16,6 0-3-16,2-2-1 0,5-5 2 0,4 2-1 15,8-5-18-15,2-3-32 0,7-3-42 0,-3 0-67 16,5-7-91-16,-5 0-262 0,1 1-545 0,2 0 242 16</inkml:trace>
  <inkml:trace contextRef="#ctx0" brushRef="#br0" timeOffset="47293.51">6000 7396 58 0,'0'-5'268'0,"0"5"-22"0,0 0-24 16,0 0-22-16,0 0-18 0,0 0-18 0,0 0-10 16,-22 11-16-16,15-7-15 0,-2 1-11 0,0 1-10 15,0 2-8-15,-2-1-11 0,-2 3-5 0,0 3-7 16,-2-2-9-16,3 1-6 0,2-2-3 0,1-1-10 16,1 1-3-16,2 1-3 0,-3-5-7 0,8 3-2 15,-2-1 0-15,2 0-5 0,-2-1 1 0,3 0-1 16,4 3-2-16,1-1 3 0,4-2-5 0,3 0-1 15,4 1-2-15,0-1-2 0,1-1 0 0,0-2-2 16,1 0 0-16,1 2-2 0,-1-2-2 0,1 1-3 16,-3 0 0-16,-4-3 3 0,1 3-6 0,-4 0 1 15,0 0 1-15,-4 0-1 0,-1-1-2 0,-4-1 5 16,-1 4-3-16,-6 1 0 0,0-2 5 0,-5 2-7 16,-2 0-1-16,-4 1-3 0,-1-1-11 0,-2-4-15 15,1 1-24-15,-2 2-32 0,2-5-29 0,-2 1-53 16,3-3-54-16,1 0-159 0,4-3-410 0,4 2 181 15</inkml:trace>
  <inkml:trace contextRef="#ctx0" brushRef="#br0" timeOffset="47724.67">6456 7321 51 0,'0'0'257'15,"-4"-3"-21"-15,4 3-13 0,0 0-23 0,-11 2-21 16,11-2-19-16,-12 2-13 0,6 1-15 0,-4 3-9 0,1-1-12 16,-1 1-10-16,-4 4-5 0,1-1-9 15,-1 2-9-15,-2 3-4 0,0-2-5 0,3 1-4 16,-1-1-5-16,1 1-3 0,3 0-10 0,0-4-4 15,2 3-7-15,3-1-2 0,1-3-4 0,0 3-1 16,3-1-1-16,1-1 6 0,0-1-7 0,4 1 0 0,1-1-2 16,3 1 0-16,1-4-3 0,6 5 1 15,-1-3 0-15,4-3-6 0,0-1 2 0,0 2 1 16,0 2-9-16,-2-5 1 0,-2 2-2 0,-1 2-3 16,0-1 0-16,-3-1-1 0,-1-1-3 0,-4 1-2 15,-1 2 2-15,1-2 2 0,-5 2 6 0,0-4 0 16,-5 5 4-16,0 2-1 0,-7-2-3 0,-2 2-1 15,-1 0-1-15,-4 0 0 0,2-3-2 0,-4 1 0 16,-5 1 1-16,7-1-2 0,-3-1-4 0,0-1-9 16,4-2-20-16,1 2-27 0,4 0-31 0,-3-3-39 15,6-4-71-15,-1 1-257 0,11 1-488 0,-9-4 216 16</inkml:trace>
  <inkml:trace contextRef="#ctx0" brushRef="#br0" timeOffset="48443.14">6645 7611 270 0,'0'0'260'0,"0"0"-7"15,0 0-8-15,0 0-13 0,0 0-25 0,0 0-18 16,0 0-19-16,0 0-18 0,0 0-16 0,16-11-13 0,-6 7-9 15,4-2-15-15,0-2-10 0,4 3-9 16,5-7-8-16,-1 4-6 0,2-4-7 0,0 2-6 16,2-4-5-16,-1 3-4 0,1 0-4 0,-8 1-6 15,0-1-2-15,-3 0-5 0,-1-1-1 0,-1 1 12 16,-2 0 8-16,-2 2 8 0,-2 0 4 0,0 0-1 0,-3 1 5 16,0 0 0-16,-4 4 2 0,1 0-13 15,-3-1-9-15,-1 0-2 0,-4 5-8 0,0-1-5 16,-3 2 0-16,-4 1-2 0,-4 2-5 0,0 3-2 15,-6 1-5-15,-2 6 2 0,2 1-4 0,0 0-2 16,0 1 2-16,-1 1-5 0,6-2 2 0,3 0-8 16,-1 4 8-16,3-3-8 0,5 2 5 0,0-1-2 15,0-1 2-15,4-2-9 0,1 2-8 0,4-4 1 16,4-1 1-16,1-1 4 0,4-3 3 0,1-1-5 16,9 2-6-16,11-7-4 0,2-2-15 0,2-5-21 15,4-1-15-15,1 1-11 0,12-7 1 0,-3 0-3 16,-12-4 7-16,-1 5 8 0,11-11 8 0,-14 6 9 15,-4-3 5-15,1 0 15 0,-7-1 10 0,0-6 8 16,-4 4 10-16,-2-5 14 0,-4 1 7 0,-1-3 6 16,-5 3 16-16,1-2 21 0,-6 2 25 0,1 3 28 15,-2 4 25-15,-2 2 9 0,1 3 4 0,1 2 13 16,-3 3 5-16,2 0-12 0,1 4-16 0,0-1-14 16,0 2-15-16,0 2-15 0,0 3-14 0,0-7-22 15,0 7-19-15,0 0-10 0,0 0 0 0,-8 11-5 16,4 0-4-16,-2 7-1 0,-1 7 3 0,0 4-7 15,-4 1-1-15,3 2-4 0,-1 1 1 0,-5 10-5 16,5-11 3-16,3 1-3 0,-2-2 1 0,1 4 3 0,1-6-6 16,4-2 0-16,-2 0 5 0,3-8-7 15,1-3 1-15,0-3 1 0,0-1-1 0,-3-4 3 16,6 1-2-16,-3-3-1 0,1-2 1 0,-1 1 8 16,1 0 2-16,-1 2 10 0,1-6 11 0,-1-1 20 0,2 3-5 15,-2-3 3-15,0 0-11 0,15-3-1 16,-7-2-4-16,1-3-5 0,7-4-4 0,1 1-22 15,7-3-37-15,0-1-36 0,3-2-57 0,5-1-83 16,3 1-103-16,12-11-135 0,-4 5-364 0,-8 4-869 0,-3-1 386 16</inkml:trace>
  <inkml:trace contextRef="#ctx0" brushRef="#br0" timeOffset="49426.68">8365 7533 58 0,'0'0'226'0,"0"0"-10"0,0 0-15 15,-3 3-10-15,3-3-11 0,0 0-10 0,0 0-10 16,0 0-12-16,0 0-12 0,0 0-12 0,0 0-6 0,0 0-14 15,0 0-15-15,0 0-4 0,0 0-6 16,16-8-8-16,-7 4-7 0,5 1-4 0,-1-2-6 16,2-1-4-16,2-2-6 0,2-2 2 0,-1 1-3 15,1-2 3-15,0 2 3 0,-2-2-4 0,2 0-6 16,-3-1 1-16,1 0-6 0,1-2 3 0,-5 1 0 0,1-3 1 16,-4 2 1-16,2 0-2 0,-7 0-3 0,1-3-5 15,-2 2 6-15,-1 2-4 0,-6 1 6 0,2 2 0 16,-7-2-4-16,3 3-8 0,-4 1-1 15,-5 5-7-15,-4-1 0 0,-3 3 0 0,-2 4-6 0,-6 2 0 16,-1 4 1-16,-1 4-4 0,-1 4 9 0,3 0-9 16,-1 4 1-16,5-1-2 0,2 1-2 0,2 2 1 15,3-1 7-15,3-1-13 0,6-4 0 16,-1-1 2-16,7 2 4 0,3 0 8 0,3-1 0 0,7-2-1 16,7 3-3-16,8-5 1 0,7-7 0 0,5 1-8 15,17-5-29-15,1-4-29 0,2-5-42 0,2-1-46 16,1-3-59-16,3-4-65 0,-4-2-216 0,-6 5-522 15,-1-2 230-15</inkml:trace>
  <inkml:trace contextRef="#ctx0" brushRef="#br0" timeOffset="49941.36">9280 7215 228 0,'-1'-8'302'0,"1"7"-13"0,0 1-13 0,0 0-13 16,-3-4-24-16,3 4-25 0,0 0-22 0,0 0-22 15,-1-3-19-15,1 3-18 0,0 0-14 0,0 0-15 16,0 0-8-16,4 11-15 0,-4 0-5 0,1 3-9 16,2 4-4-16,-2 2-7 0,-1 3-2 0,0 5-6 15,0 1-2-15,0 0-7 0,0 1 8 16,0-2-13-16,-1 0 0 0,1 3-1 0,-3-3-3 0,3 1 2 15,0-3-8-15,0-8 7 0,3 2-7 16,-3-4-3-16,1-2-3 0,-1-2-3 0,0-2 2 0,1-1 2 16,-1-1-3-16,3-2 0 0,-3 1 9 0,0-3 26 15,1-2 21-15,-1-2 31 0,3 7 27 0,-3-7 4 16,0 0-11-16,0 0-13 0,0 0-12 0,5-22-10 16,-4 6-9-16,3 0-2 0,0-5-11 0,1-3-15 15,0-6-6-15,-2 1-17 0,-2-4-26 0,3 4-12 16,0-5-25-16,-3 1 11 0,-1-2-10 0,0 4-4 15,-4 4 3-15,-1-2 0 0,0 2 4 0,-3 10 1 16,-1 3 3-16,0-1 3 0,0 4-2 0,-6 0 2 16,2 7 1-16,-5-1 4 0,-4 5-7 0,1 0 7 15,-7 5 4-15,0 2-4 0,1 6 7 0,0-1-2 16,2 2-1-16,3 3 0 0,3 0 3 0,0 1 1 16,3 2-2-16,5-3 3 0,3 1-1 0,5-4 0 15,2 5-8-15,4-4 10 0,4 2-3 0,7-1 4 16,8-1-1-16,5-1 7 0,6-6-25 0,4-2-31 15,18-1-45-15,-4-6-57 0,3 1-71 0,2-10-74 16,-2-3-268-16,-2 2-621 0,1-1 274 0</inkml:trace>
  <inkml:trace contextRef="#ctx0" brushRef="#br0" timeOffset="51265.44">9666 7220 110 0,'-1'-2'342'0,"1"2"-15"15,0-8-10-15,0 8-14 0,1-8-16 0,-1 6-14 16,3-3-10-16,-2 0-7 0,-1 5-26 16,0-3-20-16,0 3-25 0,0 0-19 0,0 0-18 0,3-3-7 15,-3 3-32-15,0 0-17 0,0 0-5 0,0 0-9 16,3 8-11-16,0 2-7 0,0 2-8 0,-1 5-2 15,2 1-3-15,-3 8-4 0,1 1-8 16,0-1-1-16,-2 2-4 0,2-2-5 0,-2-1 5 16,2 0-12-16,-2-7 1 0,1-2 0 0,3-4-1 0,-4 0 1 15,3 0-1-15,-1-4-10 0,-2 0 11 0,4-4-1 16,-4 1 6-16,0-3 30 0,1 2 25 16,-1-4 11-16,0 0-6 0,14-6 1 0,-2 0 2 15,-2-8-1-15,4 2-2 0,-2-2-6 0,-2-2-4 0,3 0-8 16,2-8-7-16,2 2-7 0,-3-4-7 0,1 2-2 15,-2 4-7-15,-4 3-3 0,0 3-4 16,-3 3-4-16,0 2-2 0,0 1-1 0,-3 1-5 16,1 3-6-16,0 1-10 0,-3-1-16 0,3 1-20 0,-4 3-29 15,1-3-21-15,-1 3 1 0,0 0 2 0,0 0 11 16,3 10 5-16,-2-3 13 0,3 1 4 0,-3 3 12 16,3-1-28-16,2 1 7 0,2 4 2 0,1-2-1 15,5-1-7-15,-1 1 7 0,13-2-3 0,-1 0-9 16,3-4-11-16,2-2-15 0,4 0-7 0,-1-1-8 15,3-4-2-15,0 0 3 0,1-3 9 0,-4-3 10 16,-1 2 8-16,-5-1 12 0,-8-3 16 0,-1 1 21 16,-4-3 24-16,0 2 19 0,-5-2 11 0,-1 2 20 15,-3-2 18-15,-1 2 19 0,-3-1-6 0,-1 1-8 16,-1 0-9-16,-3 2-3 0,-2-1-7 0,-2 1-4 16,-5 1 6-16,0 1-6 0,-2 2-1 0,-2 1-6 15,-2 3-3-15,2 1-4 0,-2 2-4 0,-1 3-4 16,2 0-4-16,0 2 5 0,3 1-3 0,0 2 2 15,2 1-10-15,4-5 6 0,-4 5-9 0,8-1-1 16,-3-1-13-16,4-3-3 0,3 3-1 0,-4-3-4 16,5-1 1-16,3-1 2 0,-1-1-1 0,-1-2 7 15,3-1 7-15,4-2-2 0,2-1-5 0,4-4 9 16,4-1-4-16,0-3 1 0,1 1 13 0,-2-2-15 16,1 1 10-16,-2-3-10 0,2-1 5 0,-2 4-7 15,0-4 4-15,-2 2-1 0,-4 3-1 0,2 0-3 16,-3-1 3-16,0 4 1 0,-3 0 7 0,1 0-10 15,-4 2-2-15,3-1-1 0,-3 0-4 0,-3 3 17 16,0 0-15-16,14 3 5 0,-9 2-4 0,2-2 7 16,2 3-4-16,0 1 4 0,0-1 1 0,2 1 4 15,-1 2-5-15,1-3 4 0,3-1-1 0,-3 2-7 0,3-2-11 16,-1-2-7-16,5 3-5 0,-5-3-5 16,0 0-2-16,0-3 1 0,2-3 4 0,-1 3 4 15,-3-4 3-15,0-1 2 0,0-1 5 0,-2-4 1 16,1 2 14-16,0-7 9 0,-1-1 8 0,-2-1 9 15,0-1 0-15,2-7 8 0,-4-1 11 0,3-3-3 16,-1-1 9-16,0-1-12 0,-2-3 0 0,4 1-3 0,-4 1 11 16,0 1 11-16,3 3 6 0,-7 10 12 15,3 1-7-15,0 8 6 0,-3-2-8 0,-1 5-9 16,0-1-7-16,3 2-11 0,-3 0-12 0,1 1-32 0,-1 4-33 16,4-3-19-16,-4 3 10 0,4 9-3 15,-3 1 22-15,0 7-11 0,-1 1 33 0,3 9-25 0,-2-1 12 16,-1 3 0-16,0 0-2 0,0 1 5 15,0-4 6-15,0 0 0 0,0-5-11 0,3-3-7 0,-2-1-3 16,-1-3-9-16,-1-3-4 0,2-2 4 0,-1 0-2 16,-1-2 3-16,1-3 10 0,-3 1 4 0,3-3 6 15,-4 1 2-15,4-3-1 0,-10 2 4 0,10-2-3 16,-18-7 6-16,8 2-4 0,-3 1 6 16,0-4 0-16,-1 1 1 0,3 4-1 0,-2-3 3 0,1-2 1 15,2 4-2-15,0 2 2 0,4-2 0 0,-1 0 4 16,3 1 2-16,-1 3-3 0,2-3 0 0,0 1 0 15,3 2 1-15,0 0-7 0,13-10-4 0,-2 7-3 16,8-2-4-16,2 2-7 0,8-3-8 0,2 3-3 16,1-3 1-16,1 3 0 0,-1-1 7 0,1 0-7 15,-1 1 6-15,0 0 3 0,0-5 2 0,-4 3 1 16,1 1 6-16,-9 0 0 0,-1 0 8 0,-1 1 9 16,-7 2 19-16,2-2 21 0,-3 1 9 0,-3 2 8 15,-1-2 8-15,-1 1 7 0,1 0 15 0,-6 1-26 16,8 0-6-16,-8 0-7 0,8-1-1 0,-8 1-10 15,0 0 2-15,5 3-10 0,-4-1-2 0,2 4 11 16,-3 2-13-16,1 1-2 0,2 2-3 0,-1 1-5 16,-2-1 15-16,4 5-12 0,-3-1-6 0,3 2 9 15,0-2-9-15,0-2 7 0,0-1-3 0,-3-2-11 16,4-1-34-16,-1 2-23 0,-3-5-32 0,2 0-22 16,-2-1-35-16,0-1-23 0,-1 0-23 0,0-4-72 15,0 0-325-15,0 0-633 0,0 0 281 0</inkml:trace>
  <inkml:trace contextRef="#ctx0" brushRef="#br0" timeOffset="51421.32">11279 6895 117 0,'-4'-6'358'0,"4"2"-39"0,0 1-33 0,0-2-28 16,0 5-23-16,0 0-40 0,-1-5-40 15,1 5-29-15,0 0-35 0,0 0-9 0,10 10-35 16,-5-7-38-16,4 4-55 0,5 3-46 0,0 2-37 0,3 1-207 15,-2-2-363-15,8 4 162 0</inkml:trace>
  <inkml:trace contextRef="#ctx0" brushRef="#br0" timeOffset="51775.85">11730 7068 101 0,'4'-4'266'0,"-4"4"-19"0,0 0-21 16,-8-7-13-16,8 7-10 0,-6-1-5 0,-2 1-11 15,8 0-10-15,-15 1-11 0,3 3-9 0,2 0-21 0,-4 1-1 16,-1 2-22-16,-1 2-11 0,2 1-9 0,-2 2-10 16,3 1-6-16,0 0-12 0,0 2-2 0,3-1-9 15,0 2-2-15,3-2-4 0,1-1 3 16,5 1-2-16,-2-3 3 0,3-1-4 0,3 2 2 0,2-3-5 16,5-1 12-16,3 0-15 0,6-3-4 0,11-2-1 15,0-1-4-15,6-3-3 0,-3-3 1 16,-2 0-8-16,-4 0-1 0,-2-6-1 0,-6 5-6 15,-1-5 20-15,-2 0-19 0,0 1-5 0,-7-1-2 16,-2-4 2-16,-1 2 2 0,-6-2-7 0,0-4-5 0,-4 4 13 16,-1-1-15-16,-3-2 2 0,3 7-2 0,-8-3 7 15,1 2-11-15,-5 2 6 0,0 3-7 16,0-1 1-16,-3 3-2 0,1 1-4 0,0 2-20 16,1 2-25-16,0 2-32 0,-1-1-33 0,8 3-37 0,0 0-50 15,3-3-47-15,1 1-242 0,4 2-537 0,2 0 238 16</inkml:trace>
  <inkml:trace contextRef="#ctx0" brushRef="#br0" timeOffset="52108.98">11947 7082 197 0,'0'0'335'0,"0"0"-35"15,8 1-29-15,-8-1-23 0,0 0-25 0,0 0-17 16,5 3-11-16,-2 1-14 0,-2 2-19 0,-1 1-16 15,0 3-7-15,0 2-14 0,-1 5-10 0,-2-2-14 16,2 3-9-16,-2-1-8 0,1 1-2 0,-1-1-9 16,3-6-6-16,-1 1-12 0,1-2-2 0,0 0 0 15,-3-3-5-15,3-2-1 0,0-1 10 0,0 0 21 16,0-4 35-16,3 6 19 0,-3-6-2 0,0 0-9 16,0 0-9-16,15-13-7 0,-6 7-4 0,1-4-3 15,3-1-5-15,0-5-6 0,0 3-9 0,1-3-10 16,-2 4-7-16,1 0-7 0,-3 3-5 0,-2 2-5 15,1-1-6-15,1 2-11 0,-5 3-3 0,3 1 0 16,0 0-9-16,-2 5-2 0,7 0-26 0,-4 4-18 16,0-2-35-16,5 5-40 0,-3 0-43 0,5 3-65 15,-5-4-66-15,2 2-124 0,-4-4-273 0,0 1-732 16,2-5 324-16</inkml:trace>
  <inkml:trace contextRef="#ctx0" brushRef="#br0" timeOffset="52945.73">13665 7134 48 0,'0'-5'261'0,"0"3"-5"0,0 2-17 0,0-7-10 0,0 2-4 15,0 0-16-15,0 1-10 0,0 4-15 16,-3-6-19-16,3 6-10 0,3-4-17 0,-3 4-15 16,0 0-14-16,0-5-10 0,0 5-17 0,0 0-10 15,0 0-13-15,0 0 6 0,-12 16-15 0,-1-3-7 0,3 3-4 16,-4 5-4-16,-3 3-3 0,3-1-2 0,-1 1-2 16,1-2-6-16,3-2-2 0,0 2 2 0,5-6-6 15,3 1-2-15,0-2-2 0,1-2 6 16,1 0 3-16,2-5-4 0,-1 0 3 0,5-1 13 0,-2-2 1 15,3-1 9-15,3-2-1 0,6 0 0 0,5-6-3 16,7-5-5-16,2 1-2 0,-5-4-6 0,3-3 1 16,-1 1-2-16,-11 3-2 0,0-2-4 0,-2-1-2 15,2-6-2-15,-3-2-4 0,-4 2 12 0,-4 1-13 16,-2-7 1-16,-1 8-2 0,2-3-5 0,-8 3 0 16,2 0 0-16,-5 1 1 0,1 3-2 0,-2-1 0 15,-1 9-7-15,2-5 2 0,-2 6-1 0,-3 1-8 16,1-1 4-16,0 2-11 0,0 3-10 0,1 0-19 15,-1 0-18-15,3 0-21 0,-1 3-39 0,2 1-35 16,3-1-42-16,4-1-26 0,1-2-257 0,0 0-526 16,0 0 234-16</inkml:trace>
  <inkml:trace contextRef="#ctx0" brushRef="#br0" timeOffset="53359.83">14039 6689 67 0,'0'-5'325'0,"0"0"-30"0,2 1-31 0,-2-1-30 15,3 2-26-15,-3 3-27 0,0 0-16 0,0 0-21 16,0 0-15-16,5 17-16 0,-5 2-7 0,0 9-12 16,-2 7-6-16,-1 19-1 0,-6 4-11 0,2 2-3 15,-2 1-1-15,-2-4-9 0,4 0-6 0,-1-3-6 16,3-3-4-16,2-16-2 0,1-1-4 0,2-3-6 15,2-3-1-15,1-2 16 0,-2-7-2 0,3-2-4 16,-1-5 2-16,-1 0-1 0,2-7 4 0,1 2 13 16,0-2-5-16,2-2 12 0,0-2-4 0,4-4-3 15,1-1-6-15,-3 0-8 0,0-5-3 0,0 1-8 16,-4-2-1-16,0-2-7 0,-1-2-4 0,-1-3-4 16,-3 1-10-16,-3-2-7 0,-3 0-3 0,-5 0-4 15,-4-5-1-15,-2 4 4 0,0-1-8 0,-5 4 9 16,5 6 12-16,0-2 4 0,1 2 6 0,1 2-1 15,5 2 8-15,2 1-7 0,-1 2 1 0,5-1-8 16,-1 1-4-16,1 1-7 0,4 2 4 0,0 0 0 16,18-8 1-16,12 1-17 0,9 0-29 0,16-3-40 15,10-2-40-15,2 1-66 0,23-7-65 0,-26 4-97 16,27-8-189-16,-26 10-577 0,26-10 256 0</inkml:trace>
  <inkml:trace contextRef="#ctx0" brushRef="#br0" timeOffset="54007.55">16145 6852 2 0,'0'0'268'0,"0"-6"-4"0,0 6-9 0,-1-8-22 16,-1 4-19-16,1 2-18 0,1 2-23 0,-4-3-16 15,4 3-8-15,-6-1-22 0,6 1-17 0,-10 1-4 16,-1 4-7-16,-1 2-20 0,-5 2-4 0,-6 7-9 15,0 3-4-15,0 0-9 0,-1 4-4 0,3 0-5 16,-2 2-3-16,3 2-8 0,-1-2 0 0,1 1-4 16,6 0-4-16,-1-2 0 0,3-2-5 0,4-3 0 0,1-4 21 15,0 0 1-15,6-2 2 0,1-5 5 16,0 3 3-16,5 0 9 0,3-6 2 0,1 1-2 16,4-5 0-16,6-1-4 0,10-5-10 0,2 0-1 15,-3-7-4-15,5-2-2 0,-5 2-8 0,0-4 1 0,-2 0-7 16,-6-1-1-16,1-3 8 0,-6-1 10 0,-2 4-9 15,-4 0-5-15,1-8-8 0,0-1 2 16,-6 2-3-16,-1 5-3 0,-1 0-1 0,-4-3 4 16,-2 4 4-16,1-1-15 0,-2 4 4 0,-2 0-15 15,-1 6-10-15,-1 0-13 0,0 4-23 0,-4 0-11 0,-1 2-21 16,1 0-27-16,-3 2-31 0,2 2-45 0,1 2-42 16,0 1-72-16,0-3-196 0,4 4-534 15,3-1 237-15</inkml:trace>
  <inkml:trace contextRef="#ctx0" brushRef="#br0" timeOffset="54822.7">16274 6824 138 0,'0'0'280'15,"0"0"-28"-15,5-2-29 0,-5 2-24 0,0 0-20 16,10 3-23-16,-6 0-9 0,1 1-12 0,-1 3-8 15,4 4-9-15,-1 4-12 0,1 2-7 0,0-2-9 16,-1 2-9-16,-1-2-6 0,1 4-8 0,-3-2-8 16,-3 0-3-16,1 0-5 0,-2-6-4 0,0 1-2 15,-2 0-6-15,1-1 6 0,1-3-2 0,0 0 11 16,-1-1 3-16,-1-3 6 0,2 1 3 0,-1 0 10 16,1-1 8-16,0-4 7 0,0 0-7 0,0 0-25 15,0 0-14-15,8-12-16 0,1 7-16 0,6-8-10 16,3 2-17-16,10-7-16 0,3-1-16 0,1-1-16 15,2 4-14-15,14-6-11 0,-3-1-4 0,3 3 4 16,-11 5 7-16,11 0 5 0,-10 5 9 0,-3 1 5 16,6 3 5-16,-5-3 9 0,-3 4 2 0,-1 1 6 15,-4-2 5-15,-7 2 16 0,-5 0 16 0,2 1 19 16,-8 3 20-16,2-2 21 0,-6 0 21 0,-1 0 12 16,0 1 7-16,-1-2-8 0,0 0-8 0,-4 3-3 15,0 0-12-15,0 0-8 0,0 0-2 0,-18-1-4 16,4 1-10-16,-1 1-4 0,-3 5-5 0,0-4-1 15,0 1-1-15,-2 3-4 0,2 2-7 0,-1 4-1 16,0-1 0-16,3 2-1 0,-2-1-7 0,4 0-1 16,0 2 5-16,5 2-8 0,0-2-1 0,-1-3 2 15,4 3 0-15,1-2-7 0,2-3 13 0,2 1-15 16,-2 1 0-16,3-3 4 0,3 0-2 0,-1 0-4 16,3 0 3-16,3-3 4 0,-2 0 2 0,7 0-2 15,-2-2-4-15,2-2 3 0,0-4-1 0,4 0 6 16,-4-2-4-16,6-1-2 0,-5-5 2 0,5-1-4 15,3-4 10-15,-8 0 9 0,5-3-2 0,-5-5 9 16,3-1 4-16,-4-2 2 0,-1-1-3 0,1 0 12 16,-4-2-6-16,1-1 7 0,2-2 12 0,-3 1 4 15,-2 0 20-15,0 0 19 0,-2 3 22 0,0 3 22 16,-2 7 14-16,-2 0-7 0,0 8 0 0,2-2-3 16,-3 4-10-16,2 1-4 0,-2 3-17 0,0-1-13 15,0 1 14-15,0 0-13 0,3 1-13 0,-3 4-34 0,0-5-40 16,0 5-39-16,0 0-37 0,0 0 6 0,0 0 4 15,0 17 2-15,-3-5 6 0,-3 6 4 16,2 7 5-16,-4 3 2 0,3 1 5 0,-1 1 2 16,-2 0 6-16,4-1-12 0,2 0 16 0,-1 2 5 0,2 0-1 15,1-2 9-15,0 1-6 0,1-11 3 0,-1 2 2 16,3-11-2-16,-2 5 0 0,0-1 5 0,3-3 3 16,-1-2-2-16,-2-2 6 0,4-2 1 15,-4 2-1-15,3-2 1 0,-1 0-1 0,-1-4-11 16,2 3-5-16,1-1-28 0,-1-3-32 0,5 0-55 0,1-3-46 15,1-1-47-15,1 3-42 0,0-4-40 0,2 1-43 16,1-3-59-16,-2 2-229 0,0 1-680 0,0 0 301 16</inkml:trace>
  <inkml:trace contextRef="#ctx0" brushRef="#br0" timeOffset="55141.02">17341 6936 180 0,'-5'3'217'16,"2"-2"-9"-16,3-1-8 0,0 0-8 0,-5 3-4 15,5-3-2-15,0 0-12 0,0 0-13 0,0 0-11 16,0 0 3-16,0 0-10 0,12 2-8 0,-1-3-13 16,3-2-10-16,8 0-11 0,-1-1-6 0,7-3-16 15,2-1-2-15,-4 0-14 0,3-2-6 0,-2-1-4 16,0 3-5-16,-9-4-4 0,-3 1 0 0,4 1-3 16,-2-3 4-16,-2 2 3 0,-3-2-1 0,0 1 9 15,-5 2 2-15,-1-1 5 0,-1 1 12 0,-1 1-5 16,-1 1 1-16,-5 1-9 0,1 1-9 0,-1 1-7 15,-4 1-2-15,-1-1-9 0,-3 4-2 0,-2 1-5 16,-1 1-5-16,-3 6-12 0,-2 1 13 0,1 0-10 16,-2 4-1-16,5-1 3 0,-5 11-3 0,2-3-5 15,-1 3 0-15,5 0 6 0,3-5-4 16,3 0-22-16,1 0-22 0,5-2-12 0,-1-1-16 0,4-2-28 16,2 0-32-16,1-2-53 0,2-2-71 0,5-4-94 15,-1-2-174-15,2 0-558 0,0-4 247 0</inkml:trace>
  <inkml:trace contextRef="#ctx0" brushRef="#br0" timeOffset="55456.77">17881 6678 231 0,'4'-2'300'0,"0"0"-32"15,-4 2-28-15,12 0-19 0,-5 1-9 0,0 0-15 16,4 2-6-16,-2 4-16 0,4 0-10 0,0 5-14 15,2 0-5-15,-1 3-12 0,3 3-6 0,-2 6-11 16,-2 1-10-16,-4-2-5 0,2 1-11 0,-6-4-6 16,1 6-8-16,-5 1-6 0,-2-10-3 0,-1 1 8 15,0-5-3-15,-2-1-2 0,1-2-8 0,1 0 18 16,-1-5 9-16,-1 0 19 0,2-1 17 0,-1-1 24 16,3-3-4-16,-5 0-2 0,5 0-3 0,-1-10-7 15,1 0-9-15,1 0-15 0,2-4-3 0,4-4-13 16,3-5-11-16,3-4-6 0,3 1-18 0,-1 0-19 15,3-4-19-15,3 6-20 0,-2-3-31 0,2 6-10 16,-3 1-38-16,1 1-48 0,-5 7-57 0,-1-3-64 16,-4 7-92-16,4-3-421 0,-4 1-822 0,0 3 364 15</inkml:trace>
  <inkml:trace contextRef="#ctx0" brushRef="#br0" timeOffset="56457.25">19378 6498 50 0,'2'-4'214'0,"-2"4"-22"0,4-4-12 16,-4 4-19-16,0 0-15 0,0 0-19 0,0 0-15 15,0 0-12-15,0 0-11 0,0 0-8 0,5 8 9 16,-5-3-2-16,2 4-3 0,-2 1-1 0,1 2 4 15,-2 7-5-15,-1-2-3 0,1 2-3 0,-2 1-9 16,-2 3-2-16,2 2-2 0,-3 2-7 0,4-2-4 0,-2-6-3 16,-1 7-1-16,2-1-7 0,1-5 1 0,-2-2 1 15,0 1 1-15,2-2 2 0,-1-5-1 0,3 0 1 16,-1-1 0-16,1-1 7 0,-2-5 9 16,2-1 13-16,-1 3 17 0,0-4 20 0,1 1 27 15,0-4 36-15,0 3 17 0,0-3-21 0,0 0-14 0,4-10-20 16,0-1-11-16,0-2-16 0,3-3-9 0,1 0-14 15,1-1-10-15,5-7-7 0,-1 1-6 16,-2 0-8-16,6 0 1 0,-4 0-13 0,2 2-5 16,0-1-2-16,-1 7-6 0,-5-2-4 0,2 5 0 0,1-2-9 15,-4 2 0-15,-2 2-3 0,4 3 1 0,-3-3-6 16,-1 3 2-16,-2 1-4 0,1 1-2 0,0 2 0 16,-1 0-4-16,-1-2 0 0,2 4-3 15,-3-1-8-15,-2 2 1 0,0 0 3 0,0 0-3 0,11 6 4 16,-5-1-10-16,-2 2 2 0,1 2 3 0,0 0-1 15,-1 4 1-15,0 4 5 0,1 0-3 0,-3 0 1 16,1 2 3-16,-1 2-2 0,0-1 1 0,0 6 0 16,-1-6 3-16,1-2-3 0,-2 0 2 0,1 0-2 15,-4 1 2-15,2-5-2 0,1 0 3 0,-1-3 1 16,1 2 4-16,0-7-4 0,0 1 1 0,0-2 0 16,0 0 1-16,-1-1 0 0,2 1 2 0,-1-5 2 15,-1 5 15-15,1-5 23 0,0 3 12 0,0-3 4 16,0 0 9-16,0 0 0 0,0 0-10 0,0 0-10 15,14-5-7-15,-4-3-26 0,1 1-43 0,7-2-59 16,5-9-55-16,4 2-75 0,0 1-79 0,2-2-92 16,3 1-385-16,3 2-836 0,12-6 370 0</inkml:trace>
  <inkml:trace contextRef="#ctx0" brushRef="#br0" timeOffset="56908.96">20225 6820 54 0,'0'0'363'0,"0"0"-26"0,0 0-33 0,0 0-28 15,0 0-36-15,0 0-33 0,0 0-71 0,0 0-81 0,0 0-116 16,0 0-258-16,0 0-345 0,8-12 153 0</inkml:trace>
  <inkml:trace contextRef="#ctx0" brushRef="#br0" timeOffset="61107.53">2986 9420 81 0,'0'0'155'0,"0"0"-10"0,0 0-9 0,0 0-15 16,0 0-8-16,0 0-11 0,0 0-12 0,0 0-9 16,0 0-7-16,0 0-4 0,0 0-11 15,0 0-6-15,0 0-7 0,-17 12-6 0,7-7 2 0,-3 3-8 16,-5 4 0-16,2 0-4 0,-7 5-2 0,0-3-3 15,1 1-8-15,-1 1 3 0,0 0-4 0,6-4-2 16,2-1-4-16,2 4 3 0,-2-2-1 0,2-1 5 16,2 0-10-16,-1 2-2 0,6-4 5 0,-1 0-7 15,1 1-1-15,2-1 4 0,2 1-4 0,-1 0 3 16,2 0 8-16,2-3-4 0,2 2 5 0,2-1-3 16,2 1 1-16,2 0-2 0,4 2 1 0,4-4 1 15,3 4-1-15,2 3 0 0,-3-6 0 0,-1 0 0 16,8 2-3-16,-7-1-3 0,-3-2 6 0,1 1-5 15,1-1-1-15,-9 0-1 0,4 2 0 0,-5-1-3 16,-1 0-1-16,-3 1 1 0,-2-2 10 0,-1 3-1 16,-4-3 5-16,-4 4 1 0,-11 0-2 0,-3 4 0 15,-6 0-2-15,-4-3 1 0,2-4 2 0,-2 3-4 16,-6-3 2-16,3-2 4 0,-1 1 7 0,2-3 2 16,0 0 12-16,3-1 7 0,-2-1 11 0,11-1 11 15,1-2 4-15,1 0 5 0,8 0-5 0,-1 2-3 16,4-1-4-16,3-2 12 0,5 1 4 0,-11-2-2 15,11 2-2-15,-9 0-7 0,9 0-5 16,-5-2-12-16,5 2-21 0,0 0-21 0,0 0-26 0,0 0-22 16,0 0-21-16,0 0-25 0,18-3-30 0,-7 0-46 15,2-1-51-15,1 3-209 0,4-3-455 0,1 2 201 16</inkml:trace>
  <inkml:trace contextRef="#ctx0" brushRef="#br0" timeOffset="61523.25">3341 9850 181 0,'-8'1'194'16,"-3"2"-12"-16,-1-1-13 0,1 1-17 0,-1 2-14 15,1-1-14-15,-3 1-14 0,5 3-8 0,-4 1-10 16,-1 3-10-16,1-3-8 0,2 6-8 0,1 0-8 16,3 0-4-16,-1-1-9 0,5-2 0 0,-2 0-5 15,2 0-6-15,3-1 5 0,0 3-3 0,4-5-2 16,2 1-1-16,1 0 1 0,0-1 3 0,5-2 2 16,3 1 1-16,3-3-2 0,0-3-2 0,1-2-6 15,2 0-1-15,0-2-1 0,1-3-2 0,-2-2-3 16,-2 2-1-16,1-6-2 0,-2 2 0 0,-2-3 8 15,-3 0 9-15,2-1 5 0,-4 0 3 0,-6-2-6 16,0-2-1-16,0 5-4 0,-4-5-2 0,-3 2 0 16,2 3 0-16,-4-4-4 0,-2 6-4 0,2-2-5 15,-5 4 2-15,1 1-5 0,-4 2-2 0,3-2-3 16,-1 2-5-16,-1 1-8 0,-1 2-10 0,2-1-14 16,-1 3-28-16,2 0-28 0,2 0-32 0,-3 2-41 15,5-1-30-15,-1 1-211 0,2 0-429 0,5-2 190 16</inkml:trace>
  <inkml:trace contextRef="#ctx0" brushRef="#br0" timeOffset="61912.34">3660 9607 58 0,'3'-7'372'15,"-3"0"-9"-15,0 0-21 0,0 2-19 0,0 0-27 0,0 1-26 16,0 4-25-16,1-8-31 0,-1 5-28 16,0 3-50-16,0 0-53 0,0 0-19 0,0 0-7 15,4 11-9-15,-1 2-2 0,-2 1-10 0,3 6-3 16,-3 4-4-16,3 4-2 0,0 0-4 0,-3 1-4 16,3 3 0-16,-3-1-2 0,-1 0-1 0,0 2 0 15,4 1-1-15,-2-1 1 0,1-4-4 0,-3-2-1 16,4-1 0-16,-1-7-3 0,-1-2 3 0,-2 0-5 15,3-5 3-15,-3-3 1 0,1 2-5 0,-1-5 0 16,3 0 2-16,-2-1 3 0,-1-1 1 0,0 1 29 0,1-2 26 16,-1-3 18-16,0 4-1 0,0-4 14 0,0 0 7 15,2 4-1-15,-2-4-1 0,0 0-8 16,2 3-5-16,-2-3-13 0,0 0-4 0,0 0-12 16,0 0-13-16,0 0-20 0,0 0-23 0,0 0-31 15,0 0-58-15,0 0-58 0,0 0-43 0,0 0-40 0,5-11-45 16,-1 8-51-16,-2-2-241 0,1 1-609 15,3-1 270-15</inkml:trace>
  <inkml:trace contextRef="#ctx0" brushRef="#br0" timeOffset="62574.25">3939 9922 117 0,'0'0'361'15,"3"-1"-23"-15,-3 1-21 0,0 0-22 0,0 0-31 0,0-4-24 16,0 4-27-16,0 0-27 0,0 0-20 0,0 0-24 16,0 0-18-16,0 0-16 0,0 0-6 0,2 16-9 15,-2-8-11-15,0 4-6 0,0-2-6 16,-1 3-10-16,1 3-4 0,1 1-9 0,-2-2-3 16,2 1-2-16,-1-4-6 0,1-2-3 0,-1 0-4 0,3-3 1 15,-2 1-2-15,1-2-6 0,-1 0-3 0,0-4 0 16,-1 3 5-16,1-1 19 0,-1-4 29 0,0 0 11 15,0 0-9-15,0 0-7 0,17-10-5 16,-9 1-6-16,-1-1-2 0,3-2-7 0,2-2-2 16,0-1 0-16,-4-1-12 0,4 3-1 0,-6 3-4 0,7-2-11 15,-4 5 6-15,-1-2-11 0,-3 3-8 16,4 2-13-16,-4-1-6 0,0 3-8 0,0 2-6 0,4 0-5 16,-9 0-5-16,12 0 12 0,-6 3-16 15,2 3 3-15,2-1-1 0,-1 3 5 0,0-1 7 0,5 5-5 16,-3 0 10-16,2-3 1 0,1 1-1 0,-3 0 4 15,2-3-8-15,-1 3-6 0,1-5-6 0,-2-1 2 16,2 1-1-16,-3-2 6 0,-1-1-2 0,4-2 4 16,-3-2 2-16,-1 1 2 0,1-5 1 0,1 1 7 15,-2-6-4-15,-2 1 4 0,2-5 1 0,-1 0 5 16,-3-2 7-16,0-2 4 0,-1 0 6 0,2-6 9 16,-3 0 5-16,-1-1 5 0,1-1 9 0,-1 1 2 15,-2-1 20-15,0-2-2 0,0 0 9 0,0 3 7 16,0 5 9-16,-1 3 9 0,1 2 17 0,0 6-9 15,-1 0-4-15,0 3-30 0,2 0 6 0,-4 3-11 16,3-1-32-16,0 5 0 0,2-6-32 0,-2 6-32 16,0 0-6-16,0 0 1 0,0 0 8 0,-3 18 10 15,2-7-12-15,-2 8-4 0,0 0 10 0,0 5 7 16,0 3 6-16,1 0 4 0,-2 4 1 0,1-4 1 16,3-2 2-16,0 1 8 0,0-7 10 0,0 8-16 15,2-10 5-15,-4-1 4 0,2 0-3 0,2-5 5 16,-2 0-12-16,0-2-16 0,0 1-13 0,0-4-19 15,0-1-16-15,0-1-10 0,0 0 1 0,0 0-4 16,0-1 5-16,0-3-45 0,0 0-96 0,0 0-324 16,0 0-594-16,-15-12 262 0</inkml:trace>
  <inkml:trace contextRef="#ctx0" brushRef="#br0" timeOffset="62827.67">4247 9855 25 0,'-4'1'287'0,"4"-1"-13"0,-5 3-7 0,5-3-6 15,-5 2-12-15,5-2-16 0,-2 3-22 0,2-3-11 16,0 0-25-16,0 0-20 0,15 0-12 0,5-3-17 16,2 1-10-16,9-1-14 0,2 1-10 0,0-1-7 15,4-1-12-15,0 1-8 0,-5-1-3 0,0 2-11 16,-4-1-16-16,-6 3-15 0,-3-2-13 0,-4 2-14 15,-3-1-9-15,-1 1-20 0,-3-2-20 0,-2 0-17 16,0 2-18-16,-6 0-22 0,7-1-39 0,-7 1-56 16,0 0-219-16,0 0-464 0,0 0 206 0</inkml:trace>
  <inkml:trace contextRef="#ctx0" brushRef="#br0" timeOffset="63139.51">4784 9817 87 0,'1'-4'374'15,"-1"4"9"-15,2-3-5 0,-2 3-11 0,0 0-19 16,0 0-31-16,3-4-26 0,-3 4-31 0,0 0-28 16,0 0-26-16,0 0-29 0,0 0-11 0,0 0-28 15,0 0-17-15,0 0-10 0,0 0-12 0,3 14-2 16,-2-8-21-16,-1 3-8 0,0 3-3 0,0 0-7 15,4 0-9-15,-4-1-1 0,1 6-3 0,-1-1-10 16,3 2 1-16,-2-8-5 0,2 3-29 0,-2-2-26 16,1 0-23-16,-2-1-11 0,0-1-23 0,0-2-10 15,0-1-13-15,-1-1-6 0,1 1 3 0,-1-3 12 16,1-3 4-16,0 0-69 0,0 0-59 0,0 0-35 16,0 0-58-16,-8-18-174 0,7 6-526 0,-1-2 233 15</inkml:trace>
  <inkml:trace contextRef="#ctx0" brushRef="#br0" timeOffset="63298.16">4774 9648 232 0,'-3'-7'306'0,"2"3"-19"15,2 1-18-15,-2 0-18 0,1 3-33 0,0-9-20 16,-3 9-19-16,3 0-19 0,0 0-22 0,0-5-15 16,0 5-12-16,0 0-13 0,0 0-25 0,12 7-25 15,-6 0-24-15,-1-2-28 0,4 3-31 0,0 2-28 16,5 1-36-16,0 0-40 0,3-2-65 0,-2 0-159 15,4-2-391-15,8 3 173 0</inkml:trace>
  <inkml:trace contextRef="#ctx0" brushRef="#br0" timeOffset="63689.88">5338 9737 116 0,'0'0'235'0,"-5"-5"-15"0,5 5-12 0,-5-1-14 15,5 1-18-15,-9 0-12 0,9 0-15 0,-11 0-12 16,3 4-12-16,-2 0-12 0,-1 0-10 16,1 3-13-16,-2 0-8 0,-3 5-9 0,1-3-7 15,2 4-6-15,-1-1-8 0,0 2-7 0,3-1-2 16,-2 1-3-16,2-1-4 0,5-1-5 0,1-3-5 0,-1 3 1 16,3 0-3-16,0-4 4 0,1 4 1 15,2-2 0-15,3-3 3 0,1-2 1 0,2 2 2 16,0-2 4-16,7 2 4 0,3-3-4 0,2-3 0 15,-1-4-8-15,5 3 5 0,-1-3-8 0,4-3 1 16,-6 0-2-16,0-1-6 0,-3 0 2 0,-2-5 15 16,0 3 0-16,-2-2 8 0,-5 0-10 0,-3 0 0 15,0 0 9-15,0-4 3 0,-1 2-5 0,-4 2-2 16,-1-6-3-16,-2 5-2 0,-2 0-8 0,-4-2-1 16,4 4 1-16,-4 0-12 0,1 1 0 0,-2 1-8 0,0 3 5 15,0-2-12-15,-3 3-15 0,3 2-14 16,-3 1-20-16,1 2-24 0,0 1-23 0,-2 0-28 0,2 0-43 15,-1 2-36-15,4 0-83 0,2-1-170 16,-2 1-492-16,5-2 218 0</inkml:trace>
  <inkml:trace contextRef="#ctx0" brushRef="#br0" timeOffset="64089.58">5534 9722 387 0,'2'-3'360'0,"-2"3"-32"0,0 0-27 15,0 0-28-15,5-3-33 0,-5 3-23 0,0 0-31 16,0 0-20-16,0 0-14 0,0 0-15 0,4 8-9 16,-3-1-22-16,2-1-10 0,-2 2-10 0,1 2-9 15,-1 4-5-15,0-2-10 0,3 5-3 0,-4-6-2 16,1 1-8-16,1 4-2 0,-1-6-7 0,-1 2-5 15,3-5 6-15,-1 1-7 0,-1-4-10 16,-1 1 3-16,4 1 1 0,-3-2-3 0,-1-2 17 0,0-2 9 16,5 2 5-16,-5-2-7 0,12-4 4 0,-3-1-8 15,2-2 4-15,0-2-8 0,0 1 3 0,1-5 3 16,2 0-3-16,0 2-17 0,0-1 14 16,0 1 9-16,-5 3-3 0,0 1-4 0,0 2 10 15,-3-1-12-15,1 2-18 0,-2 2-4 0,1 2-6 0,2 0-8 16,-2 0-3-16,6 9-1 0,-1-3 10 0,3 5-12 15,1 1-7-15,1 3 13 0,2 4-8 0,-3 2 2 16,4-1-23-16,-6 1-52 0,5 0-54 16,-4 2-47-16,-5-5-72 0,-2-1-119 0,-3-8-250 0,-1 2-669 15,-3-5 297-15</inkml:trace>
  <inkml:trace contextRef="#ctx0" brushRef="#br0" timeOffset="64856.28">2318 10611 105 0,'0'0'115'0,"-9"0"2"0,9 0 0 0,-7 1-6 15,7-1 3-15,-6 0-6 0,6 0-5 0,0 0-16 16,0 0-4-16,0 0-12 0,0 0-9 0,0 0-6 15,0 0-2-15,0 0-6 0,0 0-9 0,20-2-4 0,-10 2 3 16,2-3-11-16,-3 1 8 0,6 1-9 0,-2-2-5 16,6-1-4-16,3 4 5 0,7-3-1 0,3-1 10 15,4 1 2-15,5-2 5 0,15 1 22 0,2-2-7 16,3-4 0-16,7 5-2 0,24-6-6 0,-3 1-6 16,3 2-2-16,0-1-2 0,4 4-4 15,5-4-1-15,1-2-5 0,3 5 0 0,1-4-3 16,5 5 1-16,-1 0 2 0,6 1-2 0,7-1 3 15,2 1-1-15,3-1 0 0,-3 2 1 0,-2 2 1 16,-3-3 2-16,3 0 5 0,-3 1 0 0,1-2 9 0,-7 2 20 16,1-2 7-16,-3 1 4 0,-7-3-3 0,-9 4-4 15,-4-2-5-15,-26 2-6 0,25-2-3 0,-31 3-6 16,4-2-6-16,-9-2-3 0,-2-1 0 16,-18 5 3-16,-3-3 5 0,-4 2-9 0,-7 1 17 0,-2 0-1 15,-9 1 0-15,-1 1-2 0,0-1-7 0,-4 1-1 16,-5 0 0-16,10 0 5 0,-10 0-7 0,8-3-11 15,-3 3-4-15,-5 0-2 0,0 0-6 0,0 0-15 16,8-2-8-16,-8 2-14 0,0 0-13 16,0 0-20-16,0 0-21 0,0 0-23 0,0 0-28 0,0 0-34 15,0 0-45-15,0 0-47 0,0 0-235 0,-2-4-523 16,2 4 232-16</inkml:trace>
  <inkml:trace contextRef="#ctx0" brushRef="#br0" timeOffset="65180.23">6675 9685 167 0,'0'0'322'0,"-3"-4"-20"16,3 4-20-16,-1-4-21 0,1 4-24 0,0 0-22 15,0-5-22-15,0 5-21 0,0 0-37 0,0 0-41 16,0 0-50-16,0 0-44 0,0 0-39 0,0 0-66 15,14 6-101-15,-13-1-140 0,3-1-374 0,0 1 165 16</inkml:trace>
  <inkml:trace contextRef="#ctx0" brushRef="#br0" timeOffset="65356.55">6747 10089 230 0,'0'4'265'0,"0"-4"14"0,-3 7 10 15,3-7-6-15,0 3-11 0,0-3-24 0,0 0-22 16,-1 3-10-16,1-3-33 0,0 0-17 0,0 0-19 16,0 0-29-16,0 0-23 0,0 0-35 0,0 0-50 15,0 0-60-15,0 0-66 0,0 0-69 0,0 0-271 16,0 0-494-16,1-12 218 0</inkml:trace>
  <inkml:trace contextRef="#ctx0" brushRef="#br0" timeOffset="65565.89">7139 9967 152 0,'5'-2'267'0,"6"-1"-28"0,1 0-25 0,-1 0-36 15,3 0-32-15,3 0-52 0,1-2-77 0,1 1-91 16,-1 2-132-16,1-1-223 0,-3-5 99 0</inkml:trace>
  <inkml:trace contextRef="#ctx0" brushRef="#br0" timeOffset="68919.97">8996 9876 39 0,'0'0'167'0,"0"0"-13"0,0 0-8 0,0 0-14 0,0 0-10 16,0 0-9-16,0 0-9 0,0 0-9 0,0 0-7 16,0 0-12-16,0 0-5 0,0 0-10 0,-3-3-5 15,3 3-6-15,0 0-6 0,0 0-3 0,0 0-1 16,0 0-9-16,0 0-1 0,0 0-3 0,0 0 1 15,0 0-3-15,0 0-3 0,0 0-2 0,0 0-1 16,0 0-3-16,11-2-1 0,-7-1-2 0,3 0 0 16,-1-1 4-16,0 2-1 0,2-2-7 0,1 0 7 15,-3 0 6-15,2 0 9 0,2-2 12 0,-2 1 3 16,-3-1 13-16,-1 1-1 0,1 2 3 0,1-4-7 16,-2 4-2-16,0-1 2 0,1 0 8 0,-2 0-3 15,-2-1-3-15,2 3-5 0,-2-1-5 0,-1 3-2 0,0 0-5 16,1-5-6-16,-1 5-7 0,-5-7-1 0,4 5-4 15,1 2-4-15,-12 0-6 0,2 0-2 16,1 0-2-16,-4 2-2 0,-6 5 2 0,0-1-2 16,-7 5-2-16,-2-1 0 0,4 2-2 0,-4 3 1 0,0 0-4 15,-2 1 2-15,6 4 2 0,-1 4-2 0,1-1-1 16,2 0-1-16,1 6 1 0,2-4-1 0,1 0 4 16,4 1-6-16,0 0 1 0,4-1-3 0,1 0-1 15,5-6-6-15,0 1-2 0,7-1 0 0,-1 8 2 16,7-9 3-16,4 4 1 0,2-1 3 0,4-2-2 15,6-3 2-15,5-3 2 0,6-1-1 0,14-2-2 16,1-3-5-16,2-3-10 0,1-4-5 0,4-2-1 16,-2 0-7-16,3-6-5 0,-8-1-2 0,4-3 4 15,-17 5 4-15,-2-6 2 0,0 1 1 0,-4-2 5 16,-2-1 5-16,-3 1 12 0,-4-2 14 0,-7 3 22 16,-1 1 27-16,-6 4 14 0,-1-2 15 0,-3 1-10 15,-1 2-8-15,-2-3-9 0,1 3-6 0,-6 2-5 16,3-2 3-16,-6 2-11 0,-2 0-5 0,-1 1-5 15,-5 3-4-15,-4 1-2 0,-1 1-7 0,-4 4 1 16,-4 3-1-16,3 2-3 0,-2 2 0 0,-1 1-3 16,5 1-4-16,5-2 11 0,-1 0-13 0,5 0-8 15,-1 0-15-15,5-4-5 0,1 4-6 0,1-3-10 16,1-1-5-16,2 0 4 0,1-2-3 0,1 0 4 16,2-1 12-16,0-1 3 0,2-1 4 0,2-2 13 15,1 2 4-15,5-3 9 0,0-3 6 0,2 1 7 16,2-3 7-16,3-1 6 0,-2-2 6 0,0-1 3 15,-2 2 1-15,1-3 4 0,1 0-3 0,-6 3 4 16,2 2-1-16,-3-1 1 0,-2 3 3 0,0-2 0 16,-2 2-6-16,1 0-9 0,-2 1-1 0,-3 2-7 15,7-3-8-15,-7 3 0 0,4-2-5 0,-4 2-4 16,0 0-1-16,10 2-1 0,-4 0 0 0,-3 1 0 16,6 1-8-16,0 2-18 0,0-1-10 0,4 2-12 15,1 2-21-15,5-1-24 0,0-1-27 0,7 3-53 16,-4-6-66-16,-1 0-223 0,-1-1-493 0,1-2 219 15</inkml:trace>
  <inkml:trace contextRef="#ctx0" brushRef="#br0" timeOffset="69372.27">9955 10028 47 0,'0'-4'288'0,"0"4"-18"15,4-2-17-15,-4 2-21 0,1-4-16 0,-1 4-24 0,0 0-8 16,3-4-28-16,-3 4-18 0,0 0-13 0,0 0-16 15,0 0-14-15,0 0-13 0,0 0-7 0,0 0-3 16,0 0-15-16,-16 12-8 0,6-6-2 16,3 2-5-16,-2 0-4 0,-2 1-8 0,2-1-3 15,-1 1-13-15,4 1-5 0,-2-3-7 0,2 1-5 0,1-1-7 16,1-1-3-16,1 4 2 0,1 0 0 0,2 0-2 16,0-1 1-16,3 1 5 0,1 2-2 15,4-1 2-15,0-2 2 0,6 1 2 0,1 1 1 16,-1-1-3-16,-1 1 3 0,2-2-2 0,-6 0 2 0,0 0-3 15,0-1 2-15,0 0-2 0,0-3-4 0,-1 1-13 16,-6-1-5-16,2 0 1 0,-1 0 0 0,-3 1 1 16,-3-2 5-16,-1 4 0 0,-1-2 0 0,-5 0 4 15,-3 0 2-15,-2 3-4 0,-2-1-22 16,-2 0-8-16,1-1-24 0,1-2-41 0,5-1-47 0,-1-2-181 16,1-1-368-16,1 0 163 0</inkml:trace>
  <inkml:trace contextRef="#ctx0" brushRef="#br0" timeOffset="69770.37">10170 10222 243 0,'0'0'282'0,"1"-3"-25"0,-1 3-21 16,1-5-32-16,-1 5-19 0,7-4-17 0,-1 1-18 15,-1-2-15-15,4 1-14 0,0-1-16 0,5-2-6 16,-1-1-12-16,6 1-7 0,-2 0-11 0,1 0-6 16,-3-1-2-16,4-2-10 0,-5 1-3 0,-2 0 1 15,-2 3-7-15,0-5 0 0,-1 2-4 0,-1 0 7 16,-2-1-2-16,0 3 0 0,-2-2 10 0,-1 1-14 16,-3 0-7-16,0 3-2 0,-3 1-8 0,2 0-2 15,-8-1-4-15,0 1-3 0,0 1-3 0,-5 3-1 16,0 3-1-16,-6 1-2 0,2 1-3 0,0 4-3 15,-1 1 0-15,-2 6-1 0,5-3-1 0,1 1-3 16,2-1 1-16,1 2-1 0,1-1-2 0,0 2 3 16,6-1-2-16,0 0 3 0,5 2 2 0,0 1 2 15,4 1 1-15,5-3 4 0,5 0-3 0,8-2-3 16,5-1-17-16,3-3-24 0,6-3-28 0,2 1-32 16,-1-3-54-16,17-1-81 0,-16-4-191 0,1 0-464 15,-1-2 206-15</inkml:trace>
  <inkml:trace contextRef="#ctx0" brushRef="#br0" timeOffset="70020.55">10864 10207 139 0,'0'0'204'0,"0"0"-22"16,0 0-13-16,0 0-24 0,15-8-13 0,2 6-14 0,-1-1-24 16,6-1-41-16,6 0-33 0,5-4-41 15,3 3-44-15,0-1-130 0,-1 0-212 0,0 0 94 16</inkml:trace>
  <inkml:trace contextRef="#ctx0" brushRef="#br0" timeOffset="70371.36">11544 9958 106 0,'0'-4'312'0,"0"4"-16"0,3-5-12 0,-1 1-24 15,-2 4-15-15,0-4-26 0,0 4-19 0,3-4-23 16,-3 4-21-16,0 0-21 0,4-3-20 0,-4 3-16 16,0 0-13-16,3 9-14 0,-1-2-9 0,1 2-7 15,-1 0-6-15,1 5 2 0,0 3-18 0,0-1-2 16,1 2-4-16,-1-1 3 0,-1 2 3 0,2 1-13 15,-1-1 0-15,-2-1-7 0,0 0 3 0,1-1 1 16,-2 0-3-16,1-5-1 0,-2 1-13 0,-1-1-13 16,1-1-12-16,0-1-7 0,-1-3-14 0,1 1-12 15,0-3-13-15,-2 0-2 0,-2 1-19 0,1-3-33 16,-1-1-40-16,0-1-5 0,5-1-29 0,-13-2-170 16,3-2-399-16,4-3 177 0</inkml:trace>
  <inkml:trace contextRef="#ctx0" brushRef="#br0" timeOffset="70539.12">11450 9889 58 0,'1'-11'246'0,"2"2"-8"0,1 0-19 0,2 0-13 16,-5 2-22-16,7 0-12 0,-3 2-17 0,3-4-17 16,2 4-17-16,2 2-11 0,2-2-15 0,0 4-12 15,4 0-30-15,-6 1-25 0,7 3-31 0,-3 3-40 16,0-2-40-16,-1 5-45 0,-5-1-181 0,-4 1-333 15,-2 1 147-15</inkml:trace>
  <inkml:trace contextRef="#ctx0" brushRef="#br0" timeOffset="70698.36">11482 10372 160 0,'0'2'249'16,"0"-2"-7"-16,0 0-21 0,4 4-21 0,5-4-18 15,1-1-21-15,10 0-18 0,1-1-19 0,7-3-40 16,4 2-42-16,0 2-58 0,5-4-87 0,-4 0-179 16,-2 1-305-16,-4-2 136 0</inkml:trace>
  <inkml:trace contextRef="#ctx0" brushRef="#br0" timeOffset="71323.28">9127 10668 131 0,'0'0'180'15,"0"0"-2"-15,0 0-11 0,-9-1-7 0,9 1-14 16,0 0-9-16,0 0-12 0,0 0-10 0,-2-3-15 16,2 3-7-16,0 0-9 0,0 0-8 0,0 0-10 15,0 0-6-15,0 0-9 0,0 0-1 0,0 0-9 16,0 0 0-16,0 0-3 0,0 0-5 0,0 0-5 16,28 1 3-16,-16 1-6 0,6-4 1 0,5 1-1 15,11-2 3-15,5 2 1 0,19-6-8 0,7 2 3 16,37-3 6-16,0 3 3 0,6-4 5 0,0 0-4 15,11 2-4-15,6-3 0 0,12 4 5 0,9-3-8 16,1 3-3-16,5-1 0 0,3-2 0 0,4 4-3 16,0-3 1-16,-5 2-4 0,-11 2 0 0,-3-5-3 15,-19 2 1-15,-10-2-2 0,-10-1-5 0,-36 5 1 16,-4 0 0-16,-2 0 4 0,-9 0 8 0,-15 1 12 16,-6-1 9-16,-9 5 15 0,-7-2 12 0,1 1 19 15,-3-1 18-15,-4 0 10 0,1 2 7 0,0-1-14 16,-3 0-2-16,-1-2-2 0,-4 3-11 0,6 0-22 15,-6 0-25-15,6 0-25 0,-6 0-43 0,0 0-55 16,5-2-65-16,-5 2-92 0,0 0-110 0,0 0-196 0,0 0-581 16,-12-7 257-16</inkml:trace>
  <inkml:trace contextRef="#ctx0" brushRef="#br0" timeOffset="81742.61">13106 9890 346 0,'0'-7'339'16,"-1"2"-12"-16,1 0-16 0,0 0-14 0,-1-2-6 15,1 3-23-15,1-2-21 0,-1 2-31 0,-1-1-23 16,2 1-13-16,-1 4-22 0,0-6-24 0,0 6-32 16,0-6-50-16,0 6-52 0,0 0-63 0,0 0-43 15,0 0-22-15,0 0-36 0,0 0-46 0,8 13-255 16,-8-3-504-16,0 0 223 0</inkml:trace>
  <inkml:trace contextRef="#ctx0" brushRef="#br0" timeOffset="81883.22">13065 10301 14 0,'0'6'239'0,"0"-2"-25"0,0 1-13 0,0-5-11 15,2 6-13-15,-2-4-13 0,0-2-13 0,0 4-16 16,0-4-15-16,3 2-25 0,-3-2-46 0,9 0-45 16,-9 0-60-16,17-4-62 0,-6 0-146 0,1-1-285 15,-1 2 127-15</inkml:trace>
  <inkml:trace contextRef="#ctx0" brushRef="#br0" timeOffset="82284.45">13821 10135 250 0,'0'0'256'0,"-9"0"-14"0,9 0-6 0,0 0-14 0,0 0-21 16,0 0-15-16,0 0-11 0,0 0-11 0,0 0-7 15,0 0-28-15,0 0-10 0,0 0-17 0,21-3-8 16,0 1-11-16,8-3-10 0,8 1-12 0,0 1-4 15,14-3-2-15,1 0-10 0,1 1-7 0,-2 0 0 16,-1 0-7-16,1 0 1 0,-15 5-6 0,0-4-9 16,-4 3-5-16,-11-1-2 0,-1 1-2 0,-2 0-1 15,-6 1-3-15,-3-1-3 0,0 1-2 0,-4 0-1 16,2-2-2-16,-7 2-4 0,9 0 2 0,-9 0-1 16,0 0-2-16,0 0-5 0,0 0-17 0,0 0-17 15,0 0-26-15,0 0-26 0,-21-2-35 0,21 2-51 16,-11-1-232-16,8-1-452 0,0-1 199 0</inkml:trace>
  <inkml:trace contextRef="#ctx0" brushRef="#br0" timeOffset="83203.75">15847 9706 191 0,'3'-4'236'0,"-3"4"-19"0,1-5-10 0,-1 5-15 15,0-4-20-15,0 4-20 0,3-3-15 0,-3 3-17 16,0 0-17-16,0 0-15 0,0 0-12 0,0 0-13 16,3 9-5-16,-1-3-7 0,-1 0-7 0,3 5-5 15,-2 4-4-15,0 1-1 0,0 0-5 0,1 1-7 16,-1 0 1-16,0 3-3 0,1 0-1 0,0-2-2 15,0 7 0-15,-1-5-3 0,4-4-3 0,-4 5 1 16,0-2-2-16,1-1 0 0,-1-1 0 0,1-3-3 16,0 1 2-16,-3-5 2 0,1 1-2 0,0-1-5 15,-1-5 6-15,0 2-3 0,0-2 2 0,1-1 16 16,1 0 17-16,-1 0 13 0,-1-1 17 0,0-3 11 16,1 4 17-16,-1-4 16 0,3 2 13 0,-3-2 17 15,0 0 10-15,2 4 12 0,-2-4 12 0,0 0 4 16,0 0-13-16,4-12-21 0,0 6-18 0,2-3-13 15,5-8-14-15,4-6-11 0,0 1-16 0,4-1-12 16,-2 1-9-16,1-4-8 0,2 6-5 0,0-4-12 16,0 5 4-16,-1-2-8 0,-5 8-5 0,-1-1 0 15,1 1 0-15,-6 4-4 0,2 1-3 0,-1 1-1 16,-3 2 5-16,1 2-15 0,-3-3-2 0,2 5-3 16,-2-3-3-16,-2 4-10 0,-2 0-10 0,9 0-5 15,-4 0 7-15,2 6-4 0,0 2 0 0,1 1 2 16,0 0 1-16,2 5 4 0,-1 3 1 0,0-1-3 15,2 7 1-15,1 1 14 0,-2 0-6 0,0-1-5 16,-2-3 5-16,0-3 3 0,-2-2-2 0,2 2-5 16,-3-3 5-16,-1-3-4 0,1-2 11 0,-1 0-3 0,-2-1 6 15,-1-1-8-15,2-3 11 0,-2 1-1 16,2 0 2-16,-2-4-3 0,0 3 1 0,-1-4 2 16,1 4 4-16,1 0-1 0,-2-4 2 0,1 2-3 15,-1-2 1-15,0 0 2 0,0 0-1 0,0 0-7 0,5 2 7 16,-5-2-2-16,0 0-4 0,0 0-2 0,0 0-16 15,0 0-12-15,0 0-26 0,0 0-56 16,0 0-62-16,0 0-56 0,16-7-41 0,-5 0-55 16,1 4-305-16,5-4-681 0,3 4 302 0</inkml:trace>
  <inkml:trace contextRef="#ctx0" brushRef="#br0" timeOffset="83605.23">17259 9789 166 0,'0'-5'307'0,"0"5"-17"16,0 0-20-16,-1-6-17 0,1 6-22 0,0 0-22 16,0 0-24-16,0 0-19 0,2-4-19 0,-2 4-18 15,0 0-13-15,0 0-15 0,0 0-11 0,0 0-9 16,2 15-6-16,0-8-10 0,-2 0-4 0,1 1-10 16,-1 3 0-16,2 2-7 0,-1-4-4 0,-1 4-1 15,3-1-6-15,-1 0-7 0,-2-3 2 0,2 5-1 16,0-1-5-16,-2-2 0 0,1 0-3 0,1-1 0 15,-2-5-6-15,2 0 14 0,-2 3-15 0,0-4 0 16,0 0-13-16,0-1-15 0,0-3-5 0,0 7-3 16,0-7-3-16,0 4-3 0,0-4 2 0,0 0-12 0,0 0-49 15,0 0-58-15,0 0-67 0,-7-17-251 16,5 4-504-16,-2-2 223 0</inkml:trace>
  <inkml:trace contextRef="#ctx0" brushRef="#br0" timeOffset="83771.89">17287 9564 130 0,'-1'-5'267'0,"1"1"-11"0,0-2-3 15,0 6-35-15,0-5-23 0,0 1-17 0,0 4-19 0,-2-3-16 16,2 3-31-16,0 0-25 0,0 0-20 0,0 0-29 16,0 0-19-16,12 7-27 0,-8-4-27 0,1 2-37 15,3-1-47-15,-2 1-196 0,-1-2-341 16,4 2 151-16</inkml:trace>
  <inkml:trace contextRef="#ctx0" brushRef="#br0" timeOffset="84168.4">17840 9689 28 0,'0'0'270'0,"0"0"-14"0,4 1-16 0,-4-1-17 16,0 0-17-16,0 0-22 0,0 0-17 0,4 3-20 16,-4-3-11-16,0 0-17 0,0 0-12 0,0 0-7 15,-10 6-6-15,4-1-15 0,1 0-8 0,-4 0-7 16,1 2-7-16,-1-2-5 0,0 4-6 0,0-1-5 16,4 2-3-16,-4-2-4 0,1 3-6 0,7-1-1 15,-4-1-5-15,1 1-3 0,4 4 2 0,0-3 0 16,1 2-7-16,3-1 1 0,1 2-2 0,3-3-1 15,2 6 1-15,-1-4-3 0,0 0 1 0,5 1 0 16,-2-4-3-16,-2 5 0 0,3-3 0 0,-6-2-4 16,0-2 2-16,0 1-2 0,-2-1-3 0,-1-3-2 15,-1-1-4-15,-2 1 0 0,0 2 0 0,-3-5-3 16,-2 3 9-16,-5 1-3 0,-4-2 2 0,-3 1-4 16,-7-3 4-16,-8 3-1 0,-1 0 0 0,0-4-2 15,-1 2-27-15,1-2-35 0,-2 0-34 0,4 2-65 16,3-3-277-16,8 0-477 0,5-3 211 0</inkml:trace>
  <inkml:trace contextRef="#ctx0" brushRef="#br0" timeOffset="85601.28">18922 9651 225 0,'0'-5'271'0,"1"0"-15"0,0 3-12 16,-1 2-17-16,2-6-23 0,0 4-11 0,-2 2-31 16,1-6-17-16,-1 6-15 0,0 0-20 0,0 0-16 0,0 0-11 15,0 0-8-15,7 14-9 0,-5-5-8 0,-2 1-5 16,1 3-8-16,1 4-6 0,-2 0-3 0,0 2-2 16,0 0-5-16,1 0-4 0,-2 8 0 15,1-1-5-15,-2-8 0 0,2 3-1 0,-1-2-2 0,2 1-5 16,-2-3 2-16,1-1-6 0,0-5 7 0,0 0-4 15,0-3 3-15,0-1-5 0,0-2 2 0,1 0 27 16,-1-1 24-16,0-4 34 0,0 4 37 16,0-4 24-16,0 0 19 0,0 0-12 0,0 0-20 0,0 0-14 15,12-16-13-15,-4 5-14 0,-1-4-9 0,4-2-12 16,-1 2-5-16,6-7-17 0,0 1-11 0,-5 4-5 16,2 2-11-16,-3 0 12 0,0 2-17 0,2 0-3 15,-6 5 1-15,2-3-6 0,-3 8 0 0,-1-4 0 16,1 5-7-16,-1-4-5 0,-4 5 0 0,5-2-34 15,-4 0-17-15,6 0-14 0,-7 3-7 0,0 0 6 16,9 4 3-16,-4 0 8 0,2-1 1 0,4 4 5 16,-1 3-5-16,5 0-8 0,1 0-3 0,8 6-3 15,3-3-10-15,2 1-13 0,-1-2-13 0,4 0-4 16,1-5-11-16,3 3-7 0,1-4-12 0,14 2-5 16,-12-4-11-16,-1 0 11 0,-1-3 3 0,-1-3 5 15,-2-1 3-15,-2-1 8 0,0-1 15 0,-6-2 9 16,1 0 8-16,-10-3 13 0,-1 1 14 0,-3-3 20 15,-1 5 19-15,-3-6 21 0,-1 3 24 0,-2 0 24 16,-2-1 19-16,1 3 1 0,-5-1 1 0,0-2-2 16,0 4-7-16,0 0-2 0,-2 0-6 0,-2 2-6 15,-1-2-8-15,-4 3-3 0,2 1-7 0,-4 0 0 16,-2 3-5-16,0 0-1 0,-4 4-4 0,0 0-2 16,-2 2-1-16,1 1-5 0,1 1 0 0,-1 2-2 15,6 2-2-15,-2-3-6 0,5 2 3 0,0-1 0 16,2 0 1-16,0 1-1 0,4 1-1 0,0-1-1 15,3 1 1-15,3-2 6 0,3 1-3 0,-2-1-2 16,5-2 2-16,5 2 1 0,4-4 1 0,-4-2 0 16,8-1-6-16,0-1 1 0,-1-2 13 0,1-2-11 15,-2 0-2-15,1-3 4 0,-3-1-3 0,-3-3-3 16,3 0 5-16,-4 1 5 0,-4-4 2 0,3 1 2 0,-8-1-3 16,4-3-5-16,-5-2-1 0,-3 1-4 15,2-1 2-15,-6 6-2 0,1-2-3 0,-1 3 0 16,-1 1-7-16,-2-2-1 0,-5 2-4 0,1 1-1 15,0 3 0-15,0 0-15 0,-3 2-9 0,4 1-15 0,-3 0-18 16,1 2-20-16,1 0-4 0,3 4-26 0,-1-1-8 16,4 2-23-16,0-1-38 0,3 1-210 0,1-1-431 15,2 2 190-15</inkml:trace>
  <inkml:trace contextRef="#ctx0" brushRef="#br0" timeOffset="85880.54">20207 9503 288 0,'1'-11'311'0,"1"5"-15"16,-2 1-23-16,0-2-27 0,1 4-24 0,-1-1-25 16,0 4-22-16,1-5-32 0,-1 5-33 0,0 0-15 15,0 0-8-15,0 0-9 0,4 20-8 0,-4-3-9 16,0 2-8-16,0 6-4 0,0 2-4 0,0 1 0 15,0-4-11-15,-1 7-1 0,-1-4-3 0,1-1-1 16,1-1-3-16,1-3-4 0,-2-3 10 0,2-2-14 16,-1 0 0-16,-1-2 0 0,2-3-9 15,-1-1-15-15,0-3-23 0,-1 1-22 0,0-5-20 0,0 3-18 16,1-3-12-16,-2 1-3 0,2-5-9 0,0 0-12 16,-5 2-95-16,5-2-148 0,0 0-397 0,-10-11 175 15</inkml:trace>
  <inkml:trace contextRef="#ctx0" brushRef="#br0" timeOffset="86135.58">20086 9690 244 0,'0'0'256'16,"-7"0"-1"-16,7 0-13 0,0 0-15 0,0 0-26 15,0 0-16-15,0 0-19 0,29-5-19 0,-3 2-16 16,9-1-12-16,2 2-12 0,17-3-11 0,-1 2-9 15,2-4-8-15,-4 2-10 0,-11 3-3 0,-2 1-9 16,-3-3-4-16,-2-1-8 0,-13 2-4 0,2 3-4 16,-9-2 9-16,-2 2-14 0,-3-2 1 0,0 1-2 15,-2 1-1-15,-1 0-7 0,-5 0-1 0,8-2-11 16,-8 2-24-16,0 0-29 0,0 0-39 0,0 0-38 16,0 0-50-16,0 0-78 0,-27 2-165 0,21-2-445 15,6 0 197-15</inkml:trace>
  <inkml:trace contextRef="#ctx0" brushRef="#br0" timeOffset="86853.49">21822 9665 216 0,'-2'-9'264'16,"2"9"-4"-16,2-5-5 0,-2 5-4 0,0-3-6 15,0 3-4-15,0 0-13 0,2-7-4 0,-2 7-15 16,0-4-9-16,0 4-15 0,1-3-14 0,-1 3-3 15,0 0-31-15,0 0-6 0,0 0-20 0,1-3-18 16,-1 3 6-16,0 0-36 0,0 0-16 0,0 0-19 16,0 0-12-16,0 0 1 0,0 10-5 0,0-1-1 15,0-1-5-15,0 2 10 0,-1-1-11 0,1 3 2 16,-1 0-3-16,2 1 0 0,-2-1 0 0,1 5 2 16,0-5-2-16,0 2 5 0,1-1-2 0,-2-3-1 15,2 2 0-15,-1-1 1 0,1-1-2 0,-1-3 2 16,1-1-3-16,-2 0-1 0,1-1-11 0,-1 0-10 15,1-2 8-15,-1 1-2 0,1-4 1 0,0 0 0 16,-2 4 1-16,2-4-1 0,-2 3 1 0,2-3-6 16,0 0-28-16,0 0-32 0,-13-8-55 0,7 2-69 15,0-5-90-15,-3-4-233 0,1 0-566 0,0-11 251 16</inkml:trace>
  <inkml:trace contextRef="#ctx0" brushRef="#br0" timeOffset="87008.2">21692 9445 123 0,'-4'-10'286'0,"0"3"-2"0,3 0 0 16,1 1-12-16,0 1-15 0,-1-3-23 0,-2 3-19 0,3 1-23 16,3 0-25-16,-6 0-11 0,3 4-16 15,4-7-16-15,-4 5-26 0,0 2-36 0,5-4-42 16,0 3-34-16,-5 1-34 0,12 1-29 0,-3 3-38 16,1 0-41-16,-1 1-75 0,-3-2-149 0,3 3-409 15,1 1 181-15</inkml:trace>
  <inkml:trace contextRef="#ctx0" brushRef="#br0" timeOffset="87718.34">22062 9659 348 0,'0'0'353'0,"0"0"-25"0,-1 2-37 0,1-2-24 16,0 0-26-16,0 0-27 0,0 0-24 16,0 0-8-16,0 0-34 0,0 0-16 0,0 0-14 0,0 0-26 15,1 7-9-15,-1-7-8 0,-1 8-12 0,2-2-5 16,-1 2-5-16,0 1-6 0,-1 3-3 0,-3 0-6 16,2 0 0-16,-2 0-10 0,2-2-5 15,2 2-3-15,-2 0-3 0,2-6-5 0,0 2-4 0,-2-3 0 16,2-1-5-16,0 1-1 0,-2-3 6 0,2-2 7 15,2 7 19-15,-2-7 6 0,2 0 2 0,-2 0 1 16,0 0-6-16,12-7 1 0,-5 0 13 0,-2 1-29 16,3-5 3-16,2 1-5 0,2-2 11 0,-3 2-18 15,1 0 2-15,-1 2-2 0,-1 2-4 0,-2-1-4 16,0 2-3-16,-2 1-2 0,3 0-3 16,-2 2 5-16,1 0-7 0,0 1-8 0,1 0 6 0,-7 1-10 15,14 2-2-15,-3 2-4 0,0 1 3 0,0 0-3 16,7 2 3-16,-4 0-2 0,3 1-1 0,-2 2-9 15,3-3 4-15,0 2-1 0,-3-1-5 0,2 1-5 16,-4-6-3-16,1 0 2 0,-2 3 0 0,-1-3 2 16,0-3 9-16,-1 0 0 0,-2-1 3 0,0-3 2 15,1-1 6-15,-3-2-3 0,1-5 2 0,-4 2 2 16,4 0 5-16,-2-7 6 0,-3 0 15 0,2-2 1 16,-1-5-6-16,1-1 13 0,-2-3 0 0,3-1 8 15,-5-3-4-15,0 1 0 0,5-5 1 0,-4 6 4 16,2-6 16-16,2 7 0 0,-5 2 9 0,4 11 6 15,-4-1 5-15,4 5 24 0,-3 4-21 0,2-1-3 16,-3 3-12-16,0 1-8 0,0 0-33 0,1 1-31 16,-1 4-15-16,0 0 4 0,0 0-1 0,0 15 6 15,-1 2 4-15,-2 2 3 0,2 8-4 0,-2 2 7 16,0 2 3-16,1-1 0 0,1 3 2 0,1-3 6 16,0 0 8-16,-3-3-8 0,7-1-1 0,-4-1 4 15,0-5-1-15,2-4 8 0,0-3-7 0,-2-1 3 16,1 0 1-16,3-3-2 0,-4-2-12 0,0-1-9 0,0 1-3 15,3-2 3-15,-3-1 1 0,0-1 2 16,0 1-3-16,0 1 7 0,0-5-2 0,0 0-4 16,0 3-17-16,0-3-32 0,0 0-74 0,0 0-110 15,-4-15-242-15,4 10-536 0,0-4 238 0</inkml:trace>
  <inkml:trace contextRef="#ctx0" brushRef="#br0" timeOffset="87928.22">22404 9583 211 0,'0'0'260'16,"-7"2"-5"-16,7-2-7 0,0 0-6 0,0 0-4 0,0 0-26 16,0 0-17-16,0 0-18 0,0 0-16 0,0 0-16 15,0 0-14-15,34-7-19 0,-13 5-18 0,10-2-29 16,2-3-28-16,-1 3-41 0,3 0-43 0,-2-1-47 15,0 0-75-15,-6 0-243 0,0 0-446 0,-7 0 197 16</inkml:trace>
  <inkml:trace contextRef="#ctx0" brushRef="#br0" timeOffset="88937.25">22810 9721 77 0,'0'0'235'0,"-5"1"-10"15,5-1-7-15,0 0-9 0,0 0-16 0,0 0-16 16,0 0-16-16,0 0-12 0,0 0-20 0,0 0-8 15,0 0-11-15,0 0-16 0,16-8-8 0,-4 5-11 16,-1-1-9-16,2 1-12 0,5-2-8 0,0-1-10 16,1 0-6-16,1 0-5 0,1 1-5 0,6-4-3 15,-8 1 1-15,9-1-6 0,-10 0 1 0,1 1-2 16,-1-3 0-16,-1 4-3 0,-2-4-1 0,-3 6 4 16,-1-1 4-16,-1-1 8 0,-5 2 3 0,1 0 4 15,0 1 4-15,-3-2-2 0,-1 4 1 0,-1-1-8 16,2 1-5-16,-3 2-2 0,0 0-4 0,-12-5 0 15,12 5-6-15,-14 2-2 0,-1 1-2 0,0 2 3 16,-3-1-1-16,-1 4-1 0,-1 1-2 0,0-1 0 16,6 2 0-16,-4-3-4 0,0 5 8 0,5-1-9 15,1 0 1-15,1-1 1 0,5 1-3 0,0-1-9 16,3 0 1-16,4-1 2 0,3 2 0 0,5-2 1 16,5 1 4-16,7-2-5 0,4 0-5 0,5 0-5 15,4-2-4-15,1-3-8 0,4-3-5 0,11 0-5 16,4-2 11-16,-3-1-3 0,-13-5 0 0,1 0 3 15,1-2 6-15,-4-1 2 0,-3-2-2 0,-3-1 8 16,-5-1 4-16,-3-2 5 0,-7 2 22 0,-2 3 22 16,1-1 15-16,-9 1 6 0,2 1-5 0,-5 3-4 15,-2-3-5-15,-1 1-6 0,-3 2-8 0,-1 1 0 0,-3 1-7 16,-2 0 2-16,-3 4-5 0,2-1 0 16,-4 3-6-16,2 3-3 0,-1-1 6 0,1 1-7 15,-4 4-5-15,5 0-3 0,-2 3-10 0,1 0-3 16,0 3-3-16,7-2-1 0,-1-2-22 0,1 3-9 15,3 0 4-15,2-2-5 0,2 2 15 0,2-4 1 0,2 2-2 16,0 0 4-16,4-4 2 0,1-1 2 16,-1-3 2-16,4 1-2 0,-2-3 4 0,0 0 0 15,3-4 4-15,-3 1 1 0,1-2 1 0,-1-2 5 16,-1 1 9-16,-1-1 4 0,2-4 13 0,0-2 9 0,-4 5 3 16,1-3 4-16,0 0 18 0,-3 3 5 0,0-2 6 15,-1 4 3-15,1 1 0 0,-1-1 5 16,-3 2-11-16,3 0-8 0,-1 0-7 0,-2 1-13 15,-1 3-21-15,0 0-12 0,5-2-1 0,-5 2-1 0,0 0 2 16,7 11 0-16,-5 1-3 0,3-1 2 0,-1 6 0 16,-1 2-2-16,-1 6 0 0,3 2 0 15,-3 1 1-15,3-1-3 0,-3 4 5 0,3 1-3 16,-4-3 0-16,1 2 1 0,-2 0 4 0,0 0-1 0,1-3 2 16,-4-1-1-16,0-2 3 0,0-7-6 0,1 1 5 15,-1-2-4-15,-2-3 1 0,0-5 2 0,0 2-3 16,-3-4 0-16,3 0 1 0,0-2 1 0,-3-2-2 15,0-2 2-15,-3-1 5 0,2 0 4 0,-5-2 6 16,5-2 7-16,-2-1 6 0,-1-3 6 0,2 1 13 16,1-5 7-16,-2-2-7 0,3 4 29 0,0-4-10 15,2 0 7-15,3-2-1 0,-3-1-1 0,7 0-16 16,3-2-10-16,0 0-11 0,6-5-6 0,-1 4-4 16,5-1 0-16,1-1-10 0,1 2-20 0,2 2-17 15,3 0-11-15,-7 3-17 0,8 0-14 0,1-2-10 16,-7 5-17-16,-1 1-29 0,0 0-35 0,0-2-47 15,2 1-57-15,-2-2-206 0,0 1-505 0,2 3 224 16</inkml:trace>
  <inkml:trace contextRef="#ctx0" brushRef="#br0" timeOffset="90035.85">23983 9557 152 0,'1'-2'270'0,"1"-2"-14"0,0 0-17 0,1 1-16 16,-3 3-18-16,7-5-24 0,-7 4-17 0,0 1-17 0,11-1-13 15,-11 1-19-15,11 3-13 0,-1 1-11 0,-2 1-8 16,-2 5-11-16,3-3-3 0,3 5-11 16,-6 3-6-16,3-1-5 0,0 1-5 0,-4 4-6 15,2-4-4-15,-5 2-4 0,2 2 4 0,0-2-11 16,-3 0 2-16,-1-4-1 0,0 0-4 0,-1-4-1 0,1 2 0 16,-1-2-1-16,-2-3-1 0,2 2 1 15,-2-3-1-15,2-1 8 0,-3 0 1 0,0-2 12 16,2 3 19-16,2-5 23 0,0 0 1 0,-8 0 5 15,8 0 15-15,-4-7 3 0,4 3 2 0,-1-1 5 0,1-3-9 16,1 0-9-16,-1-3-5 0,4-1-11 0,4-5-5 16,-3 0-9-16,4 1-14 0,1-6-7 15,1 5-10-15,1 2 3 0,1 0-15 0,-2 3 5 16,2 2-41-16,-2 1-27 0,2-2-9 0,1 5-17 16,-1 0-9-16,4 1-7 0,2-1-4 0,-1 6-1 15,2-3-4-15,-2 4-4 0,12-2-3 0,-9 2-3 0,7 3 0 16,0-4 3-16,-6 3 4 0,0-1 12 15,7 0 8-15,-7-1 6 0,-1 0 11 0,-4 0 5 16,-1-1 4-16,-5 0 9 0,0-1 2 0,-3 0 18 0,-3 0 10 16,1-1 14-16,-3 0 2 0,1-3 1 0,-4 2 6 15,0 3 1-15,-7-5 6 0,1 2-6 16,0 3 8-16,-1-1 2 0,-4 1 3 0,1 0-3 16,-4 2 4-16,-1 4-6 0,-3 0 6 0,0 2-8 0,0 1-3 15,0 3 1-15,-4 2-3 0,3-2 1 0,3-2-4 16,0 3 1-16,4-2-3 0,4-1 1 0,-1 0-1 15,2 0-1-15,1-1 1 0,4-1 3 16,-2-4-1-16,1 2 1 0,1-2 4 0,2 3 12 0,1-5 14 16,1 1 17-16,-2-3 8 0,12 0 2 0,-4 0-3 15,3-4-4-15,3 0-5 0,2-2-6 0,3-4-3 16,2 1-7-16,2-4-2 0,0 0-2 0,-2 2-1 16,3-3-8-16,-7 6 3 0,0-3-8 0,-1 5 5 15,-1-3-12-15,-6 4-3 0,0 2 2 0,1-1 0 16,-3 1-8-16,0 0-2 0,1 3-7 0,-2 0-2 15,2 1-2-15,-1 1 0 0,0 2-4 0,3 4 0 16,-1-5 1-16,-1 6-1 0,1-1-5 0,1 1-1 16,-1-1-9-16,0 1 0 0,1-3-7 0,-1 1-1 15,2 0 2-15,-3-3 4 0,-1 1-1 0,-1-2 3 16,1-1 5-16,-1-2-2 0,-6 0 0 0,11-6 2 16,-4 1 2-16,-2-3 0 0,0-1 0 0,1-2 5 15,-2 0 0-15,1-6 8 0,-1 0 12 0,0-3 2 16,5-6 5-16,-3 1 6 0,-2 2 3 0,1-5 3 15,3 1 2-15,-3-2-2 0,4 1 5 0,-4-1 8 16,3-1 20-16,-2 2 8 0,3 5 9 0,-4 5 1 16,-1-2 3-16,1 6 13 0,-2 3 2 0,-2 5-11 15,-1-3-11-15,3 3-8 0,-2 2-4 0,-1 1-13 16,1-1-25-16,1 1-26 0,-2 3-31 0,0 0-6 16,0 0 5-16,-2 13 4 0,0-1 3 0,-5 5 3 15,1 10 0-15,-3 5 2 0,-4 0 4 0,2 2 4 16,-2 13-1-16,5-12 2 0,-1 1 2 0,-1-4 2 15,4 1 0-15,-1-1 3 0,2-1 2 0,1-6 0 16,0 1-1-16,2-10 6 0,-1-3-5 0,2-2 4 16,1-1 5-16,0 1 11 0,0-6 7 0,1 3 15 15,2-4 19-15,-1 0 21 0,-2 2 11 0,2-5 16 0,0 2 11 16,3-3-7-16,3 3-7 0,5-6-8 16,7 3-11-16,12-3 0 0,4-1-26 0,1-3-65 15,14-1-78-15,0-3-88 0,-11 3-106 0,11-6-112 16,-3 1-260-16,-10 2-711 0,-3-2 314 0</inkml:trace>
  <inkml:trace contextRef="#ctx0" brushRef="#br0" timeOffset="91137.27">26792 9472 100 0,'0'0'265'0,"0"-3"-12"0,0 3-10 15,0 0-9-15,1-4-12 0,-1 4-5 0,0 0-23 16,-1-7-13-16,1 7-16 0,0 0-15 0,0 0-12 16,0-4-15-16,0 4-13 0,0 0-8 0,0 0-15 15,0 0-11-15,-2-2-7 0,2 2-11 0,0 0-11 16,-8 0-10-16,8 0-10 0,0 0-3 0,-12 5-4 15,7 2-8-15,-5 1 0 0,-3 4-5 0,-7 5 6 16,-1 0-4-16,-1 4-2 0,2 0 3 0,1-3-1 16,5-3-4-16,3-1 4 0,1 1-2 0,1 0-1 15,4-3-2-15,1-2-4 0,0-1 0 0,3 1 1 16,1-3 0-16,3 0 2 0,2-2 4 0,1-3-3 16,6 1-1-16,1 0 1 0,6-3-1 0,1-3 2 15,-1 0-3-15,8-8-1 0,-9 4 4 0,1-2-3 16,-2-2 4-16,-1 0-6 0,5-7 0 0,-10 2 3 15,1 2 0-15,-1-5-6 0,-7 1 0 0,1 2-2 16,-1-2-1-16,-4 0 1 0,-4 1-2 0,1 2-2 16,-3 0 11-16,-3 2-8 0,-6 0 0 0,2 5 0 15,-6 0-4-15,1 2 4 0,0 3 1 0,-1 2-2 16,0-2-2-16,0 3-12 0,1 3-25 0,1-1-24 16,3 3-40-16,4 0-29 0,-2 2-43 0,2-2-259 15,5 0-478-15,1 4 211 0</inkml:trace>
  <inkml:trace contextRef="#ctx0" brushRef="#br0" timeOffset="91618.03">27091 9358 143 0,'6'-4'227'0,"-1"1"-20"15,3-1-18-15,0 1-16 0,3 2-15 0,-1 1-12 16,1 0-12-16,3 3-10 0,1 1-9 0,3-1-10 16,-7 3-6-16,6 3-13 0,-2 3-4 0,1 1-6 0,-2 0-6 15,-2 1-3-15,1 2-10 0,-4 1-8 16,-3 1-6-16,2-1-8 0,-4 1-2 0,-3-2 1 16,-1 1 0-16,0-1-5 0,-5-5 5 0,1 1-3 15,-1 0-2-15,0-2-5 0,-4-3 1 0,4 1-3 16,-4-2 5-16,0-3-2 0,4 2 5 0,-4-2 15 15,5-3 20-15,-2 0 5 0,6 0 10 0,-10-8 3 16,7 3 3-16,2-4-6 0,1-1-18 0,4-5-6 16,3-2-18-16,6-7-18 0,1 3-33 0,5 1-29 15,4-6-32-15,0 4-26 0,4 2-41 0,-1 0-48 16,2 4-92-16,-4-1-154 0,2 6-470 0,-8 3 207 16</inkml:trace>
  <inkml:trace contextRef="#ctx0" brushRef="#br0" timeOffset="92769.24">28464 9215 67 0,'0'0'188'0,"-7"0"-17"15,7 0-17-15,0 0-8 0,0 0-22 0,-9 0-12 16,9 0-10-16,0 0-10 0,1 6-5 0,-1-6-7 16,5 6-1-16,3-3 0 0,0-1-3 0,2 4-8 15,6 0-6-15,0-1 2 0,3 3-8 0,1 0-7 16,-2-2 4-16,0-1-6 0,-4 2-4 0,5 0-1 16,-7 1 0-16,-1-3-6 0,1 0-4 0,-2 3-6 15,-1 0 0-15,-1 1-6 0,-2-3-3 0,-2 5 1 16,-3-1-4-16,-1 3-3 0,-2 2 4 0,-5 3-4 15,-2 0-3-15,-10 5 1 0,1-1 2 16,-1 1-4-16,-4 0 2 0,-4-1-2 0,4 0 0 0,0-3-3 16,0 3 1-16,2-5-3 0,0 2-3 0,7-6 7 15,0-2-7-15,-3 1 5 0,8-2-2 0,-1 0 1 16,3-3-1-16,1 1-1 0,1-1 2 0,1-3 1 16,3 1 6-16,-3 0-1 0,3-1 6 0,6 0 6 15,-2 0 4-15,4-1 1 0,6-2-2 0,6-1-2 16,4 1-6-16,8-2 3 0,0-3-3 0,1 1-1 15,3 1 1-15,1-2-3 0,1-1-5 0,-1-2 3 16,-3 2-1-16,-1 1 0 0,-4-1 0 0,-8 1-2 16,-3 0 1-16,-4 1 16 0,1 1 8 0,-6 0 3 15,-2 1 2-15,1 0 2 0,0 0-5 0,0-1-8 16,-7 2-2-16,6 0-8 0,-6 0-2 0,3-4-19 16,-3 4-31-16,0 0-31 0,0 0-32 0,-13-3-39 15,6 2-46-15,7 1-231 0,-19-4-448 0,14 2 198 16</inkml:trace>
  <inkml:trace contextRef="#ctx0" brushRef="#br0" timeOffset="93147.13">28362 9578 83 0,'-5'0'225'16,"5"0"-2"-16,-9-2 3 0,9 2-13 0,-6 2-15 0,6-2-21 16,0 0-19-16,0 0-18 0,16-9-9 15,-2 5-17-15,7-1-11 0,6-3-11 0,2 3-10 16,4 0-6-16,2-5-11 0,4 3-2 0,-3-1-9 15,1-1-8-15,-1 4-2 0,-3-6-7 0,-2 5-3 16,-4-3-3-16,-7 4-1 0,-1 2-6 0,-6 3 0 0,-4-4-3 16,0 3 5-16,-4-2-7 0,3-1-6 0,-6 4 0 15,2-2-6-15,-4 2-6 0,10-2-7 16,-10 2-2-16,0 0-6 0,0 0-8 0,0 0-13 16,0 0-22-16,0 0-21 0,-19 8-22 0,14-5-32 0,1-2-34 15,-2 1-197-15,6-2-392 0,-9 2 173 0</inkml:trace>
  <inkml:trace contextRef="#ctx0" brushRef="#br0" timeOffset="93551.15">29080 9576 55 0,'0'0'275'0,"0"0"-18"0,0 0-25 0,0 0-21 16,0 0-19-16,0 0-23 0,0 0-15 0,0 0-16 15,26-6-14-15,-15 2-11 0,5 2-16 0,2-1-8 16,2 1-10-16,0-5-7 0,7-1-9 0,-7 1-3 16,1 1-9-16,-3-3-3 0,1 1-9 0,-1-2-1 15,-1 0 2-15,-2 2-4 0,-1-6 1 0,-4 7-6 16,-1-4 6-16,-1 2 16 0,-1 1-3 0,-2-1 0 15,1 5 4-15,-4-2-10 0,0-1-6 0,0 3-2 16,-4-1-5-16,0 0-8 0,-3 2 11 0,-2 1-17 16,-4-1-3-16,1 3-1 0,-4 1-1 0,1 1-6 15,-3 0 0-15,-1 3-8 0,-1 3 7 0,3 1-6 16,-3 3-3-16,2 0-1 0,1 2-3 0,5 1 6 16,-8 5-4-16,5-5 9 0,5 1-7 0,0-1-13 15,3-1-5-15,1 1-5 0,4-1-10 0,0-2-6 16,1 2-3-16,6 1-22 0,-1-5-19 0,5 2-43 15,2-3-53-15,-4-5-240 0,3 1-458 0,-1-1 204 16</inkml:trace>
  <inkml:trace contextRef="#ctx0" brushRef="#br0" timeOffset="94251.76">29544 9411 97 0,'4'-5'329'15,"2"0"-26"-15,-1 1-22 0,-2 1-29 0,1 1-29 16,1 0-22-16,-5 2-22 0,10-1-17 0,-10 1-21 16,14 5-15-16,-5 0-16 0,1 3-9 0,-1 0-13 15,2 0-9-15,-5 2-8 0,5 5-4 0,-3 1-9 16,-3-1-6-16,1 2-4 0,1 0-9 0,-6-2-3 16,-1 1-3-16,0 0-6 0,0 0 1 0,0-5-8 15,-4 1 0-15,2-4-1 0,-2 4-4 0,2-9 3 16,0 6-2-16,1-6-3 0,-1 2 4 0,0-3 11 15,2 3 25-15,0-5 27 0,-2 4 33 0,2-4 23 16,0 0 0-16,0 0-11 0,0 0-30 0,7-14-31 16,7 0-19-16,-1-1-31 0,6-5-24 0,3-2-30 15,6-1-22-15,2-1-24 0,-2-1-16 0,11-6-11 16,-9 9 7-16,0 0 4 0,1 3 11 0,-5 1 1 16,0-2 11-16,0 7 11 0,-7 4 4 0,-3 2 4 15,-5-1 7-15,-1 5 8 0,0-3 4 0,-1 3 6 0,-4-1 6 16,-1 1 2-16,0 1 2 0,1 1 2 0,-5 1-1 15,4-3 6-15,0 1 2 0,-4 2 1 16,5-2-1-16,-5 2 1 0,0 0 4 0,1-3-3 16,-1 3 1-16,0 0 0 0,0 0 5 0,0 0-2 0,0 0 3 15,0 0-4-15,0 0 6 0,0 0 1 0,0 0 5 16,0 0 4-16,0 0-3 0,0 0 7 0,0 0-5 16,0 0 2-16,0 0 0 0,0 0 0 15,0 0 8-15,0 0-1 0,0 0-3 0,-10 8-1 0,10-8-1 16,0 0-3-16,0 0 2 0,0 0-1 0,-4 3-2 15,4-3-1-15,-1 4 2 0,-3-1-2 16,0 3 3-16,0-1-4 0,1 0 1 0,-4 5 1 16,2-3-1-16,-3 4-2 0,3 0 0 0,-1 4 2 0,-2-3-4 15,3 2 4-15,1-2-1 0,2 5 0 0,-2 0-1 16,0-2 4-16,3-3 1 0,2 3-1 0,0-3-1 16,2 0 9-16,1 1 26 0,1-4 7 15,3 2 37-15,0-2 10 0,1-4 3 0,4 2 10 16,5-3-1-16,-3-2 0 0,3 1-2 0,0-6 4 0,0 1 5 15,-4 0 10-15,0-3-4 0,3-3-10 0,-3-1-4 16,-4 1-16-16,0-5-21 0,-1-4 11 0,-5 1-16 16,-1-1-6-16,-3-3-14 0,-3-1-16 15,-1 2-29-15,-3-5-43 0,-6 8-50 0,-5-5-43 0,0 8-47 16,-9 2-65-16,0-3-113 0,-1 8-233 0,0 0-645 16,6 0 285-16</inkml:trace>
  <inkml:trace contextRef="#ctx0" brushRef="#br0" timeOffset="101883.87">21298 4703 42 0,'-1'-5'201'0,"4"-2"-5"0,-3 4-10 0,0-2-5 16,0 1-6-16,1-1-9 0,0-1-12 0,0 4-12 15,-1 2-13-15,-1-7-11 0,1 7-11 0,1-4-12 16,-1 4-11-16,0 0-10 0,2-4-10 0,-2 4-6 15,0 0-11-15,0 0-7 0,7 8-5 0,1 1-6 16,-2-2-1-16,2 9-3 0,4 7-2 0,-2-5-7 16,-1 8 0-16,1 4-3 0,-2 3 2 0,-1 3-2 15,0 11-3-15,-5-10-1 0,0 10 0 0,-4 0 0 16,-3-2 2-16,1-11-4 0,-6 11 2 0,3-8 0 16,-5 9 0-16,1-12 0 0,-9 10-4 0,8-12 3 15,0-2 0-15,-2 0-1 0,0-1-2 0,2 0 0 16,-3-1-1-16,1-8 4 0,-3 3-3 0,7-7 0 15,-2-2-1-15,2 1 1 0,3-4-2 0,0 0 7 16,1-4-10-16,4 0 4 0,-2 0 4 0,0-2-6 16,3 0 2-16,-1-1 2 0,2-1 3 0,0-3 10 15,4 3 4-15,4-3 5 0,8 0-3 0,4-3 1 16,15-4-3-16,5-3 3 0,16-2-10 0,2 3 2 16,4-4-6-16,28-4 1 0,-30 6 1 0,-2 1-1 15,3 0-6-15,0-1-2 0,-7 3-1 0,-1 0 2 16,-13 4-2-16,-3-1-2 0,-3-2 3 0,-3 4 0 15,-3-2-4-15,-10 2 4 0,1 0-3 0,-10 3-2 16,4 0 2-16,-5-1 0 0,-2-2 1 0,-1 3 3 16,-5 0 2-16,12-1-1 0,-12 1-1 0,6 0-5 15,-6 0-4-15,0 0-8 0,0 0-7 0,0 0-12 16,0 0-16-16,0 0-26 0,0 0-38 0,0 0-58 16,-23 4-70-16,13-4-149 0,10 0-418 0,-22-3 184 15</inkml:trace>
  <inkml:trace contextRef="#ctx0" brushRef="#br0" timeOffset="102265.24">22014 5288 86 0,'0'0'282'16,"-5"-2"-33"-16,5 2-24 0,0 0-26 0,0 0-21 16,0 0-21-16,0 0-16 0,0 0-17 0,0 0-3 15,13 11-18-15,-2-4-10 0,5 1-7 0,1 2-8 0,0 2-9 16,7 0-7-16,2 1-5 0,-3 2-2 16,0 1-6-16,-3 1-5 0,-2-5-5 0,-5 3-2 15,2-2-4-15,-4 3-4 0,-2-2-4 0,-1 2-3 16,-4-2-5-16,-3-1-1 0,-2-1-4 0,-3 3-1 15,-10-1 0-15,1 1-1 0,-9 2 1 0,-5-1-6 16,1-1 4-16,-2-3 0 0,1 1 2 0,-1-1-3 16,-3-3-4-16,3 1 0 0,0-3 2 0,0 1-3 15,5-4 1-15,6 1 1 0,-2 0 0 0,10-2-4 16,-2 1-18-16,3-1-26 0,0-2-32 0,5 0-13 16,1 2-23-16,2-3-52 0,0 0-222 0,0 0-417 15,36-10 185-15</inkml:trace>
  <inkml:trace contextRef="#ctx0" brushRef="#br0" timeOffset="102611.93">23027 5378 27 0,'0'-3'341'15,"0"-2"-27"-15,0 5-32 0,0-6-26 0,0 6-28 0,0 0-25 16,4-3-23-16,-4 3-22 0,0 0-17 16,0 0-16-16,0 0-11 0,0 12-14 0,0-3-7 15,0 4-12-15,1 1-7 0,-2 2-7 0,2 2-10 16,-2 2-5-16,1-2 0 0,-4 7-7 0,4 0-6 0,0-6-3 16,-1 6-5-16,1-7-5 0,0-1 1 15,0-3-5-15,0-4-2 0,-2 2-1 0,-1-4 1 16,2 1-1-16,1-4-2 0,1 0-4 0,-1 0 2 15,-1-1-1-15,2 0 2 0,-1-4-2 0,0 5 1 16,0-5-1-16,0 0 2 0,0 4-1 0,0-4-4 0,0 0-3 16,0 0 4-16,0 0-9 0,0 0-36 15,0 0-52-15,0 0-42 0,-6-12-70 0,3 3-73 16,-2-1-184-16,2-1-491 0,3 1 218 0</inkml:trace>
  <inkml:trace contextRef="#ctx0" brushRef="#br0" timeOffset="103017.37">22944 5214 74 0,'-4'-5'213'0,"-4"2"-19"0,2 0-11 0,1-1-16 16,-4 4-15-16,-1-3-11 0,0 3-13 0,0 2-14 15,-2 1-9-15,-1 2-12 0,3 2-7 16,-8 5-6-16,0 0-6 0,-2 8-5 0,-2 2-8 15,-1 2-1-15,5 2-7 0,0 2-1 0,2 1-4 0,0 2-4 16,4-1-2-16,-4 0-3 0,7 4-5 0,0-3 1 16,1 1-5-16,1 1 5 0,2-1 21 15,5-2 11-15,0-2 1 0,3-1 2 0,2-3 0 16,2 2 5-16,3-4 0 0,5 0-2 0,2-3-1 0,4 1-2 16,5-3-2-16,0-3 2 0,6-2 10 0,3 1 3 15,3-5-9-15,11 0 1 0,-9-5 5 0,12-6-3 16,-13 1 9-16,10-8 3 0,-11 2-11 15,13-5 11-15,-19-1 1 0,4-3-8 0,11-7 0 16,-15 1-3-16,7-7-4 0,-13 2-26 0,6-8 12 0,-5-5-12 16,-10 11-9-16,-7-6-6 0,-2 3-1 0,-6-3-14 15,-7 1-1-15,-5 1-11 0,-4 2-4 16,-7 4-21-16,-7 4 21 0,-2 2-29 0,-4 7-17 16,-3 3-56-16,-14 0-49 0,-1 7-51 0,-6 10-72 0,-2 1-392 15,4 3-716-15,0-2 317 0</inkml:trace>
  <inkml:trace contextRef="#ctx0" brushRef="#br0" timeOffset="106033.55">2889 12656 124 0,'0'0'197'0,"0"0"-9"0,0 0-11 0,0 0-9 15,0 0-14-15,0 0-12 0,0-5-12 0,0 5-12 16,0 0-11-16,0 0-11 0,0 0-10 0,0 0-8 16,0 0-10-16,0 0-6 0,0 0-3 0,0 0-9 15,0 0-5-15,1-4-2 0,-1 4-11 0,0 0-3 16,0 0 0-16,0 0-4 0,0 0-9 0,0 0-3 16,0 0-6-16,0 0-5 0,0 0-3 0,0 0-3 15,0 0-1-15,0 0-1 0,0 0 5 0,0 0-2 16,14 2 1-16,-8-4 2 0,5-2 1 0,0 0-4 15,1 2 4-15,1-5-3 0,4-1 6 0,1 3-6 16,-4-4-2-16,3 2 0 0,-3-1-1 0,4-1 0 16,-8 3 2-16,0-2 1 0,0 3 0 0,-1 0 7 15,-2-3 12-15,1 3 8 0,-4 0 11 0,0-1 3 16,-1 3 9-16,1-2-1 0,-3-1 0 0,0 2 0 16,-1 0-4-16,-1-1-5 0,0 1-6 0,-2 0-5 15,-2 4-4-15,-2-3-6 0,-2 1 3 0,-3 7-9 16,-3-5 3-16,-3 5-7 0,-9 4 7 0,-1 2-5 15,-3 5 1-15,-1-1-4 0,-14 7-1 0,12-5-2 16,-12 12 1-16,-2-3 3 0,5 1-5 0,10-7-7 16,-8 10 3-16,3 0 0 0,8-6-4 0,3 0 5 15,3 0-2-15,3 2 1 0,4-1-3 0,4-1 7 16,0 0-6-16,5 2-4 0,2-1 3 0,5 2 0 16,1 0 1-16,6-3 3 0,3 2-3 0,5-1 9 15,4-4-5-15,5 3-2 0,4-7 3 0,10-4 3 16,17-1-1-16,3-3 3 0,1-1-1 0,3-8-1 15,-2-1-1-15,1-6-1 0,1 0 5 0,2-1-11 16,-6-3-8-16,0-2-11 0,-4 3-5 0,-14-1-1 16,12-6 1-16,-17 0-1 0,-1 2 4 0,-2-1 3 15,-4-1 4-15,-3 2 4 0,-6 3 4 0,-4-1 14 16,-5 4 19-16,1 0 24 0,-3 1 7 0,-2 0-1 16,-3 3-8-16,-2-1-3 0,-1 0-6 0,-4-1-3 15,1 3-4-15,-5 1-6 0,-5 1 0 0,-6 1 5 16,-1 1-15-16,-7 3 0 0,0 0-3 0,-1 4 0 15,0 2 0-15,0 2-4 0,-2-1 2 0,5 3-4 16,0 2-1-16,4 3 0 0,7-4-2 0,2-1-2 16,-1 0-3-16,6-3 1 0,2 2-1 0,-1 0-11 15,3 0-13-15,1-2-3 0,3 0 5 0,0 4 5 16,4-6 3-16,3-1 4 0,4 3 1 0,7-5 1 16,2-1 4-16,12-2 2 0,-4-3 1 0,7-4 1 15,-1 0 0-15,3-3 0 0,-1 0 1 0,0-1 0 16,-4-5-3-16,-4 3 8 0,-3-1-7 0,-7 1-2 15,0 0 3-15,-3-3-1 0,-4-1 2 0,-4 0 2 16,-1 3 7-16,-4 0 10 0,-1-1-2 0,-2 3-4 16,-1-4-5-16,-5 4 1 0,-2-2-2 0,-5 0 0 15,0 6-3-15,-2 0 8 0,-1 1-10 0,-2 2-1 16,1 1-2-16,-4 2 0 0,3 2-1 0,-2 2-6 16,4 0-15-16,0 1-31 0,4-1-23 0,3 4-30 15,1-3-45-15,4-1-21 0,0 4-199 0,2-3-407 16,4-1 180-16</inkml:trace>
  <inkml:trace contextRef="#ctx0" brushRef="#br0" timeOffset="106850.29">3866 12909 166 0,'0'0'322'0,"8"-1"-29"15,-8 1-25-15,0 0-28 0,5-3-26 0,-5 3-24 16,0 0-22-16,0 0-27 0,0 0-15 0,0 0-15 16,4 11-14-16,-7-5-10 0,2 4-10 0,1 0-7 15,-3 3-6-15,2 0-7 0,-3 3-7 0,2 4-1 16,-2-2-5-16,0-2-5 0,0 0-4 0,3-5 2 16,-2-1-12-16,2-1 0 0,1-1-3 0,0-1-1 15,-2-2 1-15,2 0-3 0,0-5 11 0,0 5 15 16,0-5 24-16,0 0 22 0,0 0 2 0,0 0-6 15,0 0-13-15,7-13-8 0,-2 3-9 0,2-6-1 16,0 2-16-16,0 3-4 0,-2-1 6 0,4 2-4 16,-3-1-8-16,2 3-2 0,-3-1-4 0,-1 4-5 15,0 0-1-15,-3 0-7 0,3 0-4 0,0 3-1 16,-4 2-3-16,3-5-6 0,-3 5-4 0,0 0-3 16,0 0 10-16,0 0-17 0,18 7 3 15,-14 0 0-15,2-1-3 0,1 1-3 0,1 4 12 16,-3 0-10-16,5 1 2 0,-1 2 5 0,-1-4 1 15,-3 3-3-15,2-5 3 0,1 2 0 0,-3-2 3 0,-1-4-2 16,0 1 5-16,-2 0-2 0,1 0 7 0,-3-5 2 16,6 2 17-16,-6-2-10 0,0 0-5 15,17-9 5-15,-11 1-1 0,3-1 6 0,-1-3 2 16,2-1-6-16,2-3 3 0,-3 2-4 0,-3-3-4 16,3 3 4-16,1 0-10 0,0-2 10 0,-1 1-3 15,0 5-3-15,-2 1 0 0,-2 1-2 0,0 1-3 0,-1 2-3 16,1 1-16-16,-1 1-10 0,-1-1-6 0,1 2 0 15,1 1-4-15,-5 1-2 0,16 4 6 16,-7 1-8-16,1 0-11 0,1 2 1 0,6 3 2 0,2-2-8 16,-2 1-6-16,2-1-11 0,8 1-11 15,-8-2-19-15,7 5-11 0,-1-7-23 0,-4 3-20 16,7-4-20-16,-9-2-5 0,-5-2-2 0,1-2 8 0,-1 0 14 16,-1-3 12-16,1 0 32 0,-4-3 32 15,2-3 29-15,-2 1 18 0,-4 0 36 0,2-6 37 0,-4 1 26 16,0 0 11-16,-2-1 13 0,0-1 12 15,0-3 4-15,-2 3 2 0,0-3 18 0,-1-1-1 16,1 3 15-16,-1 1 14 0,1 5-8 0,0-1-5 16,0 5-8-16,0 1-15 0,-2 2-14 0,4 0-11 0,-2 1-29 15,0 1-26-15,0 3-17 0,0 0-2 16,0 0-7-16,-2 17 1 0,2-6-1 0,-3 6 0 16,0 8-4-16,2 4 3 0,-2 2-1 0,-1 2-3 15,0 3 3-15,3 14 0 0,-3 1 0 0,3-5 3 16,-2 3-3-16,2-15 3 0,1-3-6 0,1-4 9 15,-1-1-1-15,2-6-4 0,-1-1 1 0,0-3 2 16,-1 1-28-16,0-6-18 0,0-2-19 0,0 0-23 16,2-3-5-16,-4-1 1 0,2 1 7 0,0-6-5 0,0 0-71 15,0 0-254-15,0 0-445 0,-6-14 198 16</inkml:trace>
  <inkml:trace contextRef="#ctx0" brushRef="#br0" timeOffset="107184.2">4635 12840 96 0,'0'0'152'0,"0"0"-15"0,0 0-11 0,0 0-7 16,8 13-11-16,-1-7-10 0,-1 1-5 0,4 3-8 0,3 0-4 16,3 0-3-16,0-1 1 0,-1 3-17 0,-1-3 1 15,0 4-9-15,-1-8-7 0,-4 2-2 16,0 3-1-16,-1-5-6 0,-3 4-6 0,0-4 1 15,0 4-1-15,-4-3-3 0,-1 1-2 0,-2 0-5 16,-6 0 5-16,2 1-5 0,-8 4 0 0,-2-2-4 16,0-1 0-16,-1-1 4 0,-2 1-3 0,0-2 6 15,-2-2-4-15,1 0 2 0,1-1-3 0,-1 0-3 16,1 0-2-16,6 0 2 0,3-1-5 0,0-2 1 16,1 1 2-16,9-2 1 0,-10 0 4 0,10 0-2 15,0 0-17-15,0-7-14 0,0 7-9 0,22-15-7 16,-5 5-14-16,9-2-18 0,2-1-28 0,3 2-16 15,-1-4-22-15,0-1-18 0,-1 1-110 0,1-2-275 0,-1-2 121 16</inkml:trace>
  <inkml:trace contextRef="#ctx0" brushRef="#br0" timeOffset="107415.64">4974 12848 359 0,'22'-21'49'15,"-4"-1"15"-15,-3-1 30 0,-1 0 18 0,-5 7 15 16,-1-3 17-16,-5 2 15 0,1-1 22 0,-1 4 8 16,0-3 10-16,-2 5 12 0,0 3-11 0,0-3-5 15,1 8-15-15,-1-4-22 0,-1 3-6 0,1 0-26 0,-1 5-14 16,0-7-13-16,0 7-33 0,0 0-14 15,0 0-7-15,0 0-4 0,0 0 4 0,-1 31-14 16,0-11-6-16,1 6-2 0,-3 3-2 0,6 1-6 16,-5 3 1-16,5 0-3 0,-3 1-3 0,1-1 5 15,3 0-3-15,0 1-2 0,0-5 1 0,1 3 2 16,-1-8-6-16,-2-5 7 0,1-6-7 0,-2 0-15 16,2-3-15-16,-3 0-14 0,1 0-11 0,0-5-11 15,1-1-2-15,-2 3 2 0,3-4 1 0,-3-3-5 16,0 0-64-16,0 0-88 0,0 0-259 0,0 0-514 15,14-18 227-15</inkml:trace>
  <inkml:trace contextRef="#ctx0" brushRef="#br0" timeOffset="108048.19">5181 13036 87 0,'0'0'162'15,"-4"3"-8"-15,4-3 6 0,0 0 2 0,0 0-4 16,0 0-8-16,40-8-13 0,-22 3-10 0,10-1-15 0,0-2-13 16,0 0-7-16,0-3-9 0,0 0-9 15,-6 5-4-15,5-6-6 0,-4 2-10 0,3-2-4 16,-9 0-7-16,0 2-1 0,-3-2-6 0,-2 2-4 16,-6 0-1-16,1 1-3 0,-1 0 7 0,-4 1-2 15,0 1-6-15,-2 0-2 0,-2 2-4 0,-2 1-3 16,-3 0 0-16,-6 1-1 0,-2 1-1 0,-5 0 0 15,0 4-3-15,-8 2 5 0,9 1-5 0,-8 1 4 16,5 2 1-16,-5 3-5 0,4 1 1 0,4-2-1 16,1 2-3-16,4 1 2 0,-1 1-3 0,3-2-2 15,5 2-1-15,-2 0-1 0,5 1-1 0,4-1 4 16,0 1 5-16,4 2-7 0,6 0 4 0,5-5-1 16,8 4-7-16,4-5 8 0,5-4-2 0,4-4-2 15,4-2-3-15,-1-2-3 0,11-7-12 0,-11 3-4 16,1-2-4-16,10-5 5 0,-17 1-4 0,-2-4 4 15,-2 1 2-15,1-2 3 0,-5-1 3 0,-7-2 1 16,-3 5 10-16,2-10 4 0,-4 2 9 0,-3 0 4 16,-1-3 1-16,-2-2-4 0,-1-3-5 0,-1-2 5 15,-4 1 3-15,0 2 14 0,-3-1 13 0,1 2 11 16,2 0 13-16,-2 10 16 0,-2 6-10 0,3 0-2 16,-1 7-9-16,1-3-2 0,-3 2-11 0,3 2-13 15,0 4-13-15,0-6-11 0,0 6 5 16,0 0-12-16,-7 16-5 0,4-4 3 0,3 6-4 0,-5 8-2 15,5 3 1-15,-1-2 1 0,-3 4-1 0,5-1 1 16,-1 1 1-16,-1 3-4 0,-2-3-3 0,6 1 0 16,-6-3-1-16,6-3 10 0,-2 1-7 0,-1-9-3 15,4 2 6-15,-1-3 1 0,-2-3-1 0,0-5 4 16,2-2-1-16,-3 0 0 0,1-2-6 16,-1 2 1-16,0-3-2 0,3 0 0 0,-3-4-1 0,0 6-4 15,0-6-14-15,0 0-24 0,0 0-39 0,0 0-65 16,0 0-65-16,0 0-287 0,-7-26-541 0,5 16 240 15</inkml:trace>
  <inkml:trace contextRef="#ctx0" brushRef="#br0" timeOffset="108313.2">5733 12814 68 0,'0'0'193'0,"0"0"-13"16,0 0-10-16,0 0-8 0,0 0-5 16,0 0-6-16,0 0-9 0,41-4-11 0,-9 0-12 0,0-1-13 15,6-2-9-15,12 2-7 0,-10 3-11 0,-2-5-10 16,0 3 2-16,2 0-12 0,-4-1-6 0,-4 3-8 16,-12 0-4-16,3 1-16 0,-10-1-11 15,-2 2-17-15,-2-1-12 0,-1 1-6 0,-2-1 3 16,-6 1 2-16,0 0-14 0,0 0 9 0,0 0-16 15,-28 10-20-15,16-6-12 0,0-1-30 0,-2-1-23 0,2 4-164 16,-2-2-309-16,2-2 136 0</inkml:trace>
  <inkml:trace contextRef="#ctx0" brushRef="#br0" timeOffset="108666.45">6292 12959 83 0,'0'0'236'0,"0"0"-7"0,0 0-9 15,0 0-16-15,6 1-22 0,-6-1-16 0,17-5-19 16,-6 0-8-16,7-1-19 0,1 1-11 0,-1-4-9 0,1 1-2 16,5-2-12-16,-3 2-1 0,-2-2-2 15,0 0-5-15,-2 0-7 0,6-3-4 0,-9-1-4 16,4 2-5-16,-5 0-3 0,-2 0 3 0,-3 2 1 15,-2 1 2-15,-1 4-4 0,0-5-4 0,-5 5-8 16,-5 0-3-16,3-2-10 0,-6 5-1 0,-4-1-3 16,-4 3-5-16,-1 3 3 0,-8 5-5 0,3-2-3 15,-5 9-2-15,0-2-4 0,3 2-2 0,1 4-3 16,3-3-2-16,2 4 0 0,5-4-1 0,6 1 1 16,1 1-1-16,6 2 0 0,5 3 2 0,6 1 3 15,5-1 6-15,6-5-2 0,11-1-2 0,1-5-11 16,22 0-36-16,1-10-66 0,2 1-97 0,2-8-305 15,3-3-546-15,-1-5 242 0</inkml:trace>
  <inkml:trace contextRef="#ctx0" brushRef="#br0" timeOffset="109682.22">7944 12629 202 0,'1'-3'200'0,"-1"3"-6"0,5-4-9 0,-4 3-6 15,-1 1-19-15,3-4-11 0,-3 4-10 0,0 0-16 16,5-4-8-16,-5 4-13 0,0 0-9 0,0 0-12 15,0 0-4-15,0 0-11 0,-18 12-6 16,4-4-3-16,-9 8-9 0,5-6-6 0,-5 4-4 0,-1 1-6 16,0-1 1-16,2 0-3 0,-1 1-6 0,5-2-4 15,0-2 0-15,2 2-1 0,3-2-4 0,0 2-2 16,4-5-4-16,3 3-1 0,-1-1-6 16,3-1 8-16,1 0-1 0,1-1-1 0,4 2 0 0,3-2-2 15,0 1-2-15,4-1 4 0,2-1 0 0,7 0-2 16,1 2 2-16,4 1-2 0,4-3 0 0,0 0 1 15,-5 1-1-15,-1-2 0 0,-3 1-2 16,2-1-3-16,-9-1 1 0,0 0-25 0,-2 1-12 16,-1-1-7-16,-4-2-3 0,1 2 8 0,-2-1 5 0,-3 2 5 15,-5-1 2-15,-4 2 5 0,-3 0 1 0,-7 3-4 16,-1-3 10-16,-8 1 3 0,2 1 0 0,0-2 2 16,3 0 3-16,-4-2-6 0,7 0 5 0,-2-2 1 15,2 1-1-15,-1-1-1 0,5-1 1 0,2-2 3 16,2 3-14-16,2-3-37 0,4-4-60 0,1 1-228 15,2-2-369-15,7 0 165 0</inkml:trace>
  <inkml:trace contextRef="#ctx0" brushRef="#br0" timeOffset="110097.22">8445 12697 29 0,'0'0'188'0,"-12"3"-12"0,2-1-11 0,5 1-16 16,-7 3-12-16,3-2-14 0,-1 3-12 0,1 3-4 16,-7 1-16-16,3 1-7 0,0 3-11 0,0-2-12 15,0 2-4-15,2-2-4 0,2 3-7 0,0-1-3 16,4-5-5-16,0 2-4 0,2 0 0 0,1-4-6 15,1 2 10-15,1 0 5 0,1-3 0 0,4-1 11 16,1-1 4-16,2-1 2 0,4 0 2 0,5-4-3 16,5 0-5-16,4-3-8 0,1 1-6 0,2-3-1 15,-1-2-7-15,-6-1 0 0,2-1-5 0,-6 1-1 16,-2-1-2-16,0-1-1 0,-2 0-4 0,-3-2-1 16,-3 2 0-16,0-1-3 0,-3-1-2 0,-3-1 1 15,-3-1-5-15,0-1 0 0,-4 5-4 0,-1-1 0 16,-2 1-2-16,-1 2-1 0,-2 1 3 0,0 1-4 15,-2 1-2-15,-5 4 0 0,4-1 0 0,-1 2-13 16,2 0-13-16,-1 2-20 0,4-2-26 0,-2 3-34 16,6-1-28-16,1-1-39 0,-2 0-184 0,6 2-386 15,1-3 171-15</inkml:trace>
  <inkml:trace contextRef="#ctx0" brushRef="#br0" timeOffset="110422.54">8801 12506 295 0,'0'-5'313'16,"1"2"-25"-16,-2-2-19 0,1 5-36 0,1-2-27 16,-1 2-21-16,3-4-28 0,-3 4-23 0,0 0-17 15,0 0-11-15,-1 17-12 0,2-6-9 16,-1 9-11-16,0 5-7 0,-1 3-8 0,-1 5-5 0,1-3-7 15,1 3-4-15,-5 0-4 0,2 0-7 0,1-1-2 16,2 0-2-16,0-2-3 0,0-4-1 0,2 0-2 16,0-9-2-16,-1-3-3 0,0 0-1 15,1-5-1-15,0 2-1 0,-2-4 1 0,1 0 1 0,1-2-2 16,-1 0 2-16,0-1 13 0,-1 1 10 0,0-5 4 16,2 3 6-16,-2-3 3 0,2 3-1 15,-2-3-1-15,0 0 0 0,0 4-17 0,0-4-18 16,0 0-31-16,0 0-32 0,0 0-39 0,0 0-59 0,7-11-74 15,-4 6-291-15,1 1-553 0,-3 0 245 0</inkml:trace>
  <inkml:trace contextRef="#ctx0" brushRef="#br0" timeOffset="111019.77">9094 12758 332 0,'0'0'309'0,"1"-4"-25"16,-1 4-28-16,0 0-30 0,0-4-27 0,0 4-22 16,0 0-20-16,0 0-13 0,0 10-15 0,0-3-14 15,-1 1-11-15,-3 6-11 0,4-5-11 0,0 7-9 16,-4 0-2-16,4 2-8 0,-1-2-7 0,1-4-4 16,1 5-8-16,2-6 0 0,-3-3-5 0,1 2-5 15,3-5-3-15,-3 2-1 0,3 0-2 0,0-6 1 16,1 0-1-16,0-1 0 0,3 0 10 0,2-1 6 15,-1-2 25-15,1-3-9 0,0-2 1 0,-1 3 3 16,3-7-2-16,2 0-4 0,-4-1-6 0,3 1-11 16,-2-2-1-16,2 1-4 0,-3-1-2 0,-2 6-6 15,1-3 2-15,-3 4-7 0,-1 0-2 0,-1 2-8 16,0 2-1-16,1 1-12 0,-2-3-2 0,-1 2-12 16,2 1-7-16,-4 2 1 0,0 0-4 0,17 3 5 15,-11 0 4-15,2 3-4 0,2-3 3 0,2 3 5 16,1 1-1-16,4-1 5 0,1 1-4 0,0 1-6 15,2-4-14-15,2 1 0 0,0 0-9 0,1-1-8 16,4-3-14-16,-4 1-1 0,5-5 0 0,-8 2-2 16,2-4 5-16,-3 0 1 0,-3-3 7 0,0-2 3 0,-2 0 10 15,-5-1 20-15,0-3 19 0,0 0 8 16,-3-4 13-16,2 0 10 0,-3-8 6 0,-4 2 10 16,3-5-14-16,0 0-3 0,-4 0 0 0,3 2 3 15,-3-1 6-15,0 4 3 0,0 3 9 0,1 10 3 16,-1 1 5-16,0-2-9 0,0 5-2 0,0 0-9 15,0 2-13-15,0 0-22 0,0 5 1 0,0 0-6 16,0 0-2-16,-5 13 1 0,1-2-1 0,0 4 5 16,0 4-4-16,-1 6 2 0,0 1-9 0,0 0 8 15,1 2 1-15,0 0 1 0,3 3-2 0,-3-5-18 0,2-1-21 16,2-1-13-16,0-4-25 0,0-3-12 16,2 0-18-16,-2-3-20 0,0-4-24 0,0 4-21 15,0-7-48-15,0-2-239 0,0-2-499 0,0 1 221 16</inkml:trace>
  <inkml:trace contextRef="#ctx0" brushRef="#br0" timeOffset="111414.95">9567 12666 138 0,'0'0'160'0,"0"0"4"0,0 0-10 0,38 2-12 0,-6-2-13 15,2 0-11-15,6 0-11 0,15-3-14 0,-3-1-9 16,5 4 1-16,0-2 0 0,-2-3-4 0,-1 2-2 16,-16 3-9-16,0-7-6 0,-2 5-4 0,0-3-1 15,-4 1 3-15,-7-2 6 0,-5 4 16 0,-6-1 25 16,-3 2 31-16,-1-3 19 0,-1 3 24 0,-2-2 12 16,-1 2 13-16,-2-2-5 0,1 2-3 0,0-2-8 15,-5 3-7-15,6 0-25 0,-3-2-3 0,-3 2-18 16,5-2-9-16,-5 2-15 0,0 0-16 0,0 0-17 15,0 0-18-15,0 0-25 0,0 0-25 0,0 0-21 16,8 4 0-16,-8 1-4 0,0 1-5 0,0 3 8 16,0 0 1-16,-3 1-1 0,3 2-3 0,0 3 5 15,-1-1 0-15,1 3 1 0,0-4-19 0,0 2-27 16,0-2-16-16,0-1-19 0,1-1-3 0,2-1-34 16,-6 3-17-16,3-8-32 0,0 2-19 0,-1 0 3 15,1-2-10-15,0 0 2 0,0-5-12 0,-3 3 13 16,3-3-279-16,0 0-512 0,-5-12 226 0</inkml:trace>
  <inkml:trace contextRef="#ctx0" brushRef="#br0" timeOffset="111551.96">10272 12458 119 0,'-2'-9'276'16,"-1"3"-22"-16,2 2-28 0,-1 1-23 0,2 3-20 15,0-7-31-15,-1 4-32 0,1 3-18 0,0 0-17 16,0 0-32-16,17 4-36 0,-7 0-44 0,5 1-58 15,3-1-195-15,2 3-303 0,10 1 134 0</inkml:trace>
  <inkml:trace contextRef="#ctx0" brushRef="#br0" timeOffset="111914.22">10901 12514 123 0,'-17'2'205'0,"-1"1"-4"0,-2 5-10 0,-1-2-13 16,-3 4-12-16,1 1-17 0,4-1-11 16,2 2-16-16,-6 5-9 0,5-1-14 0,3 0-8 15,3 1-12-15,0-3-6 0,4 1-6 0,3 0-5 16,1-3 7-16,0-1 4 0,4 6-6 0,0-7 1 0,4 0-1 16,5-2 4-16,0 0 2 0,5 2-5 0,3-7-3 15,4 1-7-15,1-3-5 0,7-1-2 16,-1-1-5-16,3-3-2 0,-10 1-7 0,-2-2-1 15,1-2 8-15,-4 1 6 0,0-4-2 0,-7 2-8 16,3-4 1-16,-1 0-5 0,-6 0-4 0,2-4 7 16,-3 0-6-16,-2-1-12 0,-2 0-8 0,-2 3 2 0,-2-5-1 15,0 7-5-15,-3 2-3 0,-1-2 4 16,-3 5-9-16,1-1-1 0,-6 0-2 0,0 2-2 16,1 4-3-16,-2 1 6 0,-3 1-22 0,-1 1-19 0,3 3-19 15,1 0-26-15,1 2-31 0,-4 1-29 0,8 0-44 16,1-1-86-16,2 0-140 0,2 1-450 0,5-1 200 15</inkml:trace>
  <inkml:trace contextRef="#ctx0" brushRef="#br0" timeOffset="112247.33">11100 12576 257 0,'5'-1'309'15,"-5"1"-29"-15,0 0-30 0,7-1-27 0,-7 1-21 16,0 0-23-16,0 0-18 0,0 0-18 0,2 8-15 16,-2-6-13-16,0 2-7 0,0 1-13 0,-1 3-9 15,0-1-5-15,-1 5-12 0,1-7-6 0,0 4 3 16,-1 0-12-16,2-1-6 0,-1-1-6 0,0-2-4 16,1 0 0-16,0 0-4 0,0-1 2 0,0-1 0 15,0-3 19-15,0 0 29 0,1 4 16 0,-1-4-3 16,0 0 10-16,16-7 14 0,-6 1-19 0,0-4-2 15,0 3-7-15,5-3-12 0,-3 5-6 0,-1-4-6 16,2 4-9-16,-2 1-1 0,2-2-11 0,-1 1-12 16,-1 3-4-16,2 2-16 0,0 1 0 0,1 2-11 15,6 5-25-15,-1-6-25 0,0 9-31 0,-1-2-48 16,-2 4-65-16,3-2-97 0,-5-2-341 0,4-1-678 16,-8-5 301-16</inkml:trace>
  <inkml:trace contextRef="#ctx0" brushRef="#br0" timeOffset="112914.64">13258 12371 17 0,'0'-3'318'0,"0"-4"-8"0,1 1-1 0,-1 2-4 16,3-1-10-16,-3 0-9 0,0 1-19 0,0 4-12 15,0-6-30-15,0 1-21 0,0 5-19 0,0-4-24 0,0 4-20 16,3-4-3-16,-3 4-32 0,0 0-26 0,0 0-22 16,0 0-2-16,0 0-10 0,2 16-6 15,-2-8-1-15,3 5-6 0,-1 3-4 0,0 1-4 16,-1 3-3-16,3 4-2 0,-1-6-2 0,0 4-1 0,-2-3 5 15,2-1-10-15,-2 0-2 0,0-1 2 16,1-4-3-16,0-3 13 0,1 2-18 0,-2-3 9 0,0-1-7 16,-1-3 0-16,2-1 0 0,-1 1 4 15,-1 0 14-15,0 0-15 0,1-3 1 0,-1-2 2 16,3 3 3-16,-3-3 0 0,1 2-5 0,-1-2 3 0,0 0-2 16,0 0-9-16,0 0-14 0,0 0-19 0,0 0-38 15,0 0-43-15,0 0-47 0,0 0-61 16,2-15-83-16,-2 4-256 0,3 1-605 0,0-3 267 15</inkml:trace>
  <inkml:trace contextRef="#ctx0" brushRef="#br0" timeOffset="113330.84">13298 12098 170 0,'-12'-1'167'0,"0"-2"-14"0,0 3-10 0,2 3-10 16,-4 1-10-16,-3 0-6 0,2 5-8 0,-3 3-8 16,3 1-9-16,-4 8-1 0,1 8-12 0,-2-2-4 15,4 4-5-15,-6 11-2 0,7-9-5 0,-3 10-1 16,5-8-8-16,4-3-2 0,0 2-6 0,4 1-8 16,-1-3-6-16,3 1 5 0,3-3 1 0,3-1 25 15,3 0-1-15,-1-5 6 0,4-2 1 0,4 0 2 16,2-6 4-16,6 1 3 0,1 0-6 0,4-5 0 15,5-2-1-15,2 0 0 0,-1-5-8 0,4-3-2 16,2 0-1-16,-2-2 6 0,1-2-4 0,-1-4 6 16,-2-3 20-16,-2 2-3 0,-1-6-1 0,-5-1-1 15,-1 0 3-15,-1-4-7 0,-1-3-2 0,0-4-7 16,-5-3-15-16,0-3-4 0,-1-3-13 0,-2-10-14 16,-6 8-8-16,-5-11-4 0,-4 0 12 0,-4 13-15 15,-5-1 0-15,-2-1-10 0,-5 6 7 0,-3 2 9 16,-8 4-18-16,4 3 1 0,-6 3-2 0,-2 2-21 15,-3 5 4-15,-3 5-40 0,2 3-41 0,-2 3-42 16,-1 5-48-16,3 5-73 0,2-4-295 0,6 9-605 16,4-1 267-16</inkml:trace>
  <inkml:trace contextRef="#ctx0" brushRef="#br0" timeOffset="113944.29">15294 12270 127 0,'1'-3'295'0,"-1"0"-22"0,0 3-22 0,1-5-22 16,-1 5-24-16,0 0-23 0,2-4-22 0,-2 4-18 15,0 0-17-15,0 0-12 0,0 0-11 0,2 15-12 16,-2-9-7-16,3 6-9 0,-2 1-5 0,2 3-7 16,-2 1-20-16,-1-3 2 0,3 4-7 0,-1-1-3 0,2 0-3 15,-4-1-4-15,1 0-1 0,0 0-3 16,-1-4 0-16,2 0-1 0,-2-2-4 0,2 0 1 16,-4-1-4-16,4-2 0 0,-2-1-3 0,0-1 3 15,-2 1-2-15,4-1 2 0,-2-2-3 0,0-3 0 16,0 4 3-16,0-4-2 0,0 5 5 0,0-5-39 0,0 0-40 15,0 0-37-15,-9-15-22 0,8 6-27 16,-4-1-43-16,1-6-218 0,2-4-442 0,0-3 196 16</inkml:trace>
  <inkml:trace contextRef="#ctx0" brushRef="#br0" timeOffset="114097.16">15268 12093 235 0,'-2'-8'252'0,"-1"-1"1"0,1 2-11 0,-1 3-13 16,3-1-18-16,-1 0-20 0,-3 1-18 0,3 1-23 15,1 3-17-15,-1-6-16 0,1 6-28 0,0 0-15 0,0 0-26 16,0 0-32-16,0 0-28 0,19 6-30 0,-13 0-37 16,4 0-60-16,0 2-74 0,-2-3-109 0,1 4-348 15,1-1 155-15</inkml:trace>
  <inkml:trace contextRef="#ctx0" brushRef="#br0" timeOffset="114465.55">15837 12240 124 0,'0'0'273'0,"0"0"-23"0,0 0-25 16,0 0-25-16,5-2-17 0,-5 2-19 0,0 0-21 15,0 0-14-15,0 7-13 0,0-7-12 0,-5 8-10 16,0-4-10-16,-4 3-6 0,1 1-11 0,3 1-4 15,-4-1-6-15,0 2-7 0,4-1-9 0,-3 1-5 16,3-2 0-16,-1 3-2 0,0-1-9 0,2-1 1 16,1 3-4-16,1-3 0 0,2 2-5 0,2 1 0 15,-1 0 0-15,3-3-4 0,5 4-6 0,0 1 9 16,4-2-4-16,1 3-4 0,0-1 0 0,1-2-2 16,1 2 0-16,-1-1-2 0,-2 1 0 15,-2-3-1-15,-2 0 3 0,-1-3 1 0,-3 1-1 0,0-1-1 16,-1-1 2-16,1-2-1 0,-2 2 1 0,-2-3 0 15,-1 4 0-15,-3-3 1 0,-3 0-3 0,0 2-1 16,-3-2-4-16,-7-3-38 0,-3 3-47 0,-6-3-66 16,-5-2-281-16,9-2-466 0,3-1 207 0</inkml:trace>
  <inkml:trace contextRef="#ctx0" brushRef="#br0" timeOffset="115545.92">17876 12086 36 0,'-1'-4'240'0,"1"-1"-19"0,-1 0-19 0,-2 2-22 0,-1 0-15 15,-1 1-18-15,5 2-15 0,-15 1-11 16,0 2-14-16,-1 3-6 0,-12 5-13 0,5 1-5 15,-1 1-10-15,-2 3-7 0,3 1-6 0,-1 2-7 16,2 0-6-16,3-2-4 0,0 3-4 0,9-3-2 0,-3-2-6 16,4 0-1-16,4 1-4 0,0-1-1 15,1-3 1-15,0 0-4 0,4-5-5 0,5 5 2 16,3-5-2-16,1-2-1 0,1-3-9 0,8-1 7 16,10-4 1-16,-6-2-6 0,7-6 1 0,1-2-1 15,-5-1-2-15,2-1 3 0,0 1-2 0,-3-3 2 16,2-1 0-16,-5 0-2 0,-3 0-5 0,0-3 3 0,0 2-2 15,-4 5-3-15,-5-2 4 0,0 1 7 16,-1 6 5-16,-2-3 12 0,-1 3 10 0,-1 3-5 16,-3 2-3-16,3 1-5 0,-1-1-13 0,-2 0-10 0,-1 4-1 15,0 0-5-15,0 0 4 0,0 11-2 0,0-2 2 16,0 4 0-16,-1 4-2 0,1 9-2 16,0 1 1-16,0 4 1 0,1 1 7 0,-1 2-4 15,5 2-1-15,-1 2-4 0,0 8 3 0,-2-12-3 0,2 0 3 16,-1 0 0-16,-2 2-2 0,3-5-1 0,-3-1 5 15,-1-1-3-15,-1-5 0 0,-3 3 0 0,3-9-7 16,-6-2 11-16,2-1-6 0,0 1-1 0,-4-6-3 16,0-1-1-16,0 1 4 0,-1-3 1 0,-3-3-2 15,0 2 5-15,-3-1 0 0,-4-5 0 0,1 2 1 16,-1-4 2-16,1-3 7 0,-3-2-1 0,3-1 1 16,-3-1-1-16,4-1 28 0,3-2 5 0,-2-2 6 15,5-1-6-15,-1-7 5 0,6-2-4 0,4 0-9 16,5-8-12-16,6 2-9 0,5-2-8 0,3 0-6 15,8-9-3-15,6 0-2 0,2 2-1 0,-9 12-3 16,15-5 6-16,2 2 1 0,-9 8 0 0,12-3-1 16,-10 8-2-16,2 3 3 0,-5 0 1 0,1 2-2 15,-2 1 4-15,-1 0-3 0,-2 4-1 0,-7 1 1 16,-1 2 1-16,-4 1 1 0,-1 1-5 0,-5 0-9 16,-2 1-17-16,0-1-18 0,0 0-18 0,0 2-2 15,-6 0 8-15,0 0 2 0,0 0-9 0,-6 9-23 16,0-4-36-16,3-1-30 0,-3 0-219 0,1 0-407 15,1-4 181-15</inkml:trace>
  <inkml:trace contextRef="#ctx0" brushRef="#br0" timeOffset="115865.58">18508 12158 263 0,'0'0'325'16,"1"-4"-14"-16,0 0-24 0,-1 4-15 16,1-4-40-16,-1 4-28 0,0-5-21 0,0 5-18 15,0 0-22-15,0 0-15 0,0 0-20 0,0 0-8 16,0 0-11-16,0 0-12 0,3 14-8 0,-3-9 7 0,3 6-24 16,-2-2-1-16,0 2-4 0,2-1-6 15,-3 7-5-15,1-2-1 0,0 2-4 0,1-2-4 16,-1 1 0-16,0-1-5 0,-2-3 0 0,1 0 1 0,-1-3-8 15,1 1 2-15,1-1-10 0,-2-1-4 0,-1-1-5 16,2-2-3-16,-1-2 2 0,1 2-1 0,0-5-2 16,-1 6-2-16,-2-5-20 0,3-1-34 15,0 0-42-15,0 0-42 0,-19-10-35 0,14 2-44 16,-3-2-228-16,0-6-490 0,0-2 217 0</inkml:trace>
  <inkml:trace contextRef="#ctx0" brushRef="#br0" timeOffset="116029.46">18468 11893 196 0,'3'-6'285'0,"-1"0"-11"0,-2 1-21 0,1 1-20 0,-1 0-24 15,2 0-19-15,-2 4-23 0,2-6-18 0,-2 6-20 16,1-3-23-16,-1 3-18 0,0 0-15 0,0 0-26 16,11 8-24-16,-6-3-24 0,1 3-27 0,2 0-20 15,-2 2-31-15,1 0-37 0,-1 1-39 0,0-1-178 16,-1 5-360-16,1-3 159 0</inkml:trace>
  <inkml:trace contextRef="#ctx0" brushRef="#br0" timeOffset="116397.47">18776 12114 15 0,'0'0'289'0,"0"0"-25"0,0 0-26 0,0 0-27 15,0 0-21-15,0 0-19 0,6 0-24 0,-6 0-14 16,3 5-13-16,-1-3-10 0,2 3-13 0,0 1-2 16,0 3-14-16,1 1-10 0,0-1-4 0,0 3-10 15,-1 5-6-15,1-2 0 0,-1 0-7 0,1 2-7 16,-3 0 1-16,2-1-5 0,0-3-4 0,-4-2 1 16,4 1-7-16,-4 0 1 0,1-4-7 0,2 1 0 15,-3-4 0-15,0-1 0 0,0 1 6 0,1 0 36 16,-1-5 31-16,3 5 27 0,-2-3 34 0,-1-2 23 15,0 0 21-15,0 0-1 0,0 0-18 0,0 0-16 16,9-12-24-16,-4 5-12 0,3-3-9 0,0-3-11 16,2-4-13-16,1-2-8 0,3-1-9 0,3-2-8 15,1 0-15-15,-3 2-15 0,1 1-19 0,-4 2-9 16,-1 3-27-16,1 2-32 0,-2-3-22 0,2 8-39 16,-1-5-30-16,-2 7-32 0,3-4-35 0,2 6-45 15,-1-2-43-15,1 2-320 0,-1 0-667 0,1 3 296 16</inkml:trace>
  <inkml:trace contextRef="#ctx0" brushRef="#br0" timeOffset="117079.34">19255 12289 22 0,'0'0'263'0,"-2"4"-6"0,2-4-4 0,0 0-22 16,0 0-25-16,0 0-19 0,14 0-24 15,-4-4-12-15,5 2-7 0,3-2-25 0,1 1-9 16,2-1-11-16,8-2-12 0,-1 0-5 0,-1-4-9 16,1 0-9-16,-1 1-6 0,-3-1-3 0,-2 1-9 15,1-6-8-15,-1 1 6 0,-5 2-12 0,-2-1-4 16,-1 2-2-16,-2-3-5 0,0 0 1 0,-4 5 1 16,-3-2-1-16,-1 1 2 0,-1 2 2 0,-1-1-3 15,-4-1 0-15,1 4-5 0,-5 1-3 0,-1-2-3 0,-5 3 1 16,-1 2-3-16,-8-1 0 0,4 5-2 0,-3-1-2 15,-1 3 2-15,-2-2 0 0,-3 9-3 16,6-2-2-16,-5 1-2 0,8 0 2 0,1 2 8 16,1 0-12-16,2 1 5 0,1 0-3 0,1 4 0 15,3-2-5-15,2-1 3 0,3 3-7 0,5-4 3 0,1 3 1 16,6-3-1-16,4 1 2 0,4-1-1 0,10 0-1 16,1-3-5-16,2 2-11 0,5-5-2 0,-2 1-4 15,2-6-4-15,-2-2-1 0,3 0 4 16,-2-4 1-16,-2-4 7 0,-4 3 1 0,1-7 1 0,-4 2 10 15,-7-1 18-15,-2-2 24 0,-2 1 12 0,2-5 4 16,-5 2 18-16,2-2 12 0,-3 4 26 0,0-1 36 16,-3 3-4-16,-2 1 11 0,1 1 2 0,-1 2 0 15,-1-1-12-15,-1 4-16 0,-2 1-15 0,2-1-17 16,-2 3-6-16,-1 1-27 0,4-6-11 0,-4 6-38 16,0 0-12-16,0 0-1 0,0 0-6 0,0 0-7 15,0 14 11-15,-4-6-4 0,0 5 9 0,0-1-2 16,-1 0-7-16,1 3 5 0,-4 0 17 0,2 1-24 15,1 1-12-15,0-7 4 0,1 1-8 0,2-2-9 16,0-3 1-16,-4 0 5 0,4-2 3 0,0 2 5 16,2-2 20-16,-2-2 18 0,2-2 13 0,0 0 0 15,0 0-1-15,16-9-3 0,-7 2 0 0,2-5-3 16,5 2-4-16,-2-2-4 0,0 1 3 0,2 2-6 16,-5 0 4-16,1 3-1 0,-2 0-2 0,0 1-6 15,0 2-2-15,-3-1-2 0,4 3-9 0,-5-2 5 16,5 4-4-16,1 2 3 0,-1 1-18 0,0 1-15 15,7 5-31-15,-4-1-41 0,1 3-51 0,-2-1-60 16,1 3-106-16,-5-7-283 0,3 1-658 0,-2-2 292 16</inkml:trace>
  <inkml:trace contextRef="#ctx0" brushRef="#br0" timeOffset="118467.42">22286 11937 64 0,'0'-2'231'15,"0"-3"-22"-15,0 5-19 0,-4-5-20 0,-1 4-18 16,5 1-17-16,-19 4-11 0,2 3-14 0,-2 0-9 15,-5 6-16-15,-1 3-7 0,-5 1-7 0,4 0-6 16,2 5-10-16,-3-1 1 0,3-1-12 0,1 3-4 16,1-2-4-16,3-1-4 0,4 3-4 0,1-3-1 15,5-3 0-15,2-1-3 0,1-5-4 0,5 0 1 16,0-4 0-16,2 0 4 0,0-1 15 0,3-2 8 16,2 0 7-16,2-4 3 0,5-1 0 0,5-2-1 15,1 1 1-15,-1-3 9 0,1-4-4 0,0 1-2 16,0-4-1-16,4 0 0 0,-5 3-5 0,-1-3 2 15,-2-1-11-15,2 5 3 0,-3-2-10 0,-3 2-5 16,-1 1-4-16,-1 4 1 0,-1-3-5 0,-2 2-5 16,1 3-8-16,-2-2-2 0,0 2-2 0,-5 1 0 15,11 1-3-15,-3 2-4 0,-4-2 4 0,3 9-2 16,1-7-2-16,-3 4-2 0,3 2 5 0,-1 0-2 16,0-1 0-16,0 4-1 0,0-4 5 0,1 4-5 15,-2-2-3-15,2-1 1 0,-3 1 2 0,3-2 3 16,-2 1-1-16,-1-4-2 0,0 0 3 0,-1 0 1 15,0-1 12-15,-1-1 30 0,2 0 31 0,-1-2 27 0,1-1 21 16,-5 0 8-16,12-3 0 0,-3 0-15 16,1-3-9-16,2-1-5 0,5-3-10 0,-2-1-11 0,7-4-7 15,-2-2-5-15,3 0-7 0,0 2-1 16,-4-3-10-16,-2 3-3 0,6-2-5 0,-9 4-4 0,0 1-8 16,-5 2 4-16,0 3 1 0,1 0-5 15,-5 2-3-15,0 1-5 0,-1 0-3 0,-1 2-14 16,1-1-18-16,-4 3-13 0,7-2-5 0,-7 2-7 0,9 5-3 15,-5 0-1-15,1 0 0 0,-1 4-10 0,4 0 3 16,-2 2-3-16,3 4-26 0,0-1-26 0,-3 1-40 16,2-1-37-16,-3 2-46 0,-1-1-60 0,-4-3-382 15,5-2-719-15,-5-4 318 0</inkml:trace>
  <inkml:trace contextRef="#ctx0" brushRef="#br0" timeOffset="122282.34">10492 14391 54 0,'1'-5'263'0,"-1"-2"-7"0,0 0-15 15,1 3-11-15,-1-2-16 0,0 3-21 0,0 3-18 16,2-7-20-16,-2 7-22 0,-2-5-20 0,2 5-23 16,0 0-11-16,0 0-6 0,0 0-12 0,0 0-8 15,11 12-7-15,-9-3-3 0,2 2-6 0,1-1 0 16,3 5-6-16,-1 1-1 0,1-2-5 0,1 2 0 16,1-2-2-16,-1 1-2 0,0-1-2 0,0 1-4 15,0-5 1-15,-3-2 0 0,6 1-3 0,-7-5 3 16,0 0 1-16,3 1-6 0,-3-3 0 0,5-1 0 15,-1-4-1-15,0-2 1 0,4 0 2 0,-2-3-6 16,3-3-2-16,-2 0 1 0,-2-2 3 0,3 1 6 16,-4-5 0-16,0 3 3 0,2-2-4 0,-2 0 4 15,-4 3 3-15,3 2 6 0,-2 1 1 0,-2-2 3 16,0 6-1-16,1 0-4 0,-5 0-2 0,4 1-8 16,-4 1-20-16,4 2-19 0,-4 2 2 0,0 0-2 15,0 0 1-15,1 14 0 0,-1-1 2 0,-1 5 3 16,-2 9 1-16,2 3 3 0,-2 6 1 0,2 14 6 15,1-1 3-15,-4 2 0 0,4 2 4 0,-1 2 0 16,-2-1 0-16,3-3 0 0,0 2 0 0,3-5 1 16,-3 0 0-16,0-13-2 0,0 0 2 0,1 0-1 15,-1-1 1-15,2 0 0 0,0-4-1 0,-2 4 0 16,0-7 0-16,0 2 1 0,0-2-1 0,0 1-1 16,-4-10 6-16,3-1-7 0,-3-2 3 0,1-3-6 15,2-2 4-15,-5 0 1 0,0-2-1 0,3-3-1 16,-6 3 2-16,0-1 0 0,0-2 1 0,-4-2-1 15,-4-1 1-15,-2-2 1 0,-1-1-1 0,-2-3 1 16,-4-3-1-16,-1-1 2 0,-2-2 0 0,4-7 2 16,2-1 11-16,0 0 8 0,1-1 0 0,3-2 13 15,3-4-6-15,3-2 1 0,0-2-5 0,8 0-25 16,1-3 0-16,8-3 1 0,1-12 0 0,6 2 0 16,5-1 1-16,7 4-2 0,1 0 1 0,4 1-2 15,4 4 1-15,0 3-3 0,-4 9 2 0,12-9 2 16,-9 14-7-16,12-10 6 0,-10 11 0 0,-1 0-5 15,1 1 4-15,-2-1-2 0,-4 4 3 0,-3 1-3 16,-6 5 2-16,-1 2 0 0,-3-2-4 0,-8 5 2 16,-1 0-3-16,2 1 4 0,-4-2-2 0,3 3-2 15,-6 2-1-15,6-1-3 0,-6 1-4 0,0 0-5 16,0 0-2-16,0 0-1 0,0 0 2 0,0 0-18 16,0 11-18-16,-4-4-24 0,0 2-21 0,-1-1-26 15,1 1-25-15,-3 1-30 0,5 0-50 0,1-1-146 16,1 0-406-16,1-1 181 0</inkml:trace>
  <inkml:trace contextRef="#ctx0" brushRef="#br0" timeOffset="122688.01">11458 14720 149 0,'0'0'171'0,"-8"-1"-2"0,8 1-11 0,0 0-9 16,0 0-6-16,0 0-5 0,-5 1-5 0,5-1-14 15,0 0-2-15,0 0-15 0,0 0-12 0,0 0 0 16,0 0-11-16,23-7-16 0,-10 5-5 0,7-4-6 16,1 5-2-16,9-3-8 0,1-1-4 0,0 3-7 15,1-4-1-15,-2 4 1 0,5 0-6 0,-16 4-5 16,4-5-16-16,-1 4-20 0,-3-4-16 0,-6 3-18 15,-3 0-18-15,4 2-32 0,-6 1-20 0,-3-3-9 16,-1 1-161-16,-4-1-313 0,0 0 138 0</inkml:trace>
  <inkml:trace contextRef="#ctx0" brushRef="#br0" timeOffset="123062.45">11513 14972 98 0,'-5'2'194'0,"5"-2"-10"0,-9 0-11 15,5 1-14-15,4-1-13 0,0 0-8 0,-9 1-11 16,9-1-9-16,0 0-7 0,0 0-5 0,-4 3-5 15,4-3-8-15,0 0-10 0,0 0-8 0,0 0-10 16,19-7-6-16,-2 3-5 0,6 1-4 0,6-3-5 16,7 5-6-16,0-4-2 0,12-3-3 0,5 0-6 15,-1 4 0-15,3-3 0 0,-4 2 6 0,2 3-5 16,-16-1-2-16,-2 0-1 0,-4 1-4 0,-8-1-2 16,-3 4-2-16,-3-3 0 0,-3 2-1 0,-1-3-3 15,-8 3 1-15,3-2-6 0,-2 2 2 0,-6 0-5 16,9 0 1-16,-9 0-4 0,0 0-6 0,0 0-18 15,0 0-25-15,0 0-40 0,-24 2-44 0,12 1-43 16,1-3-192-16,-1 1-396 0,6-1 175 0</inkml:trace>
  <inkml:trace contextRef="#ctx0" brushRef="#br0" timeOffset="123895.43">12774 14959 153 0,'0'0'152'0,"0"0"-19"0,0 0-8 16,0 0-15-16,0 0-9 0,0 0-9 0,0 0-8 16,0 0-18-16,0 0-4 0,0 0-6 0,0 0 9 15,0 0 2-15,0 0 13 0,0 0 7 0,0 0 3 16,0 0 14-16,0 0 9 0,0 0 12 0,0 0 17 16,0 0 10-16,0 0 0 0,0 0-15 0,5-9-15 15,0 1-13-15,3-1-8 0,2-5 1 0,3-3-8 16,2-6-7-16,-2-1-5 0,5-5-6 0,-3 0-12 15,8-11-6-15,1-9-1 0,-2 7-8 0,3-3-4 16,-1 5-5-16,-8 7-4 0,1 1-3 0,-2 3-5 16,-2 5 9-16,-1 1 3 0,-4 6 2 0,-4 9-1 15,1-2-3-15,-1 6-13 0,0-6 0 0,-1 7-6 16,-1 0-35-16,-2 3 0 0,0 0-4 0,9 6 0 16,-5 4 4-16,0 2-3 0,1 4 2 0,1 9 0 15,3 4 4-15,-6 4 2 0,2 2 1 0,1 10 1 16,2-11 0-16,-3 0-2 0,1-1 3 0,0 0 3 15,0-5 1-15,-1 1-4 0,0-4 4 0,3-7 1 16,-6-1 2-16,5-1 0 0,-6-6 1 0,3 0-2 16,-4-3 2-16,1 1 1 0,3-4 1 0,-4 1 2 15,3 0-3-15,-3-2 3 0,0-3-4 0,2 4-1 16,-2-4 0-16,0 5-9 0,0-5-9 0,0 0-11 16,0 4-17-16,0-4-31 0,0 0-47 0,0 0-73 15,0 0-111-15,-14-15-167 0,9 9-514 0,-3-1 227 16</inkml:trace>
  <inkml:trace contextRef="#ctx0" brushRef="#br0" timeOffset="124186.19">12972 14780 132 0,'0'0'203'0,"-5"3"-6"0,5-3-3 16,0 0-7-16,-6 3 3 0,6-3-4 0,0 0-23 15,0 0-16-15,0 0-12 0,0 0-14 0,0 0-13 16,34-10-9-16,-6 3-12 0,4-1-5 0,3 1-8 16,-2-5-9-16,1 10-5 0,2-7-8 0,-8 0-5 15,-1 4-5-15,-5-1-3 0,-6 0-6 0,1 2 1 16,-6 0-4-16,-2 2-6 0,-1 0-1 0,-1 0-3 16,-7 2-3-16,12-2-7 0,-9 0-4 0,-3 2-3 15,0 0-9-15,0 0-14 0,0 0-11 0,0 0-15 16,0 0-26-16,0 0-16 0,-26 6-21 0,20-4-23 15,-1 0-22-15,3 2-45 0,-3-2-127 0,7-2-353 16,0 0 157-16</inkml:trace>
  <inkml:trace contextRef="#ctx0" brushRef="#br0" timeOffset="124611.74">13881 14414 58 0,'0'0'128'0,"-7"1"-8"16,7-1-7-16,0 0-3 0,0 0-10 0,0 0 0 0,0 0-24 15,-9 0 0-15,9 0-1 0,0 0-7 0,0 0-3 16,0 0-11-16,0 0 19 0,0 0 7 0,18 3-7 16,-4-4 1-16,4-2-14 0,3 0-2 0,8 0-5 15,4 0-2-15,0 1-9 0,8 0-2 0,9-2-5 16,6-2-3-16,-1 3 0 0,-1-2-1 0,-4 1-6 15,-13 1 4-15,-4 1-4 0,-5 1-9 0,-7 0-1 16,-1 1 1-16,-10 0-14 0,4-1-7 0,-6-1-12 16,-3 2-7-16,-5 0 2 0,4 2-18 15,-4-2-25-15,0 0-28 0,-17 2-20 0,3 1-47 16,-4-3-85-16,-1 3-264 0,-1-3 117 0</inkml:trace>
  <inkml:trace contextRef="#ctx0" brushRef="#br0" timeOffset="125028.4">14212 14405 173 0,'-3'-1'212'0,"3"1"-7"0,0 0-21 0,0 0-12 0,0 0-20 16,-6 0-14-16,6 0-15 0,0 0-15 15,0 0-13-15,-3 9-5 0,0-3-11 0,1 4-1 0,-3 1-9 16,1 6-5-16,-2 9-5 0,0 0-4 0,1 10-4 15,-1 1-2-15,-2 11-4 0,1-14-6 0,1 10-2 16,0-7-2-16,5-2-6 0,-4 0-3 0,1 2-2 16,3-3-3-16,-2-2-2 0,-2 0-1 15,8 0 4-15,-7-3-8 0,0 0-2 0,1-4-1 16,1-7 2-16,-2-1-3 0,-1 0 1 0,1-5-3 16,-1 0 0-16,1-5-1 0,0 3 5 0,-1-5-2 0,-4 1 7 15,0 0 7-15,-2-5 0 0,-5 0 2 0,0-2 1 16,-3 0 18-16,-3-6-7 0,-4 0 14 0,6-2-6 15,-7-2-1-15,3-1-7 0,-2-1 13 16,8 4 6-16,-1-3-1 0,4 3-4 0,-2 1-2 16,7 1-4-16,0 1-2 0,2 0 9 0,2 4 5 0,-2-4-17 15,3 4-3-15,0-1-6 0,1-1-4 0,1 2-2 16,3 2-37-16,-3-3-27 0,3 3-20 0,0 0-19 16,0 0-25-16,0 0-24 0,0 0-37 15,0 0-65-15,15 5-239 0,-5-6-505 0,3 2 223 16</inkml:trace>
  <inkml:trace contextRef="#ctx0" brushRef="#br0" timeOffset="125546.78">14342 15042 161 0,'0'0'217'16,"0"0"-25"-16,5 0-14 0,-5 0-23 0,0 0-9 15,0 0-21-15,0 0-10 0,2 8-9 0,-2-4-11 16,0 3-4-16,-1 1-9 0,0 2-6 0,2 2-8 16,-3-1-9-16,-2 2-4 0,3 2-8 0,-2 1-5 0,1 1-2 15,0-1-4-15,0-5-3 0,-1 0-1 16,3 0-7-16,-4-3 3 0,4-2-10 0,-1 1 4 16,1-3-1-16,-1 0 41 0,-2-2 25 0,3-2 23 15,0 5 26-15,0-5 14 0,0 0-13 0,0 0-17 16,0 0-11-16,13-11-8 0,-8 2-10 0,4 0-1 15,1-6-17-15,1 3-10 0,1-4 0 0,0 1-11 16,2-1-2-16,-1 1-10 0,-2 4 3 0,-1 1-11 16,-3 1-2-16,-2 4-1 0,-1 1-9 0,2-1-1 15,0 1-4-15,-4 0-21 0,1 2-8 0,-3 2-6 16,0 0 2-16,12 4 0 0,-8-1-4 0,-2 4 0 16,7 0 2-16,-5 1-3 0,1 2-4 0,3 1-6 15,-3 0-26-15,0-1-23 0,0 1-13 0,3 0-35 16,-3 0-37-16,0-1-46 0,-1 1-290 0,0-5-546 15,1-1 242-15</inkml:trace>
  <inkml:trace contextRef="#ctx0" brushRef="#br0" timeOffset="126215.97">15111 14526 56 0,'9'0'141'0,"-2"3"-5"16,5 1-16-16,-3 1-4 0,4 0-5 0,-3 3-6 15,3 5-12-15,-3-2 5 0,-1 6-12 0,-1 0-4 16,-2 0-9-16,-2 0-3 0,0 4 2 0,-3 2-11 16,-2-3 0-16,-3 0-4 0,-2 0-10 0,-1-3 0 15,-2 7-7-15,2-7-3 0,-2-1 0 0,0-1-4 16,-4-1-2-16,5-5 0 0,3 0-1 0,-3-2 2 16,3 1-1-16,0-4 4 0,2 0 9 0,1-1 15 15,-2 2 23-15,3-3 26 0,1-2 30 0,-4 3 18 16,4-3 6-16,0 0-16 0,0 0-1 0,2-12-25 15,3 3-21-15,2-6-3 0,3 1-11 0,2-4-9 16,3-6-6-16,2-2-8 0,5 2-9 0,-3-1-13 16,-1-1-4-16,1 1-7 0,-1 1-3 0,0-1 2 15,-7 9-5-15,-1 2-4 0,-3 6-2 0,1 0 3 16,-5 3-7-16,1-1-5 0,1 1-10 0,0 0-16 16,-3 4-14-16,0 0-5 0,-2 1-1 0,0 0 12 15,4 5-9-15,-4 3 4 0,0 3-1 0,0 1 9 16,0 4-1-16,0 0 2 0,0-1 2 0,-3 3 6 15,6-1-2-15,-2 2 5 0,3-2 5 0,0-2-29 16,1 2-6-16,1-2-23 0,1-4-20 0,-1 1-25 16,2-3-26-16,1 2-60 0,0-6-74 0,-3-1-166 15,3 0-472-15,0-3 209 0</inkml:trace>
  <inkml:trace contextRef="#ctx0" brushRef="#br0" timeOffset="126478.37">15569 14451 174 0,'0'0'170'0,"0"0"-9"0,15 8-13 16,-5-1-1-16,-2 3-16 0,1 5-1 0,1 2-9 15,0 9-5-15,-2-2-1 0,0 8-10 0,-3-1-6 16,-5 0-9-16,-3 3-5 0,-2-1-11 0,-4 0-6 15,-4 12-7-15,-1-10-2 0,-3-5-6 0,-2 0-8 16,-1-1-3-16,-3-3-7 0,-3-1-2 0,1-2-23 16,-5-4-31-16,1-2-28 0,-2-2-54 0,3-4-61 15,2-2-159-15,5-9-349 0,1 3 155 0</inkml:trace>
  <inkml:trace contextRef="#ctx0" brushRef="#br0" timeOffset="126763.43">15139 14267 85 0,'-5'-2'173'0,"5"2"-12"0,-14 5-11 0,5 3-8 15,-2 5-13-15,-5 8-12 0,-3 4 1 16,2 5-11-16,-5 11-11 0,0 3-7 0,5 1-6 0,1 3-7 16,4 2-5-16,4-3-7 0,3-10-6 0,5-1-8 15,9 10-1-15,3-12-3 0,3-3 13 0,3 1 2 16,9-3-9-16,2-4-1 0,15 4-7 0,0-7-30 16,-8-9-53-16,15 2-96 0,-15-10-194 15,4-1-356-15,-1-3 158 0</inkml:trace>
  <inkml:trace contextRef="#ctx0" brushRef="#br0" timeOffset="127546.52">16279 14634 126 0,'-9'0'156'0,"9"0"-13"0,-9 0-9 0,9 0-13 16,-4-1-13-16,4 1-6 0,0 0-11 0,0 0-5 16,-10 0-5-16,10 0-7 0,0 0 2 0,0 0 5 15,0 0-10-15,-5-3-7 0,5 3-4 0,0 0-3 16,0 0-1-16,0 0 0 0,0 0-4 0,0 0 2 15,0 0 5-15,0 0-5 0,0 0 5 0,0 0-3 16,0 0-4-16,0 0-1 0,0 0-3 0,0 0-4 16,0 0-1-16,0 0-1 0,0 0-11 0,0 0-1 15,0 0 1-15,0 0-7 0,0 0-4 0,0 0-2 16,9-5-2-16,-9 5 0 0,0 0-3 0,0 0-2 16,0 0-1-16,0 0 0 0,0 0-1 0,0 0-7 15,0 0 7-15,0 0-4 0,0 0 1 0,0 0-4 16,0 0-1-16,0 0 2 0,0 0 2 0,0 0-2 15,0 0 2-15,0 0-1 0,0 0-2 0,0 0-1 16,0 0 1-16,0 0 0 0,15-1 1 0,-2-2 3 16,6 0 3-16,9 1 1 0,3-5 3 0,2 5-5 15,3-4-2-15,1 0-1 0,4 2 3 0,8-3-1 16,-9 1-2-16,-1 1-1 0,-2 4 1 0,-4-3-1 16,-2-1 3-16,-10 0-6 0,0 4-1 0,-10-1-8 15,2 1-14-15,-3 1-18 0,-3-1-18 0,-3 0-21 16,-4 1-31-16,0 0-30 0,0 0-32 0,0 0-182 15,0 0-383-15,-27 0 170 0</inkml:trace>
  <inkml:trace contextRef="#ctx0" brushRef="#br0" timeOffset="127761.1">16490 14478 25 0,'-1'-7'299'0,"-2"4"-4"15,2-1-8-15,-2 1-22 0,3 3-27 0,-1-7-24 16,1 7-23-16,0-3-26 0,0 3-20 0,0 0-17 16,-5 11-16-16,2-2-11 0,2 7-13 0,-4 2-4 15,-3 12-14-15,7-1-3 0,-3 2-6 0,4 3-3 16,0 1-6-16,1 1-4 0,2-3-34 0,-3 13-34 16,0-13-51-16,0 0-45 0,-3-1-49 0,-2-2-275 15,0-4-476-15,3-9 211 0</inkml:trace>
  <inkml:trace contextRef="#ctx0" brushRef="#br0" timeOffset="129663.49">17614 14325 115 0,'2'-5'222'0,"-2"1"-10"0,0 1-10 0,0 3-15 16,1-5-19-16,-1 5-8 0,0-4-23 0,0 4-17 15,0 0-18-15,0 0-12 0,0 0-14 0,0 0-9 16,0 0 0-16,4 14-12 0,-2-2-5 0,1 3 2 16,-4 2-9-16,-1 4-2 0,2-2-4 15,-3 4 2-15,0 3-4 0,0-1-7 0,2 3-2 0,0-2-4 16,-3 1-1-16,1-1-2 0,1-1-2 0,-1-7 0 15,2 1-1-15,0-2-3 0,-2 0 2 16,2-3-4-16,-3-2-2 0,3 1 2 0,0-4-2 16,-2 0 1-16,2-3 0 0,-2 2 3 0,2-1-6 15,0-3 1-15,1 1 0 0,-3-2-4 0,3 1 2 0,0-4 0 16,-1 6-1-16,1-6-2 0,-3 4-2 0,3-4-5 16,0 0-18-16,0 0-31 0,0 0-38 0,0 0-46 15,-5-10-17-15,5 10 0 0,0-10 17 0,-4 4-170 16,4-6-332-16,0 0 146 0</inkml:trace>
  <inkml:trace contextRef="#ctx0" brushRef="#br0" timeOffset="130194.33">17532 14275 95 0,'11'-6'161'0,"-1"-1"-12"0,9 0-8 0,3 0-9 15,4-1-14-15,2 3-6 0,1-1-3 0,2 0-9 16,2 2-9-16,0 3-7 0,-2 1-8 0,-6 3-7 16,-3 0-9-16,-2 3-3 0,-3 0-9 0,-4 2-6 15,-3-1-6-15,0 0-6 0,-1 5-7 0,0 2-5 16,-5-3-6-16,-4 6 1 0,0-1-3 0,-6-2 2 15,-3 2-3-15,-4 0-3 0,-2 3 2 16,-6 2-2-16,-2-3-5 0,-1 0-2 0,2-4 1 0,-2 2 3 16,1-1 0-16,6-5-3 0,2-1-1 0,-2 3-1 15,2-2 4-15,5-5-2 0,-2 0 1 0,5 2-3 16,1-3 0-16,1 0 6 0,3 2-1 16,0-3 5-16,4 2 0 0,4 1 1 0,1 0-6 15,5-3 2-15,5 3-1 0,3 0-5 0,7 3 4 0,-9-2 0 16,4 0 2-16,5 2-4 0,-9 0 0 0,1-1 2 15,0 3 0-15,-4-1-4 0,2 3-2 0,-3-1 1 16,-1 2 5-16,-2 0 3 0,-3 1-3 0,-3 2 7 16,0-1 2-16,-4-1 3 0,-2 1 1 15,-4-1 0-15,-3 2 5 0,-2-3 0 0,-4 0 3 0,-3-1-3 16,-4 2 4-16,3-3 3 0,-8 0-4 0,1-2-2 16,-5 0 3-16,4-3-1 0,-3 0-18 15,8-3 1-15,1 0-2 0,1-3 1 0,0 2-2 16,6 0 3-16,3-3-2 0,0 0 3 0,1 0 9 15,5 1 1-15,4-1-11 0,-10-3-19 0,6-1-49 0,4 2-57 16,0 2-85-16,5-12-114 0,3 3-342 0,2 1 152 16</inkml:trace>
  <inkml:trace contextRef="#ctx0" brushRef="#br0" timeOffset="130752.29">18414 14287 98 0,'-9'2'124'0,"9"-2"-17"0,-6 1-5 0,6-1 1 16,0 0 10-16,0 0-5 0,-4 1-5 16,4-1-3-16,0 0 2 0,0 0-2 0,0 0-3 15,23-2-9-15,-10 0-5 0,10 1-5 0,5-3-12 16,7-1-5-16,-4 1-3 0,7 1-7 0,14-2-5 15,0 0-2-15,1 0-3 0,0 0 1 0,-12-1-2 16,-1 2-2-16,-3 2-5 0,-2 0-4 0,-6 0 2 16,-9 1-7-16,-2-1-2 0,-6 1-10 0,-1 1-15 15,-3 0-14-15,-4 1-4 0,-4-1-2 0,0 0-16 16,0 0-34-16,-16 5-23 0,3-3-29 0,-6 1-32 16,-1 0-108-16,1 3-288 0,-2-3 128 0</inkml:trace>
  <inkml:trace contextRef="#ctx0" brushRef="#br0" timeOffset="131150.31">18699 14313 200 0,'0'0'226'0,"0"0"-8"16,0 0-12-16,-2-2-26 0,2 2-13 16,0 0-20-16,0 0-14 0,0 0-16 0,0 0-13 15,0 0-12-15,0 0-10 0,-3 7-9 0,3-4-6 16,-1 5-7-16,0 1-4 0,-1 3-6 0,2 4-7 0,-2 3 1 15,3 4-2-15,-2 6-1 0,-4 0-6 0,4 0-2 16,-2 5 0-16,3-5-1 0,0 7-2 16,-1-4 3-16,2 1-5 0,2-1-2 0,-3 0-4 15,0-1-3-15,0 1 3 0,-4-6-4 0,1 3 0 0,-1 0-2 16,-1-5-1-16,1 1 1 0,0-7-4 0,-2-1 6 16,-3-3-1-16,5-2-1 0,-4-1 4 0,2-1-18 15,-4 0 3-15,2-1 7 0,-1-3 5 16,-3 2 2-16,-1-5 6 0,0 2 4 0,-4-5 2 15,-2 2-3-15,3-2 5 0,-2-2-1 0,-1 1 7 16,2-4 11-16,-1-2 9 0,8 1 2 0,-2 3 5 16,2-2 3-16,1 1-2 0,1 1-6 0,3 0-8 15,-1 1-9-15,2-1-5 0,-1 0 4 0,2 1-4 16,3 2-5-16,-5-2-12 0,5 2-20 0,-2-2-22 16,2 2-28-16,0 0-31 0,-8-3-32 0,8 3-37 15,0 0-42-15,0 0-55 0,0 0-37 0,-2-2-166 0,2 2-485 16,0 0 215-16</inkml:trace>
  <inkml:trace contextRef="#ctx0" brushRef="#br0" timeOffset="132094.43">18920 15104 28 0,'0'0'104'16,"-6"0"-2"-16,6 0-5 0,0 0 2 0,-8 1 3 16,8-1 3-16,0 0 12 0,0 0 4 0,0 0 0 15,0 0-3-15,-6 0 1 0,6 0-7 16,0 0-5-16,0 0-4 0,0 0-12 0,0 0-3 16,0 0-13-16,0 0-1 0,0 0-6 0,0 0-4 0,0 0-1 15,0 0-4-15,-9 2-6 0,9-2-4 0,0 0-5 16,0 0-1-16,0 0-9 0,0 0-1 0,0 0-3 15,0 0-1-15,0 0-4 0,0 0 0 16,0 0-5-16,0 0 1 0,0 0-2 0,0 0-2 16,0 0 5-16,0 0 6 0,0 0-5 0,0 0-1 15,0 0 0-15,0 0-2 0,0 0-3 0,31-5 0 0,-14 3-5 16,5-1 6-16,4-1 0 0,3-1-10 16,2 3-2-16,-3-1 1 0,-1 0-1 0,2-1 1 15,-11-1-2-15,0 4-1 0,-4 0 0 0,-2-2-2 16,0 3 3-16,-5 0-2 0,-1-1 2 0,1 1-1 15,-7 0-2-15,10-3-2 0,-7 6-8 0,-3-3-11 0,8 0-15 16,-8 0-11-16,0 0-24 0,0 0-25 0,0 0-35 16,0 0-40-16,0 0-55 0,0 0-123 15,0 0-373-15,-21 1 165 0</inkml:trace>
  <inkml:trace contextRef="#ctx0" brushRef="#br0" timeOffset="132570.35">19449 14972 180 0,'0'0'296'0,"0"-4"-22"0,0 4-25 0,2-5-25 0,-2 5-27 15,0 0-21-15,2-1-18 0,-2 1-18 16,0 0-19-16,0 0-15 0,0 0-12 0,0 0-9 15,0 0-9-15,1 13-8 0,1-8-9 0,-4 1-3 16,4 4-8-16,-4-1-4 0,1 0-6 0,1 3-2 16,-2-1-4-16,0 1-3 0,-2-2-2 0,3 1-3 15,1 1-2-15,-3-3 2 0,1 2-4 0,2-4-4 16,-2 1-1-16,0-1-1 0,1-2 2 0,0-2-1 16,0 0-2-16,2 0 4 0,-1-3 17 0,0 0 23 15,-1 7 33-15,1-7 21 0,0 0 15 0,0 0-6 16,0 0-10-16,0 0-9 0,9-13 1 0,-1 6-16 15,-1-2-2-15,0-2-8 0,6-2-9 0,-3 1-20 16,3 1-3-16,-7 1-9 0,5 2-11 0,-6 1 10 16,3 3-10-16,-6 0-2 0,3-2-10 0,-1 2-5 15,1 1 8-15,-2 2-19 0,-3 1-9 0,0 0-12 16,9 3 0-16,-5-1-2 0,1 3 2 0,0 3 3 16,0-2 3-16,0 5-1 0,0-6-2 0,0 6 4 15,0-2 2-15,-2 0-5 0,2-3-26 0,-1 4-25 16,0-5-25-16,-2 0-23 0,1 0-17 0,-2-1-26 15,0 2-19-15,2-1-17 0,-3-1-3 0,1-2-10 16,-1-2-2-16,0 0-4 0,0 0-169 0,0 0-418 16,0 0 186-16</inkml:trace>
  <inkml:trace contextRef="#ctx0" brushRef="#br0" timeOffset="133245.2">19973 14342 13 0,'12'-1'161'0,"2"0"-12"0,-1 2-8 0,1 0-11 15,0 0-6-15,2 3-14 0,0 3-4 0,0 1-10 16,-2-1-11-16,-2 3-10 0,-1 1-1 0,-3 3-9 16,2 1 13-16,-1 0-15 0,-5 1 1 0,0 0-5 15,-4 1-4-15,-3 2 1 0,-1 0 1 0,-1 5-8 16,-5 0-1-16,1-6-4 0,-2-1-4 0,-1-1-5 16,-1-2 1-16,2 2-5 0,-4-4 0 0,7-3-5 15,-3-1-2-15,1-1 1 0,1-2-1 0,4 0 4 16,-1 0 6-16,1-2 17 0,2-2 18 0,1 2 21 15,-1 1 31-15,3-4 17 0,0 0 7 0,0 0-16 16,0 0-8-16,0 0-13 0,5-19-10 0,2 8-16 16,5-7-4-16,3-1-6 0,2-3-7 15,0-1-6-15,2-2-8 0,0 5-5 0,-1 1-7 16,1-1-5-16,2-1 0 0,-8 9-4 0,0 2-7 0,-3 1-1 16,-4 2-4-16,3-1 1 0,-1 3-2 15,-5 1-9-15,1 0 1 0,0 0-5 0,-4 4-6 0,8-4-17 16,-8 4-12-16,5-3-6 0,-5 3 4 15,0 0 3-15,3 11-7 0,-2-6 2 0,-1 3 4 16,1 2 0-16,1 2 6 0,1 0 8 0,0 5 2 16,2-1 1-16,1 3 1 0,1 0-13 0,1-3-31 0,0 0-15 15,1 0-31-15,-2-2-23 0,0-4-38 0,2-2-62 16,0 0-253-16,-1-3-519 0,2-2 230 0</inkml:trace>
  <inkml:trace contextRef="#ctx0" brushRef="#br0" timeOffset="133493.32">20499 14287 81 0,'2'-1'185'0,"-2"1"-13"15,0 0-11-15,0 0-10 0,18 8-7 0,-10-1-11 0,4 5 0 16,-3 3-8-16,4 0-9 0,1 10-5 0,-4-2-4 15,-1 6-5-15,-1 0-2 0,-4-2-10 0,-3 4-8 16,-5 2 8-16,-1 2-19 0,-8-1-6 0,3-1-4 16,-8 0-8-16,-2-3-7 0,-3-2-4 15,-12 7-4-15,7-10-10 0,-14 0-26 0,-4-2-42 16,10-7-50-16,-14 0-68 0,1-3-210 0,10-7-396 16,2-6 175-16</inkml:trace>
  <inkml:trace contextRef="#ctx0" brushRef="#br0" timeOffset="133794.51">19784 14108 138 0,'-11'5'225'0,"-3"4"-16"0,-7 6-11 15,-2 7-20-15,1 3-18 0,-2 5-7 0,0 10-23 0,0 2-12 16,9-9-13-16,0 12-10 0,9 1-10 0,3-9-7 16,8 10-5-16,7 1-3 0,6-4-2 0,7 1-4 15,9-3-4-15,10-5-22 0,5-3-56 16,3-2-90-16,-3-9-246 0,5-2-382 0,-1-8 169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5:01:59.70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2597 2031 169 0,'0'0'199'0,"0"0"-13"0,-6 3-20 0,6-3-16 0,0 0-18 16,0 0-13-16,0 0-8 0,0 0-16 0,0 0-9 15,0 0-9-15,-4 1-7 0,4-1-9 0,0 0-10 16,0 0-2-16,0 0-4 0,0 0-15 0,0 0-9 15,0 0-7-15,0 0-12 0,0 0 0 0,0 0-7 16,0 0 3-16,0 0-2 0,0 0-2 0,0 0 9 16,0 0-2-16,14 3-2 0,-14-3 7 0,13-3-8 15,-4 2 3-15,5-2 0 0,-2 1-1 16,5-3 6-16,-1-2-3 0,2 2 7 0,-6 1-7 16,5-4-3-16,-5 4 5 0,4-4 6 0,-7 0 9 15,1-1 6-15,-1 4 44 0,0-4 9 0,-4 5 0 16,-1 0 6-16,4-1-15 0,-6 0 18 0,2 0-7 0,0-2-3 15,-4 4-5-15,4-1-4 0,-3 1-6 16,-1-1-2-16,0-1-7 0,0 0-5 0,0 5-3 16,0-5-9-16,0 5-5 0,-5-5-4 0,1 3-5 15,4 2-6-15,-5-2-4 0,-4 1-2 0,9 1 0 16,-14 3-2-16,0-1-6 0,0 1-1 0,-4 4 1 16,-1-2-4-16,0 4-4 0,-2-1 2 0,-2 4-3 15,-1 3 4-15,0 1-10 0,2-1 11 0,0 2-6 16,-2 0 4-16,4 1 3 0,-2 3-2 0,4-4 0 15,0 2-2-15,3 7 0 0,2-11-1 0,-1 7-12 16,0 2-6-16,1-1-2 0,4 5-3 0,-1-1-5 16,5 3 7-16,-3-3-7 0,3-2-6 15,2 5 9-15,2-2 0 0,1-2 7 0,5 4-4 16,0-2-1-16,3-3 4 0,5 0-6 0,0-2 1 16,3-1 6-16,1-3-6 0,4-1 2 0,6-1-4 15,0-6-2-15,5-1-9 0,0-2-7 0,5-4-14 16,2-2-7-16,13-3-16 0,-15-3-2 0,0-1-9 15,0-2-8-15,-3-2 4 0,1-1 2 0,-4-3 10 16,-2-1 13-16,-1-3 10 0,-5 2 23 0,-5-4 19 16,-1 4 38-16,-7 4 31 0,-2 0 34 0,2-2 30 15,-5 3 16-15,0 0 10 0,-5 0-9 0,3 3 13 16,-2 0-9-16,-2-3-10 0,-2 1-13 0,-1 6-27 16,-1-4 6-16,-5 0-11 0,1 6-6 0,0-1-12 15,-5 0-2-15,1 2-10 0,-6 2-3 0,1 1-7 16,-4 7-6-16,-2-1-4 0,-1 6-3 0,0 0 0 15,2 1-6-15,-1 3 2 0,1 1-1 0,0-1-1 16,5 0-1-16,0 3-4 0,8-7-3 0,0 1-5 16,-2-1-1-16,7-3-6 0,0-1-1 15,2-1 2-15,1-2 2 0,1 0-3 0,1-3 0 16,0-1 4-16,0-4 8 0,6 7 2 0,-6-7 2 16,12-4 4-16,1-1-1 0,3-2-6 0,3-3 8 15,-5-2 5-15,4 0 2 0,0-7-1 0,-1-3-5 0,-1 4-2 16,-3 2 0-16,-1 0 0 0,0 3 1 15,-3 1 11-15,-1 2 3 0,-1 3 8 0,0 0-1 16,-3 2-3-16,1 0-5 0,-3 2-7 0,2-1-8 16,-4 4-2-16,4-3-5 0,-4 3-5 0,0 0 4 15,0 0-2-15,15 6-4 0,-10 0 5 0,3 1 3 16,1 1-12-16,0 2-16 0,4 3-28 0,-3-5-30 16,3 5-33-16,2 0-46 0,-2-3-30 0,2-2-63 15,-5-1-242-15,-1-1-531 0,3-2 236 0</inkml:trace>
  <inkml:trace contextRef="#ctx0" brushRef="#br0" timeOffset="401.6">3333 2348 258 0,'0'0'332'15,"0"0"-26"-15,0 0-24 0,0 0-30 0,0 0-27 16,0 0-10-16,0 0-26 0,0 0-21 0,0 0-16 16,0 0-14-16,0 0-16 0,-26 10-12 0,18-5-10 15,-5 1-9-15,2 2-11 0,2 1-13 0,-4 2-4 16,4-2-2-16,-5 4-8 0,5-1-3 0,0-5-11 16,-1 5 3-16,6-4-8 0,0 3-4 0,2 0-6 15,2-2-1-15,2 0-2 0,2 2 3 0,0-3-7 16,6 1 1-16,-1-1-3 0,9 0-3 0,-4 2 4 15,5-3-2-15,-2-1-9 0,-1 0 6 16,1 3-7-16,-3-4 1 0,-3 0 1 0,0 3-9 0,-2-3 0 16,-3-1-23-16,0-1 13 0,-3 4 5 15,1-2-1-15,-4 3 3 0,-4-2-10 0,-2 0 15 16,-3 3 2-16,-7 0-5 0,0-1 2 0,-3 1 0 16,-2-1 2-16,-6 1 1 0,7-2-3 0,-2-2-6 15,4 0-19-15,-1 2-20 0,-1-4-29 0,7 1-37 16,1-1-35-16,0 0-55 0,5-2-87 0,7-1-156 15,0 0-481-15,0 0 214 0</inkml:trace>
  <inkml:trace contextRef="#ctx0" brushRef="#br0" timeOffset="882.44">3494 2634 257 0,'0'0'294'0,"0"0"-19"16,0 0-24-16,0 0-24 0,0 0-15 0,0 0-15 16,0 0-17-16,0 0-10 0,0 0-12 0,0 0-23 15,0 0-8-15,0 0-17 0,17-8-10 16,-6 4-9-16,1-1-12 0,6-3-9 0,2 4-5 16,-2-3-4-16,1-3-11 0,7-2 2 0,-8 5-5 15,1-6-8-15,4 1-3 0,-6-1-2 0,0 1-6 16,-1 1 0-16,-2-1-3 0,-1-3-5 0,-1 5 8 15,-3 1-4-15,-2 0 7 0,1-2 8 0,-4 7 16 16,-1-3-15-16,0-1 5 0,-1 3-9 0,-2 5-3 16,-6-12-7-16,0 7-17 0,-3 0 16 0,-2 3-9 15,-4 2 3-15,-3 2-13 0,-4 3 9 0,-7 3-9 16,1 4-3-16,-2 4 0 0,6-1-4 0,1 2 5 16,-1 2-16-16,3 1 14 0,6-1 3 0,0 2-6 15,8-4 4-15,0 3-3 0,4-4 5 16,3 0 0-16,1 1-3 0,3-3 4 0,4-2 1 0,1 3 4 15,9-5-5-15,9 2 2 0,-1-3 6 0,0-1-2 16,5-4-1-16,-2-2-3 0,1-2-1 0,-4 1-2 16,-4-2 3-16,-4 1 4 0,0-4-10 0,-6 3-4 15,1-3 10-15,-1 3-6 0,-5-2 3 16,-7 3-3-16,9-4-14 0,-9 4-23 0,8-5-30 16,-7 1-39-16,-1 4-44 0,0 0-35 0,-1-9-44 15,-3 4-79-15,4 5-185 0,-7-5-531 0,7 5 236 16</inkml:trace>
  <inkml:trace contextRef="#ctx0" brushRef="#br0" timeOffset="1172.73">4100 2536 211 0,'0'0'284'0,"0"0"-1"16,0 0-16-16,0 0-20 0,-13 1-20 16,13-1-14-16,0 0-22 0,0 0-13 0,0 0-16 15,0 0-18-15,0 0-15 0,0 0-13 0,0 0-11 16,0 0 1-16,0 0-19 0,41-5-29 0,-18 3-46 15,-2-1-31-15,9 1-43 0,5-4-67 0,-2 0-92 16,-1-4-211-16,0 5-467 0,-4-2 206 0</inkml:trace>
  <inkml:trace contextRef="#ctx0" brushRef="#br0" timeOffset="1501.42">4735 2303 28 0,'0'0'342'16,"0"0"-14"-16,0-8-18 0,0 8-21 0,0 0-16 15,0-7-22-15,0 7-23 0,0 0-19 0,0 0-44 16,0 0-4-16,0 0-29 0,1-8-5 0,-1 8-17 15,0 0-17-15,0 0-8 0,0 0-7 0,-1 23-7 16,1-12-6-16,0 6-3 0,-4-2-9 0,3 4-6 16,1 1-5-16,-4 1-5 0,0 6 3 0,3-8-9 15,-4 5 2-15,5-4-3 0,-3-2-16 0,3 0-13 16,0-1-13-16,-1-5-20 0,1-2-22 16,-1 4-31-16,2-7-33 0,-2 1-44 0,1-8-47 15,5 8-95-15,-5-8-157 0,9 1-497 0,-9-1 221 16</inkml:trace>
  <inkml:trace contextRef="#ctx0" brushRef="#br0" timeOffset="1819.07">4959 2295 101 0,'0'0'388'0,"0"-10"-21"15,0 10-6-15,1-9-27 0,-1 9-21 0,0 0-23 16,0-7-43-16,0 7-22 0,0 0-25 0,0 0-29 15,0 0-16-15,5-5-21 0,-5 5-31 0,0 0 5 16,0 0-19-16,9 21-11 0,-5-9-3 0,-3 4-8 16,2 1-3-16,1 1-7 0,0-1-3 0,-2 9-7 15,2-8-7-15,-3 4-9 0,2 2 2 0,-2-5 5 16,0-1-10-16,-1 0-5 0,3-8 1 0,-3 4 0 16,0-4-14-16,-3 0 11 0,3 0-8 15,3-3 9-15,-3-2-1 0,0 4-3 0,0-9-3 16,0 6-2-16,0-6-1 0,1 9 3 0,-1-9-7 15,0 0-4-15,0 7-5 0,0-7-33 0,0 0 1 16,0 0-17-16,0 0-35 0,0 0-41 0,0 0-50 16,-16-2-41-16,16 2-61 0,-16-7-296 0,7-3-622 15,-4 0 276-15</inkml:trace>
  <inkml:trace contextRef="#ctx0" brushRef="#br0" timeOffset="2035.02">4670 2193 84 0,'-4'-5'305'0,"4"5"-24"0,-3-9-22 0,3 9-23 16,3-9-30-16,2 3-18 0,2 2-17 0,3-3-21 16,6 1-14-16,5-1-13 0,8 4-17 15,3-3-12-15,1 1-11 0,2 0-9 0,-3 5-32 16,1 2-46-16,-1-1-35 0,-4 6-43 0,-5-3-53 15,-4-1-72-15,-2 5-139 0,-3-1-373 0,0 4 165 16</inkml:trace>
  <inkml:trace contextRef="#ctx0" brushRef="#br0" timeOffset="2387.79">4475 2805 115 0,'0'0'262'0,"-7"1"-10"0,7-1-11 0,0 0-12 16,0 0-5-16,-9 2-5 0,9-2-17 0,0 0-17 15,0 0-26-15,0 0-10 0,0 0-15 0,32-8-11 16,0 4-10-16,19-8-8 0,5 4-5 0,-1 1-7 16,8 0-13-16,2 0-4 0,-9 2-8 0,-2-2-9 15,-17 4-6-15,-1 1-6 0,-6-1-2 0,-3 0-5 16,-6 1-6-16,-5 0-12 0,-3-1-28 0,-2 3-15 16,-3-1-27-16,-8 1-23 0,9 0-30 0,-9 0-32 15,0 0-45-15,0 0-69 0,0 0-191 0,-30 4-474 16,12-1 210-16</inkml:trace>
  <inkml:trace contextRef="#ctx0" brushRef="#br0" timeOffset="2965.99">2885 3165 29 0,'0'0'190'0,"0"0"-4"16,0 0-11-16,0 0-9 0,0 0-15 0,0 0-9 16,0 0-13-16,0 0-14 0,0 0-9 15,0 0-15-15,0 0-7 0,21-3-6 0,-21 3-5 16,0 0-3-16,16 2 3 0,-16-2-3 0,19-1-2 15,-5 1 0-15,9 0-1 0,9 0-5 0,4-1-7 16,18-2 0-16,7 0 3 0,31-6 4 0,10 4 7 16,7-5-5-16,10 3 6 0,5-2 2 0,6-1 1 15,10 3-1-15,2-8-5 0,1 7-8 0,-1-2-4 16,-4 1-10-16,-2-4-2 0,-5 3 1 0,-3-3-10 16,-5 5-4-16,-12-4 0 0,-5-4-3 0,-9 8 1 15,-30 1 9-15,-4-3 3 0,1 5 7 0,3-4-2 16,-6 2 3-16,-8 2-7 0,-17 1-6 0,-4 0 3 15,-11 2-6-15,-2 0-13 0,-6 2 13 0,0-2-4 16,-4 2 17-16,-9 0 0 0,14-3-1 0,-14 3-13 16,7-3-27-16,-7 3-24 0,0 0-41 0,0 0-51 15,0 0-65-15,0 0-92 0,0 0-278 0,-37 0-591 16,37 0 262-16</inkml:trace>
  <inkml:trace contextRef="#ctx0" brushRef="#br0" timeOffset="5730.96">7633 2208 101 0,'0'-6'145'0,"0"6"4"16,0 0 9-16,0 0-1 0,-2-4 7 0,2 4 8 16,0 0 4-16,0-4 9 0,0 4 0 0,0 0 1 15,-1-5-10-15,1 5-5 0,-3-4-7 0,3 4-8 16,0 0-14-16,0-4-1 0,0 4-12 0,0 0-22 15,0 0 0-15,0 0-8 0,0 0-11 0,0 0-14 16,-1-4-20-16,1 4-25 0,0 0-40 0,0 0-32 16,0 0-33-16,-2 12 6 0,2 0 7 0,2 1 9 15,-2 12 3-15,-2 4 7 0,0-1 4 16,2 3 8-16,0 1 4 0,-2 0 4 0,1 0 2 0,2 0 3 16,1-3 4-16,-2 0-1 0,1-3 2 0,0 0 5 15,-3-6 0-15,0-3 2 0,1-2 4 16,0-5-3-16,2 1 3 0,0-1-4 0,-1-3 3 0,0-2 4 15,2 0 0-15,-4 0 1 0,4 0 7 0,-2-5-4 16,-2 5 0-16,4-3 3 0,-2-2-1 0,1 4 1 16,-1-4 1-16,0 0 0 0,0 0 0 15,-3 6 1-15,3-6-3 0,0 0-10 0,0 0-17 0,0 0-20 16,0 0-30-16,0 0-43 0,0 0-77 16,0 0-206-16,0 0-430 0,0 0 191 0</inkml:trace>
  <inkml:trace contextRef="#ctx0" brushRef="#br0" timeOffset="6455.3">7995 2484 47 0,'0'0'233'0,"-12"8"-18"0,6-2-20 0,-7 2-10 16,3 5-22-16,-9-1-16 0,3 3-12 0,-5 3-14 16,1 3-17-16,0-1-8 0,-2-3-11 0,2 0-2 15,6-2-12-15,1-2-8 0,-1 0-5 0,5-4-8 16,4-2-4-16,-3-1-6 0,3-3-4 0,1 2 0 16,3-1 27-16,-3-2 34 0,0 2 19 0,4-4 9 15,0 0-15-15,0 0-11 0,-1-14-10 0,5 7-10 16,-3-3-9-16,3-2-7 0,4-5-5 0,-2 3-10 15,3-1-4-15,-1 1-3 0,-3 4-5 0,4 1-2 16,-4-1-3-16,0 3-5 0,-1 2 1 16,0 0-15-16,1 3-3 0,4-3-1 0,1 2 4 0,3 3 1 15,5-1-1-15,2 4-1 0,1-1-2 0,7 4-2 16,1-1 3-16,2 4-3 0,-2-1 1 0,3 1-7 16,0-1-11-16,0 2-14 0,0-1-15 0,-4-2-15 15,4-1-21-15,-5 0-13 0,-8-3-20 0,-1 1-15 16,-5-1-15-16,0-2 1 0,-3-1 2 15,0-3 4-15,-4 0-8 0,-2-2 8 0,-1-1 12 16,-1-5 23-16,-4 1 16 0,-1-4 36 0,-3-5 4 16,-1 1 23-16,-3-6 23 0,-1-3 18 0,2 1 18 15,-4-3 9-15,4 0 23 0,-4-2 18 0,3 2 20 0,1 0 28 16,0 2 22-16,1 8 29 0,2 1 3 0,2 5 7 16,3 0 9-16,-5 3-9 0,4 1-10 15,1 3-24-15,-3 2-17 0,4-1-22 0,-4 1-15 16,4 1-23-16,0 3-51 0,-2-5-37 0,2 5-23 15,0 0-13-15,0 0-1 0,-3 14 8 0,8-2 0 16,-1 5 8-16,1 12-1 0,-1-4 5 0,1 7 3 16,0 1 1-16,3 1 1 0,-3-2 3 0,0 0-7 15,3 0 11-15,1-3-3 0,-7-3 2 0,6 2 3 16,-4-8-2-16,0-3-3 0,0-1 4 0,-1-3 1 16,-1-4 1-16,-1 3 0 0,3-4 3 0,-3-2 0 15,0 0 0-15,0-2 3 0,-1 1 2 0,2-2 3 16,-2-3 2-16,4 5 5 0,-4-5 2 0,0 0 19 15,0 0-6-15,0 6-1 0,0-6-9 0,0 0 2 16,0 0-5-16,0 0-1 0,0 0-16 0,0 0-14 16,1 1-28-16,-1-1-69 0,0 0-74 0,0 0-70 15,-4-12-75-15,1 6-260 0,1 0-635 0,2-6 281 16</inkml:trace>
  <inkml:trace contextRef="#ctx0" brushRef="#br0" timeOffset="6950.42">8487 2270 161 0,'-2'-2'287'0,"0"-7"-23"15,2 6-17-15,0-2-1 0,-1 1-12 0,-3-1-9 16,4 5-20-16,0-7-17 0,3 4-21 0,-3 3-16 16,0 0-15-16,0 0-16 0,0 0-16 0,0-5-12 15,0 5-11-15,0 0-11 0,0 0-9 0,0 0-8 16,0 0-6-16,4 12-7 0,-1 0-5 0,2 3-2 16,-1 2-5-16,1 2-1 0,0 8-3 0,-2-1-1 15,0 4-3-15,1 4-4 0,-2-2 5 0,-1-2-4 16,2 4 1-16,-2-3 1 0,0-1-5 0,2-1-3 15,-2-10-2-15,-1 0-1 0,1-3 1 0,1-3-4 16,-2-3 4-16,0 0-1 0,0-4 1 0,1-1 0 16,0-1-1-16,-1 0 36 0,0 0 32 0,1 1 30 15,-1-5 30-15,2 1 26 0,-2-1 23 0,0 0 15 16,0 0-6-16,0 0-16 0,0 0-20 0,10-10-16 16,-6 2-16-16,2-1-12 0,1-1-25 0,-1-1-17 15,3 1-13-15,-3 2-9 0,1-1-11 0,-1 2-10 16,-2 4-15-16,2-2-22 0,-1 1-24 0,-1 1-29 15,5 0-18-15,-4 2-16 0,8 2-32 0,0 2-8 16,5 2-22-16,0 2-26 0,1 0-33 0,5 5-27 16,-7-4-37-16,2 1-36 0,0 0-43 15,-8-3-215-15,6 1-622 0,-5-3 276 0</inkml:trace>
  <inkml:trace contextRef="#ctx0" brushRef="#br0" timeOffset="7631.7">8901 2732 123 0,'0'0'290'0,"0"0"-11"16,0 0-11-16,0 0-15 0,0 0-11 0,0 0-13 16,0 0-16-16,0 0-19 0,0 0-10 0,0 0-25 15,0 0-16-15,0 0-18 0,0 0-13 0,15-9-13 16,-5 6-11-16,7-4-14 0,-2 1-2 0,4 1-11 16,1-1-10-16,0-3 1 0,7-1-19 0,1 1-5 15,-4-3-4-15,3 2 1 0,-10-2-8 0,1 3-5 16,1-2 5-16,-3-2-6 0,-1 0 2 0,-1-1-8 15,-2 3 2-15,1-4 2 0,-4 6-5 0,0-5 8 16,-5 3 8-16,2 0 4 0,-2 2 2 16,-3-1-1-16,-1 2-8 0,-1 2-2 0,-3 0-6 0,-6 0-1 15,-3 3-6-15,-2 3 6 0,-4 0-4 0,-2 2-3 16,-8 5 0-16,1 0 0 0,0 6 2 0,1-3-9 16,1 4 5-16,5 0-2 0,4-1 0 0,4 1 4 15,-2 1-4-15,5 2 0 0,-1 1 1 0,5 0-17 16,1-1-8-16,5 0-9 0,3 0 1 0,5-3 0 15,3 2 8-15,5-4-5 0,12 3-2 16,4-2-10-16,5-1-14 0,2-5-18 0,-1 0-17 0,1-5-13 16,12-1-5-16,-13-1 6 0,0-5-3 15,0 0 9-15,-2-2 11 0,-2-2 12 0,-2-4 9 0,-2 0 20 16,-7-1 23-16,3-3 24 0,-6-3 26 0,-1 2 19 16,-3-4 25-16,-6 5 15 0,-1-2 22 0,-2 1 25 15,0 0 26-15,-1 2 27 0,-2 0 11 16,-1 6 11-16,-2 1 11 0,0-1-2 0,1 3-8 15,-1 2-16-15,0 1-20 0,0 0-23 0,-1 0-23 16,0 4-14-16,3-4-41 0,-3 4-39 0,1-5-42 16,-1 5-3-16,0 0-12 0,1 13 3 0,-1-7 5 15,-1 5-7-15,1 2 10 0,1 1 3 0,-2 3 5 0,0 3-4 16,2-1 2-16,-1 1 3 0,-5 6-1 16,4-9-7-16,0-3 3 0,-1-2-27 0,2 1-5 15,2-4-6-15,-4-2 6 0,2-2 9 0,0 2 11 16,2-4 34-16,-2-1 33 0,0-2 34 0,0 0 16 15,2 3-7-15,-2-3-8 0,11-10-11 0,-3 3-4 16,5-4-12-16,-3-1-3 0,3 2-7 0,2-3-5 16,-2 1-7-16,-4 4 0 0,1-1-5 0,2 1-9 15,-3 2 1-15,0 2-10 0,1-2-4 0,0 6-17 16,4-1-16-16,-1 2-11 0,5 5-27 0,2 0-33 16,-2-1-49-16,1 6-51 0,-2-2-66 0,10 3-90 15,-9-3-352-15,0-1-767 0,-2-4 339 0</inkml:trace>
  <inkml:trace contextRef="#ctx0" brushRef="#br0" timeOffset="8633.56">11803 2307 234 0,'-2'-4'309'0,"2"-1"-8"16,0 5-14-16,2-5-22 0,-2 5-28 0,0 0-21 16,-2-5-26-16,2 5-21 0,3-1-18 0,-3 1-23 15,0 0-14-15,0 0-15 0,5 10-12 0,-2-2-11 16,1 1-3-16,-2 4-7 0,2 6-6 0,0-1-17 16,0 7 8-16,1 2-9 0,-4-2-14 0,4 1 12 15,-5 1-4-15,1-3-7 0,1-6 1 0,0 2-2 16,0-3 1-16,0-2-6 0,-2-2-4 0,1-4-13 15,3 1 13-15,-3 0 3 0,1-6-2 0,0 0 0 16,-2 1 39-16,0-2 27 0,0-3 51 0,4 2 29 16,-4-2 32-16,0 0-3 0,0 0-21 0,0 0-18 15,7-14-15-15,-5 2-15 0,7-2-17 0,0-3-8 16,1-4-16-16,3-5-6 0,0 4-11 0,0-4-8 16,2 2-8-16,-1 2-5 0,1 0-2 0,-2 7-8 15,-2-1-3-15,1 1-4 0,0 3-4 0,-4 2-4 16,-1 3-1-16,-1 0-6 0,-1-1 3 0,-1 4-2 15,1-3-6-15,-1 4 0 0,-3 0-5 0,3 1-7 16,-4 2-3-16,4-2-1 0,-4 2 2 0,9 4-3 16,-5 1-1-16,3 0-10 0,1 6 1 0,0-2-1 15,-3 3 2-15,8 5-3 0,-4-1 5 0,-3 4-4 16,7 2 5-16,-4 2 2 0,-1 1-1 0,-3-7 1 16,3 7 2-16,-2-7 1 0,-3 2-1 0,1-5 1 15,-4-3 4-15,3 0 1 0,0-2-1 0,-2 0-3 16,0-1 4-16,-1-3-6 0,3 0 6 0,-3-1 3 15,3 0-1-15,-3-3 4 0,0 2-4 0,2 0-1 16,-2-4 4-16,1 5 4 0,-1-5-1 0,0 0-4 16,0 4 4-16,0-4 0 0,0 0 1 15,0 0-2-15,1 3 8 0,-1-3 10 0,0 0 6 16,0 0 5-16,0 0-4 0,0 0 2 0,13 0-17 0,5-8-42 16,14-1-60-16,15-8-101 0,6 0-136 0,0-5-184 15,7-4-270-15,0-2-844 0,20-15 374 0</inkml:trace>
  <inkml:trace contextRef="#ctx0" brushRef="#br0" timeOffset="10882.67">13625 2351 56 0,'0'-5'324'0,"-3"1"-6"0,3 4-10 16,-1-7-35-16,1 7-4 0,0-4-27 0,0 4-24 15,0 0-42-15,1-5-9 0,-1 5-21 0,0 0-23 0,0 0-21 16,0 0-10-16,0 0-8 0,3 12-13 0,-2-2-5 16,-1 1-7-16,0-1-5 0,0 7-2 15,0-1-9-15,0 3-1 0,0-2-7 0,4 2 1 16,-4 1-17-16,1-1 10 0,2-1-1 0,-3-1-3 15,0 0 0-15,0-1-9 0,0-4 8 0,0 0-5 16,-4-1-1-16,4-3-10 0,0 1 7 16,0-4 1-16,0 1-2 0,0-2 4 0,-1 2-1 0,1-2-4 15,0-1 3-15,0-3-1 0,-3 7-2 0,3-7-4 16,3 3 1-16,-3-3 2 0,0 0-31 0,0 0-30 16,-12-3-41-16,12 3-52 0,-12-12-57 0,6 2-67 15,-3-3-229-15,1-4-537 0,1-9 237 0</inkml:trace>
  <inkml:trace contextRef="#ctx0" brushRef="#br0" timeOffset="11029.76">13543 2236 208 0,'-1'-9'274'0,"0"-1"-9"0,-1 3 4 0,2-2-11 16,0 4-15-16,2 0-20 0,-2-1-21 0,1 2-22 16,-1 0-18-16,0 4-21 0,1-5-15 0,-1 2-45 15,0 3-19-15,8-2-36 0,-8 2-39 0,11 0-36 16,-11 0-41-16,13 4-39 0,-6-3-46 0,0 3-203 15,-3 0-409-15,1 0 181 0</inkml:trace>
  <inkml:trace contextRef="#ctx0" brushRef="#br0" timeOffset="11475.09">14090 2305 290 0,'0'0'269'16,"0"0"-23"-16,0 0-24 0,0-12-22 0,0 12-22 16,0 0-18-16,0 0-22 0,0 0-16 0,0 0-10 15,0 0-13-15,-9 10-11 0,4-6-5 0,1-1-12 16,3 1-6-16,-4 1-7 0,-1-2-7 0,3 2-3 15,-1 2-10-15,-2 0 0 0,3 0-3 0,-4 0-4 16,4 1-5-16,0-1-2 0,2 3-1 0,-1-1-4 16,2 0-2-16,2 0 1 0,-1 4 0 0,7-2-1 15,0-4-6-15,2 7 3 0,4-2 2 0,0 1-7 16,0-1 1-16,3 1 2 0,-3-1-5 16,2 1 0-16,1-1-2 0,-4 0 0 0,-4-3-1 0,3 2-3 15,-4-2 2-15,-3-1-2 0,0-1-2 0,-1 3 6 16,-2-5 1-16,-2 2 1 0,-6 2 9 0,0-1-1 15,-6-1 3-15,-5 0 2 0,-1 0-1 0,-4-2-3 16,2 3 0-16,-1-1 1 0,2-2 0 0,-3-1-3 16,8 1-2-16,0-2 0 0,1-1 0 0,4 0-3 15,3-1-1-15,0 0-20 0,0 0-35 16,3 1-51-16,3-2-33 0,0 0-48 0,0 0-268 0,0 0-484 16,0 0 214-16</inkml:trace>
  <inkml:trace contextRef="#ctx0" brushRef="#br0" timeOffset="12348.18">15220 2097 222 0,'0'0'236'0,"0"0"-21"16,-3 1-18-16,3-1-19 0,0 0-14 0,0 0-20 15,0 0-13-15,0 0-17 0,0 0-7 0,0 0-16 16,0 0-7-16,0 0-10 0,0 0-10 0,0 0-7 16,0 0-3-16,5 8-4 0,2-5 0 15,-1 1-1-15,3 2-4 0,0-4-9 0,8 6 2 16,-1 0-6-16,0 1 1 0,3-2-7 0,-3 0 1 15,3 2-6-15,-2 2 3 0,2 0-5 0,-2 0-5 0,-7 2 0 16,3 2-6-16,-3-1 0 0,-1-1-1 16,-1 1-5-16,-3 3-1 0,-4 0-4 0,-2 0 3 0,-2 0 0 15,-3 2 2-15,-7 3-4 0,-1-1 2 16,-4-1 3-16,-4 1-1 0,3 0-2 0,1-3 1 16,-5-1 1-16,0-2 0 0,8-3 1 0,0-1-5 15,1-1 1-15,-2 0 2 0,6-2 1 0,1-1 1 16,-1-2 0-16,4 0-2 0,-1 1 1 0,3-5 2 15,2 1-5-15,-3 0 6 0,2 1 12 0,3-3 12 16,-5 4 5-16,5-4 4 0,0 0 1 0,0 0-6 16,0 0 5-16,0 0 3 0,19-4-9 0,-5 1 6 15,7-1-3-15,5 3-2 0,5-6-4 0,1 3-3 16,4-2-4-16,0 4-1 0,3-3-2 0,0 1 0 16,0-1-36-16,0 3 5 0,-3-2-1 0,2 2 2 15,-8 0 3-15,-8 2-1 0,-3-3 3 0,-2 1 2 16,-6 2-1-16,1 0 0 0,-5-2 13 0,1 2 9 15,-8 0 6-15,9-1 3 0,-5 1-1 0,-4 0-5 16,0 0 0-16,8-2-5 0,-8 2-17 0,0 0-11 16,0 0-25-16,-27 1-20 0,14-2-27 0,0 2-30 15,-6 0-30-15,6-2-45 0,-5 0-69 0,-1 1-136 16,0-3-427-16,6 2 190 0</inkml:trace>
  <inkml:trace contextRef="#ctx0" brushRef="#br0" timeOffset="12749.69">15266 2396 21 0,'-11'0'169'16,"11"0"-13"-16,-8 0-7 0,8 0-16 0,-7 1-7 15,7-1-8-15,-4 4-6 0,4-4 0 0,0 0-3 16,0 0-5-16,0 0-12 0,0 0-5 0,0 0-4 16,0 0-2-16,0 0-7 0,27-10 3 0,-8 5-15 15,1 3-4-15,10-6-6 0,2 5-3 0,0-3-2 16,5 3-10-16,4-1-3 0,-8 0-2 0,2-1 0 15,-6 2-8-15,-1 1 1 0,-11-2-3 0,2 1 4 16,-7 0-8-16,-2 2 1 0,-3 0 3 0,0 1 11 16,-2-3 2-16,-5 3 8 0,10-1-2 15,-10 1 4-15,7 0-9 0,-7 0-6 0,0 0-4 16,0 0-16-16,0 0-14 0,0 0-20 0,0 0-23 0,0 0-31 16,-20 5-34-16,14-5-45 0,6 0-62 0,-9 3-118 15,5-3-365-15,4 0 162 0</inkml:trace>
  <inkml:trace contextRef="#ctx0" brushRef="#br0" timeOffset="13200.4">15988 2402 19 0,'-3'1'187'15,"3"-1"-16"-15,0 0-16 0,0 0-14 0,0 0-9 16,0 0-17-16,14 1-13 0,-5-3-12 0,5 2-5 16,-2-1-12-16,2-3 0 0,1-1-14 0,4 0 3 15,-1 0-13-15,3-2-3 0,-2 0-6 0,-1-1 2 16,0-4 0-16,-2 5 1 0,2-4 3 0,-4 0 13 15,1-1 1-15,-3 2 7 0,-2 1 7 0,-1 0 2 16,-1 1 3-16,-3 2 8 0,0-3 1 0,-1 4-6 16,-3-2-6-16,-1 0-12 0,0 2-5 0,-4 0-9 15,-2 1-6-15,-2 0-3 0,-1 2-6 0,-5-1-2 16,0 4-5-16,-5 3 4 0,0 1-15 0,0 1 3 16,-7 5-3-16,1 1-6 0,12 1 4 15,-13 1-7-15,5 3 0 0,1 0 2 0,1 4-4 0,6-4 0 16,3 0 1-16,5 0-4 0,-3 3 5 0,3-3 3 15,6 1-4-15,-1 3-1 0,8-3 11 0,5 3-19 16,1-7-10-16,0 1-21 0,4-3-29 0,9 2-40 16,-7-5-60-16,5-3-63 0,-4-3-190 0,6-1-448 15,-7-2 198-15</inkml:trace>
  <inkml:trace contextRef="#ctx0" brushRef="#br0" timeOffset="13998.81">16402 2280 2189 0,'2'-7'164'16,"-2"3"-21"-16,5-8-26 0,-1 7-42 0,0-5-15 15,1 7-2-15,0-2-18 0,0 1-4 16,4 1-12-16,-4 1 1 0,7 1-7 0,2 2 0 16,0 1 2-16,4 6 0 0,-1-1 4 0,-1 4-6 15,1 1-4-15,-1-3 3 0,2 10 3 0,-4-5-4 16,2 6-1-16,-5-3-1 0,-2 2 2 0,-4-2-3 15,-1-1-3-15,1 1 3 0,-5-2-5 0,1-2 0 16,-2-1 0-16,-3-1 4 0,1-1-2 0,-3-3 10 16,1 1-8-16,0-3 10 0,-3 2 4 0,-2-3 15 15,4-3 18-15,-3 1 12 0,0-2 14 0,3 0 17 16,-2-3 26-16,3 0 8 0,-2 2 4 0,1-6 4 16,2 1-11-16,-1-3-18 0,3-3-24 0,3 0-25 15,1-5-38-15,7-8-36 0,7-1-40 0,3 3-14 16,5-2-32-16,6 3-17 0,0 0-13 0,2 3-17 15,0 2-13-15,4 2-13 0,-3 2-13 0,2 1-9 16,-1 3-5-16,3 1 0 0,-5 2 10 0,3 1-7 16,-1 0 16-16,-6 0-2 0,0 3 16 0,-9-1 15 15,-1 2 9-15,-5 0 18 0,-1-1 11 0,-5 1 22 16,1 0 25-16,-3 0 28 0,0-1 25 0,-1-1 22 16,1 2 4-16,-5 1 15 0,0 0 9 0,5-4 2 15,-5 4 14-15,1-2 5 0,2 0 6 0,-3 2 0 16,0 0 0-16,0 0-3 0,0 0-5 0,0 0-3 15,3-5 1-15,-3 5-7 0,0 0-2 0,0 0 1 16,0 0-3-16,0 0-2 0,2-4-4 0,-2 4 2 16,0 0-2-16,0 0-2 0,0 0-1 0,0 0 3 15,0 0 2-15,0 0-5 0,0 0-7 0,0 0 0 16,0 0-1-16,0 0-1 0,0 0 0 16,0 0-5-16,0 0 0 0,0 0-3 0,0 0-1 0,0 0-3 15,0 0 2-15,0 0-5 0,0 0 1 0,0 0-5 16,0 0 1-16,0 0 1 0,0 0-3 0,-19 9 7 15,14-5-12-15,-3 0 1 0,2 2-5 16,-3 1 2-16,-1 2-1 0,-2 4 3 0,0-1-5 16,1 3 3-16,-2-1-2 0,1 0 3 0,3 1 1 0,0 2-4 15,0-5-3-15,2 4 9 0,4-4-7 16,-1-1 0-16,2 1 2 0,1 0-2 0,2 0 4 0,1 0-3 16,3-2 7-16,0 2 2 0,3-2 12 0,4-5 0 15,5 9 5-15,3-8 4 0,10 3 1 16,-1-4 4-16,3-3 3 0,-2-2 7 0,3-4 12 15,-4 1 6-15,-2-6 7 0,-8 3 5 0,-1-5 9 16,9-4-9-16,-9 4-3 0,0-7 1 0,-4 2-8 16,-1-6-3-16,-4 2-11 0,-2-5-11 0,-4 4-7 15,-5-4 1-15,-2 6-6 0,-4 1-15 0,-3 2-8 16,-2 2-19-16,-8-3-24 0,-6 5-39 0,-1 2-51 16,-4 3-53-16,-3 6-57 0,2 1-109 0,0 0-207 15,1 0-598-15,9 1 265 0</inkml:trace>
  <inkml:trace contextRef="#ctx0" brushRef="#br0" timeOffset="18229.84">3599 4553 121 0,'-4'-3'188'0,"4"3"-12"0,-3-3-14 0,3 3-8 15,0 0-17-15,0 0-14 0,-4-4-9 0,4 4-16 16,0 0-10-16,-2-5-4 0,2 5-12 0,0 0-3 16,0 0-18-16,0 0 4 0,0 0-9 0,-2 0-4 15,2 0-4-15,0 0-7 0,0 0-1 0,0 0 1 16,0 0-4-16,0 0-6 0,16 0-3 0,-8 0-1 16,1-2-5-16,0 0 1 0,2-1-10 0,2 0-5 15,0-2-4-15,0 3 0 0,-3-3 0 0,3 0 4 16,-3-1-5-16,1 1-3 0,0-3 6 0,-4 4-1 15,1-1 7-15,-2 0 3 0,2-3-6 0,-4 1 9 16,0 2 7-16,0-1 3 0,-2 0-2 0,-2 1 6 16,0 0-2-16,-2 1-2 0,-2 0-1 0,-3 0-2 15,-3 1-3-15,-5 2 0 0,-3-2 1 0,-3 3-4 16,-8 3 3-16,2 2 0 0,-3 0-3 0,0 2 0 16,0 2 7-16,-4 2-7 0,1 3 2 0,-4-1-8 15,-5 14 1-15,-2 0 3 0,4 3 2 0,3 1-1 16,-2 0-2-16,6 6 1 0,6-9-3 0,2 12 2 15,-2 0-2-15,11-6 6 0,1 12-7 0,4 0 2 16,5-12 2-16,4 0-4 0,4-1 1 0,4-3-4 16,5-3 1-16,7 0-4 0,3-1 5 0,7 0 3 15,19-4-7-15,5-1-8 0,6-6-13 0,3-4-23 16,3-7-44-16,25 1-41 0,-29-8-66 0,-1-3-111 16,2 0-334-16,-4 1 147 0</inkml:trace>
  <inkml:trace contextRef="#ctx0" brushRef="#br0" timeOffset="18630.09">4146 4946 111 0,'-14'3'183'0,"-4"1"-20"0,-1 0-9 0,1 0-9 15,0 2-9-15,-1-2-15 0,6 4-15 0,-2-1-7 16,2 2-14-16,-2 1-5 0,5 0-8 0,0-1-9 15,0 4-8-15,3 1-5 0,-2 1-3 0,0 1 0 16,5-2-8-16,4-1-3 0,-1-1-4 0,2 1-5 16,2-4 2-16,2 5 3 0,0-4-7 0,2-1-7 15,2-1 9-15,3 0-1 0,-3-1-4 0,10-4 3 16,-1 1 0-16,4-3 0 0,-2-4 3 0,2 0 0 16,-3 0 1-16,0-4 10 0,-1 2 15 15,0-2 10-15,-7 1 2 0,5-3 1 0,-7-1 9 0,0-1 2 16,-2 2-3-16,1-4 2 0,-3 1-7 0,-2 0-5 15,-2 1-2-15,1-1-6 0,-2-4 4 0,-2 6-4 16,1-1-8-16,-5 3-7 0,3-1-6 0,-5 3-2 16,3-1-8-16,-3 2-5 0,0 1-12 15,-4-1-5-15,2 3-10 0,-2 2-8 0,1 1-14 16,-1 0-14-16,3 4-21 0,-1-1-29 0,1 0-25 0,0 0-29 16,4 3-33-16,0-1-37 0,1 0-198 0,4-1-447 15,0-5 199-15</inkml:trace>
  <inkml:trace contextRef="#ctx0" brushRef="#br0" timeOffset="19197.84">4504 5014 298 0,'0'0'322'0,"7"0"-34"16,-7 0-28-16,0 0-30 0,0 0-26 0,8 0-27 15,-8 0-18-15,0 0-27 0,4 3-14 0,-4-3-13 16,0 7-10-16,0 0-9 0,0-1-8 0,0 6-9 16,-1-2-6-16,1 2-5 0,-3 2-7 0,3-3-3 15,0 0-9-15,0 0-1 0,-1-4-4 0,1 2-2 16,0-5-4-16,-3 1-1 0,3-1 8 0,0 2-8 16,0-6 0-16,0 5 14 0,0-5 28 0,0 2 30 15,0-2 31-15,0 0-4 0,0 0-14 0,0 0-10 16,7-13-10-16,-2 7-13 0,0-6-6 0,-1 3-11 15,2-4-3-15,2-2-11 0,-3 2-3 0,0 3 6 16,2-1-13-16,-4 3-6 0,1 2 11 0,-4-1-20 16,4 4 3-16,-4 0-13 0,2-1 1 0,-2 4-13 15,3-5-19-15,-3 5-20 0,4-2-4 0,-4 2 2 16,0 0 10-16,9 7 2 0,-4-2-1 0,-1 0-6 16,2 4-4-16,-1-1 7 0,0 1 1 0,2-1 3 15,0 1 0-15,-1 1 7 0,-1-5 0 0,0 2 7 16,0-2 1-16,1-3 2 0,-1 2-4 0,-1-1 9 15,1 2 0-15,1-5 3 0,1 0 4 0,-7 0-3 16,15-9 6-16,-8 6 6 0,-1-4 2 0,3 0 11 16,-1-2-9-16,-3-2 4 0,0 2-6 0,4 0 3 15,-4-3-4-15,0 2 3 0,3-1-3 0,-4 1-9 16,1-1 5-16,1 1-1 0,-2 5-3 0,-1 1-3 16,-2-1-1-16,3 2-4 0,-3 1-19 0,-1 2-5 15,7-3 0-15,-7 3 1 0,7 0 0 0,-1 4-6 16,2 2-5-16,0 1 0 0,2-2-1 0,0 2 3 15,4 2-1-15,3 2-19 0,2-2-13 0,0-3-21 16,8 1-19-16,-4-1-21 0,4-2-22 0,0 1-35 16,-7-3-22-16,1-3-36 0,-2 0-173 0,-6-2-454 15,3 0 202-15</inkml:trace>
  <inkml:trace contextRef="#ctx0" brushRef="#br0" timeOffset="19446.89">5167 4940 135 0,'-5'-24'185'15,"1"-2"-13"-15,-5 1 13 0,2-1 2 0,0 1 18 16,1 1 21-16,1 4 14 0,1 4 7 0,1 4 9 15,-2 2-6-15,3-1-10 0,-1 5-11 0,3-1-30 16,-1 4-19-16,1 3-23 0,-3-8-27 0,2 4-51 16,1 4-41-16,0 0-5 0,0 0-6 0,-1 14-1 15,1 2-3-15,1 7 1 0,0 6-3 0,-1 3-9 16,0 6 3-16,3 7-1 0,-5 1 0 0,4 1 1 16,-1-13-3-16,2-1 1 0,-1 2-4 15,3 1 3-15,-2-5 1 0,1-2 0 0,-1-1-6 0,3 1 5 16,-3-3-2-16,1 1-15 0,0-10-14 0,2-1-8 15,-2-1-24-15,-2-5-13 0,0-1-17 0,-1-3-21 16,2 0-4-16,-2-2-4 0,2 0 3 0,-3-4-15 16,0 0-69-16,0 0-94 0,0 0-148 0,1-20-469 15,-1 10 209-15</inkml:trace>
  <inkml:trace contextRef="#ctx0" brushRef="#br0" timeOffset="19780.53">5231 4830 178 0,'0'0'176'0,"0"0"-20"15,0 0-14-15,4 11-12 0,1-4-3 16,3 0-9-16,4 5-12 0,2-2-10 0,2 3-4 0,4 4-6 16,0 0-6-16,1 0-10 0,-2 1-6 0,-5-3-5 15,-1 2-2-15,-3-2-4 0,1 2-10 0,-4-1-5 16,-3-4-6-16,-1 0-1 0,-6 0-2 0,-1 0-4 15,-6 1-4-15,0 0 0 0,-6-2-1 16,-2 1 8-16,-7-2-7 0,5-2-6 0,-5 2 5 16,3-4 0-16,1-2 8 0,-6-1-6 0,8 2 4 15,1-5-8-15,5 2-2 0,-1-1 2 0,3 0 3 16,4 0 13-16,-2-2 6 0,9 1-2 0,-9-2-24 0,9-3-23 16,4-1-15-16,1 0-16 0,8-3-15 15,5 1-18-15,6-6-11 0,6 2-19 0,0 0-13 16,5-3-13-16,-2 1-30 0,-1-1-115 0,2 0-295 15,-3-2 131-15</inkml:trace>
  <inkml:trace contextRef="#ctx0" brushRef="#br0" timeOffset="19998.43">5673 4700 142 0,'3'-19'235'16,"-3"-1"12"-16,-3 1 16 0,3 2 8 0,0 1 2 16,-1 3-9-16,-1-1-14 0,1 4-11 0,0 3-26 15,-3-1-24-15,4 4-21 0,0-1-18 0,0 5-39 16,0-7-32-16,0 7-12 0,0 0-7 0,-1 19-11 0,-2-2 0 15,2 8-2-15,-1 3-8 0,-1 5-1 16,6 4-3-16,-6 8-3 0,6 1-6 0,0-11-1 16,0 1 2-16,2-3-6 0,0 0-1 0,4-4-12 15,2-1-4-15,-4-4-5 0,2 1-8 0,-1-8-5 16,0-2-14-16,-1-6-16 0,2 4-24 0,-4-4-23 16,0-2-40-16,5 0-38 0,-2-4-70 0,-2-3-236 15,7 0-514-15,-4-1 227 0</inkml:trace>
  <inkml:trace contextRef="#ctx0" brushRef="#br0" timeOffset="20598.34">5889 5058 132 0,'0'0'214'0,"-3"3"-14"0,3-3-15 0,0 0-10 15,0 0-9-15,0 0 1 0,0 0-17 0,0 0-8 16,0 0-12-16,0 0-4 0,0 0-10 0,23-3-14 15,-6-1-5-15,10 0-12 0,4-2 3 0,1-3-23 16,2 1-1-16,-3-2-7 0,1 0-7 0,-2-2-5 16,-1 1-3-16,-4-2-2 0,-1-1-6 0,-1-2-6 15,-10 3 0-15,5-2-3 0,-8 1-6 0,3-1-1 16,-3 1-2-16,-2 1-1 0,-4 3 2 0,-3 1 0 16,-1-3 0-16,0 7-3 0,-4 0-4 0,-2-2 9 15,-7 2-8-15,4 2 0 0,-9 2-2 0,-1 3 4 16,-8 3-3-16,-1 4 0 0,1 0-4 0,3 5 4 15,6-3-7-15,-5 6 0 0,5 0 3 16,0 2-3-16,3-3 1 0,6 1-2 0,0 0 4 0,5 1-1 16,1-1-11-16,3 0 4 0,7-2 1 0,2-1 0 15,5 0-1-15,3-4 0 0,9 0 1 0,5-3-11 16,2 3-2-16,3-5-8 0,1-4-4 0,3-1-3 16,-2-4-3-16,1-1 0 0,-6-2 3 0,0-2 1 15,-5-1 2-15,-1-1 4 0,0-3 10 0,-7-4 13 16,2-2 9-16,-8 1 9 0,2-4 3 15,-4-3 11-15,-2-3-10 0,-1 0 0 0,-2-4-4 0,-1-14-2 16,0 1 1-16,-3 12 0 0,-3 0 21 0,0 3 24 16,1 0 18-16,-2 6 10 0,0 9 13 0,1 1 8 15,0 3-5-15,1 3-9 0,-2 1-19 0,1 3-8 16,0 5-24-16,-2-9-34 0,2 9-5 0,0 0 0 16,0 0 0-16,-7 22 0 0,3-4-5 15,0 7 8-15,-3 5-4 0,1 4 0 0,2 0-2 0,-1 14 8 16,0 0-8-16,3-12 3 0,0-1 1 15,4 1-8-15,-2-5 6 0,1-3 2 0,1-3-7 16,0-4-15-16,0-4-2 0,0-7-4 0,-1 2-9 16,0-3-12-16,2-4-5 0,-3 1-1 0,1 0 2 15,0-3 1-15,-1-3 2 0,0 0-1 0,-1 6-46 16,1-6-88-16,0 0-89 0,0 0-244 0,1-20-550 0,-1 14 243 16</inkml:trace>
  <inkml:trace contextRef="#ctx0" brushRef="#br0" timeOffset="20872.56">6473 4821 92 0,'-4'0'276'16,"4"0"-16"-16,-8 3-20 0,8-3-25 0,0 0-20 15,0 0-23-15,0 0-6 0,23-3-26 16,-2-1-15-16,7-1-11 0,9 0-9 0,4 2-10 15,15-5-13-15,-7 3-8 0,3-3-7 0,-16 3 4 16,0 2-18-16,-3-1-4 0,-5 1-6 0,-5 1-5 16,-4-1 1-16,-6 3-16 0,0-2-9 0,-4 2-4 15,-3 0-6-15,-1-2-5 0,-5 2-17 0,0 0-20 16,0 0-10-16,0 0-27 0,0 0-32 0,-29 0-15 16,20-1-23-16,-1 2-42 0,-4-2-151 0,2 0-364 15,2 1 162-15</inkml:trace>
  <inkml:trace contextRef="#ctx0" brushRef="#br0" timeOffset="21197.77">7015 4993 137 0,'0'0'295'0,"0"7"4"0,0-7 8 0,0 0-21 0,0 0-28 15,11-3-22-15,-1-3-24 0,2 1-21 0,5-6-19 16,1 4-12-16,7-7-19 0,-7 5 7 0,-1-3-20 16,-1-1-6-16,1 0-6 0,2-5-16 0,-6 4-7 15,1 1-2-15,-4-1 15 0,1 2-19 0,-4 1-2 16,-2 5 7-16,-2-1-8 0,-1 0-5 0,-2 2-13 16,-2 0-10-16,-2 1-12 0,-4 1-6 0,-6 2-1 15,1 4-7-15,-7 2-5 0,2 2-2 0,-9 8-6 16,0-1-6-16,3 5-3 0,2-1-1 0,6 3 6 15,3-4-7-15,5 2-2 0,4 1-6 0,3-2-3 16,9 7-8-16,7-3 7 0,9 0-12 0,12-6-30 16,20 0-56-16,9-7-80 0,30-4-106 0,-2-10-334 15,-1-4-675-15,-1-4 299 0</inkml:trace>
  <inkml:trace contextRef="#ctx0" brushRef="#br0" timeOffset="22014.06">8893 4471 138 0,'0'-4'255'0,"0"4"-11"0,0-4-16 16,0 4-15-16,0 0-15 0,3-2-19 0,-3 2-16 15,0 0-17-15,0 0-12 0,0 0-17 0,0 0-12 16,-18 7-8-16,9 0-11 0,-8 3-8 0,-7 5-7 15,2 1-9-15,-3 1-6 0,1 2-6 0,0-1-4 16,1-1-4-16,2 2-4 0,0-1-3 0,2 0-4 16,5-3-3-16,4 1-3 0,0-1-2 0,3 4 5 15,2-2-10-15,3-1-21 0,2 1 1 0,0 1 1 16,7-1 2-16,3 0 1 0,11 2 1 16,1-2-1-16,1-5 5 0,5 3-6 0,0-2 2 0,1 0 0 15,-1 0 0-15,0-1-1 0,3-2 2 0,-3 2 0 16,-11-3-2-16,-2 0-14 0,-2-1-8 0,-3 2 0 15,-1 0-4-15,-4-4 2 0,0 2 0 0,-5 0 1 16,-3-1 6-16,-4 0-2 0,-7 2 6 0,-4 1 4 16,-2-3-1-16,-10 4 2 0,1-4 0 0,-6 0 1 15,2 0 4-15,0-1 0 0,0-5 1 0,2 4 0 16,-1 0-2-16,4-4 2 0,5-1-1 0,4 0 2 16,6-1-2-16,-2 1 7 0,5-2-10 0,3 1-39 15,3-1-67-15,3 0-60 0,1 2-235 0,9-8-437 16,1 1 195-16</inkml:trace>
  <inkml:trace contextRef="#ctx0" brushRef="#br0" timeOffset="22434.36">9284 4835 160 0,'-9'-2'211'16,"9"2"-19"-16,-6 0-18 0,6 0-16 0,-12 5-9 15,7-4-16-15,-5 5-15 0,-1-1-11 0,2 2-9 16,-3 1-13-16,1 2-6 0,-1 1-9 0,-1 3-6 16,3-1-8-16,0-1-4 0,1 3-5 0,0-2-1 15,3 2-9-15,2-4-3 0,1 1-2 0,-2 0 7 16,5-2 5-16,5 0-2 0,-5-1 3 0,4-2 6 15,4 3 4-15,-2-3 0 0,7-2 4 0,2 0 2 16,4-3-1-16,2-2-6 0,6-4-7 0,-6 1 1 16,1-1-6-16,-3-2 3 0,3-1 12 0,-7-2 10 15,2 1 1-15,-8 1-1 0,2-4 1 0,-2 2-6 16,-2 0 0-16,-2-4-6 0,0 2-11 0,-5-7-6 16,-1 6-7-16,-3-4-13 0,0 4 2 15,-2 2-5-15,-5-4-4 0,-1 2-12 0,0 4-4 0,-1 0-7 16,-2 4-3-16,5 1-12 0,-3 0-16 0,-5 1-6 15,4-2-14-15,5 4-25 0,-5-2-20 0,5 5-16 16,-2 0-29-16,4-2-33 0,1 0-31 0,2 2-195 16,4-3-444-16,-5 0 196 0</inkml:trace>
  <inkml:trace contextRef="#ctx0" brushRef="#br0" timeOffset="22781.43">9535 4528 280 0,'-3'-11'347'0,"6"0"-15"0,-3 5-6 15,-3-2-32-15,3 4-16 0,0-1-47 0,0 0-27 16,-1 2-23-16,1 3-50 0,0 0-11 0,0 0-12 16,-3 13-11-16,3 0-9 0,4 4-9 0,-4 12-6 15,0 1-9-15,0 2-2 0,0 4-8 0,4 8-7 16,-4-8-6-16,1 0-9 0,-1-2 1 0,7-1-7 15,-6-1 4-15,4 0-3 0,-1-4-1 0,-3-8-2 16,3-1 0-16,0-3-6 0,-3 0 2 0,2-5-7 16,-2-3 2-16,-1 0-3 0,3-1 4 0,-1-1-5 15,-1-2 16-15,-1 0-6 0,2-1 6 0,-2-3 14 16,2 7 2-16,1-5 1 0,-3-2-13 0,0 0-4 16,1 3 1-16,-1-3-3 0,0 4-4 0,0-4-15 15,0 0-17-15,0 0-40 0,0 0-56 0,0 0-50 16,0 0-51-16,0 0-56 0,0 0-288 0,-1-13-597 15,1 13 265-15</inkml:trace>
  <inkml:trace contextRef="#ctx0" brushRef="#br0" timeOffset="23413.78">9808 4872 347 0,'0'-5'331'0,"0"5"-35"0,0 0-32 0,0 0-33 16,0 0-26-16,0 0-21 0,0 0-16 0,0 0-15 15,0 17-22-15,0-7-9 0,-1 2-14 0,-3 0-8 16,7 3-7-16,-6 3-8 0,3-1-15 0,0-1-8 16,0-3-2-16,0-3-12 0,0 3-7 15,0-4-4-15,3-3-3 0,-2 0-3 0,-1 1 2 0,0-3 13 16,0 0 22-16,1-2 21 0,-1-2-5 0,0 0-11 15,14-5-3-15,-9 3 6 0,0-4-8 0,3-2 1 16,0 0 9-16,1-3-11 0,1-2-11 0,-1-1-1 16,2 1-13-16,-2 3 0 0,2-7-8 15,-3 7-8-15,0-1 2 0,-1 4-7 0,-4 0-7 0,4 2-1 16,-1 2-5-16,-5-1-17 0,3 2-7 0,0 1-10 16,-4 1 15-16,13 5-11 0,-7-2 12 0,3 4-21 15,0 1 10-15,3 0 5 0,0 2-7 16,1 2 10-16,5 1 0 0,0-4 2 0,5 6 7 15,1-2-5-15,-3-4 2 0,-1-2-20 0,7 0-8 0,0 1-8 16,-8-4-1-16,1-3 0 0,-2-1 4 0,0-3 1 16,-4 0 12-16,0-2-1 0,-1-4-3 0,-1-4 8 15,-1 1 0-15,-6-2 16 0,3-4 5 0,-3 0 7 16,-4-2 12-16,3-6 5 0,-8-2 9 16,3-4-2-16,1 2-1 0,-2-1 1 0,-1-4 0 0,-1 0-5 15,0-10 0-15,-1 12 9 0,1-1 12 0,0 9 7 16,3 0 12-16,-1 8 7 0,0 5 5 0,2 1-3 15,-1 6-8-15,-1-5-9 0,0 4-10 0,2 4-36 16,-1-3-42-16,1 5 5 0,0 0-6 0,0 0 7 16,-4 18 5-16,4-7 0 0,-4 10 7 0,2 6-3 15,2 2 6-15,-3 0 1 0,-1 3 5 0,4 1-4 16,0-3 8-16,-2 3-4 0,2-3-2 0,0 0-29 16,2-3-10-16,0 0-18 0,-1-10-11 0,0 1-13 15,2-2-17-15,-3-6-21 0,2-1-16 0,-3 1-15 16,1-3-3-16,0-3 2 0,-3 1-39 0,2-3-87 15,1-2-159-15,0 0-481 0,0 0 213 0</inkml:trace>
  <inkml:trace contextRef="#ctx0" brushRef="#br0" timeOffset="23594.88">10203 4775 35 0,'0'0'246'0,"0"0"-21"0,-5 3-28 0,5-3-14 0,0 0-22 16,0 0-9-16,29-5-14 0,1 0-16 0,5 3-14 15,16-3-32-15,4 0-42 0,2-1-64 0,-1-2-78 16,-19 3-149-16,0 2-278 0,0-4 123 0</inkml:trace>
  <inkml:trace contextRef="#ctx0" brushRef="#br0" timeOffset="23895.98">10834 4725 129 0,'-9'-2'392'0,"9"2"-16"0,0 0-26 0,0 0-25 16,0 0-37-16,-1-3-23 0,1 3-30 0,0 0-38 0,0 0-7 15,0 0-29-15,0 0-17 0,0 0-20 0,0 0-12 16,0 0-20-16,0 8-4 0,0-2-8 0,1 1-16 16,-1 4 4-16,3 0-18 0,-2 4-2 15,-1 2-7-15,0 2 7 0,1-3-17 0,2 4 2 16,-3-3-4-16,1-2-34 0,-2 2-15 0,-3-3-24 16,4-2-15-16,0-2-21 0,0 0-17 0,0-2-26 0,0-2-17 15,-1-2-2-15,1 1-1 0,0-5-65 0,0 0-276 16,0 0-523-16,0 0 232 0</inkml:trace>
  <inkml:trace contextRef="#ctx0" brushRef="#br0" timeOffset="24064.48">10837 4548 18 0,'0'-10'347'16,"-3"1"-12"-16,3 1-21 0,-1 3-16 0,1-4-19 15,-3 4-32-15,2 2-24 0,5-1-31 16,-4 4-34-16,0-7-49 0,0 7-33 0,4-1-29 0,-4 1-29 15,0 0-36-15,14 8-38 0,-4-3-48 0,4 0-44 16,3 3-80-16,-3 2-124 0,1 3-380 0,1-3 168 16</inkml:trace>
  <inkml:trace contextRef="#ctx0" brushRef="#br0" timeOffset="24479.86">11445 4697 211 0,'0'0'257'0,"-4"-4"-22"0,2 0-15 0,2 4-13 15,0 0-18-15,-7-1-8 0,2-1-25 0,5 2-17 16,-9 2-9-16,1-1-17 0,1 3-8 0,-3 3-12 0,-2-2-11 16,2 4-5-16,-8 0-10 0,4 3-5 15,-1 3-7-15,-7 3-7 0,5 1-3 0,-2 1-6 16,10-3-7-16,-2 0-2 0,1 2 10 0,0 5-17 0,5-8 4 15,-1 0-9-15,2 0 4 0,2-1-2 16,2-3 1-16,1 0-4 0,0 0 6 0,3-4-3 0,4-1 4 16,2 0-6-16,-1-2 5 0,10 2-2 15,0-6 0-15,-1 1 1 0,5-4-1 0,-1 1-1 16,-4-3 8-16,1-2 19 0,-2 1 4 0,0-4 11 16,-1 2-3-16,-7-4-10 0,2-1 0 0,2-4-7 15,-4 1-3-15,0-4-7 0,-4 2 1 0,0-1-4 16,-4-3-8-16,3 5 11 0,-5-1 8 0,-2 0-12 0,2 5-2 15,-4-3-4-15,1 4-5 0,-1 1-1 16,-4 1-1-16,1 1-9 0,-1 0-4 0,3 1-8 16,-6 2-13-16,2 1-13 0,0 1-22 0,4 1-28 15,-1 2-31-15,-3 0-24 0,2 0-37 0,1 2-41 16,2 0-72-16,-3 1-180 0,3-1-506 0,4 1 225 16</inkml:trace>
  <inkml:trace contextRef="#ctx0" brushRef="#br0" timeOffset="24814.18">11670 4739 228 0,'10'0'273'16,"-10"0"-35"-16,5 1-23 0,-5-1-24 0,5 2-10 15,-5 2-15-15,3 0-16 0,-3 0-13 0,0 3-10 16,0 0-9-16,1 3-16 0,-2 0-4 0,1 2-8 15,-3-3-14-15,2 6-5 0,1-3-4 0,-1-1-8 16,1-2-11-16,-3-1 3 0,3-2-6 0,0-2-3 16,3-1 9-16,-6 1 30 0,6-1 30 0,-3-3 39 15,0 0 13-15,0 0-9 0,0 0-22 0,19-11-3 16,-14 5 4-16,4-4-4 0,8-1-10 0,-5-2-9 16,4-1-14-16,-2 2-7 0,-3 0-4 0,1 5-13 15,-4 1-6-15,1-1-10 0,-2 3-2 0,-1 1-14 16,2 1-4-16,-1 2-19 0,3 0-22 0,0 2-19 15,0 4-32-15,4 0-31 0,-1 2-45 0,1 4-57 16,0-1-74-16,-1-1-134 0,0 2-219 0,-3-6-667 16,1-3 295-16</inkml:trace>
  <inkml:trace contextRef="#ctx0" brushRef="#br0" timeOffset="26161.96">13352 4633 274 0,'-2'-12'278'0,"2"2"-12"0,0 2-1 16,0 1-16-16,0 0-13 0,0 0-21 0,0 2-24 16,0 1-17-16,0 4-22 0,0-5-17 0,0 5-17 15,0 0-24-15,0 0-8 0,0 0-10 0,5 12-7 16,-1-2-9-16,0 4-3 0,3 5-8 0,1-1-4 0,5 5-3 15,-4 1-3-15,4 1 0 0,0-2-5 16,-1-1-8-16,5 0-7 0,-3-7-11 0,-1-1-4 16,2 1-4-16,-3-3-4 0,1-1-3 0,-1-6 0 15,-1 0 2-15,0 0-1 0,-1-3 4 0,1-3-3 16,-1-2 4-16,1-2 1 0,-2-2-1 0,0-3 8 16,1-4 11-16,-2-1 13 0,1-2 4 0,-3 0 8 15,-2 1 3-15,1 0 9 0,-1-2 1 0,-1 1 4 16,-1-2 5-16,-2 9 3 0,3-1 9 0,-3 6 1 15,1-3-6-15,-1 4-10 0,0-2-6 0,3 2-20 16,-3 4-30-16,-3-6-32 0,3 6-1 0,0 0 4 0,0 0 2 16,0 29-2-16,-1-12 6 0,-2 10 2 15,-2 2 3-15,4 4-1 0,-2 14 9 0,2-12 1 16,-2 13-5-16,2-12 4 0,1 12-1 0,0-1 1 16,4-3 1-16,-3-8 1 0,-1 0-1 0,4 13 4 15,-4-3 4-15,4 0-1 0,-3-12-2 0,-1 1 2 0,-1-2-2 16,1 1-1-16,-4 0 5 0,3-3-6 0,-7-4 0 15,4-1 1-15,-2-9 3 0,2 2-3 16,-1-6 7-16,0-4-2 0,-3 0-1 0,-1-3 2 16,-1 1 0-16,0-4 3 0,-4-2 2 0,0-2 2 15,-4-3 10-15,0-3 10 0,-1 0-2 0,1-4 14 0,2-1 14 16,3-2 0-16,-7-7 13 0,1 0 4 0,5-3 5 16,5-1-4-16,0-4-18 0,5-5-11 0,4-1-8 15,4 0-19-15,10-11-13 0,4 3-16 16,5-1-2-16,4 3-2 0,4 4-2 0,2 1 1 15,5 3 16-15,-2 1-16 0,5 2 12 0,-12 10-8 0,2-1-6 16,-1 3 16-16,0 1-15 0,-3 2-1 0,-3 2-14 16,-9 4 22-16,2 2 6 0,-7 0-1 0,-1 2-1 15,-2 1-4-15,-2 1 17 0,1 1-15 16,-2-1-2-16,0 0-4 0,0 1 2 0,-4 2-14 16,2-2-18-16,-2 2-16 0,0 0-20 0,7-3-10 0,-7 3-17 15,0 0-24-15,0 0-16 0,0 0-15 0,0 0-35 16,-7 15-42-16,6-13-39 0,-3 2-241 0,4-1-557 15,0-3 247-15</inkml:trace>
  <inkml:trace contextRef="#ctx0" brushRef="#br0" timeOffset="26481.57">14387 4821 233 0,'0'0'275'16,"-7"-2"1"-16,7 2-3 0,0 0-6 0,0 0-21 16,0 0-23-16,0 0-15 0,0 0-16 0,0 0-29 15,13-8-14-15,1 4-44 0,4 2-29 0,4-2-49 16,7-2-40-16,-2 6-43 0,1-3-49 0,3-2-61 16,-3 4-230-16,-8-2-428 0,2 2 189 0</inkml:trace>
  <inkml:trace contextRef="#ctx0" brushRef="#br0" timeOffset="26631.72">14494 4974 62 0,'-9'7'187'0,"1"0"-15"0,3-4-19 0,-1 3-13 16,2-3 1-16,0 1 11 0,4-1 3 0,0-3-8 16,10 3-13-16,4-3-12 0,8 3-14 0,14-6-55 15,0 0-59-15,15-1-94 0,-13 1-170 0,-2-4-293 16,2 2 129-16</inkml:trace>
  <inkml:trace contextRef="#ctx0" brushRef="#br0" timeOffset="27414.05">15607 4988 38 0,'1'3'173'0,"-1"-3"-22"16,-1 6-9-16,1-1-9 0,0-2-6 0,0-1-13 16,1 4-14-16,-1-6 0 0,0 7-5 0,0-5-1 15,0-2-21-15,3 7 11 0,-3-7-2 0,1 2 13 16,-1-2 12-16,3 3 15 0,-3-3 20 0,0 0 27 15,0 0 21-15,0 0 33 0,0 0 4 0,0 0-21 16,10-11-20-16,-5 3-18 0,0-2-14 0,4-4-9 16,5-3-4-16,0-8-11 0,1-1-8 0,1-2-14 15,-1-2-11-15,9-11-13 0,-7 8 2 0,7-13-10 16,-1 4-2-16,-1 0-7 0,-4 11-7 16,-4 5 0-16,-1 2 4 0,-4 8 21 0,-3 5 2 0,0 1-12 15,-1 3-5-15,-1-1-7 0,-1 1-8 0,0 4-17 16,-1-2-38-16,-1 4-54 0,-1 1-21 0,0 0 10 15,9 12-7-15,-4 2 14 0,0 6 10 0,4 8 0 16,-2 2 6-16,2 5 6 0,-5 2 7 16,5 9-2-16,0 0 8 0,-1-12 2 0,0-3 1 0,-1-2 6 15,0 0 4-15,2-2-2 0,-4-6 5 0,0-4-3 16,2-1 1-16,-5-7-3 0,2 2-16 0,1-1-6 16,-2-4-14-16,-1-1 1 0,-2 2 7 0,4-4-1 15,-4 1 1-15,3-1 12 0,-3-3-10 0,0 6-2 16,0-6-6-16,0 0-44 0,0 0-37 15,0 0-45-15,0 0-42 0,-12-12-65 0,2 7-267 0,-2-2-591 16,6 0 261-16</inkml:trace>
  <inkml:trace contextRef="#ctx0" brushRef="#br0" timeOffset="27723.35">15639 4907 133 0,'-4'1'252'0,"4"-1"-7"0,-6 1-9 0,6-1-18 16,0 0-16-16,-7 2-14 0,7-2-20 0,0 0-15 0,0 0-18 16,0 0-15-16,33-8-9 0,-12 4-14 0,10-1-7 15,2-2-11-15,5 2-5 0,-1-3-9 0,3 1-5 16,-1 2-10-16,0-2-6 0,-1 2-2 0,-6 1-8 15,-4-3 2-15,-9 6-2 0,-3-2-7 16,-2 1 1-16,-3 0-5 0,-4 1 0 0,0-1-8 0,1 0 4 16,-3 2-3-16,-5 0-7 0,9-2-3 0,-9 2-13 15,0 0-24-15,0 0-39 0,0 0-38 0,0 0-65 16,-31 1-268-16,15-1-477 0,-2 0 211 0</inkml:trace>
  <inkml:trace contextRef="#ctx0" brushRef="#br0" timeOffset="30847.6">16563 4441 46 0,'-9'-1'123'0,"9"1"-14"0,0 0 2 0,0 0 4 15,0 0-2-15,-8 1-4 0,8-1 4 0,0 0-5 16,0 0-5-16,0 0-16 0,0 0-5 0,0 0-12 16,0 0 1-16,0 0-10 0,0 0-4 0,0 0-1 15,0 0-10-15,19-4-9 0,-7 3 4 0,9-3 1 16,8 0 1-16,1-2-4 0,2 2-4 0,4 3-1 15,5-6-5-15,-2 2 10 0,14-6-10 0,-14 6 2 16,0 2 0-16,-1 0-4 0,-3-1-3 16,-3 1-5-16,-2 2 1 0,-8 0-12 0,-3 1-16 15,-6-3-22-15,1 3-24 0,-5 4-15 0,-4-3-31 16,0 1-20-16,-5-2-28 0,-2 5-116 0,2-5-285 0,-16 2 127 16</inkml:trace>
  <inkml:trace contextRef="#ctx0" brushRef="#br0" timeOffset="31277.12">16831 4456 73 0,'0'0'217'0,"0"0"-9"0,0 0-10 16,0 0-16-16,0 0-12 0,0 0-15 0,0 0-13 15,-6-6-14-15,6 6-7 0,0 0-22 16,0 0-14-16,0 0-13 0,0 0-8 0,1 11-8 0,-2-6-8 15,-1 7-4-15,1 6-2 0,-1 3-5 0,-4 9 0 16,6 3-2-16,-3 12-2 0,0 5 1 0,-1 0-6 16,1 0 2-16,-1-1-6 0,2 2 1 15,4-1-2-15,-2-1-3 0,0-3 0 0,6 2-1 16,-4-12 3-16,2 12 0 0,-5-14-7 0,4 13 1 16,-2-11 2-16,0-2-4 0,-3 0-3 0,-1-5-1 0,-1 0 3 15,-5-5-3-15,3-2-2 0,-1-6-1 0,0-3 3 16,-3 2-1-16,1-6 0 0,0-1 2 0,-5-2 1 15,-2-1 5-15,-4-5-5 0,-2 0 3 16,0-2 0-16,-6-5 10 0,0-1 6 0,1-3 14 16,3 0 4-16,0-5 5 0,6 6 7 0,0 0-6 0,1-3 8 15,2-1 11-15,1 3 1 0,0-1 1 0,6 6-10 16,1-1-3-16,0 2 7 0,4 1-18 16,-3 1-6-16,3-3-12 0,1 5-4 0,-3-3-14 0,5 4-35 15,-4-3-29-15,4 3-28 0,0 0-6 16,0 0-20-16,0 0-35 0,-7 7-29 0,7-7-39 0,1 8-278 15,0-4-522-15,-1-4 230 0</inkml:trace>
  <inkml:trace contextRef="#ctx0" brushRef="#br0" timeOffset="31780.46">17203 5421 146 0,'0'0'178'0,"0"0"-18"16,-17 9-10-16,11-1-11 0,-1-3-16 0,-1 5-12 15,0 0-7-15,-5 4-16 0,3 1-6 0,1 0-12 16,1-1-8-16,2 3-6 0,-2-1-3 0,3 1-4 16,1 0-7-16,3-1-3 0,-2-5 23 0,6 3 15 15,-3-2 1-15,4-4 4 0,-1 4 5 0,5-4 6 16,1 0 5-16,0-3 0 0,5 0-3 0,6-1-1 0,0-3-9 15,0-1 0-15,1-1-2 0,-1-4 6 16,-1-1-2-16,-2-5 2 0,-2 3-5 0,-1-5-1 16,-1 2 4-16,-3-2-17 0,-2-3-4 0,0 0-9 15,-7-1-5-15,3 5-2 0,-9-4-1 0,0-1-19 16,-6 1-9-16,1 1 1 0,-4 2-9 0,-5 3-8 0,1-1-9 16,-4 4-2-16,-3-1-10 0,4 3-21 15,-7 1-16-15,8 1-28 0,-2 1-33 0,4 2-40 16,4 0-58-16,3-2-81 0,2 1-167 0,1-2-496 15,8 3 220-15</inkml:trace>
  <inkml:trace contextRef="#ctx0" brushRef="#br0" timeOffset="32478.21">17660 4642 102 0,'5'-2'205'0,"3"-1"-18"0,2 1-13 16,1 1-11-16,0 2-12 0,3 2-13 16,-1-1-8-16,1 3-11 0,-4 1-5 0,9 4-9 15,-6 0-10-15,0 5-5 0,-3-1-6 0,-1 3-4 0,0 0-7 16,-5 2-2-16,1 6-7 0,-5-1-6 0,-5 0-3 16,0 5-3-16,-4-6 0 0,-3 2-10 15,-3 0-3-15,2-6-4 0,-1-3-2 0,4 0-2 0,-4-2-4 16,1 0-4-16,4-4 1 0,0-3-2 0,4 0-1 15,-1-2 0-15,4-1 7 0,-1 0 21 0,-1 0 34 16,1-2 40-16,3-2 56 0,0 0-11 0,0 0-11 16,0 0-20-16,1-14-16 0,5 3-14 15,0-5-6-15,2 2-14 0,4-2-8 0,3-6-9 16,5-2-8-16,0 0 4 0,-3 2-20 0,2-1-6 0,2 1-14 16,-3 4 6-16,-6 3-2 0,0 2-8 15,-6 5 3-15,-1 2-2 0,1-2-3 0,0 4-2 0,-2 0 1 16,-2 1-33-16,3 1-18 0,-5 2 4 15,5 0-2-15,-5 0-18 0,8 7 14 0,-5-1-5 16,2 3 7-16,1 3 3 0,-3 2 4 0,3 1 4 0,3 2-1 16,-1-1-4-16,-1 2-5 0,5 1-22 0,-1-2-22 15,-2 0-23-15,-1 0-48 0,2-1-29 16,2-1-52-16,-1 0-84 0,-3-6-206 0,-1-3-561 16,-3-2 248-16</inkml:trace>
  <inkml:trace contextRef="#ctx0" brushRef="#br0" timeOffset="32727.4">18141 4666 2155 0,'2'-14'124'0,"0"4"-27"0,0 2 17 0,-1-1-2 16,2 0-29-16,0 4-14 0,-1 1-18 0,0-1-16 0,0 2-11 15,-2 3-4-15,10 2 2 0,-10-2-2 0,13 10-2 16,-4-1 2-16,2 4 0 0,6 9-2 0,-3 3-1 15,0 2 1-15,-1 2-2 0,-4 1 3 16,-1 1 0-16,-3 5-2 0,-5-2 1 0,-3-1-7 16,-2 0 1-16,-4 1-4 0,-6-1-6 0,-2-2-5 0,-6-1-19 15,-5-4-31-15,-8 8-30 0,4-13-19 0,-11 7-32 16,14-13-48-16,-3-1-248 0,-6-5-467 0,5-3 207 16</inkml:trace>
  <inkml:trace contextRef="#ctx0" brushRef="#br0" timeOffset="33030.03">17673 4531 202 0,'0'0'195'0,"-15"7"-16"16,1 5-20-16,0 2-13 0,-8 11-21 0,3 5-6 15,-7 14-8-15,3-1-13 0,2 5-8 0,5 0-11 16,2 0-4-16,6-14-12 0,7 2-4 0,1-2-2 0,3 3-1 16,4-6 0-16,7 1-3 0,3 0-6 15,7-9-3-15,7 2-13 0,13 0-16 0,5-2-43 0,2-9-61 16,7-2-235-16,-6-7-351 0,5-7 155 15</inkml:trace>
  <inkml:trace contextRef="#ctx0" brushRef="#br0" timeOffset="33352.98">18800 4913 142 0,'-2'0'173'0,"2"0"-9"16,0 0-9-16,-7 3-7 0,7-3-2 0,0 0-12 15,0 0-7-15,0 0 4 0,0 0-11 0,18 2-9 0,-5-4-7 16,6 2-30-16,-1-3-6 0,14 3-7 0,1-2-6 16,4-1-6-16,3 1-2 0,13-4-10 15,-14 4-6-15,13-4-12 0,-19 3-18 0,-3 0-22 16,-1-1-38-16,-9 2-30 0,0-3-44 0,-10 3-167 16,-4 0-324-16,-2-2 144 0</inkml:trace>
  <inkml:trace contextRef="#ctx0" brushRef="#br0" timeOffset="33566.36">19034 4734 132 0,'-4'-3'336'0,"2"-1"-3"0,-1 1-17 0,0 0-26 16,3 3-27-16,-3-4-26 0,3 4-36 0,-3-2-23 15,3 2-19-15,0 0-15 0,-4 10-16 0,4 1-16 16,-1 7-9-16,-3 8-13 0,0 6-10 0,3 2-5 15,0 0-5-15,1-1-6 0,2 1-5 0,4 3-42 16,-1-4-50-16,2 0-64 0,-3 0-72 0,-1-2-95 16,-3 0-207-16,0-9-510 0,0-12 226 15</inkml:trace>
  <inkml:trace contextRef="#ctx0" brushRef="#br0" timeOffset="34281.68">19977 4555 153 0,'0'-8'283'0,"0"-1"-8"0,-1-1-2 0,2 3-10 15,-1-3-21-15,0 1-8 0,3 4-4 0,-3 0-15 16,1 0-7-16,-1 1-16 0,0-1-26 0,0 0-12 0,0 5-22 15,0 0-18-15,1-5-30 0,-1 5-8 16,0 0-11-16,0 0-7 0,8 16-12 0,-7-3-4 16,2 4 2-16,-1 3-3 0,2 3-4 0,-1 7-5 15,-1-1-9-15,3 0-6 0,-2 1 3 0,0 0 0 16,0 0 2-16,2 1-5 0,-2-5 0 0,1 1 1 0,-2-4-6 16,2 3-29-16,-3-9-16 0,1 0-18 15,-1-1-15-15,0 1-11 0,-1-6-24 0,-1 2-13 16,0-4-15-16,-1-3-26 0,1 3-13 0,0-4-38 15,-3-2-63-15,-2-3-138 0,6 0-440 0,-13-5 195 16</inkml:trace>
  <inkml:trace contextRef="#ctx0" brushRef="#br0" timeOffset="34810.41">20044 4400 171 0,'0'-7'238'0,"1"2"-16"0,0 1-22 16,2-2-21-16,2 2-17 0,0-2-15 0,3 1-19 16,3 1-12-16,3 0-13 0,4 3-6 0,2-1-7 0,2 1-8 15,1 2-9-15,5 3-5 0,-7 1-5 0,9 2-4 16,-9 0-7-16,-2-1 1 0,0 2-13 15,0 5-5-15,-6-5-12 0,2 3 1 0,-2 0-8 16,-4 3-5-16,-1-2-2 0,-6 5-4 0,1-1 1 16,-3-1-5-16,-5 0 3 0,-3 2-5 0,-1 0 5 0,-1 0-3 15,-7-4 0-15,3 1 3 0,-3 0-4 16,1-2 3-16,3-4-9 0,1 1 6 0,0-1 0 16,2-4 0-16,5 1-1 0,0 0-1 0,-1-1 2 15,4-1-4-15,-2 4 4 0,4-2-3 0,4 0 3 16,0-4 2-16,6 8-1 0,0-4-3 0,9 0 3 15,2 5 1-15,3 0-5 0,3 2-2 0,-8-2 6 16,9 1-2-16,-2 3 1 0,-2 2-1 0,-5 0 2 16,-1-2-1-16,-4 0-3 0,-2 1 3 0,-3 2 0 15,-2 0-1-15,-3 0 2 0,-1 0 1 0,-6 1 1 16,-3-1 6-16,-3 1 2 0,-6-3-5 0,-4 2-2 16,-5-2 2-16,-3 1 9 0,1-6-11 0,-4-2 4 15,0 1 3-15,2-4 0 0,1-1 7 0,7 0-1 16,0-3 9-16,1 2-3 0,5-2 0 0,0 0-3 15,5-2 0-15,1 2-4 0,4-1-3 0,4 0-9 16,-10 0-20-16,10 0-29 0,0 0-62 0,0 0-72 16,0 0-220-16,14-9-431 0,-1 6 192 0</inkml:trace>
  <inkml:trace contextRef="#ctx0" brushRef="#br0" timeOffset="40157.51">20831 4320 106 0,'0'0'187'0,"0"0"-22"0,0 0-19 15,0 0-18-15,0 0-8 0,0 0-14 0,-3 10-9 16,3-5-12-16,3 5-4 0,2-4-8 0,4 10-2 15,1-4-4-15,2 2 2 0,0 1-6 0,4-1 0 0,4 5-2 16,2-2 1-16,3 0-7 0,1-1 0 0,-2-1-6 16,4 3-4-16,2-1 1 0,-5-2-11 15,1 0-1-15,-3-2-5 0,-5-4-1 0,-1 1 0 16,0-4-5-16,-2 2 1 0,-2-2-4 0,-5-4 3 16,2 3-8-16,-5-2 2 0,-1-1-7 0,1 1-1 0,-1-1-3 15,1-1-5-15,-5-1-3 0,5 1-11 0,-5-1-13 16,0 0-44-16,0 0-29 0,0 0-56 15,0 0-169-15,8-7-349 0,-7 2 156 0</inkml:trace>
  <inkml:trace contextRef="#ctx0" brushRef="#br0" timeOffset="40436.53">21564 4402 61 0,'-1'-7'266'16,"1"1"-15"-16,0 3-17 0,-1-2-18 0,-1 0-20 15,2 5-21-15,0-5-19 0,0 5-14 16,0-4-18-16,0 4-15 0,0 0-14 0,-11 1-8 16,3 2-8-16,-7 7-9 0,-2 0-8 0,-1-1-2 15,-6 5-11-15,2 4-1 0,7-8-6 0,-7 7-5 0,8-1-3 16,-6 1-12-16,2 3-15 0,0-1-16 15,0 0-20-15,5-4-13 0,-3 5-21 0,3-4-21 16,0-4-36-16,2 0-13 0,0-2-35 0,1 0-161 16,4-1-357-16,-4 0 157 0</inkml:trace>
  <inkml:trace contextRef="#ctx0" brushRef="#br0" timeOffset="40895.35">21291 4608 180 0,'0'0'256'0,"1"-6"-14"16,-1 6-1-16,4-3 0 0,-4 3-9 16,1-6-14-16,-1 6-7 0,0 0-25 0,0 0-14 15,-1-4-18-15,1 4-12 0,0 0-20 0,0 0-11 16,0 0-12-16,0 0-14 0,0 0-13 0,0 0-20 0,0 0-8 16,0 0-5-16,-4 15-8 0,4-2-2 15,-1 7-4-15,-3 7-6 0,0 5 10 0,-1 1-3 16,-3 16-7-16,3-2-7 0,-1 2 1 0,3-2 0 0,-2-11 0 15,5-1-2-15,0 2 1 0,-4-3 1 16,4-2-6-16,3-3 0 0,-2 1 2 0,-1 0-1 0,0-11-2 16,3-2 6-16,-3-5-2 0,1-2-1 0,-1 1-3 15,1-5 2-15,-1 4 1 0,0-5-1 16,0-1 2-16,0-4-4 0,0 10 1 0,0-10 4 16,0 5-2-16,3-2-1 0,-3-3-25 0,0 0-25 15,0 0-16-15,0 0-8 0,0 0-24 0,0 0-37 0,1-15-42 16,-1 15-56-16,6-7-229 0,-6 0-491 0,4 2 218 15</inkml:trace>
  <inkml:trace contextRef="#ctx0" brushRef="#br0" timeOffset="41310.22">21582 5121 181 0,'-3'0'263'0,"3"0"-22"0,0 0-25 16,0 0-18-16,0 0-19 0,0 0-18 16,0 0-17-16,-12 3-17 0,7 1-11 0,-4 6-16 15,1-3-8-15,-2 3-9 0,0 3-8 0,2-2-6 16,-1 2-8-16,-1 2-8 0,2-1-5 0,3 5-4 15,2-7-3-15,-3 3-3 0,6-4-1 0,0 2-1 16,5-2-2-16,-4-3-2 0,3 2 2 0,3-1-3 16,-2-3-2-16,5-1 10 0,0-2-1 0,2 0-3 15,2-3 4-15,-1-5-1 0,0 1 1 0,0 1 5 16,3-7-1-16,-6 0-7 0,0 1 0 0,-3-1-8 16,0-2-2-16,-2-4-6 0,-5 3-1 0,0-1-5 15,-2 2-5-15,-1-5-1 0,-6 5 1 0,2-1-7 16,-4-1-7-16,-4 2-10 0,0 4-8 0,-2-2-16 15,3 4-16-15,0 0-22 0,-1 0-35 0,1 3-32 16,3-2-55-16,0 2-237 0,2 1-473 0,4 0 209 16</inkml:trace>
  <inkml:trace contextRef="#ctx0" brushRef="#br0" timeOffset="41909.98">22042 4507 145 0,'0'0'242'0,"5"-3"-30"15,-1 1-17-15,-4 2-20 0,0 0-14 0,17 5-15 16,-10 1-12-16,3 2-10 0,-2 2-11 0,1 5-6 15,0 1-10-15,-3 2-10 0,1 1-4 16,-2-1-12-16,-4 7-5 0,-1-6-6 0,0 6-2 16,-2-6-10-16,-5 0-2 0,2 0-2 0,-1-1-6 0,-3 1-1 15,1-7-2-15,-2 3-4 0,-2-1 4 0,6-4-7 16,-2-2-2-16,2 0 1 0,2-3 13 0,0-2 11 16,2-1 28-16,-1 3 29 0,3-5 30 0,-4 1 0 15,4-1-16-15,0 0-12 0,4-13-14 0,-1 4-3 16,5 1-11-16,0-6-15 0,1-3-8 0,2 3-1 15,3-1-7-15,-2 1-9 0,2 0 2 0,-1 3-9 16,-5 0-4-16,1 2-3 0,-3 1-4 16,2 0 11-16,-4 1-9 0,0 4-3 0,0 0-3 15,0-1-12-15,-1 2 0 0,-3 2-11 0,4-4-13 0,-4 4 2 16,0 0 0-16,0 0-4 0,8 11 3 0,-6-6-1 16,-1 4 0-16,3-1-6 0,-1 4-5 0,3-1-10 15,-1 0-23-15,3 4-26 0,0-1-23 16,2 1-32-16,0 0-35 0,-2-5-52 0,3 0-66 15,-2-3-206-15,0 1-541 0,-4-5 240 0</inkml:trace>
  <inkml:trace contextRef="#ctx0" brushRef="#br0" timeOffset="42130">22447 4505 61 0,'4'-4'313'0,"-2"-2"-31"15,2 2-29-15,-4 0-27 0,4 1-25 0,-4 3-23 16,12 3-17-16,-2 2-15 0,0 3-10 0,-1 3-12 16,5 2-12-16,-5 4-6 0,6 6-9 15,-6 0-9-15,-1 6-2 0,0 0-4 0,-7-3-11 0,-5 8-6 16,-1-3-17-16,-3 2-10 0,-7-1-7 0,1 1-42 16,-10-3-17-16,-7 5-27 0,4-11-32 0,-5-2-46 15,2-4-50-15,-4 0-219 0,1-7-435 0,2 2 193 16</inkml:trace>
  <inkml:trace contextRef="#ctx0" brushRef="#br0" timeOffset="42426.77">22117 4286 233 0,'-2'-6'249'0,"-3"1"-31"15,2 1-19-15,-2 1-23 0,-3 2-18 16,-3 4-9-16,-2 2-21 0,-6 6-15 0,-4 7-10 0,0 8-13 16,-10 11-10-16,2 2-3 0,-1 5-4 0,5 6-9 15,1 3-6-15,5-4-7 0,8 1-1 0,4 1-3 16,4-3-7-16,10-2 1 0,11-1 0 15,7-3 0-15,-2-13-6 0,15 9-14 0,5-4-51 16,5-6-73-16,-1-7-298 0,3-6-433 0,1-3 191 0</inkml:trace>
  <inkml:trace contextRef="#ctx0" brushRef="#br0" timeOffset="45544.45">2271 7899 177 0,'0'0'185'0,"-1"-4"-8"0,1 4-10 0,0 0-9 16,-1-4-12-16,1 4-16 0,0 0-12 0,-4-4-10 15,4 4-13-15,0 0-5 0,0 0-12 0,0 0-9 16,0 0-2-16,0 0-14 0,0 0-1 0,0 0-3 16,0 0-7-16,0 0-5 0,0 0-7 0,5-2 0 15,-5 2-2-15,8-3-4 0,-2 3-2 0,3-3 2 16,-2 2-4-16,4-2-3 0,-2 1-4 0,2-1 2 16,1-2-4-16,-3 1-2 0,1 1 2 0,2-2-1 15,-1-1-1-15,-2 0-2 0,-1 1 1 0,1-1 0 16,0 0 4-16,-4 1 12 0,-1 1 2 0,0 1 5 15,-1-2-3-15,0 1 6 0,0 1 6 0,-3-1-1 16,0 4-6-16,-2-7-4 0,2 7-5 16,-5-6-2-16,0 5 1 0,-5-2-3 0,-3 3-4 0,0 3-2 15,-3-2-3-15,-5 4 1 0,-1 2-3 0,-2 2-2 16,-4 1-1-16,0 3 2 0,0 3-4 0,0 1 1 16,1 2-2-16,-4 1 2 0,3 4-3 0,-1-1 4 15,3 1-8-15,4 3 1 0,2 0-1 0,-3 1 1 16,4-1 2-16,0 1-4 0,6 1 1 0,0-1 2 15,4 0 1-15,4-1 3 0,5-1-2 0,5 1-2 16,0-2 4-16,8 0-4 0,4 0 8 0,3-2-8 16,7-3 1-16,4-3-2 0,2-4 0 0,17 2-7 15,1-7-5-15,6-3-10 0,1-5-12 0,-1-4-13 16,5-4-5-16,-1 1-9 0,-2-3 3 0,-2-2-14 16,-2-3-7-16,-5 1 8 0,-14 0 8 0,-2-1 7 15,-2 5 10-15,-5-5 0 0,-4-1 13 0,-6 5 22 16,-4-3 22-16,-3 6 18 0,-3-2 20 0,0 2 27 15,-3-3-3-15,-2 3-3 0,-2-1-6 0,-1 3-4 16,-3-1 0-16,-1 2-8 0,-5-2-1 0,-4 4-3 16,-4-1-6-16,-1 4-1 0,-11 2-2 0,2 3-2 15,0 2-7-15,-3 3-2 0,6 2-1 0,2 1-7 16,-3 1 0-16,10-4-2 0,0 1-6 0,2 1 5 16,4 3-5-16,-3-3-1 0,8-1-1 0,0-1-13 15,2-4-5-15,3 4-1 0,0-2 3 0,3 2 2 16,2-2-3-16,0-1 8 0,5-2-1 0,3-3-1 15,1-2-1-15,7-5 3 0,-1-2 2 0,0 0-2 16,6-3 2-16,-8 0 1 0,0-1 4 0,-1 1-1 16,-1 1 11-16,-3-4 0 0,2 4 7 0,-6 0-3 15,0 1 3-15,0 1 5 0,0 1 2 16,-4 2 3-16,-1-1-1 0,0 2-4 0,1 0-7 0,-5 3-1 16,5-1-6-16,-3-2-8 0,-2 3-6 0,6 0-5 15,-6 0 4-15,0 0-2 0,9 5-1 0,-4-2-15 16,1 2-19-16,-1-1-24 0,3 2-23 0,1 0-25 15,2 0-47-15,1-1-75 0,-3-1-200 16,2 1-464-16,2-5 205 0</inkml:trace>
  <inkml:trace contextRef="#ctx0" brushRef="#br0" timeOffset="45910.83">3312 8049 36 0,'0'0'244'16,"-9"0"-15"-16,9 0-18 0,-13 0-10 0,4 3-22 15,-1-1-17-15,-3 2-12 0,4 1-15 0,-1-1-10 16,0 3-13-16,-1-2-10 0,1 2-14 0,1 2-11 16,0-4-6-16,4 2-9 0,0 1-5 15,2-1-4-15,2 0-5 0,1 0-6 0,1 1-5 0,3 4-5 16,1-5-1-16,4 3-4 0,4-1-2 0,4 3 1 15,-1-4-2-15,5 1-3 0,3 3-5 16,2-3-1-16,-6-3-2 0,-1 3 0 0,2 1-3 16,-4-2 1-16,-1 2-5 0,-1 1 0 0,-6-1-2 15,0 0 1-15,0-1-2 0,-8 3 2 0,3-4-5 16,-5 4 10-16,-3 2 2 0,-6 1 2 0,1 1-5 0,-5-3 2 16,-3 0-5-16,-1-1 1 0,2 0 0 15,-10 2 0-15,6-7-3 0,-6 2-3 0,6-3-5 0,-10 1-19 16,11-5-21-16,1 1-27 0,3-2-20 15,6-2-76-15,-5-4-234 0,6 0-433 0,4 0 191 16</inkml:trace>
  <inkml:trace contextRef="#ctx0" brushRef="#br0" timeOffset="46291.92">3543 8301 247 0,'0'0'239'0,"0"0"-10"0,0 0-11 16,0 0-8-16,0 0 1 0,0 0-8 0,6 2-18 15,-6-2-13-15,0 0-22 0,0 0-15 16,8-5-9-16,-2 3-11 0,6-2-12 0,1 1-13 16,4-4-4-16,0-1-10 0,1 1-5 0,-4 0 2 15,4-2 12-15,-4 3 0 0,0-6 5 0,-1 3-4 16,-3 0-4-16,2 0 0 0,-5 0-5 0,2 1-2 15,-1-2 11-15,-2 1-24 0,-2 0 1 0,-1 4-2 16,-2-5-13-16,-1 4-8 0,-3-1-9 0,0 3-10 16,-4 0-2-16,-3 3-8 0,-8-1-3 0,-1 5-1 15,-3 1 0-15,-6 3 4 0,1 4-11 0,-1 0 4 16,0 6-3-16,2-1-2 0,1 1-2 0,9-2-3 16,-3 2 7-16,4-3-5 0,4 2-7 0,0 0-23 15,6 1-5-15,5 0-6 0,0 4 1 0,5-4 3 16,7 0-17-16,12 1-22 0,3-4-35 0,5-6-43 15,2-1-64-15,6-5-316 0,-3-2-581 0,13-5 258 16</inkml:trace>
  <inkml:trace contextRef="#ctx0" brushRef="#br0" timeOffset="46525.9">4028 8248 40 0,'0'0'291'0,"0"0"-17"0,-5 3-7 0,5-3-16 16,0 0-21-16,0 0-24 0,0 0-19 0,0 0-20 15,0 0-19-15,20-6-22 0,0 3-30 0,3-2-40 16,9-1-48-16,-1 1-61 0,3-3-82 0,-3 1-226 15,3 0-389-15,0 0 173 0</inkml:trace>
  <inkml:trace contextRef="#ctx0" brushRef="#br0" timeOffset="46793.16">4606 8039 121 0,'0'-7'349'0,"0"7"-25"16,-1-4-31-16,1 4-23 0,0 0-28 0,0-4-25 15,0 4-26-15,0 0-19 0,0 0-24 0,0 0-26 16,0 0-12-16,0 0-13 0,0 0-10 0,2 16-12 0,0-7-9 16,-1 0-6-16,0 4-7 0,-1 2-2 0,1 2-16 15,-1-1-16-15,0 1-13 0,0 3-14 16,3-4-18-16,-3 1-10 0,1 0-30 0,1-5-27 15,0-1-27-15,-1 2-18 0,2-4-40 0,-2 1-230 16,2-6-441-16,1 1 196 0</inkml:trace>
  <inkml:trace contextRef="#ctx0" brushRef="#br0" timeOffset="47049.45">4857 8014 159 0,'1'-3'325'16,"-1"3"-30"-16,1-5-28 0,0 2-24 16,-1 3-25-16,3-4-22 0,-3 4-23 0,0 0-19 15,0 0-22-15,0 0-17 0,0 0-13 0,0 0-10 0,0 0-12 16,3 15-10-16,-3-7-7 0,0-1-3 0,0 6-8 16,0-2 1-16,1 1-8 0,-1 2-5 0,1 0-4 15,-2 0-2-15,2 1-4 0,4 2-23 16,-5-5-22-16,0 0-12 0,1 0-19 0,-1-1-18 15,0-1-23-15,2 0-17 0,-1-3-13 0,0 0-18 0,0-2-34 16,1-1-211-16,2-1-411 0,-4-3 182 0</inkml:trace>
  <inkml:trace contextRef="#ctx0" brushRef="#br0" timeOffset="47285.11">5093 8015 121 0,'2'-7'306'0,"1"2"-4"0,1-1-7 0,-2 0-9 0,2 4-20 15,-2-4-23-15,-1 3-18 0,0 1-31 0,-1 2-23 16,2-6-12-16,-2 6-27 0,0 0-17 16,0 0-16-16,0 0-12 0,8 10-14 0,-4-3-7 0,-4 2-5 15,3 1-13-15,-1 5 3 0,2 2-9 0,0-1-3 16,-1 2 1-16,-1 0-10 0,3 1 7 0,-4 0 7 16,2 0-15-16,-2-3-6 0,3 1-3 15,-4-3-31-15,4-3-20 0,-4 0-15 0,0-4-22 0,0 3-22 16,0 1-20-16,0 0-19 0,0-6-14 0,0 0-25 15,-3-3-39-15,3-2-227 0,-5 3-470 0,5-3 208 16</inkml:trace>
  <inkml:trace contextRef="#ctx0" brushRef="#br0" timeOffset="47610.05">4458 7978 221 0,'-7'-4'280'0,"2"-1"-15"0,2 1-23 15,0 0-21-15,0-1-23 0,5-1-21 0,2 1-19 16,4-2-20-16,7-2-14 0,4 1-14 0,10-2-16 15,3 1-14-15,2 3-12 0,1-3-9 0,3 4-7 16,17-3 1-16,-1 2-10 0,-3-1-2 0,3 3 2 16,-2 3-9-16,-12-2-2 0,-3 2-3 15,-4-3-6-15,-1 1-7 0,-3 5-16 0,-11-4-25 0,0 4-31 16,-5-2-33-16,-3 1-21 0,-5 0-36 0,0 3-68 16,-5-1-147-16,0-3-389 0,-5 4 172 0</inkml:trace>
  <inkml:trace contextRef="#ctx0" brushRef="#br0" timeOffset="47976.36">4406 8453 225 0,'-3'3'295'0,"-1"0"-12"0,1-2-16 0,3-1-23 15,0 0-19-15,0 0-22 0,0 0-24 0,16-4-17 16,3-1-16-16,13-2-19 0,5-2-8 0,18-2-13 16,6-2-10-16,1 0-12 0,3 3-10 0,26-5-4 15,-29 6-9-15,1 1 2 0,-3 1-3 0,-1-1-4 16,-6 2-7-16,-16 3-4 0,-2-1-6 0,-4 0-2 15,-11 4-4-15,-1-2-5 0,-7 0-2 0,-2 0-1 16,0-1-4-16,-4 3 7 0,2 0-13 0,-8 0-12 16,9-1-11-16,-9 1-10 0,0 0-15 0,0 0-24 15,0 0-33-15,-19 6-48 0,1 1-62 0,1-2-73 16,-12-2-174-16,2 4-483 0,-1-3 215 0</inkml:trace>
  <inkml:trace contextRef="#ctx0" brushRef="#br0" timeOffset="48413.23">2737 8947 112 0,'-12'2'203'0,"1"1"-21"15,3-1-18-15,2 0-15 0,0-1-12 0,1 0-16 0,0 2-10 16,5-3-15-16,-6 3-8 0,6-3-5 0,0 0-7 16,0 0 3-16,13 1-2 0,3-1-5 0,16-1-3 15,18-5-3-15,13 0 0 0,35-4 1 16,12-5 1-16,6-3 12 0,15 2-2 0,9-3 4 15,5 2 0-15,4 3-1 0,3-1 4 0,1-5-4 16,2 2-9-16,-8 1-1 0,-3 0 1 0,-11-1 5 16,-5 2-3-16,-14 1 2 0,-11 1 5 0,-10 0-1 15,-30 6 3-15,-8 1 3 0,-6-4 1 0,-15 7-9 16,-3 2 12-16,-4-6 10 0,-9 4-8 0,-7 1-5 0,0 2 1 16,-3-2-7-16,0 3-6 0,-3-5-7 0,1 5-3 15,1 0-10-15,-7 0-28 0,6-3 16 16,-6 3-27-16,5 0-27 0,-5 0-31 0,0 0-42 0,0 0-46 15,8 0-64-15,-8 0-97 0,0 0-331 16,0 0-672-16,0 0 297 0</inkml:trace>
  <inkml:trace contextRef="#ctx0" brushRef="#br0" timeOffset="53628.63">7273 8083 226 0,'-1'-2'245'0,"1"2"-1"0,-3-6-16 0,3 6-10 0,-1-2-8 16,1 2-15-16,0 0-21 0,0-7-17 0,0 7-14 16,0 0-13-16,0 0-14 0,0 0-15 0,0 0-6 15,0 0-26-15,1-3-22 0,-1 3-23 0,0 0-31 16,0 0-21-16,0 0-1 0,0 0 0 0,3 18 4 16,-2-9 1-16,-1 2-10 0,1 5 12 0,-1 3-1 15,-1 1 4-15,1 1 1 0,-1 4-1 0,1 4 5 16,-3-3 3-16,3-7 1 0,-1 6 2 0,0-8-1 15,1 5-1-15,1-5 4 0,-1-3 3 16,1 3-2-16,-1-7-1 0,0 2 3 0,0-3-2 0,0-3 3 16,3 1 3-16,-3-3-1 0,1 2 6 0,-1-4 3 15,0 2 34-15,0-4 38 0,1 5 39 0,-1-5 16 16,0 0 23-16,1 3 23 0,-1-3 4 0,0 0-8 16,0 0-14-16,0 0-15 0,0-17-11 0,2 5-13 15,0 2-15-15,2-9-16 0,3 0-11 0,0 1-4 16,2-6-9-16,0 1-9 0,0 3-8 0,0 5-4 15,-3-1-2-15,1 5-12 0,-5 2 2 0,2 0-4 16,0 3-7-16,0 1-2 0,1 0-1 0,-4 1-13 16,-1 1-8-16,4-1-24 0,-3 1-31 0,-1 3-15 15,0 0 1-15,12 3 3 0,-7 1-2 0,1 0-2 16,2 5 8-16,1 0 13 0,4 3-4 0,-3 3 3 16,-1 0 7-16,2 0 4 0,2 8 7 0,-5-6 1 15,1 0 1-15,0 1 4 0,-2 0 5 0,1-1 4 16,-2-2-1-16,-2-1 2 0,0-4 1 0,-1 2 4 15,-1-3-2-15,2-1 3 0,-3-2-4 0,2 0 4 16,-3-4 2-16,3 3 2 0,-1-1-4 0,-2 0 4 16,0-4-2-16,0 2 6 0,0-2-1 0,0 5 4 15,0-5-8-15,5 2 4 0,-5-2 0 0,0 0 1 16,0 0 1-16,0 0-18 0,0 0-9 0,0 0-35 16,0 0-54-16,0 0-56 0,0 0-51 0,0 0-75 15,4-12-187-15,-3 5-522 0,3 3 231 0</inkml:trace>
  <inkml:trace contextRef="#ctx0" brushRef="#br0" timeOffset="54758.8">8598 8181 78 0,'0'-7'271'15,"0"3"-11"-15,0 4-2 0,0-7-12 0,-2 4-8 16,2 3-18-16,0-4-20 0,0 4-21 0,0 0-18 16,-2-5-14-16,2 5-16 0,0 0-18 0,0 0-7 15,0-5-14-15,0 5-15 0,0 0-20 0,0 0-5 16,0 0-10-16,0 0 1 0,0 15-13 0,2-8-2 16,0 0-5-16,-1 3-4 0,-1 1 0 0,3 1-4 15,0 1 0-15,0 4 1 0,1-2-3 0,-4-3 0 16,3 5-1-16,-1-7-3 0,-2 1 3 15,1 0 0-15,2 0-3 0,-2-4-1 0,-1 1 1 0,4-2-3 16,-4-1 7-16,0 1 1 0,0-2-7 0,0-4 0 16,0 4 1-16,0 0 1 0,0-4 0 0,0 5 1 15,0-5-1-15,0 4 0 0,0-4 2 16,0 0-3-16,0 0 2 0,0 0-9 0,0 0-17 0,0 0-14 16,-9-10-22-16,4 5-27 0,-4-2-38 0,2-2-42 15,0-1-35-15,-3-3-77 0,0-3-137 0,1-3-442 16,2 4 196-16</inkml:trace>
  <inkml:trace contextRef="#ctx0" brushRef="#br0" timeOffset="54924.15">8496 8002 14 0,'0'-5'245'16,"-2"-2"9"-16,2 2-2 0,-1 0-15 0,1-1-5 16,1 2-5-16,-1 1-28 0,0 3-16 0,0-6-19 15,0 6-17-15,2-5-14 0,-2 5-16 0,0 0-12 16,-2-5-10-16,2 5-27 0,2-4-30 0,-2 4-31 15,0 0-25-15,8 0-36 0,-8 0-37 0,10 4-39 16,-1-3-37-16,-3 3-210 0,0-2-407 0,1 2 181 16</inkml:trace>
  <inkml:trace contextRef="#ctx0" brushRef="#br0" timeOffset="55409.2">9118 8025 238 0,'0'0'226'15,"5"-2"-18"-15,-5 2-16 0,0 0-16 0,0 0-17 16,0 0-16-16,0 0-16 0,7 0-12 0,-7 0-9 16,0 0-14-16,0 0-9 0,0 0-11 0,-13 5-13 15,5-1 0-15,-1 0-6 0,-2 2-2 0,-1 1-5 16,-1-2-11-16,2 2 1 0,-2-1-3 0,3 2-5 0,-2 1-4 16,3 0-5-16,-1-1 3 0,4 1 0 15,-1-1-5-15,4 2-6 0,0-3 5 0,3 1-7 16,0 5 3-16,1-5-1 0,6 2-2 0,-1 1-1 15,7 1-3-15,1-1 3 0,3 0-2 0,4 3-2 0,2-2 2 16,4 0 1-16,0 1 2 0,-3-1-2 16,0 0-1-16,-7-3-5 0,1 1 6 0,-3 0-6 0,1-2 1 15,-7 0-2-15,1-2 1 0,-3 2-9 16,-3-3 3-16,0-2 3 0,-3 1 1 0,-2 1-3 0,-7-1 5 16,-2 0 0-16,-8 0-2 0,-3 1 3 15,-10-2-1-15,0-3-2 0,-2 2 2 0,4-1 1 0,-1 1-2 16,1-2-3-16,2 0-10 0,4 0-24 15,4 0-31-15,1 0-55 0,5-2-266 0,4-1-420 16,7 1 186-16</inkml:trace>
  <inkml:trace contextRef="#ctx0" brushRef="#br0" timeOffset="63557.85">10464 8131 161 0,'0'-7'259'0,"1"3"-13"0,-1 4-11 16,0-5-8-16,0 5-18 0,0-5-18 0,0 5-18 16,0-3-19-16,0 3-12 0,0-5-16 0,0 5-18 15,0 0-16-15,0 0-14 0,0 0-17 0,0 0-15 16,0 0-1-16,0 0-1 0,1 17-11 0,0-7-5 15,-1 0-2-15,2 2-5 0,-1 1-1 0,2 2-1 16,-2 2-4-16,0 0-2 0,2-2-1 0,-2 2 2 16,2-1-6-16,-2-3 0 0,1 2 2 0,0-3 1 15,1 0-2-15,-1-1-1 0,-1-3-2 0,0 4-1 16,1-3 2-16,0-4-3 0,-2 1 1 0,1-1-1 16,1-1-1-16,-2-1 3 0,0 2 2 0,1-1-3 15,-1-4 1-15,0 3 0 0,0-3-1 0,1 4-2 16,-1-4 3-16,0 3-4 0,0-3 4 0,0 0-6 15,0 0 5-15,0 0-2 0,0 0-9 0,0 0-37 16,0 0-49-16,-11-10-51 0,4 0-56 0,-3-4-212 16,1 0-445-16,0-5 197 0</inkml:trace>
  <inkml:trace contextRef="#ctx0" brushRef="#br0" timeOffset="63716.85">10364 7954 132 0,'-2'-5'275'0,"-1"-1"-7"0,0 1-11 0,3 0-23 15,-1 0-18-15,1 2-24 0,-3-1-19 0,3 4-19 0,-1-5-17 16,1 5-18-16,0 0-30 0,0-5-32 16,0 5-42-16,0 0-41 0,0 0-14 0,0 0 1 15,0 0-20-15,8 10-15 0,-5-6-29 0,4 5-33 16,-6-1-172-16,3 1-331 0,0 1 146 0</inkml:trace>
  <inkml:trace contextRef="#ctx0" brushRef="#br0" timeOffset="64640.54">10728 8128 267 0,'0'0'265'0,"0"0"-23"0,0 0-27 0,0 0-22 16,0 0-23-16,0 0-26 0,0 0-19 0,0 0-15 16,0 0-10-16,4 12-8 0,-4-4-8 0,1 2-9 15,0 0-11-15,2 0-4 0,-3 3-4 0,1 4-7 16,-1-1-5-16,0 0-5 0,0 1-4 0,0 0-2 15,0-2-4-15,0-3-2 0,2-3-3 0,-2 1 1 16,0-2-4-16,1-4 1 0,-1 3 0 0,0-5 1 16,0 3 22-16,0-5 33 0,1 3 39 0,-1-3 40 15,0 0-14-15,0 0-5 0,0 0-19 0,9-8-18 16,-7 2-11-16,3-4-4 0,2-1-14 0,-3-2-12 16,1-2 4-16,2 3-6 0,-1 0-5 0,0 1-9 15,-1 3-4-15,1-1-6 0,-4 3-4 0,2 2-11 16,0-1-5-16,-3 1-19 0,3 0-18 0,1 4-12 15,-5 0-1-15,9 0 3 0,-4 3 2 0,3-1-7 16,3 5-2-16,2-2 6 0,5 2-5 0,-4 3 6 16,5-2 3-16,-2 2 4 0,8 2 1 0,-6-2 11 15,8 1-8-15,0-1 6 0,-4-1-3 0,-1-2-1 16,-2-4-3-16,0 2-2 0,0-3 1 0,-2 1 4 16,-4-3 1-16,-3 0 2 0,2-3 2 0,-3-1 5 15,0-2-2-15,-1-1 28 0,-1-1 9 0,-3-1 2 0,2 0 3 16,-4-4-1-16,1-2-7 0,0-1 2 15,-1-4-4-15,-2-8-5 0,-1 3-3 0,0-6 1 16,1 1-1-16,3-3-3 0,-4 0 0 0,4-2-6 16,-4 3 4-16,4 4 18 0,-3 3 1 0,4 8 10 15,-5 0-2-15,0 4 3 0,4 5-5 0,-3-1-1 16,-1 4-8-16,0 1-5 0,0-1-12 0,0 1-37 16,0 4-12-16,0 0 3 0,0 0-1 0,7 20 16 15,-6-1-6-15,4 7 6 0,-1 6-2 0,1 0 0 16,0 2 5-16,-1-1 5 0,0 1 3 0,1-3 0 15,0 0-1-15,0-1 4 0,1 0 3 0,0-5-3 16,0 0 2-16,-3-8 3 0,2 0 1 0,-1 0 1 16,-2-7 3-16,2-1 0 0,-2 0-2 0,0-3 2 15,0-1 4-15,-2 0-3 0,2-1 4 0,-2-1 4 0,0-3 0 16,1 6-2-16,-1-6 3 0,0 4-2 0,0-4-3 16,1 1 0-16,-1-1-1 0,0 0-1 0,0 0-12 15,0 0-37-15,0 0-75 0,0 0-94 0,-15-9-94 16,6 4-190-16,-1-4-541 0,-3-2 240 15</inkml:trace>
  <inkml:trace contextRef="#ctx0" brushRef="#br0" timeOffset="64851.84">11104 8141 154 0,'-5'2'239'15,"5"-2"-13"-15,-7 1-9 0,7-1-14 0,0 0-19 16,0 0-15-16,0 0-14 0,0 0-15 0,0 0-16 16,0 0-9-16,0 0-14 0,31-4-12 0,-3-1-8 15,8 1-11-15,2 1-31 0,16-6-39 0,-4 3-51 16,1 0-70-16,-13-1-90 0,-2 2-110 0,-4-2-347 16,0 1 153-16</inkml:trace>
  <inkml:trace contextRef="#ctx0" brushRef="#br0" timeOffset="65990.87">11661 8297 14 0,'0'0'208'0,"-4"4"-15"0,4-4-14 16,0 0-14-16,0 0-16 0,0 0-3 0,0 0-13 0,0 0-12 15,0 0-14-15,13-11-8 0,-2 7-11 0,1 0-14 16,2-1-6-16,3 0-13 0,2-3-4 0,-3 1-6 15,4 0-5-15,-3-1 2 0,-2-1-8 0,2 1-3 16,-3-1 5-16,2-1 3 0,-1 1 4 0,-6 1 9 16,1-3-1-16,-1 5 14 0,-1-2 17 0,1 2 4 15,-7 1-2-15,2-1-6 0,0 0-8 0,-1 4-14 16,-2-4-4-16,0 2-8 0,-1 0-4 0,-2 1-7 16,2 3-4-16,-8-5-1 0,3 3-9 0,-8 2 2 15,1 2-7-15,-1 0 2 0,-3 3-1 0,-7 0-3 16,-1 5-1-16,6-3-3 0,-1 3-3 0,3-3-1 15,1 3-7-15,4-2-10 0,2 0-9 0,1 0-12 16,2 3 0-16,2-3 1 0,1 2 1 0,3 1 1 16,4-1 6-16,4 0 4 0,7 1 2 0,2-2 2 15,10 0 2-15,5-1-11 0,1-1-11 0,5-5-11 16,13 1-8-16,2-6-6 0,0 1 3 0,-2-2-1 16,-1-4 1-16,-14 2 3 0,2-2-1 0,-4-2 3 15,-6-1 11-15,1 0 10 0,-5-3 13 0,-6 3 12 16,-5-3 5-16,1 1 30 0,-4 0 27 0,-2-2 11 15,2 1 4-15,-4 1 0 0,-2 3-8 0,-1-2 1 16,-3 2-9-16,0 1-10 0,-3-2-1 0,-1 2-6 16,1 0-5-16,-5 1-8 0,2 2 1 0,-2 1 0 15,-1 0-5-15,-4 4-1 0,3 0-7 0,1 1-1 16,-4 4 0-16,3-1-2 0,1 2-4 0,-2 1-10 16,4 1-15-16,-2 2-4 0,-1 0-9 0,5 1-19 15,-1-1-16-15,2 3-3 0,1 0 10 0,2 1 2 16,1-1 9-16,1 0 4 0,2 0 0 0,1-1 12 15,1-1 1-15,-1-3 4 0,2 1 3 0,0-3-3 16,-2 0 5-16,3-1 4 0,0-3 3 0,-2-1 5 16,4-2-2-16,0-1 0 0,-4 0 13 0,3-2 14 15,-2-2 17-15,1 2 17 0,-2-1 10 0,0-4-1 16,-1 0-6-16,1 0 18 0,1 2 7 0,-3-1 2 16,-2 1 3-16,4 3-6 0,-3-1-4 0,0 1-11 15,1 0-2-15,-2 1-7 0,-1 4-7 0,0-7-8 0,3 6 5 16,-3 1-21-16,1-5-21 0,-1 5-18 15,0 0-7-15,0 0-6 0,0 0-3 0,5 11-1 16,-5-4 3-16,1 3 4 0,-1 1 4 0,-1 6 1 16,1 2 5-16,0 6 0 0,1 2 1 0,-1 1 5 0,3 0 3 15,-1 1 2-15,1 1 8 0,1-3-7 0,1 2 5 16,-1 1-1-16,0-1-2 0,-1-1 3 16,2 0 0-16,-2 0 1 0,1-2 3 0,0 1-1 15,-3-8 1-15,1 7 2 0,0-8-2 0,-2-1-1 0,1-1 3 16,-1-4 0-16,0-2 2 0,-1 2-3 0,1 0-2 15,0-4-3-15,-2-1 4 0,-1 1 0 0,1-1 0 16,-2 0-1-16,2-1 0 0,-2-1 2 16,-1 0 0-16,0-2-2 0,-3 0 2 0,0-1 6 15,1-2-3-15,-6 0-2 0,4 0 2 0,-2-2 6 0,-1-4 3 16,2 0 21-16,-4-4-1 0,1-2 15 0,-1-2 6 16,5-1-2-16,-4-2 6 0,1-7 1 0,1-1-9 15,4-1 7-15,2-1-3 0,3-7-9 0,2 3 2 16,7-4 2-16,-1 2-12 0,3 2-5 0,1-1-3 15,4 3-2-15,4 2-4 0,0-1-2 0,4 4 0 16,-3 2-7-16,0 3-3 0,4 2 2 0,-7 4-4 16,-1 1 2-16,-1 3-4 0,-3 1-2 0,0 1 2 15,-4 2-2-15,2 1-16 0,-3 0-24 0,0 0-30 16,0 3-29-16,-5-3-34 0,-1 4 5 0,0 0-18 16,0 0-25-16,0 0-48 0,0 0-228 0,-5 13-479 15,0-11 213-15</inkml:trace>
  <inkml:trace contextRef="#ctx0" brushRef="#br0" timeOffset="67005.98">12559 8129 106 0,'4'-5'257'0,"1"0"-15"15,-1 1-14-15,1 0-15 0,-1 1-22 0,1-1-21 16,-1 3-16-16,-4 1-21 0,9-1-14 0,-9 1-10 15,10 5-4-15,-1-2-18 0,0 2-5 0,1 4-9 16,0-2-6-16,1 2-6 0,-2 2-7 0,2 1-4 16,-1 0-1-16,-1 2-9 0,-1 0-3 0,-2 2 1 15,-1-4-8-15,-1 0 0 0,0-1-4 0,0 4-1 16,-3-4-2-16,1-2-4 0,0-1 2 0,-2-2-5 16,0-1 2-16,0 1 0 0,0-2 1 0,0 0 10 15,3-1 18-15,-3-3 14 0,-3 5 28 0,3-5 29 16,0 0 19-16,0 0-20 0,0 0 0 0,0 0-20 15,0-15-2-15,0 8-11 0,0 0-4 0,0-5-7 16,0 0-6-16,5-2-12 0,0-3-5 0,0 0-15 0,3 1-9 16,0-1-8-16,2 2-4 0,-1 2-16 15,1 1-24-15,4-1-23 0,-1 3-18 0,5 2-14 16,1 0-10-16,5-1-10 0,5 4-3 0,1 2-10 16,0-1-5-16,0 3-5 0,2 1-9 0,-1 0-14 15,-2 1 11-15,1 0 1 0,-10 0 9 0,-1 1 4 16,-1-2 11-16,-8 1 12 0,3-1 9 0,-4 1 12 15,-4-1 7-15,3-1 18 0,-8 1 11 0,0 0 7 16,6-1 7-16,-6 1 17 0,0 0 14 0,0 0 14 16,-24-3 12-16,12 4 12 0,2-1 6 0,-4 2 1 0,0 0 1 15,-1 3-2-15,-4-1 1 0,2 2-8 16,-2 1 2-16,0 0-7 0,2 2 0 0,-1 2-7 16,3-1-3-16,-2 1-1 0,7-1-4 0,1-1-2 15,-2-3 2-15,4 5-2 0,2-4-4 0,-2-1-3 0,4-1 4 16,-1 0-4-16,1-2 5 0,2 3-1 0,1-6 10 15,-2 5 13-15,2-5 10 0,6 1 1 0,-6-1 7 16,15-3-5-16,-4 0-6 0,1-3-6 16,5-2 1-16,-2 1-4 0,1-1-3 0,0-1-1 0,1 1-6 15,-2-1-4-15,-1 2 0 0,3-1-2 0,-7 3-6 16,1 0 2-16,-2 1-7 0,0 1 2 16,-1 1-3-16,2-1-4 0,-1 3 0 0,0-1 2 0,4 1-5 15,-4 1 4-15,1 2 5 0,0 2-11 16,2-3 1-16,-2 3-2 0,4 0 1 0,-1 1 2 0,1-1-1 15,0 2-1-15,0-2 0 0,3 0 0 0,-1 1-2 16,-5-2-2-16,-5-2 3 0,3 1 2 0,-2 0 0 16,1-2 2-16,0-2-2 0,-8 1 1 0,11-3-1 15,-3-1-2-15,0-2 3 0,-1-1-4 0,-3-2 2 16,1-2-1-16,-1 0-1 0,4-5 1 0,-3-2 4 16,1-1 0-16,-3-1-1 0,2-7-1 0,0-1 1 15,-1-5 4-15,0 3-3 0,0-2 9 0,1 0 15 16,-2 3 17-16,3 6 26 0,-5 0-3 0,0 5 12 15,2 4 5-15,-2 2 3 0,-1 2-7 0,1 2-5 16,1 1-10-16,-2 1-2 0,0 0-9 0,1 3-5 16,-1-1-12-16,0 4-3 0,0-8-12 0,0 8-15 15,0 0-4-15,0 0-7 0,0 0 2 0,2 13 9 16,-2-2 2-16,0 6-15 0,2 0 5 0,-1 9-6 16,-1 2 3-16,1 2 1 0,1 2-6 0,-2 2 8 15,-3-5-4-15,3 4 5 0,0-1 1 0,-1-2 0 16,1-2-10-16,0-1 15 0,1-8-5 0,-1 1 0 15,0-2 0-15,3-2 4 0,-3-5-7 0,1 1 5 16,-1-3-3-16,0-1 4 0,0 0 0 0,2-3-1 16,-2-2 6-16,0 2-1 0,0-1 7 0,0-4 28 15,3 5 12-15,-3-5 5 0,1 3-4 0,-1-3-1 16,14 0-4-16,4-2-9 0,11-4-4 0,7-2-30 16,18-3-66-16,1-3-92 0,4-1-112 0,2-4-448 15,31-11-768-15,-8-2 340 0</inkml:trace>
  <inkml:trace contextRef="#ctx0" brushRef="#br0" timeOffset="74072.92">5433 10447 8 0,'0'0'142'0,"-4"0"1"15,4 0-11-15,0 0-14 0,0 0-5 0,0 0-12 16,0 0-10-16,0 0-13 0,0 0 4 0,0 0-9 15,0 0-7-15,0 0-6 0,0 0-3 0,-4-3-8 16,4 3-4-16,0 0-10 0,0 0 1 0,0 0-7 16,0 0 2-16,0 0-4 0,0 0-12 0,0 0 5 15,0 0 5-15,0 0-5 0,0 0-3 0,0 0 0 16,0 0 0-16,16 0-5 0,-11-4 3 0,3 3 3 16,-1-3-4-16,2 2 3 0,1-2-6 0,-1 0 0 15,3-3 0-15,-1 2-10 0,-1-1 8 0,-1-1-2 16,3-2 9-16,-2 3 4 0,-1-2 0 0,-3 0 3 15,3 1-1-15,-4 0 6 0,3-1-3 0,-4 1 9 16,-3 3 4-16,3-2-2 0,-4 0 1 0,1-1-5 16,-2 1-2-16,0 0-2 0,-3 2-1 0,0 0-9 15,-5 3-1-15,-4-2-1 0,-1 4-1 0,-5-1-4 16,-1 3 1-16,-9 4-5 0,-1 0 5 0,-1 3-5 16,-1 3-4-16,-5 1 2 0,-8 7 0 0,2 1 0 15,0 2-3-15,-1 3 2 0,13-8-1 0,3 4-3 16,0 0 0-16,3 3 3 0,2 1 2 0,0 1-2 15,6 2 3-15,3-1-3 0,1 2-1 0,4 1 4 16,4-1-8-16,5-3 4 0,0-1 0 0,4 1 2 16,1-3 1-16,8 1 1 0,5-4 0 0,5 2-1 15,7-5 2-15,18 4 0 0,4-8 3 0,8-4 1 0,4-6-2 16,29-5-2-16,-30-4 1 0,2 0-2 16,0-3 0-16,-1 0-1 0,-5-4 1 0,-3 2-5 15,-2-4-4-15,-17 2-5 0,-2-3 2 0,-1 0 1 16,-5-1 1-16,-2 2-2 0,-4-3 2 0,-8 4 1 0,-3 0-3 15,-3 2 16-15,-2-1 11 0,-3 3 3 16,-1-2 4-16,-2 0-4 0,-2 3-3 0,-3 0-4 16,-1 0-1-16,-6 2-4 0,-1 2-2 0,-5-2 1 15,-2 3-2-15,-4 4-4 0,-4 3 1 0,-2 0-2 0,1 3 2 16,0 1-3-16,-3 3 3 0,6-2-3 16,3 4-3-16,4 0-1 0,0-1 4 0,4-1-4 0,4 1 1 15,0 2 0-15,2 2 0 0,4-5 1 16,1 3-2-16,5-2 1 0,3-2 4 0,0 2 1 15,8-4-2-15,5 0 3 0,9-1-3 0,3-1 1 0,6-6-2 16,2-3 2-16,13-4-6 0,-13-1-6 0,0 0-3 16,-2-2-10-16,-2-1-3 0,2-3-4 15,-5-1-1-15,-5-1-3 0,-7 3 5 0,1-7 2 16,-8 7-1-16,-3-3-1 0,-1-2 7 0,-7 3 9 0,-1-3 2 16,-1 5-2-16,-8-5-6 0,-1 2 11 0,-3 1 0 15,-2 2-3-15,-3 4 2 0,-9-4-1 0,7 7-5 16,-2 1 2-16,-6-1 3 0,-2 5 2 0,7 0-1 15,-3 7 0-15,5-4 1 0,1 4-1 0,1 3 1 16,3-3-12-16,1 4-14 0,6-2-27 0,1 0-22 16,3 1-42-16,1 1-202 0,4 0-350 0,4-5 155 15</inkml:trace>
  <inkml:trace contextRef="#ctx0" brushRef="#br0" timeOffset="74921.97">6378 10729 230 0,'0'0'281'16,"0"0"-31"-16,4-2-29 0,-4 2-21 0,0 0-28 16,0 0-18-16,0 0-16 0,5 3-17 0,-5 5-9 15,2 0-15-15,1 1-11 0,-3 3-7 0,0 4-9 16,3 1-5-16,-4 2-8 0,1-2-5 0,0 3-3 15,0 1-8-15,0-4 1 0,1-1-11 0,-1-4 1 16,1 1-5-16,1-2 1 0,-1-2-5 0,-1-3 1 16,0 0 0-16,0-1-4 0,1-1 17 0,-1-1 27 0,1 0 35 15,-1-3 29-15,0 0-9 0,0 0-11 0,8-8-12 16,-3-1-11-16,3-1-10 0,2-5-5 16,-1 1-8-16,-2-1-4 0,5-2-11 0,-3 1-4 15,4-1-3-15,-4 4-6 0,-3 1 0 0,2 4-6 16,-3-1-6-16,0 5 0 0,-1-1-5 0,0 0-4 0,-3 1-5 15,3 1-3-15,-4 3-16 0,4-4 0 16,-4 4 5-16,0 0-2 0,9 9 0 0,-4-5-4 16,1 4-5-16,-1 3-1 0,0-1 4 0,3 4 2 15,0 0-1-15,-2 1 7 0,3-1-1 0,-4-6-2 0,1 3 2 16,1-2 0-16,-2-1 6 0,-1-3-7 0,-1 0 20 16,0-1-4-16,0 0-8 0,0-1 15 15,-3-3 19-15,6 0-4 0,-6 0 4 0,7-7-7 16,-3 3-9-16,2-2 5 0,0-4 2 0,1-1-6 15,1-1-5-15,1-3 1 0,0 1-2 0,0-4-3 0,0 4 0 16,0-3 1-16,1 0-3 0,-1 5-1 0,-1 0 2 16,-3 4-4-16,2-1 0 0,-1 2-5 0,-4 2 0 15,2 0-8-15,0 5-3 0,-2-1-3 16,-2 1-8-16,11 1-1 0,-6 1 3 0,0 3-2 0,3 1-4 16,3 1 5-16,-2 2-3 0,4 1-1 0,2 1-5 15,3-1-9-15,-1 2-6 0,3-3-9 0,-2-1-8 16,4 1-12-16,-2-5-12 0,-1 3-17 0,0-2-8 15,-1-2-1-15,-2-2-1 0,-3-2 4 16,0-1 13-16,-1-4 2 0,-1-1 8 0,-2 0 13 0,-1-4 3 16,1-2 14-16,-3-3 44 0,1 0 28 0,-6-2 9 15,3-1-4-15,0-6-3 0,-3 2-5 0,2-1 11 16,-2-3 5-16,-1-1-3 0,0 2 9 0,0-3 18 16,-1 4 14-16,2 5 17 0,-2 3 19 0,2 5 4 15,-1 2-13-15,-1 1-8 0,1 3-14 0,0 0-10 16,1 1-8-16,-1 0-29 0,0 5-11 0,0 0-4 15,0 0-6-15,0 0 3 0,4 24 1 0,-2-7-2 16,1 9-4-16,-2 3 0 0,3 2 1 0,-3 4 3 16,3 11-4-16,1 2 4 0,-1-4-3 0,0-8-2 15,1-2 3-15,-1-3-2 0,1-1-1 0,0 1 2 16,-1-5 1-16,1-3-6 0,-1-5 6 0,-1-3-2 16,0-3-1-16,0-2 5 0,-2 1-7 0,0-5 2 15,0 1-4-15,-1-2 5 0,2-1 1 0,-1 1-1 16,0-2 1-16,-1-3-2 0,2 3 0 0,-2-3 1 15,0 0-27-15,0 0-28 0,0 0-60 0,-8-12-159 16,4 1-268-16,-3-3-584 0,4-5 258 0</inkml:trace>
  <inkml:trace contextRef="#ctx0" brushRef="#br0" timeOffset="75471.75">7239 10592 116 0,'0'0'217'15,"0"0"-27"-15,0 0-24 0,0 0-15 0,4-4-15 16,-4 4-14-16,0 0-8 0,15 9-8 0,-6-4-5 16,3 3-6-16,4 0-14 0,0 2-6 0,1 1-8 15,-2-2-7-15,-1 3-3 0,-1 0-9 0,0-1-4 16,-3-1-6-16,-2 4-7 0,-3-6 1 0,0 4-7 16,-5 0-4-16,0-2-2 0,-5 3-1 0,-6 1-2 15,-2-1 2-15,-9 3-4 0,-3-3 1 0,-1-2 1 16,0 0 2-16,-1-2 1 0,6-3 6 0,1-1-4 15,0-1 0-15,2 0-2 0,4-1-3 0,1-3 2 16,6 3-3-16,-1-2 6 0,0-1 0 0,3 2 2 16,5-2 0-16,0 0-3 0,-9-3-1 0,9 3-3 15,14-9-5-15,-1 6 2 0,5-3-4 0,2 0-6 16,7-4-21-16,1 4-14 0,2-6-5 0,-1 2-1 0,-2 1-3 16,1-4 0-16,0-1 0 0,2 2 1 15,-5-5 7-15,1 2 4 0,-5-2 4 0,2 1 2 16,-4-2 2-16,-6 2 7 0,5-4 10 0,-9 4 6 15,0-1 12-15,0-1-6 0,-4-9 10 0,-1 9 22 16,1 0 13-16,-2 1 7 0,-2-2 27 0,-1 4 11 0,0 2-8 16,-1 2 8-16,1 2-2 0,0 1-11 0,-3 2-12 15,3 2-4-15,0-2-9 0,0 1-10 16,0 5-4-16,-1-4-7 0,1 4-7 0,0 0-4 16,-4 13 0-16,3-5-8 0,-2 6-2 0,2 4 0 0,-2 5-4 15,3 6 1-15,-1-2-2 0,1 4-3 0,1-1-4 16,3-1 4-16,-4 2 0 0,4-3-3 15,1-5 1-15,-1 6 9 0,0-9-11 0,-3-3 3 16,4 0-4-16,-1-1 0 0,-2-5-8 0,1 0-30 0,-3-1-10 16,6-3-13-16,-3-1-3 0,0 0-17 0,-2 0-22 15,3-3-41-15,1-1-57 0,-5-2-44 0,7-1-185 16,-1-3-459-16,-3-2 204 0</inkml:trace>
  <inkml:trace contextRef="#ctx0" brushRef="#br0" timeOffset="76088.64">7718 10819 127 0,'0'0'134'0,"0"0"-4"0,0 0-6 0,0 0-15 16,0 0 3-16,0 0-9 0,0 0-1 0,6 5 10 16,-6-5 4-16,14-2-2 0,-5-1-4 0,5-1-11 15,5-1-9-15,2 0-6 0,-1-3-6 0,-2 1-9 16,1-2-7-16,1 2-1 0,-1-3-14 0,-2-2 5 15,1 1-7-15,0 0-6 0,-5-1 1 0,-3 5 7 16,-1-3 11-16,0 5 13 0,-5 1-4 0,2-2-7 16,-2 2-11-16,0-1-1 0,-3 2-10 0,2-2-6 15,-3 5-4-15,0 0-6 0,-8-5 0 0,3 5-1 16,-8 1-4-16,0 3-3 0,-2 1 2 0,-3 2-3 16,-1 1-6-16,1 2 0 0,3 1 0 0,0 3 0 15,3-1-5-15,0 1 1 0,1 2-4 0,5-2 3 16,-1 1 0-16,2 0-3 0,5-2-1 0,0-1 1 15,6 5-2-15,2-5 2 0,5 2 1 0,2-4 6 16,4-3-5-16,2-3-2 0,8 4 0 0,2-5-2 16,1-4-5-16,4-1-4 0,-3-2-5 0,-4-3 4 15,1-1 1-15,-5-3 0 0,-2-4 5 0,0 2 1 16,-4-3-2-16,1-3 5 0,-5-2-2 0,-5-1 9 16,2-3 7-16,-5 7 15 0,1-5 18 0,-3-5 1 15,-1 1-14-15,-3-3-1 0,-2-1-4 0,1 2 4 16,-3 0 10-16,2 4 13 0,-1 6 0 0,-2 0-4 15,1 4-1-15,2 5-5 0,-3-2-5 0,-1 3-1 16,5 4-7-16,0-2-4 0,-1 4-6 0,1 3-6 16,-3-1-3-16,3 1 1 0,-6 11-2 0,1-1-2 15,1 6-4-15,0 2 0 0,0 6 4 0,-1 4-1 16,1 1-4-16,4 3 0 0,0-1 0 0,0-1 3 16,3 1 0-16,-2-3-7 0,4 1 12 0,0-6-11 15,-2-3 0-15,-2-4 1 0,4-1-2 0,-5-3 0 16,4 0-1-16,-4-6 5 0,4 1-4 0,-5-2 4 15,2 0 1-15,-1-1 2 0,0 0-3 0,1-1-4 16,-1-3-1-16,0 5 4 0,0-5-4 0,0 0-16 0,0 0-21 16,0 0-26-16,0 0-53 0,0 0-104 15,-10-15-287-15,6 5-552 0,0 2 245 0</inkml:trace>
  <inkml:trace contextRef="#ctx0" brushRef="#br0" timeOffset="76338.22">8111 10619 111 0,'0'0'162'0,"-4"2"-8"0,4-2-15 0,0 0-6 0,0 0 2 16,19 0 4-16,-2-2-19 0,2 1-8 0,13 0-11 15,4-4-19-15,-1 3 7 0,3-2-12 16,-2 3-4-16,-2-4-11 0,-5 2-6 0,1 2 3 0,-11 1-15 15,-5-2-3-15,-2 0-5 0,-1 2-2 0,-5-2-7 16,0 4-6-16,-6-2 2 0,7-2-9 0,-7 2-3 16,7-1-14-16,-7 1-3 0,0 0-11 0,0 0-33 15,0 0-39-15,0 0-36 0,-21 7-170 0,11-6-318 16,4-1 141-16</inkml:trace>
  <inkml:trace contextRef="#ctx0" brushRef="#br0" timeOffset="76690.75">8553 10767 188 0,'0'0'211'15,"0"0"-3"-15,0 0-8 0,0 0-13 0,0 0-10 16,0 0-17-16,0 0-9 0,14-3-9 0,-2 0-16 15,-2-2-4-15,9 0-6 0,-5 0 1 0,4-4-9 16,-1 1-9-16,1-3-4 0,-3 3-5 0,-1-2-5 16,-5 4 3-16,1-2 15 0,0 0-9 0,-3 4-3 15,-2-1-11-15,-1 0-7 0,-2 1-7 0,0 1-11 16,-2-2-5-16,0 5-8 0,-5-5 5 0,-1 3-16 16,-1 2-2-16,-6 2-6 0,-5 3 2 0,-1 3-5 15,-8 6-7-15,0 1 2 0,5 2-8 0,1-1 0 16,6-3 5-16,3 3-9 0,2 1 2 0,1 3 0 15,6-3-1-15,6 2-1 0,6 3 4 0,9 0 3 16,9-1-11-16,7-6 1 0,21 0-39 0,4-1-65 16,3-7-96-16,2-4-341 0,1-8-587 0,-1-4 260 15</inkml:trace>
  <inkml:trace contextRef="#ctx0" brushRef="#br0" timeOffset="77590.56">10203 10317 96 0,'5'-6'216'0,"-1"2"-14"15,1-1-11-15,0 0-8 0,-1 1-2 0,0 0-14 16,-2 0-6-16,4 1-7 0,-4 2-16 0,-1-1-12 0,-1 2-14 16,5-4-11-16,-5 4-13 0,3-4-6 0,-3 4-8 15,0 0-13-15,0 0-4 0,0 0-9 16,-14 11-6-16,4-1 0 0,-7 0-6 0,-2 7-3 16,-8 2-3-16,4-2-3 0,0 2-1 0,1-2-8 0,1 2 4 15,0 0-5-15,8-4 0 0,1 0-6 0,4-1 3 16,-1 2-4-16,4-2-1 0,0-2-1 15,1 0 2-15,4 0-2 0,0 0-5 0,5 0 2 16,4 0 1-16,3 0 6 0,4-2-4 0,3-1-4 0,8 2 1 16,5-2-1-16,0 1 1 0,0-2-4 15,4 1 2-15,-3 0 3 0,-1-2-2 0,-3 3-2 16,-2 0-2-16,-5-3-4 0,-7 3-9 0,-2-2-7 16,-4 1-4-16,1-3-2 0,-6 3 1 0,-3-3 4 0,-2 1-1 15,-3 3 11-15,-10 0-4 0,-3 0 5 0,-7 2 1 16,-3 0-4-16,-2-5 6 0,-2 0 1 0,2 0 0 15,2-2 1-15,-1 0 5 0,0-2-1 0,6 1-1 16,3-2 0-16,-1-1 1 0,3 2-1 0,3-3 2 16,4 1 2-16,-2 0-4 0,5 1 2 0,0-4-2 15,7 2-26-15,-9 0-41 0,9 0-83 0,-2-6-247 16,2 6-432-16,9-6 193 0</inkml:trace>
  <inkml:trace contextRef="#ctx0" brushRef="#br0" timeOffset="78003.42">10843 10580 93 0,'-5'2'197'0,"1"3"-22"0,-2-2-1 0,-6 4-17 15,3 1-14-15,0 1-15 0,-1 3-13 0,0 2-14 16,1 1-13-16,-1 2-4 0,2-3-7 0,0 1-7 16,3 6-6-16,3-6-12 0,0 2-2 0,2-2-2 0,3-3-5 15,1 0-1-15,0 0-9 0,2-3 1 16,2-4 1-16,3 3-4 0,2-3 0 0,1-1-4 16,4-1 1-16,1-6-6 0,4 3 4 0,-4-7 1 15,3 2 2-15,-4-2 4 0,-1-3 7 0,-1 1 23 16,-7 1 26-16,0 1 22 0,1-2-8 0,-6-3-14 0,1-1-8 15,-1 2-8-15,-4-4-4 0,0-2-6 16,-2 0-10-16,-4 0-3 0,-4 2-8 0,0 1-10 16,0 1-1-16,-4 1-8 0,1 3 5 0,-4 0-12 0,2 3-4 15,-3 1-6-15,4 3-16 0,-4-3-11 0,5 5-16 16,-1 3-26-16,4-3-25 0,2 3-29 0,2-2-30 16,-3 4-36-16,4-2-53 0,-1-3-170 15,4 4-438-15,2-4 194 0</inkml:trace>
  <inkml:trace contextRef="#ctx0" brushRef="#br0" timeOffset="78357.48">11127 10385 69 0,'0'-7'356'0,"0"1"-10"16,0 0-19-16,0 1-22 0,-3 1-30 0,3 0-27 15,0 4-26-15,-1-6-28 0,2 2-26 0,-1 4-31 16,0 0-24-16,0 0-18 0,0 0-10 0,0 0-10 16,5 21-10-16,-3-8-5 0,0 4-8 0,1 7-4 15,-1 4-5-15,0-2-5 0,0 3 9 0,1-1-14 16,-1 1-8-16,1-2 1 0,0 0-5 0,-2 0-2 16,4-2 0-16,-1-6 2 0,-1-1-5 0,1-1 0 15,-1-3 8-15,1 0-12 0,-2-4-6 0,2 1 4 16,-4-5 2-16,4-1 0 0,-3 1-1 0,2-1-1 15,-3-1 3-15,0-1 2 0,2 1 2 0,-2-4 13 16,0 3 4-16,0-3 3 0,0 4-4 0,0-4-7 16,0 0-3-16,2 3 2 0,-2-3-8 0,0 0-4 15,0 0-4-15,0 0-26 0,0 0-36 0,0 0-34 16,0 0-44-16,0 0-41 0,0 0-30 0,0 0-37 16,-7-13-270-16,3 6-552 0,4-2 245 0</inkml:trace>
  <inkml:trace contextRef="#ctx0" brushRef="#br0" timeOffset="79003.98">11450 10579 251 0,'0'0'229'0,"0"0"-25"15,0 0-24-15,0 0-17 0,4 9-19 0,-8-3-9 16,4 2-17-16,-4 1-9 0,0 3-12 0,3 1-10 15,-3 3-5-15,0 1-8 0,3 0-8 0,-1-2-8 16,-1 2-3-16,2-5-10 0,2-1-2 0,2-5 2 16,-1 2-6-16,-2-2-5 0,1 0 0 0,2-1 1 15,0-3 16-15,0 0 3 0,4-2 0 0,-7 0 2 16,14-7-1-16,-8 2 0 0,2-3-2 0,1-1 4 16,1-5 10-16,-5 4-5 0,6-3-5 0,-1-3-8 15,-7 4 0-15,5-5-7 0,-3 7-5 0,2-1-6 16,-1 2 0-16,-1 2-3 0,-1 1-3 0,0 1-4 15,-2-2-1-15,0 2-2 0,0 1-9 0,2 0-8 16,-4 4-5-16,8 0-1 0,-8 0-2 0,9 7 7 16,-5-4-6-16,3 2 0 0,1 2-1 0,1 0 3 15,1 1-2-15,0 1 5 0,8-1-4 0,-4 1 4 16,4 0 0-16,1 0 2 0,1-1-1 0,4 4 2 16,-4-7-2-16,-2 2 4 0,1-4-6 0,2 1 0 15,-1-4-1-15,-1-3 2 0,-1 0-2 0,-1-2-1 16,-2-3 0-16,-1-1 3 0,-1-2-2 0,-3 0 0 15,0-3 2-15,-3-1 0 0,0-2 3 0,0-2-5 16,-2-4 2-16,-1-5 1 0,-3 1-2 0,0-2 0 16,2-2-1-16,-2-4 3 0,-2-1-3 0,2 0 5 15,-2 1 12-15,1 2 9 0,-3 4 17 0,3 4 9 16,0 7 7-16,-1 8-3 0,2-3 6 0,-1 8-10 16,0-3-9-16,0 3-10 0,0-2-16 0,0 5-14 15,0 2 1-15,0 0 2 0,2 15-2 0,-2 2 2 16,-2 8-3-16,2 5 3 0,-1 1-3 0,1 3 0 15,-1 2-3-15,1-1 6 0,1 0-5 0,0-1 7 16,2 0-3-16,-2-3-2 0,4-4 0 0,-1 2 14 0,0-3-10 16,0-1-5-16,-2-8 16 0,2 0-14 15,0-1-3-15,-3-3 0 0,2-1-10 0,-2-4-12 0,2 0-17 16,-2-2-14-16,1-4-4 0,-2 5-6 16,2-3-2-16,-1-2-11 0,-1-2-22 0,0 4-22 0,0-4-17 15,0 0-102-15,0 0-208 0,-4-17-487 0,3 5 215 16</inkml:trace>
  <inkml:trace contextRef="#ctx0" brushRef="#br0" timeOffset="79201.75">11892 10524 59 0,'0'0'204'16,"-9"0"1"-16,9 0-3 0,0 0-15 0,-6 0-14 15,6 0-18-15,0 0-17 0,24-5-14 0,-5 5-11 16,17-5-10-16,1 2-15 0,19-3-6 0,2 3-13 16,1-2-17-16,-3 1-41 0,-5 1-49 0,-11 1-59 15,-6-1-208-15,-3-2-331 0,-11 1 146 0</inkml:trace>
  <inkml:trace contextRef="#ctx0" brushRef="#br0" timeOffset="79563.67">12563 10490 83 0,'1'-2'369'0,"-1"2"-20"15,4-5-25-15,-4 2-24 0,0 3-22 16,3-4-30-16,-3 4-29 0,0 0-17 0,1-3-26 16,-1 3-21-16,0 0-28 0,0 0-15 0,0 0-13 0,9 10-9 15,-5-4-10-15,-3 0-12 0,4 6-5 0,-1-3-10 16,3 6-6-16,-2-3-7 0,0 5-3 0,0-6-3 16,-4 3 2-16,4-3-10 0,-2 4-6 0,-2-3-3 15,2 1-7-15,-1-2-5 0,-2-1-8 0,1 1-15 16,1-2-2-16,-4 0 1 0,2-2-7 0,0-1-2 15,2 1 0-15,-1-3 5 0,-2-1-3 0,1-3-7 16,0 0-17-16,0 0-35 0,0 0-74 0,-12-10-69 16,3 1-260-16,-1-7-526 0,0 2 232 0</inkml:trace>
  <inkml:trace contextRef="#ctx0" brushRef="#br0" timeOffset="79721.19">12517 10251 113 0,'-2'-7'250'0,"2"2"-13"0,2-2-23 0,-4 3-18 16,4 0-20-16,-4 2-17 0,2 2-15 0,0-8-19 16,2 5-11-16,-2 3-18 0,12 0-18 0,-12 0-23 15,12 5-30-15,1 1-48 0,0-1-44 0,1 3-73 16,4-2-152-16,-2 4-317 0,1-1 140 0</inkml:trace>
  <inkml:trace contextRef="#ctx0" brushRef="#br0" timeOffset="80187.92">13087 10451 39 0,'0'0'194'0,"0"0"-16"0,0 0-9 0,0 0-9 15,0 0-19-15,0 0-14 0,0 0-8 16,0 0-16-16,0 0-10 0,0 0-10 0,0 0-9 0,-15 6-11 16,5-1-5-16,-1 0-2 0,-4 4-7 0,-3-1-4 15,3 1-5-15,-2 0-4 0,-1 1 1 0,4 2-2 16,-2-2-1-16,3 2-8 0,-2 0-3 0,4-2-6 16,1 2 6-16,1 0-4 0,1-2 0 0,5 2-1 15,-1 0-5-15,1-3 4 0,3 1-2 0,1 0-3 16,5-1 5-16,3-1-1 0,6 2-3 0,3-3-1 15,11 0-4-15,1-2 6 0,4-5-6 16,2 2 5-16,-6-5-3 0,0-1 0 0,-3 0-4 0,2-2 6 16,-10 1-6-16,-1-2 7 0,-1-2 31 0,-6 4 20 15,2-3 12-15,-4-1-7 0,-4 1 7 0,4-1-8 16,-4-3-5-16,-2 3-7 0,-2-2-7 0,-1-3-4 16,-1 1-9-16,-6-3-2 0,1 1-4 0,-3 5-6 15,-1-4-4-15,-2 4-3 0,-3-2-2 0,-2 5-3 16,3 0-3-16,-4-1-1 0,6 4-5 0,-1 2-17 15,-1 1-21-15,2 1-27 0,0-1-27 0,-1 3-32 16,2 3-28-16,0-4-58 0,2 3-199 0,3 0-439 16,3-2 193-16</inkml:trace>
  <inkml:trace contextRef="#ctx0" brushRef="#br0" timeOffset="80538.97">13446 10488 168 0,'3'-3'287'0,"-3"3"-26"0,0 0-26 0,0 0-24 16,5-1-23-16,-5 1-21 0,0 0-17 16,0 0-14-16,5 6-14 0,-2-2-12 0,-3 3-11 15,-3-1-14-15,3 5-6 0,-1-1-10 0,-2 4-2 16,3-1-5-16,-1-4-9 0,-2 6-3 0,3-5-4 15,-1-2 0-15,1 1-9 0,1-1-6 0,-1-3-1 16,0 0-4-16,0 1 2 0,0-3 12 0,0 0 12 16,0-3 8-16,0 0-3 0,8 0-3 0,-8 0 10 15,15-5 6-15,-11 2 12 0,5-2 5 0,1-1-13 16,-1-1-1-16,-1 1-6 0,1-1-8 0,1 4-9 16,-2-4-2-16,-3 2-7 0,0 2-7 0,1 2-4 15,1 0-9-15,-7 1-4 0,14 2-2 0,-3 1-1 16,-2 3-5-16,1 2-5 0,4 1-22 0,2 3-19 15,-1 0-37-15,-2 4-50 0,1-4-77 0,-5-1-385 0,0-5-633 16,1 2 280-16</inkml:trace>
  <inkml:trace contextRef="#ctx0" brushRef="#br0" timeOffset="81986.75">15261 10235 101 0,'-2'-6'185'0,"1"1"-3"0,1 0-11 16,0-2 3-16,0 2 0 0,-1 3-11 0,1 2-11 15,0-8-15-15,1 5-14 0,-1 3-16 0,0 0-10 0,-1-4-16 16,1 4-12-16,0 0-8 0,0 0-3 0,6 13-4 15,-1-4-9-15,-1 3-9 0,0 3-3 16,0 2-3-16,2 0 0 0,-2 3-6 0,4-2 0 16,-1 5-2-16,1-5-4 0,2 4 1 0,1-3-4 0,-4-2 4 15,7-2-2-15,-4 0-2 0,3-1-2 0,-4-4-1 16,0-2 1-16,0 0-6 0,1 0 3 16,3-6 2-16,0 2-4 0,0-4 1 0,-2 0 0 15,3-4 0-15,-4 0-2 0,3-4-1 0,-3 1 5 0,1-5 3 16,1-3 0-16,-1 0-4 0,1-7 3 15,-1-2-2-15,0 1 0 0,-2 1-2 0,-4 5 5 16,0-2 8-16,-1 2-1 0,1 2 0 0,-2 5 19 16,-2-2-3-16,2 4-1 0,-2 1-5 0,-1 0-3 0,0 3-4 15,1-1-7-15,3 3-6 0,-4 2-20 0,1-4 0 16,-1 4-4-16,0 0 12 0,3 15-7 0,-3-1 3 16,0 4-3-16,5 7 2 0,-4 3 1 0,-1 4 1 15,3-1 2-15,-2 5-2 0,2 0 1 0,1 8 2 16,-2-8 2-16,6 12-2 0,-2-13-3 0,2 13 3 15,-2-12 2-15,5 10 0 0,0-1 2 0,-3-11-3 16,3 1 1-16,-2-3-1 0,0 2 3 0,2 0-3 16,-4-2 2-16,0-2-3 0,1 2 0 0,-3 0 6 15,0-1-7-15,-5-5-3 0,2 1 8 0,-2-3-4 16,-2-3 0-16,-3-4-3 0,0 0 1 0,0-2 1 16,1-3 0-16,-4-1-1 0,-3 1 1 0,1 2 2 15,-1-2-1-15,-1-5 1 0,-2 3-3 0,-2-3 3 16,0 1-1-16,-1-3 0 0,2 0 3 0,1-1-3 15,2-4 6-15,4 3 1 0,-3-3 7 0,6 0 11 16,-3 0 16-16,1-3-1 0,-1 1 16 0,-1-3 7 16,0-5-8-16,-5 2-7 0,0-7-1 0,-3-6 6 15,1-2-22-15,-2-6-12 0,2-5-14 0,1-12-4 16,1-3-2-16,5-5-2 0,4 0 3 0,4 1 0 16,2 0-2-16,7-2 5 0,3 7-1 0,1 12 4 15,2 2 5-15,1 0 6 0,0 2 6 0,3 3-2 16,0 6-2-16,0 0 1 0,1 0-3 0,0 3-4 15,-3 8 0-15,-4-3-1 0,4 6-4 0,-7 1 0 16,1 1 0-16,-2 0-3 0,-2 3-1 0,4-1 10 16,-6 2-11-16,-1 0-1 0,1 1-2 0,-2-2-11 15,-2 4-24-15,3-3-25 0,-3 3-32 0,0 0-1 16,0 0 5-16,0 0-37 0,0 0-32 0,4 7-34 16,-7-2-255-16,3-5-484 0,-4 7 214 0</inkml:trace>
  <inkml:trace contextRef="#ctx0" brushRef="#br0" timeOffset="83034.27">16361 10478 42 0,'0'0'113'0,"0"0"-5"15,0 0-14-15,0 0 4 0,0 0 3 0,-8 0-7 16,8 0-8-16,0 0 0 0,0 0-2 0,0 0 1 16,0 0-10-16,0 0-9 0,22-2-2 0,-4 2-10 15,3-2-1-15,10 0-13 0,1 2 1 0,0-3-7 16,4 5-5-16,0-4-34 0,-4 1-40 0,2 0-68 15,-6-2-101-15,3 1-233 0,-12 0 103 0</inkml:trace>
  <inkml:trace contextRef="#ctx0" brushRef="#br0" timeOffset="83195.89">16463 10648 173 0,'-4'3'207'0,"4"-3"-18"0,0 0-22 0,0 0-17 16,27 1-17-16,4-2-9 0,3-2-14 16,19-2-25-16,0 2-44 0,2 2-71 0,-4 0-196 15,-11-3-243-15,-2 3 108 0</inkml:trace>
  <inkml:trace contextRef="#ctx0" brushRef="#br0" timeOffset="84320.86">17563 10611 45 0,'0'0'147'16,"0"0"-24"-16,0 0-8 0,0 0-16 0,0 0-7 15,0 0-8-15,0 0-13 0,0 0-4 0,0 6-9 16,0-6-2-16,3 1-9 0,-3-1-4 0,1 4 0 15,-1-4-4-15,0 0 4 0,0 0 9 0,4 2 10 16,-4-2 21-16,0 0 20 0,0 0 16 0,0 0 15 16,0 0-12-16,0 0-14 0,4-10-11 0,-3 3-7 0,3-3-10 15,1-2-8-15,0 1-6 0,0-7-10 16,3-2-3-16,2-6 0 0,0 0-7 0,4-3 1 16,-1-3-3-16,2-1-6 0,7-10 2 0,-9 10-9 15,4 1-1-15,-2-1-2 0,-1 3 5 0,-4-1 5 0,-2 11-1 16,-3 6 9-16,1 2-7 0,-2 2-1 15,0 0 5-15,-3 5-11 0,3-1-22 0,-1 3-20 16,-2 1-8-16,-1 2 0 0,5 9-1 0,-1-1 2 16,2 7 5-16,2 8 2 0,-3 6-4 0,2 3 2 15,-4 0 4-15,5 4 1 0,-3 0-3 0,2-2 10 0,0 1-8 16,-3-1 0-16,4-1 5 0,-2-2 0 16,-1-5 0-16,-1 1-2 0,0-8 3 0,0 1 0 15,1-4 4-15,-3-3-4 0,1-3 1 0,-2-1 0 0,0-2 1 16,1 0-1-16,0-2 3 0,-2-2-1 0,2 2 1 15,-2-1-1-15,0-4-1 0,0 5-3 0,0-5 3 16,0 0-2-16,0 0-29 0,-4 3-48 0,4-3-48 16,0 0-24-16,-14-5-30 0,9 0-216 0,-2 0-431 15,3 0 191-15</inkml:trace>
  <inkml:trace contextRef="#ctx0" brushRef="#br0" timeOffset="84595.59">17539 10556 105 0,'0'0'196'0,"-7"0"-22"16,7 0-13-16,0 0-16 0,0 0-24 0,22-5-4 15,0 4-10-15,10-5-9 0,4 4-12 0,3-5-10 16,15 1-4-16,4-1-10 0,-1 0-4 0,-1 3-10 15,-16 0-3-15,-3 2-4 0,-1 0-5 0,-4 0 1 16,-12 1-9-16,-1-1-3 0,-1 2-5 0,-8 0-9 16,1 0-1-16,-5 0-13 0,0-1-9 0,-6 1-9 15,0 0-9-15,0 0-18 0,0 0-25 0,0 0-23 16,0 0-36-16,-23-2-112 0,12 0-265 0,-1 2 117 16</inkml:trace>
  <inkml:trace contextRef="#ctx0" brushRef="#br0" timeOffset="85470.21">18531 10152 140 0,'0'0'131'0,"-8"0"-13"16,8 0-9-16,0 0-15 0,0 0-4 0,0 0-12 15,0 0-8-15,0 0-19 0,25 0 11 0,-9-1-12 16,3 0 1-16,4-2-2 0,5 0-5 0,4 1-12 16,3-2-2-16,0 1-2 0,1-2-2 0,4 0 3 15,-1 1-9-15,1 0 5 0,-5-1-4 0,-1 3-1 16,-5-7-1-16,-9 7-7 0,-1-1 3 0,-6 1-4 15,-3 1-3-15,1-1 2 0,-6 2-4 0,2 0 4 16,-7 0-2-16,1-2-3 0,-1 2-3 0,0 0-4 16,0 0-12-16,-22 2-22 0,10-2-12 0,-1 3 3 15,-1-1-15-15,0 3 7 0,-3-3-1 0,3-1-3 16,0 3 1-16,0-1 6 0,2 1 8 0,0-1 3 16,0-1-1-16,1 1 8 0,3 0 1 15,0-2 7-15,2 1 11 0,-2 0-2 0,3-2 12 0,0 1-2 16,-2 0 10-16,7-1 0 0,-6 2 3 0,6-2 1 15,-9 0 14-15,9 0-1 0,0 0 1 0,0 0-1 16,-7 2 2-16,7-2-11 0,0 0 0 0,-6 2 0 16,5 1 20-16,1-3-3 0,-4 5 2 0,2 0 11 15,0 2-4-15,1 2 1 0,-2 4-1 0,-3 4 3 16,4 2 6-16,-1 8-6 0,-6 1-3 0,5 4 5 16,0 0 1-16,-2 1-4 0,0 2-5 0,1 0 0 15,1 2-2-15,-1-6-5 0,2 4-2 0,2-2-8 16,-1-2 5-16,5-1-1 0,-3 3 3 0,-1-4-11 15,2 1 3-15,0-3-1 0,1-6 1 0,-1-3-7 16,-1 0 0-16,1-2-2 0,0-2 1 0,-1-5-3 16,2 1 2-16,-2-6 1 0,0 5 16 0,0-4 14 15,-2-2 18-15,1 0 15 0,-1 2 1 0,-4-3-7 16,-2-3-5-16,-3 0-6 0,-3-4-3 0,-1 0-7 16,-3 0-5-16,0-5-1 0,-10-2-2 0,5-2-3 15,-5 2-3-15,9 4-6 0,-6-4-3 0,6 5 0 0,-7-4-5 16,9 3 1-16,-2 3-2 0,3 0-2 15,2 1 4-15,5 1-5 0,3-1-6 0,-3 3 0 16,5-1-3-16,4 2 6 0,-9 0-16 0,9 0-12 16,0 0-8-16,-4 7-9 0,7-4-24 0,2 2-33 0,0-1-44 15,9 3-77-15,-5-2-164 0,10 0-406 0,-3-4 180 16</inkml:trace>
  <inkml:trace contextRef="#ctx0" brushRef="#br0" timeOffset="86019">19136 10814 194 0,'0'0'231'16,"0"0"-18"-16,0 0-26 0,4-4-21 0,-4 4-10 15,0 0-25-15,0 0-13 0,0 0-12 0,0 0-12 16,0 0-12-16,0 0-11 0,0 0-8 0,4 9-1 15,-3-4-10-15,-1 2-5 0,1 2-6 0,-1 0-2 16,2 2-4-16,-2 0 0 0,1-2-8 0,-1 7 0 16,0-4-4-16,-1-1-2 0,1 3-7 0,-2-4-1 0,2 2 0 15,-1-2 3-15,1 0-4 0,-1-6 1 16,1 3-1-16,0-4 4 0,0 2 0 0,0-5 23 16,0 7 31-16,0-7 27 0,1 4 29 0,-1-4 17 15,0 0 24-15,0 0 0 0,0 0-10 0,0 0-22 16,5-12-9-16,-1 5-4 0,1-2-20 0,-1-1-13 0,4 0-10 15,-3 1-15-15,0 0 3 0,1 1-13 16,-3 3-3-16,1 0-9 0,0 1-8 0,1-1 0 16,-3 2-6-16,1-1-2 0,-3 4-12 0,4-4-4 15,-4 4-24-15,4-1-3 0,-4 1-2 0,0 0-10 0,7 8-6 16,-3-5 0-16,0 3-4 0,0-2-1 0,-1 1-7 16,0 2-6-16,2-1-14 0,-1 2-15 15,1-2-10-15,-3 1-12 0,5-2-21 0,-6 2-45 16,3-2-37-16,0-1-32 0,-3 0-258 0,2-3-536 0,-3-1 238 15</inkml:trace>
  <inkml:trace contextRef="#ctx0" brushRef="#br0" timeOffset="86672.62">19734 10222 4 0,'8'-3'176'0,"-2"1"-15"15,5 4-15-15,-1 1-12 0,4-3-10 0,-1 4-14 16,3 3-3-16,-2 3-5 0,2 3-8 0,-2 1-11 15,0 1-15-15,-3 1 1 0,2 6-6 0,-5-5-3 16,-2 0-7-16,0 3-3 0,-2-2-4 0,-1 1-4 16,-3 0-2-16,-3-1-8 0,-1 0 2 0,-1-1-2 15,0-1-4-15,-5 0-6 0,-1-2 4 0,4-4-7 16,-3-1 1-16,2-2 3 0,1-1-1 0,1 0 9 0,1-1 14 16,-1-1 12-16,4-3 17 0,-2 1 21 15,1 1 18-15,3-3 31 0,0 0-3 0,0 0-13 16,0 0-12-16,-4-10-12 0,7-1-11 0,2 3-6 15,5-6-17-15,0-4-1 0,7-3-4 0,2-1-10 0,-2 0-7 16,3-2-2-16,-1 2-5 0,2 2-2 16,-7 5-8-16,-4 2-5 0,3 1-4 0,-4 2-5 15,-4 6 0-15,0-1 10 0,1-1-17 0,-2 4-15 16,1-1-13-16,-1 3-6 0,-4 0 4 0,7 3-3 0,-3 2 1 16,-1 3-1-16,1 0 5 0,0 2 5 0,0 2-4 15,0 1-4-15,1 3 7 0,0 1-5 0,2 0 2 16,1 0-17-16,-3-2-10 0,2 2-16 15,-1-3-20-15,0-2-38 0,-1 3-36 0,1-5-54 0,-3 0-268 16,0-4-513-16,1-3 227 0</inkml:trace>
  <inkml:trace contextRef="#ctx0" brushRef="#br0" timeOffset="86911.9">20322 10193 172 0,'0'0'182'0,"12"4"-9"15,-9-1-4-15,6 4-18 0,4 5-12 0,1 1-9 16,3 8-13-16,-3 3-5 0,-1-1-10 0,-2 3-9 16,-2 3-12-16,-4-1-2 0,0 1-8 0,-3 3-9 15,-4-2-12-15,-3 1 1 0,-2-2-9 0,-5 1-13 16,-2 0 0-16,-4-3-34 0,-4-1-30 0,2 1-43 15,-4-6-44-15,-2-1-177 0,-1-5-325 0,-1-1 144 16</inkml:trace>
  <inkml:trace contextRef="#ctx0" brushRef="#br0" timeOffset="87236.84">19872 9910 54 0,'-18'1'131'0,"-1"5"-19"16,-4 4 9-16,-1 11-7 0,0 2-16 0,-7 16-8 0,0 3-14 15,1 7 11-15,2 2-10 0,-8 23-7 16,13-21-2-16,5-2-4 0,3-2-10 0,7 1-5 16,4-15 0-16,5-2 3 0,7-1 12 0,1 1 6 15,10-1 3-15,5-4-8 0,16 5-4 0,7-5-5 0,7-4-9 16,6-4-6-16,4-8-30 0,24 3-65 0,-20-10-91 16,-2-3-132-16,25-1-298 0,-32-2 132 15</inkml:trace>
  <inkml:trace contextRef="#ctx0" brushRef="#br0" timeOffset="87720.43">21164 10460 171 0,'-5'0'174'0,"5"0"-16"0,-8 0-8 0,8 0-9 15,-6 0 1-15,6 0 0 0,0 0-6 0,0 0-6 16,0 0-5-16,0 0-8 0,0 0-6 0,-9-1-3 16,9 1-15-16,0 0-7 0,0 0-7 0,0 0-9 15,18-9-13-15,-12 6-1 0,5 2-6 16,-1-1-3-16,3-4-5 0,4 1-6 0,4 1-3 0,-2-2-1 15,13 1-8-15,-1 0 0 0,5 0-2 0,-1 0-2 16,4-2 0-16,13 2-3 0,-12 3-2 0,-3-4-2 16,-2 4-7-16,-3-2-6 0,-1 3-10 0,-11-1-19 15,-7 0-20-15,1-1-27 0,-5 3-43 0,-1-2-55 16,-4 0-191-16,-2-1-396 0,-2 3 175 0</inkml:trace>
  <inkml:trace contextRef="#ctx0" brushRef="#br0" timeOffset="87947.05">21361 10300 204 0,'-1'-4'292'0,"-1"0"-3"16,4 0-13-16,-2 4-25 0,-2-5-25 0,2 5-27 15,0-4-21-15,0 4-23 0,0 0-16 0,0 0-23 16,3 11-5-16,-3 0-16 0,1 5-6 0,0 3-9 15,1 7-10-15,-1 3-5 0,2 0-6 0,-1 2-5 16,1-1-4-16,1 0-2 0,1 3-46 0,2 1-52 16,-2-2-42-16,-1 1-65 0,-2-4-302 0,1-5-496 15,0-6 220-15</inkml:trace>
  <inkml:trace contextRef="#ctx0" brushRef="#br0" timeOffset="94534.13">22805 10161 2 0,'1'-5'239'0,"-1"5"-10"0,-1-5-4 0,1 5-8 16,1-8-20-16,1 2-16 0,-2 0-12 0,3-3-20 16,1 4-12-16,-3-2-11 0,3-3-12 0,-1 1-10 15,-2 4-5-15,4-5-8 0,-2 5-5 0,-1-1-10 16,-2 1-3-16,2 0-8 0,0 0-9 0,0 3-7 16,-2 2-16-16,1-5-14 0,-1 5-12 0,0 0 1 15,0 0-3-15,1 13-1 0,-3-4-1 0,0 3 4 0,-2 6-7 16,1 2 2-16,-1 7-1 0,-4 0-9 0,0 1 0 15,3 1 0-15,0-1 3 0,0-1 0 16,0-2 2-16,1-1 0 0,3-5 1 0,-4 1-3 16,2 0 4-16,-2-4-1 0,5 1 0 0,-1-4 1 0,-2-1 2 15,3-2-2-15,-1 0-4 0,-2-5 7 0,3 1-2 16,0 0-3-16,0-1 3 0,-1-1 1 0,1-2 0 16,0-2 0-16,-3 7 2 0,2-4-1 15,1-3 1-15,0 2 1 0,0-2-2 0,0 0-5 0,0 0-16 16,0 0-56-16,0 0-99 0,-4-12-10 0,4 6 50 15,3-7-223-15,-3-1-387 0,2-4 171 0</inkml:trace>
  <inkml:trace contextRef="#ctx0" brushRef="#br0" timeOffset="95019.73">22868 9965 45 0,'1'-6'220'0,"0"3"-17"0,-1-2-15 0,4 2-19 16,-2-2-15-16,4 1-18 0,4 1-11 0,4 1-15 16,5-3-8-16,0 4-11 0,2 5-10 0,-1 0-5 15,2-1-10-15,-2 6-9 0,-2-1-5 0,-3 4-10 16,1 0-3-16,-3 2-8 0,-2 2-5 0,-4 0-4 16,0 1-7-16,-3 0-2 0,-4 2-1 0,-4 1-10 15,-3-2-1-15,-2 0 1 0,-5 3-2 0,-3-1-7 16,-2-2 11-16,-2-1-4 0,6-4-2 0,-3-2 7 15,-5 0-6-15,5-1-1 0,4-1 9 0,0-4-5 16,3 0-4-16,1-1 4 0,2 2-5 0,0-6 4 16,3 3-2-16,1-1-2 0,1 1 1 0,1 0-3 15,0 0 1-15,2-3 1 0,6 7 1 0,0-4 4 16,4 2-3-16,3 0-5 0,3 2 2 0,3 0 1 16,1-1 2-16,-1 2-3 0,2 2 7 0,-3-1-3 0,2 1-1 15,-2 3 3-15,0-3 2 0,-2 2-5 0,1 0 5 16,-2 2-6-16,-2-1-1 0,-3 1 3 15,-6-2 2-15,1 0-6 0,-3 0-2 0,-4-1-4 16,-2 2 10-16,-6 2-2 0,-3-3 0 0,-2-1 2 0,-9 6-6 16,-3-7 7-16,1 1 0 0,0-2-4 15,0-1 3-15,3-4 1 0,5-1 0 0,-5 1 0 16,2-2 1-16,3 1-4 0,-2-2 4 0,6-1 0 16,2 0 0-16,0-1 4 0,3 1-1 0,2 0 1 0,0 0 2 15,7 0 0-15,-9 0 6 0,9 0-13 0,-5-4-55 16,5 1-56-16,1-4-210 0,3 2-346 0,8-3 153 15</inkml:trace>
  <inkml:trace contextRef="#ctx0" brushRef="#br0" timeOffset="95652.3">23532 9993 180 0,'0'0'235'0,"0"-6"-19"0,0 6-23 0,-1-4-19 15,1 4-22-15,0 0-18 0,0 0 3 0,0 0-35 16,12 11-6-16,-5-1-13 0,-1 0-5 0,5 4-9 15,1 3-8-15,-3 0-4 0,6 7-8 0,1-2-4 0,0-1-9 16,-3-6 1-16,8 8-4 0,-7-4-4 0,0-2-4 16,-1-3-1-16,1 2 0 0,-2-3-6 15,1-1-1-15,-3-2 0 0,-3-3-2 0,-1-1-3 16,-2-2-4-16,1 3-4 0,0-3-2 0,0 0-2 0,-1 0-4 16,0-3-9-16,-4-1-12 0,1 4-12 0,-1-4-21 15,4 2-20-15,-4-2-6 0,0 0-13 0,0 0-231 16,5-11-355-16,-1 4 157 0</inkml:trace>
  <inkml:trace contextRef="#ctx0" brushRef="#br0" timeOffset="95882.51">24101 10026 234 0,'1'-4'240'15,"-1"-1"-22"-15,0 5-22 0,1-3-20 0,-1 3-19 16,0 0-15-16,0 0-16 0,-5-3-14 0,5 3-9 16,-14 8-11-16,5 1-11 0,-1 2-9 0,-12 6-5 15,1-1-7-15,1 3-5 0,0 0-4 0,1 0-6 16,3 2-8-16,-1-2-6 0,6-2-20 0,0 0-12 16,-6 4-18-16,7-4-27 0,-3-2-35 0,4-1-29 15,0 1-35-15,-1-3-173 0,2-2-344 0,-1 0 153 16</inkml:trace>
  <inkml:trace contextRef="#ctx0" brushRef="#br0" timeOffset="96255.21">23816 10292 84 0,'0'0'313'0,"2"-4"-32"0,-2 4-19 0,0-3-23 15,0 3-23-15,0 0-15 0,0 0-26 0,1-4-20 16,-1 4-20-16,0 0-20 0,0 0-27 0,0 0-21 16,0 0-10-16,0 0-6 0,-1 16-8 0,1-4-3 15,-2 5-6-15,-2 9-1 0,-2 0-4 0,-1 6-4 16,1-3-3-16,-1 3 0 0,-2 2-4 0,4 1-2 16,-1-1-3-16,-2-1 1 0,1 3-1 0,5-3-1 15,-2-3-5-15,2-6 4 0,2 5-2 0,-1-10-2 16,1-4 1-16,-3 2 1 0,3-5-4 0,1 0-2 15,-2-4 5-15,2-1-2 0,-1-1 0 0,0 0-3 16,2-2 2-16,-4-1 3 0,2 3 0 0,2-2 0 16,-2-4 10-16,0 4 5 0,0-4 8 0,0 0 6 15,0 3 8-15,0-3 1 0,0 0 2 0,0 6-3 16,0-6-5-16,0 0-6 0,0 0-5 0,0 0-23 16,0 0-22-16,0 0-27 0,5-11-36 0,-1 9-65 15,1-5-76-15,0 1-244 0,0-1-503 0,1-3 222 16</inkml:trace>
  <inkml:trace contextRef="#ctx0" brushRef="#br0" timeOffset="96798.99">24122 10647 1 0,'-1'-4'264'0,"1"4"-23"16,0 0-24-16,-1-5-19 0,1 5-21 15,-4-4-16-15,4 4-15 0,0 0-19 0,0 0-12 16,0 0-14-16,0 0-12 0,0 0-12 0,0 0-8 0,0 0-14 16,0 0-21-16,0 0-3 0,0 0-4 15,4 14 0-15,-4-5-4 0,-4-1-1 0,4 3-4 16,-1 2 0-16,0-2-4 0,-3 4 1 0,1 2-2 0,2-3 1 15,-2 1-3-15,1-2-1 0,-1-1 3 0,-1 2-7 16,3-4-1-16,-2-1 1 0,2-2 0 0,1 1-6 16,-5-3 5-16,5 0 4 0,0-1-1 15,-1-1 5-15,-2 1 30 0,3 1 28 0,0-5 28 0,0 3 27 16,0-3 18-16,0 0 16 0,0 0 4 0,0 0-12 16,0 0-12-16,0 0-13 0,13-12-12 0,-8 3-19 15,0 2-8-15,4-4-17 0,1 1-7 0,-1-3 1 16,-1 2-7-16,-1 4-9 0,-3 2 7 0,2 1-16 15,-3-1-4-15,1 3-8 0,1-3-5 0,-2 3-7 16,-3 2-4-16,6-3-12 0,-6 3-10 0,8 0 1 16,-8 0-11-16,0 0-9 0,9 7-1 0,-5-4-6 15,-2-1-3-15,2 2 5 0,-1 2 1 16,0-1 0-16,1 0-4 0,-2-1 2 0,0 0 5 0,-1 1-4 16,3 0 1-16,-4-2-18 0,2-1-2 0,0 3-11 15,-2-5 0-15,0 5 0 0,1-3 0 0,-1-2-2 16,0 0-9-16,3 3-7 0,-3-3-9 0,0 0-10 15,0 0-14-15,1 4-18 0,-1-4-22 0,0 0-28 16,0 0-12-16,0 0-211 0,6-12-438 0,0 7 194 16</inkml:trace>
  <inkml:trace contextRef="#ctx0" brushRef="#br0" timeOffset="97451.5">24655 10079 27 0,'5'-5'209'0,"4"3"-12"0,0-4-17 0,-1 1-14 15,3 1-12-15,2 4-12 0,0-1-13 0,1 2-10 16,5-1-9-16,-3 4-9 0,0 4-7 0,-6-1-11 15,3 3-5-15,1 4-12 0,-4 1-7 0,-2 1-4 16,0 2-4-16,-4 6-8 0,-3 1 0 0,0 1-7 16,-6 1 1-16,-5-1-10 0,-2-2-1 0,1-1 1 15,-5 1-4-15,0 0-2 0,-1-5-1 0,3-3-4 16,-1-5 0-16,-2 3-3 0,8-4-2 0,0-2 3 16,0-1-2-16,-1-2-1 0,1 1 0 0,4-2 3 15,1 0 12-15,-3-2 24 0,4 1 25 0,-1 0 27 16,4-3 23-16,-6 0-8 0,6 0-11 0,1-8-10 15,4 0-11-15,0 0-12 0,2-3-10 0,4-5-1 16,-2-2-7-16,9-3-6 0,-4-1-7 0,5 1 0 16,2-2-10-16,-3 2 1 0,1 1-5 0,-1 1-2 15,-4 5-4-15,-1 1 2 0,-5 3-3 0,0 3-4 16,0 0 11-16,-2 2-14 0,-2 3-6 0,2-2-4 16,-2 0-12-16,-3 2-12 0,-1 2-3 0,8 0-3 15,-8 0 4-15,4 7 0 0,0 0-5 0,-3 1 4 16,4 3-3-16,-1 5 9 0,-3-4-2 0,4 5-1 15,2 1 7-15,-2 0-4 0,-1-1-10 0,2 0-11 16,2 0-16-16,-2 1-29 0,-2-2-31 0,3-4-48 16,-1-1-41-16,-1-3-281 0,-4 1-524 0,3-2 232 15</inkml:trace>
  <inkml:trace contextRef="#ctx0" brushRef="#br0" timeOffset="97698.53">25206 10074 78 0,'6'-2'202'16,"-1"4"-17"-16,-5-2-12 0,12 2-14 0,-4 4-8 15,2 1-13-15,-1 7-8 0,1 1-12 0,0 2-13 0,-2 7-7 16,0 2-2-16,-4 3-12 0,-1 0-8 0,-3 3-5 15,-2-1-8-15,-3-1-10 0,-4 1-5 0,-2-2-6 16,-4 4-5-16,-4-6-6 0,-4-2-11 0,-3-1-36 16,-2-5-39-16,-2 2-39 0,0-5-44 0,-6 1-172 15,1-8-334-15,-5-2 148 0</inkml:trace>
  <inkml:trace contextRef="#ctx0" brushRef="#br0" timeOffset="98034.51">24722 9791 61 0,'-7'0'176'0,"2"0"-19"16,-5 5 7-16,-7 3-13 0,-1 9-11 0,-7 6-10 15,-7 18-9-15,1 3-11 0,1 8-8 0,0 2-7 16,6 2-13-16,1 0-8 0,6 2-7 0,5-5-9 16,5-4-4-16,12-1-6 0,4 0 0 0,5-14-1 15,9 7-9-15,9 0 1 0,9-5-1 0,3-6-14 16,2 2-46-16,3-10-81 0,3-4-214 0,-4-3-343 15,-10-9 152-15</inkml:trace>
  <inkml:trace contextRef="#ctx0" brushRef="#br0" timeOffset="111050.15">5180 12918 59 0,'-9'-1'81'0,"9"1"-13"0,-5-1 2 16,5 1-11-16,0 0-7 0,-8-3-13 0,8 3 3 16,0 0-1-16,-5-1-4 0,5 1-3 0,0 0-5 15,0 0-3-15,0 0-2 0,0 0-1 0,-7-1-4 16,7 1-6-16,0 0 0 0,0 0 1 0,0 0 6 0,0 0-1 16,0 0-2-16,-10-2-8 0,10 2 5 15,0 0-7-15,-7 0 0 0,7 0-7 0,-7 3 11 16,7-3-5-16,-8 1-6 0,8-1 5 0,-7 0-8 15,7 0 6-15,-6 2 2 0,6-2 0 0,0 0 0 16,-7 1 0-16,7-1-2 0,0 0 0 0,-5 1-1 0,5-1 6 16,0 0-5-16,0 0 6 0,-5 3-9 15,5-3 1-15,0 0 3 0,0 0 0 0,0 0 4 16,0 0 1-16,0 0 1 0,0 0 5 0,0 0-6 16,-6 1 13-16,6-1-1 0,0 0 9 0,0 0-4 0,0 0 6 15,0 0 0-15,0 0 1 0,0 0 8 0,0 0 5 16,0 0-5-16,0 0 7 0,0 0-8 15,0 0 1-15,0 0 1 0,0 0 0 0,0 0-5 16,0 0-1-16,16-8 0 0,-2 6-3 0,7-4-3 0,12 2 0 16,4-4 9-16,17-2 2 0,1-1 1 15,2 3 1-15,-1-4 1 0,-2 3-4 0,-3-1-4 16,-14 5-5-16,0 0 0 0,0 3-14 0,-2-4 6 16,-6 4-1-16,-2-1-2 0,-9 2-6 0,-3 1-3 0,-2-1-12 15,-2 2-8-15,-5-1-10 0,0 1 5 0,-5 0-12 16,-1-1-17-16,-1 7-18 0,-7-4-15 0,-3-1-5 15,-2 3-8-15,-5 1-7 0,-1-1 6 16,-1-1-8-16,-2 1-8 0,-1 4-119 0,0-5-244 16,1 0 108-16</inkml:trace>
  <inkml:trace contextRef="#ctx0" brushRef="#br0" timeOffset="111504.57">5434 12921 40 0,'0'0'140'16,"0"0"-11"-16,0 0-11 0,-5-3-11 0,5 3-11 16,0 0-5-16,0 0-5 0,0 0-3 0,0 0-11 15,0 7-10-15,0-7 7 0,0 9-2 0,0-1-5 0,0 1-6 16,-1 3 0-16,2 5-8 0,-1 9 4 16,3-1-3-16,-2 2-3 0,3 2-2 0,-3 0-4 15,3 2 0-15,1 1-5 0,2 0-4 0,0 2-1 16,-2-1-6-16,2 1-1 0,0-3 11 0,-2 1-3 15,-1-2-4-15,1-1-3 0,-4 2-2 0,-1-5-2 16,2 1-3-16,-4-1-1 0,1-6-2 0,-3-4-2 16,0 4-1-16,-1-4-5 0,0-5 4 0,-1 1-6 15,0 0 1-15,-2-2 2 0,-2-1 0 0,-2-4 1 16,-1 0-1-16,-2-1-1 0,-4-1 14 0,1-3 10 16,-5 0-5-16,1-3 2 0,-6 1 2 0,1-5 10 15,2 0-1-15,-3-3-6 0,2 0 12 0,-1 0 7 16,3-2-3-16,5 3 11 0,0 1-2 0,0-1-3 15,2-2-1-15,2 5 14 0,3-1-4 0,3-1-7 16,-2 4-1-16,3-1-5 0,3 1-5 0,0 0-7 16,1 3-3-16,-1-2-6 0,0 1-5 0,2-1-1 15,3 3 0-15,-6-3-4 0,6 3-1 0,-4-2-1 16,4 2-4-16,0 0-1 0,-3-3-11 0,3 3-16 0,0 0-35 16,0 0-8-16,0 0-21 0,0 0-41 15,0 0-51-15,7 10-81 0,-5-8-171 0,5 1-457 16,-2-3 203-16</inkml:trace>
  <inkml:trace contextRef="#ctx0" brushRef="#br0" timeOffset="112466.85">5794 13594 124 0,'0'0'187'0,"0"0"-16"0,3-5-12 0,-3 5-17 16,0 0-14-16,0 0-13 0,0 0-15 0,0 0-7 0,0 0-4 16,0 0-15-16,0 0-1 0,5 11-5 0,-1-4-8 15,-4-2-6-15,0 9-4 0,0-1 2 0,1-2-12 16,-1 6-4-16,-1 0-2 0,1 0-2 0,0 3-6 15,0-3-3-15,-3 1 1 0,3 0-3 0,3-1-2 16,-7 0-1-16,5-7-4 0,-2 2-3 0,1-1 5 16,-1-1-3-16,1-3-2 0,-3-2-4 0,3 0 6 15,3-1 17-15,-3 0 20 0,0 0 27 0,0-4 28 16,-3 3 31-16,3-3 28 0,0 0 11 0,0 0-14 16,0 0-11-16,0 0-18 0,8-12-11 0,-7 3-16 15,2-3-10-15,4-4-8 0,1 0-13 0,1 1-15 16,-1-2 11-16,2 0-13 0,-5 2-12 0,3 4-2 15,-3 1-6-15,1-1-1 0,-3 5-3 0,1-1-5 16,-2 2-3-16,-1 1-7 0,1 0-4 0,-1 2-9 16,3-1 0-16,-2 1-5 0,-2 2-5 0,0 0-6 15,0 0 3-15,14 6-6 0,-10-1-4 0,1 0-4 16,1 3 10-16,0 1 0 0,1 2 0 0,0-1-3 16,-2-1 1-16,2 5 3 0,-1-4 0 0,1 5 2 15,-1-3 16-15,-1-2-15 0,-1-1 3 0,-1-2 8 16,0-2-8-16,0 2-7 0,2-2 9 0,-3 0-8 15,-1-2 5-15,2 0 0 0,-3-3 1 0,1 5 4 16,1-3-1-16,-2-2-5 0,0 0 8 0,0 0-24 16,0 0-19-16,0 0-11 0,0 0-21 0,3-9-35 15,-3 9-40-15,-1-9-34 0,2 2-57 0,-2-3-282 16,1-1-564-16,0 1 249 0</inkml:trace>
  <inkml:trace contextRef="#ctx0" brushRef="#br0" timeOffset="113267.66">6441 13165 116 0,'4'-3'160'0,"1"2"-9"0,4-1-1 15,-3-1-21-15,2 2-13 0,3 0-5 0,1 1-10 16,1 1-5-16,0 3-3 0,-1-1-8 0,4 6-14 16,-1-1 2-16,0 0-8 0,-2 4-8 0,-2 2-4 15,1 1-3-15,-3 0-5 0,1 3-3 0,-3 5-5 16,-1-2-5-16,-5 5 1 0,-2-2-4 0,-3 1-3 15,-2-5 2-15,-3 2-12 0,0-2 10 0,-1-3-8 16,-2-2-2-16,1 2 1 0,2-3-10 0,-1-6 7 16,2 1 1-16,0-2-1 0,3-2 2 0,-1-2 26 15,-1 2 20-15,5-1 18 0,-2-3 14 0,4-1 9 16,-5 2-7-16,5-2-9 0,0 0 16 0,-5-7-15 16,5-1-15-16,1 1-7 0,2-3-5 0,-1-2-5 15,7-3-10-15,1-2-3 0,3-5-5 0,1-1-1 16,0 1-4-16,-1 5-4 0,4-4-3 0,-6 7-6 15,0 1 3-15,-2 3-6 0,1 1-5 0,-4 2 2 16,1 1-5-16,1 1-1 0,-4-1-1 0,1 5-5 16,-1-2 0-16,1 3-4 0,-5 0-4 0,10 3-2 15,-3-2-1-15,-5 7-2 0,6 0-1 0,-2 4-2 16,1 2 2-16,-2 0 7 0,0 4-4 0,0-1-4 16,3 0-10-16,-2 4-10 0,0-3-7 0,1-1-13 15,-1 2-15-15,2-2-36 0,-3 0-28 0,-1-4-39 16,0-2-43-16,0 0-211 0,-2-5-459 0,1 1 203 15</inkml:trace>
  <inkml:trace contextRef="#ctx0" brushRef="#br0" timeOffset="113564.2">7019 13049 88 0,'10'-3'191'0,"-1"3"-9"0,2 0-14 0,3 3-9 0,3 3-12 16,-3 4-9-16,1 1-9 0,3 5-10 0,-1 5-12 16,-2 5-8-16,-2 0-8 0,0 2-8 15,-6 4-6-15,-1 1-8 0,-5 1-6 0,-2 0-6 16,-3 0-8-16,-4 0-4 0,-6 0-3 0,0-3-6 0,-5-2-8 15,-3-4-5-15,-2 1 0 0,-2 1-21 0,-6-6-46 16,-11 4-43-16,7-8-38 0,-10 2-202 0,-6-4-353 16,1-1 156-16</inkml:trace>
  <inkml:trace contextRef="#ctx0" brushRef="#br0" timeOffset="113947.89">6483 12927 46 0,'0'0'132'15,"0"0"-9"-15,-14 0-13 0,6 2-15 0,-1 3-7 16,-6 3-9-16,-3 6 2 0,-5 6 2 0,-4 6-5 16,-6 15 9-16,-1 0-5 0,-2 7-3 0,4 1-1 15,1 2-7-15,7 0-7 0,2-2-2 0,6-3-7 16,7-12-1-16,4 1-3 0,2-6-8 0,6 0-1 15,3-1-2-15,7-2 0 0,7-2-4 0,10-3-3 16,19 1 1-16,4-5-6 0,8-3-24 0,30-6-84 16,-26-7-223-16,2-1-329 0,22-8 145 0</inkml:trace>
  <inkml:trace contextRef="#ctx0" brushRef="#br0" timeOffset="116103.67">8114 13375 82 0,'-7'-3'117'0,"7"3"-14"15,0 0 0-15,0 0-4 0,0 0-15 0,0 0-8 16,0 0-8-16,0 0-1 0,0 0-3 0,0 0-11 16,0 0-3-16,0 0-8 0,0 0-7 0,0 0-3 15,0 0-1-15,0 0-2 0,-5-1-2 16,5 1-6-16,0 0-4 0,0 0-3 0,0 0 3 0,0 0-1 16,0 0 7-16,0 0-10 0,0 0-3 0,0 0 0 15,0 0-5-15,0 0 5 0,0 0-4 0,0 0 4 16,0 0-8-16,0 0 2 0,0 0 2 0,0 0-2 15,0 0 6-15,0 0-2 0,0 0-4 0,0 0-2 16,0 0-5-16,0 0 6 0,0 0-1 0,0 0 1 16,0 0-3-16,0 0 3 0,23 1 3 0,-5-3 2 15,9-3-8-15,6 1 2 0,8 1 3 0,13-1 4 16,5-2-3-16,3 1-6 0,4 0 4 0,1-4 6 16,-2 4-3-16,27-4 8 0,-33 6-5 0,-3-4 1 15,-2 0 2-15,-16 4-8 0,1-3 6 0,-2 1-1 16,-3 1 2-16,-2 0 0 0,-5 0 0 0,1 0-3 15,-6 2 0-15,-12 0-3 0,4 1 7 0,-4-1-1 16,-2 1 14-16,-3 0 14 0,3-3-2 0,-5 3 1 16,-3 1-3-16,8 0-4 0,-8 0-1 0,5-3-4 15,-5 3-7-15,0 0-6 0,6-1-8 0,-6 1-20 16,0 0-29-16,0 0-40 0,0 0-37 0,0 0-155 16,-17-1-298-16,17 1 133 0</inkml:trace>
  <inkml:trace contextRef="#ctx0" brushRef="#br0" timeOffset="116551.82">9011 13070 168 0,'0'0'184'0,"0"0"-17"0,0 0-19 0,-2-5-12 16,2 5-13-16,0 0-18 0,0 0-8 0,0 0-18 15,0 0-7-15,0 0-14 0,0 0 3 16,0 0-7-16,13 11-5 0,-5-5-3 0,2-1-3 16,0 2-10-16,8 3 1 0,-1-3-2 0,2 0-3 15,0 3-8-15,7-1 4 0,-7-3-2 0,0-1-7 0,-4 2 3 16,2-1-8-16,-5-1 1 0,-1 2-2 16,1-2-3-16,-3 1 0 0,-2 3 0 0,2-3-1 15,-4 0-4-15,-1 4 3 0,0 0-2 0,-4 2 2 16,-4 0 2-16,0 2-2 0,-5 3 1 0,-5 0-3 0,0 3 2 15,-6 3 2-15,-3-2-4 0,-3 2-4 16,-1-1-25-16,-1 0-73 0,0 0-203 0,-4-5-326 16,3 2 145-16</inkml:trace>
  <inkml:trace contextRef="#ctx0" brushRef="#br0" timeOffset="117583.62">10548 13157 25 0,'0'0'93'0,"-2"-3"1"16,2 3 5-16,0 0-13 0,0 0-5 0,0 0-3 16,0 0-7-16,0 0 3 0,0 0-4 0,0 0-2 15,0 0 3-15,-4-6 1 0,4 6-5 0,0 0 0 16,0 0-7-16,0 0 3 0,0 0-7 0,0 0-2 15,0 0 2-15,0 0-9 0,-2-1 15 0,2 1-2 16,0 0 6-16,0 0 0 0,0 0 4 0,0 0 5 16,0 0 8-16,0 0 4 0,0 0 6 0,-1-5 3 15,1 5-1-15,-1-4 1 0,1 4 0 0,0-8-7 16,0 8-4-16,-1-3-7 0,1 3-6 0,-2-9-4 16,2 7-4-16,0 2-7 0,-2-8-5 0,2 4-5 15,-2-1-5-15,2 5-6 0,-2-7 1 0,2 7-6 16,0-5-2-16,0 5-3 0,-2-4-4 0,2 4-3 15,0 0-9-15,0-5 0 0,0 5-8 0,0 0-11 16,0 0-13-16,0 0-3 0,0 0 4 0,0 0-4 16,3 16 11-16,-3-6-5 0,0 2-1 0,0 2 2 15,1 3 1-15,1 0-2 0,0 0 3 0,0-2 2 16,-2 2-1-16,1-1 3 0,0-3 0 0,0 4 1 16,1-4 1-16,-2-2 2 0,1 1-1 0,0-1 5 15,-1-3-5-15,0 0-1 0,2-2 5 0,0-1 2 16,-2 1-2-16,0-2-4 0,-2 1 0 0,2-5-4 15,0 6 3-15,2-3 1 0,-2-3-3 0,-2 4 3 16,2-4-7-16,0 0-11 0,2 4-8 0,-2-4-9 0,0 0-15 16,0 0-27-16,0 0-23 0,0 0-21 0,0 0-14 15,0 0-5-15,0 0-210 0,-5-14-388 16,5 7 172-16</inkml:trace>
  <inkml:trace contextRef="#ctx0" brushRef="#br0" timeOffset="118365">10565 12925 185 0,'-2'-4'189'0,"2"4"2"0,2-5-5 0,-2 5-3 16,-2-7-14-16,2 7-8 0,0-4-6 0,0 4-12 16,0-4-10-16,0 4-10 0,4-3-4 0,-4 3-14 15,0 0-13-15,0-4-11 0,0 4-5 0,0 0-10 16,0 0-5-16,0 0-18 0,0 0-20 0,0 0-23 16,0 0-12-16,0 0 0 0,1 17-3 0,2-3 2 15,-3 3-1-15,1 12 3 0,2-2 1 0,-2 3 3 16,-1 0 6-16,5 4-6 0,-5 2 4 0,0 0 3 15,1-2 0-15,-1 1-3 0,3 0 3 0,-3 1 0 16,1-2-4-16,3-4 8 0,-3 1-4 0,2-5-1 16,-2-1 1-16,3-6 0 0,-4-2 1 0,4 0-1 15,-4-5-1-15,4 0 2 0,-3-2-4 0,-1-1-2 16,0-1 6-16,4 0-3 0,-4-4 5 0,1 2-5 16,-1-1 2-16,0-2 1 0,0 0 1 0,1 1-3 15,-1-4 2-15,0 7 1 0,0-7 1 0,0 6 0 16,0-6 3-16,0 0-4 0,0 1 6 0,0-1-1 15,0 0 0-15,3 3 21 0,-3-3 14 0,0 0-4 16,0 0 1-16,0 0 3 0,0 0-1 0,1 3-6 16,-1-3-2-16,0 0-1 0,0 0-3 0,0 0-1 15,0 0-8-15,0 0 2 0,0 0 0 0,0 0-3 16,0 0-15-16,0 0-24 0,0 0-18 0,0 0-19 16,0 0-21-16,-1-14-186 0,-2 4-141 0,2-1-438 15,1 1 194-15</inkml:trace>
  <inkml:trace contextRef="#ctx0" brushRef="#br0" timeOffset="119285.29">10612 12853 106 0,'0'0'124'0,"0"0"-16"16,0 0-9-16,0 0-7 0,0 0-11 0,6-6-13 15,-2 6-4-15,-4 0 0 0,13-3-14 0,-4 3-5 16,1-1 4-16,2 0-10 0,3-1 8 0,2 1-8 16,3 1-4-16,0 0 1 0,7 1-2 0,1 2 1 15,-1-1-3-15,0 0-1 0,2 6-1 0,-3 1-3 16,-4-4-2-16,-2 2-2 0,-1 3-4 0,-1 0 0 16,-2-1-6-16,0 4-2 0,-3 1 8 0,-3 0-7 15,-2 1-4-15,-6 4 4 0,2-2-8 0,-4 0 5 16,-5 1-3-16,-3 5 2 0,-6-2-5 0,-4 2-5 15,1-4 4-15,-4 3-2 0,-1-5 2 0,-3 0 0 16,-2-4-7-16,9-2 12 0,-6-1-9 0,6 0 8 16,0-6-6-16,0 4 1 0,4-1 2 0,0-2 2 15,4-2-3-15,2 2 0 0,0-4 0 0,2 2 3 16,1-2-4-16,0 2 4 0,5-3 4 0,-5 2 2 16,5-2 4-16,-5 3-5 0,5-3-1 0,0 0 5 15,0 0-2-15,0 0 0 0,0 0-8 0,0 0 4 16,29-2 6-16,-16 2-8 0,6-1 11 0,-3 1-9 15,1 1-5-15,5-1 5 0,-4 3-5 0,4-1 3 16,-2 3 0-16,3-1-1 0,-2 1 1 0,-1-2-5 16,2 3-4-16,-6 0 5 0,2 1-1 0,-1 0 0 15,-2 0-1-15,-1 3-2 0,-4-3-11 0,-2 3 16 16,1-4-9-16,-1 3 7 0,-3-1-3 0,-2 1-6 16,-3-2 1-16,0 2 5 0,-3 0-1 0,-4 1-1 15,0-4-1-15,-5 4 0 0,-2-1-1 0,0 3 3 16,-5-4-2-16,-8-1 2 0,-2 4 3 0,3-5 6 15,-3 3-6-15,1-4 2 0,-2 0 5 0,10 0 2 16,-2-1 1-16,0-3 7 0,4 3-8 0,6-1 3 16,-2-2-2-16,2 0 1 0,1 2-4 0,2-2 3 15,2 0-4-15,2-1 2 0,5 0 1 0,-10 1 4 0,6 1-7 16,4-2 5-16,-5 0 1 0,5 0-1 16,0 0-5-16,0 0-1 0,0 0 3 0,-9 0-7 15,9 0 5-15,0 0-4 0,0 0 0 0,0 0-1 16,0 0 4-16,0 0-11 0,0 0-26 0,-5 2-31 0,5-2-33 15,0 0-56-15,0 0-108 0,0 0-279 0,0 0 123 16</inkml:trace>
  <inkml:trace contextRef="#ctx0" brushRef="#br0" timeOffset="119900.12">11322 13443 16 0,'0'0'131'0,"0"0"-7"16,0 0-21-16,0 0-1 0,0 0-10 0,0 0-14 15,0 0 0-15,18-6 0 0,-5 4-15 0,4 0-8 16,2-3 10-16,2-1-6 0,1 2-9 0,6-4-4 15,-2-1-8-15,2 2 2 0,-8 0-1 0,2 0 2 16,-4-1-3-16,1-2 14 0,-2 1-2 0,-1-1 1 16,0 0 14-16,-6 3 8 0,-1 0 23 0,0 0 19 15,-1 0 6-15,-2 0 0 0,-5 2-8 0,3-3-7 16,-3 3-12-16,-1 1-11 0,0-1-11 0,0 0-10 16,-1-1-6-16,-4 0-6 0,-4 3-7 0,-5-1-9 15,-4 2-2-15,-2 2-2 0,-10 0-5 0,0 5-2 16,-1 4-4-16,0-2-2 0,-1 5-6 0,4 0 2 15,1 2-6-15,3 1-3 0,5 2 6 0,5-3-9 16,1 1-1-16,2 2 0 0,4 0-1 0,3-2 1 0,4 4 3 16,3-2-4-16,6-3 3 0,5 1 2 15,10 0 5-15,4-1-9 0,4-2 4 0,5-3 1 16,16-1 0-16,-15-4-2 0,14-1-2 0,-16-1-11 16,1-2-24-16,-1-1-18 0,-5 0-25 0,-3-2-33 15,-8 1-27-15,-2-3-30 0,-3 4-30 0,-3-2 14 0,-2 0-10 16,-5-1-118-16,-5 1-334 0,0-1 147 15</inkml:trace>
  <inkml:trace contextRef="#ctx0" brushRef="#br0" timeOffset="121029.61">12337 13137 114 0,'0'0'161'0,"1"-7"-16"0,-1 7-12 0,5-2-8 15,-5 2-21-15,0-3-17 0,0 3 0 0,0 0-16 16,0 0-6-16,0 0-9 0,0 0-5 0,0 0-6 15,0 0-5-15,-11 8-6 0,3-1-2 0,-1 0-4 16,-7 3-6-16,0 2-1 0,-2 1 2 0,3-2-6 16,-2-1-3-16,-4 8-1 0,5-7-1 0,1 2 0 15,2 1 0-15,1-2-2 0,0 0 0 0,3 2-3 16,4-6 1-16,-3 1 7 0,6 3-15 0,-1-5 3 16,2 3 1-16,2 0-5 0,2 0 2 0,-1-1 3 15,7-1 6-15,0 1-2 0,0-1-7 0,8 1 11 16,-2 1-4-16,0 0-5 0,0-3-3 0,1 2 4 15,-4-4-1-15,0 0 7 0,-1 2-9 0,-2-2-4 16,-3-2-2-16,0 3 6 0,-1 0 4 0,-1-3-7 16,1 1-4-16,-1 1-2 0,-4 0 5 0,-4-1 0 15,1 3-2-15,-4-3 5 0,-4 2-3 0,-3 2 3 16,-6 0 1-16,2-2-15 0,-1 0 16 0,-2-1 0 16,0-1-3-16,1 1 1 0,-2 0-5 0,5-1 5 0,-2-1-1 15,5-2 4-15,1 4-9 0,3-3-11 16,4-1-29-16,1-1-18 0,5 0-20 0,-9-1-26 15,9 1-103-15,2-8-229 0,5 3 101 0</inkml:trace>
  <inkml:trace contextRef="#ctx0" brushRef="#br0" timeOffset="121549.93">12834 13148 4 0,'-5'6'82'16,"-5"-1"-13"-16,-2 1-3 0,-3 5-12 0,1-4 0 15,-3 3-3-15,3 0-5 0,-2 0-5 16,1-1-6-16,-1 3 0 0,4 0-3 0,5 0-7 0,-6-2-3 16,5 0 1-16,1 0-1 0,1-1-8 0,1 0 5 15,4 0-4-15,5 2-4 0,-2-4-4 0,4 3 5 16,0-4-1-16,2 2-6 0,3 0 3 0,1-2-1 15,1-2-3-15,4 4 1 0,2-2 5 16,-1 1 8-16,0-2-11 0,-1 0-2 0,-3 1 4 0,-3-2-4 16,1 1-8-16,-2 0 15 0,-6-1-10 0,2-1-1 15,-2 1 1-15,-2 2 6 0,-2 1 4 16,-2-2-2-16,-3-1 8 0,-3 2-1 0,-2 1 6 16,0 0 3-16,-3-3-2 0,-1 2 2 0,-1-1 9 15,-6 0-17-15,6 1 2 0,-3-3 2 0,-1 2-3 0,0 0-5 16,0-1 4-16,6-1-4 0,0-1-5 0,3 0 8 15,-3 1-5-15,6-2-28 0,0 0-21 0,3-1-24 16,4 0-29-16,-9-1-78 0,9 1-181 0,0-5 80 16</inkml:trace>
  <inkml:trace contextRef="#ctx0" brushRef="#br0" timeOffset="122382.52">13139 13400 85 0,'0'0'92'0,"0"0"-2"0,0 0-14 0,0 0-3 16,0 0 11-16,0 0-18 0,31-1 2 0,-18-1-23 16,2 2 12-16,2-2-7 0,2-1-1 0,4 0-5 15,-5-2-3-15,5 1-6 0,5-1 6 0,-9-2-8 16,0 2-1-16,3-1-8 0,-5-2 3 0,3 0 18 16,-6 0 3-16,-2 1 11 0,3 0 0 0,-6 0 13 15,-1 1-4-15,-3-2-11 0,-1 5-2 0,-3-2 2 16,0-1-6-16,-2 2-8 0,-3 0-6 0,-6-1-6 15,-2 2 2-15,-4 1-6 0,-5 0-3 0,2 4-2 16,-3-2-2-16,-6 5 5 0,0-1-5 0,-1 1-4 16,-2 4-2-16,3 0 1 0,1 5 0 0,-1 0 0 15,6 0-2-15,4-3-2 0,4 1-2 0,-2 2-3 16,5-2 0-16,4 3 0 0,1-5 0 0,6 2-5 16,2-1 2-16,7 2 2 0,5-1-2 0,10 2 3 15,8-1-4-15,3-4-2 0,16 0-18 0,-12-5-18 16,15 0-32-16,1-4-13 0,-2-3-5 0,-14 1-6 15,1-3 5-15,-1 0 10 0,-2-4 6 0,-1-1 3 16,-5 0 11-16,-3-9 15 0,-5 4 21 0,-3-6 11 16,-7 5 29-16,1-7 13 0,-5-1 16 0,-1-5 11 15,-2 2 23-15,-5-2 1 0,-1 0-3 0,-1-2 16 16,-1-1-12-16,-2 3 6 0,-2-2 12 0,-1 7 4 16,3 4 5-16,-1 3-3 0,2 3 11 0,0 2-15 0,0 2-4 15,-1 0-8-15,3 3-8 0,0 2-14 16,0 1-3-16,-1-2-12 0,1 3-11 0,0-1-23 0,1 4-4 15,0 0-1-15,0 0-2 0,0 0-5 16,-2 17 0-16,1-3-5 0,0 3 4 0,0 8-7 0,-1 0 2 16,0 5 1-16,-1-5-2 0,0 7 0 0,2-1-4 15,-3-2 13-15,4 0-11 0,0-3-2 16,-2 3 0-16,4-5 1 0,0-6-2 0,-1-1 1 0,0 2 23 16,0-6-4-16,1-1 0 0,0 1-2 0,1-5-1 15,-2 4-1-15,2-5 0 0,-2 2-1 0,0-3-3 16,1 0-3-16,-2-2 2 0,1 2-1 0,0 0 0 15,1-2 0-15,-1-1-1 0,0 1-2 0,0 1 2 16,-1-5-3-16,3 5 0 0,-3-2-2 16,1 0 1-16,-1 1 0 0,0-4-1 0,3 3 3 0,-3-3 3 15,1 4-2-15,-1-4-6 0,2 3 5 0,-2-3 3 16,2 4-1-16,-1-1-4 0,-1-3 5 0,10 2-1 16,2 0 0-16,4-1-16 0,7 1-35 0,9-4-67 15,21-1-118-15,-2-2-287 0,5-2-558 0,-1-5 247 16</inkml:trace>
  <inkml:trace contextRef="#ctx0" brushRef="#br0" timeOffset="123246.13">14856 13015 47 0,'-2'-4'217'0,"2"4"-22"16,0 0-18-16,-1-5-19 0,1 5-16 0,0 0-14 15,0 0-13-15,0 0-8 0,0 0-8 0,8 16-7 16,-6-7-8-16,1 3-6 0,1 6-7 0,-2 1-8 0,1 1-7 16,-1 7 0-16,0 0-7 0,1-2-5 0,-1 1-5 15,-1 1-4-15,0-1-1 0,4-7-2 16,-4 1-8-16,-1-5-2 0,3 2-1 0,-3-2-3 15,1-2 0-15,1-4-1 0,-2 0-5 0,2-1 1 0,-2-2 1 16,0-1 6-16,0-2 20 0,2 1 15 0,-2-4 28 16,2 5 33-16,-2 1 23 0,0-6 29 0,0 0 8 15,0 0-22-15,0 0-4 0,0 0-23 0,-2-21-10 16,0 8 1-16,0-4-25 0,-1-1-5 0,0-13-16 16,2-1-2-16,1 1-13 0,-3-3-2 0,6-2-10 15,-3-13 9-15,4 2-22 0,-4 13 3 0,5 0-5 16,-1 1-1-16,0 2-11 0,-1 6 7 0,0 7 0 15,4-1-8-15,-4 4 1 0,0 3 5 0,1 2-8 16,-2 1-3-16,5 0-7 0,-3 5-3 0,-2-1-2 16,6 1 3-16,-2 1-5 0,7 0 2 0,1 6-25 15,3 0-6-15,3 2-16 0,1 3-20 0,4 3-29 16,2 0-18-16,-3 3-27 0,-1-1-25 0,0 3-50 16,-6-4-44-16,-2 2-307 0,-2-5-614 0,1 4 273 15</inkml:trace>
  <inkml:trace contextRef="#ctx0" brushRef="#br0" timeOffset="123628.08">14900 13249 31 0,'-4'2'173'0,"4"-2"-10"0,0 0-9 16,0 0-18-16,0 0-2 0,0 0-12 0,0 0-14 16,0 0-9-16,12 3-7 0,-2-6-4 0,4 2-9 15,9-2-6-15,5-1-10 0,8 0 12 0,2-1-1 16,21 0-4-16,-4-2-8 0,-1 3-2 0,-3-1-7 15,-14 2-8-15,0 1-5 0,-4 2-5 0,-3 0-1 16,-11-3-4-16,-1 3-4 0,-7 0-3 0,1 0-2 16,-5 0-5-16,0 0 6 0,-7 0-5 0,9 0-1 15,-9 0-1-15,5 0-7 0,-5 0 0 0,0 0 1 16,0 0-5-16,-24 3-2 0,10-3-4 0,2 2-25 16,0 0-12-16,1-1-34 0,5 2-32 0,-1-3-54 15,-4 2-154-15,3 0-339 0,8-2 151 0</inkml:trace>
  <inkml:trace contextRef="#ctx0" brushRef="#br0" timeOffset="124497.78">15776 13159 40 0,'0'0'258'0,"-2"-4"-22"0,2 4-23 16,0 0-23-16,0 0-18 0,0 0-18 0,0-5-17 15,0 5-15-15,0 0-16 0,0 0-11 16,0 0-8-16,0 0-10 0,2 14-5 0,0-7-11 16,-2 1-3-16,0 3-5 0,0 0-9 0,1 1-6 0,2 4 1 15,-2 0-5-15,-1-1-1 0,2 2-4 0,0-4-8 16,-2-1 3-16,5 3-4 0,-5-3-7 0,4-1 4 15,1-1 0-15,-4-2 0 0,3-1-2 16,-3-1-1-16,2-2 0 0,1 0 5 0,-3 0 21 0,3-3 26 16,1 2 3-16,-5-3 7 0,14-4 8 0,-7 0-2 15,-1 0 5-15,3-1-7 0,0-5-7 0,-1 0-1 16,4-2-12-16,-2-4-5 0,0 1-8 16,-1-3-2-16,2 1-4 0,-1-6-6 0,-2 4-3 0,3 1 0 15,-6 4-6-15,1-1-4 0,-3 5 0 0,1 1-2 16,0 2 0-16,-3 0-2 0,3 4-4 0,-1-4-2 15,-3 4-6-15,2-1-11 0,-2 4-5 0,0 0-5 16,0 0 3-16,0 0 3 0,1 14-4 0,-1-6 7 16,0 1-7-16,3 3 1 0,-3-1 5 0,3 5-3 15,-1-3 5-15,2 3-1 0,1 1 1 0,1-3 1 16,2 3 4-16,0-4-3 0,2 0 1 0,3-2 1 16,1 1 1-16,3-1 2 0,-3-3-4 0,5-3 0 15,0 0-1-15,0-3-3 0,2-1-8 0,0-1-5 16,-3-1 0-16,1-1 0 0,-2-3 4 0,1-2-3 15,-4 0 5-15,2-3 3 0,-6 3 1 0,1-6 0 16,-2-2 2-16,-4 1 0 0,1 5 0 0,0-8 2 16,-3 5 4-16,0-1 10 0,1-3 8 0,-4 6 17 15,1 0 1-15,0-2 7 0,-1 3-2 0,0 1 6 16,0 3 2-16,0-2-5 0,0 2-1 0,0 2-3 16,0-1-11-16,0 4-9 0,0-7 1 0,0 7-3 15,0 0-18-15,2-3-4 0,-2 3-2 0,0 0 4 16,0 0-1-16,-2 17-4 0,1-12 8 0,0 7-5 15,-1-2-1-15,0 2 4 0,-1 5-2 0,0 1 4 16,0 0 0-16,0 1-4 0,0 3 5 0,0 0-2 16,0-3-2-16,1-1 0 0,-1-4-1 0,2-2 1 15,-2-2 3-15,3-5 1 0,-1 2 1 0,0 0-2 16,1-2 13-16,0-3 12 0,0-2 22 0,-1 5 30 16,1-5 12-16,0 0-4 0,0 0-10 0,0 0-7 15,10-14-7-15,-5 6-12 0,3 1 0 0,2-8-2 16,0 3-7-16,2-2-11 0,-1 0 0 0,1-2-5 0,0 2-18 15,1 0 12-15,-3 2 1 0,-1 4-3 16,-1 0 3-16,-3 3-6 0,-1-1-7 0,1 4-8 16,-2-2-22-16,0 1-5 0,4 3-6 0,-7 0 4 15,0 0 0-15,10 7 10 0,-5-2-1 0,-1 2-11 0,1-1-9 16,3 5-4-16,-3 1-25 0,0-1-26 16,3-2-30-16,1 7-31 0,-3-1-38 0,-1-4-67 15,3-2-329-15,-1 0-641 0,0-4 284 0</inkml:trace>
  <inkml:trace contextRef="#ctx0" brushRef="#br0" timeOffset="125151.36">16807 13210 15 0,'0'0'169'0,"0"0"-16"0,0 0-17 0,0 0-12 16,0 0-12-16,7-2-8 0,-7 2-8 0,17 2-12 16,-5-1-10-16,4-1-7 0,3 0-2 0,0-1-11 15,2-1-6-15,1 2-5 0,-2-3-2 0,2 2-5 16,-3-3-2-16,0 0-6 0,-3-1 2 0,-3 1-5 16,-1-2-1-16,-3 1 4 0,1 0 14 0,-3 0 13 15,-1-2 16-15,-1 2-2 0,-1-2-4 0,-3 3-10 16,-1-2-9-16,-1-1-5 0,-1 4-3 0,-1-1-7 15,-4-1 0-15,-2 3-6 0,-2 0-2 0,2 4-2 16,-4-2 5-16,-5 2-1 0,-1 3-3 0,4 0 2 16,-4 0 3-16,2 5-2 0,-2-1-1 0,2 3-2 15,2 0-2-15,2 3-1 0,-1-2 4 0,4 3-11 16,2-2 2-16,-1 2 0 0,6-5-6 0,1 6 1 16,2-5-1-16,4 0 3 0,1-2 0 0,9 4-2 15,0-6 0-15,8 2-4 0,6-1 3 16,5-2 0-16,2-5 1 0,1 1-3 0,-1-5-1 0,1 0-2 15,-1-2 1-15,0-3-3 0,-3 0 3 0,2-4-4 16,-4-2 1-16,-3-1 7 0,0-2-6 0,-4-2-1 16,-4-3 4-16,-2 0-1 0,-2-3-3 0,-2 0 0 15,-3-3 2-15,-1-2-1 0,-3 0 2 0,-3-1-2 16,0 1 10-16,0 3 9 0,-3-1 11 0,0 6 4 16,2 4 15-16,-2 1 8 0,0 6-5 0,-2-1-4 15,1 5-5-15,1-1-3 0,0 0-4 0,0 4-9 16,0-2-11-16,0 5-5 0,0 0-1 0,0 0-1 15,-9 8 0-15,4 1-4 0,0 2-5 0,0 6 4 16,1 3-5-16,-1 7 0 0,0 0 6 0,1 4-4 16,0-2 2-16,3-2 1 0,-2 2-4 0,1-2 7 15,2-4-5-15,2 4 1 0,-2-10-2 0,3 0-1 16,0-1-1-16,-1-1 1 0,0-5-2 0,0 2 0 16,-1 0 3-16,0-2-4 0,-1-3-11 0,0 0-20 15,0-1-20-15,0 0-23 0,0-3-28 0,0 2-32 16,-1-1-27-16,1-4-33 0,0 0-18 0,-4 3-167 15,4-3-411-15,0 0 183 0</inkml:trace>
  <inkml:trace contextRef="#ctx0" brushRef="#br0" timeOffset="125713.43">17275 13193 61 0,'0'0'210'0,"0"0"-14"16,0 0-18-16,0 0-15 0,0 0-15 0,0 0-13 16,31-6-18-16,-9 5-11 0,10-2-9 0,3 2-8 0,3-2-10 15,13 0-8-15,0-1-5 0,-14-1-7 0,3 2-9 16,11-2-2-16,-17 1-4 0,-2-1-5 16,-1 3-5-16,-3 1-4 0,-9-1-2 0,-2-1-1 15,-4 1-2-15,-3-1 14 0,-2 3 12 0,-2-4-1 0,-1 4 1 16,0-1-8-16,-5 1-4 0,8-2-5 0,-8 2-4 15,5 0-4-15,-5 0-2 0,0 0-3 16,0 0-2-16,0 0-4 0,0 0-4 0,0 0-2 16,0 0-5-16,0 5-5 0,0-5-2 0,0 0 0 15,-1 7-2-15,1-7 1 0,0 0-3 0,0 3 5 0,0-3-1 16,0 0 1-16,0 0 2 0,0 0 0 16,0 0 1-16,0 0 4 0,6 2-1 0,-6-2 6 15,0 0 10-15,0 0 22 0,0 0 9 0,0 0 16 16,0 0 6-16,0 0 9 0,9-7 4 0,-9 7 3 0,0 0 0 15,3-2 1-15,-3 2-10 0,0 0-13 0,0 0-7 16,0 0-4-16,3-3-3 0,-3 3-9 0,0 0-5 16,0 0-5-16,0 0-4 0,0 0-7 15,0 0-6-15,0 0-3 0,0 0-4 0,0 0-2 16,0 0 1-16,4 10-9 0,-4-7 1 0,2 6 0 0,-1-1-1 16,1 1-1-16,-2 1 6 0,2 2-4 0,-2-3-1 15,2 4 2-15,0 3 1 0,-2-4 1 16,2 1-1-16,-2-1 1 0,1 0-2 0,1-2-2 15,0-3 0-15,-1 2-11 0,-1-4-7 0,2 0-6 0,0 0-9 16,-2 0-7-16,0-5-2 0,0 2-13 0,0-2-29 16,0 0-41-16,0 0 0 0,0 0 17 0,0 0 3 15,-4-19-163-15,3 9-195 0,-1-3-501 16,-1-5 221-16</inkml:trace>
  <inkml:trace contextRef="#ctx0" brushRef="#br0" timeOffset="125847.96">17880 12951 143 0,'-1'-9'270'0,"0"1"-11"0,1 1-13 0,-2 2-21 16,2 0-23-16,0 1-23 0,0 4-16 0,2-8-20 16,-2 7-19-16,0 1-15 0,0 0-13 0,0 0-23 15,0 0-25-15,0 0-43 0,14 8-58 0,-9-2-56 16,1 1-86-16,-1-2-127 0,2 4-348 0,-1-2 155 16</inkml:trace>
  <inkml:trace contextRef="#ctx0" brushRef="#br0" timeOffset="126247.85">18344 13055 145 0,'0'0'199'0,"5"-1"-20"0,-5 1-17 15,0 0-14-15,0 0-10 0,-7 9-3 0,1-4-22 16,0 2-9-16,-3 2-6 0,-2 3-11 0,-1 1-10 15,1 0-7-15,3-3-5 0,-4 5-2 0,1-1-12 16,1 1 0-16,2-2-7 0,0-2-5 0,1 4 0 16,0-5-6-16,5 2-6 0,-1 0 2 0,2-1-5 15,-2 1 3-15,7-4-1 0,-1 4 2 0,2-6 3 16,1 5 9-16,7-6-1 0,1 3 2 0,8-4 2 16,-1 1-11-16,0-4-2 0,3-1-1 0,3 1-1 15,-7-3 11-15,1 0 1 0,-3-3 10 0,-2-2 12 16,0 1-2-16,-6-3-4 0,0 1-8 0,0-6-6 15,-1-2-1-15,-2 1-4 0,-5-4-8 0,1 1-2 16,-4 0-6-16,-2 5-1 0,-2-3-1 0,-1-1-5 16,-2 2-2-16,-1 0-1 0,-2 5 3 0,-1-2-5 15,-3 0-2-15,3 7 0 0,-1 1-3 0,-5-3 2 16,8 6-5-16,-4 0 1 0,0 0-13 0,1 2-27 16,2 1-28-16,0 2-27 0,-1 0-42 0,5 0-58 15,1 3-250-15,1-2-480 0,0 0 213 0</inkml:trace>
  <inkml:trace contextRef="#ctx0" brushRef="#br0" timeOffset="126581.29">18678 13114 226 0,'2'-3'353'0,"-2"3"-32"0,0 0-30 16,0 0-24-16,8-1-25 0,-8 1-19 0,4-1-35 15,-4 1-22-15,0 0-15 0,2 7-17 0,-3-1-14 16,1 2-12-16,-1 2-12 0,-1 2-9 16,-3 3-8-16,2 1-10 0,-1-1 0 0,0-3-12 15,1 0-7-15,2-4-7 0,-3 1-5 0,3-1-1 0,-2-1-4 16,2-2-3-16,1-1 6 0,-3-1 3 0,3-3-3 16,0 0-2-16,0 0 0 0,20-5-3 0,-10-2-4 15,4-4 5-15,0 1 2 0,0-1-8 16,2-1-5-16,0 1 1 0,-1 1 0 0,-1 0-1 0,-5 3-6 15,3-1 6-15,-1 3-7 0,-2 0-1 0,1-1-12 16,-2 6 2-16,1 0 1 0,1 2-2 0,2 4-4 16,-2 0-20-16,5 5-38 0,-4-1-49 15,1 3-64-15,0 1-117 0,-6-4-262 0,-1-1-598 16,3-1 265-16</inkml:trace>
  <inkml:trace contextRef="#ctx0" brushRef="#br0" timeOffset="134229.66">19764 12717 86 0,'0'-3'186'0,"0"-4"-11"15,0 3-11-15,-3-1-16 0,3 5-22 0,3-4-11 16,-3 4-15-16,0 0-13 0,0 0-7 0,0 0-16 16,-3 20 0-16,2-4-9 0,-3 9-6 0,-1 9-3 15,-1 2-3-15,-1 13-9 0,1 2 0 0,-2 6-3 16,4-3-7-16,-2 2 1 0,0-3-3 0,4-2-4 0,-2-1 2 16,3-2-4-16,1-14 0 0,0-1 0 0,1 0-4 15,3-5 7-15,0 0-7 0,-4-6-2 0,4-5 5 16,-3-6 3-16,4 1 0 0,-4-2 15 15,2-2 16-15,-2-1 13 0,-1-2 25 0,3-1 28 0,-2 0 20 16,2-3 4-16,-3-1-12 0,0 0-7 0,10-7-16 16,0-3-10-16,-2 3-8 0,2-5-13 0,-1-3-11 15,-1-2-7-15,-2-1 4 0,-2 0-17 16,-1-8-6-16,-2 5-19 0,-4-4-11 0,-4 0-9 16,-4 1-10-16,-4 3-5 0,-4-1-1 0,-6 3 4 15,1 1-2-15,-4 4 5 0,0-1-1 0,3 3 14 0,-2 1-12 16,0 3 1-16,6 3 1 0,1 0-2 15,1 3 3-15,2-3 9 0,3 2-10 0,3 2 3 16,4 1-2-16,1-1-1 0,0-1-1 0,6 2-1 0,-7-1 0 16,7 1 1-16,15-4 3 0,2 2-11 0,16-5-14 15,7 6-16-15,15-3-17 0,1-1-29 0,5-3-15 16,2 4-16-16,3-1-28 0,-1-2-18 16,-8 4-229-16,-5 1-432 0,-14 3 191 0</inkml:trace>
  <inkml:trace contextRef="#ctx0" brushRef="#br0" timeOffset="134582.66">20363 13017 234 0,'1'-3'247'0,"-1"-2"-21"16,0 0-13-16,0-1-26 0,0 3-18 0,0 3-18 16,3-5-17-16,-3 5-18 0,0 0-18 0,0 0-6 15,0 0-13-15,0 0-7 0,0 0-10 0,2 17-4 16,1-8-6-16,-3 4-2 0,1-1-4 0,-1 5-7 16,0 0-1-16,0 0-4 0,4 2-3 0,-4-2-5 15,4 2-1-15,-3-2-4 0,3-5-4 0,-3 1 2 0,3-2-2 16,-3 0 2-16,2-1-5 0,-3-3-2 15,1-1 0-15,-1-1-2 0,0 1-1 0,4-1-1 16,-4-1 1-16,0-4-2 0,0 4-3 0,0-4 3 16,0 0-6-16,0 0-53 0,-8 0-56 0,2-8-59 15,-7 0-32-15,-1-2-158 0,-2-1-386 0,3-5 170 16</inkml:trace>
  <inkml:trace contextRef="#ctx0" brushRef="#br0" timeOffset="134744.76">20203 12843 219 0,'-2'-8'290'0,"1"1"-9"0,1 2-22 16,0 0-25-16,-2-2-20 0,2 4-22 16,0 3-22-16,0-8-19 0,0 8-17 0,0-4-13 15,0 4-16-15,8-2-10 0,-8 2-24 0,13 3-18 0,-8 0-24 16,4 1-23-16,0 2-22 0,0-2-31 0,-3 3-31 16,4 0-37-16,-2 2-46 0,-2-3-208 0,1 1-398 15,1-1 177-15</inkml:trace>
  <inkml:trace contextRef="#ctx0" brushRef="#br0" timeOffset="135113.41">20580 12934 166 0,'0'0'183'15,"4"0"-17"-15,1 5-14 0,-1-2-10 0,1 1-10 16,0 5-14-16,4-1-9 0,0 6-13 0,3 2-8 15,-2 0-3-15,-1 1-9 0,2 5-7 16,1 1-8-16,-4-3-6 0,2 2-7 0,-4-3-6 0,-1-1 0 16,0 3-3-16,1-5-5 0,-4 1-3 0,2-1-3 15,-2-6-5-15,-2 2-3 0,2-4-1 0,-2 0 1 16,0-5 0-16,1 2 8 0,-1 0 21 0,0-1 25 16,0-4 26-16,0 5 27 0,0-5 19 0,0 0-3 15,0 0-14-15,0 0-19 0,-9-16-2 0,7 6 5 16,0-7-5-16,1-2-16 0,1-5-5 0,1 1-9 15,2-5-11-15,4-2-2 0,0 1-2 16,0 5-9-16,1 0-8 0,2 5-6 0,-1 4-5 0,0 2-3 16,-4 2-1-16,4 1-3 0,0 2-13 0,0-2-4 15,0 3-36-15,0 3-27 0,0-1-27 0,0 4-19 16,0 1-27-16,1 0-23 0,-1 4-32 0,1-2-39 16,-1 1-72-16,-1-1-180 0,1 3-511 0,0-3 226 15</inkml:trace>
  <inkml:trace contextRef="#ctx0" brushRef="#br0" timeOffset="135561.81">21300 12847 148 0,'-2'-4'251'16,"0"0"-22"-16,2 4-26 0,-4-4-20 0,4 4-19 15,-1-3-19-15,1 3-20 0,0 0-11 0,0 0-10 16,0 0-13-16,-12 12-7 0,10-8-9 0,-2 5-8 16,-3-1-3-16,1 3-7 0,2-1-7 0,-1 0-4 15,0 6-5-15,0-6-2 0,-3 7-5 0,4 0-3 16,3-2-3-16,1 1-2 0,1-1-3 0,7 0-3 16,-3-3 1-16,0 3-4 0,4-1 1 0,1 0-4 15,3-2 2-15,0 1-4 0,0 0-4 0,0-2 4 16,1-2-2-16,-7 0-3 0,2-3 2 0,-1-1-3 15,-3 2-8-15,-1-2 2 0,-2-1-2 0,1 2-2 16,-2-2-5-16,-3-1 9 0,-2 2-2 0,-4-2 2 16,-3 3 1-16,-6-1-3 0,-1 0 0 0,-2-3 1 15,-6 5 2-15,4-4-4 0,3-1 1 0,1-1 3 16,-3 3 4-16,3-4-6 0,1 3 1 0,3-1-2 16,4-2 1-16,2 1-1 0,1-1 2 0,7 0 2 15,-11 1-9-15,7-1-10 0,4 0-20 0,0 0-10 16,0 0-11-16,18-11-9 0,-6 8-12 0,7-2-1 15,7-2-22-15,3-3 0 0,-1 0-14 0,3-1 8 16,-2-2-18-16,-1-1-13 0,-1 2-108 0,0-5-269 16,-2 2 119-16</inkml:trace>
  <inkml:trace contextRef="#ctx0" brushRef="#br0" timeOffset="135800.9">21499 12997 422 0,'15'-24'62'0,"-3"1"20"0,-4 5 18 16,-1-1 5-16,0 2 8 0,-2-1 23 16,-3 1 20-16,1 0 20 0,1 1 7 0,-3 3-1 0,-1 3 5 15,0-1-18-15,1 6-7 0,1-4-10 0,-1 4-14 16,-1 0-14-16,2 1-14 0,-2-2-14 0,0 6-12 15,0-5-26-15,0 5-9 0,0 0-8 0,0 0-2 16,0 0-8-16,0 22-1 0,-2-6-5 0,1 2-3 16,1 9-1-16,-2-1-3 0,4 1-1 0,-2 3-2 15,0 0-3-15,1 1 3 0,1-4-2 0,-2 2-5 16,1-2 2-16,1-3-3 0,-1-4 11 0,-1-3-9 16,1-5 0-16,-1-2-5 0,0 3 1 15,2-3 3-15,-2-3-9 0,0-1-8 0,0 0-5 0,1-2-6 16,-2 0-3-16,1-1 1 0,0-3 2 0,-2 4-12 15,2-4-24-15,0 0-13 0,0 0-6 0,0 0-6 16,0 0-129-16,0 0-256 0,-10-16-503 16,9 6 223-16</inkml:trace>
  <inkml:trace contextRef="#ctx0" brushRef="#br0" timeOffset="135960.69">21518 13053 9 0,'-6'-2'150'0,"6"2"-2"0,0 0-1 0,-6-1-7 0,6 1-8 15,0 0-9-15,0 0 4 0,0 0-9 0,0 0-13 16,0 0-11-16,0 0-5 0,21-4-10 0,1 4-4 16,12-3-9-16,5 4-13 0,13-6-30 0,-1 2-54 15,7-4-57-15,-19 2-173 0,12 0-281 0,3 0 126 16</inkml:trace>
  <inkml:trace contextRef="#ctx0" brushRef="#br0" timeOffset="136646.35">22690 12749 180 0,'4'-6'216'15,"-2"1"-16"-15,-2 1-11 0,3 0-23 0,-2 0-16 16,-1 4-15-16,5-5-17 0,-5 5-8 0,0 0-20 16,0 0-6-16,0 0-8 0,2 11-6 0,0-2-7 15,-4 3-5-15,2 5-5 0,-2 2-11 0,0 5 5 16,-2 3-10-16,1-2 2 0,-4 3-6 0,0 0-2 15,2 2-4-15,-1-1-3 0,3-3-4 0,-1 0-1 16,2-7-2-16,-3 1 1 0,1-2 2 0,3-2-6 16,-2-5-4-16,2 1-1 0,1-2 1 0,0-4 1 15,0 0-1-15,-2 0 2 0,1-1 29 0,1-2 22 16,1 0 21-16,-1 2 23 0,0-5 22 0,0 0 11 16,0 0 11-16,4 2-14 0,-4-2-21 0,8-9-7 15,0 3-10-15,1-6-19 0,1-2-2 0,3-3-4 16,5-6 2-16,2 2-15 0,-1-1-11 0,0 3-5 15,2-3 2-15,-10 7-3 0,4-1-11 0,0 2-4 16,-1 1-16-16,-2 4 13 0,-4 0-3 0,0 1-11 16,-1 3 7-16,-1 0-13 0,-3 1 7 0,1 1-4 15,0-1-7-15,0 3-1 0,-2-2-6 0,-2 3-15 16,0 0-3-16,0 0 0 0,0 0 6 0,-10 8 3 16,3 0 1-16,-5-2 0 0,-5 6-3 0,-5 1 2 15,-2 1 3-15,0 1 2 0,1-1 11 0,0 2-13 16,6-5 1-16,0 1 5 0,1 2-2 0,4-2 4 15,-1-1-3-15,4-2-5 0,1-1-6 0,3-2-1 16,0-2 13-16,1 2-11 0,0-1 5 0,2 0-3 16,0-1-3-16,2-1 7 0,0 2 3 0,4-1 4 15,1-1-4-15,6-1 0 0,1 5 4 0,6-4 0 16,1 1 1-16,3-1-1 0,-3 0-2 0,4 3-10 16,7-3-25-16,-2 2-38 0,0-2-32 0,-1 3-34 15,1-5-39-15,-2 1-45 0,-4 0-67 0,-4-1-182 0,0-1-515 16,3-1 229-16</inkml:trace>
  <inkml:trace contextRef="#ctx0" brushRef="#br0" timeOffset="136891.94">23179 13014 186 0,'0'-5'284'0,"2"1"-15"0,-4-1-15 0,2 2-14 15,0 3-22-15,2-5-22 0,-2 5-21 16,0-5-15-16,0 5-19 0,0 0-12 0,-2-7-19 0,2 7-12 15,0 0-15-15,0 0-11 0,0 0-8 0,0 0-8 16,0 0 1-16,4 17-12 0,-4-12-7 0,1 2-2 16,2 3-4-16,-2 0-2 0,-1 4-5 15,0-3 2-15,3 1-5 0,-2 2 0 0,-1-2-1 0,1 0-6 16,2-3-3-16,-2 3-7 0,-1-5-13 0,3 0-18 16,-3-1-27-16,1-1-13 0,-1 1-7 0,0-3-13 15,0-3-11-15,0 0-2 0,0 0-16 0,0 0-89 16,0 0-179-16,0 0-414 0,-17-15 183 0</inkml:trace>
  <inkml:trace contextRef="#ctx0" brushRef="#br0" timeOffset="137043.82">23117 12857 223 0,'-3'-10'236'0,"3"3"6"0,-2 0-11 0,0 1-22 0,2 1-21 16,0 1-22-16,-1-1-15 0,1 5-13 0,-1-5-21 15,1 5-15-15,2-3-8 0,-2 3-19 0,0 0-15 16,0 0-25-16,14 8-30 0,-10-3-36 0,1 3-37 15,1-2-42-15,-1 1-56 0,-2-1-151 0,2 2-342 16,1 0 152-16</inkml:trace>
  <inkml:trace contextRef="#ctx0" brushRef="#br0" timeOffset="137962.09">23391 12964 109 0,'0'0'273'0,"9"0"-28"0,-9 0-22 16,0 0-23-16,7 1-20 0,-6 2-18 0,-1-3-16 16,5 8-13-16,-2-4-16 0,-2 4-7 0,3-1-12 15,-2 3-11-15,-2 1-6 0,0 5-10 0,0 1-6 16,3 1-4-16,-3-1-6 0,0-5-7 0,0 0-4 16,0-2-7-16,-3 0 0 0,3-5-6 0,0 2-1 0,0 0 1 15,0-4-4-15,0 2 6 0,0-1 45 0,0-4 29 16,0 5 29-16,0-5 32 0,0 0 11 15,0 0-3-15,0 0-20 0,0 0-10 0,9-16-25 16,-1 7-7-16,0 0-11 0,-1-3-14 0,4 0-10 0,-2-2-8 16,3 1-3-16,-4 5-9 0,-2-1-6 15,1 2-2-15,-2 1-9 0,0 1-5 0,-3 0-4 16,1 2-4-16,0 0-27 0,1 1-22 0,-2-1-34 16,-2 3-13-16,0 0 10 0,7-2-10 0,-7 2 6 15,8 3 10-15,-5 0 3 0,3 2 6 0,-2 1-7 0,5 0 3 16,-1 0 4-16,3 2-4 0,4 4 0 15,5-3-2-15,5 6-8 0,2-4-8 0,2 1-6 16,3-4-9-16,4 1-2 0,0-4-2 0,0-1 2 16,15 4 4-16,-14-5 2 0,1 0-3 0,-1-1 9 15,-3-2 6-15,0-5 2 0,-6 3 4 0,-6-1 7 16,-3-4 5-16,-1-1 6 0,-3-1 5 0,-1-3 3 16,-3 5 12-16,-3 1 31 0,0-3 4 0,-3 0-3 15,-3 4-1-15,0-5-3 0,-1 4-1 0,-2 0-2 0,-1-4-2 16,-5 3-1-16,-1 1 2 0,-5 0 2 0,-3 1-4 15,-2-1-2-15,-2 2 2 0,1 2-1 16,-2 2-3-16,2 0 2 0,0 0-1 0,1 2 0 0,1 2-2 16,3 2 0-16,3-3-3 0,-1 2 1 0,3 2-6 15,3-2 3-15,0 3-3 0,-1 0 0 0,5 1 2 16,-1-1 2-16,2 0-1 0,2 1 2 0,2 1-1 16,4 0 0-16,1-4 6 0,2 2-2 0,4-1 0 15,0 0 1-15,0-4 1 0,4-3-1 0,-1 1 2 16,-3-2-1-16,0-1 0 0,-1-1 2 0,3-6 0 15,-3 1 1-15,1-4 15 0,-5-1 28 0,1 0 7 16,-2-2-8-16,1-2-4 0,-4-2-4 0,2-6-3 16,-5-2-2-16,3 1-6 0,-1-6-4 0,-2 0-3 15,2 0 13-15,-2-3 10 0,0 0 19 0,-2 3 5 16,3 4 1-16,-5 1 19 0,2 7-10 0,2 3 11 16,-2 3-9-16,-2 1 3 0,2 2-14 0,0 3-8 15,2 6-3-15,-2-6-10 0,0 4-4 16,0 1-17-16,2-1-30 0,-2 4 4 0,0 0-10 0,0 0 0 15,0 0-1-15,-5 21-4 0,3-4 8 0,-2 5-1 16,-4 5 0-16,2 4 6 0,-1-1-12 0,1 1 20 16,-3 0-11-16,1 1 2 0,3-3-3 0,1 0-1 15,1 0 4-15,0 1-2 0,0-3-4 0,3-3 8 16,0-6-6-16,0 1 3 0,0-4 5 0,3-3 11 16,-2 0-19-16,2 0 8 0,-2-5-4 0,0 0 4 15,1-2 2-15,-1 3-2 0,2-4 3 0,-2 1 8 16,1-1 19-16,1 0 0 0,0-2 20 0,-3-2 6 15,7 2-4-15,-2-1 0 0,0-1-4 0,2 0-4 16,-7 0-5-16,20 0-8 0,-8-3 5 0,4 1-12 16,6-3-26-16,0-1-39 0,3 0-61 0,-3 1-70 15,5-5-105-15,1 3-390 0,5-5-720 0,-1-1 319 0</inkml:trace>
  <inkml:trace contextRef="#ctx0" brushRef="#br0" timeOffset="139063.62">25861 12794 29 0,'0'0'205'0,"0"0"-18"0,-2-2-23 16,2 2-13-16,0 0-17 0,-3-5-16 0,2 2-8 16,1 3-16-16,-6-1-5 0,6 1-16 0,-14 6-3 0,6-3-16 15,-6-1 6-15,1 5-13 0,-2 2-5 16,-2-1 1-16,-2 4-10 0,2-2-3 0,0 3-1 16,4 0-2-16,-4 2-7 0,3-2 3 0,0 1-7 15,5 0-1-15,1 3-2 0,-2-2-1 0,5-5-3 16,0 6 5-16,1-4-2 0,4-2-3 0,0 0 2 0,0 0-1 15,5-3 5-15,2 2 16 0,3-1 0 16,0-4 2-16,3 1 4 0,7-5 0 0,-1 0 4 16,3 0 0-16,-4-2 5 0,1-2 9 0,-2-1 2 15,-2-2-3-15,-1-1 8 0,-2 1 4 0,-1-1-5 16,1-4-4-16,-1-1-1 0,-4 4-12 0,0-7-3 0,-3 3-3 16,1-1-5-16,-3-3-5 0,-2 5-4 15,-2-5-4-15,-1 2-5 0,-3 3-1 0,1 0 2 16,-1 3-6-16,-4 0 2 0,1 2-3 0,-3 1-2 0,1-1-5 15,-2 4 1-15,-1 1-14 0,2 1-26 0,-2-1-31 16,0 4-30-16,5 0-23 0,-5 1-42 16,5-1-57-16,-1 4-169 0,5-2-421 0,1 1 187 15</inkml:trace>
  <inkml:trace contextRef="#ctx0" brushRef="#br0" timeOffset="139961.97">26117 12455 92 0,'1'-1'222'0,"-1"-5"-24"16,2 4-21-16,-2 2-15 0,0 0-24 0,3-5-21 16,-3 5-7-16,0 0-10 0,2 17-13 0,-2 0-4 15,1 9-9-15,-1 3-7 0,0 3-3 0,1 2-7 16,1 12-9-16,0-10-3 0,-1 14-3 0,1-15-8 16,0 0 0-16,1 12-6 0,-3-13-5 0,1 2-1 0,0-4 9 15,2 1-9-15,0-4-2 0,-1-1-4 16,2 0-2-16,-2-9 3 0,1-2-2 0,-1 0-1 15,0-5-3-15,-2-2-2 0,2-3 8 0,-2 0-6 16,2-2 6-16,0 0 37 0,-2-2 30 0,0 3 26 0,0-6 21 16,1 3 5-16,-1-3 5 0,0 0-6 0,0 0-20 15,0 0-12-15,0 0-8 0,-3-12-12 16,1 2-7-16,-3-1-14 0,1-2-7 0,-4-4-2 16,-1 1-8-16,-4-6-2 0,1 7-5 0,1 1 0 0,-2-3-10 15,0 2-3-15,2 3-1 0,2 3-1 16,0 1 2-16,4 1-10 0,1 1 14 0,0 0-13 15,-2 1-9-15,3 3 8 0,2-1-11 0,1 3 12 16,4-6-16-16,7 2-13 0,7 0-16 0,13 1-25 0,4-2-30 16,6 1-39-16,14-1-64 0,3 1-43 0,0-4-88 15,0-1-186-15,-3-1-546 0,0-1 241 0</inkml:trace>
  <inkml:trace contextRef="#ctx0" brushRef="#br0" timeOffset="140577.04">27534 12722 84 0,'0'0'153'0,"-4"-5"-4"0,4 5-20 0,-6-2-17 16,-2 2-11-16,8 0-6 0,-16 1-12 0,5 3-7 16,-6 0-11-16,-2 2-3 0,3 3-13 0,0 1 0 0,-1 0-9 15,-7 6 0-15,2-2-6 0,5 1 2 0,3-1-8 16,1-2-3-16,-1 2-5 0,4 1-3 0,1 0 1 15,2-3 1-15,3 0-10 0,1-1 7 16,1 1-3-16,2 0 12 0,2-1 19 0,-1 0 13 16,8-3 18-16,-4 0 0 0,7-2-1 0,-2-1-3 0,9-2-2 15,-1-1 0-15,0-2 4 0,1-3 2 0,-6-1 0 16,2 4 5-16,1-9-7 0,-5 2-2 0,5-2 1 16,-6 1-3-16,-1 0-7 0,-3-4-11 15,3-2-3-15,-1 0-5 0,-4-1-7 0,-2 2-3 0,-1-2-7 16,-2-1-1-16,-3 4-4 0,0-2-3 0,-2 4-8 15,-2-1-3-15,1 5-10 0,-5-5-20 0,3 7-19 16,-1-3-25-16,-1 1-23 0,2 2-40 16,1 3-36-16,0-2-48 0,1 2-172 0,2 0-418 0,5 1 185 15</inkml:trace>
  <inkml:trace contextRef="#ctx0" brushRef="#br0" timeOffset="141362.84">27686 12746 149 0,'0'0'286'0,"5"-5"-29"0,-5 5-21 15,0 0-26-15,6-2-22 0,-6 2-27 0,0 0-15 16,0 0-18-16,12 5-14 0,-8 0-10 0,1 0-12 16,-1 1-9-16,6 6-10 0,-5-5-6 0,-1 5-8 15,1-3-6-15,0 2-5 0,-1 1-3 0,0-1-8 16,1 2-6-16,-4-1 0 0,-1-2-4 0,4 0-1 15,-4-3-5-15,0 1-2 0,0-2-2 0,0-1 1 16,0-1-4-16,0 0 0 0,0 1-1 0,0-5 3 16,0 7-5-16,0-7 27 0,0 1 24 0,0-1 5 15,0 0 11-15,0 0-9 0,0 0-7 0,0 0-7 16,13-9-11-16,-3 1 1 0,1 0-9 0,3 0-16 16,3-4-22-16,9-3-10 0,3 2-10 0,1 2-12 15,4-1-9-15,1 0-4 0,1 2-4 0,1 0 3 16,1 4 2-16,-2 1-4 0,0-3 1 0,-1 1 5 15,-1 3-1-15,-4 1 6 0,1 1 4 0,-9-1 2 16,-1 2 5-16,-3 0 3 0,0-2-1 0,-8 2 1 16,3 1 14-16,-5-1 16 0,-3-1 10 0,0 1 7 15,-5 1-1-15,10-2 14 0,-10 2-7 0,5-2 3 16,-5 2-7-16,0 0 0 0,0 0-6 0,0 0-2 0,0 0-1 16,-19-2-2-16,9 4-1 0,-3 0-2 15,0 0-1-15,-1 2-3 0,4 0 1 0,-3 1 0 16,1 2-6-16,1-1 3 0,1 1-1 0,0 1-3 15,1-1-2-15,1 4-1 0,2-2-8 0,-2-1 0 0,4 0 1 16,-1 2 4-16,3-1-1 0,0-3-1 16,1 4 4-16,2-1-3 0,1 0 3 0,2 0 1 15,-1-4-2-15,5 2 2 0,1-2 1 0,0 0-1 16,0-2 3-16,2 1 2 0,1-4-2 0,0 0 0 0,0-3 0 16,-2 1 0-16,3-3 0 0,-3-2-3 0,-1-1 3 15,1-1 2-15,-2-1 0 0,0-6 6 0,-2 1 3 16,2-2-2-16,-3-2 0 0,0-6 0 15,2-4-5-15,-5-1 2 0,5-3 1 0,-5-1-1 16,2 0 9-16,-3-2 3 0,0-10 9 0,2 12-1 0,-3-3 2 16,1 4 8-16,-1 5 3 0,-1-1 1 0,0 3 13 15,-1 8-9-15,2 5 2 0,-1 1 8 0,1 0-7 16,-1 4-6-16,1 2-6 0,0 2-10 16,-2-1-8-16,2 5-13 0,0 0-7 0,0 0 3 0,0 0-3 15,-11 22 4-15,10-5 4 0,-7 9-9 0,4 4-1 16,-2 3 5-16,-4 12-3 0,3-9-4 0,2 0 6 15,1 9-1-15,3-9 2 0,-2-3-4 16,6 1 3-16,-2-5-3 0,2 1 0 0,1-2 6 0,1-1-1 16,0-8-4-16,-1-2-1 0,2 0 6 0,-2-6-5 15,0 0 3-15,1 1-16 0,0-4-17 0,0 2-24 16,1-1-31-16,0-1-44 0,-1-2-51 0,4-1-69 16,-4-2-208-16,1-3-498 0,2 0 221 0</inkml:trace>
  <inkml:trace contextRef="#ctx0" brushRef="#br0" timeOffset="141694.75">28643 12881 183 0,'0'0'265'0,"0"0"-10"0,0 0-15 0,0 0-14 15,0 0-10-15,0 0-27 0,0 0-19 0,18-9-15 16,-5 7-17-16,0-1-16 0,6 0-8 0,0-2-14 15,9-4-10-15,-2 3-7 0,-6-1-9 0,7-3-9 16,-8 1-4-16,8-4-8 0,-8 2 3 0,5-3-11 16,-8 2-6-16,0-1 1 0,-1 4-7 0,-5 0-1 15,-1 0-4-15,-2 0-3 0,-1 1-4 0,-3 1-3 16,-1 0-2-16,0 0-4 0,-2 1 1 0,-2 2-1 16,-2 1-3-16,-3 2-3 0,-4 0 1 0,-3 1-4 15,-3 2 1-15,-2 4-1 0,0 1-1 0,1 0-1 16,0 1 0-16,1 3-5 0,2 1-2 0,1 1-8 15,0 0-3-15,2 1-7 0,2 1-4 0,5-4-10 16,1 6-7-16,4-5-36 0,0 0-47 0,4-2-72 16,0 0-240-16,6-3-477 0,-1 0 210 0</inkml:trace>
  <inkml:trace contextRef="#ctx0" brushRef="#br0" timeOffset="142027.01">29097 12639 205 0,'1'-6'327'0,"2"2"-29"0,-2 0-24 0,0 1-29 0,2 1-26 15,-3 2-24-15,0 0-20 0,10 0-19 16,-2 2-18-16,2 2-16 0,0 3-11 0,1 2-13 16,3 3-10-16,-2 2-12 0,2 0-11 0,-1 1-5 0,-1 2-7 15,2 3-10-15,-3-1-6 0,-1-2-1 0,-1 5-5 16,-1-3-5-16,-3 0-4 0,-1-1-3 0,-3 0-1 15,-1 0-3-15,-1-1-1 0,-4-1-4 16,1-4-1-16,0 0 0 0,0-3-4 0,-2-1 0 16,-1-3 1-16,1 0 1 0,1-1 1 0,-1-1 2 0,1-2 1 15,5-1 37-15,-11-5 0 0,6-1-4 0,0 1-5 16,1-4 9-16,4-1-2 0,0-5 2 0,4-2-7 16,3 1-1-16,9-10-6 0,3 3-5 15,2-3-15-15,4 0-21 0,11-8-36 0,-8 12-31 16,3 0-36-16,0 1-55 0,13-7-64 0,-12 10-288 0,-1 2-558 15,-2 2 247-15</inkml:trace>
  <inkml:trace contextRef="#ctx0" brushRef="#br0" timeOffset="143162.88">30684 12492 45 0,'5'-1'263'0,"-5"1"-17"0,0 0-23 0,0-4-22 0,0 4-22 16,0 0-19-16,0 0-16 0,0 0-19 0,0 0-14 15,0 0-14-15,0 0-12 0,0 0-10 0,7 12-11 16,-5-3-10-16,-2 1-3 0,3 7-6 0,-3 1-2 16,2 0-2-16,2 7 4 0,-3-5 4 15,0 6-8-15,-1 0-6 0,4-2-2 0,-4-4-2 0,0-1-3 16,0 0-6-16,0 3 0 0,0-5-4 0,0 2 1 15,0-4-4-15,-2-1-1 0,0-3-4 0,2 2 2 16,-1-5 0-16,1 2-3 0,0-5-2 16,0 2 1-16,0-2-1 0,-1 2-1 0,0-5 2 0,1 2 0 15,0-4 1-15,-3 7 2 0,3-7 33 0,0 4 19 16,0-4 27-16,0 0 34 0,0 0 22 0,0 0 34 16,0 0-3-16,0 0 1 0,0 0-20 15,0 0-13-15,12-15-11 0,-7 6-17 0,4-5-17 16,2-2-8-16,3-5-10 0,4-3-7 0,0-3-26 0,1 3 5 15,3-3-4-15,-1 1-5 0,0 1-2 0,0 1-6 16,-5-1-4-16,3 4-4 0,-6 7-2 0,-1-1-2 16,-1 4-2-16,-4 3-3 0,1-1-2 0,-2 4-1 15,0-1-2-15,-3 0 0 0,3 3-4 0,-5 0-2 16,3-1-7-16,1 1-8 0,-5 3-2 0,5 0-15 16,-5 0 0-16,9 2-18 0,-2 4 25 0,-1 1-6 15,2 3-16-15,-1 4-5 0,1 1 3 0,1 1-2 16,-1 1 3-16,-5 3 9 0,5 4-2 0,-4-5 1 15,-1 0 4-15,3 6 10 0,-2-6-5 0,-2-2 1 16,0 2 1-16,-1-2 1 0,0 0-1 0,0-5 6 16,-1 0 2-16,0-2-1 0,0 0 5 0,2-1-1 15,-2-2 0-15,0-2 2 0,0 0 5 0,0 0 0 16,0-2-5-16,0-3 3 0,0 5 4 0,0-1 3 16,0-4-6-16,1 3 1 0,-1-3 21 0,0 0-21 15,0 4 3-15,0-4 2 0,0 0-1 0,6 1 2 16,1 1-2-16,7-2-36 0,7 0-46 0,1 0-50 15,9-2-79-15,2-3-96 0,4 0-322 0,1-2-679 16,1 0 300-16</inkml:trace>
  <inkml:trace contextRef="#ctx0" brushRef="#br0" timeOffset="143492.87">31774 12939 39 0,'0'0'404'0,"0"0"-16"15,0 0-55-15,0 0-30 0,0 0-29 0,0 0-33 16,0 0-29-16,0 0-60 0,0 0-77 0,0 0-93 16,0 0-136-16,0 0-222 0,0 0-405 0,0 0 180 15</inkml:trace>
  <inkml:trace contextRef="#ctx0" brushRef="#br0" timeOffset="147728.57">5475 14645 126 0,'0'0'127'15,"0"0"4"-15,0-7-13 0,0 7-7 0,0-4-4 16,0 4-2-16,0 0-12 0,0 0-4 0,-1-4 1 16,1 4-13-16,0 0 0 0,0 0-14 0,0 0-6 15,0 0 9-15,0 0-18 0,0-5-4 0,0 5-5 16,0 0-7-16,0 0 0 0,0 0-9 0,0 0-4 15,0 0-5-15,0 0 2 0,0 0 0 0,0 0-8 16,0 0 4-16,9 15-4 0,-4-8 6 0,1 4-6 16,4 0-4-16,2 3 5 0,2-1 1 0,5 4-1 15,4 2 0-15,-4-3-4 0,3-1 3 0,1 0 0 16,-5-5-4-16,7 3 3 0,-5-2-2 0,-2-1 2 16,1-2 8-16,-4 1 0 0,-2-2 0 0,2 1-4 15,-3-3 1-15,-2-1-4 0,-5 2 2 0,1-3 0 16,2-2-5-16,-3 1 4 0,-1 0-3 0,0 1-1 15,0-1 4-15,-3 0-1 0,-1-2-1 0,0 0 0 16,6 3-1-16,-6-3 2 0,7 3 1 0,-7-3-6 16,0 0 0-16,0 0 1 0,0 0-1 0,0 0 1 15,2 1-6-15,-2-1-14 0,0 0-26 0,0 0-31 16,0 0-33-16,0 0-36 0,0 0-136 0,-16-5-301 16,13 2 133-16</inkml:trace>
  <inkml:trace contextRef="#ctx0" brushRef="#br0" timeOffset="148033.2">6109 14578 6 0,'-8'4'122'16,"-1"1"-25"-16,-1 4 1 0,-4 3-14 0,-4 1-6 0,0 4-14 15,-5 3-4-15,4-2-6 0,0 3-2 16,2 1-9-16,2-4-5 0,5-1-3 0,-2 0-1 16,4-1-1-16,-2 1-6 0,3-2 1 0,0 0-6 15,2-4-1-15,0 1 1 0,0-1-5 0,1-4-4 16,-1 5-1-16,4-1-23 0,-2-5-28 0,2-1-33 15,-2 2-85-15,2-5-169 0,1 1 75 0</inkml:trace>
  <inkml:trace contextRef="#ctx0" brushRef="#br0" timeOffset="148447.44">5886 14854 153 0,'0'0'203'0,"0"0"-22"0,0 0-18 0,0 0-17 16,0 0 5-16,0 0-34 0,0 0-9 0,0 0-11 15,0 15-7-15,2-7-7 0,-2 7-3 0,1 6-2 16,2 3-14-16,-2 5-4 0,-2 0-1 0,1-1-9 16,-3 6-3-16,3-4-3 0,0-1-4 0,0 0-2 15,3 1-9-15,-3-3-1 0,1 0-3 0,1-2-5 16,1 1 2-16,0-1-5 0,2 0 0 0,-4-6-2 15,3 1-1-15,-2-2 0 0,1 0-4 0,-2 1 3 16,3 4-4-16,-3-5-13 0,2-1-2 0,-2-5-3 16,0-2 3-16,1-1 2 0,-1 1 2 0,2-4 4 15,-3-2-5-15,0 1 1 0,1-1 4 0,1-1-1 16,-2 2 3-16,1-2 5 0,-1-3 2 0,0 0 8 16,0 5 1-16,0-5 10 0,2 4 10 0,-2-4 9 15,0 0 5-15,2 3 9 0,-2-3 4 0,0 0-1 16,0 0 3-16,0 0-11 0,0 0-7 0,0 0-3 15,0 0-7-15,0 0-8 0,8-8 0 0,-4 3-23 16,0 1-27-16,0-2-28 0,2 2-26 0,-2-1-37 16,-2 1-33-16,2-1-34 0,-1 0-51 0,-2 1-149 15,2 0-406-15,-1 0 181 0</inkml:trace>
  <inkml:trace contextRef="#ctx0" brushRef="#br0" timeOffset="149142.88">6308 15241 168 0,'0'0'186'0,"0"0"-17"0,3-5-17 16,-3 5-14-16,0 0-14 0,0 0-9 0,1-3-15 15,-1 3-12-15,0 0-11 0,0 0-12 0,0 0-5 16,0 0-9-16,0 0-5 0,6 10-6 0,-4-3 2 16,-1 0-6-16,2 1 1 0,-2 3-1 0,-1 1-1 15,2 4-9-15,-2-5-1 0,4 6-4 0,-5-1 6 16,2-3-14-16,0-1 4 0,1 3-1 0,-2-3-1 15,1 0-6-15,0 0 5 0,-1-2-8 0,0 0 2 16,1-3 6-16,-1 0-7 0,0-2 6 0,2 0-10 16,-2 0 2-16,0-2-2 0,0 1 5 0,0-4 20 15,1 6 23-15,-1-6 28 0,0 4 28 0,0-4 17 16,3 2 18-16,-3-2 0 0,0 0-10 0,0 0-18 16,7-15-16-16,-3 4-3 0,5 0-20 0,-1-3-5 15,-1-3-3-15,1 0-8 0,1 2-4 16,0 1-9-16,-4 5 8 0,0-1-17 0,0 1-3 15,4 2-4-15,-8 4-5 0,3-4-5 0,-2 4 1 0,2-2-4 16,-1 5-9-16,-3 0 3 0,8-5-3 0,-8 5-3 16,10 5-3-16,-10-5 0 0,13 8-10 0,-4 2-1 15,-3 1-4-15,3 5 3 0,2 0-1 0,-1 0 3 16,-1 2-1-16,0-1 3 0,-2 0 0 0,-3-1-4 16,4 1 7-16,-3-2-3 0,-3-1-4 15,4 0 5-15,-1-2 0 0,-2-2-4 0,-1-4 7 0,3 2-2 16,-4-2 3-16,2 1 2 0,-2-4-1 0,0 1 0 15,1 1 0-15,0-3 1 0,-1 0 3 0,-1-2 5 16,2 5-2-16,-2-5 28 0,0 0-12 16,0 0 6-16,1 3 1 0,-1-3 4 0,0 0-8 15,0 0-3-15,0 0 2 0,0 0-6 0,0 0 4 16,0 0-7-16,0 0 0 0,0 0-7 0,0 0 2 0,0 0-18 16,0 0-33-16,0 0-24 0,9-9-36 15,-9 6-31-15,1-1-34 0,-1-1-63 0,0-1-30 16,1 1 20-16,-3-4-220 0,2 0-497 0,0-1 220 15</inkml:trace>
  <inkml:trace contextRef="#ctx0" brushRef="#br0" timeOffset="149910.07">6924 14859 65 0,'14'3'109'0,"4"3"-24"0,-1-1 7 16,-2 4-4-16,0 1 4 0,1 0-5 0,-2 4-9 16,-3 0-3-16,1 1-1 0,-3 2-12 0,-3 0 5 15,-1 0-8-15,-1 0-10 0,-4 1 0 0,0 1-11 16,-4 0 2-16,-2-2-8 0,-1-1 10 0,-1 1-13 15,-3-3-3-15,3 0-2 0,-3 0-5 0,2-5 0 16,1 0 0-16,2-1 8 0,-3-2-12 0,5-2 5 16,0 0 6-16,1-1 24 0,0 1 28 0,3-4 25 15,-4 3 23-15,4-3 4 0,0 0-9 0,0 0-12 16,-2-10-12-16,3 3-10 0,1-4-9 0,1 3-6 16,5-8-11-16,-2 1-4 0,4-3-3 0,-2 1-11 15,5-6-1-15,2-2-4 0,-3 1-8 0,4 1 0 16,-7 6-4-16,1 0-3 0,-1 2-3 0,0 2 2 15,-4 2-5-15,2 0 0 0,-4 5 0 0,1 0-2 16,0 1-5-16,0 1-2 0,-4 2-6 0,1-3-4 16,-1 5-2-16,0 0-1 0,0 0 0 0,11 6-1 15,-10 1-5-15,0 2 5 0,4 0 1 0,-1 3-3 16,1 2 4-16,2 2-3 0,-1 0 1 0,0-2 6 16,5 4 0-16,-5-1-2 0,4-3-2 0,0 1 2 15,-1-1-5-15,-1 0-6 0,1-3-13 0,-1-2-20 16,-2 0-45-16,0 0-50 0,0-3-73 0,-1 0-199 15,-4-1-447-15,1-2 198 0</inkml:trace>
  <inkml:trace contextRef="#ctx0" brushRef="#br0" timeOffset="150198.97">7408 14749 82 0,'7'5'155'0,"3"0"-6"0,1 6-6 16,2 2-12-16,1 4-14 0,0 4 0 0,0 1-13 0,-1 2 0 15,-3-1-12-15,-1 3-3 0,-4 1-10 16,-2 1-14-16,1-1-5 0,-7 0-2 0,-2 0-7 15,0 0-10-15,-6-3-2 0,-2-1-3 0,-4-2-6 16,-1 1-1-16,0-1-15 0,-1-7-30 0,-5 5-36 16,1-4-24-16,0-1-48 0,-5-4-130 0,-4-1-273 15,-1-4 122-15</inkml:trace>
  <inkml:trace contextRef="#ctx0" brushRef="#br0" timeOffset="150541.81">6881 14604 20 0,'-14'12'96'16,"3"-3"12"-16,-1 6-9 0,-4 7-2 0,-3 7-3 15,-6 12 0-15,3 2 1 0,0 0 1 0,8 6 5 16,-1-5-13-16,3 2-5 0,7-15-5 0,0 4 3 16,6-1-11-16,4-4-5 0,3 0-11 0,2-2-4 0,11 2 1 15,-2-7-3-15,10 2-3 0,15 2-7 16,0-6-6-16,10-4-10 0,1 0-55 0,2-4-87 15,0-6-139-15,-5-6-280 0,-11 3 123 0</inkml:trace>
  <inkml:trace contextRef="#ctx0" brushRef="#br0" timeOffset="151658.97">8190 15121 50 0,'0'0'76'16,"0"0"-11"-16,0 0-7 0,0 0-9 0,0 0-4 0,0 0 3 15,0 0-10-15,0 0-8 0,0 0 13 0,0 0-9 16,0 0-2-16,0 0 3 0,0 0-4 0,0 0 0 16,0 0-5-16,0 0 9 0,0 0-1 15,0 0 4-15,0 0-1 0,0 0 12 0,23-1-10 16,-7 0-3-16,4-2 4 0,12 0-9 0,1 2 3 0,6-2 0 15,-1-2-6-15,18 1-2 0,3-1 0 16,1 0-11-16,4-2 5 0,0 2-3 0,-5-2 1 16,-2 5-6-16,-2-2 5 0,-19 1-2 0,1 2-8 15,-1-2 8-15,-6 2-11 0,-8-2 5 0,-3 3 3 16,-6 0-2-16,1 0-3 0,-1 0-6 0,-3 0 3 0,-5 0-5 16,3 0 1-16,-8 0-3 0,8 0-3 15,-8 0 8-15,5 0-1 0,-5 0-6 0,0 0-6 0,0 0 1 16,0 0-22-16,-17 4-21 0,12-3-19 0,5-1-23 15,-13 0-85-15,7 0-194 0,-2 0 86 16</inkml:trace>
  <inkml:trace contextRef="#ctx0" brushRef="#br0" timeOffset="151991.75">9053 14833 112 0,'0'0'161'0,"16"0"-14"0,-5 3-7 0,-1 2-7 0,9 1-13 16,-1 2-7-16,6 7-7 0,2-2-13 0,1 4-5 15,2-1-7-15,-2 4-9 0,1-3-11 0,-4 2 4 16,2 2-11-16,-6-2-7 0,-1-1-5 16,-3 3-1-16,-6-6-3 0,-2 2-4 0,-4-3-6 15,-2 2-10-15,-4 0 2 0,-4 0-4 0,-3 0 5 0,-4-1-3 16,-6 3-7-16,-2 0 3 0,-6 0-4 0,0-3-22 16,-1 2-64-16,1-3-63 0,1-2-141 15,1-2-303-15,-1 0 134 0</inkml:trace>
  <inkml:trace contextRef="#ctx0" brushRef="#br0" timeOffset="156392.22">10501 14783 212 0,'0'-4'217'0,"0"4"-10"0,0 0-18 16,0-5-16-16,0 5-17 0,0 0-15 16,0-5-12-16,0 5-16 0,0 0-13 0,0 0-20 0,0 0-14 15,0 0-14-15,0 0-3 0,6 10-9 0,-2 1-3 16,0 4-5-16,2 4-4 0,0 5-1 0,2 3-6 16,-1 5 2-16,-1-3-6 0,0 0-1 15,2 0-3-15,-3 0-2 0,3-1 0 0,-2-1-3 16,-2 0 6-16,1-2-6 0,-1 0 1 0,1 0-2 15,-1-7 1-15,0 0-2 0,1 2-3 0,-3-4 1 0,2-5-1 16,-4 2-1-16,3-1 3 0,-2-2 1 0,-1 0-3 16,0-4 2-16,0 0 0 0,3-1-3 15,-3 0 0-15,0-2 3 0,0-3 2 0,0 8 4 16,0-8-2-16,1 2-2 0,-1-2 3 0,0 0 3 0,0 0-3 16,0 0 0-16,-1 4-4 0,1-4-21 15,0 0-59-15,0 0-67 0,-12-13-212 0,6 8-383 16,-2-4 169-16</inkml:trace>
  <inkml:trace contextRef="#ctx0" brushRef="#br0" timeOffset="157043.76">10576 14747 101 0,'14'-5'121'0,"4"2"-11"0,5 1 0 15,4-1-12-15,1 2 0 0,4 1 3 0,3 0-5 16,-1 1-13-16,3 2-11 0,-5 0 3 16,0 2-11-16,-3 2-7 0,-2 2-8 0,-1 1-5 15,-6-1-5-15,-1 3-3 0,-6-1-6 0,1 0-3 0,-1 4-4 16,-4-1-3-16,-4 0 1 0,-5 2 0 0,-1 1-12 16,-4-3 3-16,-3 3-3 0,-5-1 2 15,-3 0 0-15,-5 1-4 0,1-2 5 0,-3-2-6 16,5-2-3-16,0 0 0 0,0-4 0 0,3 3 0 15,-2-5-3-15,4 2 3 0,2-2-1 0,2-2 7 0,1-1-7 16,4 1 1-16,-2 0-1 0,2-2 4 0,0 2-2 16,4-3 2-16,-1 2 2 0,1-2-3 0,6 4 1 15,3-4 1-15,3 3-3 0,-2-1 3 16,9 1-4-16,3 0-1 0,-3-1-3 0,2 2-1 16,1 1 7-16,5 0-5 0,-7 1 0 0,1-1-2 0,1 3 0 15,-4 0 6-15,6 4-7 0,-6-3 0 0,-3 2 2 16,-2-2 0-16,-1 4-3 0,-7-3 0 0,0 1 5 15,-1-2-7-15,-4 3 2 0,-5 0 1 16,-4 3 0-16,-3-4-1 0,-7 8 0 0,-1-10 4 16,-6 5-3-16,-1-4 6 0,-4 2 7 0,1 1 3 0,-5-5-2 15,2 1 0-15,0-3 1 0,0 0 3 0,-1-1 3 16,5 0-4-16,2-1 9 0,9-1 8 0,3-3-2 16,3 1 0-16,2 0-2 0,4-1-1 15,-1 2-4-15,1-2-3 0,6 0 2 0,-10 0 0 16,10 0-4-16,0 0 0 0,0 0 0 0,0 0-1 0,0 0-15 15,0 0-44-15,0 0-52 0,24-4-91 0,-13 1-102 16,4 0-311-16,-2-1 139 0</inkml:trace>
  <inkml:trace contextRef="#ctx0" brushRef="#br0" timeOffset="157542.65">11359 15241 48 0,'0'0'132'0,"0"0"-11"0,0 0-3 16,0 0-10-16,0 0-13 0,0 0-3 0,23-5-13 16,-12 1-8-16,3 1-15 0,4-1 5 0,-1 0-12 15,4-1 0-15,-2 1-7 0,3-1-4 16,-2-3-7-16,5-1 6 0,-6 2 14 0,1-1-7 16,-2-2 8-16,1 0 2 0,0-2 4 0,-2 1 0 0,-2 0 0 15,-2-1 4-15,-4 3 14 0,1 1 7 0,-2 2-1 16,-4-1-11-16,-3 2-2 0,2 0-19 15,-2-2-4-15,-5 3-5 0,0 0-5 0,-6 1-3 16,-7 2-4-16,-3 1-4 0,-6 2-2 0,-1 4-3 16,-3 2 4-16,-3 1-9 0,-3 4 3 0,0 2-8 15,4-1-1-15,-2 3 1 0,4-3 2 0,2 3-3 0,5-1-1 16,9-4-2-16,2 2-1 0,1 0 1 0,5-2-2 16,2 0-2-16,1 0 1 0,6 1 5 15,2 1-2-15,7-1 0 0,5-2 2 0,13 1 0 16,3-2 1-16,4 0-9 0,1-7-22 0,3 1-58 15,-2 3-53-15,-2-4-88 0,0-3-126 0,-3-3-375 16,-2-3 166-16</inkml:trace>
  <inkml:trace contextRef="#ctx0" brushRef="#br0" timeOffset="157976">12185 14976 66 0,'0'0'138'0,"0"0"-13"0,-17 7-10 15,8-2-13-15,-2 0-9 0,-2 2-9 0,3-2-8 16,-3 5-12-16,1-2-7 0,1 1-9 0,2 0 1 16,-3 4-2-16,4-5-4 0,1 3-13 0,1-1 2 15,1 0 0-15,1 0-3 0,0 0-10 0,2 1 7 16,3-1-2-16,4 0-4 0,-1-1 2 0,5 0-5 16,1-2 0-16,5 3-3 0,2-2-1 0,-1 0 1 15,5 1-3-15,-3-2 0 0,2-2 0 0,-3 2-5 16,2 0 0-16,-7-1-3 0,0-2 2 0,-1 1-2 15,-6 0-1-15,1-3-6 0,-1 1 8 0,-1 1-1 16,-4-1-8-16,-1 4 0 0,-6-4 7 0,-4 4 1 16,-1-3 0-16,-2 1-5 0,-4-2 1 0,-2 2-4 15,0-1 2-15,-1 0-1 0,-10-3-21 0,8 2-38 16,-3 1-28-16,5-3-123 0,2-1-232 0,5-2 104 16</inkml:trace>
  <inkml:trace contextRef="#ctx0" brushRef="#br0" timeOffset="158425.47">12775 14953 3 0,'0'0'177'0,"0"0"-8"16,-5-6-20-16,5 6-7 0,0 0-12 0,0 0-14 15,-19 7-10-15,11-2-10 0,-2 1-6 0,-1 0-7 16,0 2-8-16,-5 1-8 0,5-1-6 0,-4 4-2 16,0 0-4-16,0-1-11 0,3 0-4 0,3-2-5 15,-2 2 1-15,3 0-9 0,3-2 3 0,-3 0-3 16,3 0-4-16,1-1-2 0,3-1-5 0,1 0 1 15,0-3 7-15,5 4-8 0,0-1-2 0,4-1 3 16,5 2-2-16,3-1-6 0,-1 0 6 0,6-1-5 16,-3 0-4-16,1 0 7 0,1 0-9 0,-3-1 3 15,-3 4-2-15,-2-7 1 0,-4 1-2 0,0 4 3 16,0-6-10-16,-4 3 8 0,-2 0-10 0,-2-2 1 16,-1 4 0-16,0-6 3 0,-9 7-4 0,-1-3 2 15,-2-1 1-15,-3 1-1 0,-2 1 3 0,-1-2-6 16,0 1 8-16,-2 0-1 0,2 0-4 0,0-2 0 15,-2 1-14-15,1 0-27 0,6-1-28 0,0-2-52 16,2 2-46-16,4-1-98 0,-3-2-290 0,10 1 128 16</inkml:trace>
  <inkml:trace contextRef="#ctx0" brushRef="#br0" timeOffset="159175.03">13036 15179 56 0,'0'0'160'0,"0"0"-19"16,0 0-9-16,0 0-19 0,0 0-10 0,0 0-14 15,0 0-5-15,0 0-8 0,0 0-8 0,0 0-3 16,0 0-7-16,14 1-4 0,-5-2-6 0,6 1-1 15,2-3-11-15,1 2-11 0,0-2 2 16,2 0-1-16,-1-1 2 0,1 1 1 0,1-4-7 0,-2 3 8 16,-2-2 12-16,1-1 12 0,-4 1 15 0,0 0 13 15,-4-1 1-15,1 0 2 0,-1-3 1 0,-3 1 1 16,-2 2-9-16,2-1-9 0,-2 0-6 0,-4 3-8 16,0-2-6-16,-1 3-8 0,-1-3-6 15,-4 2-3-15,-3 0-2 0,-2 4-2 0,-4-3-6 16,-4 4-2-16,-2 0-4 0,-7 2-1 0,0 1-4 0,-1 2-1 15,2 2 1-15,6 1-4 0,1-3 0 16,3 6 2-16,1-1-7 0,5-3 1 0,0 3-1 0,1-2-3 16,4 0-3-16,0 2 4 0,2-1 6 15,4 1-1-15,3-2-6 0,5 2 1 0,9 2 3 16,7 5-2-16,6-8-3 0,2 2 0 0,6-4-6 0,-2-1-5 16,0-2-6-16,-1 0-7 0,3-1-1 15,-3-6 3-15,2 0 0 0,-7-1-2 0,-3-2 7 16,-7-1 2-16,-1-2 3 0,-5-1 3 0,-1-1 11 15,-1-2 27-15,-6-2 6 0,0-2-2 0,0-6-6 16,-4-4 0-16,-3-2-4 0,0-1-3 0,-1-1 7 16,1 1-12-16,-5-2 8 0,2 4 22 0,-2 2 10 0,2-1 12 15,-2 9 0-15,1 2 11 0,2 4 14 0,0 0-6 16,0 1-11-16,1 4 4 0,1 2-6 16,0-1-13-16,-2 0-4 0,2 1-8 0,0 5-6 15,0 0-22-15,0 0-1 0,0 0-9 0,0 0 2 16,0 0-3-16,-4 23 3 0,2-3-7 0,-4 6 0 15,4 5-2-15,-1 2-1 0,1-2 0 0,-4 3-1 16,4-1 2-16,-1-1 1 0,-2 0 1 0,4-1-8 16,1-5 6-16,-2 0-1 0,2-6-1 0,2-3 1 0,-5-2 0 15,6-3 3-15,-2 0-2 0,2-3-1 16,-1 0 0-16,0-2 3 0,0 0-1 0,2 0 9 16,-1-3 6-16,3 0 5 0,0-3 0 0,-1 2 0 15,3-2-3-15,0 1-2 0,3-2 2 0,2 0-7 0,2-3 4 16,2 0-2-16,3 1-4 0,7-2-12 15,4-4-20-15,1 1-37 0,4-1-63 0,16-3-108 16,-3-4-351-16,6-2-629 0,-4 0 279 0</inkml:trace>
  <inkml:trace contextRef="#ctx0" brushRef="#br0" timeOffset="160092.63">14652 14809 184 0,'3'-4'186'15,"-3"4"-18"-15,0 0-18 0,1-2-13 0,-1 2-13 16,0 0-16-16,0 0-5 0,0 0-8 0,16 6-10 16,-9-3-4-16,-2 3-8 0,-1 2 7 0,3 0-13 0,0 1-7 15,3 6-4-15,-2 2-18 0,1 0-6 16,-4 2 4-16,4 6-10 0,-4-6 1 0,4 5-3 0,-5-5-3 16,1 2-1-16,0-3-2 0,-1-1-2 15,0 2-1-15,0-4-3 0,-3 0 0 0,3-3-2 16,-3-2-2-16,2-2-4 0,-2 0 3 0,-1-2-1 0,0-1 8 15,3 1 14-15,-3-2 20 0,1-1 32 16,-1-3 26-16,2 4 30 0,-2-4 21 0,1 3-6 16,-1-3-14-16,0 0-14 0,-4-13-14 0,1 6-7 15,2-4-12-15,-2-1-9 0,1-8-9 0,-2-3-8 16,0-5-5-16,3-3-12 0,-2-2-2 0,3-2-5 16,0 1-3-16,1-16-8 0,2 4 3 0,-2 12-15 15,3 2 1-15,1 1-2 0,-1 4 0 0,2 1-1 16,-3 6 0-16,-1 3 11 0,2 1-10 0,1 4-4 15,1 2-3-15,3-4-1 0,-1 5-1 0,5-2-3 16,5-1 1-16,-1 8 0 0,3 1 0 0,3-5-11 16,-4 8-21-16,3-2-21 0,2 4-39 0,-2 0-26 15,-3 4-33-15,0 0-42 0,-1 6-49 0,0-3-69 16,-3 3-180-16,-6-2-526 0,2 2 233 0</inkml:trace>
  <inkml:trace contextRef="#ctx0" brushRef="#br0" timeOffset="160475.97">14834 15003 66 0,'0'0'142'15,"-6"2"-18"-15,6-2-5 0,0 0-9 0,0 0-10 16,0 0-7-16,0 0 8 0,16 0-5 0,-3 0-13 16,2 0-8-16,8-1-6 0,5-3-11 0,3 1-2 15,2 1-8-15,0 0-2 0,6-3-5 0,-3 2-2 16,-1 2-4-16,2-1-7 0,-6 0 0 0,-10 1-1 15,-1 1 3-15,-7 0-6 0,1 0-7 0,-7 0-1 16,0 0-6-16,0-3-2 0,-7 3-1 0,11 0 0 16,-11 0-6-16,0 0 7 0,0 0-11 0,0 0 3 15,0 0-12-15,0 0-23 0,0 0-25 0,0 0-30 16,-28 3-42-16,22-3-98 0,6 0-250 0,-12 0 111 16</inkml:trace>
  <inkml:trace contextRef="#ctx0" brushRef="#br0" timeOffset="161259.41">15617 14900 241 0,'4'-6'242'0,"-4"6"-22"0,0-3-27 0,0 3-17 15,0 0-15-15,0 0-20 0,1-4-15 0,-1 4-17 16,0 0-9-16,0 0-14 0,0 0-6 0,0 0-8 16,7 13-10-16,-5-6-8 0,2 2-3 0,-1-1-4 15,-1 4-5-15,0-1-3 0,0 1-7 0,-2 1-1 16,6 3-5-16,-2-1 4 0,0-3-7 0,0-1-5 16,-2 0 3-16,1-1-4 0,1-3-1 0,0 0 3 15,-2-2-2-15,3 0 2 0,0 0-1 0,1-1 2 16,-1-1 6-16,2-3 9 0,3 0 4 0,2-3 3 15,-2-1 14-15,0 1 6 0,1-1 2 0,-1-3-1 16,0-1-5-16,3-4-5 0,-3 6-6 0,-4-7-2 16,6 1-6-16,-3-3-2 0,1 1-9 15,-3-1 2-15,-5 5-3 0,2-2-5 0,2 3-1 16,-3 1-1-16,2 3-5 0,-2-2-1 0,-2 3 1 0,0 0-4 16,-1 3-5-16,0 1 1 0,4-7-21 0,-4 7-1 15,0 0-1-15,0 0 3 0,0 0 1 0,6 11 3 16,-3-4-4-16,0 0 3 0,-1 1 3 15,3 2-1-15,1 0-1 0,1-1 5 0,6 3 6 16,1-1-15-16,-1 0-5 0,2-2-6 0,4 0-10 0,-4-1-4 16,2-1-8-16,-3-4 1 0,0 2 1 0,0-5 7 15,-1 0 9-15,-3 0-6 0,2-3 7 0,-3-1 9 16,-1-1-7-16,-1-1 4 0,-1-4 6 0,1 2 4 16,-2-2 7-16,1-2 8 0,-2 0 6 15,0-3 18-15,-2 0-5 0,1 3 18 0,-2-1 3 16,3 2 15-16,-1 0 1 0,-1 1-1 0,-2 3 7 0,0 2-6 15,2-2-8-15,-1 1-5 0,-1 4-6 0,-1-3-4 16,1 5-11-16,1-5 5 0,-1 5-20 16,0 0 2-16,0 0-4 0,0 0 3 0,0 0-6 15,3 16-1-15,0-5-1 0,-3-2 3 0,-1 2-6 16,2 3 1-16,0-2 4 0,-1 5-4 0,0 0 1 16,-1-2 0-16,0-1-1 0,1-2 1 0,-2 0-1 0,2-3 0 15,0-1-3-15,-2-2 5 0,2-1-3 0,0 0 1 16,0-1 2-16,2-2 6 0,-2-2 6 15,0 5 22-15,0-5-1 0,0 0-3 0,0 0-2 16,0 0-10-16,15-7 0 0,-9-2-2 0,4 1-3 16,-3 1-9-16,0-1 5 0,2 1 0 0,1 0-2 0,-1 1-3 15,2 0-2-15,-1 0 3 0,0 2-1 16,-2-1-5-16,3 3 1 0,-2-1 0 0,3 0-9 0,-2 3-20 16,0 3-14-16,2-3-29 0,0 1-26 15,1 3-33-15,0-1-46 0,0 1-66 0,0-2-291 16,-1 1-574-16,1 0 254 0</inkml:trace>
  <inkml:trace contextRef="#ctx0" brushRef="#br0" timeOffset="162273.06">16600 14930 87 0,'0'0'194'0,"0"0"-15"15,0 0-25-15,0 0-14 0,0 0-13 0,0 0-12 0,6-4-15 16,1 4-2-16,5 0-13 0,-1-1-4 16,1 1-16-16,5-1-4 0,2 1-9 0,-1-3 0 15,1 3-9-15,0-2 3 0,-1 1-14 0,1-1-2 16,-2 1-2-16,1-1-1 0,-7-2-4 0,1 2-4 16,-2-3 4-16,-1 2-6 0,1-2-1 0,-2 1 6 15,-3 0 4-15,0-2 3 0,-1 1-2 0,-3 2-1 16,3 0-3-16,-4-3-3 0,4 2-3 0,-4 4-1 15,-4-6 6-15,-1 3-10 0,0 0-1 0,-3 2-2 16,0 1 4-16,-3 0 1 0,-2 4-2 0,-2-1 5 16,2 1 2-16,-3 2-1 0,4 1 3 0,-3 0-5 15,-1 6-1-15,2-3-3 0,4 2 1 0,1 1-2 16,3-1-1-16,-2 1 1 0,2 3-5 0,2-3 0 16,1-1 2-16,7 1 3 0,0-3-5 0,4 3 2 15,3 1-2-15,5-3 0 0,3-1-2 0,6-2 0 16,2 1 0-16,2-5-2 0,2 0-15 0,-3-1-10 15,0-3 2-15,3-2-4 0,-5-3 5 0,-6 0 4 16,-1-3 0-16,-2-1 0 0,-2-2 2 0,-3-2 3 16,2-4-3-16,-3 2 8 0,-3-4 4 0,3-8 0 15,-2 4 1-15,-5-5 4 0,0 0 2 0,1 1 2 16,-1-7 0-16,0 3 7 0,-2 1-3 0,1-5-1 16,-2 1 13-16,3 2 17 0,-3 3 13 0,3 2 9 15,-4 10-1-15,0 5 9 0,0 1-2 0,0 2-7 16,0 0-7-16,0 4-10 0,0 0-7 0,0 1-11 15,0 4-6-15,0 0-3 0,0 0-3 0,0 0-2 16,-5 22 2-16,1-3-3 0,3 6-3 0,-2 3 2 16,-3 3 3-16,2 1-5 0,-1 1-4 0,1 0-1 15,3-2 1-15,-2 4 1 0,2-3-5 0,2 0 3 16,-1-3-2-16,3-3 1 0,-2-1 0 0,3-7 1 16,-3-2 0-16,2-4-2 0,-2 0 2 0,-1-5-1 15,3 2 1-15,-2-3-2 0,-1-1 1 0,0 2 0 16,0-4 1-16,4 1 1 0,-4 0-2 0,0-4-1 15,0 4 4-15,0-4 0 0,0 0 1 0,0 0 0 16,0 4-2-16,0-4 0 0,0 0-6 0,0 0-12 16,0 0-16-16,-8-11-11 0,8 3-16 0,-5 3-16 15,4-4-11-15,-3-1-10 0,-3 0 13 0,2 1 7 16,-3-2 10-16,1 2 1 0,-1 0 2 0,1 1 10 16,-1 0 8-16,2 1 1 0,-1 1 11 0,1 0 1 15,-3 1 2-15,4 1 3 0,1 2 3 0,0-4 13 16,2 5 9-16,-1-2 9 0,3 3 5 0,-3-3-4 15,3 3-1-15,0 0-3 0,11-7 2 0,-1 6-2 16,3-1-1-16,6-2-2 0,5 2-3 0,3-1 5 16,5 1-1-16,0 0 0 0,-1-2-3 0,3 0 2 15,-2 2-2-15,1-1 4 0,-1 0-2 0,-5 1 2 16,3-1 7-16,-10-1 8 0,2 4 11 0,-6-2 10 16,-2 1 10-16,-2-1 10 0,0 2 11 0,-3-1 8 15,-1 1 4-15,-4-1-3 0,-4 1 0 0,10-1-6 16,-10 1-6-16,8-3-2 0,-8 3-6 0,6 0-4 15,-6 0-11-15,0 0-3 0,0 0-5 0,5 3-3 16,-5-3-4-16,3 5-7 0,-2-2 1 0,-1 2-5 16,5 2 0-16,-5-2-3 0,3 2-2 0,-2 2 1 15,-1 1-2-15,1 0-3 0,-1-1-1 0,3 1-4 16,-3-2-2-16,1 2-11 0,-1-3-15 0,0 0-20 16,0-1-20-16,0 0-18 0,-1-1-20 0,-3-1-30 15,3 1-30-15,1-5-37 0,-3 4-21 0,-2-4-195 16,5 0-448-16,-9-5 199 0</inkml:trace>
  <inkml:trace contextRef="#ctx0" brushRef="#br0" timeOffset="162442.57">17521 14626 130 0,'0'-5'187'15,"0"5"-23"-15,0-7-7 0,0 7-24 16,0 0-12-16,0 0-14 0,0 0-11 0,0 0-15 0,14 11-27 15,-9-6-47-15,0 3-53 0,3-1-153 0,1 2-215 16,-3 1 95-16</inkml:trace>
  <inkml:trace contextRef="#ctx0" brushRef="#br0" timeOffset="162790.47">17971 14812 94 0,'0'0'191'0,"0"0"-17"0,0 0-22 0,0 0-14 16,0 0 14-16,0 0-17 0,-22 2-15 0,13 2-11 15,0 3-15-15,-1 0-3 0,-1 2-11 0,-2 2-7 16,1 4-7-16,1-3-7 0,-1 1-3 0,2 4-10 16,1-1-1-16,-1 0-3 0,6-4-8 0,0 0-3 15,2-1 3-15,-1 1-2 0,3-2 1 0,0 0 7 16,4-2 14-16,-1-1 6 0,3 1 6 15,4-2 3-15,2-2-4 0,0-3-6 0,1-1-7 16,6 0-3-16,-6-1 2 0,6 0 7 0,-5-7 3 0,0 5 0 16,-1-3 4-16,-4-2-5 0,4 1-5 0,-7-3-2 15,6-3-7-15,-3-1-8 0,-4 0 1 16,-1-2-12-16,-3-1 2 0,-1 0-4 0,-4 0-4 16,0-1-7-16,-1 1 1 0,-5 3-3 0,1-1-3 15,0 6-1-15,-5-3-3 0,2 4-2 0,-3 2-14 16,2 1-12-16,-1 2-21 0,2 0-30 0,-1 2-27 0,0 0-32 15,4 2-55-15,1-1-40 0,-2 1-197 0,10-1-461 16,-7 6 205-16</inkml:trace>
  <inkml:trace contextRef="#ctx0" brushRef="#br0" timeOffset="163128.53">18165 14819 294 0,'0'0'269'0,"0"0"-25"0,0 0-28 16,9-1-20-16,-9 1-22 0,3 6-15 15,-1-4-15-15,2 4-12 0,-3-1-12 0,3 5-15 0,-3 1-10 16,2 1-8-16,1 5-10 0,-3 0-4 0,4-3-8 16,-5 1-5-16,0-3-6 0,1 0-7 0,-1-2-4 15,3-1-7-15,-3-1-2 0,0-1-4 16,0-3-1-16,0 1 1 0,0-2 28 0,0-3 23 15,5 2 2-15,-5-2-11 0,0 0-11 0,17-8-4 16,-6 2-1-16,0-3-5 0,2-1-7 0,2-3-2 0,2 4-8 16,-1-1 8-16,-5 3-13 0,0-1 1 0,-1 2-3 15,1 2-4-15,-2-2 0 0,0 4-11 0,3-1 2 16,-1 3-7-16,-1 4 1 0,4 0-5 16,-1 0-9-16,-3 4-19 0,3 1-39 0,0 3-63 15,-2-3-105-15,-2-1-304 0,0 1-581 0,-1-4 256 16</inkml:trace>
  <inkml:trace contextRef="#ctx0" brushRef="#br0" timeOffset="164141.04">19368 14816 140 0,'0'0'136'0,"0"0"-7"0,0 0-6 0,3-2-13 0,-3 2-8 16,0 0-4-16,0 0-4 0,0 0-8 0,0 0-6 16,0 0-4-16,0 0-7 0,0 0-10 0,0 0 1 15,0 0 2-15,0 0-10 0,0 0-3 0,0 0-4 16,0 0-8-16,0 0 3 0,-15 5 0 0,8 1-4 15,-3 1 3-15,0 0 3 0,-4 4-12 0,3 2-4 16,-3-1-1-16,2 0-3 0,-1 2-1 0,3 1-2 16,1-6-22-16,0 6 6 0,5-3-2 0,-1-2-2 15,2 2 5-15,1-2 1 0,2 0 1 16,2-1 9-16,1 0 16 0,6-1 3 0,0-2 4 16,4-1-3-16,6 0 1 0,0-4-3 0,2 2-5 0,2-6 4 15,-2 2 5-15,0-4 9 0,-3 0 4 0,1-1 7 16,-2-1-4-16,-1-1 1 0,-7-1-2 0,1-3-3 15,1 0 2-15,-4-2 0 0,-3 1-15 0,-4-2-6 16,0-2-1-16,-4 2-3 0,-1-3-5 0,-3 2-4 16,-3 0-1-16,-2 2-1 0,-1 1-5 15,-4 0 2-15,-6 0-5 0,-3 4 0 0,7 3-1 0,2 2-1 16,-4 3-1-16,4-1 6 0,3 0-11 0,3 4-15 16,0-4-26-16,5 2-17 0,-1 3-9 0,3 1-8 15,-1-2-11-15,6 4-22 0,0-2-35 0,0-4-75 16,10 5-144-16,-1-3-393 0,4 1 175 0</inkml:trace>
  <inkml:trace contextRef="#ctx0" brushRef="#br0" timeOffset="164556.18">19627 14530 53 0,'0'-4'253'0,"1"0"-21"0,0 0-22 0,-1 4-19 16,0 0-21-16,4-6-20 0,-4 3-18 0,0 3-11 15,0 0-15-15,0 0-14 0,4 17-6 16,-3-5-9-16,3 13-7 0,0 1-3 0,-1 4-4 16,-2 1-5-16,5 2-4 0,-6 2-7 0,3-1-2 15,1 11 0-15,-2-10-6 0,2 1-5 0,-1-2-1 0,3 0-4 16,-2-3-5-16,2-2 6 0,-1-2-5 0,3-1-5 15,-3-9 0-15,-3-3-6 0,1-2 2 16,1-4 0-16,1 1-5 0,-4-1 2 0,3-3 3 16,-1-1 16-16,-2 0 22 0,-1 1 30 0,3-2 8 15,-3-3-2-15,0 3-4 0,0-3-13 0,0 0-8 0,0 0-6 16,-12-11-9-16,2 3-7 0,-1 2-5 0,-6-6-6 16,-4-4-4-16,5 4 0 0,4-2-2 15,-4 2-1-15,3-1-7 0,3 2 5 0,3-1 2 16,4 2-6-16,-1-1-5 0,5 1 3 0,4-1-10 15,10-3-10-15,13-1-19 0,21-2-28 0,1 2-45 16,10 2-69-16,33-8-101 0,-33 8-251 0,31-8-558 0,-28 7 248 16</inkml:trace>
  <inkml:trace contextRef="#ctx0" brushRef="#br0" timeOffset="171474.5">19223 13076 49 0,'0'0'117'0,"0"0"-10"0,0 0-1 0,0 0-10 15,-2-4 1-15,2 4-8 0,0 0-1 16,0 0-8-16,0-4-3 0,0 4 3 0,0 0-16 16,0 0 6-16,0-5-5 0,0 5 2 0,2-5 2 15,-2 5-5-15,0 0-7 0,0-4 4 0,0 4 4 0,0-5 1 16,0 5-2-16,0-5-1 0,0 5 0 0,0 0-1 16,2-1-6-16,-2 1-8 0,0 0-1 15,0 0-3-15,0-6-8 0,0 6-3 0,0 0-5 16,0 0-3-16,0 0-4 0,0 0 2 0,0 0-3 0,0 0-2 15,-2-5-5-15,2 5 0 0,0 0-2 0,0 0 1 16,0 0-4-16,0 0-1 0,0 0-1 0,0 0-3 16,0 0-3-16,0 0 2 0,0 0-9 15,0 0 2-15,0 0-6 0,-2 12 8 0,0-3-3 0,0-1 1 16,1 3 5-16,-1 1-2 0,-3 5-5 0,2-2 1 16,0 2 3-16,-2-2 1 0,1 3-1 0,0-1-1 15,1-1 3-15,1-3 0 0,-2 0 3 0,3-1-4 16,-2 0 0-16,-1-2 5 0,2-1-4 0,-1-1 1 15,2-4 3-15,0 0-2 0,-1 2 1 0,1-1 4 16,1-2 8-16,-1 1 27 0,1-4 23 0,-1 5 18 16,1-5 40-16,0 0 9 0,0 0-11 0,0 0-9 15,0 0-8-15,0 0-11 0,0 0-12 0,3-13-8 16,0 4 3-16,2 4-20 0,-2-2-5 0,-2-2-4 16,4-1-3-16,-2-1-6 0,0 2-4 0,1 0-2 15,-1-1-5-15,1-2 13 0,-1 2-17 0,1-2-5 16,-1 2-6-16,1 0 6 0,1-3-4 0,-3 4-8 15,2-3-6-15,0 1-7 0,0 1-3 0,0 0-3 16,-1-2-1-16,3 4 4 0,-4-1-3 0,2 0 1 16,-3 4 1-16,1-2 2 0,0 0 0 0,-2 2 1 15,2 0-3-15,0 2 5 0,-1-3 6 0,3 2-6 16,-4 4 1-16,0-4 1 0,1 1-1 0,-1 3 6 16,0 0-3-16,0-5-2 0,0 5-2 0,0-4 4 15,0 4-2-15,0 0 6 0,0 0-6 0,0 0 1 16,0 0-1-16,2-3 2 0,-2 3 1 0,0 0-1 15,0 0-2-15,0 0 2 0,0 0 3 0,0 0-2 16,0 0 0-16,0 0-2 0,2-4 1 0,-2 4 8 16,0 0-8-16,0 0 4 0,0 0-4 0,0 0 1 15,0 0-1-15,0 0 2 0,0 0 2 0,0 0-1 16,0 0 2-16,0 0-4 0,0 0 0 0,0 0 2 16,0 0-1-16,0 0 4 0,0 0-6 0,0 0 5 15,0 0-3-15,0 0 0 0,0 0 2 0,0 0 1 16,0 0-1-16,0 0-3 0,0 0-3 0,0 0 4 15,0 0 1-15,0 0-2 0,0 0 0 0,0 0 2 16,0 0-1-16,0 0 4 0,0 0-2 0,0 0-4 16,0 0 5-16,0 0-4 0,0 0 1 0,0 0-1 15,0 0 2-15,0 0 2 0,0 0-3 0,0 0 0 16,0 0 0-16,0 0 2 0,0 0-3 0,0 0 1 16,0 0 3-16,0 0 0 0,0 0-5 0,0 0 6 15,0 0 0-15,0 0-1 0,0-4-4 0,0 4 4 16,0 0 1-16,0 0-2 0,0 0-1 0,0 0-2 15,0 0 3-15,0 0 2 0,0 0-4 0,0 0 2 16,0 0-2-16,0 0 1 0,0 0-5 0,0 0 4 16,0 0 2-16,0 0-2 0,-2-5 0 0,2 5 2 15,0 0-3-15,0 0 1 0,0 0 1 0,0 0 2 16,0 0-4-16,0 0-1 0,0 0 2 0,0 0 2 16,0 0-3-16,0 0-1 0,0 0 3 0,0 0-2 15,0 0 4-15,0 0-4 0,0 0 2 0,0 0 2 16,0 0-1-16,0 0 1 0,0 0-3 0,0 0 0 15,0 0-1-15,0 0-3 0,0 0 4 0,0 0-3 0,0 0 3 16,0 0 5-16,0 0-6 0,0 0 2 0,0 0-3 16,0 0 2-16,0 0 4 0,0 0-2 15,0 0-1-15,0 0 1 0,0 0-3 0,0 0 1 16,0 0 1-16,0 0 1 0,0 0-1 0,0 0-1 0,0 0 2 16,0 0 1-16,0 0-1 0,0 0-1 0,0 0-8 15,0 0-3-15,0 0-1 0,0 0-12 0,0 0-6 16,0 0-5-16,0 0 0 0,0 0 2 15,0 0 5-15,3 13 3 0,1-8 1 0,-1 2 4 16,-1 1-2-16,5 4 6 0,0 5 3 0,1-2-2 0,5 8 3 16,-3-6-3-16,-1 8-15 0,4-4-19 0,0 4-27 15,-2-4-35-15,2 2-71 0,-7-9-279 16,3 1-500-16,-4-5 222 0</inkml:trace>
  <inkml:trace contextRef="#ctx0" brushRef="#br0" timeOffset="172389.55">18969 12322 160 0,'0'-4'154'0,"1"1"-14"16,-1-2-12-16,0 5-12 0,0 0-13 0,0-5-2 15,0 5-13-15,0 0-10 0,0 0-6 16,-14 7-5-16,8 3-2 0,-2-1-4 0,-1 3-3 16,-2 5-6-16,-1 5-3 0,-2-1-5 0,5-3-5 0,-1 4-1 15,2-2-3-15,3 1-5 0,0-4 5 0,0 1-11 16,2 0 0-16,2-1-2 0,1-1-6 0,0-4 3 16,1-3-1-16,2 1 1 0,-2-3 1 15,2 0 11-15,2-2 16 0,1-3 11 0,-1 1 0 0,7-6 0 16,0 3 2-16,0-2-2 0,0-6 0 0,3 1 1 15,-1-5-4-15,0 1-3 0,-1-4-11 16,-2 1 2-16,-2-1-7 0,0-1-4 0,-2-1-3 16,0-1-2-16,-6-1-3 0,2 0-5 0,-3 1 0 0,-4 1-6 15,-1 5-1-15,-2-4-3 0,-1 7-2 0,-1 0-1 16,-1 0-2-16,-3 3 1 0,0 0-6 0,3 2-9 16,-3 3-21-16,0 0-2 0,2 2-22 15,-3 0-22-15,2 4-20 0,1 0-35 0,-2-3-22 16,5 3-47-16,3-1-133 0,1 0-363 0,3-1 161 0</inkml:trace>
  <inkml:trace contextRef="#ctx0" brushRef="#br0" timeOffset="172771.33">19208 12097 55 0,'1'-4'173'0,"-1"1"-18"16,0 3-18-16,0 0-4 0,0 0-7 0,0 0-20 16,3 13-4-16,-5-2-10 0,0 5-9 0,-1 12-3 0,2 0 0 15,0 4-6-15,-1 1-3 0,0 2-1 16,4 1-8-16,0 0-10 0,0-1-3 0,1-2-7 16,3 1-2-16,-2-2-4 0,3 1-3 0,3-8-4 15,-3 1 2-15,1-6-5 0,-3-6-6 0,0 2 0 16,0-3-1-16,-1-3-5 0,0-4 3 0,-3 0 1 15,3-2 23-15,-3-1 26 0,2 2 26 0,-2-2 18 16,-1-3-1-16,0 4-11 0,0-4-10 0,0 0-10 16,-10-12-8-16,2 3-9 0,-2-1-3 0,-5-2 2 15,0-3-15-15,-4-4-4 0,2-1-5 0,0 1-4 16,3-3 1-16,5 5-5 0,1-9-7 0,5 6 3 16,1-4-3-16,11-1-2 0,7-1-9 0,8 2-2 15,18-8-27-15,10 6-29 0,7 0-41 0,29-5-54 16,3 1-87-16,-2 8-237 0,1-2-505 0,2 7 225 15</inkml:trace>
  <inkml:trace contextRef="#ctx0" brushRef="#br0" timeOffset="175040.11">20845 14719 33 0,'0'0'122'0,"0"0"-9"0,0 0-15 0,0 0-11 16,0 0-8-16,0 0-9 0,0 0 2 0,0 0-12 16,0 0-9-16,0 0-6 0,0 0-4 0,-13 12-4 15,9-9-8-15,-5 4-1 0,-2 1 0 0,-5 1-6 16,1 1 1-16,-2 0-7 0,-2 2 4 0,3-1-2 16,-2 2-6-16,1-2 3 0,2 0-8 0,1 1 1 15,0 1 1-15,2-2-4 0,2-1-2 0,4-2 8 16,-1 2-3-16,3-2 2 0,2 2 1 0,-1-2 5 0,3-1-1 15,0 1-7-15,4-2-3 0,4 4 2 16,2-2 1-16,3-2-4 0,5 2 2 0,0-1-3 16,1 0 0-16,0 0-7 0,1 1-1 0,-6-4 6 15,-1 0-4-15,-3 2-1 0,-1-2 1 0,0 0-1 16,-4 2 1-16,-1-2-2 0,0-2 3 0,-4 2 1 0,0 1-2 16,-5-2-3-16,-3 4 6 0,-10 1-4 15,2-4 0-15,-5 3-1 0,0-1 6 0,-5 1 0 16,-1 0 2-16,2 1-11 0,3-4-8 0,0-1-11 15,4 1-38-15,-1-1-119 0,6-3-198 0,-1 2 87 16</inkml:trace>
  <inkml:trace contextRef="#ctx0" brushRef="#br0" timeOffset="175506.16">21094 14984 106 0,'6'-1'110'0,"5"0"-8"0,1-2-15 16,1 0-13-16,1 2-7 0,2-3-2 0,3-1-12 16,-1 1-8-16,2-1-3 0,-5-2-4 0,3 0-5 0,0 1 3 15,-1-1-1-15,-5 0-11 0,-1 0 0 16,-4-2 1-16,5 1 5 0,-4-1-5 0,-3 1 1 16,-1-1 3-16,-1-1 3 0,0 2-5 0,-2 3 14 15,-2-2-9-15,-3 3 3 0,0-2-11 0,-1 2 1 16,-4 0-3-16,-4 1-2 0,1 2-6 0,-7 1-1 0,-1 1-4 15,-3 3 3-15,-4 0-3 0,3 3 1 16,-5 2-4-16,2 2-5 0,4 2 3 0,-1 1 0 16,1 2 7-16,7-3-2 0,0 7-5 0,4-6-3 15,-1 2 19-15,7 0-3 0,0 2-5 0,4-1-8 16,6 1 1-16,4 0-1 0,3-2 8 0,7 4-13 16,9-4 4-16,2-3 5 0,6-2 7 0,0 0-21 15,5-5-45-15,10-3-61 0,-9-2-117 0,-1-3-248 16,8 2 111-16</inkml:trace>
  <inkml:trace contextRef="#ctx0" brushRef="#br0" timeOffset="176720.73">21827 14859 81 0,'0'0'102'0,"0"0"-30"16,0 0 7-16,0 0-12 0,0 0 1 0,0 0-6 0,0 0-8 16,0 0 2-16,0 0-8 0,0 0 6 15,0 0-2-15,0 0-6 0,22-4 8 0,-15 3-13 16,0-1 4-16,-2-2-5 0,4 2 0 0,-4-1-9 15,3 1 8-15,-3-2-5 0,4 3 14 0,-4-3-8 16,0 1 16-16,-1 0-5 0,0 2 3 0,-1-2 17 0,-1 0 0 16,2 1-4-16,-4 2-1 0,2-5-3 0,0 2-13 15,-2 3 0-15,-9-2-8 0,1 2-5 16,-5 1-3-16,-6 3-6 0,0-1 3 0,1 3-8 16,-11 3-3-16,-1 2 2 0,0 2-5 0,0 1 0 15,2 1-1-15,-3 0 4 0,7 0-8 0,1 2-1 0,7-5 2 16,-1 1-6-16,3 0-4 0,3 1 3 0,3-3-3 15,3 0 1-15,2-1-1 0,2 1 3 16,5 1 1-16,5-3-2 0,8 3 4 0,10 0-4 16,5 1 2-16,4-6-9 0,1-2-11 0,4 2-23 15,-4-5-26-15,3 1-26 0,-1-2-30 0,14-1-43 16,-19-1-136-16,-2-2-322 0,0-1 143 0</inkml:trace>
  <inkml:trace contextRef="#ctx0" brushRef="#br0" timeOffset="177124.14">22310 14926 164 0,'0'0'145'0,"0"0"-10"0,0-5-8 16,0 5-11-16,0 0-14 0,0 0-14 16,-1-5-8-16,1 5-8 0,0 0-10 0,-11 2-9 15,11-2 3-15,-16 3-6 0,3 0-8 0,0 1 0 16,0-2 0-16,-4 5-3 0,2-1-2 0,-3 3-16 15,2-2 8-15,0 1-2 0,4 0-1 0,-3 0-2 0,2-3-2 16,3 4 1-16,1-2-7 0,0 0-2 16,-1 2-4-16,6-4-2 0,-1 0-3 0,5 2 8 15,-3-2 5-15,6 3-3 0,0-1 3 0,3-2-2 16,5 2 6-16,2-5-4 0,8 5 3 0,0-5-1 16,7 1-3-16,-1-3-6 0,2-1-1 0,-3-2 1 15,-5-1 4-15,-1 0-3 0,-1-1 8 0,-6 1 22 16,1 0 14-16,-6-2 12 0,2 1-3 0,-2-2-3 15,-1-2-6-15,0 1-2 0,-2-2-5 0,-4 1-8 16,0-4-5-16,-2 2-4 0,-3-2-7 0,-2 3-4 16,-2-5-3-16,-1 6 0 0,-1 0-3 0,-4-2-3 15,1 5-6-15,-5-1-2 0,6 3-8 0,-6-1-8 16,6 4-12-16,-2 1-20 0,3 0-11 0,-1 1-19 16,5 0-36-16,1 1 1 0,1 2-29 0,3-2-44 15,-1 0-129-15,3-2-336 0,0 0 149 0</inkml:trace>
  <inkml:trace contextRef="#ctx0" brushRef="#br0" timeOffset="178056.61">22576 14875 63 0,'0'-2'260'0,"0"2"-25"0,0 0-22 15,0 0-26-15,5-1-20 0,-5 1-20 0,0 0-20 16,0 0-12-16,0 0-18 0,4 7-8 0,-4 0-6 16,3-2-5-16,-2 5-12 0,0-3-13 0,1 4 3 15,-2 0-14-15,0 4 1 0,-2-1-4 0,4-2-3 16,-2 1-5-16,-2-1-4 0,2 0-1 0,0-5-3 16,0 3-1-16,-1-3-5 0,1 1 5 0,0-6-5 15,0 3-2-15,0-5 4 0,1 7 12 0,-1-4 22 16,0-3 15-16,3 2 15 0,-3-2 0 0,0 0-16 15,15-2-8-15,-8-4-4 0,2 1-7 0,1-1-3 16,0-3-2-16,-2 1-8 0,2 0-2 0,-1-2-3 16,0 1 0-16,-2 1-5 0,2 0-2 0,-4 4-5 15,-1-2 3-15,0 1-5 0,1 2-4 16,-3-1 9-16,1 0-13 0,2 0-7 0,-5 4-8 0,4-3-16 16,-4 3-14-16,0 0-15 0,0 0 4 0,0 0 5 15,0 0 3-15,0 0 6 0,11 7 5 0,-9-3-1 16,3 0 6-16,4 0 4 0,1 2-2 0,6 1 3 15,4-2 1-15,10 2 4 0,0-1 1 0,2 1-1 16,1-3-6-16,3-1 1 0,4-2-2 16,-3 0 1-16,0 0 0 0,1-3 1 0,0 1-1 0,-2-2 5 15,-4-2 1-15,-4-1 0 0,-6 2-2 0,-5-1 6 16,-1-3 6-16,-4 3-5 0,-2 0 4 0,-1 0 9 16,-5-1-4-16,2 2-1 0,-6-1 0 15,1 0-1-15,-2 1-1 0,-3-1 2 0,-5-1-1 0,-2 2 3 16,-7 1-1-16,-2 0-6 0,-7 2 6 0,-4 3-5 15,11 1 4-15,-11 2 0 0,9-1 0 0,-3 4 0 16,7-2-2-16,0 0 3 0,1 3-5 0,6-4 2 16,1 3-2-16,1-1-7 0,1-1 0 0,3 3-2 15,2-1 3-15,2 0 5 0,2-1-1 0,6 0 1 16,3 3-4-16,3-6 3 0,3 2-1 16,3-1-6-16,1 0-2 0,9-3-7 0,-9 1-6 0,2-4-5 15,0-2 3-15,-3-1 5 0,0-3 1 0,0 0 3 16,-3-3 2-16,-3 0 0 0,-1-5 12 0,-3 1 16 15,-1-1 7-15,-3-3-2 0,3-7-3 0,-5-1-1 16,1-1-2-16,-2 0 1 0,0-5-5 0,-2 1 5 16,0-1 16-16,0 1 6 0,-2 4 15 15,0-4 19-15,2 5 0 0,0 6 22 0,-2 1-8 0,-1 4-7 16,3 4-6-16,-1 2 6 0,0-2-6 0,1 6-7 16,0-2-9-16,0 1-4 0,0 6-2 0,-2-6-25 15,2 2-10-15,0 4-6 0,0 0-4 16,0 0 5-16,0 0-6 0,0 20 0 0,-2-3 1 15,-1 0-1-15,1 10 1 0,-1 0-4 0,-1 2 1 0,2 1 1 16,-2 3 5-16,1-2-1 0,1-1-1 0,-1 0-2 16,2-1 1-16,2-4 2 0,0 2-5 15,1-8 2-15,-1 1 1 0,3-3 0 0,-1 0 1 16,-1-4 0-16,5 0 0 0,-4-1 10 0,2-2-8 16,-3-3-3-16,0 0 5 0,1-2 4 0,-1 0-5 15,0 0 2-15,0 0 8 0,-1-3 16 0,-1-2 10 0,3 3 4 16,0 0-1-16,3-3-5 0,5 1-3 0,4-5-2 15,2 3-18-15,6-3-37 0,3-2-41 0,3-1-68 16,3-1-100-16,3-5-263 0,1 1-538 0,-1 1 238 16</inkml:trace>
  <inkml:trace contextRef="#ctx0" brushRef="#br0" timeOffset="179422.33">24015 14512 143 0,'0'-4'149'0,"0"4"-14"0,0 0-29 0,0 0-3 16,0 0 4-16,5 14-16 0,-3-3-5 0,0-1-11 15,-1 8-1-15,3 7-6 0,-8 1-5 0,8 0-10 16,-4 3-6-16,0 4-1 0,-4-3 2 0,4-1-8 15,0 2 3-15,4-3-7 0,-3 1-5 0,-2-1 0 16,1-2-8-16,0-8 0 0,1 0 0 0,-1-2-3 16,2-4-4-16,0-2 3 0,-2-1-4 0,0-2 16 15,1 0 11-15,-1-2 20 0,3 0 18 0,-3-1 25 16,0-4 20-16,1 4 19 0,-1-4 16 0,2 3-13 16,-2-3-19-16,10-7-11 0,0 0-11 0,0-2-10 15,3-3-8-15,2-2-12 0,6-4-7 0,-2-4-7 16,3 3-4-16,1-5-5 0,-3 4-8 0,3-4-5 15,-4 5-4-15,-5-1-4 0,3 6-2 0,-7 0-2 16,4 4 0-16,-6 1-6 0,-2 1-3 0,-2 1-1 16,4 2-1-16,-3 0-3 0,-4 0-1 0,4 1-5 15,-2 1 1-15,-3 3-6 0,4-1-20 0,-4 1-2 16,0 0-3-16,0 0 5 0,-13 11 3 0,-2-4-3 16,-6 5 3-16,-1 1 0 0,-4 0 4 0,1 0 5 15,-3 3-4-15,1-2 2 0,2 2-2 0,3-2-2 16,3-1 6-16,1-4-1 0,1 3 2 0,6-7-1 15,2 2 2-15,0-1 2 0,1-2-4 0,3-1 4 16,0 1-1-16,1 0 6 0,0-3 7 0,4-1-2 16,-5 4 6-16,5-4 4 0,0 0-5 0,0 0 1 15,0 0-5-15,0 0-1 0,27-4 3 0,-18 3-4 16,1 1 2-16,3 0-4 0,0 0-3 0,-2 1 0 16,2-1-3-16,4 3 1 0,-4-1 1 15,6 2-6-15,-1 0 1 0,1 0 1 0,0 3-9 0,3-2-4 16,5 2-11-16,-6-1-15 0,7 1-17 0,-1 0-13 15,0 0-14-15,0-1-10 0,0 0-31 0,-7-1-9 16,1 0-32-16,-1-1-4 0,-1-1 6 0,0 0 2 16,1-2 11-16,-6-1 11 0,2 0 20 0,-2-3 7 15,-1 2 11-15,-1-4 19 0,-4-2 47 16,1-1 5-16,0-1 24 0,0 0 20 0,-2-2 17 0,-1-1 27 16,-1 2 26-16,0 1 28 0,0-1 10 0,-3 0 3 15,0 1-2-15,-1 0-2 0,2 3 5 0,0-1 0 16,-1 0-1-16,-2 4-9 0,2-5-14 0,0 4-7 15,-2 3-13-15,1-3-10 0,-1 4-7 0,3-4-8 16,-3 4-6-16,1-3-14 0,-1 3-12 0,0 0-6 16,0 0-3-16,0 0-4 0,0 0-4 0,4 11-5 15,-4-6 6-15,1 4-5 0,-1-4 1 0,4 5-6 16,-4-1 10-16,1 3-7 0,-1-3 4 0,3 2-1 16,-2-2-1-16,-1 1-2 0,1-1-26 15,-1-2-12-15,3 0-18 0,-3-2-23 0,0 0-12 0,1-1-6 16,-1 0-4-16,0-4-1 0,0 4-12 0,0-4-1 15,0 0-37-15,0 0-76 0,0 0-160 0,-10-14-421 16,5 2 186-16</inkml:trace>
  <inkml:trace contextRef="#ctx0" brushRef="#br0" timeOffset="179585.11">24628 14655 136 0,'-2'-10'213'0,"2"-1"-16"0,0 2-12 15,0 3-20-15,0 0-12 0,0 1-18 0,1 1-16 16,0 1-12-16,-1 3-9 0,0 0-15 0,11 1-11 15,-11-1-17-15,7 5-17 0,-3-4-35 0,1 3-37 16,0 0-37-16,0 1-54 0,-1 2-131 0,0-2-275 16,1 4 122-16</inkml:trace>
  <inkml:trace contextRef="#ctx0" brushRef="#br0" timeOffset="180469.99">24908 14778 163 0,'0'0'174'0,"4"2"-14"0,-3 4-12 0,-1-2-15 15,2 1-13-15,0 1-5 0,-2 2-12 0,1 1-15 16,-1 3-6-16,0 1-3 0,0 2-12 0,0 0-12 16,-1 2-2-16,1-3-1 0,0-2-10 0,1-2-3 15,-1 0-2-15,0-4-4 0,0 2-1 0,0-4-5 16,0 1 4-16,-1-1 36 0,2 0 21 0,2-1 25 15,-3-3 21-15,0 0-2 0,0 0-13 0,9-2-15 16,-4-1-10-16,4-4-6 0,0-1-9 16,5-2-10-16,-1-2-6 0,1 0-8 0,0 0-5 0,-3 0-10 15,3 2-1-15,-5 0-2 0,-1 5-2 0,2-4-5 16,-5 5-8-16,0 0 0 0,-1-1-4 0,0 3-2 16,-1 0-16-16,-3 2-14 0,4-2 0 0,-4 2 0 15,0 0 1-15,10 8 4 0,-6-2 0 0,2-1-3 16,-3 5 4-16,4-3 0 0,2 5 7 15,1 0 0-15,3 0-10 0,1 0 0 0,9 2-8 0,-1-1 0 16,7-1-4-16,0 0-10 0,1-3-7 0,2-1-3 16,-1-3-1-16,2 2 10 0,4-5-7 0,-5 1-1 15,-1-3 8-15,1 0 2 0,-1-4 6 16,-10 0 1-16,7-1 3 0,-6-2-4 0,-4-1 8 16,-3 0 4-16,0-2 1 0,-1 0 3 0,-6 0 2 15,1-2-1-15,-4 3 3 0,0 1 3 0,-2 2-2 0,-3-1 1 16,1-1-1-16,-1 2 1 0,-4-1 0 0,-1 1 1 15,-4 3 3-15,-4 0-3 0,-3-2-3 0,-2 2 2 16,-2 3 1-16,0 2-1 0,1-1 5 0,0 5-2 16,1-4-5-16,-2 3 2 0,7 3 1 15,0-4 2-15,0 1-7 0,3 3-7 0,0-1-2 0,4-1 2 16,-1 1-7-16,4 1 7 0,1-3 3 0,1 0-1 16,2 0-1-16,3-1 4 0,1 1 4 15,1-3-2-15,2-1 0 0,5 1-9 0,-2-2 2 0,1-2 0 16,1 0 0-16,-4-1 0 0,3-2 7 15,-3-3-1-15,-1-1 0 0,2 0 2 0,-5-3 1 16,4-3 9-16,-5 3-2 0,1-1 8 0,0-7-4 0,-2 2-3 16,-1-2 4-16,1-6 2 0,-2 0-3 0,2 0-7 15,-3-3 13-15,-3-1 3 0,3 1-2 16,0 2 13-16,0-2-2 0,-1 5 19 0,-2 4 3 16,3 6 14-16,-2-3 1 0,2 5 1 0,0 2-3 15,0 3-5-15,0-1-7 0,0 2-8 0,1 0-1 16,-1 2-8-16,0-1-6 0,0 5-16 0,0-3-6 0,0 3-5 15,0 0-1-15,0 0 2 0,0 0 0 16,-1 23-2-16,1-12-1 0,0 9 1 0,-3 9 10 16,3 1-7-16,-5 3 0 0,1 3 2 0,4-3 0 15,-2 3-2-15,-1-5 1 0,3 2-1 0,0-4 1 16,0 2-1-16,3-3 0 0,-1-5-1 0,-2-4-1 0,3 0 4 16,2-4-1-16,-4-2 2 0,2-2-1 0,-1-2 0 15,2 0 1-15,-4-2 0 0,3-1 11 0,1 0 13 16,-3-1 12-16,0 0 13 0,4-1 12 0,-2 0 9 15,0-1 7-15,1-1-4 0,-4-2 0 0,12 1-7 16,-2-3-4-16,3 1-6 0,6-2-10 16,2-2-9-16,9-3-37 0,2 0-41 0,3-1-59 0,3 1-70 15,13-5-107-15,-2-2-242 0,-1 2-562 0,-11 4 249 16</inkml:trace>
  <inkml:trace contextRef="#ctx0" brushRef="#br0" timeOffset="181322.09">27101 14643 47 0,'0'0'186'0,"0"-7"-17"16,0 7-11-16,-3-3-17 0,3 3-14 0,-1-5-15 0,1 5-7 16,-3-3-13-16,3 3-24 0,-3-4 5 0,3 4-3 15,0 0-6-15,-16 3-5 0,7 2-10 0,-1-1 0 16,-3 3-2-16,-2 0-4 0,2 5-4 16,-2 0 0-16,4 0 9 0,-1 2-9 0,1 1 2 15,0-2-7-15,2 3-4 0,2 1-3 0,2-1-3 0,0-2-2 16,3-2-1-16,1 0-3 0,1 0 0 0,3 0 1 15,-1-2-17-15,6-1 7 0,2 0 10 0,0-1 5 16,8-3-2-16,3 1 3 0,-1-3 7 16,2-3-8-16,-2 0 7 0,-1-3 7 0,-1-5-1 15,-4 3 0-15,0-1 3 0,-2 0 22 0,2-4 15 0,-3 3 0 16,-3-5-7-16,-2 1-9 0,3-6-10 0,-5 2-4 16,-3-3-5-16,-1-1-5 0,-1-3-8 15,-5-1-5-15,-2-2-6 0,-2 8-6 0,-3 0-1 16,2 1-5-16,-5 3-3 0,1 1-3 0,-3 0-11 15,0 6-8-15,2 0-13 0,5 1-16 0,-2 3-17 0,1 2-26 16,3-1-24-16,1 2-34 0,2 1-1 0,1 4-51 16,1-4-160-16,4-2-391 0,1 8 173 0</inkml:trace>
  <inkml:trace contextRef="#ctx0" brushRef="#br0" timeOffset="181720.92">27406 14333 95 0,'2'-5'228'0,"0"-2"-24"16,-2 2-19-16,2 2-21 0,-2-1-24 0,0 4-16 0,0 0-18 16,0 0-9-16,3 9-13 0,0 2-8 0,-4 5-8 15,2 3-9-15,-1 8 0 0,-1 5-7 16,-2 2-5-16,2 0-5 0,0 15-2 0,1-2-1 15,0-1-4-15,1-15-5 0,1 2-7 0,1-3 3 16,2 2-4-16,4-4-1 0,-1-1-10 0,1-4 9 0,-3-5-2 16,4 0 0-16,-1-4 0 0,-2-2 0 0,5 1-2 15,-7-6 1-15,3-1 0 0,-4-2 19 16,1 0 20-16,1-1 19 0,-2-2 0 0,-4-1-5 16,4 1-11-16,-4-1-8 0,0 0-8 0,-4-13-3 15,-5 4-5-15,-1 1-6 0,-10-10-1 0,0 1-1 16,-3-2-5-16,2 1-1 0,0 1-2 0,5 3 1 0,2 2-2 15,2 5 0-15,3-4 1 0,3 2 14 16,-1 4 10-16,4-2-17 0,0 3-4 0,3-4-2 16,6 5-8-16,7-3-5 0,8-2-22 0,13 2-30 15,15-5-31-15,8 4-51 0,2-1-76 0,1-2-244 16,1 3-483-16,-1-1 215 0</inkml:trace>
  <inkml:trace contextRef="#ctx0" brushRef="#br0" timeOffset="183422.1">28683 14569 126 0,'3'-4'130'0,"-3"4"0"0,3-4-7 0,-3 4-3 15,4-4-2-15,-4 4-8 0,2-2-12 0,-2 2-12 16,0 0-1-16,0 0-9 0,0 0-8 0,0 0-9 15,1-4-7-15,-1 4 4 0,0 0-13 0,0 0-6 16,0 0-1-16,0 0-6 0,-26 7-8 0,12-1 8 16,0 0-13-16,-8 4 3 0,-2 2-4 0,4 0-1 15,-2 0 2-15,0 2-6 0,6-1 6 0,1-2-2 16,2 2 2-16,2-1-3 0,1 2-7 0,1-4 4 16,3 0-6-16,2 0 2 0,0 0 0 0,3-1-1 15,-2 1 0-15,6-1 3 0,1 0 0 0,1-1 2 16,5-3 4-16,1 2 4 0,8-2-1 0,1 0 9 15,1-2-7-15,8-1-4 0,-8-2 0 16,1-2 2-16,-2-1 4 0,-2 0 21 0,-5-1 4 0,1 1 10 16,0-1 11-16,-5-2 16 0,3 0 1 0,-5-2-9 15,0 0-9-15,-3 0-6 0,-1-2-9 0,-1 0-6 16,-4-2-7-16,0-1-6 0,-2-3-2 16,-2 2-6-16,-3-2-3 0,-3 4-4 0,2-2-5 0,-4 1-9 15,1 2-7-15,-5 2-17 0,3 1-15 0,-3 2-11 16,6 2-22-16,0 0-25 0,-2-1-27 0,3 5-31 15,1-1-38-15,1 1-177 0,4 0-395 0,5 0 176 16</inkml:trace>
  <inkml:trace contextRef="#ctx0" brushRef="#br0" timeOffset="184205.08">28890 14533 140 0,'0'0'181'0,"0"0"-14"0,0 0-19 15,11 5-18-15,-5-3-14 0,0 1-16 0,4 6-8 16,-2-3-9-16,2 4-7 0,0-3-11 0,-1 5-6 16,0-3-4-16,1 4-10 0,-1-3-3 0,-3 1-4 15,-1 1-2-15,-1-2-9 0,2 2 0 0,-4-2-2 16,2-1-2-16,-4-3-3 0,0 1-4 0,1-1 2 15,2-1-2-15,-3-1-2 0,-3 2-2 0,3-6 0 16,0 5 5-16,0-5-5 0,0 3 11 0,0-3 29 16,0 6 15-16,0-6 19 0,0 0 9 0,0 0-1 15,0 0-9-15,0 0-20 0,8-11-22 0,-3 6-16 16,8-3-2-16,1-3-13 0,5 1-15 0,-1 0-8 16,9-2-6-16,1 3 0 0,2 1 3 0,-2-1-4 15,2 1 4-15,-2 3-2 0,3 0 3 0,-3 1 3 16,0 1 1-16,-7 2 2 0,-2 0 0 0,1-3-2 15,-2 1 1-15,-4 1 1 0,-1 0 0 0,-2-1 12 16,1 2-5-16,-7-1 4 0,5 2 8 0,-5-3 1 16,2 2 5-16,-3 0-1 0,-4 1-1 0,6-2 0 15,-6 2-4-15,0 0 0 0,8-1-1 0,-8 1 0 16,0 0-2-16,0 0 0 0,0 0-4 0,0 0 1 16,-17 10 0-16,7-5-2 0,-3 1-1 0,0 0 0 15,4 1-2-15,-3-1 2 0,1 1-4 0,1 1 1 16,1-2-11-16,2 2 1 0,0-1-3 0,2 2-3 15,1-4 1-15,2 1 3 0,1-1 2 0,-1 1 2 16,2 2 2-16,2-4 2 0,3 3-1 0,3 0 3 16,1-3 0-16,2 0 2 0,5 2-2 0,-2-3 2 15,5 0 2-15,2-2-3 0,-6-1 1 0,4-1-2 16,-6-1 4-16,5-2 3 0,-5 1 1 0,-2-4 24 16,1 2 14-16,-2-5 15 0,0 3 0 0,-1-8-5 15,-4 4-6-15,-1-7-2 0,1-3-7 0,0-3-1 16,-1-2-6-16,-1-5 0 0,-1 5-7 0,0-3-3 15,-2-1 0-15,-2 2 0 0,2-1-5 0,-5 1-1 16,5 1 13-16,-2 2 2 0,0 8 8 0,0 2 17 16,2 4-6-16,-3 1-3 0,2 0-6 0,0 5-7 15,1-2 0-15,0 3-9 0,-1 0-8 0,1 4-38 16,0-4-13-16,0 4-2 0,0 0 8 0,-2 15 3 16,0-6-3-16,0 8 5 0,1 0 1 0,-1 9 5 15,0 2 4-15,-2-1-5 0,4 3 4 0,-1-4 1 16,1 2-1-16,1 0 4 0,3 0-1 0,0 2 2 15,1-5 2-15,-2-5 4 0,4-2 2 0,0-2-21 16,-3 0-9-16,3 0-17 0,-3-3-13 0,5-3-21 16,-4 1-38-16,3-3-50 0,-2 2-44 0,-2-6-171 15,6-1-415-15,-5 3 184 0</inkml:trace>
  <inkml:trace contextRef="#ctx0" brushRef="#br0" timeOffset="184537.81">29798 14682 183 0,'0'0'194'0,"0"0"-14"0,0 0-17 0,0 0-13 15,0 0-11-15,0 0-20 0,0 0-9 0,7-3-11 0,-7 3-10 16,13-3-9-16,-1 3-7 0,-1-1-5 16,2-3-4-16,2 2-7 0,5-1-2 0,-4 1-7 15,1 0-5-15,3-3 1 0,-1-1-1 0,-1 0 2 16,-2-2-1-16,1-3 3 0,-3 1 2 0,1 1-3 15,-4 1 1-15,-2-2 3 0,1 2 2 0,-3-1-4 0,0 2-4 16,-1 0-4-16,-5 1-8 0,3 0-3 16,-4 0-6-16,0 2-6 0,0-2 1 0,-4 5-4 15,-1-3-3-15,-2 4-4 0,-4 0-2 0,-3 4 0 16,-6 2-2-16,3-2 0 0,-1 5-1 0,-1 0-1 16,0 7-3-16,0 2 1 0,6-2-2 0,0 0-8 15,3-1-7-15,1 1 0 0,4 4-2 0,1-7-3 16,-1 4-11-16,5-1 7 0,5-2-5 0,0-1-39 15,3-3-49-15,5-1-52 0,2-1-184 0,3-3-385 16,0-1 171-16</inkml:trace>
  <inkml:trace contextRef="#ctx0" brushRef="#br0" timeOffset="184870.06">30247 14514 185 0,'4'-2'221'0,"-2"-1"-25"0,5 3-21 0,-2-1-19 16,3 1-11-16,2 1-17 0,1 2-11 16,0 3-13-16,6 2-8 0,-5 1-11 0,3 1-8 15,3 8-8-15,1-1 0 0,-6-2-16 0,0 2-1 16,-2 0-7-16,-3 1-10 0,-2 1 7 0,-2 1-14 16,-1-2-1-16,-5 1-5 0,-1-1-4 0,-3-1 1 0,-1 0-17 15,-2-2 8-15,3-5 1 0,-1-1-2 16,-2-2 2-16,0-1 0 0,3 1 3 0,-1-4 19 15,1-1 22-15,2 0 32 0,4-2 9 0,-9 0 10 16,5-6-10-16,3 0-9 0,-3-2-3 0,4-1 5 16,0-3-8-16,4-4-10 0,1-1-8 0,8-8-20 15,5 0-14-15,1 3-24 0,2-4-32 0,2 3-33 16,3-2-31-16,4 3-38 0,3 1-37 0,0 2-22 16,2 1-43-16,2 4-164 0,11-4-427 0,-10 9 190 15</inkml:trace>
  <inkml:trace contextRef="#ctx0" brushRef="#br0" timeOffset="185521.44">31158 14449 162 0,'0'0'272'0,"0"-5"-24"0,0 5-15 0,0-5-22 16,0 5-17-16,3-3-17 0,-3 3-16 0,0 0-17 16,3-4-16-16,-3 4-17 0,0 0-9 0,0 0-17 15,0 0-10-15,0 0-10 0,0 0-8 0,9 8-6 16,-5-3-10-16,-2 2-5 0,3 2-5 0,-3 1-2 15,0 2-5-15,0 2-10 0,0 7 9 0,2-3-6 16,-2 3-2-16,-4 4-2 0,2-7-2 0,0 0 3 16,0 2 3-16,0-3-8 0,0 0 0 0,0-4-1 15,0-2-3-15,0-2 2 0,0 1 1 0,0-5-3 16,0 0 6-16,0 1 1 0,0-3 25 0,0 0 33 16,0-3 40-16,2 4 23 0,-2-4 18 0,0 0-14 15,0 0-16-15,16-11-15 0,-6 1-17 0,3-5 2 16,0 3-10-16,10-6-22 0,-1-5 6 0,-1 4-4 15,1-3-9-15,1 1-7 0,-7 1-3 0,-2 5-5 16,2 3-9-16,-3 3 4 0,-3 0-5 0,-2 2-2 16,2 3-13-16,-5-1-2 0,-1 3-5 0,5-1-13 15,-9 3-6-15,10 5-2 0,-1 0-4 0,-1 6-2 16,1-1-2-16,1 6-2 0,-2 2 8 0,4 7-4 16,-3 0 3-16,2-1 8 0,-1 1-10 0,-2 0-15 15,-3-7-18-15,0 1-42 0,-1-4-43 0,-1-2-37 16,-3 3-44-16,0-4-73 0,0-1-245 0,-3-4-582 15,0-2 257-15</inkml:trace>
  <inkml:trace contextRef="#ctx0" brushRef="#br0" timeOffset="188470.22">12490 15865 208 0,'-3'-3'197'0,"-3"2"-26"0,-4 1-13 0,-8 4-17 15,-10 6-14-15,-6 3-11 0,-14 10-12 0,-3 3-9 0,0 6-8 16,2 2-8-16,-3 6-6 0,-10 21-7 0,18-17-5 15,2 2-6-15,4 1-8 0,3 1-5 0,3 0-2 16,5 0-1-16,0-5-6 0,7-1 19 16,10-9-6-16,3-2 0 0,5-3-5 0,2 1 0 15,5-1-5-15,4 1 1 0,5-7 2 0,5 0 0 16,5-4 1-16,4-1-2 0,11-4-1 0,11 3-2 0,2-7-4 16,3-2-1-16,0-5-3 0,0-2-2 15,-15 0 0-15,-2 0-1 0,-4-2-1 0,-2 2-3 0,-15 0-1 16,-2-2 15-16,-3 1 8 0,-2 2 11 15,-2-2 20-15,-2 1 6 0,0 0 9 0,0 1-6 16,-6-1-6-16,7-1-9 0,-7 1-7 0,7 0-3 16,-7 0-8-16,0 0-15 0,0 0-30 0,0 0-43 15,10 0-58-15,-10 0-70 0,0 0-96 0,0 0-224 0,8-7-529 16,0 3 234-16</inkml:trace>
  <inkml:trace contextRef="#ctx0" brushRef="#br0" timeOffset="189137.87">13346 16124 154 0,'-1'-3'236'0,"1"-2"-25"16,0 5-21-16,-1-6-16 0,-1 2-19 0,2 4-18 15,0-4-17-15,0 4-18 0,0 0-19 0,0 0-27 16,0 0-14-16,0 0-6 0,3 13-6 0,0 3-9 15,-1 1 2-15,2 1 3 0,1 7-1 0,-1 0-4 16,1 0 1-16,0 0-8 0,0-1-1 0,0 1 0 16,1-6-2-16,0 1-3 0,-1-4 1 0,0 2 2 15,-1-1-3-15,-3-3 0 0,3-2 0 0,-3-2 1 16,2 1 0-16,-2-1-1 0,2-2-2 0,-2 1 0 16,-1-4-5-16,0 0-4 0,0 2 13 0,0-2-29 15,0 0-38-15,-1-3-52 0,1-2-58 16,-4 8-111-16,4-8-299 0,-9 2 133 0</inkml:trace>
  <inkml:trace contextRef="#ctx0" brushRef="#br0" timeOffset="189426.94">13413 16228 2297 0,'0'-6'162'0,"1"1"-63"15,-1-3-49-15,0 8-9 0,1-10 9 16,2 6-15-16,-3 4-10 0,0-8-5 0,0 8-8 15,0 0-7-15,0 0-13 0,5-5 3 0,-5 5-2 16,13 11 1-16,-3-4 3 0,3 6-3 0,11 4 3 0,-1 0 1 16,0-2-3-16,5 4 3 0,2-2-1 0,0 2-1 15,2 0 4-15,0-1-4 0,-1 0 4 16,-1-2 2-16,-4 0-2 0,1 0-1 0,1-5 3 16,-5 2-4-16,-4-4 2 0,-2 0-5 0,-2-1-1 15,-6-1-5-15,0-2-3 0,-1-1 0 0,-3-2 2 16,0 1 1-16,-1 0 0 0,0-1-3 0,-2 0 11 15,-2-2-22-15,0 0-14 0,0 0-21 0,0 0-4 16,0 0-103-16,3-10-30 0,-3 10-151 0,-9-14-377 16,2 7 167-16</inkml:trace>
  <inkml:trace contextRef="#ctx0" brushRef="#br0" timeOffset="189758.91">13869 16186 112 0,'0'-7'265'0,"-4"-2"-1"16,4 4-21-16,-1 0-14 0,-2-2-19 0,3 7-20 16,-1-8-23-16,-3 3-15 0,4 5-15 0,0 0-18 15,-1-4-12-15,1 4-24 0,0 0-12 0,0 0-9 16,0 0-7-16,5 18-7 0,0-5-6 0,-1 6-8 16,-4-1-2-16,4 1-2 0,0 6-2 0,-3 0-3 15,3 2-2-15,-3-2-1 0,3 0-2 0,1-7-6 16,-1 1 1-16,-3-1-3 0,-1 0 6 0,4-3-9 15,-4-4 2-15,3 0-5 0,-2-2 6 16,0-1-7-16,-1-2 3 0,3-2-3 0,-3 3 4 16,0-5-1-16,0 3 4 0,0-5 0 0,1 5-2 0,-1-3-1 15,0-2 2-15,0 0-1 0,0 5-1 0,0-5-1 16,0 0-6-16,0 0 6 0,0 0-2 0,0 0-4 16,0 5-10-16,0-5-21 0,0 0-27 15,0 0-45-15,0 0-51 0,0 0-61 0,0 0-194 16,0 0-442-16,0 0 196 0</inkml:trace>
  <inkml:trace contextRef="#ctx0" brushRef="#br0" timeOffset="190303.77">14265 16487 81 0,'0'0'172'0,"0"0"-17"0,-8 0-9 0,8 0 5 16,0 0-15-16,0 0-10 0,0 0-11 0,0 0-5 16,0 0-9-16,0 0-4 0,0 0-10 0,0 0-5 15,22-10-8-15,-12 4-7 0,7 0-10 0,2-1-3 16,-2-2-4-16,9-2-5 0,-2 0-10 0,-5 0 2 15,0 1 0-15,0-2-3 0,-6 2 2 0,2-4-1 16,2 2 1-16,-2-1-2 0,-3 1 15 0,-5 1 35 16,4 4 10-16,-6-2-3 0,0 1-6 0,-1-1-9 15,-3 1-9-15,-1 3-6 0,0-1-7 16,-1 0-7-16,-2 2-7 0,3 4-2 0,-10-6-8 0,-2 6-1 16,-7 0-7-16,-1 3 5 0,-9 6-13 0,0 1 5 15,0 4-3-15,2 1-4 0,-1 1-4 16,5 4 1-16,0 0-6 0,1-1 0 0,6 3 2 15,0 0-4-15,11-5-2 0,0 2 1 0,5 0 5 16,0 1-3-16,5-2 3 0,9-2 1 0,0 5 3 16,3-9-2-16,5 3 2 0,2-3-1 0,5-3 0 15,2-1-1-15,2-3-6 0,1-3 7 0,2 0 3 16,-1-2-4-16,-7 0 1 0,3 0-2 0,-13 0-1 16,-4 0 4-16,-4 0 0 0,-2 0 16 0,-2 0 5 15,0 0 8-15,-6 0-5 0,9-2-2 0,-9 2-12 16,7 2 12-16,-7-2-8 0,0 0-1 0,6-2-21 15,-6 2 6-15,0 0-23 0,0 0-34 0,0 0-51 16,0 0-58-16,0 0-80 0,0 0-261 0,0 0-542 16,-19-2 241-16</inkml:trace>
  <inkml:trace contextRef="#ctx0" brushRef="#br0" timeOffset="192968.53">14857 16321 218 0,'-3'-6'218'0,"3"6"-8"16,2-9-11-16,-2 9-4 0,1-8-19 0,-1 5-10 15,0 3-13-15,0-6-10 0,0 6-13 0,-1-6-13 16,1 6-12-16,-2-2-10 0,2 2-12 0,0 0-14 15,0 0-14-15,0 0-7 0,0 0 0 0,0 0-10 16,2 19-7-16,-2-7 1 0,0 3-6 0,-2-1-2 16,2 6-2-16,0 6-7 0,2-8 2 0,-1 1-4 15,3 1 2-15,-1 1-3 0,1-4 1 0,1 0-4 16,-1 0 1-16,1-3-1 0,4 0-5 0,-5-3 4 16,1-2 0-16,-1-3 0 0,1 0 4 15,-1-3-2-15,0 1 6 0,3-1 16 0,1-3 14 16,0 0 9-16,-2 0 16 0,3-3 2 0,3-2 3 0,-6-1-2 15,4 0-1-15,-1-3-2 0,-1 1-4 0,-2-1-11 16,4-6-5-16,-2 1-4 0,0-3-6 16,-2 2-2-16,2-4-2 0,-3 0-3 0,0 1 2 15,0 0-9-15,-1 1-4 0,-3 1-5 0,1 5-3 16,-1 0 1-16,-1 2 8 0,0 0-18 0,0 4-12 16,1-2 15-16,-1 7 1 0,0-5-23 0,0 5 18 15,0-5-33-15,0 5 7 0,0 0-6 0,0 0 9 16,0 0-2-16,0 12 8 0,0-1-5 0,4 0 0 15,-4 0 2-15,4 4 2 0,-2 2 4 0,4 0 0 16,-1-3-1-16,1 1 2 0,4 1 5 0,3 0-1 16,6 1 2-16,-1-5 2 0,10 0 2 0,7-3-4 15,6-2-35-15,9-3-44 0,3-2-62 0,2-4-97 16,-15-1-287-16,11-2-570 0,-15-1 252 0</inkml:trace>
  <inkml:trace contextRef="#ctx0" brushRef="#br0" timeOffset="194086.03">15575 16315 162 0,'0'0'284'0,"0"-9"-26"0,1 6-22 16,-1 3-24-16,0 0-24 0,0-3-19 0,0 3-18 15,0 0-18-15,0 0-14 0,3-5-17 0,-3 5-13 0,0 0-9 16,0 0-10-16,5 12-8 0,-5-2-7 0,1-2-7 16,4 3-4-16,-1-1-6 0,0 6 1 0,-3 2-7 15,2 1-4-15,-2-2-1 0,-1 3-5 16,4-3-1-16,-3 0-4 0,-1 0 0 0,3-4-2 16,-2-1-28-16,2-2 1 0,-2-2 6 0,-1-1-1 15,1-1 0-15,3 0 2 0,-3-3 10 0,-1 0 32 16,0-3 35-16,0 5 32 0,0-5 22 0,0 0 10 15,0 0-15-15,0 0-13 0,12-11-19 0,-6 0-5 16,3 2-4-16,1-7-18 0,2 1-2 0,3-6-4 0,-5 2-7 16,6-3 2-16,-2 1-13 0,-3 5-6 15,1 1-4-15,-5 6-2 0,1-3-2 0,-3 5-3 16,4-1-4-16,-8 4-6 0,3-3-3 0,1 6-14 16,-1-2-13-16,0 2-1 0,-4 1 0 0,0 0 1 15,10 5-4-15,-5 2-2 0,2-1 4 0,-5 3 0 16,2 2 3-16,0 2 2 0,2 1 2 0,-2 4 0 15,0-2 3-15,0 1-1 0,-3-3 1 0,3-2 5 16,0 0 1-16,0-3-2 0,-3 0 2 0,4-2 11 16,-4-2-7-16,1-1 2 0,0-1 0 0,-2-1 12 15,0-2 0-15,0 0-2 0,0 0-1 0,13-8-4 16,-4 2 3-16,-3-4 0 0,1 0 0 0,0-2-5 16,5-2 2-16,-3-3-1 0,0-2 0 15,2 1-1-15,-3 1 1 0,2 0-2 0,-1 3-3 16,1 1 1-16,-5 4 5 0,1 0-4 0,-4 4 13 15,3-3-16-15,1 5-11 0,-3-1-23 0,1 2-5 0,-4 2 5 16,0 0-3-16,0 0 8 0,15 5 0 0,-6-4-13 16,-1 4 4-16,2 3 2 0,-1 0-8 0,8-1-7 15,2 4-8-15,-1-3-6 0,10 4-9 16,1-4-11-16,1-1-5 0,3 2-9 0,-4-4-11 16,3-3-2-16,-2-2 9 0,-1 3 0 0,-7-5 6 15,-1 1 12-15,-3-1 7 0,0-5 14 0,-5 2 2 16,-4 0 2-16,1-3 16 0,-1-1 24 0,-1-2 46 15,-3 2 11-15,-4-2 1 0,-1 1 4 0,0 0-4 0,-5-2-7 16,5 5-3-16,-1 2-5 0,-2-1 1 16,1 0-3-16,-5 2-6 0,2-2 4 0,0 4 0 0,-4 0-9 15,0 2-1-15,-4 1-1 0,-2 5 0 16,3-1 0-16,-7 3-8 0,3 3 5 0,-2 0-2 16,3-1 0-16,-1 5 7 0,3-2-12 0,3 3 7 15,0-2-4-15,1 0 2 0,-1 2-5 0,5-2 2 16,2-4 2-16,-1 2 2 0,3-4 2 0,1 1-2 15,-1-5 3-15,1 1 2 0,0 1 10 0,2-2 13 16,1-2 16-16,-3-2 5 0,6 1 10 0,-6-1 4 16,14-5-2-16,-4 0-1 0,0 0-6 0,0-4 2 15,2-2-6-15,0 0-8 0,2-1-3 0,-1-2-3 16,-1 2-3-16,0-1-2 0,0 1-4 0,-2 3-5 16,-3 1 0-16,1 0-6 0,-3 3 0 0,2 1-7 15,-1 0 0-15,-2 0 1 0,-2 0-8 0,1 4-3 16,2-2 0-16,-5 2 0 0,10 0-5 0,-2 2 0 15,-3 2 0-15,4 0 5 0,5 3-8 0,2 3-2 16,1-3-9-16,2 2-10 0,2-2-22 0,-2 3-27 16,7 2-26-16,-1-2-33 0,-6-3-52 0,2-1-35 15,-3 0-216-15,1-3-473 0,-5 2 209 0</inkml:trace>
  <inkml:trace contextRef="#ctx0" brushRef="#br0" timeOffset="194539.43">16816 16266 244 0,'0'0'271'0,"0"0"-21"0,-2-5-12 0,2 5-12 0,0 0-27 15,2-6-18-15,-2 6-20 0,0 0-17 16,0 0-14-16,0 0-12 0,0 0-12 0,0 0-12 15,1-4-14-15,-1 4-5 0,0 0-25 0,0 0-9 16,0 0-4-16,0 0-6 0,3 14-1 0,-3-5-7 16,1 0 2-16,-1 6-6 0,1-2 0 0,0-2-7 15,-1 4 2-15,0 4 0 0,0-2-3 0,0-3-1 16,0 3 0-16,2-2 1 0,-1-3 2 0,-1-2-6 16,1-1 0-16,-1-1-3 0,0-1 4 0,-1-3 2 15,1 0 2-15,1 2 20 0,-1-6 31 0,2 4 23 16,-2-4 21-16,2 1-2 0,-2-1-9 0,0 0-13 15,10-14-9-15,-6 6-10 0,3-4-4 0,2 0-4 16,3-2-4-16,-3-3-9 0,5 3-6 0,-2-3-6 16,-2 3-3-16,3 0 1 0,-7 3-6 0,3 3 1 15,-5-1-9-15,3 5 1 0,-1 0-4 16,-2 2-5-16,-1-3-14 0,-3 5 1 0,9 0-7 0,-9 0-3 16,13 5-2-16,-8 0-2 0,3-1 1 0,0 4 3 15,2 1-3-15,1 0-9 0,1 1-3 0,1 2-20 16,-1-2-29-16,2 3-25 0,1-1-22 0,1 0-30 15,-2-2-55-15,3-1-56 0,-7-2-214 16,0-2-520-16,-1 2 231 0</inkml:trace>
  <inkml:trace contextRef="#ctx0" brushRef="#br0" timeOffset="194985.91">17223 16259 120 0,'0'0'271'0,"0"-5"-26"15,0 5-15-15,2-4-29 0,-2 4-15 0,0-5-22 16,0 5-19-16,0 0-18 0,0 0-19 0,0 0-10 16,0 0-14-16,0 0-9 0,6 11-7 0,-5-5-8 15,1 2-7-15,-1 3-3 0,-2 1-7 0,2 0-2 16,0 4-3-16,-1 2-7 0,0 1-3 0,1-2-3 15,-1 1-4-15,0-1 1 0,-1 0-5 0,1 0 0 16,-1-4-1-16,1-1 1 0,-1-2-6 0,2-2 2 16,-1-1-3-16,-1-2 4 0,2 0 1 0,-1-1 17 15,0-4 34-15,0 4 38 0,0-4 20 0,0 0-1 16,0 0-9-16,0 0-10 0,15-14-14 0,-6 3-9 16,1-3-9-16,3-1-3 0,5-5-13 0,-2 0-2 15,5-1-6-15,-2-1-6 0,-2 2-9 0,-2 4 3 16,-3 4-6-16,-2 1-2 0,-2 5-5 0,-1-4-3 15,-2 8-5-15,1-5-6 0,0 5-3 0,-1 2-9 16,-5 0-11-16,10 6 5 0,-6-1-4 0,3 5-3 16,0-3 7-16,1 5-5 0,-1 3 4 0,1 0-1 15,2 2-11-15,-2 0-19 0,1-1-48 0,-2 1-54 16,0 1-43-16,-3-4-108 0,-3-3-235 0,0 1-571 16,-1-6 253-16</inkml:trace>
  <inkml:trace contextRef="#ctx0" brushRef="#br0" timeOffset="197234.13">18297 16230 137 0,'0'0'195'0,"0"-5"-17"0,0 5-18 0,0 0-21 16,-2-7-10-16,1 5-13 0,1 2-17 0,0 0-11 15,0 0-17-15,0 0-17 0,0 0-1 0,0 0-10 16,4 11-2-16,-3-1-1 0,1 1-2 0,0 1-5 16,-1 2 21-16,2 5-2 0,-3 0-6 15,1 0-5-15,1 0-4 0,-2 1-4 0,1-2-4 0,-1 1-4 16,0-3-5-16,0 0 1 0,-1-5 1 0,1 4-26 15,1-9-6-15,-1 2 5 0,0 0 6 0,0-6 1 16,0 4 22-16,0-2 20 0,0-4 37 0,0 5 40 16,0-5 32-16,-1 4 21 0,1-4-17 0,0 0-13 15,-6-14-13-15,5 3-15 0,-3-6-11 16,2-1-10-16,-1-3-9 0,2-4-9 0,-4-5-7 16,2 2-6-16,2-5-2 0,1 1-15 0,-1-3-2 0,2-1-6 15,0 3-1-15,2-4-3 0,2 4-2 0,-1 1-10 16,0 2 4-16,1 2-2 0,-1 3-1 0,-2 6-10 15,3 2 3-15,0 3-3 0,-1 1 3 16,0 4-5-16,1-1-2 0,0 2-4 0,4-1-2 16,0 4 0-16,5 0 3 0,1 1-18 0,6 3-20 15,7 1-14-15,2 5-24 0,-2 1-28 0,4 2-23 16,-2 2-33-16,0 2-38 0,-5-1-67 0,-6 1-267 16,-5 0-569-16,3 1 252 0</inkml:trace>
  <inkml:trace contextRef="#ctx0" brushRef="#br0" timeOffset="197618.03">18280 16322 8 0,'0'0'210'0,"0"0"-3"0,0 0-18 16,0 0-15-16,0 0-22 0,0 0-14 0,0 0-21 15,0 0-4-15,27-7-11 0,-9 4-11 0,1-2-8 16,11-2-11-16,0 2-4 0,1 0-7 0,-3 1-7 16,1-1 0-16,1 3-10 0,-4 0-2 0,-4 1-8 15,-4-1-1-15,0 1-4 0,-5 2-4 16,-2 1-10-16,-2-4-1 0,-9 2-6 0,17 2 0 15,-17-2-6-15,9 0 6 0,-9 0-4 0,6 1 2 16,-6-1-1-16,0 0 1 0,0 0 0 0,7 2-3 16,-7-2 2-16,0 0-4 0,0 0 4 0,0 0-2 0,0 0-1 15,0 0 2-15,0 0-3 0,0 0-6 16,0 0-3-16,0 0-15 0,0 0-22 0,0 0-38 16,0 0-27-16,0 0-44 0,0 0-143 0,-16 4-321 15,16-4 142-15</inkml:trace>
  <inkml:trace contextRef="#ctx0" brushRef="#br0" timeOffset="198436.09">18895 16199 131 0,'0'0'251'0,"0"-5"-20"0,0 5-26 0,0 0-18 16,0 0-22-16,0 0-18 0,0 0-17 0,0 0-19 16,0 0-3-16,0 0-20 0,0 0-6 0,5 17-9 15,-4-8-6-15,-1 3-9 0,0-1-5 0,0 5-8 16,0 1 0-16,0-2-7 0,3 1-2 16,-3 4-3-16,1-6-4 0,0 0-2 0,1-2-1 0,0-2-6 15,-2 1 6-15,5 0-9 0,-1-4 1 0,1 2 1 16,0-4-6-16,2-1 4 0,-1 0-2 0,4-1 1 15,2-3 2-15,-3 0 1 0,2-2 11 16,3-1 3-16,-3-2 0 0,1-2 3 0,-3-1-5 16,4-4-3-16,1 2-1 0,-5-2-1 0,1-4-5 15,4 1 0-15,-3-4-5 0,-5 4-2 0,4 1 2 16,-3 2-3-16,-5 2 0 0,3 3-1 0,-2 0-4 16,-1 4 3-16,2-4-4 0,-3 1-3 0,1 2-3 15,-2 4-4-15,2-4-7 0,-2 4 2 0,0 0 3 16,0 0-3-16,0 0 2 0,5 12-1 0,-2-5 3 15,-2 0 1-15,3 3-1 0,1 0 1 0,3-3 1 16,2 7 2-16,0-2-2 0,5 1 2 0,0-2 0 16,10 3-2-16,-2-1 4 0,4-3-3 0,-4-3-8 15,0-2-4-15,-3 0-3 0,3-2-3 0,-6-2 1 16,11-1 0-16,-11-2 8 0,-1-3-2 0,-2 1 1 16,-2-3 3-16,-3 1 3 0,1-3 4 0,-2-2 0 15,-2 0 8-15,2-3-2 0,-2 0 8 0,1-2 8 16,-2 2 7-16,0-3 2 0,-1 5 5 0,-3 0 3 15,2-1 11-15,-2 3 5 0,0 1 8 0,2 1-7 16,-3 2-3-16,2 0-7 0,-2 6-11 0,3-9-1 16,-3 9-3-16,0-7-18 0,0 7 0 0,0 0-7 15,0 0 1-15,0 0 5 0,0 0-7 0,-2 19-4 16,4-10 7-16,-4 2-6 0,2 1-4 16,-1 0 0-16,1 4 5 0,-2-1-5 0,-1 2 3 15,3 0 0-15,-1 0-2 0,-3-1 2 0,4-5 4 0,-1 0-1 16,1-1-1-16,0-3 6 0,-2-3-5 0,4 3 1 15,-4-3-1-15,2-1 5 0,-1 0 18 0,1-3 15 16,0 0 20-16,0 0 5 0,0 0 1 0,0 0-1 16,0 0-20-16,0 0-1 0,18-11-5 15,-12 2 0-15,1 2-8 0,-2-1-3 0,2 1-4 16,0 0 1-16,-3 0-7 0,1 4-4 0,-2-2-1 16,-1 3 2-16,2-3-4 0,-4 5-9 0,6-3 2 15,-6 3-9-15,5-3 6 0,-5 3-10 0,0 0-6 0,0 0-7 16,17 6-4-16,-11-1-24 0,5-1-22 0,-2 2-31 15,0-2-22-15,3 3-41 0,-3-2-42 16,5-2-67-16,-2 0-238 0,-2 0-552 0,5-2 244 16</inkml:trace>
  <inkml:trace contextRef="#ctx0" brushRef="#br0" timeOffset="199401.9">19885 16254 53 0,'0'0'101'0,"0"0"-19"0,0 0-3 0,0 0-3 15,0 0-16-15,0 0 7 0,0 0 3 0,0 0 0 16,0 0-5-16,28 3-9 0,-20-3 0 0,2 0 8 16,3 0-19-16,-3 0-4 0,4-1 1 0,3-1-8 15,-5-1 7-15,0 0 0 0,1 0 5 0,-3 0 1 16,2-2 8-16,-2 2 3 0,0-4 10 0,0 3 8 15,-2-2 3-15,-2-2 3 0,1 5 0 0,-3-2-2 16,1 2-4-16,-3-2-4 0,2 1-8 16,-4 4-5-16,4-5-6 0,-4 5-6 0,0 0-5 0,0 0-9 15,0 0-3-15,0 0-2 0,-17-1-1 0,17 1-4 16,-23 8-4-16,8 1 2 0,-2-1-6 0,3 2-3 16,-1 0-1-16,2 3-5 0,4-4-2 15,-1 2-4-15,2-1-1 0,2 0-2 0,-3 0 4 16,5-1-3-16,0 3-2 0,3-3 3 0,1 2 1 15,0-4-3-15,5 2 4 0,4-3 3 0,3-1-2 16,4 1 2-16,15-1-2 0,-2-2 2 0,2-3-3 16,-3 0-2-16,5-3 0 0,2-1 5 0,-6-4-3 15,0-1 2-15,-3 1 3 0,2-1-5 0,-5-4 3 16,-6 4 0-16,-2-3 1 0,-1-3-2 0,0-2 3 16,0-6 2-16,-2 0-2 0,-2-2 0 0,-1-3 3 15,-4 0 6-15,1-2 10 0,0-2 2 0,-3 1 9 16,1 0 6-16,-4-3 4 0,2 2 7 0,1 1 7 15,0 1-2-15,-2 4 4 0,-1 8-1 0,0 2 10 16,1 4-19-16,-1 5-5 0,2-2-8 0,-4 4-4 16,2 0-6-16,0 5-27 0,0 0-4 0,0 0 3 15,0 0-4-15,0 0-1 0,-6 23 2 0,1-5 0 16,1 9 0-16,-1 1-3 0,1 4 1 0,-2-1 0 16,2 6 2-16,-5 9 7 0,5-1-5 0,-1-10 0 15,1-2-4-15,7 1 5 0,-6-5 6 0,2 1-5 16,-2-3-2-16,6-1 0 0,-2-6 0 0,-1-4 0 15,0-2 0-15,3-5 1 0,-2 2 0 16,2-5-1-16,-2 0 3 0,-1-2-2 0,0 2 1 0,1-2 2 16,-1-1 5-16,0-3 8 0,0 4 5 15,0-4 3-15,0 0-4 0,0 0-4 0,0 0 4 16,0 0-7-16,0 0 2 0,-15-10-3 0,12 5-2 0,-3-1-4 16,1-1 0-16,-3-3 0 0,0 2-2 0,-3-4-4 15,3 3 3-15,-1-2 4 0,4 5-8 0,-5-4-4 16,6 1-2-16,-1 4 1 0,1 0-14 0,2-3-2 15,0 4 11-15,2-3-11 0,4 1 2 16,1-2-3-16,8 3 2 0,1-3 1 0,7 1 2 16,8 1 1-16,-2 1 2 0,2-1 1 0,1 0-1 15,2 1 4-15,-2 0 0 0,1 4 1 0,-3-2 0 16,0 1 2-16,-6 0 1 0,-2-2-3 0,-3 3 10 0,-3 1-10 16,-4-1 4-16,1-1-1 0,-11 2 0 15,12 0-3-15,-12 0 4 0,12 0 0 0,-12 0-1 16,6 2 1-16,-6-2-3 0,5 6 6 0,-4-2-3 15,3 3 2-15,-4 0-2 0,0 4 5 0,2-2-4 16,0 3 3-16,-2-2 0 0,0 2 1 0,1 0 1 16,1-2-4-16,0 4 2 0,-2-4 3 0,4 0 1 15,-3-3 1-15,2 4-4 0,-2-5 8 0,1 0-8 16,0 0-5-16,-2-1-7 0,1 0 3 0,4-1-7 16,-5-2 6-16,0-2-15 0,4 3-25 0,-4-3-27 15,0 0-10-15,0 0-18 0,0 0-16 0,0-17-11 16,0 5-283-16,-4-2-449 0,-2-3 199 0</inkml:trace>
  <inkml:trace contextRef="#ctx0" brushRef="#br0" timeOffset="199563.16">20727 16061 186 0,'-2'-7'217'0,"2"1"2"0,-3-1 0 16,3 0 0-16,-1 2-10 0,1 5-11 0,-2-8-26 16,0 4-5-16,2 4-22 0,-1-5-17 0,1 5-16 15,0 0-10-15,0 0-17 0,1-7-17 16,-1 7-8-16,0 0-29 0,0 0-21 0,0 0-32 0,13 14-26 15,-9-9-34-15,-1 2-45 0,3 0-47 0,0 3-175 16,0-2-379-16,1 1 168 0</inkml:trace>
  <inkml:trace contextRef="#ctx0" brushRef="#br0" timeOffset="199918.89">21107 16150 139 0,'0'0'147'16,"0"0"-20"-16,0 0-6 0,-22 3-16 0,13 6-4 15,0-4-16-15,0 5-1 0,0-1-11 0,-1 3-8 16,1-1-11-16,-4 5 5 0,4-4-9 0,2 3-8 16,1-5 0-16,0 2-6 0,1 0-6 0,3 0 3 15,0-3-2-15,2 1 3 0,2 0-1 0,0 0 14 16,2-3 5-16,2-2 2 0,-1 1 2 0,4-2-4 15,5 0 0-15,-2-1-4 0,1-3 3 0,1-1 0 16,-1-2 6-16,-1 0 12 0,0 0 11 0,-2 0 3 16,0-4 2-16,-1 0-9 0,0-1-5 0,-1-2-7 15,-1 1-9-15,0-5-7 0,-1-3-6 0,-2 1 1 16,-1-1-12-16,2 2 2 0,-7 2-6 0,2 1-2 16,-6-5-4-16,5 5-6 0,-2 2 3 0,-3 2-7 15,1-3-2-15,-2 6-3 0,0-1-13 0,0 3-13 16,0 0-22-16,-1 1-25 0,8 2-23 15,-21 2-28-15,21-2-48 0,-16 3-33 0,8 0-170 16,8-3-400-16,-11 6 177 0</inkml:trace>
  <inkml:trace contextRef="#ctx0" brushRef="#br0" timeOffset="200268">21341 16138 147 0,'0'0'266'16,"3"-2"-25"-16,-3 2-28 0,0 0-20 0,0 0-23 15,6-3-15-15,-6 3-24 0,0 0-7 0,0 0-14 16,2 15-10-16,-1-9-12 0,3 5-6 0,-3 1-9 16,-2 2-7-16,2-2-8 0,-1-2-7 0,2 5 1 15,-2-3-10-15,-2 0-2 0,2-2-8 0,-1 0 0 16,0-3 0-16,1-3-2 0,1 1-6 0,-1 2 0 15,0-4 9-15,0-3 29 0,0 5 23 0,0-5 13 16,0 0-1-16,0 0-5 0,0 0-7 0,14-15-16 16,-5 8-9-16,-1-2-8 0,1 1-2 0,0-1-3 15,-1 1-6-15,-2 3-6 0,1 0-1 0,-3 2-8 16,4-1 2-16,-3 0-9 0,0 1-2 0,-5 3-4 16,10-3 0-16,-10 3 6 0,13 2-16 15,-5 1-6-15,1 0-11 0,-3 4-29 0,5-1-44 0,0 3-55 16,-2-4-93-16,-1 1-287 0,-1-1-565 0,-2 1 250 15</inkml:trace>
  <inkml:trace contextRef="#ctx0" brushRef="#br0" timeOffset="201234.1">21424 15565 61 0,'0'0'115'0,"0"0"-2"0,7 11-8 0,2-4-12 16,4 7-4-16,6 7-10 0,4 4-7 0,9 12 2 16,0 3-10-16,3 1-11 0,1 3 9 0,3 1-6 15,-6 3 0-15,2-1-8 0,-3 6-5 0,-4-5-2 16,-7 6-5-16,-4-4-7 0,-3 5-4 0,-5-4 1 16,-5-2-2-16,-12 1 22 0,3-15-10 0,-9 8 10 15,-3-10-21-15,0-3 5 0,-5-2-29 0,-3-3 1 16,-14 7 5-16,7-10 9 0,-11 2 15 0,7-7-1 15,1-5 15-15,-2 4-1 0,0-5 1 0,4-2 11 16,-2 0-5-16,5-3 2 0,0 1-5 16,9-2-6-16,3-1-3 0,4-1-6 0,2-1 0 15,1 3-7-15,3-4 1 0,2-1-1 0,-1 2-4 0,7-2-5 16,-5 0-10-16,5 0-41 0,0 0-72 0,0 0-246 16,0 0-380-16,27-5 168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5:05:40.85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6429 2827 120 0,'0'0'124'0,"0"0"-6"0,0 0-12 16,0 0 0-16,0 0-10 0,0 0 0 0,-6 0-9 15,6 0-2-15,0 0-9 0,0 0-4 0,0 0-2 16,0 0-1-16,0 0 1 0,0 0-2 0,-7 0 2 16,7 0-3-16,0 0-1 0,0 0 3 0,0 0-7 15,0 0-2-15,0 0-4 0,0 0 0 0,0 0-8 16,0 0 0-16,0 0-8 0,0 0-2 0,0 0-4 16,-4 3-4-16,4-3-3 0,0 0-2 0,0 0-4 15,0 0-1-15,0 0-5 0,0 0 11 0,0 0 5 16,0 0 4-16,0 0-3 0,0 0 8 0,0 0 2 15,0 0 4-15,0 0 7 0,0 0 2 0,0 0 1 16,0 0 5-16,0 0 0 0,0 0-2 0,0 0 5 16,0 0 1-16,0 0 1 0,0 0-2 0,0 0-4 15,0 0-6-15,0 0-1 0,0 0 3 0,0 0-3 16,0 0-2-16,0 0-4 0,0 0-4 0,0 0-6 16,0 0-2-16,0 0 0 0,0 0-2 0,0 0-5 15,0 0-7-15,0 0 4 0,0 0-9 0,0 0 3 16,0 0-3-16,0 0 1 0,0 0-8 0,0 0-15 15,0 0 16-15,2-9-1 0,-2 9 0 0,0 0-3 16,0 0-1-16,0 0-1 0,0 0 0 0,0 0 0 16,0 0-1-16,0 0 1 0,0 0-4 0,0 0 2 15,0 0-3-15,0 0 1 0,0 0 2 0,0 0 0 16,0 0 4-16,0 0-5 0,0 0 0 0,0 0 4 16,0 0-4-16,0 0-2 0,0 0-2 0,0 0-1 15,0 0 7-15,0 0-6 0,0 0 1 0,0 0-3 16,18 2 1-16,-13-3-1 0,3 0 16 0,7 0-17 15,3-1 7-15,12-3-7 0,-1 1 5 16,4-1-1-16,1-1-1 0,1 2 0 0,-2-1 2 16,2 0 0-16,-2 1-3 0,-1 0 5 0,-3 2-1 15,0-3-3-15,-8 3-11 0,-3 2-9 0,-4-1-19 16,-4 1-14-16,-1 0-16 0,0 0-8 0,-1-2-6 16,-3 2-5-16,-5 0-9 0,9-2-5 0,-9 2-1 0,0 0 0 15,4 5-1-15,-4-5-28 0,0 0-28 16,-21 4-42-16,10 0-182 0,-1-3-419 0,2 0 187 15</inkml:trace>
  <inkml:trace contextRef="#ctx0" brushRef="#br0" timeOffset="524.78">6708 2839 235 0,'0'0'247'0,"0"0"-14"15,0 0-13-15,0 0-12 0,0 0-12 0,0 0-18 16,0 0-17-16,0 0-14 0,0 0-13 0,0 0-15 16,0 0-13-16,0 0-19 0,-1 3-5 0,1-3-22 15,-3 5-6-15,3-5-9 0,0 13-6 0,3-2-3 16,-7 6-5-16,8 12 1 0,-4-2-4 0,1 9 1 16,2-1-3-16,-2 14 1 0,-1 0-4 0,0-2-1 15,0 3 0-15,0 0-3 0,1-4 2 16,2-10 0-16,1 0-1 0,-3-1-5 0,3 1 2 0,-3-1-4 15,-1-2-4-15,1-4 4 0,-1 0 1 0,0 0-8 16,-6-1 3-16,5-10-1 0,-2-1 4 0,-1 3-6 16,-1-3 4-16,0 0 0 0,1-1 0 0,-5-3 1 15,4-3-2-15,-3 1 2 0,2-2 0 0,-10 2-1 16,5-6-3-16,-3 1 6 0,-2 1 3 16,-2-3-4-16,-2-1 4 0,1-2-2 0,-2-1 5 15,-7 0 4-15,7 0 5 0,-6 0 3 0,4-3 10 16,2-2-6-16,1 1 23 0,-1-1 2 0,2 0 4 0,-1 1 4 15,1-2 1-15,0-4 17 0,1 3-5 0,4 2 6 16,-3-2 7-16,2 0-9 0,0 0 2 16,2 2-1-16,3 0 3 0,1-2 19 0,2 4 12 15,0-2 1-15,3 4-2 0,4 1-1 0,-8-3 0 16,4-1-5-16,4 4-5 0,0 0-4 0,-6-6-7 16,6 6-7-16,-5-4-13 0,5 4-7 0,0 0-9 15,0 0-10-15,-4-3-13 0,4 3-15 0,0 0-19 16,0 0-27-16,0 0-24 0,0 0-32 0,0 0-38 15,0 0-35-15,0 0-48 0,0 0-54 0,0 0-59 16,0 0-73-16,0 0-339 0,0 0-786 0,0 0 347 16</inkml:trace>
  <inkml:trace contextRef="#ctx0" brushRef="#br0" timeOffset="1499.03">6937 3725 80 0,'0'0'276'0,"-4"-4"-10"0,4 4-8 0,0-5-12 15,0 5-16-15,0 0-14 0,-1-3-23 0,1 3-16 16,0 0-21-16,0 0-13 0,0 0-22 0,-3-4-11 16,3 4-17-16,0 0-12 0,0 0-11 0,0 0-8 15,0 0-8-15,4 14-6 0,-4-4-5 0,4 2-5 16,-4 2-1-16,1 4-2 0,-1 1-4 0,0 8 8 15,3-4-14-15,-6 2-5 0,7 1 3 0,-4-6-4 16,0-2 0-16,-1 0-2 0,2 1 0 16,-1-4 5-16,0 1-9 0,0-6 1 0,1 2-4 0,-1-5-1 15,-1-2-1-15,2 0 4 0,-1 0 10 0,0-1 32 16,0-4 43-16,0 5 39 0,0-5 42 0,0 4 14 16,0-4 18-16,0 0-22 0,0 0-17 0,4-13-17 15,-4 5-17-15,5-1-14 0,-1-8-14 0,9-7-12 16,-4 1-9-16,2-5-14 0,2 3-10 15,0 1-6-15,-5 6-7 0,4 1-8 0,-3 3-3 0,-1-1-6 16,-3 6-4-16,1-1-7 0,-2 4 1 0,0 2-8 16,1 0-18-16,-4 1-33 0,2 2-36 0,-3 1 3 15,0 0 1-15,13 6 3 0,-7 5 18 0,-2-3 0 16,1 7-2-16,3 2 5 0,-1 1 8 16,0 1 5-16,-2 5 2 0,0-5 4 0,-1 1 3 0,2-2 4 15,-2 0-6-15,0 0 7 0,-3-4 0 0,3-2-1 16,-1-2 10-16,-2 0-1 0,0-4 5 0,-1 0-3 15,4-1 6-15,-4 0 3 0,0-1 3 16,0-2 15-16,0-2 22 0,3 4 19 0,-3-4 7 16,0 4 3-16,0-4 1 0,0 0-1 0,0 0-8 0,0 0-7 15,0 0-8-15,0 0-4 0,0 0-2 0,0 0-10 16,0 0-13-16,3-13-24 0,0 9-26 0,-3 0-31 16,1 0-32-16,2-1-38 0,-2-1-41 0,-1-1-41 15,3 2-50-15,-3-3-59 0,2-1-80 16,-1 0-272-16,2-2-731 0,-3 2 324 0</inkml:trace>
  <inkml:trace contextRef="#ctx0" brushRef="#br0" timeOffset="2216.56">7540 3121 177 0,'0'-4'200'15,"5"1"-20"-15,0 2-15 0,0-2-11 0,3 2-20 0,1 0-10 16,1 1-11-16,2 2-8 0,-1 1-2 0,2 2-9 16,2 2-2-16,-1 5-9 0,-1-1-5 15,2 3-8-15,-3 1 26 0,1 1-8 0,-2 5-2 16,-6-1-7-16,3 6-6 0,-7-1-8 0,-1 2-4 16,-1-4-5-16,-3 2-4 0,-1-6-6 0,-3 6-2 15,-1-7-4-15,-1-1-3 0,0-1 3 0,-2 0-5 16,4-6-6-16,-3-2 3 0,1 1-5 0,0-2 1 15,5-1 4-15,-3 0 17 0,2-2 27 0,1 2 22 16,2-5 38-16,3-1 30 0,-6 3 17 0,6-3-16 16,0 0-2-16,0 0-19 0,-8-11-10 0,9 2-10 15,2-2-10-15,2-4-19 0,0-3-9 0,8-4-9 16,-2-2-9-16,2-1-4 0,5 3-9 0,-3-2-8 16,-1 2-5-16,-2 6-8 0,-1 0-5 0,1 0 1 15,1 4-8-15,-2 0 3 0,-2 2-9 0,0 3-1 16,-4-1-6-16,0 5-2 0,0 0-10 0,2-1 2 15,-1 4-13-15,-6 0-10 0,12 3-6 0,-7-1-5 16,3 6-3-16,2 2-2 0,0 5 6 0,-1 1 9 16,1-2-6-16,-1 6 7 0,-1-3-4 0,3 7 6 15,-2 0 0-15,-2-6-6 0,0-1-20 0,-1-1-33 16,0-4-18-16,-1 3-35 0,-3-3-29 0,0 0-30 16,0-3-33-16,-1-1-81 0,-2-2-302 0,1-2-655 15,-4 0 290-15</inkml:trace>
  <inkml:trace contextRef="#ctx0" brushRef="#br0" timeOffset="2516.42">8032 3013 107 0,'1'-7'290'0,"2"4"-29"0,-2-1-26 16,2 2-27-16,-3 2-19 0,0 0-20 0,10 6-15 16,-5 1-10-16,2 1-15 0,3 5-6 0,-1 3-12 15,3 7 1-15,0 1-13 0,-3 3-6 16,0 1-11-16,-3 3 3 0,-1 2-13 0,-2 2-4 0,-3 2-5 16,-2-2-7-16,0 12-1 0,-3-16-5 0,-2 3-1 15,-7-4-8-15,-1-1-9 0,-4-3-1 0,-4 2-11 16,-4-3-27-16,-1-6-42 0,-16 6-39 15,-1-4-53-15,10-7-87 0,-3-6-209 0,-2 1-471 16,-10-5 209-16</inkml:trace>
  <inkml:trace contextRef="#ctx0" brushRef="#br0" timeOffset="2833.54">7502 2837 247 0,'-2'-2'255'15,"0"-1"-25"-15,2 3-25 0,0 0-23 0,0 0-15 16,-18 10-19-16,9 3-12 0,-6 10-13 0,1 7-10 15,-4 18-5-15,-4 5-9 0,4 1-8 0,0 5-10 16,-1-1-8-16,6 0-4 0,4-4-6 0,6-3-6 16,1-3-6-16,6-12 0 0,6-3 12 0,2 0 4 15,2-5 4-15,13 1-3 0,12 3-3 0,7-8-10 16,4-3-18-16,5-7-45 0,5-2-55 0,5-2-92 16,-1-10-304-16,3-1-496 0,-3-4 220 0</inkml:trace>
  <inkml:trace contextRef="#ctx0" brushRef="#br0" timeOffset="3238.65">8799 3200 234 0,'-4'2'267'0,"4"-2"-19"16,0 0-5-16,0 0-12 0,-3 5-4 0,3-5-19 15,0 0-17-15,0 0-19 0,0 0-14 0,0 0-19 16,0 0-9-16,27-4-18 0,-9 3-2 0,10-2-18 16,0 1-23-16,4-1-28 0,-1 0-33 0,-1-1-32 15,1 1-40-15,-3 1-49 0,3 0-72 0,-12-1-231 16,-1 1-451-16,-4 0 200 0</inkml:trace>
  <inkml:trace contextRef="#ctx0" brushRef="#br0" timeOffset="3402.66">8877 3410 100 0,'-4'3'239'0,"0"1"-1"0,4 0-4 16,0 0 24-16,0-4 4 0,11 5-12 0,1-5-23 15,7 3-25-15,13-1-16 0,4-2-40 0,2 0-78 16,14-1-85-16,2-3-148 0,-14 1-207 0,-2-2-402 0,1-1 178 16</inkml:trace>
  <inkml:trace contextRef="#ctx0" brushRef="#br0" timeOffset="4514.03">10099 2775 177 0,'0'0'174'0,"0"0"-13"0,-11 1-10 15,11-1-7-15,0 0-15 0,-6-1 6 0,6 1-15 16,0 0-13-16,0 0-8 0,0 0-6 0,0 0-7 16,0 0-7-16,0 0-3 0,-7-1-6 0,7 1-1 15,0 0-5-15,0 0 3 0,0 0-2 16,-5 2 0-16,5-2-3 0,0 0 0 0,0 0-3 15,0 0-3-15,0 0-3 0,0 0-4 0,0 0 0 16,0 0-3-16,0 0-6 0,0 0-1 0,0 0-1 16,0 0-2-16,0 0-5 0,0 0-3 0,0 0-5 15,0 0 2-15,0 0-10 0,0 0 4 0,0 0-7 16,0 0 3-16,0 0-2 0,0 0 3 0,0 0-4 16,0 0 1-16,0 0-1 0,0 0-3 0,0 0-2 15,0 0 5-15,0 0-8 0,0 0 4 0,0 0-3 16,0 0 2-16,24 0-3 0,-7-2 1 0,11 0 4 15,4 1-3-15,8 0-4 0,16 0 0 0,4-1 1 16,5 2-1-16,0-1 0 0,30-5-1 0,-33 5 3 16,1-1-5-16,2 0 2 0,-6-1 2 0,0 1-1 15,-3 0-7-15,-20 2 9 0,2 2-2 0,-5-2 1 16,1 0 0-16,-14 0-3 0,-1 0 1 0,-6 0-17 16,-4 0-6-16,0 2-4 0,-2-4-2 0,-7 2-7 15,7 0-8-15,-7 0-16 0,0 0-19 16,0 0-27-16,-27 2-27 0,14-2-34 0,-2 0-37 15,-4 0-155-15,-3-2-387 0,0 4 170 0</inkml:trace>
  <inkml:trace contextRef="#ctx0" brushRef="#br0" timeOffset="5325.71">10087 2839 39 0,'0'0'259'15,"-7"0"-13"-15,7 0-15 0,0 0-15 0,0 0-22 16,0 0-15-16,0 0-9 0,0 0-21 0,0 0-15 16,0 0-15-16,0 0-14 0,0 0-14 0,0 0-6 15,0 0-11-15,0 0-12 0,0 0-5 0,0 0-3 16,0 0-4-16,0 0-8 0,14 17 0 0,-9-9-8 15,3 1 0-15,5 2-3 0,0 3-3 0,7 2-1 16,6 7 0-16,1-2-2 0,2 1-2 0,3-1-4 16,9 6 1-16,-9-6-3 0,11 4 2 0,-11-8-2 15,3-2 0-15,-2 2-4 0,1-3-4 0,1 0 5 16,-2-2-2-16,-4-5-4 0,1 0 4 0,-6-1-4 16,-2-2 1-16,-4-3-1 0,0 3 1 0,-4-4-4 15,-3 0 6-15,1 0-2 0,-1-4 16 0,-4 4 16 16,-1-3 7-16,1 2-1 0,0-1 11 0,-7 2 7 15,6-2-4-15,-6 2 8 0,8-3-1 16,-8 3-14-16,4-4 0 0,-4 4-9 0,0 0 8 16,6-2-17-16,-6 2-7 0,0 0 2 0,0 0-3 15,0 0 2-15,8-1-14 0,-8 1-15 0,0 0-18 0,0 0-2 16,0 0 2-16,-3 11-1 0,3-11 2 16,-6 17 5-16,-4-2 1 0,-2 3 1 0,2 7-3 15,-8 3 4-15,-1 3 1 0,-8 11 6 0,1-3-3 16,-3 2 2-16,0-3-1 0,-2-1 2 0,8-7 0 15,-5 8-4-15,1 0 3 0,4-7-1 0,-2 7 4 16,5-8 3-16,0 3-3 0,2-5-2 0,0 1 3 16,3 1-1-16,-2-1-1 0,2-2 3 0,2 1 3 15,0-4-2-15,2 2-1 0,-1-2 9 0,0-2-10 16,4-4-1-16,-1 1 3 0,3-2 0 0,-6 0-3 16,3-2 2-16,0 0 2 0,-1-1-2 0,2-3 0 15,2 0-2-15,-1-2-19 0,-4 2 25 0,6-3-5 16,0-1 2-16,0 0 0 0,2-2 1 0,-1 1-2 15,4-6 1-15,-7 9 0 0,4-7 0 0,3-2-1 16,-5 7-4-16,1-4 2 0,4-3-1 0,0 0-8 16,-5 7-16-16,6-3-4 0,-1-4-11 0,0 0-14 15,-5 6-21-15,5-6-20 0,0 0-28 0,-5 5-27 16,5-5-49-16,0 0-92 0,0 0-171 0,0 0-498 16,0 0 220-16</inkml:trace>
  <inkml:trace contextRef="#ctx0" brushRef="#br0" timeOffset="6413.26">10199 4293 98 0,'0'0'146'0,"-5"2"-10"16,5-2-1-16,0 0-5 0,0 0 1 0,-5 1-9 16,5-1 0-16,0 0-2 0,0 0 2 0,0 0-8 15,0 0 0-15,0 0-8 0,0 0-2 0,0 0-5 16,0 0-4-16,0 0-2 0,0 0-2 0,0 0-1 15,0 0-6-15,0 0-2 0,0 0-5 16,0 0-3-16,0 0-3 0,0 0-2 0,0 0-4 0,0 0-2 16,0 0-3-16,0 0-5 0,0 0-2 0,0 0-6 15,0 0-2-15,6 5-3 0,-6-5-6 0,0 0-5 16,0 0-3-16,0 0 0 0,0 0-3 0,0 0-2 16,0 0-6-16,0 0 3 0,0 0-5 15,0 0-2-15,0 0-1 0,0 0-2 0,0 0-4 16,0 0 4-16,0 0-3 0,0 0-2 0,0 0 7 15,0 0-5-15,0 0 1 0,0 0-8 0,0 0 2 0,0 0 0 16,0 0 3-16,0 0-3 0,4 3 1 0,-4-3-1 16,0 0 0-16,0 0-1 0,0 0 2 0,0 0-1 15,0 0-1-15,0 0 1 0,0 0-1 16,0 0-2-16,0 0 4 0,0 0-2 0,0 0 1 16,0 0-2-16,0 0 4 0,0 0-4 0,0 0-2 15,0 0 0-15,0 0 2 0,0 0 1 0,0 0-1 0,0 0 5 16,0 0-6-16,12-3 1 0,-4 3 3 0,8 0 1 15,6-1 3-15,10 1-4 0,5-1 0 16,15-2 0-16,5 2 0 0,4-2-2 0,2-1 1 16,29-2 0-16,-25 3-4 0,26-2 4 0,-26 3 1 15,0 1-11-15,-2-4 19 0,1 3-11 0,-4-1 0 16,-3-1 0-16,-7 2 6 0,-16-1-4 0,1-1-1 16,-5 1 2-16,-4-1-1 0,-6 1-2 0,-4 0 4 0,-7 3 25 15,1-4 24-15,-3 1 8 0,1 1-4 16,-6-1-2-16,1-2-10 0,-1 4-4 0,0-2-2 15,0 1 5-15,-3-1-26 0,0-1-27 0,-1 4-41 16,-1-4-55-16,1 4-61 0,-4-6-86 0,-1 6-302 16,1-6-600-16,-1 5 266 0</inkml:trace>
  <inkml:trace contextRef="#ctx0" brushRef="#br0" timeOffset="14097.1">10312 4745 202 0,'0'0'183'0,"2"-3"-16"0,-2 3-15 16,0 0-18-16,9 7-16 0,-4-4-7 0,5 4-6 0,3 3-10 15,5 1-5-15,-1 1-2 0,6 8-7 0,0 1-5 16,-1-1 2-16,0 1-10 0,1 3-6 0,0 1-4 16,-3-2-1-16,-3 2-8 0,2-1-4 0,-3 1-1 15,-3-3-4-15,-2 2-7 0,-3 0 0 0,-3-5-3 16,-1 0 1-16,-1-1-3 0,-2 3 3 0,-2-4-6 15,-3 0-2-15,0-2 4 0,-1-3-3 0,-2 2 5 16,-3-2-5-16,1 0 2 0,-4-2-2 0,3 0-1 16,-1-4 1-16,0 2 7 0,-1-4 11 0,1 0 19 15,1-4 23-15,-1-1 21 0,0-3 9 16,1-2 11-16,0-3 9 0,0-5 3 0,1-1-3 0,0-3-11 16,5-9-2-16,4-2-14 0,1-2-13 15,7-2-11-15,5-14-8 0,-2 13-8 0,11-11-8 16,-8 12-5-16,3 1-4 0,2 4 4 0,-4 1-4 15,3 2 4-15,-4 3-20 0,-5 6 6 0,4 1 9 16,-4 2-3-16,-4 3-4 0,1 2-5 0,-2 3-5 0,2-2-2 16,-3 3-8-16,1 0-2 0,0 0-3 0,-3 1-23 15,3 0-24-15,0 1-41 0,-4 2-30 0,3-2-3 16,-3 2-16-16,0 0-7 0,7 5-17 16,-7-1-20-16,1 1-17 0,-1 5-20 0,0-5-59 15,-2 3-300-15,-1-2-605 0,3 3 267 0</inkml:trace>
  <inkml:trace contextRef="#ctx0" brushRef="#br0" timeOffset="14474.66">11027 4957 223 0,'0'0'348'0,"0"0"-9"0,-4-3-16 16,4 3-19-16,0 0-19 0,0 0-21 0,-1-3-17 15,1 3-25-15,0 0-21 0,0 0-58 0,5-6-30 16,4 3-35-16,0 3-29 0,5-2-29 0,0 0-36 16,5-1-37-16,1 1-48 0,0 1-55 0,-1-1-55 15,-1 0-226-15,-6-1-474 0,0 6 209 0</inkml:trace>
  <inkml:trace contextRef="#ctx0" brushRef="#br0" timeOffset="14645.79">11000 5121 65 0,'-6'4'172'0,"2"0"-9"0,-1 1 4 16,1-3 3-16,2 3-12 0,2-5-3 0,0 0-3 15,7 4-9-15,2-4-7 0,6 0-17 0,6-2-15 16,10 0-9-16,1-1-12 0,2 1-35 0,3 0-34 15,2-6-40-15,14 2-65 0,-14-3-57 0,-5 2-133 16,1 0-302-16,0 2 134 0</inkml:trace>
  <inkml:trace contextRef="#ctx0" brushRef="#br0" timeOffset="15063.58">11821 4784 61 0,'0'0'208'0,"-7"-1"-15"16,7 1-19-16,-3-3-16 0,3 3-13 0,0 0-13 15,-11 2-18-15,7 2-1 0,-2 0-12 0,1 1-9 16,-4 2-8-16,-1 0-4 0,-3 5-9 0,4 3-4 15,0-1-10-15,-5 1-3 0,5 0-2 0,0 1-9 16,-4 1-1-16,7 0-4 0,-2 2-7 0,-1-4-1 16,3 4 0-16,0-2-4 0,3-2-4 0,0 2 11 15,2-5 20-15,2 0 5 0,3-2 21 0,0-1 0 16,4 1 12-16,2 0 9 0,0-3 4 0,3-2 9 16,6-3 1-16,-1-2 4 0,11 0-5 15,-8-2 0-15,1-2-2 0,-2-4-1 0,4-1-9 16,-6-2-6-16,0 0 0 0,-4-1-18 0,-1-1-6 0,0-6-4 15,-7 2-12-15,2-8-6 0,-3 1-13 0,-5-2-7 16,-6 1-7-16,2 6-22 0,-4 0-16 0,-6-5-24 16,-4 4-21-16,-5 1-43 0,-4 4-42 0,-3 3-50 15,-6 3-67-15,-1 1-317 0,2 3-628 0,7 1 278 16</inkml:trace>
  <inkml:trace contextRef="#ctx0" brushRef="#br0" timeOffset="19529.08">11013 2309 42 0,'0'0'94'0,"0"0"3"0,0 0-13 15,0 0-9-15,0 0 3 0,0 0-11 0,0 0-7 16,0 0 3-16,0 0-5 0,0 0 1 0,0 0 1 16,0 0-2-16,0 0 7 0,0 0 1 0,0 0 0 15,0-6 2-15,0 6 4 0,0 0-4 0,0 0-3 16,0 0 9-16,0 0-22 0,0-6 2 0,0 6 4 16,-4-9-13-16,4 9-4 0,0-6-4 0,0 0-6 15,-2 1 3-15,0 0 1 0,2-5-10 0,-2 5-1 16,2-4-4-16,-3-1 4 0,3 0 0 0,0 1-4 15,-1-3-1-15,1 2 5 0,0-1 0 0,0 0 3 16,0 1 1-16,0-1-1 0,0 3-3 0,0-1-4 16,0 1 0-16,0 0 0 0,0-1-5 0,0 2-2 15,0 0 4-15,0 1-3 0,-2 1 0 0,0 1-3 16,2 0-4-16,-1 0 5 0,1 4-8 0,0-6 4 16,-3 3-3-16,3 3-1 0,-5-3-7 0,5 3 0 15,-9 1-1-15,-1-2 0 0,0 4 1 0,1 0-3 16,-8 3 3-16,4 2-4 0,-4 1 6 0,-9 6-4 15,2 2 4-15,-2-4-4 0,-1 6 4 16,1-2-4-16,-3 0 0 0,0 2 0 0,0 1 6 16,-2 1-1-16,-1-1-1 0,-9 6 3 0,10-7-2 0,-2-1 1 15,3 1 2-15,0-2-1 0,2-3-3 0,0 1 4 16,1-3-2-16,0-2 1 0,7-3 0 0,3 0 0 16,-2 0 2-16,1-4-2 0,5-1 2 0,-4 0 1 15,4-1 0-15,2-2 7 0,3 1 17 0,0-2 9 16,-1 0 6-16,4-3 2 0,1-2-3 15,-1-3 0-15,1-2-7 0,4 0-5 0,0-3 0 16,4-2-8-16,1 1-1 0,0-1-2 0,3 0-3 16,0 2-2-16,-2-1-2 0,7 3 0 0,-6 3-6 15,2 1 5-15,7-3-7 0,-5 1 3 0,6 1-4 16,1 2 5-16,2 0-6 0,0 4-7 0,7-1 4 16,-10 2-4-16,5 5 2 0,-2 3-2 0,-3 0 0 15,2 2 3-15,-1 3-3 0,1 2 1 0,5 3 6 16,-8-3-6-16,1 7 4 0,0 3-3 0,1 0-1 15,-5 2 5-15,2-1-2 0,-2 2-2 0,-3-1 2 16,-1 1 2-16,0-6 1 0,2 4 0 0,-3-7-4 0,-3-2 0 16,0-1-1-16,-1-2 1 0,2-1 9 0,-2-1-6 15,-2-3-1-15,0 0 2 0,2-1 1 16,0-4 15-16,-3 1 14 0,-1-2-2 0,0 0-3 16,18-8-6-16,-8 0-2 0,6-2-4 0,-4-1 1 15,10-5-5-15,-9 5-2 0,2-4 0 0,1 2-4 16,-6-4-6-16,3 5-10 0,-3-2-14 0,-2 2-14 15,0 4-34-15,-2-1-28 0,0 1-76 0,-2 1-261 16,1-2-471-16,0 4 209 0</inkml:trace>
  <inkml:trace contextRef="#ctx0" brushRef="#br0" timeOffset="23312.03">12194 3462 31 0,'0'0'159'0,"0"0"-1"0,0 0-19 0,-9 0-8 0,9 0-12 15,0 0-15-15,0 0-6 0,0 0-13 0,-9-2-6 16,9 2-2-16,0 0-4 0,0 0-4 0,0 0 2 16,0 0 0-16,0 0 4 0,-4-1-4 0,4 1-2 15,0 0-6-15,0 0 0 0,0 0-4 0,0 0-10 16,0 0 2-16,0 0-2 0,0 0-5 0,0 0 26 15,0 0-3-15,0 0-3 0,0 0-2 0,0 0-4 16,0 0-7-16,0 0-3 0,0 0-2 0,0 0-4 16,0 0-2-16,0 0-4 0,0 0-3 0,0 0-2 15,0 0-3-15,0 0-1 0,0 0-5 16,0 0-3-16,0 0-2 0,0 0-2 0,0 0-5 0,0 0 5 16,0 0-2-16,0 0-4 0,0 0 9 15,0 0-3-15,0 0 2 0,0 0 1 0,0 0-4 16,0 0 4-16,0 0-3 0,0 0 2 0,0 0 0 15,0 0 0-15,0 0-7 0,0 0 2 0,0 0-2 0,0 0 0 16,0 0-1-16,0 0 2 0,0 0-2 16,0 0-4-16,0 0 1 0,0 0 0 0,0 0-1 15,0 0 1-15,0 0-1 0,24-3 1 0,-6 3-3 16,12-2 3-16,3-1-4 0,9-1 3 0,8-1-3 16,6 2-3-16,2-2 4 0,-1 1-7 0,-2-3 5 15,-3 4-2-15,0 0 2 0,-13 3-2 0,-6-4-12 16,2 4-12-16,-3 0-6 0,-1-3-5 0,-10 3-11 15,-1 0-9-15,-7 0-6 0,-1 0-2 0,-2 0-6 16,-1 0 3-16,-4-1 8 0,-1 0-22 0,-4 1-9 16,0 0-6-16,0 0-12 0,0 0-8 0,-9-9-8 15,3 8-9-15,-4-2-20 0,3 1-138 0,-4 0-314 16,-1-2 140-16</inkml:trace>
  <inkml:trace contextRef="#ctx0" brushRef="#br0" timeOffset="23712.62">13097 3289 146 0,'0'-5'321'0,"-1"-2"-3"0,-1 5-8 0,0-2-16 16,2 4-18-16,-2-5-28 0,0 2-22 0,2 3-21 15,-2-3-24-15,2 3-15 0,-2-4-23 16,2 4-15-16,0 0-19 0,0 0-21 0,0 0-8 0,0 0-9 16,0 0-14-16,7 14 1 0,-3-4-6 0,1 2-7 15,-1 2-6-15,1 3-5 0,-3 1-5 0,1 0-6 16,1 1 4-16,0-1-2 0,-2 2-5 0,2-3-4 16,-2 1-4-16,2-3 0 0,-2-1 5 15,0-2-5-15,-1-4 1 0,1 3-5 0,-1-2 3 16,0-1-4-16,1-2-2 0,-2-3 3 0,2 3 3 15,-2-6-3-15,-2 6 1 0,4-1 3 0,-2-5-6 0,0 0 1 16,0 6 9-16,0-6-4 0,0 0-21 16,0 6 18-16,0-6-1 0,0 0 2 0,0 0-5 15,0 0-7-15,0 0-1 0,0 0 0 0,0 0-5 16,0 0-24-16,0 0-86 0,0 0-56 0,0 0-50 16,0 0-58-16,-17-16-235 0,11 11-559 0,2-1 248 15</inkml:trace>
  <inkml:trace contextRef="#ctx0" brushRef="#br0" timeOffset="23981.05">13336 2998 197 0,'0'0'204'0,"14"8"-17"15,-9 1-10-15,6 7-14 0,5 10-10 0,-2 4-2 16,4 1-18-16,1 14-6 0,-1 4-3 0,3 2-11 16,-8 0-5-16,-2-3-11 0,-2 0-10 0,-5 1-2 15,-4-3-10-15,-3-10-7 0,-2 10-5 0,-10-2-4 16,-6-2-2-16,5-9-10 0,-18 4-5 0,-1 0-4 16,-5-3-6-16,-5-3-29 0,-4-5-43 0,-3-1-39 15,-3-9-58-15,-5-1-252 0,3-3-422 0,-2-3 186 16</inkml:trace>
  <inkml:trace contextRef="#ctx0" brushRef="#br0" timeOffset="24393.7">12089 3025 61 0,'-27'39'127'0,"3"5"3"0,-2 7 1 15,-8 22-12-15,7-18-9 0,-4 21-5 0,12-23 7 16,5 2-11-16,4-6-2 0,6 2-4 0,4-1 4 16,9-1 21-16,2-1-1 0,10 0-3 0,7-9-6 15,9 1-3-15,8-12-14 0,9-5-2 16,31 2-8-16,7-8-13 0,-1-7-35 0,0-10-58 15,4-4-57-15,4-2-125 0,-5-7-117 0,-2-6-347 0,-29 5 154 16</inkml:trace>
  <inkml:trace contextRef="#ctx0" brushRef="#br0" timeOffset="25213.17">13671 2704 161 0,'0'-3'202'0,"0"3"-2"0,5-7-10 0,-5 7-12 15,3-2-11-15,-3 2-10 0,2-6-15 0,1 4-13 16,-2-1-12-16,-1 3-14 0,9-1-9 0,-4 1-8 15,-5 0-5-15,15 0-10 0,-4 2-2 16,-1 3-6-16,3 2-7 0,1 2-5 0,4 2-1 16,3 3-4-16,1 5-2 0,-1 1-6 0,0-1 1 15,1 1-4-15,-3 4-3 0,-2-5-1 0,-3 5 0 16,0 2-3-16,-3 1 3 0,-2-2-2 0,-2 1-1 16,-2-1-3-16,-4 1 1 0,-4-9-1 0,0-1-8 15,-2-1 6-15,-2 0 3 0,-2-1-3 0,-2-6 3 16,-3 0-3-16,1-4 1 0,-1-2 4 0,0-2 2 15,-7-4-3-15,5-3 18 0,0-4 8 0,6-3-2 16,-3-5 14-16,6-5-3 0,4-3-8 0,4-2-7 16,7 0-7-16,2-4-10 0,13-13-13 0,4 4-24 15,5-2-23-15,3 3-24 0,2 0-23 0,4 6-20 16,-7 2-34-16,-6 9-52 0,-5 2-79 0,-1 5-193 16,-4 2-492-16,-4 1 218 0</inkml:trace>
  <inkml:trace contextRef="#ctx0" brushRef="#br0" timeOffset="28894.74">15111 2859 191 0,'0'0'249'0,"0"-5"-12"15,0 5-9-15,0-5-15 0,0 5-19 0,0 0-18 16,0-5-14-16,0 5-20 0,5-2 15 0,-3-1-13 16,3 1-25-16,-5 2-6 0,14 0-10 0,-7-1-14 15,5 2-8-15,-1 1-13 0,1 3-6 0,-2 3-3 16,8 2-11-16,-3 1-3 0,-2 4-6 0,0 6-4 16,0 4-3-16,-2 1-3 0,-4 3-5 0,-4 1 0 15,0 0-1-15,-3 0-3 0,-3 1 2 0,-2-2 0 16,-2 0-9-16,-4-2 2 0,0 3 0 0,-2-4-4 15,0 0-2-15,-2-5-1 0,0 0 4 0,3-7-5 16,3 0 2-16,-1-4-4 0,1-1 2 0,5-1 2 16,-4-2 4-16,3-2-5 0,0 0 5 0,2 1 3 15,1-2 35-15,-2-1 31 0,4-2 40 0,0 0 0 16,0 0-18-16,0 0-5 0,0-14-20 0,6 2-1 16,4-5-9-16,5-5-7 0,0-2-9 0,2-3-9 15,2 0-24-15,4-2 19 0,-5 3-6 0,10-14-9 16,-7 11 7-16,-1 1-9 0,-3-1-16 0,3 3 19 15,-7 4-22-15,-3 5 35 0,0 2 10 0,-6 5 1 16,1 1 21-16,-1 2-8 0,0 2-7 0,0 0-7 16,-3 0-7-16,3 1-13 0,-3-1-19 0,-1 5-21 15,3-1-24-15,-3 1 3 0,0 0 7 0,-13 20 3 16,5-3-2-16,-2 9 8 0,-7 0-3 0,7 1 7 16,-4 3 1-16,5 2 3 0,0-1 4 0,5-1-2 15,2 1 4-15,3 0-1 0,4-3 1 0,4-2-6 16,6-1-14-16,6 0-19 0,7-6-34 0,4 1-57 15,5-7-74-15,19 4-109 0,-5-7-331 0,3-2-702 16,-14-5 311-16</inkml:trace>
  <inkml:trace contextRef="#ctx0" brushRef="#br0" timeOffset="29444.12">14712 3616 195 0,'0'0'219'0,"0"0"-11"0,0 0-14 16,-6 0-5-16,6 0-19 0,0 0-10 0,-5 2-10 15,5-2-5-15,0 0-10 0,0 0-5 0,0 0-8 16,0 0-14-16,0 0-1 0,0 0-3 0,0 0-5 16,0 0-7-16,0 0 2 0,0 0-15 0,0 0-3 15,0 0-6-15,0 0-6 0,0 0-7 0,0 0 1 16,0 0-6-16,0 0-7 0,0 0-2 0,0 0-1 15,0 0-4-15,0 0-2 0,0 0-1 0,0 0 6 16,0 0-6-16,0 0-5 0,0 0-2 0,0 0-1 16,0 0-2-16,0 0-3 0,28-8-1 0,0 4-2 15,5-2-8-15,18-1 4 0,8 2-7 0,1-3 2 16,7 3-1-16,31-4 3 0,3-1 1 16,-4 3 1-16,3 3 7 0,-7-2 3 0,-29 1 0 0,0 2-5 15,-1 0 3-15,-6 2-4 0,-3-5 0 0,-17 5-5 16,-3 1 1-16,-4 0-1 0,-9 0 2 0,0-3-1 15,-8 3 1-15,-1 0-7 0,-4 0-3 0,1 0-1 16,-4 0-7-16,-5 0-1 0,9 0-10 0,-9 0-18 16,0 0-17-16,0 0-26 0,-26 3-39 0,7 1-40 15,-9-1-48-15,2-1-56 0,-6 0-242 0,0 1-542 16,2 2 241-16</inkml:trace>
  <inkml:trace contextRef="#ctx0" brushRef="#br0" timeOffset="30143.87">15203 3695 53 0,'8'-3'162'16,"3"2"-14"-16,3-3-2 0,5 1-8 0,-1 0-13 16,4 2-11-16,-3 0-4 0,3 0-14 0,1 1-6 15,5 1-6-15,-5 0-7 0,-5 3-7 0,1 3-10 16,-1-3-5-16,-3 2-4 0,-4 2-6 0,-3-1-4 15,1 4-1-15,-3 0-7 0,-2 3 6 0,-4 2-10 16,-6 4 3-16,-1-3-8 0,-7 6 0 0,-2-2-3 16,-3 0 3-16,-4 1-7 0,3-2 1 0,-6-1-4 15,-1-1 5-15,1 0-4 0,-1-3 5 0,0-1 4 16,0 0 1-16,3-4 5 0,6 0 0 0,-1-5 3 16,7-1 4-16,2 2-6 0,1-4 12 0,4 1 10 15,-2-2 20-15,2 2 26 0,0-1 24 0,1-1 24 16,4-1 13-16,0 0-29 0,-10-3-2 0,10-1-17 15,0 4-10-15,4-8-11 0,1 1-8 0,0 4-11 16,0-1-7-16,3-3-11 0,-3 3 0 0,5 0-9 16,-1 1-4-16,-1-2-6 0,2 3-13 0,-2-1 3 15,2 3-5-15,0 0 2 0,2 1-9 0,-2 1 0 16,-1 2-1-16,2 2 1 0,0-3-4 0,0 3 0 16,-1 4-6-16,3 0 3 0,2-1 0 0,-3-1 1 15,2 1 3-15,0-1-5 0,-1 1 8 0,-3-3-6 16,2-1 2-16,-1-1 2 0,2 1-1 0,1-3-1 15,0 0 1-15,-1-2-4 0,6-3 2 0,-3 0 6 16,-3-1-2-16,4-3 10 0,-4 0 8 0,-3 0 3 16,4 2 1-16,0-5-6 0,-3 1-1 0,1-3-2 15,-3 3-13-15,1 4 5 0,-2-6 3 0,-3 7 2 16,2-2 7-16,-2 0 1 0,0 4-6 0,-2-2 0 16,0 1-1-16,0 1-12 0,-3 2-8 0,3-3 10 15,-3 3-6-15,0 0-14 0,3-3-34 0,-3 3-31 16,5-3-28-16,-5 3-37 0,0 0-33 0,3-3-31 15,2 2-49-15,-2-2-76 0,0-1-239 0,2 1-613 16,0-2 271-16</inkml:trace>
  <inkml:trace contextRef="#ctx0" brushRef="#br0" timeOffset="30626.49">15918 2771 104 0,'0'0'223'0,"-2"-4"-20"0,2 4-17 0,0-5-21 0,0 5-21 16,0 0-12-16,0 0-14 0,0 0-5 15,15 10-15-15,-8 2-2 0,1 2-9 0,6 6 0 16,-3 8-7-16,6 16-1 0,-1 7-4 0,2 5-3 0,9 24-6 16,-13 8 4-16,8-5-2 0,-5 1-7 0,-9-24-5 15,4 23-1-15,-7-24-9 0,-1 28 1 0,5-4-1 16,-9-2-1-16,-2-25-5 0,-4 3 0 0,0-3-6 15,-5 1-1-15,2-3-1 0,-11-5-4 16,1-2 0-16,2-15-1 0,-7 8 0 0,-8-3-3 16,-4-3 5-16,9-10-2 0,1-3 4 0,-2-4 2 15,1 0-2-15,0-4 17 0,0-1 0 0,9-2 1 16,-1-3-3-16,2-2-4 0,5-1-7 0,0 1 1 16,2-3-7-16,4 1 1 0,0 0-1 0,6-3 1 15,0 0 0-15,-11 3-6 0,11-3-30 0,0 0-45 16,-8-10-53-16,8 10-58 0,0-8-104 0,0-2-230 15,3 3-537-15,-2-4 238 0</inkml:trace>
  <inkml:trace contextRef="#ctx0" brushRef="#br0" timeOffset="31196.84">14715 2667 6 0,'0'0'140'0,"0"0"-9"16,0 0-14-16,-18 10-8 0,5 5-5 0,-6 8-5 15,-4 7 10-15,-7 23-2 0,-11 26 4 16,2 7 7-16,-2 6-8 0,4 5-2 0,2-1 1 16,4 0-1-16,7-6-14 0,-2 0-3 0,17-5-5 15,9-6 30-15,3-22 2 0,3 3 4 0,13-10-2 16,5 4 6-16,2-2-10 0,8-6 1 0,2-3-6 0,8-5 5 16,2-2 0-16,1-7-6 0,4 0-4 15,0-7-11-15,-1 0-6 0,-1-4 0 0,-13-7-20 16,-1 1-2-16,2-1-6 0,-6 0-9 0,-2-4-10 15,-8 0 0-15,-3-3 0 0,-5 0-12 0,-2 1 4 16,-5-4-5-16,1 2-5 0,-7-3 14 0,11 4-13 16,-11-4 1-16,9 1-5 0,-9-1-1 0,0 0-16 15,0 0-44-15,0 0-43 0,12-9-49 0,-10 4-44 16,2 1-70-16,-4 4-334 0,4-16-626 0,2 7 277 16</inkml:trace>
  <inkml:trace contextRef="#ctx0" brushRef="#br0" timeOffset="32231.3">16397 2488 17 0,'0'0'140'0,"-3"-7"2"0,2 5-5 16,0-2 7-16,-1-1-2 0,0 2 6 15,0-6 2-15,1 6 1 0,1-1 1 0,0-1-2 16,-1 0 4-16,-1 2 2 0,2 3-7 0,2-5-3 0,-2 5-3 15,1-7-13-15,-1 7-9 0,0-3-6 0,0 3-19 16,1-3-12-16,-1 3-9 0,0 0-11 0,0 0-11 16,0 0-6-16,0 0-10 0,0 0-6 0,8 18-5 15,-7-5-1-15,3 3-1 0,-2 3-2 16,0 5 0-16,-2 3-6 0,-1 4 7 0,2-6-9 16,-1 7 1-16,-2-6 0 0,2 3-2 0,-4-5 4 15,2 3-6-15,1-10 0 0,0 1 0 0,0-3-6 16,-1-3 5-16,2-2 6 0,0-3-7 0,0 0-1 0,0-1 0 15,0-2 3-15,0 0 19 0,0-4 42 16,-2 6 38-16,2-6 50 0,2 2 22 0,-2-2-8 16,0 0-22-16,0 0-9 0,7-16-19 0,-2 6-10 15,2-2-17-15,2-5-9 0,4-7-10 0,1 2-6 16,-1-3-11-16,2 1-6 0,2-2-8 0,-2 1-7 16,1 4 0-16,-6 4-7 0,0 4-1 0,-4 2-5 15,0 4-5-15,-3-1-3 0,2 3-7 0,-2 2-26 16,1-1-44-16,0 4 5 0,-4 0 8 0,10 6 8 15,-4 2-3-15,3 0-3 0,-2 6-2 0,-1 1 1 16,1 1 2-16,1-1 4 0,-1 5 2 0,-1-2 12 16,1-2-8-16,0 1 9 0,-3-5-10 0,-1 4-3 15,0-5-12-15,1 3-11 0,-4-5 3 0,3-1-9 16,-3 0-14-16,1-1-11 0,-1-1-5 0,0-1-15 16,0 0-12-16,0 1-14 0,0-5-15 0,0-1-21 15,-1 8-31-15,1-8-89 0,0 0-220 0,0 0-554 16,0 0 245-16</inkml:trace>
  <inkml:trace contextRef="#ctx0" brushRef="#br0" timeOffset="32809.89">17087 2658 42 0,'-7'1'187'0,"-2"0"-11"16,4-1-10-16,0 0-14 0,5 0-8 0,-10 0-13 15,10 0-15-15,-8 3-3 0,8-3-6 0,0 0 5 16,-6 0-1-16,6 0 11 0,0 0 3 0,0 0 2 16,0 0-4-16,0 0-4 0,0 0-6 0,0 0-6 15,0 0-9-15,-8 0-11 0,8 0-3 0,0 0-11 16,0 0-7-16,0 0-5 0,0 0-6 0,0 0-7 15,0 0-5-15,0 0-5 0,0 0-7 0,0 0 0 16,0 0-3-16,0 0 6 0,0 0-12 0,0 0-4 16,0 0 1-16,0 0 0 0,0 0-4 15,0 0-6-15,0 0 4 0,0 0-3 0,0 0 1 16,0 0-6-16,0 0 8 0,14-5-7 0,0 3 0 16,0 1 2-16,8 0-6 0,-3-2 5 0,12 0-3 15,1-1 0-15,0 2 1 0,4-2-2 0,-2 2-2 0,2 0 1 16,-3 2-2-16,-3-3 3 0,-2 3 0 15,-8-1-7-15,-1 0-17 0,-6 1-16 0,-1 0-22 16,0-2-15-16,-7 2-21 0,-5 0-11 0,5 0-5 16,-5 0-28-16,0 0-24 0,0 0-33 0,0 0-200 15,-35 2-428-15,16-2 189 0</inkml:trace>
  <inkml:trace contextRef="#ctx0" brushRef="#br0" timeOffset="33031.15">17176 2548 118 0,'-1'-6'298'0,"-1"0"1"0,1 0-15 0,0 2-4 16,0-2-10-16,1 1-14 0,-3 0-16 0,3 3-13 15,0 2-16-15,0-7-23 0,0 7-24 0,0-5-15 16,0 5-25-16,0 0-14 0,0 0-28 0,0 0-11 16,0 0-10-16,0 0-7 0,0 21-8 0,0-8 0 15,3 4-6-15,-2 4-4 0,-1 2 7 0,2 3-10 16,0-1-6-16,2 1 4 0,-2-5-9 0,2 3-37 15,-1-5-22-15,-1 1-32 0,1-2-24 16,-1 0-35-16,2 2-35 0,-3-5-62 0,1-3-289 0,-2-3-556 16,2 1 247-16</inkml:trace>
  <inkml:trace contextRef="#ctx0" brushRef="#br0" timeOffset="33727.18">17660 2367 78 0,'0'-4'288'0,"2"0"-4"16,-2 4-11-16,1-4-10 0,-1 4-22 0,0-4-19 0,0 4-24 16,5-5-23-16,-1 3-15 0,0 0-14 15,5-1-19-15,1 2-7 0,1-2-12 0,2 4-5 16,0-1-15-16,3 5-9 0,-3-2-5 0,4 4-7 15,0 2-8-15,-5 3-10 0,1 1-1 0,-1 3-8 16,-1 1-5-16,-3 0-9 0,-4 6-2 0,1 3-12 16,-5 3 8-16,-5-3-6 0,-4 4 0 0,-5 0-5 15,-4-4 5-15,-4 2-3 0,-1-4-2 0,-4 2-1 16,4-6 3-16,-6-1-3 0,3-2-5 0,1-2 3 16,7-5 1-16,4 0-2 0,2-4 2 0,2-1-1 15,1 0 5-15,4-2 12 0,-3 1 33 0,3-1 31 16,1-1 39-16,4-2 23 0,0 0 21 0,-5 1-21 15,5-1-17-15,0 0-14 0,5-13-17 0,-1 9-12 16,5-4-8-16,0 3-7 0,-1-2-7 0,1 3-16 16,0-2 4-16,-4 5-9 0,1-2-12 15,-2 1-4-15,5 1-4 0,-1-1-1 0,2 2-2 0,1 3-9 16,1 1 0-16,6-1 2 0,-2 2-1 0,2 1-6 16,-2 0 2-16,0 0-1 0,2 0-3 0,0 1 2 15,-4-2-7-15,5 2-1 0,-1-2-2 0,-5-3-8 16,-2 2-4-16,2-1-3 0,-3 0-1 0,2-3 2 15,-5 2 6-15,-7-2 3 0,13-2-2 0,-6 2-16 16,0-3 19-16,-2 0 3 0,1 1-1 0,-3-2 1 16,3-1-18-16,-4 1 13 0,4 0-6 0,-2 0 1 15,0-1-13-15,0 0-8 0,-3 0-23 0,3 1-14 16,0 1-37-16,-3-1-38 0,3-1-40 0,-4 0-44 16,0 5-58-16,6-6-92 0,-6 2-233 15,4-1-663-15,-4 5 293 0</inkml:trace>
  <inkml:trace contextRef="#ctx0" brushRef="#br0" timeOffset="34161">18165 2411 6 0,'0'0'289'0,"5"-5"-30"0,-5 5-24 0,0-2-22 15,0 2-25-15,0 0-21 0,0 0-16 0,0 0-12 16,13 5-13-16,-8 0-14 0,3 2-8 0,-1 7-5 16,1-6-8-16,1 9-11 0,1-1-6 0,2 6-1 15,-3-3-9-15,3 5 1 0,-1-1-5 0,-1 1-5 16,-1-2-4-16,-4-1-2 0,0 3-7 0,-1-7 0 15,-3 3-4-15,-1-3-3 0,0 1 0 0,-1-2-1 16,-3-2-3-16,3-1 4 0,-3-2-2 0,0-3 3 16,-3 1-5-16,1-1 5 0,-1-1 4 15,0-5 16-15,1 3 8 0,-3-3 16 0,3-1 24 0,-2-2 3 16,0-3 6-16,1-1 16 0,0-3 4 0,2-1 5 16,1-3-6-16,3-5-5 0,1 0-8 0,1-12-16 15,7 4-8-15,1-4-10 0,4-1-14 0,2 0-7 16,3 1-14-16,0 2-17 0,2 1-19 0,-1 2-34 15,1 4-45-15,-4 6-49 0,-3 2-50 0,1-1-64 16,-8 8-87-16,1 0-374 0,-5-1-745 16,1 6 330-16</inkml:trace>
  <inkml:trace contextRef="#ctx0" brushRef="#br0" timeOffset="36692.18">19900 2458 55 0,'0'0'242'0,"0"-6"0"0,0 3-10 15,0-4-15-15,0 7-3 0,-1-5-3 0,1 0-14 16,0 5-8-16,0-8-16 0,1 5-17 0,-1 3-14 16,0-1-13-16,0 1-14 0,0 0-14 15,0 0-8-15,0-6-20 0,0 6-25 0,0 0-28 16,0 0-4-16,0 0-3 0,-5 24 2 0,4-5-3 15,-3 8-1-15,2 3-1 0,-1 5 2 0,-1 11 1 16,2-10 0-16,-1 10-4 0,2-12 3 0,1 2-2 0,1 11-26 16,-1-11-30-16,0-2-41 0,1 2-36 0,1-6-77 15,-4 3-221-15,4-7-456 0,0-6 203 16</inkml:trace>
  <inkml:trace contextRef="#ctx0" brushRef="#br0" timeOffset="37352.9">18657 3347 36 0,'0'0'93'0,"-9"0"-3"0,9 0-10 16,0 0 0-16,0 0-12 0,0 0-9 0,0 0-8 16,0 0 4-16,0 0 7 0,0 0-20 15,3 5-6-15,-3-5 0 0,7 5 7 0,0-3-2 16,-1 0 10-16,6 0 0 0,6 2-6 0,3-1 3 15,7-3 3-15,13 5 1 0,14-3-3 0,8-1 6 0,30 0 8 16,4 0 27-16,8-2-8 0,6 1-1 16,4-1 0-16,9 0-8 0,11 2-1 0,9-2-5 15,9 4-5-15,9 1 2 0,6 0-2 0,9 3-8 16,6-3-4-16,5 5-6 0,-5-1 4 0,-2-1-6 16,-5 0 2-16,1-4-10 0,-2 2-2 0,-17-1-3 15,-2-1-1-15,-8-2 1 0,1 0 6 0,-16-1 1 16,-7 1-2-16,-10-1-3 0,-10 0 1 0,-14 3-6 15,-29-3 0-15,-3 1 0 0,-4-2-1 0,-19-1 0 16,4 2 0-16,-9-3 4 0,-1 2 14 0,-11-1 12 16,-6 1 18-16,-2 1 16 0,-4-3 12 0,-1 3-1 15,1-1 0-15,-3 0-3 0,1-2-21 0,-6 3-2 16,4-1-15-16,-1-2-4 0,-3 3-23 0,2-3-17 16,-2 3-28-16,0 0-39 0,0 0-46 0,0 0-58 15,-13-4-73-15,6 3-317 0,-5 0-592 0,1 1 262 16</inkml:trace>
  <inkml:trace contextRef="#ctx0" brushRef="#br0" timeOffset="38609.31">18449 4113 98 0,'0'0'218'0,"0"-4"-11"15,0 4-4-15,1-4-24 0,-1 4-9 0,0-7-8 16,0 7-14-16,5-4-11 0,-5 4-12 0,4-2-12 16,-4 2-11-16,8-4-8 0,1 4-8 0,-3 0-8 15,7 0-2-15,1 3-8 0,-1 0-1 0,6 3-10 16,0 3 1-16,7 4-2 0,-1 2-6 0,-2-1-3 15,5 5-3-15,-1 0 4 0,-4 6-10 0,1-4 3 16,-1 2-10-16,-2 1-2 0,-3 2-3 16,-2-1-3-16,-3 3 1 0,-2 0-2 0,-3 0-3 15,1-2-3-15,-9-1-4 0,4-4 3 0,-8 4-3 0,3-5-4 16,-3-2 1-16,-1-2-2 0,-6 0 5 0,2-4-4 16,0 3-1-16,-3-1 0 0,3-6-3 0,-1-1 0 15,3-2 5-15,-4 1-1 0,2-3 7 0,-1-2 16 16,1-1 23-16,-3-3 22 0,3 1 16 15,1-6 15-15,-1-1 3 0,0-4 2 0,5-1-4 0,-1-12-7 16,7-1-6-16,-2-2-9 0,9-4-12 0,1-1-15 16,8-11-5-16,-4 12-7 0,4 1-3 15,-1 1-9-15,3 3-6 0,-2 1 0 0,-2 4-13 16,-4 8-13-16,1 1-16 0,-3 1-29 0,2 2-26 16,-3 6-40-16,0-4-29 0,-1 4-37 0,2 1-37 0,-4 0-50 15,0 4-314-15,-6 0-622 0,9 1 276 0</inkml:trace>
  <inkml:trace contextRef="#ctx0" brushRef="#br0" timeOffset="38943.31">19329 4088 1832 0,'0'-11'82'16,"-1"2"-9"-16,0-2-6 0,-1 1 0 0,2 0 7 15,0 5-3-15,2-2 8 0,-2-1-5 0,0 4-14 16,0-1-3-16,1 1-5 0,-1 4-8 0,-1-8-4 16,1 8-7-16,0 0-8 0,0 0-4 15,0 0-2-15,0 0-2 0,5 21-1 0,-4-8 2 0,3 6 3 16,-2 0-4-16,1 8-3 0,1 1-5 0,-1 0 11 15,3 4-5-15,-4-1-4 0,0 1 3 0,-2 1 0 16,1 1 2-16,-2-1-4 0,1 2-9 16,-2-3-17-16,1 4-32 0,-4-2-30 0,1-5-29 15,-1-3-38-15,4-6-56 0,-4 0-202 0,1-3-435 0,1-1 193 16</inkml:trace>
  <inkml:trace contextRef="#ctx0" brushRef="#br0" timeOffset="39113.92">19337 4792 115 0,'1'4'314'0,"-1"0"0"0,0-2-24 0,0-2-15 0,0 0-23 15,-1 5-19-15,1-5-19 0,0 0-20 0,0 0-18 16,0 7-19-16,0-7-9 0,0 0-27 0,2 2-23 16,-2-2-29-16,0 0-37 0,0 0-37 0,0 0-44 15,11-2-52-15,-4-1-88 0,-2-1-254 16,2 1-481-16,1-1 213 0</inkml:trace>
  <inkml:trace contextRef="#ctx0" brushRef="#br0" timeOffset="39611.78">20138 4166 30 0,'0'-4'309'0,"-1"-1"-29"16,1-1-21-16,0 6-28 0,0-5-17 0,1 1-29 16,-1 4-23-16,0 0-13 0,0 0-17 15,0 0-6-15,0 0-27 0,6 11-6 0,-2 2-9 16,0 3-5-16,0 2-10 0,0 6-2 0,1 0-6 15,-1 2-7-15,-3 1-2 0,4 2-3 0,0-2-5 0,-1 2-4 16,-4-3-3-16,3 1-3 0,-2 0-4 16,-1-8-2-16,1 7-4 0,-1-8-1 0,0-1-3 0,0-5-4 15,-1 1 2-15,1-2 1 0,0-4-5 16,-1-1 5-16,1 0 11 0,0-1 14 0,0 0 18 16,-3 0 24-16,3-4 37 0,0-1 45 0,0 0 29 0,0 0 10 15,0 0-17-15,0 0-24 0,-9-14-14 16,4 3-14-16,0-6-14 0,-3-8-17 0,-1-4-3 15,4 0-8-15,-4-4-7 0,2-13-10 0,4-3-10 16,3-2-10-16,-3-6-13 0,9 2-4 0,-3 0-7 16,5 4-7-16,2 5-5 0,-2 13-1 0,-3 1-1 15,4 4 3-15,-1 5-7 0,-3 3-2 0,5-1-3 0,0 7-5 16,2-1 0-16,3 1-20 0,11 2-18 16,-2 0-22-16,9 4-33 0,-1 3-34 0,9 0-33 15,9 8-39-15,-9 1-37 0,9 6-69 0,-12-2-75 0,-1 5-326 16,-4-3-756-16,-4 3 334 0</inkml:trace>
  <inkml:trace contextRef="#ctx0" brushRef="#br0" timeOffset="40326.44">21530 3791 109 0,'1'-6'247'0,"-1"2"-23"16,0 0-27-16,0 4-21 0,1-3-19 0,-1 3-16 15,0 0-10-15,0 0-7 0,-13 17-20 0,-2 4-3 16,-3 4-15-16,-1 4-5 0,-5 15 0 0,-2 5-10 15,-1 2-7-15,2 3 3 0,-1-1-10 0,1 0-6 16,3 1-3-16,7-5-6 0,1-4-2 0,5 4-4 16,2-14-3-16,10 9 5 0,3-8 0 0,4-5 3 15,10-2-4-15,4-4-1 0,14 4-17 0,8-5-33 16,4-3-46-16,1-8-90 0,3-3-260 0,-3-3-442 16,0-5 196-16</inkml:trace>
  <inkml:trace contextRef="#ctx0" brushRef="#br0" timeOffset="40859.18">21799 4125 299 0,'0'0'307'0,"0"-3"-15"16,0 3-20-16,2-4-18 0,-2 4-20 0,0 0-31 15,0 0-21-15,0 0-24 0,3-4-15 0,-3 4-24 16,0 0-9-16,4 10-11 0,-2-4-12 0,0 5-8 15,-1 1-6-15,1 5-9 0,-2 1-7 0,0 3-1 16,-3 3-7-16,-1-1-4 0,2 3 1 0,-1-8-10 16,1 3 1-16,0-3-6 0,-2 0 2 0,3-4-7 15,0-1-2-15,1-2-1 0,0-3-3 0,-1 0 1 16,1-2 3-16,-2 0 13 0,2-2 37 0,0-1 26 16,0-3 3-16,0 0-9 0,0 0-16 0,18-8-4 15,-9-1-10-15,-1 1-2 0,2-5-9 0,4 0 7 16,0-3-1-16,-2-1-13 0,-1 1-13 0,8-5-5 15,-7 7-6-15,1 1 0 0,-3 3 3 0,-2 1-2 16,-3 2 0-16,-1 1-7 0,-1 2-6 0,5 1-6 16,-4 1-9-16,-4 2-11 0,9 4 5 0,-4 1-2 15,1 2-1-15,2 3 1 0,-2 2 5 0,3 1-9 16,1 4-14-16,1-1-23 0,-4 0-31 0,2-1-26 16,4 0-29-16,-7 3-30 0,6-2-46 0,-1-4-60 15,-3-5-297-15,1 1-619 0,5-3 274 0</inkml:trace>
  <inkml:trace contextRef="#ctx0" brushRef="#br0" timeOffset="41194.11">22395 4346 25 0,'-13'1'243'0,"13"-1"-21"16,-5-1-17-16,5 1-16 0,0 0-16 0,0 0-17 16,-8 1-8-16,8-1-3 0,0 0-7 0,0 0-14 15,0 0-8-15,0 0-9 0,0 0-15 0,0 0-4 16,0 0-4-16,-4-2-16 0,4 2 0 0,0 0-13 16,0 0-1-16,0 0-2 0,0 0-6 0,0 0 5 15,0 0-7-15,0 0-1 0,0 0-6 0,0 0-3 16,28 0-3-16,-11-4-4 0,6 1-1 0,6 2-1 15,3-1-2-15,7 0-3 0,-1-1-2 0,0 1 0 16,19-2-1-16,-4 1-8 0,-13 2-6 0,-3-1-17 16,-4 0-23-16,-5 2-39 0,-6-3-32 0,-7 1-57 15,-1-1-61-15,-7 1-174 0,-3-3-433 0,-4 3 192 16</inkml:trace>
  <inkml:trace contextRef="#ctx0" brushRef="#br0" timeOffset="41415.83">22597 4189 223 0,'-3'-2'281'0,"3"2"-8"0,-2-4-9 15,0 1-16-15,2 3-16 0,-2-2-20 0,2 2-20 16,0 0-21-16,0 0-17 0,-3-6-21 0,3 6-14 16,0 0-17-16,0 0-6 0,0 16-15 0,0-4-5 15,0 5-5-15,-1 1-8 0,0 5 1 0,-1 4-11 16,1-1 0-16,0 1 2 0,1 2-16 0,1-3 2 15,2 1-6-15,-1-1-2 0,3 2-16 0,0-10-36 16,2 2-29-16,-1-4-32 0,-1 1-35 0,2-4-46 16,-1-4-73-16,2 1-220 0,-2-3-493 0,-1-5 218 15</inkml:trace>
  <inkml:trace contextRef="#ctx0" brushRef="#br0" timeOffset="41790.9">23090 4142 129 0,'2'-2'313'0,"1"-1"-32"0,0 0-27 0,-3 3-29 16,3-2-21-16,-3 2-25 0,6 6-12 0,-1-2-16 15,2 5-14-15,3 6-12 0,2-1-16 0,1 8-8 16,-2 2-5-16,3 2-9 0,-2-1-7 0,-2-1-5 15,0 5-8-15,-2-4-8 0,-3 4-4 0,-1-2-3 16,-3-8-5-16,-1 8-2 0,-1-9-6 0,-3-1-3 16,4 0-4-16,-1-8-5 0,-2 2 0 0,2-2-2 15,-3-4 3-15,4 0 8 0,-4-1-1 0,-1-3-5 16,5-1-3-16,-9-6 0 0,5 0 1 0,-1-2 17 16,1-4 4-16,3-3 6 0,-1-2 2 0,2-1 2 15,2-1-2-15,3-8-5 0,3 0-11 0,2-3-2 16,4 0-19-16,2-4-7 0,4 3-20 0,2 2-16 15,1 3-9-15,-1 0-19 0,0 2-28 0,0 9-31 16,-6 3-50-16,1 3-56 0,4 2-75 0,-6 2-202 16,3 1-532-16,-5 2 235 0</inkml:trace>
  <inkml:trace contextRef="#ctx0" brushRef="#br0" timeOffset="42160.48">23592 4342 206 0,'-6'0'230'0,"6"0"-24"16,0 0-16-16,0 0-10 0,0 0-4 0,0 0-4 15,-5 3-15-15,5-3-7 0,0 0-13 0,0 0-11 16,0 0-8-16,0 0-10 0,0 0-5 0,0 0-4 15,0 0-6-15,0 0 3 0,0 0 0 16,0 0 1-16,0 0-2 0,0 0-1 0,0 0-2 0,0 0-8 16,0 0-5-16,0 0-6 0,0 0-4 0,0 0-4 15,0 0-7-15,0 0-1 0,0 0-7 0,0 0 3 16,0 0-3-16,0 0-7 0,0 0-4 16,18-7-7-16,-1 4-5 0,6 1 0 0,4 1-5 15,6-1 0-15,1-3-2 0,1 1-6 0,3 1-9 16,0 1-10-16,0-1-14 0,-1 1-17 0,-2-1-20 0,-1 2-27 15,-7-3-30-15,-8 1-25 0,-1 2-37 0,-5-3-55 16,-7 1-280-16,-2 0-551 0,-4-1 244 16</inkml:trace>
  <inkml:trace contextRef="#ctx0" brushRef="#br0" timeOffset="42364.33">23786 4197 196 0,'-5'-2'294'0,"3"-4"-7"0,-1 5 3 15,-1-2-5-15,4 3-7 0,-5-3-14 16,1 1-20-16,4 2-23 0,-1-5-17 0,1 5-27 16,0 0-12-16,0 0-21 0,-4-3-25 0,4 3-21 15,0 0-14-15,-1 10-5 0,0-4-17 0,-1 5-7 0,2-1 0 16,0 7-2-16,2 1-2 0,-2 1-11 0,1 8 1 16,0-8-26-16,3 6-29 0,1-5-38 15,0 1-37-15,4 4-42 0,0 0-64 0,0-9-102 16,1-1-208-16,0-1-545 0,-1-4 242 0</inkml:trace>
  <inkml:trace contextRef="#ctx0" brushRef="#br0" timeOffset="42726.34">24416 4189 3428 0,'-2'-7'125'0,"-1"-4"-25"0,1 6-7 16,0-2-14-16,0 2-15 0,2 0 3 0,-2 2-21 16,1-1-11-16,1 4-8 0,-2-4-7 0,2 4 1 0,0 0-9 15,0 0 1-15,0 0-4 0,1 12 2 0,0 1-5 16,-1 2 0-16,0 2-3 0,3 1 6 0,-5 7-9 16,4-2 1-16,-2 2 8 0,2 0-2 15,-4-2 0-15,4-2-5 0,-2-2 4 0,2-1 0 16,-2-2 1-16,1 1-3 0,-1-1-4 0,0-5 0 0,0 0 4 15,0 0-5-15,0-5 8 0,1-1-1 0,-1 1 1 16,0-1-4-16,2-1 1 0,-2-4 6 16,0 5-2-16,0-5 2 0,0 4-6 0,0-4 2 15,1 4 9-15,-1-4-2 0,0 0-1 0,0 0-2 16,1 3 4-16,-1-3-5 0,0 0-34 0,0 0-48 0,0 0-52 16,0-15-49-16,0 9-63 0,0-4-73 0,0 0-260 15,0-2-618-15,1 1 273 0</inkml:trace>
  <inkml:trace contextRef="#ctx0" brushRef="#br0" timeOffset="42958.94">24659 3905 81 0,'6'-1'241'0,"-6"1"-14"16,13 6-13-16,-2 2-7 0,5 8-11 0,1 5-4 0,-1 8-13 15,10 15-5-15,-6 2-7 0,2 3-8 0,-4-1-6 16,-3 7-14-16,-1-6-10 0,-5 6-8 0,-2-2-13 16,-7 1-7-16,-7 1-5 0,-6-5-10 15,-8-2-11-15,-5-5-6 0,-6-5-13 0,-5-2-11 16,-5-4-26-16,-7-8-44 0,-5 0-78 0,-8-4-64 16,2-3-324-16,-5-5-529 0,1-9 234 0</inkml:trace>
  <inkml:trace contextRef="#ctx0" brushRef="#br0" timeOffset="44024.23">23064 3446 87 0,'0'0'176'0,"-4"-3"-21"0,4 3-11 0,0 0-17 16,0 0-13-16,0 0-10 0,0 0-7 0,0 0-14 16,0 0-6-16,0 0-1 0,0 0-11 15,0 0-2-15,0 0-3 0,0 0 4 0,0 0-1 16,0 0 2-16,-1-4 1 0,1 4 0 0,0 0 4 15,0 0-2-15,0 0-3 0,0 0-4 0,0 0-3 0,0 0-8 16,16-1-4-16,-2-2-3 0,14-2-10 0,6 2 1 16,19-2-6-16,12-4-3 0,33 2 1 0,3 0 5 15,10 1 6-15,7-3-1 0,7 9 3 16,8-3-5-16,9 2-4 0,-3 3 0 0,-3-4-2 16,-11 6-10-16,-12 4-8 0,-5-5-10 0,-7 0-7 15,-39 4-15-15,-3-2-12 0,-6-2-9 0,-16 1-15 0,-6 0-15 16,-11 0-7-16,-2-4-35 0,-7 2 6 15,-4-2-7-15,-2 0-20 0,-5 0-5 0,0 0-146 16,0 0-310-16,-30-6 137 0</inkml:trace>
  <inkml:trace contextRef="#ctx0" brushRef="#br0" timeOffset="87636.38">6665 7132 152 0,'0'0'157'16,"-12"0"-6"-16,12 0-9 0,-5 2-3 0,5-2-10 15,0 0-8-15,0 0-3 0,0 0-11 0,0 0-1 16,-6 0-1-16,6 0-9 0,0 0-6 0,0 0-13 15,0 0-4-15,0 0-5 0,0 0-7 0,0 0-3 16,0 0-9-16,-4 3-5 0,4-3-5 0,0 0-3 16,0 0 0-16,0 0-8 0,0 0 1 0,0 0-7 15,0 0 2-15,0 0 5 0,0 0 4 0,0 0 4 16,0 0 4-16,-3 2 0 0,3-2 5 0,0 0 1 16,0 0-2-16,0 0 0 0,0 0-6 0,0 0 3 15,0 0-6-15,0 0-1 0,0 0 4 0,0 0-10 16,0 0-1-16,0 0-8 0,0 0 4 0,0 0-2 15,0 0-4-15,0 0-4 0,0 0 3 0,0 0-3 16,0 0 3-16,0 0-2 0,0 0-3 0,0 0-1 16,0 0-1-16,0 0 1 0,0 0-4 0,0 0 0 15,0 0-3-15,0 0 1 0,0 0 0 0,0 0-2 16,0 0 1-16,0 0 1 0,0 0-3 0,0 0-1 16,0 0-2-16,0 0 2 0,0 0-1 0,0 0 2 15,0 0-1-15,0 0-1 0,0 0-2 0,0 0 0 0,0 0 4 16,0 0-2-16,0 0-1 0,0 0-5 15,0 0 8-15,0 0-1 0,18 0 1 0,-4 0-1 16,5 0-1-16,12-2-1 0,9 1 2 0,15-3-1 16,6 1 0-16,4 1 1 0,26-4-2 0,-30 5 1 0,-1-2-1 15,3 1 1-15,-4 2 3 0,-6-4 4 0,-12 4-8 16,-9-1 1-16,1 1-1 0,-5 0 0 0,-11 1-13 16,-2-2-19-16,-4 1-17 0,-1 0-19 15,-3 0-15-15,-1 0-1 0,-6 0 1 0,2 3-14 0,-2-3-3 16,-11 4-19-16,-2-1-8 0,1 1-2 0,-8 0-2 15,0-3-28-15,0 4-147 0,-1-2-330 16,-1-1 146-16</inkml:trace>
  <inkml:trace contextRef="#ctx0" brushRef="#br0" timeOffset="88109.96">7099 7136 258 0,'0'0'265'0,"-4"-4"-14"16,4 4-12-16,-2-3-16 0,2 3-17 0,0 0-19 16,-3-4-20-16,3 4-20 0,0 0-12 0,0 0-19 15,0 0-10-15,0 0-16 0,0 0-11 0,0 0-9 16,0 0-5-16,-9 11-9 0,8-1-5 0,-3 3-6 16,-1 3-3-16,1 11 3 0,-4 3-14 0,1-1-2 15,0 5-4-15,2 0-3 0,3 3 1 0,-3 8 2 16,2-10-8-16,2 14 0 0,-3-15 3 0,4 4-6 15,4 6-3-15,-3-8 9 0,2 2-9 0,-2-5 0 16,1 2 0-16,-2 0-2 0,0-2-3 0,-1-1 0 16,0 0 4-16,-2-6-2 0,1 3 0 0,-4-6-2 15,0-5 6-15,1 0 0 0,-3-2-3 0,0 1 4 16,0-3 4-16,-1-3-2 0,3-3 4 0,-4 1 2 16,-2-2 3-16,-1-3 12 0,2 1-2 0,-2-2 6 15,-4-3 5-15,-1-1 6 0,-1-3 5 0,-1-2 3 16,0-1 11-16,-5-7 1 0,2 2 6 0,-1-2 6 15,3-1 2-15,-2-5 14 0,5 9 10 0,3-4 20 16,2 4 10-16,0-1 2 0,0 1 2 0,1-1-4 16,4 7 1-16,2-4-2 0,-2 3-6 0,4 1-13 15,1 1-12-15,-1 1-10 0,1-1-11 0,1 2-8 16,-1-1-19-16,3 3-29 0,-4-2-28 0,4 2-30 16,0 0-42-16,0 0-47 0,-6-3-51 0,6 3-52 15,0 0-25-15,0 0-53 0,15 5-70 0,-8-2-367 16,0-1-795-16,1 1 353 0</inkml:trace>
  <inkml:trace contextRef="#ctx0" brushRef="#br0" timeOffset="88904.66">7265 8129 99 0,'-7'0'195'0,"-1"1"-18"0,1-1-9 0,7 0-11 16,-11 0-19-16,6 0-13 0,5 0-14 0,0 0-9 16,-9 0-3-16,9 0-6 0,0 0-9 0,0 0-9 15,-7 1-4-15,7-1-5 0,0 0-8 0,0 0-9 16,0 0 0-16,0 0-6 0,-7 0-7 0,7 0-2 16,0 0-5-16,0 0-5 0,0 0 0 0,0 0-1 15,0 0-1-15,0 0-7 0,0 0 1 0,0 0 0 16,-4 2-5-16,4-2 1 0,0 0 0 0,0 0-2 15,0 0 0-15,0 0 4 0,0 0 6 0,0 0 4 16,19 2 4-16,-7-2 4 0,2 0 2 0,6 0-2 16,3 0-1-16,5 0 3 0,3-2 0 0,1 2 5 15,3-1-1-15,-1 0 3 0,-1-1-3 0,2 1 1 16,-6-1-3-16,-2 2-7 0,-4 0-2 0,-4 0 3 16,-3 0-7-16,-3-1-2 0,-1 2-8 0,-6-1 4 15,2 0-3-15,-2 0-5 0,1 0-1 0,-7 0-10 16,6-1-18-16,-6 1-10 0,4 3-5 0,-4-3-9 15,0 0-9-15,0 0-12 0,-13 4-23 0,6-3-23 16,-1-1-34-16,8 0-24 0,-13 2-197 0,7-2-397 16,1 1 175-16</inkml:trace>
  <inkml:trace contextRef="#ctx0" brushRef="#br0" timeOffset="89470.52">7944 7981 253 0,'0'0'306'0,"0"0"-18"0,1-4-26 16,-1 4-7-16,0 0-28 0,1-5-22 15,-1 5-19-15,0 0-20 0,0 0-16 0,0 0-19 0,0 0-13 16,0 0-16-16,2-3-11 0,-2 3-14 0,0 0-8 16,0 0-7-16,0 0-9 0,0 17-4 15,0-10-5-15,2 6-4 0,-2-4-2 0,0 5-6 16,0 4-1-16,-2-2-4 0,0-1-5 0,0 2-1 0,0-2-1 16,1 0-4-16,1 0 0 0,0 1 0 0,-2-7-2 15,2 3-2-15,0-4-4 0,-3-1 3 16,3 0 9-16,3 0-10 0,-6-2 2 0,3-2 2 15,0 1 10-15,0-4 42 0,0 0 41 0,0 6 48 16,0-6 22-16,0 0-13 0,0 0-19 0,0 0-18 0,12-16-7 16,-6 7-12-16,-1 0-11 0,2-2-12 15,4-3-11-15,-2 0-5 0,0-1-6 0,1 4-9 16,-2 1-5-16,-3 2-6 0,0-1 1 0,3 4-9 16,-6 2-9-16,2-3 2 0,0 3-10 0,-3 0-12 0,3 3-2 15,-4 0-7-15,0 0-2 0,9 4 3 0,-2-1-3 16,-1 7-9-16,-2-3 2 0,1 3 0 0,1 6-1 15,2-1 3-15,-2 0 7 0,0 2-6 16,0-2 3-16,0-1 3 0,-3-2 7 0,2 0-6 0,-2-2 0 16,1 0-1-16,-1-1-6 0,-1-3-31 0,0-1-12 15,0 1-6-15,2-4-12 0,-4 1 1 0,3-1-1 16,-2 2 13-16,-1-4-23 0,0 0-6 0,0 0-45 16,0 0-56-16,0 0-61 0,0 0-68 0,3-11-316 15,-5 4-684-15,4 2 303 0</inkml:trace>
  <inkml:trace contextRef="#ctx0" brushRef="#br0" timeOffset="90370.07">8382 7349 30 0,'4'-6'220'0,"1"3"-17"0,1 2-17 0,-1-2-12 16,3 2-22-16,1-2-17 0,5 2-13 16,-1 1-7-16,1 0-14 0,3 3-13 0,0 1-13 15,2-2-3-15,-2 5-11 0,1 0-7 0,-2 0-4 16,-1 4-5-16,-2 2-10 0,-2 0 3 0,1 0-5 0,-2 1 4 16,-5 0 0-16,0 1-4 0,0 2-4 15,-6 0 0-15,-3-1 3 0,0 2 0 0,-2 0 1 16,-4 0 5-16,-2-2 4 0,1 0 1 0,-1-3 10 15,-2-1 4-15,0-2 7 0,1 1 1 0,4-2 5 16,0-3 0-16,-2 0 3 0,7-2 9 0,-1-1 11 16,0-2 14-16,2 2 26 0,-2-1 46 0,5-2 12 15,-5 1-8-15,5-1-24 0,-1-8-14 0,4 1-17 16,0-4-16-16,5-2-16 0,2-2-14 0,4-2-3 0,3-4-11 16,-1 2-7-16,4 0-10 0,-5 6-8 0,0-1-4 15,0 2-4-15,2-1-3 0,-3 2-6 16,-5 3-1-16,1 1-8 0,-3 2 0 0,-2 1 0 15,-1-1-6-15,1 2-1 0,-1 2-10 0,-3-2-22 0,-1 3-31 16,10-3-21-16,-10 3 6 0,0 0 13 16,0 7-1-16,0 0 5 0,-1 3 10 0,-1-1 0 0,0 3 0 15,-3 4 10-15,1 0 2 0,-1-3 1 16,1 3 1-16,4 0-5 0,-1 2-4 0,1-1-3 0,1-5-15 16,-1 1-8-16,4-2-10 0,1 2-13 0,-1-6-14 15,3-2-18-15,2 1-38 0,4-2-55 0,5-3-83 16,0-5-237-16,0 2-573 0,2-3 253 0</inkml:trace>
  <inkml:trace contextRef="#ctx0" brushRef="#br0" timeOffset="90619.04">8964 7287 14 0,'-3'-4'236'0,"3"4"-23"0,0 0-20 15,0 0-25-15,0 0-19 0,14 12-13 0,-6-5-13 16,1 2-12-16,3 5 1 0,5 7 0 0,0 3-3 16,1 0-2-16,-2 4-3 0,1 2-5 0,-6 0-9 15,-2 2-6-15,-2 2-5 0,-5-3-7 0,-2 3-7 16,-2-2 0-16,-6-3-9 0,0-1-8 0,-7-2-2 0,-2-2-2 16,-2-1-12-16,-4-3-26 0,-5-4-20 15,1-3-33-15,-7 2-52 0,-2-7-65 0,-14-2-228 16,9-2-424-16,-12-5 188 0</inkml:trace>
  <inkml:trace contextRef="#ctx0" brushRef="#br0" timeOffset="90966.6">8321 7090 183 0,'-4'-2'215'15,"4"2"-20"-15,-9-2-20 0,9 2-20 0,-15 7-11 16,6 0-18-16,-5 6-16 0,-3 6-11 0,-3 6-6 15,-1 6-13-15,-6 13-4 0,2-2-6 0,2 4-4 16,2-4-4-16,5 4-10 0,4-9-1 0,2 8 11 16,7 1-2-16,3-12 3 0,4 0-4 0,8-2 5 15,3-3 3-15,9 0-1 0,16 4-4 0,7-6-6 16,6-7-8-16,9-4-54 0,28 0-72 0,1-8-116 16,-27-9-187-16,3 2-411 0,-3-5 182 0</inkml:trace>
  <inkml:trace contextRef="#ctx0" brushRef="#br0" timeOffset="91339.89">9823 7560 18 0,'0'0'342'0,"-8"0"-28"0,8 0-17 16,-6 1-25-16,6-1-20 0,0 0-30 0,0 0-24 15,0 0-26-15,0 0-27 0,0 0-32 0,34-4-34 16,-14 3-43-16,8-2-56 0,-1 0-70 0,2 1-67 16,1-3-209-16,-11 2-396 0,3 3 176 0</inkml:trace>
  <inkml:trace contextRef="#ctx0" brushRef="#br0" timeOffset="91484.78">9784 7749 217 0,'-10'8'205'15,"-2"-2"-22"-15,3-2-17 0,4 2-16 0,1-4-2 16,3 2 3-16,1-4-7 0,10 5-13 0,11-5-16 16,7 0-28-16,5-1-62 0,18-4-93 0,-1-5-208 15,-8 5-299-15,-4-1 132 0</inkml:trace>
  <inkml:trace contextRef="#ctx0" brushRef="#br0" timeOffset="92302.53">10855 7171 59 0,'0'0'181'0,"0"0"-5"16,0 0-14-16,-4-3-10 0,4 3-5 15,0 0-14-15,0 0-3 0,0 0-11 0,0 0-4 0,0 0-9 16,0 0-7-16,0 0-8 0,0 0-10 0,0 0-7 15,0 0-7-15,0 0-8 0,0 0-8 0,0 0-6 16,0 0-2-16,0 0-5 0,0 0-2 0,0 0-4 16,0 0-4-16,0 0-3 0,0 0-5 0,0 0-1 15,0 0 1-15,0 0-5 0,0 0 1 0,0 0-2 16,0 0 1-16,0 0-3 0,0 0 7 0,19 0 1 16,-4-1 1-16,6 0 8 0,8-2 4 0,6 1 4 15,4 2 3-15,11-5 4 0,5 4 2 0,0-1-7 16,-1-2 1-16,-3 1-10 0,0 2-4 0,-15 0-3 15,-4-1-6-15,0 1-6 0,-3-1-2 0,-1 0-5 16,-9 1-12-16,-2 1-17 0,-2 0-22 0,-6-2-25 16,0 2-25-16,-4 0-22 0,-5 0-31 0,7 0-28 15,-7 0-184-15,0 0-393 0,0 0 174 0</inkml:trace>
  <inkml:trace contextRef="#ctx0" brushRef="#br0" timeOffset="92885.01">10931 7239 146 0,'0'0'262'15,"0"0"-22"-15,-6 0-18 0,6 0-21 0,0 0-19 16,0 0-22-16,-4 1-21 0,4-1-12 0,0 0-12 0,0 0-13 15,0 0-14-15,0 5-5 0,0-5-12 16,1 5-7-16,2 1-12 0,1-1 1 0,1 4-7 16,1 0-9-16,6 6 0 0,-1-1-2 0,5 7-4 15,4-1-4-15,3 2-5 0,5 0 1 0,-1 0-1 0,5 2 1 16,12 4 2-16,-4 1-7 0,1-1 1 16,-10-11-4-16,1 3 1 0,1 2-1 0,-2-2-2 15,-1-3 1-15,1-3 0 0,-4-2-7 0,-3 2 1 16,-5-7 3-16,-2-2-1 0,-3 1 0 0,-4-2 0 0,-3 0 18 15,-1-1 24-15,2-2 29 0,-3 0 23 16,0 1 17-16,-5-2 1 0,10-2 6 0,-10 2-11 16,8-2 12-16,-5 2 0 0,0-3-13 0,-3 3-11 0,5-6-7 15,-5 6-3-15,3-3-10 0,-3 3-7 0,2-3-16 16,-2 3-3-16,0 0-11 0,4-3-8 0,-4 3-35 16,0 0-32-16,0 0-4 0,0 10 5 0,-2 0 3 15,-6 7-1-15,-5 7 3 0,0 5 7 0,-4 5-5 16,-8 7 7-16,-3 8-8 0,-4 0 9 0,0 2 3 15,-3-1-1-15,1-3 4 0,1-1-4 0,1-2 5 16,3-5-3-16,-1 1 7 0,6-1-3 0,6-6 0 16,-4 9 15-16,6-12-13 0,0-1-1 0,1-5 2 15,2 2-1-15,0-3 3 0,2-6 1 0,2 0-4 16,4-2 3-16,0-4-4 0,1 0 2 0,-1 0 5 16,1-1-7-16,2-1-4 0,-1-1-2 0,2-1-10 15,-2-2-20-15,2 0-11 0,-2 0-24 0,2-1-25 16,1-1-19-16,0-3-35 0,-1 7-39 0,1-2-40 15,0-5-53-15,0 0-232 0,6 0-558 0,-6 0 248 16</inkml:trace>
  <inkml:trace contextRef="#ctx0" brushRef="#br0" timeOffset="93301.98">11174 8603 11 0,'-6'3'224'0,"2"-1"-20"0,4-2-14 0,-11 1-14 0,5 1-16 16,1 1-15-16,0-2-12 0,0 2-11 0,-3-1-12 15,5 0-10-15,-1 0-5 0,4-2-9 0,-5 4-8 16,5-4-6-16,-4 0 0 0,4 0 0 0,0 0 4 16,0 0 11-16,0 0 1 0,15 4-4 0,4-5-5 15,11 0-10-15,4-1-6 0,17-3-6 0,7 0-5 16,2 2-7-16,2-1-6 0,29-1 2 0,-24 0 9 16,27 1 6-16,-27 1 13 0,32 1 0 0,-35 0-6 15,4-2-7-15,-6 0 4 0,-2 4-3 0,-6-3-2 16,-17 3 3-16,-6-2 2 0,-3 0 2 0,-10 1-1 15,-5 1 3-15,-2 0-4 0,-2 0-2 0,-4-2-1 16,0 2-5-16,-5 0-12 0,8-3-19 0,-3 1-41 16,-5 2-57-16,0 0-69 0,-9-6-78 0,4 3-103 15,-4 2-201-15,-5-1-571 0,2 0 253 0</inkml:trace>
  <inkml:trace contextRef="#ctx0" brushRef="#br0" timeOffset="94117.19">11225 9097 207 0,'0'-4'301'0,"0"0"-21"0,0 4-19 16,0-7-18-16,0 7-18 0,1-4-22 0,-1 4-16 16,3-3-22-16,-3 3-19 0,4-2-19 0,-4 2-10 15,0 0-15-15,13 5-14 0,-7-1-4 0,2 1-13 16,1 5-7-16,2 2-9 0,-2 3-3 0,4 3-7 15,1 7-4-15,-2-1-5 0,-1 3 5 0,-2-1-9 16,-1 3-5-16,-2 0-5 0,-2-2 3 0,1 0-2 16,-5 2-6-16,-4-3 3 0,2-1-3 0,-1-7-5 15,0 0 2-15,0-2-1 0,-3-1-1 0,4-7 4 16,-2 1 14-16,1-2 9 0,1-2 17 0,0 0 26 16,-1-2 33-16,2 0 32 0,1-3 1 0,0 0-9 15,0 0-12-15,-15-12 3 0,13 2-1 0,-2-1-7 16,3-5-2-16,-1-1-9 0,2-3-6 0,3-5-16 15,1-5-1-15,2 3-10 0,2-4-12 0,2 2-4 16,3-1-5-16,-1 2-7 0,0 3-1 0,0 2-10 16,-1 6-5-16,-4 4-3 0,-1 3-2 0,1-1-4 0,-1 5-3 15,0-3-5-15,-2 4 0 0,1 2-17 16,-4-1-19-16,2 1-27 0,-3 3-32 0,5-5-39 16,-1 2-23-16,-4 3-35 0,4-2-12 0,-4 2-16 15,0 0-22-15,10 10-25 0,-9-7-50 0,3 1-21 0,0-1-294 16,1 2-664-16,-1 0 294 0</inkml:trace>
  <inkml:trace contextRef="#ctx0" brushRef="#br0" timeOffset="94333.9">11864 9215 292 0,'0'0'385'0,"0"0"-32"0,0 0-36 16,0 0-34-16,0 0-27 0,0 0-26 0,7-9-27 15,0 7-32-15,6-1-40 0,0-1-48 0,3-1-53 16,1 1-56-16,2 2-67 0,1-4-64 0,-1 3-253 16,-3 0-444-16,-4 1 196 0</inkml:trace>
  <inkml:trace contextRef="#ctx0" brushRef="#br0" timeOffset="94499.7">11814 9415 95 0,'-2'3'203'0,"1"0"-10"0,1-3 4 0,-2 5-1 16,2-5-15-16,8 0-11 0,2 0-18 0,2-2-19 15,7-1-34-15,3 0-36 0,7-1-50 0,-1 0-63 16,4-4-78-16,-1-2-126 0,-1 0-273 0,-2 4 122 0</inkml:trace>
  <inkml:trace contextRef="#ctx0" brushRef="#br0" timeOffset="94800.42">12554 9147 95 0,'0'-5'281'0,"0"5"-20"0,0 0-21 0,-10-2-20 15,10 2-24-15,-9 4-15 0,3 0-22 0,-2 1-21 0,-1 6-9 16,-3 0-14-16,1 5-14 0,1-1-10 0,-1 1-6 16,0 6-15-16,2-5 0 0,3 3 6 15,-1-3 2-15,2-1-5 0,3-1 12 0,2-2-2 16,2-1 8-16,5-1 15 0,0-1 12 0,4-3 20 0,1-2-13 16,8-2 5-16,1-1 4 0,0-5-12 0,-1-1 7 15,3-1 17-15,-4-4-12 0,-3-1-4 16,-1-1-9-16,-2 0-9 0,-3-6-10 0,-1 0-12 15,-4 0-23-15,-2-2-14 0,-5-1-18 0,-2-6-18 0,-2 9-24 16,-7-6-31-16,-1 0-39 0,-7 1-39 0,-5 7-46 16,-1 1-52-16,-5 2-59 0,2 0-86 0,-4 4-255 15,5-1-665-15,0 1 295 0</inkml:trace>
  <inkml:trace contextRef="#ctx0" brushRef="#br0" timeOffset="96001.02">11468 6595 26 0,'0'0'185'0,"1"4"-2"0,-1-4 0 0,0 0 0 15,0 0-5-15,0 0 1 0,0 0 0 0,0 0-5 16,0 0-4-16,0 0 1 0,0 0-3 0,0 0 0 16,0 0-7-16,0 0 20 0,0 0-24 0,0 0-16 15,0 0-14-15,0 0-14 0,4-14-9 0,-4 9-6 16,0-2-14-16,0-2-12 0,0 0-8 0,0-1 8 15,0-1-16-15,-1-2-7 0,1-1-7 0,0-2-5 16,-3 1-8-16,3 0 0 0,0 3-3 0,0-1-3 16,-1 2-5-16,1 0 18 0,0 2-21 0,0 1 1 15,0 3-3-15,0-1-5 0,0-1 4 0,0 4-9 16,0 3-7-16,-3-6-14 0,2 3-8 0,1 3 0 16,0 0-1-16,-19 7 3 0,4 1 1 0,-11 5 2 15,1 2-1-15,-4 3 27 0,-3 1-1 0,-12 5 1 16,-1 4-6-16,-1-1 2 0,-3 0 0 0,1 0 9 15,-2 0-10-15,-1-2 0 0,4-4 1 0,12-7 0 16,2 1 4-16,1 2-1 0,4-5-3 0,1-3 0 16,4-1 4-16,5-2 2 0,2-2 2 0,3-2 35 15,4 3 10-15,-4-5 36 0,5 0 18 0,2-5 2 16,0 3-7-16,-2-2-8 0,5-6-1 0,1 3-9 0,2-4-4 16,4-4-12-16,1-1-16 0,2-4-1 15,2 3-8-15,3 1-3 0,3-4-7 0,-2 3 0 16,2 3-9-16,2 2-14 0,-2-1 11 0,-1 3-4 15,3 1-15-15,-2 3 8 0,3 2-4 0,-1 4 0 0,5 0-16 16,-3 4 12-16,1 2-3 0,7 4 10 0,-1 3-14 16,3 1 4-16,-3 3 0 0,3 0 3 15,-2-3-3-15,-2 5 1 0,2-2 3 0,-2 0-19 16,0 0-15-16,1-4-18 0,-7-3-4 0,0 0-20 0,0-2-17 16,-1 0-11-16,-1-2-8 0,-1-3-14 0,1 2-13 15,-2-5-29-15,0 0-47 0,5-2-47 0,-4-2-77 16,1-3-227-16,-6 3-607 0,3-2 269 0</inkml:trace>
  <inkml:trace contextRef="#ctx0" brushRef="#br0" timeOffset="96883.57">12771 7840 156 0,'0'0'183'0,"0"0"-4"0,0 0-10 0,-10-1-12 16,10 1-10-16,0 0-7 0,0 0-13 0,0 0-12 15,0 0-13-15,-5 1-11 0,5-1-7 0,0 0-11 16,0 0-6-16,0 0-4 0,0 0-5 0,0 0-6 15,0 0-1-15,0 0-2 0,0 0-2 0,0 0-2 16,0 0-4-16,0 0 1 0,0 0-2 0,0 0-2 16,0 0-3-16,0 0 4 0,0 0-2 0,-5 1-2 15,5-1 8-15,0 0-12 0,0 0-3 0,0 0-2 16,0 0 1-16,0 0-5 0,0 0 0 0,0 0 0 16,-3 3-2-16,3-3 9 0,0 0 5 0,0 0 6 0,0 0 4 15,0 0 8-15,0 0-3 0,0 0-5 0,0 0-3 16,18-4-6-16,-5 0-2 0,6 1-6 0,11-1 1 15,3-1-5-15,3 2-1 0,12-4-3 16,-7 4-4-16,13-2 4 0,-3 1-4 0,-12 1 1 0,-2 0-2 16,2 2 3-16,-6-1-5 0,-5 1-2 0,-7-2 2 15,-2 2-5-15,-1 1 3 0,-7-2-2 16,-1 1-2-16,-2 1 3 0,1 1-1 0,-4-2 0 0,-5 1-8 16,10-1-5-16,-6 0-10 0,-4 1-15 0,0 0-18 15,0 0-28-15,0 0-21 0,0 0-29 0,0 0-23 16,-14-5-31-16,9 2-55 0,-4-1-173 0,1 1-442 15,2 1 195-15</inkml:trace>
  <inkml:trace contextRef="#ctx0" brushRef="#br0" timeOffset="97217.95">13515 7563 287 0,'-1'-5'340'0,"0"3"-10"0,1 2-20 0,-2-6-23 16,2 6-22-16,0-5-23 0,0 5-28 0,0-5-29 16,0 5-16-16,0 0-20 0,0 0-22 0,0 0-10 15,0 0-14-15,0 0-17 0,0 0-9 0,5 18-10 16,-2-6-1-16,-2 8-5 0,1 1-9 0,1 4-4 16,1 1-7-16,-1 1 2 0,1-1-3 0,-1-1-11 15,0-7 4-15,-2 2-5 0,2-2-8 0,-1-1-3 16,1-1 21-16,1-4-21 0,-3 0-2 0,1-3 0 15,-2-1-1-15,3-1 3 0,-2-2-2 0,-1 0 1 16,0 0-3-16,0-1 1 0,2-1-3 0,-2-3 3 16,2 4 0-16,-2-4 1 0,0 4-4 0,0-4 6 15,0 0-8-15,0 0-4 0,0 0-31 0,0 0-36 16,0 0-32-16,-4-13-38 0,3 6-41 0,0-1-49 16,-1-1-55-16,-1-5-243 0,-2-1-563 0,6-2 249 15</inkml:trace>
  <inkml:trace contextRef="#ctx0" brushRef="#br0" timeOffset="97448.75">13714 7445 210 0,'0'0'212'0,"0"0"-20"0,0 0-25 16,11 4-13-16,-6 3-17 0,2 3 1 15,2 2-3-15,0 5-1 0,4 8-6 0,2 4 1 16,-2 4-7-16,6 10-7 0,-1 4-1 0,-7 1-9 0,-1-1-6 15,-9 1-8-15,-1-2-8 0,-5-10-8 0,-3 9-6 16,-2-13-5-16,-4 2-6 0,-3-2-7 0,-6-2-1 16,0-4-4-16,-2-2-4 0,-3-1-4 0,-3-2-13 15,-5-3-27-15,3-3-34 0,-17 1-58 0,-1-5-68 16,12-4-287-16,-14-5-485 0,-2 0 215 0</inkml:trace>
  <inkml:trace contextRef="#ctx0" brushRef="#br0" timeOffset="97766.32">12743 7407 70 0,'-5'-4'232'16,"-5"4"-22"-16,4-3-22 0,-1 5-23 0,-5-1-18 16,4 4-13-16,-3 4-15 0,-1 6-13 0,-4 5-13 15,0 7-11-15,3 4-7 0,-6 17-3 0,6 2-8 16,4 2 0-16,-1-1 3 0,6 2-1 0,8-4-9 16,6-1 2-16,4-2 5 0,3-15 4 0,5-1 7 15,12 5 7-15,8-3-3 0,9-9-7 0,2-3-7 16,4-3-8-16,5-8-26 0,0-2-48 0,0-5-67 15,1-5-82-15,-4-5-234 0,0-1-432 0,-4-2 191 16</inkml:trace>
  <inkml:trace contextRef="#ctx0" brushRef="#br0" timeOffset="98248.97">14136 7157 243 0,'4'-2'248'15,"-4"2"-24"-15,0 0-24 0,5-1-23 0,-5 1-18 16,9 5-17-16,-4-1-8 0,3 5-9 0,-2 1-10 16,3 3-10-16,1 6-5 0,-2-1-7 0,2 7-7 15,-1 0-5-15,-1-2-7 0,-2 4-3 0,-2-2-4 16,-4 4-5-16,3-4-1 0,-6-7-6 0,3 2-2 15,-4-4-5-15,0 0 5 0,2-7 3 0,-1 3 11 16,-3-4 7-16,3 1 10 0,0-4 20 0,1-1 23 16,0-1 30-16,-1-1-1 0,3-2 5 0,0 0-12 15,-9-9 1-15,7 5-6 0,0-6-10 0,2-1-13 16,3-5-15-16,2-3-11 0,4-5-23 0,0-1-19 16,4-4-28-16,2 0-35 0,4 5-34 0,3-3-34 15,-3 3-39-15,0 3-45 0,3 0-60 0,-7 9-66 16,3-1-361-16,-2 0-702 0,0 3 311 0</inkml:trace>
  <inkml:trace contextRef="#ctx0" brushRef="#br0" timeOffset="99319.49">15313 7282 167 0,'8'-3'155'0,"-2"2"-19"0,3 0-14 16,2 1-9-16,1 0-10 0,-3 1-15 0,5 0-9 15,-4 2-6-15,2 2-6 0,-1 2-5 0,2 2 0 0,-2-1 5 16,-2 2-14-16,2 4 0 0,-2 2-3 16,-3 0 0-16,-2 0-5 0,-2 3 0 0,-2-1-5 15,-1 2 0-15,-1-2 0 0,-6 7-5 0,-5-1 3 16,3 4-6-16,-4-7 6 0,0 2-1 0,-4-2-4 0,1 0 1 16,7-6 2-16,-4-1 2 0,2-1 0 15,2-5 3-15,3-1 4 0,0 1 8 0,3-4 0 16,-2 1 10-16,2 2 18 0,0-6 25 0,2 3 17 15,1-1 24-15,1-3 16 0,0 0 21 0,-4 1-2 16,4-1-30-16,0 0-14 0,10-17-15 0,0 8-14 16,0-8-8-16,8-6-21 0,-1 0 0 0,-2 0-6 15,6-3-15-15,-2 1-11 0,2-3-15 0,-1-2-9 16,-1 7-2-16,-2 0-6 0,-1-1-4 0,-4 10 3 0,-2-2 3 16,-4 8-12-16,-1-3 6 0,-1 7-1 0,0-3-6 15,2 3-3-15,-4 0-11 0,0-1-20 16,-2 5-29-16,0 0 3 0,0 0 6 0,0 0 7 15,-4 15 1-15,-2-3 4 0,2 4 5 0,-4 5 5 0,2 4-2 16,1 3 5-16,1-2 2 0,4 5 3 0,4 4 6 16,2-5 4-16,3 0-6 0,9-1-23 15,-1-6-20-15,6 0-31 0,4-2-51 0,-1-4-71 16,5-1-89-16,0-7-218 0,-3 0-560 0,1-6 248 0</inkml:trace>
  <inkml:trace contextRef="#ctx0" brushRef="#br0" timeOffset="100002.68">15037 7908 56 0,'-10'3'189'0,"2"-1"-10"0,2-2-1 16,-1 0-9-16,1 1-8 0,6-1-12 0,-6 0-15 0,6 0-4 15,-7 1-9-15,7-1-7 0,0 0-8 0,0 0-5 16,0 0-4-16,0 0-9 0,0 0-5 0,0 0 1 15,0 0-5-15,0 0-1 0,0 0-1 0,0 0-4 16,0 0 5-16,0 0-16 0,0 0-2 0,0 0-4 16,0 0-6-16,0 0-7 0,0 0-4 0,0 0-5 15,0 0-4-15,0 0-1 0,0 0 0 16,0 0-4-16,0 0-2 0,0 0-3 0,0 0-3 16,0 0-2-16,0 0-5 0,0 0 11 0,0 0-9 0,0 0 0 15,21 1-4-15,-13-1 9 0,4 0 0 0,7-2-1 16,9-1 0-16,5 3-3 0,7-5-2 15,11 2 1-15,5-1-1 0,6-3 1 0,4 5 8 16,28-3 2-16,-31 2 14 0,4-1-12 0,-2 1 0 0,-6 2-1 16,-5-1 7-16,-15 0-15 0,-3 2 0 0,-4-2-2 15,-4 2 5-15,-8-3-2 0,-2 1-4 0,-5 2 1 16,-4 2-5-16,-1-2 2 0,-2-2 2 0,-1 1 3 16,-5 1-3-16,9 0-7 0,-9 0-14 0,0 0-24 15,0 0-17-15,0 0-21 0,-20-2-22 0,7 2-21 16,0 1-32-16,-2 0-29 0,2-1-30 0,-6 3-244 15,1 0-486-15,0 1 215 0</inkml:trace>
  <inkml:trace contextRef="#ctx0" brushRef="#br0" timeOffset="100615.52">15427 8035 12 0,'0'0'296'0,"-8"0"-27"16,8 0-27-16,0 0-22 0,9-8-23 0,1 5-22 16,-2-1-16-16,3-1-15 0,5 2-14 0,0-1-5 15,3 2-20-15,1 2-11 0,-2-4-11 0,3 5-9 0,-4-1-8 16,-2 3-7-16,-2-3-6 0,1 1-5 0,0 0-6 15,-4 3-6-15,-1 4-6 0,-1-1-2 16,-2 1-4-16,1 3 2 0,-5 1-5 0,-2 1-1 16,-2 4 2-16,-6 2-1 0,-3 4-6 0,-6 3 1 0,-1-3-5 15,-4 2 2-15,-2-1-3 0,2-4 4 0,-3 0-6 16,0-2 3-16,3-1 12 0,5-5 2 0,0 1 9 16,0-4 0-16,1 0 5 0,7-4 12 15,-2 2 11-15,4-4 17 0,2-1 33 0,0 0 29 16,1-2 8-16,4 0-4 0,0 0-13 0,-10-4-5 15,10-1-20-15,0-4-14 0,4 4-11 0,2-5-9 16,-1 3-15-16,3-3-7 0,0 2-3 0,3-1-11 0,-2 1-1 16,0 4-10-16,2-2-14 0,-2 1 9 0,2 0-6 15,1 2-2-15,-1 1-3 0,0 2 2 0,4 0-9 16,2 2 5-16,1 3-7 0,1 0 2 0,-2 1-6 16,2 1 6-16,-1 1-1 0,0-3 1 15,1 5 4-15,-2 0-5 0,0-3-5 0,0-2 9 0,-4 1-4 16,0-1 5-16,-1-2-3 0,-1-1 4 0,0 1 5 15,-1-3-8-15,-1-1 1 0,-1-3-1 0,2 1 9 16,-1-2 4-16,0-1-13 0,0-1 0 0,1 2 1 16,-3-4-1-16,-1 2-2 0,2-3 7 0,-1 2-6 15,0 1-3-15,-2-1 1 0,0 3 5 0,-1-1-4 16,1 0-5-16,0 1 5 0,-3 1-7 0,1 1-18 16,1-2-25-16,-1-1-37 0,0 3-37 0,1-2-35 15,0 2-46-15,1-2-48 0,4-2-76 0,-5 2-294 16,4-4-672-16,-1 3 297 0</inkml:trace>
  <inkml:trace contextRef="#ctx0" brushRef="#br0" timeOffset="100935.21">16163 7389 213 0,'0'0'227'0,"-1"-3"-17"15,1 3-20-15,0 0-26 0,0 0-17 0,0 0-14 0,12 17-15 16,-3 0-12-16,0 7-14 0,5 4-8 0,4 16-9 16,-3 7-6-16,3 4-2 0,3 26-9 15,-6-23-6-15,-1 25 8 0,-7-21 2 0,3 21-3 16,-9-27-1-16,-2 2 3 0,-8-1-6 0,0 2 10 15,-5-4 2-15,-12 22-4 0,3-28-3 0,-1-2-3 0,-8 0-7 16,-5-6-1-16,-3-2 0 0,-7-5-6 0,1-1-4 16,-2-1-21-16,-9-2-20 0,-4-6-26 15,-22 7-47-15,20-17-85 0,-2-6-283 0,1-3-479 16,-1-9 212-16</inkml:trace>
  <inkml:trace contextRef="#ctx0" brushRef="#br0" timeOffset="101332.8">15023 7311 7 0,'-28'45'218'16,"-3"7"-8"-16,-15 22-14 0,5 5-6 0,-1 5-8 15,7-1-12-15,6 1-7 0,6-4 1 0,8-23-14 16,11 1-13-16,4-2 2 0,5-4-7 0,13-2-3 16,10-2 1-16,8-4-6 0,12-4-17 0,32 8-2 15,4-7-9-15,4-13-10 0,7-10-44 0,2-6-62 16,5-9-81-16,8-4-124 0,-5-9-198 0,-11-4-456 16,-30-1 202-16</inkml:trace>
  <inkml:trace contextRef="#ctx0" brushRef="#br0" timeOffset="102181.88">16192 7043 62 0,'0'0'143'0,"-4"2"-6"0,4-2-9 0,0 0-6 0,0 0-5 15,-7 2-7-15,7-2-9 0,0 0-8 0,0 0 0 16,-4 1-11-16,4-1-2 0,0 0-1 0,0 0 0 15,0 0-5-15,0 0-1 0,0 0-5 0,0 0-2 16,0 0-8-16,0 0-6 0,0 0 0 0,-3 3-1 16,3-3-4-16,0 0 4 0,0 0 5 0,0 0 7 15,0 0 7-15,17 0-1 0,-2-1-4 0,3-1-3 16,10-1-8-16,8 0-3 0,2 0-4 0,16-1-4 16,-2 1-6-16,2-1-4 0,-2-1-4 0,-2 2-3 15,-13 1-1-15,-5 1-4 0,0-1 1 0,-4 0-6 16,-7 2 1-16,-1 0 5 0,-2 0-12 0,-6 0-12 15,-2 0-14-15,-3-2-4 0,-1 2-12 0,-6 0-12 16,9 0-13-16,-9 0-9 0,3-2-15 0,-3 2-23 16,0 0-10-16,0 0-24 0,0 0-16 0,-16-3-42 15,8 2-110-15,8 1-331 0,-10-3 147 0</inkml:trace>
  <inkml:trace contextRef="#ctx0" brushRef="#br0" timeOffset="102632.79">17089 6815 77 0,'1'-4'298'0,"2"1"-17"0,-3 3-22 16,0-5-22-16,0 5-12 0,1-3-33 15,-1 3-20-15,0 0-22 0,0 0-20 0,0 0-14 16,0 0-13-16,0 0-8 0,0 0-13 0,4 15-9 16,-4-6-7-16,0 6-7 0,0 5-5 0,-4-1-6 15,3 6-3-15,-3 1-3 0,4 3-3 0,-5-3-2 16,1 0-9-16,0-4 1 0,2-3-1 0,-2-1-5 16,2-3-2-16,0-3-1 0,2-1 0 0,-2-3-2 15,2-3 2-15,0 2 1 0,0-2 38 0,-2-3 33 0,2 2 48 16,0-4 24-16,0 0-12 0,0 0-20 0,0 0-18 15,18-17-1-15,-11 8-8 0,4-4-7 16,2 0-11-16,-3-2-6 0,3 0-12 0,2-1-2 0,-2 3-8 16,1-3-6-16,-2 4-7 0,-5 4-9 0,2-1-1 15,-4 5-4-15,-1-2-7 0,1 1-12 0,-1 3 2 16,0-2-6-16,2 4 1 0,-6 0-2 16,9 4-6-16,-2-2-11 0,3 8-15 0,-3-3-17 15,5 5-24-15,-2 2-26 0,3 0-31 0,-3 2-31 0,3 1-40 16,-3 0-48-16,2-2-70 0,-2-1-302 0,0-2-664 15,-2-3 294-15</inkml:trace>
  <inkml:trace contextRef="#ctx0" brushRef="#br0" timeOffset="102903.42">17612 6979 58 0,'-4'-2'241'16,"4"2"-11"-16,0 0-12 0,0 0-7 0,0 0-7 15,0 0-7-15,0 0-14 0,0 0-18 0,0 0-8 16,0 0-14-16,0 0-13 0,0 0-9 0,0 0-6 16,0 0-7-16,26 0-12 0,-7-2-8 0,8 2-7 15,2-3-10-15,8 2-7 0,-4 0-5 0,3-2 1 16,0 1-15-16,-3 2-19 0,0-3-26 0,-1 2-33 15,-4 0-36-15,-6-1-33 0,-3 1-40 0,-5-2-37 16,-2 2-70-16,-2-4-135 0,-5 2-414 0,-2 1 184 16</inkml:trace>
  <inkml:trace contextRef="#ctx0" brushRef="#br0" timeOffset="103119.02">17783 6852 36 0,'-4'-3'311'0,"3"-4"-2"0,-2 3-8 0,-2 0-11 16,4 2-26-16,1 2-6 0,-1-5-37 0,1 5-21 16,-3-3-27-16,3 3-22 0,0 0-16 0,-4-3-17 15,4 3-13-15,0 0-15 0,-1 18-9 0,2 2-9 16,2-4 7-16,-6 4-19 0,7 6-4 0,-1 1-5 16,3-1-3-16,-2 0-6 0,1 1-34 0,0-2-34 15,2 0-43-15,-5-7-55 0,7 0-46 0,-5-2-82 16,1-4-218-16,0-3-509 0,-1-3 225 0</inkml:trace>
  <inkml:trace contextRef="#ctx0" brushRef="#br0" timeOffset="103513.98">18142 6699 92 0,'0'0'236'0,"0"0"-23"16,5-4-17-16,-5 4-21 0,11 0-18 0,-4 1-13 16,3 2-12-16,3-3-15 0,1 4-8 0,0 1-16 15,0 0-12-15,2 3-3 0,-1 1-8 0,-5-1-6 16,0 2-5-16,1 2-6 0,-5-1-3 0,-2 6-9 15,-3 2-1-15,-3 1-7 0,-4-3-1 0,-6 7-2 16,-2 3-5-16,-5-5-1 0,-1 0 2 0,0 0-7 16,-3-4-1-16,1 2 4 0,4-6 1 15,2-3 0-15,0 2-5 0,4-2-1 0,4-5-2 0,0 2-1 16,3-1 3-16,-1-5-5 0,2 4-4 0,0-2 3 16,3 1 6-16,2-1 19 0,2 0 7 0,1 1 10 15,7-1-6-15,2-1-6 0,6-1-5 0,2 1-5 16,10-3-28-16,0 0-51 0,-2-1-58 0,1-3-92 15,-3-4-226-15,-6 3-459 0,0-2 203 0</inkml:trace>
  <inkml:trace contextRef="#ctx0" brushRef="#br0" timeOffset="103814.99">18548 6752 9 0,'6'-3'263'0,"-6"3"-22"0,0 0-15 16,14 5-14-16,-7 0-15 0,2 1-13 0,5 0-9 16,-1 5-16-16,1 2-14 0,-1 3-8 0,6 5-5 15,-5 3-13-15,0 3-5 0,-4-3-12 0,-4 3-6 16,-3-1-11-16,-1-2-8 0,-4-3-5 0,1-2-9 16,-3-1-2-16,-2-3-9 0,2-2-2 0,-2-1-6 15,-2-4 2-15,4-2 6 0,-5-2-4 0,-1 2-3 16,0-6 4-16,2-3-4 0,-1-1 0 0,0-4-5 15,4-1 24-15,1-2-13 0,0-8-6 0,4 2-8 16,4-9-3-16,4 1-7 0,3-5-1 0,6 0-44 16,1-2-28-16,4 5-41 0,8-11-47 0,-5 11-41 15,1 1-47-15,3 4-277 0,-3 0-538 0,1 7 238 16</inkml:trace>
  <inkml:trace contextRef="#ctx0" brushRef="#br0" timeOffset="104486.2">21035 6865 207 0,'0'-12'297'15,"-1"5"-7"-15,2-2-17 0,-1 4-11 0,0 0-23 16,0-2-24-16,0 4-21 0,0-2-22 0,0 1-19 16,0 4-17-16,0 0-19 0,3-5-46 0,-3 5-24 15,0 0-6-15,0 0-3 0,2 21-4 0,2 4-1 16,0 0-3-16,-1 5 0 0,0 6-5 0,1-1-1 16,1 13 0-16,2 0-9 0,-2-2-25 0,-4-11-23 15,3 0-46-15,0-2-40 0,-2-3-59 0,-2-1-247 16,3-1-461-16,-2-10 205 0</inkml:trace>
  <inkml:trace contextRef="#ctx0" brushRef="#br0" timeOffset="105099.61">19757 7519 123 0,'-5'-1'161'15,"5"1"-15"-15,-6-2-13 0,6 2-7 0,0 0-5 16,-5-2-5-16,5 2-6 0,0 0-9 0,0 0-7 16,0 0-12-16,0 0-3 0,0 0-12 0,0 0-1 15,0 0-9-15,0 0-3 0,0 0-5 0,0 0-8 16,0 0-2-16,0 0-6 0,0 0-4 0,0 0 2 16,0 0-2-16,0 0 3 0,14 6-4 0,-3-5 4 15,6 2 7-15,10-3-2 0,5 3 2 0,7-1 7 16,21 2 1-16,6-1 12 0,33 0-5 0,1-1-3 15,5 1 5-15,12-4 5 0,12 3-2 0,10-2-4 16,6 0-3-16,3 3-6 0,4 1 1 0,8 1-8 0,7-4-7 16,3 2 3-16,-2 1-8 0,0 1 2 0,-3-3-4 15,5 3-5-15,-4 0-13 0,-2-5-18 16,-7 0-6-16,-9-4-9 0,0 1-5 0,-8 0-1 16,-9-1 2-16,-7-3 7 0,-4 2 5 0,-10-1 11 15,0-4 11-15,-10-3 11 0,-3 4 7 0,-5-3 16 0,-28 6-1 16,-3-4 1-16,-1 4 13 0,-2-3-10 15,3 2-4-15,-2 2 0 0,-3-2 6 0,-1 3-2 16,-5-2 5-16,-12 5-11 0,-1-3-6 0,-1 2 4 0,-3-1-9 16,-3 2-3-16,-2-2-3 0,-10 3 1 0,-7 0 0 15,3 0-1-15,-7-3-3 0,-1 3-1 16,1 0 2-16,0 0-15 0,-7 0-18 0,6 0-39 16,-6 0-22-16,0 0-29 0,0 0-47 0,0 0-72 0,-20 0-244 15,5 0-510-15,-4 3 226 0</inkml:trace>
  <inkml:trace contextRef="#ctx0" brushRef="#br0" timeOffset="106099.55">20179 8093 65 0,'-1'-5'247'0,"1"5"-27"16,0 0-25-16,0 0-21 0,-3-4-18 0,3 4-20 16,0 0-15-16,0 0-8 0,18 6-14 0,-5 0-12 15,-3 0-11-15,8 3-10 0,-3 2-7 0,3 0-8 16,5 7-1-16,-4-1 3 0,2 4-2 0,-2-2-4 15,-4 4-5-15,-2-1-2 0,1 1-3 0,-5 4-1 16,0-2-5-16,-5 3 3 0,1-1 0 0,-5-2-5 16,-5-1-1-16,0 0-3 0,-3-3 0 0,4-1 2 0,-5-3 1 15,-1 0 2-15,-3-2 6 0,-1 1-2 16,4-4 13-16,2-2-3 0,-4-3 3 0,3 0 1 16,2 1 9-16,1-5 22 0,0 2 24 0,0-1 27 15,3-2 44-15,-1-2 28 0,4 0 8 0,0 0-8 16,-8-7-23-16,7-3-23 0,1-7-17 0,2 0-12 15,5-7-18-15,2-6-10 0,5-3-13 0,6-13-16 16,-5 15-9-16,12-9-12 0,-9 10-4 0,4 3-2 16,-4 1-10-16,-2 4-2 0,2 2-4 0,-7 6-19 0,1 2-11 15,-1 0-26-15,-6 4-31 0,2-1-35 16,2 2-35-16,-1 1-31 0,-2-1-32 0,-1 5-39 16,4-1-37-16,-4 1-34 0,3 2-45 0,-3-1-213 15,-5 1-608-15,10 3 269 0</inkml:trace>
  <inkml:trace contextRef="#ctx0" brushRef="#br0" timeOffset="106337.53">20859 8097 315 0,'0'0'345'0,"0"-4"-24"0,0 4-27 0,1-5-23 15,-1 5-28-15,0 0-28 0,0-4-23 0,0 4-26 16,0 0-20-16,0 0-33 0,0 0-31 0,0 0-11 16,9 9-7-16,-5-1-8 0,0 3-5 0,-1 1-5 15,3 5-25-15,-1 10-16 0,-1 0-26 0,2 1-35 16,-4 3-31-16,0 4-41 0,0 1-45 0,2 13-253 16,-5-16-461-16,2-1 204 0</inkml:trace>
  <inkml:trace contextRef="#ctx0" brushRef="#br0" timeOffset="106486.64">20854 8835 152 0,'-3'3'399'0,"2"1"-16"0,0-1-10 0,-1 0-15 16,2-3-29-16,-2 5-20 0,2-5-30 0,-3 2-26 16,3-2-26-16,0 0-33 0,0 0-50 0,0 0-61 15,0 0-75-15,0 0-87 0,0 0-119 0,12-6-338 16,-8 2-581-16,-2 1 258 0</inkml:trace>
  <inkml:trace contextRef="#ctx0" brushRef="#br0" timeOffset="107664.06">22280 8195 179 0,'-2'-4'295'0,"2"0"-20"16,0 4-23-16,-1-5-21 0,1 5-23 0,0-4-23 15,0 4-18-15,-2-3-18 0,2 3-19 0,0 0-20 16,0 0-28-16,0 0-25 0,0 0-7 0,0 0-3 16,0 12-6-16,2-2-6 0,-4 6-4 0,0 2 2 15,0 1-6-15,0 7-2 0,1-1-3 0,-4 4-1 16,3-1-3-16,-1 2-3 0,-1-1 5 0,0 0-3 16,0-1-4-16,2-3-3 0,1 2 2 0,-1-8-2 15,-2-3-1-15,1-1 1 0,2-5-3 0,-1 2 4 16,1-4-5-16,0-1 2 0,-1-2 17 0,2 0 19 15,0 0 25-15,0-2 30 0,0-3 40 0,-2 5 31 16,2-5 32-16,0 0 9 0,0 0-21 0,0 0-21 16,0 0-14-16,-8-18-24 0,6 9 0 0,-4-8 1 15,1-1-8-15,-1-8-7 0,3-1-14 0,1-4-11 16,-1-6-19-16,3-9-10 0,2 10-8 0,0-10-12 16,5-2-9-16,0 3-6 0,2 10-2 0,-1 3-1 15,-2 3-5-15,4 3 3 0,-1 2-7 0,-1 7-3 16,2-1-4-16,-1 2-1 0,4 1-7 0,-2 1-12 15,5 1-18-15,0 2-30 0,11 3-35 0,3-1-29 16,-1 6-36-16,2 2-37 0,1 5-41 0,-1 5-39 16,0 2-41-16,-3 2-360 0,3 1-732 0,-3 2 324 0</inkml:trace>
  <inkml:trace contextRef="#ctx0" brushRef="#br0" timeOffset="108230.65">23179 8174 180 0,'0'-4'340'15,"0"-1"-9"-15,0 1-17 0,0 4-15 0,0-5-26 16,2 0-26-16,-2 5-24 0,0 0-26 0,2-4-23 15,-2 4-13-15,0 0-22 0,0 0-22 0,0-4-11 16,0 4-14-16,0 0-12 0,4 10-10 0,-4-3-5 16,1 1-5-16,-2 5-8 0,-2 3 1 0,2 2-10 15,-3 1-10-15,-1-1-1 0,-2 7-2 0,1 1-8 16,1-1 4-16,-2-6 1 0,0 4-6 0,2-7-2 16,0-6 0-16,2 1-4 0,2-3 2 0,-3-1 1 15,4-3 14-15,-4 2-5 0,4-5 50 0,0 5 37 16,0-6 18-16,0 0-7 0,0 0-14 0,0 0-11 15,15-17-14-15,-3 3-5 0,-3 1-10 0,4-3-6 16,-1 5-8-16,3-4-10 0,0 3-2 0,-3-1-8 16,1 3 0-16,-3 2-7 0,-3 1-7 0,1 0-3 15,0 3 0-15,-2 1-38 0,1-1-27 0,0 2-12 16,0 2-19-16,3 3-10 0,0 0-16 0,0 2-19 16,2 2-24-16,1 0-32 0,-1 3-34 0,1 0-43 15,6-3-54-15,-6 3-298 0,6 1-656 0,-1-2 291 16</inkml:trace>
  <inkml:trace contextRef="#ctx0" brushRef="#br0" timeOffset="108468.48">23752 8313 207 0,'-8'0'311'0,"8"0"-24"15,0 0-13-15,-5 2-32 0,5-2-21 0,0 0-24 16,0 0-19-16,0 0-18 0,0 0-13 0,24 0-14 16,-6-1-14-16,3 0-12 0,9-2-7 0,0 0-25 15,3-1-15-15,0 4-21 0,2-4-30 0,2 2-29 16,-3-2-45-16,-3 3-49 0,-3-5-42 0,-9 5-72 16,-5-3-153-16,-4 3-412 0,-3 0 182 0</inkml:trace>
  <inkml:trace contextRef="#ctx0" brushRef="#br0" timeOffset="108679.26">23889 8199 268 0,'-3'-2'352'0,"-1"-1"-15"16,0 1-15-16,4 2-19 0,-6-2-39 0,6 2-21 16,0 0-35-16,-4-4-21 0,4 4-19 0,0 0-23 15,0 0-23-15,0 0-8 0,-1 10-16 0,1-4-7 16,0 3-10-16,1 4-6 0,-1 3-9 0,0 1-8 15,0 1-7-15,0 8-4 0,0 3-4 0,4-3-25 16,-3-1-17-16,2-8-12 0,-1 3-17 0,1-2-38 16,-2-1-28-16,3 0-40 0,-1-5-45 0,-1 1-78 15,-2-4-226-15,3-5-522 0,1 3 232 0</inkml:trace>
  <inkml:trace contextRef="#ctx0" brushRef="#br0" timeOffset="109002.6">24248 8151 322 0,'3'-3'371'0,"1"-1"-42"0,0 1-43 0,0 2-26 16,-3-3-31-16,-1 4-24 0,0 0-25 0,14 7-18 0,-6-1-6 16,0 3-24-16,2 6-17 0,-1-1-16 0,0 2 1 15,1 2-14-15,-1 6-9 0,0-1-6 16,-3-5-8-16,2 6-4 0,-4-4-8 0,-2 8 0 15,1-8-9-15,-1-3 0 0,-2 0-7 0,0-5-3 0,0-5-8 16,-1 1 1-16,1-3 0 0,0-1 9 0,0-1 22 16,0-3 31-16,-1 5-2 0,1-5-3 15,0 0 1-15,0 0-13 0,0-21-10 0,0 8 6 16,1-2-13-16,4-2-9 0,2-2-6 0,4-6-16 0,1 1-15 16,3-4-17-16,-2 4-26 0,7 0-15 0,-4 1-14 15,1 2-21-15,-5 6-17 0,-1 1-28 0,1 1-24 16,-3 4-41-16,1 1-33 0,0 1-24 15,-1 1-265-15,3 2-559 0,-3 0 248 0</inkml:trace>
  <inkml:trace contextRef="#ctx0" brushRef="#br0" timeOffset="109223.65">24801 8268 267 0,'0'0'306'0,"-5"4"-18"0,5-4-20 0,-4 2-22 16,4-2-19-16,0 0-26 0,0 0-21 0,0 0-15 15,27 0-13-15,-9-4-21 0,3 3-11 0,6-1-23 16,5-1-31-16,3 0-30 0,-3-1-28 0,-2 1-39 16,2 1-47-16,-2-2-60 0,-9 2-59 0,-4-1-189 15,-2 0-418-15,-6 0 185 0</inkml:trace>
  <inkml:trace contextRef="#ctx0" brushRef="#br0" timeOffset="109438.12">24926 8136 187 0,'-5'-3'350'0,"1"1"-7"0,4 2-12 16,-5-3-17-16,5 3-30 0,-4-3-32 0,4 3-26 0,-5-3-24 15,5 3-17-15,0 0-27 0,0 0-14 16,0 0-15-16,-4 9-4 0,7-4-26 0,-2 6-12 15,4 5-14-15,-4-1 1 0,3 3 3 0,-2 1-18 16,1 6-8-16,1 2-13 0,1-1-18 0,3 1-11 0,-3 0-45 16,0 0-34-16,-1-4-46 0,1-3-41 15,-5-1-57-15,4-2-98 0,0-6-174 0,-1 2-526 16,-2-8 233-16</inkml:trace>
  <inkml:trace contextRef="#ctx0" brushRef="#br0" timeOffset="109711.05">25386 8136 206 0,'3'-10'436'0,"-6"3"-23"0,6 1-20 0,-3 0-28 16,0 1-28-16,0 1-38 0,0 4-32 15,-3-5-23-15,3 5-35 0,0-3-18 0,0 3-30 0,0 0-19 16,0 0-23-16,3 13-6 0,-3-3-10 0,1 2-7 15,-1 3-15-15,0 3-8 0,0 2-5 0,0-1-5 16,4 7-15-16,-2-2-22 0,-2-6-8 0,0 3-20 16,4-4-16-16,-4 0-17 0,3 0-17 0,-3-1-16 15,0-4-15-15,-3 1-24 0,3-6-23 0,0 0-31 16,-1-2-10-16,1 2-14 0,-3-6-42 0,3-1-312 16,0 0-584-16,-10-8 259 0</inkml:trace>
  <inkml:trace contextRef="#ctx0" brushRef="#br0" timeOffset="109929.73">25655 7929 279 0,'2'-4'332'0,"1"3"-37"0,-1-2-34 0,-2 3-26 16,0 0-28-16,12 4-22 0,-9 3-23 0,4 1-15 15,2 8-4-15,1 7-13 0,0 5-6 0,-1 5 3 16,1 2-4-16,-3 10-9 0,-6 5-7 0,-3-2-9 15,-8 3-10-15,-3 0-2 0,-4 3-11 0,-5-6-6 16,-6-5-18-16,-1 3-17 0,-6-5-26 0,-7-7-25 16,-1 2-34-16,-2-4-39 0,-9-1-61 0,-1-8-71 15,-9-1-270-15,-24-1-532 0,24-11 235 0</inkml:trace>
  <inkml:trace contextRef="#ctx0" brushRef="#br0" timeOffset="110481.82">23188 7775 107 0,'-27'15'205'0,"-2"5"-9"0,-8 10-17 0,-4 12-8 0,2 4-2 16,-19 17-8-16,20-12-1 0,-12 22-11 0,18-23-10 15,4 6-9-15,7 2-11 0,2 24-8 0,10-28-10 16,9 1-8-16,8 3-8 0,7-6-4 0,8 0-3 16,19-5-8-16,27 10-1 0,16-11-31 0,7-9-48 15,6-6-80-15,7-12-138 0,2-2-153 0,-2-9-412 16,-7-4 182-16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5:17:31.49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7067 1612 8 0,'0'-5'48'0,"0"5"0"16,0 0-10-16,0 0-2 0,0 0-3 0,0 0-3 16,0 0 8-16,0 0-10 0,0 0-2 0,0 0 0 15,0 0-3-15,0 0 5 0,0 0-5 0,0 0 19 16,0-5-3-16,0 5-4 0,0 0 2 0,0 0 3 15,0 0 5-15,0 0-1 0,0 0-5 0,0 0 9 16,0 0 8-16,1-4-13 0,-1 4 7 0,0 0-2 16,0 0-1-16,0 0-7 0,0 0-11 0,0 0-11 15,0 0 5-15,0 0 5 0,0 0-5 0,2-2 3 16,-2 2 5-16,0 0-5 0,0 0-4 0,0 0 3 16,0 0-2-16,0 0-1 0,0 0-2 0,0 0-3 15,0 0 0-15,0 0-3 0,0 0 1 0,0 0 5 16,0 0 1-16,0 0 6 0,0 0-6 0,0 0 13 15,0 0-5-15,0 0 3 0,0 0 7 16,0 0 5-16,0 0 6 0,0 0-3 0,0 0 7 16,0 0-5-16,0 0 6 0,0 0 5 0,0 0-2 15,0 0 4-15,0 0 1 0,0 0 3 0,0 0 3 0,0 0-9 16,0 0 6-16,0 0-4 0,0 0 1 0,0 0 0 16,-3-6-6-16,3 6-1 0,0 0-7 15,0 0-2-15,0 0-2 0,0 0-11 0,0 0-1 16,0 0-7-16,0 0-11 0,0 0-15 0,0 0-19 15,0 0-13-15,0 0 1 0,0 15-3 0,0-3 3 16,0 3 6-16,0 11 0 0,0 1 7 0,0 2-4 16,-2 3 8-16,0 2-1 0,2-2 6 0,0 2 2 15,2 0-2-15,0 0 1 0,-1 3 3 0,2-4 3 16,0-3 1-16,0 0-4 0,0 1 4 0,0 0 0 16,4-2 4-16,-7-4 1 0,4-5 0 0,-1-2-2 15,0-2 0-15,0 0 4 0,0-5-7 0,-1-1 4 16,-2-2-2-16,4 3 4 0,-4-7-5 0,1 4 3 15,2-5 0-15,-3-3-3 0,1 10 2 0,-1-7-1 16,0-3 1-16,0 0 1 0,2 7-4 0,-2-7 13 16,0 0-10-16,3 4 11 0,-3-4 12 0,0 0 6 15,0 0 8-15,0 0 4 0,0 0 0 16,0 0 4-16,0 0 0 0,0 0 1 0,0 0 1 16,0 0-7-16,0 0 0 0,0 0-9 0,0 0-15 15,0 0-22-15,0 0-18 0,0 0-19 0,-3-21-28 16,3 15-24-16,-2-6-32 0,2 1-31 0,0-1-40 15,0-5-50-15,-1-3-147 0,1-5-424 0,1 0 189 0</inkml:trace>
  <inkml:trace contextRef="#ctx0" brushRef="#br0" timeOffset="361.89">7100 1406 205 0,'-3'-10'253'0,"-1"3"-10"0,2 1-4 16,1-1-18-16,-4 0-13 0,1 4-15 0,3-1-21 16,1 1-17-16,-3-2-18 0,3 5-16 0,-1-5-19 15,1 5-10-15,0-4-28 0,0 4-11 0,0 0-11 16,14 1-8-16,-7 3-11 0,4 2-2 0,-2-1-6 16,9 5-1-16,-3-1-7 0,3 2 2 0,0 5-1 15,-3 0-4-15,-1-3-1 0,3 8-2 0,-4-6-5 16,-4 0 5-16,0-2-4 0,0 3 3 0,-4-8-7 15,-1 3-2-15,-2-1 2 0,-2 0 2 16,1-3-2-16,-1 2 0 0,-1 0 3 0,-3 0-1 0,0-2 0 16,-3 0 1-16,-1 0 4 0,0-2-5 0,1 2 4 15,-1-2 1-15,3-2 1 0,0 1-2 0,0-2 0 16,0 3 2-16,1-2-1 0,0-3 3 0,4 0-3 16,-5 3 3-16,5-3-2 0,-4 3-6 0,4-3 2 15,-2 2-29-15,2-2-34 0,0 0-43 0,-3 6-36 16,3-6-42-16,0 0-152 0,0 0-365 0,0 0 162 15</inkml:trace>
  <inkml:trace contextRef="#ctx0" brushRef="#br0" timeOffset="2302.46">7123 1429 82 0,'0'0'92'0,"0"0"5"16,3-6-2-16,-3 6-2 0,0 0 6 0,1-2-4 15,-1 2-2-15,0 0-3 0,0 0-4 0,3-4 0 16,-3 4-3-16,0 0-3 0,0 0-6 0,0 0-4 15,0 0 0-15,0-4-14 0,0 4-2 0,0 0-7 16,0 0-9-16,0 0-1 0,5-1-12 0,-5 1 1 16,0 0-4-16,15 2-6 0,-6 1-4 0,0 3-4 15,4 1 0-15,0 2 0 0,2 3 1 0,0 1-4 16,4 3-1-16,1 3-9 0,0-1 8 0,-1 0 2 16,-2 4-6-16,3-2 5 0,-3 1 1 0,-3-1 5 15,0 4-9-15,-4-7 3 0,-2 0-3 0,-3-2-3 16,-1 1 2-16,0-1 0 0,-4 2 0 0,-4-1-2 15,0-6-2-15,-6 7 8 0,-4-3-6 0,-7 6 11 16,-3-6-4-16,-3 1-1 0,2-2-2 0,-3 0 9 16,1-3-1-16,7-3 0 0,-6-1 7 0,4 1 6 15,3-3-3-15,2 1 9 0,-2-2-2 0,5 1 10 16,0-3 2-16,4 0 12 0,1 0 0 0,0 2 2 16,2-3 0-16,2 1-3 0,5-1-8 0,-7 0 4 15,7 0 2-15,0 0 7 0,-10 0 1 0,10 0 1 16,0 0-2-16,0 0-2 0,-7 0-2 0,7 0-6 15,0 0-3-15,0 0-5 0,0 0-2 0,0 0-6 16,-5 1-6-16,5-1-19 0,0 0-14 0,0 0-21 16,0 0-32-16,0 0-28 0,0 0-36 0,0 0-21 15,0 0-27-15,0 0-48 0,0 0-126 0,0 0-378 16,0 0 168-16</inkml:trace>
  <inkml:trace contextRef="#ctx0" brushRef="#br0" timeOffset="3067.83">7439 1908 167 0,'9'2'175'0,"-3"1"-24"16,-1-2-7-16,3 2-16 0,-1-1-9 0,0 2-15 15,5 4-6-15,-3-2-13 0,3 2-5 0,1 3-8 16,0 1-4-16,-3-4-6 0,0 4-7 0,1-2-2 16,-1 4-7-16,-4 0-6 0,2-6 0 0,0 4-2 15,-3-3-6-15,-2 1 1 0,-1 0-4 0,-1-3 7 16,-1 0-1-16,0-2 11 0,0 2-4 0,3-2 1 16,-3-5 8-16,0 7 15 0,0-7 15 0,1 6 17 15,-1-6 23-15,0 0 22 0,0 0 16 0,0 0-9 16,0 0-7-16,0 0-6 0,0 0-3 0,-5-22-26 15,3 10-14-15,5 0-3 0,-3-5-20 0,6 2-12 16,1-4-6-16,3 4-26 0,-2-2-15 0,2 3-18 16,4-3-18-16,0 3-17 0,9 0-19 0,1-3-13 15,4 5-9-15,3 1-11 0,1 4-10 16,4-1-12-16,-2 3-13 0,0 1-9 0,0 1-4 0,-2 2-18 16,0 0 3-16,0 3 7 0,-3-2-1 0,1 0 16 15,-3 3-2-15,-8-1 20 0,0 1 6 0,0 0 9 16,-5-2 27-16,-1 0 0 0,-3 1 5 0,-2 0 26 15,-2-2 29-15,-6 0 19 0,12 0 29 0,-7 3 23 16,-5-3 16-16,4 0 12 0,-4 0 1 0,0 0 0 16,0 0-5-16,0 0-10 0,0 0-7 15,0 0-1-15,0 0-7 0,0 0 0 0,0 0-10 0,0 0-4 16,0 0-1-16,-21 2-4 0,16 0-12 0,0 3 6 16,0-2-6-16,-3 2-3 0,3 1-5 15,-4 1-1-15,0 1 0 0,2 1-4 0,-3-1 2 16,0 5-1-16,4-2-4 0,-2-1 3 0,1 5-1 15,0-5-9-15,2 5 4 0,1-6 3 0,2 3 2 16,0-2-1-16,2-1-1 0,2 1 4 0,-2-4 0 16,2 2 1-16,2 0 2 0,0-4-1 0,4 4 3 0,1-4 0 15,3-2 5-15,2 1 0 0,2-3-5 16,-1 0 0-16,3-2 2 0,1-1-3 0,-1-1 1 16,-1-4 4-16,-5 0 3 0,2-1-1 0,2-3 2 15,-5 0 6-15,2 0-2 0,-3 0-2 0,-2-3 11 16,-3 4 2-16,-2 0 9 0,-2 0 5 0,2 1-2 15,-3 0 2-15,2 0-3 0,-4 3-3 0,2-1-6 16,-4 2-2-16,2-1 1 0,1 2-13 0,-1-2-6 16,2 7-1-16,-7-8-7 0,6 4-2 0,1 4-20 0,-5-5-26 15,2 2-36-15,3 3-32 0,0 0-42 16,0 0-34-16,-20 3-51 0,20-3-253 0,0 0-519 16,-8 2 230-16</inkml:trace>
  <inkml:trace contextRef="#ctx0" brushRef="#br0" timeOffset="3465.5">8585 1901 86 0,'5'0'212'0,"-5"0"-17"0,0 0-25 15,0 0-17-15,8 1-14 0,-8-1-2 0,4 5-16 16,2-2-6-16,-2 4-4 0,1 1-7 0,3 1-6 15,-3 3-12-15,0-2-6 0,4 7-2 0,-4-2-7 16,-1-3-7-16,1 5 2 0,3-3-10 0,-3 3-5 16,-1-7-8-16,1 1 1 0,-4 1-7 0,3-2-1 15,-1-2-8-15,-1-3 1 0,-2 3-3 0,3-2 1 16,-2-3 26-16,-1 2 36 0,0-5 41 0,0 0 41 16,0 9 46-16,0-9 34 0,0 0 29 0,0 0 33 15,0 0-7-15,0 0-29 0,0 0-27 0,10-20-27 16,-4 7-20-16,1-2-24 0,2-3-19 15,2-7-15-15,2 0-17 0,-3 8-10 0,-1 0-12 16,0 0-12-16,3 0-10 0,-6 1-9 0,0 5-7 16,2 0-9-16,-4 1-8 0,1 5-4 0,0 0-1 0,-1 0-10 15,-4 1-25-15,3 1-44 0,-1-1-51 16,-2 4-53-16,8-5-68 0,-6 4-56 0,-2 1-25 16,14 1-34-16,-6 2-28 0,0-1-39 0,3 5-375 15,-3-5-826-15,1 2 365 0</inkml:trace>
  <inkml:trace contextRef="#ctx0" brushRef="#br0" timeOffset="3953.11">9090 2005 58 0,'0'0'193'0,"0"0"-11"0,0 0 0 0,0 0-20 16,-1 4-10-16,1-4-7 0,0 0-7 0,0 0-11 15,0 0-5-15,0 0 1 0,0 0-4 0,11 4-5 16,-11-4-11-16,17-3-9 0,-4 1-11 0,2-1-4 16,5-1-8-16,1-1-8 0,-3 0-10 0,2 1 2 15,8-7-8-15,-10 4-4 0,8-6-5 0,-6 3-2 16,3-2 4-16,-1-2 9 0,-6 4 12 0,-1-2-4 16,0 0 14-16,-5 2 8 0,-1 1 8 0,-3-1 10 15,-2 1 4-15,-1-1-12 0,-3 3-7 0,-1 0-7 16,-3 2-12-16,-3-3-6 0,-4 1-6 15,-5 4-1-15,-5-2-12 0,-1 5-4 0,-6 3 0 0,-3 2-6 16,2 3-5-16,-3 0-7 0,3 3 0 0,-1 3-2 16,6 3-4-16,-3-2-2 0,7 6-7 15,-1-2 5-15,3 3 0 0,4 0-2 0,7-4 0 0,1 1-2 16,5-3 2-16,2 4 0 0,7-3 8 0,6 5-3 16,0-9 0-16,9 5 14 0,9-2 1 0,1-7 7 15,3 0 0-15,1-2 14 0,4-5 4 0,-4 4 7 16,3-4-3-16,-2 1 14 0,-4-2-9 0,-3-1 0 15,-11 1 11-15,1-2 5 0,-7 2 8 16,-1-2 9-16,-3 2 1 0,-2-2-2 0,-8 1 2 16,14 0-6-16,-14 0-6 0,9-1-7 0,-9 1-9 0,0 0-10 15,10 1-4-15,-10-1-27 0,0 0-41 16,0 0-53-16,0 0-57 0,9 0-64 0,-9 0-69 0,0 0-98 16,0 0-385-16,0 0-805 0,0 0 357 15</inkml:trace>
  <inkml:trace contextRef="#ctx0" brushRef="#br0" timeOffset="8678.28">10922 1397 15 0,'-4'-2'121'0,"4"2"3"0,0 0-16 0,0 0-9 16,0 0-6-16,0 0-14 0,0 0 4 0,0 0-13 16,0 0-12-16,0 0-9 0,0 0 5 0,0 0-8 15,0 0-4-15,0 0-8 0,0 0 3 0,0 0-13 16,0 0 10-16,0 0-5 0,0 0 1 0,0 0 7 15,0 0-13-15,0 0 1 0,0 0 0 0,0 0 2 16,0 0-2-16,0 0-10 0,0 0 5 0,0 0 2 16,0 0-5-16,0 0-1 0,0 0 2 0,0 0-6 15,0 0 7-15,0 0-8 0,0 0-3 0,0 0 1 16,0 0 4-16,0 0-6 0,0 0 4 0,0 0-5 16,0 0 0-16,19 0 3 0,-7-2-6 0,7 0 0 15,3-1-2-15,10 3 1 0,0-4 4 0,5 0 4 16,4 2-3-16,10 0-2 0,4-3 3 0,-18 1 1 15,4 3 4-15,-3-2-10 0,-1 2 9 0,-1-2-13 16,0 2 6-16,-7 1-7 0,-8 1 8 0,-1-1-9 16,-2 0-13-16,-6 0-28 0,-2 0-22 0,-4 2-32 15,2-1-2-15,-6 0-6 0,-2-1-106 0,0 0-228 16,-10 8 101-16</inkml:trace>
  <inkml:trace contextRef="#ctx0" brushRef="#br0" timeOffset="9182.43">11229 1463 163 0,'0'0'203'15,"0"0"-13"-15,0 0-10 0,0 0-15 0,0 0-22 16,-4-3-11-16,4 3-11 0,0 0-23 0,0 0-10 15,0 0-26-15,0 0-9 0,-4 9-2 0,3-1-6 16,1 0-6-16,-3 7-5 0,1 8-5 0,-3 2-4 16,2 6-2-16,0 2-3 0,-3 1 0 0,3 13-1 15,1 1-2-15,2-2-2 0,-2-9 1 0,2 13-6 16,-2-16 5-16,2 14-2 0,0-14 2 0,0 1-1 16,0 0-1-16,4-3-1 0,-4 4-2 0,0 0 6 15,-2-6 0-15,0-1-3 0,0-1-5 0,-2-5 0 16,0-4 1-16,0-2 13 0,-2-1 9 0,1-1 3 15,0-5 2-15,-4-2 10 0,1 0 2 0,0 0 8 16,-3-3-1-16,-2 0 1 0,-1-3 4 0,-5-2-9 16,1 2 5-16,-1-5 9 0,-3 1 3 0,3-5 13 15,1 0-10-15,-13 0 13 0,12-4 9 0,0 1 8 16,3-1 2-16,-2 0 3 0,4 0-13 0,0-1 5 16,-2 2 1-16,7 2 2 0,-1-1-2 0,5 3 7 15,-4-2 3-15,2 3-5 0,1 0-4 16,5-2-1-16,-3 3-6 0,4 4-6 0,-9-5-10 15,9 5-9-15,-5-3-8 0,5 3-6 0,0 0-3 16,0 0-21-16,-9-5-27 0,9 5-33 0,0 0-36 16,0 0-38-16,0 0-41 0,0 0-2 0,0 0-9 0,0 0-25 15,0 0-31-15,24 14-41 0,-14-9-61 0,-3 0-248 16,8 0-609-16,-1-2 271 0</inkml:trace>
  <inkml:trace contextRef="#ctx0" brushRef="#br0" timeOffset="9813.84">11418 2401 61 0,'-5'1'169'0,"1"-1"-11"16,4 0-11-16,-8 2-1 0,8-2-2 0,-4 2 4 16,4-2-3-16,0 0 3 0,0 0-7 15,-8 0-10-15,8 0-8 0,0 0-2 0,0 0-10 16,0 0-11-16,0 0-4 0,0 0-9 0,-5 0-8 16,5 0-6-16,0 0-5 0,0 0-5 0,0 0-8 15,0 0-3-15,0 0-6 0,0 0-4 0,0 0 2 16,0 0-3-16,0 0-5 0,0 0-2 0,0 0-8 15,0 0 0-15,0 0-5 0,0 0 0 0,0 0-3 16,0 0-1-16,0 0 1 0,0 0-8 0,0 0 3 16,0 0 1-16,0 0-3 0,0 0-1 0,0 0 0 15,0 0-3-15,25-2 2 0,-12 1-3 0,6-1 2 16,4-1-2-16,5 1-2 0,3-2 1 0,2 1-1 16,0 0-1-16,1-2 5 0,-2 4-6 0,-2-2 3 15,-3 1-4-15,-4-1 3 0,-1 0-3 0,-3 1 0 16,-1-1-2-16,-8 3 4 0,-2 0-3 0,-3 0-1 15,0-1-1-15,3 1 0 0,-8 0-5 0,7-3-8 16,-7 3-9-16,0 0-19 0,0 0-16 0,0 0-18 16,0 0-16-16,0 0-13 0,0 0-20 0,-26 3-29 15,26-3-31-15,-17-3-25 0,4 3-122 0,3 0-359 16,0 0 159-16</inkml:trace>
  <inkml:trace contextRef="#ctx0" brushRef="#br0" timeOffset="10330.37">11984 2231 64 0,'0'0'299'16,"0"0"-33"-16,0 0-22 0,0 0-28 0,2-1-18 15,-2 1-21-15,0 0-20 0,0 0-16 0,0 0-20 16,0 0-11-16,0 0-13 0,0 0-12 0,2 12-8 16,-3-3-9-16,3-3-5 0,0 6-3 0,0-5-4 15,0 5-8-15,-1 2-2 0,0-3-7 0,0 5-2 16,2-1-6-16,-3-1 3 0,1-3-8 0,1 0-5 16,-1 0 2-16,-1-1-5 0,2-2 1 0,-1 2-4 15,1-6 2-15,-2 1 0 0,0 2-3 0,0-4 3 16,0-3 16-16,0 4 30 0,0-4 25 0,1 4 32 15,-1-4 33-15,0 0 18 0,1 4 13 0,-1-4-2 16,0 0-18-16,4-12-17 0,0 7-17 0,0-5-9 16,0 3-14-16,1-3-15 0,1 2-8 0,-2 2-8 15,-1 0-6-15,0 2-10 0,0-1-9 0,-2 3-6 16,3-3-7-16,-3 2-2 0,-1 3-12 0,3-4-4 16,-3 4-17-16,0 0-17 0,0 0-9 0,0 0 4 15,0 0-1-15,13 9 6 0,-9-4-4 0,-1-1 3 16,1 4-14-16,1 1-3 0,1-1-1 0,1-1 5 15,-3 1-4-15,1 3-9 0,0-3-1 0,-1 2 4 16,-3-3-19-16,3-1-9 0,1 0-10 16,-1-3-12-16,-3 2 0 0,2-2-10 0,-2 1-12 15,3-2-10-15,-4 1-4 0,0-3-16 0,4 4-8 16,-4-4-4-16,1 3-34 0,-1-3-67 0,0 0-261 0,8-9-555 16,-6 3 246-16</inkml:trace>
  <inkml:trace contextRef="#ctx0" brushRef="#br0" timeOffset="11749.35">12021 2215 17 0,'0'0'137'0,"0"0"-3"0,0 0-14 0,0 0 1 16,0 0-10-16,0 0-7 0,0 0-11 0,0 0-7 15,0 0-8-15,0 0-9 0,0 0-5 0,0 0-8 16,0 0-9-16,0 0-3 0,0 0-8 0,0 0-5 16,0 0 0-16,0 0-7 0,0 0 1 15,3 16 5-15,-3-10 1 0,1 4-6 0,-2 0 4 16,1 3-1-16,1 0 1 0,-2 1 3 0,2 3-2 0,0 0-3 15,-1 0 1-15,0 3-8 0,-1-2 4 16,1 2 5-16,1-3-6 0,-1 1-1 0,2-1-4 16,-2 1 4-16,-2-5-5 0,2 3 1 0,-1-6 2 15,1 2-4-15,1-3-3 0,-1-1-2 0,0-1 6 16,0-2 0-16,0 2-3 0,-1-1-2 0,1-4 2 16,0-2 5-16,0 7 9 0,0-7 6 0,1 7 10 15,-1-7 7-15,0 3 9 0,0-3 10 0,0 0 7 16,-1 3 8-16,1-3 10 0,0 0 11 0,0 0 10 15,0 0 12-15,0 0 16 0,0 0 6 0,0 0 11 16,0 0-11-16,0 0-21 0,4-10-14 0,-3 0-11 16,3 0-16-16,2-2-6 0,0-3-5 0,-1-2-16 15,2 1-9-15,3 1-6 0,0-4-8 0,1-5-11 16,3 9-8-16,-5-4-4 0,9 1-4 0,-5 3-4 16,-3 2 8-16,4 1-6 0,-1 0 1 0,-2 4-3 15,-3 1 0-15,0 0 0 0,-2 3-6 0,-2 1-1 16,2-2-2-16,-3 2-2 0,-1 1-5 0,-2 2-1 15,0 0-4-15,12 3 5 0,-7 1-1 0,1 2-1 16,-1 1 0-16,1 4-1 0,0 0 2 0,0 5 4 16,3 2-3-16,-4-2 8 0,1 1-2 0,-1 5-9 15,1-3 6-15,2 5 6 0,-2-5-6 0,-5-2 9 16,3 0-3-16,0 0-3 0,-3-5-2 0,3 2 5 16,-4-4 0-16,3 0 2 0,-2 0-3 0,0-5 1 15,3 3-2-15,-3-4 6 0,-1 0 1 0,0 1 0 16,0-2 4-16,3-1-6 0,-3-2 2 0,0 5 3 15,0-5 5-15,1 3 17 0,-1-3-2 0,3 3 6 16,-3-3-3-16,0 0 3 0,0 0-4 0,0 0 6 16,0 0-11-16,0 0-4 0,0 4 2 0,0-4-1 15,0 0-7-15,0 0 0 0,0 0-7 0,0 0 1 16,0 0 1-16,0 0 4 0,0 0-13 16,0 0-6-16,0 0-16 0,0 0-22 0,0 0-4 15,0 0-13-15,0 0-17 0,0 0-67 0,0 0-57 16,0 0-47-16,-3-15-54 0,-1 8-303 0,-1-3-656 15,4-1 291-15</inkml:trace>
  <inkml:trace contextRef="#ctx0" brushRef="#br0" timeOffset="12381.62">12572 1661 87 0,'14'2'141'0,"-1"2"-8"0,3 2-4 16,-4 0-13-16,2 3-7 0,-1 3-5 0,-2 0-2 15,1 2-7-15,-5 3-2 0,0 0-10 0,-2 3-6 16,-2 4-3-16,-3-4-4 0,-3-1-2 0,-2 9-6 0,-2-9-1 15,1 1-4-15,-4-3-5 0,-5 4 0 16,2-6-2-16,0 0-2 0,3-2 1 0,0-3-2 16,2-2 4-16,0 0-2 0,2-4-1 0,1 2 13 15,-3-2 13-15,4-1 21 0,-1-1 34 0,5-2 44 16,-5 3 5-16,5-3-18 0,0 0-6 0,-3-13-23 16,7 4-9-16,1-7-16 0,6-1-11 0,4-8-3 15,3-2-13-15,1 1-5 0,1-3-14 0,1 0-2 16,2 1-9-16,-1 0-6 0,-4 4-4 0,-1 4 4 15,-4 6-13-15,0 2-4 0,-7 3-3 0,1 3-1 16,-3 0-5-16,2 2-12 0,-5 0-2 0,-1 4-1 16,9-5-27-16,-6 5-16 0,-3 0-2 0,0 0-2 15,7 9 0-15,-1 1-2 0,0 4 7 0,-5 3 7 16,6-2-3-16,-2 10 6 0,1-1 4 0,1 2-1 16,4-2 11-16,-5-4 2 0,3 4 2 0,4-1 2 15,-4-7 4-15,0 1-15 0,1-3-22 0,-1 0-35 16,-2-4-38-16,-1-2-30 0,0 1-28 0,-1-4-36 15,1-3-62-15,-4 1-177 0,-2-3-487 16,0 0 215-16</inkml:trace>
  <inkml:trace contextRef="#ctx0" brushRef="#br0" timeOffset="12629.96">13092 1572 118 0,'9'9'169'0,"-1"1"-9"0,3 4-5 16,7 8 0-16,0 1-6 0,-1 3 0 0,4 3-11 15,-4 1 0-15,2 2-8 0,-6 2-12 0,11 7-5 16,-12-8-14-16,-1-1-5 0,-6 0-7 0,-1 0-11 16,-1-1-3-16,-6 2-7 0,-5-8-8 0,-5 6-7 15,-6-4-10-15,-5 0-8 0,0-8-16 16,-7 2-34-16,-2-5-49 0,-17 1-37 0,2-5-61 15,-6-8-176-15,14-4-368 0,-16-3 163 0</inkml:trace>
  <inkml:trace contextRef="#ctx0" brushRef="#br0" timeOffset="12948.56">12585 1362 189 0,'-5'-3'208'0,"0"0"-24"16,1 1-17-16,4 2-17 0,-12 2-21 0,6 3-13 15,-7 5-13-15,-8 7-8 0,4 5-11 0,-9 19-9 16,-2 2-11-16,3 8-9 0,-2 0 1 0,0 2-5 15,8-2-3-15,2 1-4 0,4-3-5 0,8-3-1 16,5-13-1-16,0 1 9 0,5 0 14 0,4-2 6 16,9 0 9-16,-1-5 1 0,10-1 6 0,3-2-8 15,15 2-1-15,4-4-4 0,4-7-6 0,6-3-27 16,1-4-52-16,1-1-60 0,31-5-80 0,-32-2-245 16,1-6-435-16,0-2 193 0</inkml:trace>
  <inkml:trace contextRef="#ctx0" brushRef="#br0" timeOffset="13260.78">13929 1885 317 0,'0'0'307'0,"0"0"-16"0,0 0-21 0,0 0-27 15,0 0-19-15,0 0-31 0,0 0-16 0,0 0-17 16,19-1-31-16,2-2-33 0,0 2-45 0,8-2-53 15,1 2-58-15,2-3-63 0,0 1-78 0,-3-2-145 16,0 0-374-16,-1 1 166 0</inkml:trace>
  <inkml:trace contextRef="#ctx0" brushRef="#br0" timeOffset="13404.43">13996 2051 4 0,'-3'4'175'0,"3"-2"7"0,0-2-10 0,10 3-21 16,11 0-13-16,5-3-23 0,9 0-64 0,2-5-74 16,4 3-139-16,11-6-174 0,-1-2 78 0</inkml:trace>
  <inkml:trace contextRef="#ctx0" brushRef="#br0" timeOffset="14150.38">15162 1963 106 0,'-5'0'179'0,"5"0"-9"0,-9 0-2 16,5 1-7-16,4-1 1 0,0 0-9 15,0 0 9-15,-9-1-8 0,9 1 0 0,0 0-3 16,0 0-2-16,0 0-12 0,0 0-3 0,0 0-14 15,0 0-10-15,0 0-9 0,0 0-13 0,0 0-2 16,0 0-6-16,-8 0-7 0,8 0-6 0,0 0-4 16,0 0-7-16,0 0-2 0,0 0-8 0,0 0 0 15,0 0-9-15,0 0 0 0,0 0-9 0,0 0 0 16,0 0-1-16,0 0 0 0,0 0-5 0,0 0-1 16,0 0-3-16,0 0-2 0,0 0 2 0,0 0-4 15,0 0 1-15,0 0 1 0,0 0-4 0,0 0-3 16,0 0 3-16,0 0-1 0,0 0 2 0,0 0-2 15,0 0-4-15,0 0 5 0,0 0-1 0,0 0 1 16,0 0-6-16,34-4 2 0,-11 2-2 0,8 1 0 16,5-1-2-16,3 2 3 0,12-1 2 0,-10 1-10 15,14-2 4-15,-17 2 1 0,15-3-1 0,-18 1-2 16,1 1-2-16,-6 0 1 0,-1-2-3 0,-11 1 6 16,-3 2 1-16,-2 0-1 0,-2-2 2 0,-2 1 5 15,-2 0-7-15,-1 2-1 0,-6-1 1 0,9-1 0 16,-9 1-7-16,0 0 0 0,7-3-28 0,-7 3-19 15,0 0-26-15,0 0-17 0,3-2-27 0,-3 2-33 16,0 0-34-16,-6-8-39 0,3 5-35 0,3 3-145 16,-5-9-440-16,5 7 195 0</inkml:trace>
  <inkml:trace contextRef="#ctx0" brushRef="#br0" timeOffset="14497.45">15828 1765 228 0,'-4'-5'349'0,"4"5"-6"0,0-8-5 0,0 8-14 15,-1-6-3-15,1 6-12 0,-3-5-35 16,3 5-30-16,0 0-24 0,0 0-26 0,0 0-8 16,0 0-36-16,0 0-15 0,0 0-30 0,0 0 0 15,0 0-25-15,0 0-12 0,0 0-9 0,7 22-8 0,-2-10-11 16,-3 2-7-16,1 6-5 0,1-3 3 15,0 2-3-15,-2 0-6 0,2 1-2 0,0-3 0 16,0 0 5-16,1 0-5 0,-3-1 7 0,2 1-8 16,-1-6-5-16,-1 1 0 0,1-3-7 0,-2 0 5 15,2-1-1-15,-2-3 3 0,-1 0-8 0,3-1-16 16,-2 1-6-16,-1-5-1 0,2 6-6 0,-2-6-6 16,0 6-3-16,0-6-5 0,0 4-10 0,0-4-4 15,0 0-8-15,0 0-10 0,0 0-64 0,0 0-81 16,0 0-87-16,-3-18-272 0,0 6-621 0,3 0 275 15</inkml:trace>
  <inkml:trace contextRef="#ctx0" brushRef="#br0" timeOffset="14764.97">16003 1569 41 0,'0'0'186'0,"14"3"-11"0,-8 2-10 0,6-1-5 16,3 5-9-16,-2 2-7 0,9 8-4 0,-4 2-12 16,5 2 0-16,-3 5 0 0,2-1-7 0,1 14-6 15,-4-9-4-15,1 11-7 0,-8-11-9 0,1 2-5 16,-4-1-10-16,-4-1-8 0,-4 0-5 0,-1-3-3 16,-4 0-4-16,-2-1-9 0,-4 0 1 15,-3-2 1-15,-5-2-2 0,-3-2 1 0,-3 0-9 16,-3-3 8-16,-5-5-13 0,-3 1-7 0,-15 1-9 0,-2-3-30 15,-2-6-50-15,-5-4-69 0,-4-6-63 0,-3-2-241 16,2-6-468-16,4 3 208 0</inkml:trace>
  <inkml:trace contextRef="#ctx0" brushRef="#br0" timeOffset="15247.25">15059 1534 61 0,'0'0'200'0,"0"0"-16"0,0-4-18 15,0 4-18-15,0 0-17 0,0 0-12 0,0 0-12 16,-14 8-14-16,6 4-7 0,-5 2-12 0,-6 10-4 16,0 2-5-16,0 6-4 0,-11 10-8 0,6 1 1 15,-1 4-3-15,4-4-6 0,3 3-2 0,10-17 1 16,2 2 1-16,6-2 22 0,4 2-3 16,4-4 2-16,6 2 6 0,6-4 8 0,4-1-4 0,7-3-5 15,19 6-4-15,2-3-4 0,7-4-13 16,4-8-50-16,3-2-64 0,26-7-105 0,-37-4-222 0,7-5-423 15,-2 0 187-15</inkml:trace>
  <inkml:trace contextRef="#ctx0" brushRef="#br0" timeOffset="16215.84">16270 1308 246 0,'0'0'254'0,"0"-6"-17"0,0 6-14 15,3-1 3-15,-3 1-22 0,0 0-25 0,0 0-20 16,0 0-19-16,1-5-15 0,-1 5-14 0,0 0-11 16,0 0-10-16,1 16-13 0,2-10-5 0,-2 6-10 15,-1 2-4-15,0-2-5 0,0 3-5 0,0 3-2 16,-1 7-4-16,-2-5-3 0,2-1-3 0,-3 0-6 16,3 3 3-16,-2-5-9 0,3 0-1 15,0-2-1-15,0-3-3 0,0-3 0 0,0 0-6 0,0-1 6 16,0-3-9-16,0 2 7 0,0-4 26 15,0 2 9-15,0-5 32 0,0 0 32 0,0 0 30 0,0 5 19 16,0-5 24-16,0 0 15 0,0 0-1 16,0 0-20-16,0 0-20 0,9-20-17 0,-5 8-14 15,6-6-14-15,7-5-12 0,-1-4-16 0,1 1-7 16,4 1-10-16,-2 1-8 0,-1-1-5 0,-2 4-5 16,-3 4-4-16,-3 5-9 0,-1 1-9 0,-4 3 0 0,3 1 0 15,0 1-8-15,-7 1-6 0,5 1 0 0,-3 2-14 16,-2-1-28-16,-1 3-27 0,5-2-13 15,-5 2 3-15,8 6 2 0,-4 0-10 0,2 4 8 16,-1 4 3-16,2 3 6 0,-1 0 7 0,1 2 2 16,1-2 4-16,1 7-5 0,-4-5 8 0,2-1 11 15,-1-1 3-15,-1-5-10 0,0-2-27 0,-1 2-20 16,0-4-44-16,3 3-1 0,-1-4-23 0,0 1-18 16,-1-1-26-16,0-1-26 0,3-2-43 0,-4-1-76 15,-4-3-221-15,14-3-602 0,-14 3 266 0</inkml:trace>
  <inkml:trace contextRef="#ctx0" brushRef="#br0" timeOffset="17045.5">17162 1245 74 0,'0'0'185'0,"-9"1"-4"16,9-1-6-16,0 0-9 0,0 0 1 0,0 0-5 16,0 0 0-16,-13-1-4 0,13 1 7 15,0 0-3-15,0 0-14 0,0 0-11 0,0 0-4 0,0 0-13 16,0 0-6-16,0 0-11 0,0 0-6 15,0 0-17-15,0 0 4 0,0 0-8 0,0 0-8 16,0 0-6-16,0 0-8 0,0 0-10 0,0 0 1 0,0 0-5 16,0 0-2-16,0 0-8 0,0 0-2 15,0 0 1-15,0 0-6 0,0 0 2 0,0 0-6 16,0 0-4-16,0 0 0 0,0 0 2 0,0 0 5 16,0 0-6-16,0 0 5 0,0 0-6 0,0 0 3 15,0 0 5-15,0 0-4 0,0 0 3 0,0 0-6 16,0 0 3-16,0 0-10 0,0 0 4 0,0 0 1 15,0 0-10-15,0 0 7 0,0 0-8 0,0 0 5 16,0 0 0-16,0 0-4 0,0 0 6 0,0 0-4 16,0 0 5-16,0 0-3 0,36-5-1 0,-18 4-5 15,10 0-7-15,4-2 12 0,0 2-2 0,6 0 3 16,-2-2 0-16,4 1-3 0,0 0-3 0,0-1 7 16,10 3-5-16,-13-2 7 0,-2-1-11 0,-5 2 7 15,0 0-6-15,-4 1 5 0,-9-2-3 0,-3 1 3 16,-4 0-1-16,-2 0-1 0,-8 1-5 0,14 0-13 15,-14 0-12-15,9-1-15 0,-9 1-23 0,0 0-12 16,0 0-23-16,0 0-16 0,0 0-21 0,0 0-11 16,0 0-26-16,-31 4-23 0,14-4-28 0,0 2-190 15,-3-1-449-15,5 0 198 0</inkml:trace>
  <inkml:trace contextRef="#ctx0" brushRef="#br0" timeOffset="17496.89">17480 1235 147 0,'-11'-1'225'0,"11"1"-15"0,0 0-14 16,0 0-12-16,0 0-20 0,0 0-10 0,0 0-25 15,0 0-4-15,0 0-16 0,0 0-9 0,0 0-12 16,0 0-10-16,0 0-13 0,0 0-4 0,-5 6-16 16,5 0 1-16,-3 0 1 0,1 2-7 0,-4 4-2 15,3 4-6-15,-4 9-1 0,0-1-3 0,-1 6 1 16,3 3 0-16,0 1-1 0,1 12-2 0,2-12 0 15,2 16 1-15,0-13-3 0,3 11 7 0,3-1-3 16,-2-12 0-16,1 1 2 0,-2-2-5 0,4-1 1 16,-1-4-11-16,-4 1 10 0,2-3-2 0,-3-2-5 15,1 0 2-15,-4-7-5 0,2-1-1 0,-1-3 0 16,-1-2 7-16,-2 1 4 0,0-5 11 0,-1 3 4 16,0-6 7-16,0 1-8 0,-3 1 16 0,-1-4-5 15,-4 2 6-15,0-3 3 0,-2-2-1 0,-4-2 3 16,-3-2-6-16,-6-4-2 0,-3 1-6 0,3-3-6 15,3-2 8-15,-2 0 14 0,0 1 3 0,9 0 2 16,0 2 0-16,4-1 3 0,-1 0-5 16,3 4-4-16,3-2 11 0,1 5 6 0,1-3-6 0,3 3-9 15,4 3-3-15,-9-7-14 0,9 7 1 0,-7-6-1 16,7 6-5-16,-5-5-8 0,5 5-3 0,0 0-20 16,0 0-19-16,-6-4-27 0,6 4-33 0,0 0-22 15,0 0-17-15,0 0-29 0,0 0-41 16,31 11-45-16,-14-8-69 0,2 0-306 0,1-1-645 15,7 3 287-15</inkml:trace>
  <inkml:trace contextRef="#ctx0" brushRef="#br0" timeOffset="18245.9">17783 1984 4 0,'0'0'298'16,"0"0"-12"-16,0 0-12 0,4-4-19 0,-4 4-16 16,0 0-16-16,0 0-22 0,0 0-21 0,0 0-21 15,0 0-15-15,0 0-16 0,0 0-16 0,0 0-16 16,0 0-8-16,0 0-14 0,0 0-22 0,-4 12 11 0,4-4-10 15,0-1 1-15,-1 3-11 0,1 4-3 16,-3-2-6-16,-1 5 3 0,-1 0-7 0,3 0-3 16,-2 9 0-16,-2-8-5 0,3 1 3 0,-1-4-5 15,0 1-8-15,4-3-6 0,-5-1 11 0,5-5-20 16,-4 3 20-16,3-4-5 0,1 0 3 0,0-6-1 16,-2 9 15-16,0-7 18 0,2-2 53 0,0 0 39 15,0 0 26-15,0 0 23 0,0 0 20 0,0 0 9 16,0 0-20-16,0 0-16 0,0 0-18 0,8-23-19 15,-2 12-11-15,3-5-19 0,-1 1-10 0,2-2-17 16,-1 1-7-16,3-1-4 0,-1 0-12 0,-1 2-5 16,1 1-5-16,-5 4-6 0,1 3-10 0,0-1-3 15,-3 4-4-15,0-3-4 0,-2 3-6 0,1 0-5 16,-3 4-26-16,5-4-22 0,-5 4-21 0,0 0-1 16,0 0 3-16,0 0 7 0,13 9 9 15,-10-2-8-15,3 1 11 0,0 4-8 0,0-3-2 16,-2 3 3-16,1 0 5 0,0 3-8 0,3-5 17 0,-5 0-2 15,4 1 5-15,-6 0-3 0,2-2 11 0,2-2-4 16,-3 0 2-16,0-2-4 0,2 2 11 0,-4-2 3 16,0-5-1-16,1 5 0 0,-1-5 2 0,0 5 5 15,0-5 0-15,0 0 5 0,2 5-6 0,-2-5 6 16,0 0-2-16,0 0 2 0,2 5-2 16,-2-5 0-16,0 0 1 0,0 0 6 0,0 0-48 15,0 0-56-15,0 0-48 0,10-17-38 0,-6 7-56 16,1 1-52-16,-1-4-116 0,5-1-271 0,0 0-731 0,1-10 325 15</inkml:trace>
  <inkml:trace contextRef="#ctx0" brushRef="#br0" timeOffset="18864.16">18349 1472 8 0,'9'-3'230'0,"-4"2"-18"0,-5 1-15 0,11 1-22 15,-3-1-2-15,1 3-20 0,0 2-8 0,5-2-9 16,-2 2-17-16,-2 4-4 0,7 1-5 0,-6 0-16 16,1 4-3-16,-6-4-7 0,4 4-6 0,-3 1-5 0,-1 2-8 15,-2 0-5-15,-3 0-5 0,-2 0-10 0,-3 2 7 16,-2 0-5-16,-2-4 1 0,-2 2 0 0,-3-3-8 15,0 1 1-15,3-3-7 0,-3 0 0 16,4-3 2-16,0-3 4 0,-1 1-8 0,2-3 11 16,3-1 8-16,0-1 4 0,1 3 23 0,-1-3 22 15,5-2 42-15,-5 1 25 0,5-1 15 0,0 0-14 16,-6-5-18-16,8-1-11 0,2 0-16 0,3-6-13 16,5-3-12-16,1 0-11 0,5-6-13 0,0-1-4 15,1 0-8-15,3-1-7 0,-3 3-2 0,4 2-6 16,-7 2-6-16,1 4-9 0,-3-1 1 0,-1-1-3 15,-2 7-4-15,1-1-1 0,-6 4-9 0,1 0-4 16,4 1-13-16,-7 1-17 0,-4 2-17 0,5-3-22 16,-5 3-7-16,0 0-2 0,0 0 5 0,9 9 2 15,-6-1 9-15,2 1 7 0,-4 2 5 0,0 2-1 16,3 2 8-16,0 2 1 0,4 3 2 0,-3-2-16 16,4 2-14-16,0-2-23 0,1 3-29 0,1-5-34 15,-3-1-41-15,0-5-52 0,0 0-104 0,0-6-213 16,-1 0-599-16,0-4 266 0</inkml:trace>
  <inkml:trace contextRef="#ctx0" brushRef="#br0" timeOffset="19111.75">18971 1378 154 0,'0'0'241'0,"0"0"-23"0,0 0-27 0,0 0-18 0,0 0-13 16,0 0-8-16,16 20-14 0,-7-1-6 0,2 3-7 16,1 6-5-16,-1 4-12 0,2 2 4 0,1 10-8 15,-8-9-11-15,2 12-3 0,-4-14-8 16,-3 1-7-16,-2 0-4 0,-3-5-8 0,-1 2-2 16,-3-4-17-16,-6-3-8 0,-2-1-12 0,-9-4-20 15,1-5-44-15,-6 0-42 0,-4-4-78 0,-3-7-256 16,0-1-448-16,-15-7 198 0</inkml:trace>
  <inkml:trace contextRef="#ctx0" brushRef="#br0" timeOffset="19413.97">18442 1138 88 0,'0'0'275'0,"-7"-4"-29"0,-1 1-26 16,8 3-24-16,-14 3-17 0,-4 4-17 0,-3 0-19 0,-9 11-16 15,-1 5-23-15,-10 11-1 0,-1 7-9 0,-1 7-8 16,-9 20-1-16,22-18-12 0,10 0-4 15,3 3-5-15,4 0 0 0,12-2-7 0,7 0 1 16,12 0-6-16,10-4-17 0,14-2 17 0,26 8-3 16,-10-22-50-16,23 10-102 0,-22-21-327 0,6-8-466 15,25 1 207-15</inkml:trace>
  <inkml:trace contextRef="#ctx0" brushRef="#br1" timeOffset="160140.81">20245 1763 146 0,'0'0'165'0,"0"0"-5"0,0 0-1 0,0 0-2 0,0 0-4 15,0 0-1-15,0 0-6 0,0 0 1 0,0 0-6 16,0 0-10-16,0 0-10 0,0 0-12 0,0 0-7 15,-2-11-13-15,2 11-5 0,0-4 3 0,0 4-1 16,0 0 1-16,1-7-6 0,-1 7-2 0,0 0-6 16,0 0-6-16,1-3-5 0,-1 3-8 0,0 0 2 15,0 0-16-15,0 0-12 0,0 0-17 16,0 0-22-16,0 0-32 0,0 0-16 0,0 0 1 16,0 0 8-16,2 19 4 0,-2-8 7 0,0 2-1 15,-2 3 11-15,2 3 2 0,0 0 4 0,0-2-6 16,0 2 13-16,2-4-4 0,-1 4 7 0,0-6-6 15,1 0 0-15,-1-5-3 0,0-1 2 0,0 1 7 16,-1-1-1-16,2-2 13 0,-2-2 38 0,1-1 32 16,-1-2 18-16,0 0-12 0,0 0-8 0,18-8-8 15,-12-2-6-15,3-1-1 0,1-1-4 0,3-5 2 16,-1 0-13-16,-3 2 2 0,2-7 4 0,-1 6 0 16,-2 1-2-16,-3 3-2 0,0 0 13 0,3 4-5 15,-3 1-4-15,-4 3-5 0,3 0-4 0,0-2-8 16,-3 1-8-16,2 3-11 0,-2-1-30 0,-1 3-13 15,0 0-15-15,0 0 4 0,12 5 7 0,-7-1 1 16,-3 3 7-16,6 1 0 0,0 4 9 0,-2-2 1 16,5 2 7-16,1 0-1 0,-2 0 1 0,3 0 6 15,1-2-2-15,1-2 3 0,1 0 5 0,0 0 2 16,1-3-3-16,2-2 1 0,-1-2 3 0,-4-2 1 16,5-2-3-16,-2-1 5 0,1-4-3 0,1 2 1 15,-4-5-2-15,4 1 4 0,-5-3-3 16,2-2 3-16,-3 1 2 0,3-8-5 0,-6 5 1 0,-2-1-1 15,2 4 7-15,-5-1-7 0,-2-2 2 0,-3 5-6 16,-3 1-2-16,-2-1-1 0,-1 3 3 0,-3-5-7 16,-8 4 5-16,3 0-5 0,-5 4-1 15,-3-2-2-15,1 4 3 0,-1 0 2 0,0 2-4 16,3 3-2-16,0-2-11 0,2 2-14 0,6-1-19 16,-1 0-20-16,4 2-18 0,3 0-7 0,-1 1 2 15,2 1 9-15,3 0 6 0,1 0 16 0,3 1-4 16,8 0 13-16,-1-2 3 0,9-1-15 0,-2-2-7 15,12 3-2-15,1-7 9 0,-2 0 2 0,1-3 1 16,-2-5 13-16,0 3 2 0,-3-3 11 0,-2-4-8 16,0 1 28-16,-8 1 22 0,0 0 7 0,-3-3 14 15,2 2 31-15,-4-2 16 0,0 3 7 0,-1-3 15 16,-5 2 16-16,0 5 22 0,0-1 2 0,0 1-3 16,-1 5-18-16,0-2-4 0,-2 3-13 0,0-1-9 15,2 1-10-15,-2 4-25 0,1-4-22 0,-1 4-27 16,0 0-5-16,0 0 2 0,1 14-3 0,-3 1 3 15,0 4 3-15,0 8 0 0,-2 6 0 0,-3 1 3 16,1 12-3-16,1 5 4 0,0-17-1 0,1 0-3 16,0-2 9-16,3-1 0 0,0-3 1 15,1-8-4-15,0-2 6 0,0-4-4 0,1 0 0 0,-1-3-2 16,0-5 3-16,-1 1 7 0,1-2 25 0,0-1 30 16,0 0 27-16,0-4 22 0,0 0-2 0,0 0-13 15,0 0-13-15,0 0-8 0,24-13-7 0,-15 4-6 16,2-3-11-16,2 0-9 0,-3-2-1 0,3 2 0 15,-3-1-8-15,-2 4-6 0,1 0-4 16,-3 3-5-16,-2-1 1 0,0 2-6 0,0 1-2 16,0 0-8-16,-2 4-33 0,2-3-26 0,-4 3 0 15,0 0 3-15,10 7 3 0,-3-1-9 0,-1 2-6 16,2 3-2-16,3 2 0 0,-2 4-2 0,3-3-5 16,-1 1-6-16,2 0-6 0,-3-1-1 0,3-1-6 15,-1-1 3-15,-2-1 4 0,1-5 6 0,-2 0 9 16,1 0 1-16,-1-3 10 0,0-1 4 0,-1-1 0 0,1 1 14 15,-3-4 3-15,2 0 17 0,-3-2 22 16,1 3 18-16,-2-5 14 0,0 1 14 0,0 0 13 16,1 1-6-16,-2-1 8 0,-1 1-5 0,1-3 2 15,-2 2 2-15,4 0-3 0,-2 0-9 0,-1 1 0 16,1-2-4-16,-1-1-3 0,2 2-5 0,1-5-6 16,2 3-3-16,3-3-8 0,-1 3-1 0,5-3-4 15,-1 0 0-15,1 2 0 0,0-3-4 0,1 4-1 16,-3-1-2-16,-1 2-1 0,-2-4 0 0,4 3 0 15,-3-1 5-15,-1 0 0 0,0-1 4 16,-1 2-3-16,-3 3-3 0,-1 1 1 0,0-2-3 0,-1 3-2 16,0-2-4-16,-1 1-8 0,-2 3-6 0,0 0-2 15,0 0-6-15,-10-2 2 0,0 6-1 0,-2 1-1 16,-4 3-1-16,-1 1-6 0,1 0 3 0,0 3-4 16,-2 1-8-16,3 0 2 0,2 4-10 15,-1-3 1-15,1 3-12 0,2 0-6 0,-1-1-13 16,3 1-7-16,2-2-14 0,4 1-1 0,2-6-24 15,2 1-25-15,2-1-57 0,1-3-173 0,5-2-402 16,1-2 179-16</inkml:trace>
  <inkml:trace contextRef="#ctx0" brushRef="#br1" timeOffset="160813.28">21649 1734 99 0,'3'-3'286'0,"0"1"-31"0,2-1-19 0,-5 3-31 15,2-4-24-15,-2 4-23 0,7-1-16 0,-7 1-20 16,5 5-17-16,-4 0-8 0,3 5-13 0,0 0-13 16,0 2-2-16,-3 5-9 0,4-1-2 0,-1 4-9 15,-3-2-11-15,-1 0 4 0,-1 4-5 0,1-5-4 16,-4 2-1-16,4-4-5 0,-5-3 1 0,4-1-3 16,-2-5-5-16,2 1 4 0,1 0-6 0,0-4 4 15,-1 2 15-15,1-5 39 0,-3 5 35 0,3-5 26 16,0 0 15-16,0 0-19 0,0 0-12 15,0 0-17-15,3-18-11 0,-1 9-10 0,7-1-21 0,0-4-19 16,3-3-26-16,2 0-27 0,-1 2-19 0,0 1-9 16,2-1-11-16,0 1-27 0,0 2-10 15,8-5-24-15,-9 9-8 0,2-2-17 0,-1 4 1 16,-4 2-1-16,1 1 2 0,-3 2 4 0,1-1 2 16,-2 2 13-16,0 3 4 0,-8-3 7 0,11 4 15 15,-6 0 7-15,-1 1 5 0,0 0 8 0,-3 1-6 16,2 1 25-16,-2 0 7 0,0-2-1 0,-1 2 6 15,2-2-13-15,-2-5 14 0,0 8 11 0,1-4 2 16,-1-4 11-16,1 6 19 0,-1-5 22 0,1 2 20 16,-1-3 21-16,0 0 19 0,4 5 11 0,-4-5-7 15,0 0 3-15,0 0-1 0,21-5 1 0,-9 2 1 16,6-6-7-16,1 1-3 0,8-3-4 0,-3-2-10 16,2 1 1-16,-3-3-8 0,0 0-2 0,3 1-2 15,-6-1-2-15,-2 4-5 0,-4-1-4 0,0 0 1 16,-4 4 1-16,-1 1 8 0,-2 0-2 0,-4 3 3 15,3 1-9-15,-3 0-12 0,-3 3-2 0,-1-7-6 16,1 7-6-16,0 0-3 0,-18-5-3 0,4 7-5 16,-5 2 0-16,1 2-5 0,-2 0 1 15,2 3-7-15,-4 1 1 0,7 0-6 0,-2 1 3 16,2 4 1-16,2-1-5 0,4 2-1 0,2 1 2 0,5-1-3 16,2 1 5-16,6-1 0 0,6 1 6 0,6-5-4 15,5 5 3-15,10-5 2 0,3-2 0 0,2-2-2 16,17-1-3-16,-18-2 3 0,18-3-2 0,-18 0 0 15,-1-5 1-15,-1 2 0 0,-5 1 0 0,-8-3-1 16,-3 1-2-16,-2-1 6 0,-3 1-6 16,-5 0-1-16,-2 1-5 0,0-1-4 0,-1 1 0 15,-1 0-11-15,0-2-30 0,-2 1-77 0,1-1-71 16,-3-2-72-16,-1-2-244 0,-1 2-554 0,1 5 246 16</inkml:trace>
  <inkml:trace contextRef="#ctx0" brushRef="#br1" timeOffset="161722.76">23943 1664 92 0,'2'-5'282'0,"-1"-2"-4"0,0 1-7 15,1-1-15-15,-1 0-18 0,-1-1-9 0,2 2-9 16,0 1-17-16,-1 2-17 0,0-1-20 0,-1 0-20 15,0 4-13-15,3-4-32 0,-3 4-25 0,0 0-23 16,0 0-6-16,0 0-7 0,6 15-4 0,-2-1-5 16,-1 1-7-16,-2 9 0 0,0 1-3 0,2 3-3 15,-3 1 2-15,1-2-4 0,-1 2 6 0,1-3-8 16,1-1 4-16,-4-4-5 0,5-4-2 0,-2 0 11 16,0-5-13-16,-1-2 3 0,0-3-3 0,2 0 4 15,-2-1 3-15,2-2 40 0,-2 1 41 0,0-3 52 16,0-2 41-16,0 0 18 0,0 0-22 0,0 0-19 15,14-14-18-15,-7 4-15 0,4-5-13 0,-1 1-12 16,7-10-11-16,-3 2-9 0,0-2-11 0,3-3-11 16,-2 3-6-16,2 4-8 0,-7 4-5 0,-1 3-6 15,-2 4-4-15,-1 1-5 0,-3 2 0 0,1 1-10 16,0 1-2-16,-1 1-31 0,-3 3-37 0,5-5-47 16,-5 5-9-16,0 0 7 0,0 0 3 0,12 13 16 15,-9-3 3-15,1 5 13 0,-1 0 3 0,-1 4 8 16,1 0 2-16,1 1 7 0,-2-2 6 15,0-1 5-15,0 0 1 0,0-5 0 0,0-1 7 16,0 1 1-16,-1-2 4 0,1-3-1 0,0 0 11 16,-2-2 1-16,2-1-5 0,0 0 6 0,-2-4 4 0,1 6 6 15,-1-6 1-15,0 0 2 0,14 0-11 0,-1-2 2 16,6-3-10-16,11-2-30 0,-2 0-28 0,0 1-56 16,4-1-50-16,-1-2-69 0,1 2-83 15,-1-3-266-15,0 1-643 0,1 0 285 0</inkml:trace>
  <inkml:trace contextRef="#ctx0" brushRef="#br1" timeOffset="162147.87">25317 1723 198 0,'0'-6'335'0,"1"1"-7"15,3 1-13-15,-4-2-21 0,4 4-16 0,-4-2-26 16,0 4-22-16,0-5-21 0,0 5-32 0,4-3-20 16,-4 3-26-16,0 0-35 0,0 0-17 0,0 0-13 15,0 0-4-15,4 14-6 0,-2-2-8 0,-2 4-4 16,2 0-4-16,0 3-4 0,-2 1-2 0,1-1-5 16,2 6 4-16,-3-7-4 0,1-1-4 0,3 0-8 15,-4 0-3-15,0-5-20 0,0 0-18 0,0-3-15 16,0-4-24-16,4 1-5 0,-4 0-2 15,-3-1 10-15,3-2 7 0,0-3-68 0,0 0-77 0,-10-8-71 16,1-3-172-16,0-2-476 0,-4-3 210 0</inkml:trace>
  <inkml:trace contextRef="#ctx0" brushRef="#br1" timeOffset="162281.85">25277 1388 83 0,'2'-7'232'0,"0"2"-24"0,0 2-19 0,-1 1-28 15,1-1-20-15,-2 3-22 0,8 0-18 0,-3 3-21 16,4 2-29-16,-4 4-28 0,4-1-46 0,5 5-50 16,0 0-143-16,-5 2-233 0,8-4 103 0</inkml:trace>
  <inkml:trace contextRef="#ctx0" brushRef="#br1" timeOffset="162605.94">25736 1590 38 0,'4'1'303'16,"-4"-1"-24"-16,0 0-24 0,0 0-27 0,0 0-25 15,0 0-17-15,0 0-12 0,0 0-26 0,0 0-15 16,5 5-26-16,-5-5 0 0,-4 6-14 0,3-1-15 16,-1 2-4-16,0 2-7 0,0 0-1 15,0 5-15-15,-2-2 3 0,2 0-11 0,2 3-5 16,0 2-2-16,6 0-1 0,-2-2-7 0,3-1-6 15,-1 2 4-15,4 0-4 0,-3-2-5 0,0 1 2 16,1-4-1-16,0-1-4 0,-2-2-10 0,-1 2-2 16,0 0-9-16,-1-1-7 0,-1-1-2 0,-3-2-1 15,0 2 0-15,-3 1 8 0,-5-2-2 0,3 1 2 16,-5-3-3-16,0 1 5 0,-3-3 1 0,-5 2-1 16,3 0-2-16,-4-3-13 0,6 0-29 0,-1-2-44 15,1 0-63-15,2-2-260 0,-2-2-451 0,5 0 200 16</inkml:trace>
  <inkml:trace contextRef="#ctx0" brushRef="#br1" timeOffset="163273.57">26810 1659 171 0,'-2'-9'241'0,"-1"1"-22"0,-1-4-20 0,-1 5-11 16,-1-2-15-16,-1 3-19 0,0 0-18 0,0 5-13 16,-5-2-8-16,1 3-10 0,-2 3-9 0,-6 2-13 15,2 2-6-15,-1 3-12 0,-2 4-5 0,3 1-4 16,-2 3-10-16,7-3 0 0,1 2-5 15,0 0 0-15,3 0-6 0,0-1-3 0,6 1-2 0,1-5-8 16,1-1 6-16,1-2-1 0,3 1-4 0,3-2 2 16,2-4-5-16,5-1-1 0,0-3-1 0,5-2 4 15,-2-2 9-15,2 0-2 0,-1-1 2 16,-1-5 2-16,-2 4 8 0,-2 0 7 0,-3-2 5 0,0 4 11 16,-1-3 1-16,-2 4-1 0,-1 0-3 15,-2-1-9-15,3 1-9 0,-3 3-4 0,0-2-13 16,-4 2 7-16,10 3-14 0,-2 2-1 0,2 1-2 15,4 6-8-15,13 2-18 0,1 0-38 0,4 1-40 16,1-1-70-16,17 0-110 0,-17-4-222 0,3-5-530 16,0-1 234-16</inkml:trace>
  <inkml:trace contextRef="#ctx0" brushRef="#br1" timeOffset="164127.67">27877 1772 92 0,'0'0'120'16,"-8"1"19"-16,8-1-9 0,0 0 6 0,0 0-2 15,0 0-1-15,23-1-9 0,-4-1-17 0,9 1 1 16,4-1-8-16,5 0-12 0,0 1-10 0,16 2-4 16,-3-2-10-16,-10 1-4 0,1-1-7 0,10-2-1 15,-15 3-6-15,-3-2-10 0,-2 1-4 0,-12 0-10 16,-2 1-13-16,-3 0-16 0,-5 0-19 0,-3-1-28 15,-2-2-57-15,-1 2-180 0,-3 1-313 0,-9-8 139 16</inkml:trace>
  <inkml:trace contextRef="#ctx0" brushRef="#br1" timeOffset="164389.24">28188 1647 287 0,'0'-5'295'15,"0"-2"-12"-15,-1 2-2 0,1 5-6 0,1-7-17 16,-1 7-13-16,-1-6-27 0,1 6-20 0,1-5-21 16,-1 5-22-16,0 0-18 0,0 0-24 0,0-6-23 15,0 6-25-15,0 0-11 0,0 0-1 0,0 0-12 16,0 24-2-16,3-12-1 0,-3 0-9 0,1 7-2 16,-1-1-1-16,0 1-1 0,3 6 0 0,-3-4-5 15,1 4-1-15,-2-7-23 0,2 0-12 0,-1 0-30 16,1-2-24-16,-1-4-20 0,0 0-23 15,0-2-20-15,0-2-35 0,3-3-39 0,-3-1-231 0,0-4-474 16,0 0 210-16</inkml:trace>
  <inkml:trace contextRef="#ctx0" brushRef="#br1" timeOffset="164772.81">28665 1624 173 0,'3'-2'332'15,"-3"2"-31"-15,0 0-23 0,2-5-36 0,-2 5-20 16,0 0-27-16,0 0-24 0,6 0-18 0,-6 0-16 16,3 10-13-16,-2-7-15 0,5 11-14 0,-4-4-6 15,1 3-9-15,2 4-8 0,-1 0-6 0,1-1-8 16,-2 1-5-16,1 0-6 0,0-1-1 0,0-3-3 15,-3-4-7-15,2 3-3 0,-2-5-6 0,0-1-1 16,1 0 2-16,-2-3 0 0,0-3 32 0,2 7 34 16,-2-7 41-16,4 4 35 0,-4-4 37 0,0 0 15 15,0 0-23-15,0 0-23 0,9-14-15 0,-6 6-17 16,0-3-16-16,1-1-13 0,-1-3-16 16,4-2-31-16,2 1-20 0,0-1-26 0,-1 1-21 15,2 0-15-15,3 2-29 0,-4 0-25 0,-3 3-36 0,3 2-35 16,0 0-33-16,1 2-32 0,2 1-21 0,-2 2-19 15,3 3-5-15,-3-1-12 0,-1 4-11 0,1 0-18 16,-2 1-215-16,-2 2-547 0,0-2 242 0</inkml:trace>
  <inkml:trace contextRef="#ctx0" brushRef="#br1" timeOffset="165140.19">28973 1755 45 0,'1'3'275'16,"-1"-3"13"-16,0 0 7 0,0 0-7 0,0 0-21 15,0 0-29-15,0 0-25 0,25-7-22 0,-13 0-14 16,2-1-16-16,4 1-17 0,0-5-13 0,8 2-11 16,-7-1-12-16,5-4-8 0,-1 2-11 0,0-5-14 15,-4 5-3-15,1-2-8 0,-4 1-8 0,-2 2 6 16,-4 0 1-16,-2 1-7 0,-3 5-5 0,-1-2-6 16,-3 4-8-16,2-5-5 0,-6 3-8 0,-2 0 1 15,-4 1-8-15,-5 2-1 0,-4 0-6 0,-10 4 6 16,-1 4-7-16,2 1-3 0,-1 5 4 0,2-1-12 15,2 5 5-15,2 3-3 0,8-4 0 16,-4 10-5-16,4-1 7 0,5 3-1 0,9 3 4 16,4-3 3-16,7-1 0 0,10 0 5 0,10-2-2 15,17 3-1-15,7-4-4 0,9-3 2 0,24 3 4 16,-24-12-1-16,26 0-3 0,-29-9 4 0,-5 0-12 16,-5 1 9-16,-19-5-5 0,0-1 4 0,-5 2-4 15,-8-1 3-15,-6 1-8 0,0 0 1 0,-6-1-9 16,-1-1-9-16,-1-1-31 0,-7 0-27 0,-5-2-43 15,-10-1-35-15,-2 3-53 0,-9-4-61 0,-3 5-252 16,2 0-563-16,6 0 249 0</inkml:trace>
  <inkml:trace contextRef="#ctx0" brushRef="#br1" timeOffset="165888">25417 2849 54 0,'-1'-5'262'16,"1"3"-9"-16,-2-3-5 0,2 5-14 0,0-7-3 15,0 2-14-15,0 5-14 0,0-3-14 0,0 3-17 16,2-4-17-16,-2 4-23 0,0 0-10 0,0 0-21 15,0 0-22-15,0 0-20 0,0 0-6 0,0 0-3 16,0 12-6-16,0-3-5 0,0 3-6 0,0 3-1 16,0 3-3-16,0 1-2 0,1 7-4 0,-1-5 2 15,1 4-5-15,-2-4 3 0,2-2-2 0,2 0-2 16,-3 2-4-16,1-5 6 0,-1-3-5 0,2-3-1 16,0 1-29-16,-2-3-14 0,1-3 2 0,-1 2 3 15,0-2 3-15,0-1 4 0,0-4-2 0,0 0-38 16,0 0-46-16,-14-12-31 0,10 3-46 0,-5-8-17 15,-1-5-44-15,0-4-122 0,1-2-390 0,1 0 173 16</inkml:trace>
  <inkml:trace contextRef="#ctx0" brushRef="#br1" timeOffset="166003.57">25309 2701 67 0,'0'-12'245'0,"0"3"-21"0,0-2-1 0,0 5-18 16,0-1-18-16,-1 2-22 0,2 2-17 0,-1-2-22 15,0 5-13-15,4-2-16 0,-4 2-19 16,0 0-27-16,9 5-19 0,-5 0-25 0,1 4-28 15,2-2-51-15,0 3-59 0,-3-2-160 0,4 1-315 16,-2 2 139-16</inkml:trace>
  <inkml:trace contextRef="#ctx0" brushRef="#br1" timeOffset="166605.6">25681 2944 225 0,'0'0'225'0,"2"5"-26"16,-2 1-19-16,1 2-16 0,-1 2-14 0,-1 2-14 15,-2 0-13-15,2 5-17 0,1-1 1 0,-2-1-19 16,1-2-8-16,0-1-8 0,1-2-4 0,0 2-4 16,0-5-4-16,0 0-9 0,0 0 3 0,1-4 5 15,-1-3 19-15,3 4 3 0,-3-4 1 0,0 0-9 16,14-7-12-16,-7 0 9 0,2-3-4 0,0-2-5 15,3-1-12-15,-1-3-1 0,2-1-6 0,-1 4-1 16,-2-2-9-16,0 2-1 0,-1 5-8 0,-3-1 11 16,2 1-4-16,-3 3-5 0,0 1-8 0,2 0-4 15,-2 1 0-15,-5 3-4 0,10-1-4 0,3 4 0 16,-4 2-4-16,0 2 6 0,1 0-8 0,1 4 1 16,1 0-1-16,-1 2 2 0,1 1-1 0,3-2 2 15,-2 5-4-15,2-5-1 0,2 0-3 0,-2 0 1 16,-1 0 2-16,0-5-1 0,-2 0 2 0,-2-2 2 15,3-2 0-15,-5-1 2 0,2-2 0 0,0-5 0 16,2 0 2-16,-5-2 6 0,2 0 1 16,1-7 12-16,-2-1-1 0,-1-4 20 0,-1 2-5 0,-2-1 11 15,1-8-3-15,1 0 4 0,-1 0-10 0,-1-4 6 16,0 2 0-16,-2-2 6 0,2 3 5 0,0 3 8 16,-4 3 10-16,3 5 14 0,-1 0 11 0,-2 4 4 15,2 4-8-15,-2-1-14 0,2 4-20 16,-2 0 2-16,0 5-31 0,0-7-42 0,0 7-35 15,0 0-1-15,0 0-3 0,0 0 13 0,0 23 6 16,1-8-5-16,-2 7 11 0,2 3 3 0,2 4 4 16,-3-1 3-16,-3 0 1 0,6 0 2 0,-2 0 4 0,1-2 4 15,0 0 5-15,-2-7-4 0,5-1-1 16,-5-3-7-16,1-1-10 0,-1-4-19 0,3 2-10 16,-3-6-38-16,1 2 16 0,-1-4 7 0,0-4 2 15,-1 6 6-15,1-6 0 0,-4 2-91 0,4-2-73 16,0 0-319-16,-22-12-584 0,13 2 259 0</inkml:trace>
  <inkml:trace contextRef="#ctx0" brushRef="#br1" timeOffset="166783.6">26052 2868 28 0,'0'0'196'0,"0"0"-7"0,0 0-16 15,0 0-6-15,0 0-19 0,18 3-12 0,0-3-12 16,10-1-13-16,9 0-15 0,-3 2-8 0,-2-2-47 16,5-2-87-16,-3 2-197 0,-2 0-261 0,-3-4 116 15</inkml:trace>
  <inkml:trace contextRef="#ctx0" brushRef="#br1" timeOffset="167740.6">26467 3057 22 0,'0'0'269'0,"-1"4"-20"16,1-4-29-16,0 0-22 0,0 0-19 0,24-6-17 15,-7 1-17-15,5 2-14 0,7-3-14 0,2 0-14 16,1-2-10-16,-1-1-9 0,0-3-9 0,1 3-8 15,-4 0-11-15,0-2 1 0,-2 2-9 0,1-3-5 16,-11 4-7-16,0-2 0 0,-5 4 3 0,-3 0 7 16,-1 0 4-16,0 3 1 0,-2-4-8 0,-4 4-7 15,2-1-7-15,-6 0-1 0,3 4-4 0,-9-7-4 16,1 5 3-16,-3 0-11 0,-8 2 1 0,0 4-4 16,-2 2-1-16,3-1-2 0,-2 1 1 0,0 2-6 15,3 2 1-15,-1 4-1 0,5-4-3 0,3 3-4 16,1 3-3-16,0-2-3 0,5 4-7 0,3-5-10 15,2 0 3-15,3-1-1 0,8 0 2 0,3 0-3 16,9 1-1-16,6-7-8 0,0-3-4 0,5 1-18 16,-1-3-7-16,2-6-5 0,0 2 5 0,-3-6 7 15,2-3 13-15,-7-1-6 0,1-5 10 0,-6 3 13 16,1-2 10-16,-3-3 15 0,-2 2 12 0,-2-3 7 16,-7 5 10-16,-2-1 22 0,-1 0 23 0,-4 5 5 15,2 0 11-15,-5 0-13 0,2 2-1 0,-2 0-8 16,-1 3-9-16,0 1-9 0,1 6-3 0,-8-8-9 15,2 7 0-15,-3 1-6 0,-4 1-3 0,2 3-3 16,0 4-5-16,-4 1-14 0,5 3-6 0,-4 3-4 16,2 2-3-16,1 7-10 0,3 1-3 0,-1 1 3 15,3-4-7-15,1 3-6 0,3-7-9 16,4 1 2-16,0-3 4 0,3 0-1 0,-1-4 7 16,3-2 5-16,0-1 1 0,0-2 2 0,-1-2 6 15,-1 0 1-15,3-5-1 0,-1 0 3 0,-7 0 1 0,17-5 4 16,-12 0 19-16,4-2 5 0,-4 1 12 0,2-6 15 15,-2 4 9-15,0-4 5 0,0 2 5 16,-1 3 8-16,0 0-2 0,-3 2 9 0,-1 5-4 16,2-11-16-16,1 7 4 0,-3 4-9 0,1-7-12 15,-1 7-29-15,0 0-39 0,0 0-37 0,0 0 6 16,0 0 7-16,0 0 3 0,3 19 3 0,-2-6 8 16,0 4 3-16,-1 2 4 0,3 6 2 0,0 3 3 15,3 1 4-15,-2 2 3 0,-2 1 2 0,2 4 4 16,0-1 2-16,-4 13-8 0,-5-1 3 0,4-9 5 15,-1-5 0-15,1-1 2 0,-4-1 1 0,0-2 0 16,0-4 1-16,-3-1 1 0,3-8 1 0,-3-1-3 16,-2-6 2-16,2 1 1 0,-2-5 7 0,-4-1-4 15,-3 2 11-15,-2-9 0 0,-4 0 3 0,-3-4 1 16,0-1 34-16,0-3 8 0,1-2 17 0,-1-3 3 16,3 0 7-16,1-4-1 0,3 0 25 0,5 3 7 15,0-9 4-15,5 2-10 0,3-4-6 0,6 0-15 16,2-3-6-16,7-1-12 0,4 2-6 0,6 1-6 15,0 1-10-15,7 1-5 0,6 5-8 0,0 1 2 16,15-3-9-16,-1 4-1 0,-10 6-11 0,1 2 8 16,-4 3-9-16,-2-2 3 0,-2 4 1 0,-8 1-5 15,-5 2-2-15,-3 2-17 0,0-2 20 0,-8 3-15 16,5-1-12-16,-5 1-15 0,2-3-21 0,-7 4-2 16,6-2-10-16,-6 2-8 0,0 0 9 0,0 0-3 15,0 0-39-15,0 0-24 0,0 0-39 0,-23 11-34 16,23-11-49-16,-14 5-241 0,6-5-529 0,8 0 234 15</inkml:trace>
  <inkml:trace contextRef="#ctx0" brushRef="#br1" timeOffset="168088.89">27456 3170 286 0,'0'0'278'0,"0"0"-23"16,0 0-22-16,0 0-27 0,0 0-20 16,21-8-18-16,-9 2-13 0,3 1-22 0,6-2-9 15,-3-2-15-15,8-1-10 0,-7-1-9 0,-1 1-12 16,5-3-8-16,-5-1-7 0,-2 3-3 0,0-2-15 16,-2-2 3-16,-2 2-6 0,1 2 3 0,-5 3-4 15,-1-4-11-15,0 5 4 0,-6 0-4 0,0-1-7 16,-2 1-5-16,-3 2-1 0,-1-1-2 0,-7 0-3 15,-7 1-1-15,2 3 0 0,-2 2-3 0,-3 1 1 16,-5 6-4-16,0 0-1 0,0 2 0 0,2 6 0 16,1 2 0-16,4 1 3 0,-1-1-6 0,3 6 2 15,2-3-4-15,2 4-6 0,7-6 1 0,2 0-11 16,1 6 0-16,4-7-6 0,4 1-20 0,2-2-19 16,5 0-29-16,3-3-71 0,4-4-278 0,0-2-476 15,3-3 211-15</inkml:trace>
  <inkml:trace contextRef="#ctx0" brushRef="#br1" timeOffset="168406.57">27917 2949 28 0,'4'-3'327'0,"0"-1"-29"0,-4 4-34 16,4-4-30-16,-4 4-25 0,5-4-25 15,-5 4-15-15,0 0-22 0,0 0-18 0,15 10-15 16,-9 2-13-16,1 3-10 0,-3 1-9 0,5 7-7 15,-5-2-13-15,-2 5-1 0,-2 1-7 0,3 2-3 16,-6-3-5-16,-3 1-10 0,-2-8 2 0,3 6-2 16,0-9-3-16,0 0-5 0,-1-4-3 0,2-3 0 15,-2-1 1-15,4-2 5 0,-2-2 36 0,3 2 48 16,1-6 54-16,-6 2 3 0,6-2-17 0,0 0 2 16,-7-12-7-16,7 2-10 0,0-2-6 0,0-4-11 15,3-2-21-15,7-6-12 0,-1-2-11 0,5-1-23 16,0 4-15-16,4-5-25 0,5 4-27 0,-5-2-23 15,5 4-42-15,-3 4-49 0,2 0-36 0,2 4-48 16,1 3-55-16,-6 2-69 0,0 2-261 0,-1 2-642 16,-5 3 285-16</inkml:trace>
  <inkml:trace contextRef="#ctx0" brushRef="#br1" timeOffset="168546.87">28346 3258 385 0,'0'0'400'0,"0"5"-16"0,0-5-30 16,0 0-30-16,-2 5-37 0,2-5-21 0,0 0-40 16,5 0-93-16,-5 0-104 0,0 0-103 0,23-5-145 15,-11 1-198-15,-3-1-450 0,1-3 200 16</inkml:trace>
  <inkml:trace contextRef="#ctx0" brushRef="#br1" timeOffset="172904.61">2798 5717 57 0,'0'0'131'0,"0"0"-1"0,0 0-25 0,-4-3 3 16,4 3-4-16,0 0-7 0,0 0 3 15,0 0-4-15,0 0-8 0,0 0 2 0,0 0-6 16,0 0 6-16,0 0-5 0,0 0-11 0,0 0-4 0,0 0-4 16,0 0-3-16,0 0-8 0,0 0-3 0,0 0-3 15,0 0-4-15,0 0 2 0,0 0 1 0,0 0-3 16,0 0-3-16,0 0 0 0,0 0-9 15,0 0-2-15,0 0-1 0,0 0-5 0,22-5-3 16,-5 3 0-16,11-1-4 0,1 2-2 0,4-3-1 0,3 2-2 16,18-3-4-16,-15 3 2 0,12-2 1 0,0-1-1 15,-13 1 0-15,0 0-5 0,-1 0-3 16,-3 1-17-16,0 0 7 0,-5 1-1 0,-6 0 3 16,-4 0-1-16,-5 1-1 0,-2 1 0 0,-2 0-10 15,-4-2-13-15,1 2 1 0,-7 0-2 0,0 0 0 16,0 0-5-16,0 0-9 0,-31 5-8 0,13-1 4 15,0-1-2-15,-1 0 4 0,-1 1 2 0,3 1 5 0,-1-2 9 16,3 3-8-16,-4-1-3 0,7 0-1 16,-2 0 4-16,1-3 4 0,2 3 19 0,3-2-10 15,2 0 4-15,-2 1-4 0,2-3 4 0,-1 0 3 16,4 2 1-16,0-2 2 0,3-1 10 0,-9 4 10 16,9-4 22-16,-4 1 11 0,4-1 16 0,0 0 12 0,-6 2 10 15,6-2 1-15,0 0 8 0,0 0-1 16,0 0-6-16,0 0-4 0,-4 1-5 0,4-1-6 15,0 0-8-15,0 0-12 0,0 0-5 0,0 5-11 16,-3-2-4-16,1 2-3 0,1 6-5 0,-3-1 0 16,1 5-4-16,-3 5-3 0,-2 6 1 0,2 3-1 15,-1 0 1-15,2 6 3 0,0 2-5 0,-1 9 2 16,5-9 0-16,-1-1 0 0,1 0-4 0,4-4 4 0,-2 1-2 16,2-1 0-16,-3 0 2 0,3-6 1 15,-2 3-4-15,2-5-1 0,-4-4 3 0,1-3 1 16,-3 0-2-16,2-5 2 0,-1-2-2 0,-4 3 3 15,4-5 0-15,-2-1 14 0,-3 0 6 0,1-1 9 0,-5-1 1 16,-2-3 0-16,-6 0 6 0,1-2 9 16,-12-4 10-16,11 1 14 0,0-4 14 0,1 2 3 15,-1-1 0-15,3-2 7 0,-1 0-16 0,4 1-3 16,-1 2-8-16,5-2 20 0,0 2 0 0,0 2-7 16,4-1-11-16,1 1-6 0,-1 1 5 0,1-1-11 15,4 3-15-15,-5-4-7 0,4 3 2 0,1 1-31 16,0 0-31-16,-5-4-27 0,5 4-38 0,-3-3-39 15,3 3-29-15,0 0 10 0,0 0-12 0,9 11-15 16,0-6-30-16,3 0-57 0,-1-2-250 0,4 2-545 16,3-2 241-16</inkml:trace>
  <inkml:trace contextRef="#ctx0" brushRef="#br1" timeOffset="173337.96">3399 6474 100 0,'-4'2'122'0,"4"-2"-15"0,0 0-2 0,-3 2-9 16,3-2-8-16,0 0 0 0,0 0-3 0,0 0-5 15,0 0 0-15,0 0-4 0,-5 3-11 0,5-3-3 16,0 0 3-16,0 0-1 0,0 0 0 0,0 0-1 16,0 0-1-16,0 0 9 0,0 0 0 0,0 0-1 15,0 0-8-15,0 0-5 0,0 0-5 0,0 0-2 16,0 0-4-16,23 1-1 0,-9-4 0 0,4 2-10 15,9-1 0-15,4 0-1 0,-2-1-4 0,2 1 5 16,-3-1-8-16,1-1-5 0,-6 2 2 0,-4 1-4 16,-1-1-1-16,-4-1-4 0,-2 1 1 0,-2 2 1 15,-3-2-3-15,0 2 1 0,-2-1-4 0,-5 1-11 16,8-2-4-16,-8 2-43 0,0 0-51 0,0 0-34 16,0 0-36-16,-17-5-160 0,6 3-353 0,-1 2 157 15</inkml:trace>
  <inkml:trace contextRef="#ctx0" brushRef="#br1" timeOffset="173772.12">3862 6362 167 0,'0'0'342'0,"3"-4"-21"0,-3 4-20 0,4-3-23 15,-4 3-23-15,0 0-25 0,0 0-24 0,0 0-21 16,5-2-21-16,-5 2-19 0,0 0-18 0,0 0-23 16,0 0-28-16,0 0-10 0,1 9-7 0,-1-4-4 15,0 0-5-15,0 5-4 0,0 2-7 0,4-2-3 16,-7 2 0-16,2 4-6 0,1-3-3 0,0-1-2 16,-1-3-3-16,1-1-3 0,-3 0-4 0,1-2 5 15,2 0-6-15,0-2 4 0,2-2 2 0,-4 3 4 16,2-5 26-16,0 0 31 0,0 7 25 0,0-7 28 15,0 0 23-15,2 3 16 0,-2-3-12 0,0 0-15 16,0 0-16-16,8-15-13 0,-4 11-14 0,0-2-7 16,-3 2-10-16,4-3-9 0,-5 4-8 0,4-2-8 15,-1 3-4-15,0-2-12 0,-3 4 0 0,3-6-13 16,-2 4-7-16,-1 2-8 0,0 0-15 0,0 0-29 16,0 0-18-16,0 0-9 0,0 0 7 0,0 0-5 15,16 9-10-15,-14-5-7 0,2 2-16 0,1 0-8 16,0 2-17-16,1 1-5 0,1-4-9 0,1 4-26 15,-2-2-32-15,-1-2-30 0,-1 2-63 0,1-5-88 16,0 0-209-16,-5-2-619 0,14 0 275 16</inkml:trace>
  <inkml:trace contextRef="#ctx0" brushRef="#br1" timeOffset="174306.11">4361 5888 23 0,'1'-2'227'0,"3"-1"-12"0,0-1-23 0,1 1-11 0,0 1-17 16,2-1-16-16,0 3-17 0,2 0-15 0,1 0-8 15,3 3-8-15,0 2-7 0,1 0-10 0,1 2-5 16,-4 1-9-16,5 2-1 0,-2 1-12 0,-4 1-8 16,-2 2 0-16,-2 0-10 0,3 1-2 0,-6 2-6 15,-2 0-4-15,-1 0-1 0,-4-1-3 0,-2 2-2 16,-2 1 3-16,2-2-13 0,-2-4 5 0,-2-6-5 15,6 4 2-15,-4-5-2 0,4-1-1 0,-1 0 3 16,4 0 24-16,-3-3 29 0,-1 2 40 0,3-1 33 16,2-3 20-16,0 0-18 0,0 0-15 0,-3-12-13 15,6 5-15-15,4-3-2 0,0-4-14 0,3-1-5 16,0-2-11-16,4 2-5 0,0 1-8 0,3-1-6 16,-3 2-7-16,0 2 2 0,-2 1 5 0,-6 4-18 15,5 0-8-15,-6 1 2 0,1 1-7 0,-3 1-7 16,3 1-15-16,-1-1-17 0,-5 3-7 15,0 0-3-15,9 3-8 0,-7 1-3 0,2 2 2 0,0 1-6 16,-3 2 3-16,3 8-6 0,-3-5-6 0,3 4-11 16,-3 0-4-16,0 1-9 0,1-3-26 0,-1 3-24 15,-1-2-22-15,0-3-54 0,0-3-269 0,0-4-516 16,1 2 228-16</inkml:trace>
  <inkml:trace contextRef="#ctx0" brushRef="#br1" timeOffset="174537.05">4819 5819 188 0,'2'-5'278'0,"-1"4"-42"0,0-2-23 16,-1 3-28-16,0 0-20 0,0 0-17 0,13 4-14 16,-4 3-11-16,-1 3-9 0,2 4-15 0,1 0-6 15,0 8-9-15,2 1-8 0,-1 2-7 0,-3 4-4 16,-2-4-8-16,-1 3-4 0,-4-1-4 0,-4 2-3 15,2 0-7-15,-4 0-3 0,-4-5-7 0,-2 1-6 16,-6-1-1-16,-2-5-5 0,-3 0-4 0,-3-2-53 16,-8-1-44-16,0-4-64 0,-4-2-249 0,0-4-431 15,2-4 191-15</inkml:trace>
  <inkml:trace contextRef="#ctx0" brushRef="#br1" timeOffset="174856.43">4440 5690 81 0,'-5'-3'190'0,"1"2"-19"15,4 1-21-15,-6-3-10 0,6 3-22 0,0 0-15 16,-13 5-8-16,5 2-6 0,-1 2-7 0,-3 7-6 16,-3 5-3-16,-2 3-9 0,-3 7-4 0,4-2-7 15,-1 3-2-15,3-1-6 0,1 1-3 0,4 4-2 16,3-1-9-16,2-2-1 0,7 0 3 0,3-2-3 16,4-3 6-16,7 1-5 0,2-3-2 0,9-1 2 15,13 3-1-15,-8-8-30 0,20-1-43 0,-1-4-83 16,-11-10-181-16,14 3-330 0,-15-4 146 0</inkml:trace>
  <inkml:trace contextRef="#ctx0" brushRef="#br1" timeOffset="175238.87">5420 5993 230 0,'0'0'297'0,"-5"-2"-16"16,5 2-7-16,0 0-23 0,0 0-23 0,0 0-26 0,0 0-20 16,17-6-21-16,-6 4-13 0,7 1-26 15,2-1-31-15,6 0-32 0,5 1-41 0,3 1-45 16,-7-2-53-16,10 0-60 0,-9 2-244 0,-7-2-414 15,0 1 184-15</inkml:trace>
  <inkml:trace contextRef="#ctx0" brushRef="#br1" timeOffset="175381.98">5518 6175 91 0,'0'0'205'0,"2"4"5"0,2-1-12 16,7-2-21-16,12 0-11 0,6-1-28 15,6 0-65-15,3 0-85 0,1-5-196 0,9-3-225 16,-11 2 100-16</inkml:trace>
  <inkml:trace contextRef="#ctx0" brushRef="#br1" timeOffset="176205">7338 5335 92 0,'0'0'138'0,"-3"-4"-11"16,3 4-11-16,0 0-7 0,0 0-3 15,-1-5-8-15,1 5-11 0,-1-2-3 0,1 2-21 16,0 0 9-16,-8-4-11 0,8 4-6 0,-3-2 0 16,3 2-8-16,0 0-8 0,0 0 4 0,-6-1-5 0,6 1-1 15,0 0-8-15,0 0-8 0,0 0 5 0,0 0-2 16,0 0-10-16,0 0 5 0,0 0-1 15,0 0-1-15,0 0 6 0,0 0 9 0,22 3 0 16,-4-1 7-16,10 0-10 0,5 0 4 0,6-2-4 0,14 1-1 16,1 1-6-16,3-4 6 0,-3 2-11 15,-3 0 4-15,-10 0-9 0,-5 2-13 0,1-4-6 0,-5 4-23 16,-4-4-7-16,-9 2-21 0,-6-1-26 16,0 1-17-16,-7-1-58 0,-2 0-92 0,-4 1-271 0,0 0 120 15</inkml:trace>
  <inkml:trace contextRef="#ctx0" brushRef="#br1" timeOffset="176730.87">7366 5414 114 0,'0'0'153'0,"0"0"-23"0,0 0-9 0,0 0-12 15,0 6-6-15,4-2-5 0,-3 1-11 0,3 0-3 16,4 3-11-16,2 7-6 0,-1-2-6 0,4 1 1 16,-1 3-8-16,6 2 1 0,0 3-10 0,3 1 0 15,-1-2-2-15,3 2-7 0,0 2-5 0,-1-3-3 16,1 0 3-16,1-1-5 0,-1 0-2 0,1-5-7 16,-2 1 4-16,-4-5-4 0,0-1 0 0,1-5-1 15,-5 3-2-15,-1-4 2 0,-3-4-2 0,-1 3 2 16,0-2 34-16,-1-1 16 0,0-1 11 0,-1 0 13 15,-1-2 12-15,1-1 2 0,-2 0-6 0,2 3 12 16,-1-3 11-16,-2 1-10 0,-4 2 6 0,6-7-10 16,-3 5-4-16,-1-1-12 0,-2 3-9 0,4-2-11 15,-4 2-10-15,0 0-7 0,5-1-32 0,-5 1-32 16,0 0-2-16,0 0 3 0,-4 17-1 0,2-7 3 16,-6 7 0-16,-5 8 1 0,-2 4 0 0,-8 12 0 15,1 5 6-15,-5 2-2 0,0 1-1 0,2 4 0 16,-1-3-1-16,1 1 5 0,3 0 0 0,-1-2-1 15,4-4 4-15,1-2-2 0,4-10 0 0,5-1-5 16,-5 3 6-16,2-3-1 0,2-3-1 0,0-3-1 16,0-3 2-16,3-6 1 0,2-1 5 0,-1-5-7 15,1 0 1-15,4-2 1 0,-2-4 3 0,2 2-2 16,-1-2 0-16,2-1 1 0,-2 0 1 0,-1-1-2 16,3-3 1-16,3 4-3 0,-3-4-3 0,0 4-7 15,0-4-13-15,0 0-70 0,0 0-88 0,0 0-106 16,0 0-193-16,-10-14-516 0,10 14 228 0</inkml:trace>
  <inkml:trace contextRef="#ctx0" brushRef="#br1" timeOffset="177089.22">7470 6694 161 0,'-5'1'193'0,"5"-1"-1"0,-6 1-1 0,6-1 0 16,0 0 11-16,-3 4-2 0,3-4-18 0,0 0-20 0,0 0-15 16,24-6-12-16,4 3-15 0,10-2-12 15,21-2-10-15,5-1-12 0,1 2-10 0,31-6-8 16,-4 2-6-16,-27 3-6 0,27-5-8 0,-32 4-4 15,3 1 1-15,-3 0 4 0,-5 0 4 0,-18 1-1 0,-4 0 2 16,-2 3 17-16,-13 1 20 0,-7-2 18 0,2 1 7 16,-1 2 13-16,-6-2 1 0,3 1-10 0,-4 1-11 15,-1 1-12-15,-4 0-7 0,6-3-13 16,-6 3-19-16,4 0-29 0,-4 0-54 0,0 0-55 16,0 0-52-16,0 0-51 0,-15-2-63 0,6 2-106 0,-1-1-179 15,2 2-574-15,8-1 253 0</inkml:trace>
  <inkml:trace contextRef="#ctx0" brushRef="#br1" timeOffset="178289.15">7408 7071 111 0,'2'-3'181'0,"-2"3"-21"0,0 0-12 0,1-4-19 16,-1 4-11-16,0 0-14 0,0 0-11 0,15 2-15 16,-11 3-6-16,1-2-8 0,3 5 1 0,-2 1-9 15,4 6-1-15,-1-4-7 0,0 6-2 0,1-1-4 16,-3 2-10-16,1 1-5 0,-2 0-1 0,4 6 5 16,-6-7-7-16,-1 0 3 0,0-2-7 0,-3 3-3 15,3-3 1-15,-3 0 0 0,0 1-7 0,0-7 5 16,-3 1 2-16,3 0-4 0,-1-3 5 0,1 0 4 0,0-1 5 15,0-2 1-15,-2-3 15 0,2 2 13 16,0-4 22-16,-2 6 29 0,1-2 37 0,1-4 27 16,0 0 42-16,0 0-14 0,0 0-23 0,0 0-16 15,0-19-20-15,0 10-9 0,1-4-15 0,4-4-12 16,2-9-8-16,-2 0-11 0,5-1-15 0,-1 0-6 16,4-3-1-16,1 1-9 0,0 3-3 0,0 2-15 15,-1-1-5-15,-3 9 1 0,0 1-5 0,-2 0 7 16,-3 4-8-16,3 3-4 0,-4 0 0 0,-1 3-28 0,0 1-25 15,0-3-32-15,-1 5-34 0,1-1-53 0,-3 3-54 16,4-1-5-16,-4 1 8 0,0 0-13 16,2 8-37-16,-3-3-272 0,0 0-566 0,1 2 250 15</inkml:trace>
  <inkml:trace contextRef="#ctx0" brushRef="#br1" timeOffset="178535.21">8100 7145 295 0,'0'0'361'0,"0"0"-28"0,0 0-23 0,0 0-33 16,0 0-30-16,3-11-28 0,1 9-21 0,2-2-22 15,0 0-26-15,5 0-32 0,2-1-36 0,5 0-40 16,1 1-41-16,0 1-49 0,2-1-34 0,-2 3-74 16,0-3-87-16,1 1-137 0,-5 2-412 0,-4 1 182 15</inkml:trace>
  <inkml:trace contextRef="#ctx0" brushRef="#br1" timeOffset="178688.22">8111 7331 90 0,'-4'2'183'16,"3"0"12"-16,1-2 9 0,-3 4-2 0,3-4-9 0,0 0-18 16,0 0-15-16,20 1-17 0,-4-3-13 15,6-2-24-15,7-1-43 0,1-2-58 0,2 1-43 16,1-3-51-16,3 1-198 0,-3-1-312 0,0-2 139 16</inkml:trace>
  <inkml:trace contextRef="#ctx0" brushRef="#br1" timeOffset="179003.1">8812 7015 31 0,'0'0'254'0,"-7"-4"-17"16,7 4-22-16,-10 2-16 0,1 0-18 16,0 1-17-16,-7 3-12 0,0 4-17 0,1-1-19 15,-7 7-4-15,4-1-17 0,-1 4-11 0,2-5-7 0,7 3-9 16,-4-2-6-16,5 1-3 0,0 0-8 0,2-3-3 15,3 3 14-15,1-6-1 0,3 1 4 16,1-1 13-16,3-1 12 0,5-1 7 0,0 0 10 16,5-4 1-16,8-1 2 0,-2-3 1 0,7-1 3 0,2-4 14 15,-11-2 19-15,2 1 10 0,-5-3-5 16,1-4-8-16,-1 1-14 0,-3-3-1 0,0 2-16 0,-6-4-14 16,0 1-14-16,-3-4-16 0,-2 1-15 15,-2 0-29-15,-4-1-27 0,-4 1-35 0,-4 2-48 0,-8-1-39 16,-9 3-42-16,-2 4-41 0,-4 2-46 0,-2-1-81 15,1 5-261-15,4 0-644 0,1-1 285 16</inkml:trace>
  <inkml:trace contextRef="#ctx0" brushRef="#br1" timeOffset="180073.55">7995 4864 20 0,'0'0'150'0,"0"0"-22"0,0 0-4 0,0 0-12 16,0 0-1-16,0 0-2 0,0 0-2 0,0 0-8 16,0 0 1-16,0 0 0 0,0 0-2 0,0 0-2 15,0 0 0-15,5-7 1 0,-5 7-1 0,0 0 3 16,0 0 6-16,0 0-12 0,0 0-4 0,-5-5-6 15,5 5 1-15,-3-10-4 0,2 6-3 0,0-4 0 16,-2-1 1-16,2-3 5 0,1 0-5 0,-4-5-8 16,2 3-3-16,0-2-1 0,1 0-6 0,-2-1-1 15,2 0-9-15,1 5-7 0,-4-1 8 0,1 4-1 16,0-3-10-16,0 3 4 0,0 2-5 0,0-1-10 16,-1 3-7-16,-2 3-11 0,-4-4-5 0,-2 6-8 15,-7 3 3-15,-8 5-3 0,-3 4 2 0,-5 0 0 16,0 7-1-16,-11 5 0 0,-1 3 1 0,-3 0-4 15,3 2 2-15,-4-2 1 0,6 4 1 0,2-4-2 16,1 0 2-16,12-9-1 0,1-1 5 0,2-2 1 16,10-4-4-16,1-3-2 0,4-3 4 0,2 2 0 15,4-4-1-15,-1-1 4 0,1 3 25 0,0-3 23 16,2-2 13-16,4 0-5 0,-5-8-6 0,3 4-8 16,2-8-4-16,0 4-6 0,2-3-7 0,3-6-1 15,2 0-5-15,0 0 0 0,0 1-4 0,4-2-5 16,0 1 5-16,3 0-6 0,-4 5-6 0,-1 3 5 15,-1 0-7-15,-2 2-2 0,3 1-9 0,0 3 0 16,-1 1 3-16,3 2-1 0,2 2 0 0,6 3 1 16,1 3-2-16,5 5 0 0,3 0 4 0,3 3-3 15,-1 0-13-15,2 1-25 0,13 4-27 0,-10-5-29 16,11 5-42-16,2-1-45 0,-12-7-66 0,0 0-284 16,0-2-576-16,-2 2 255 0</inkml:trace>
  <inkml:trace contextRef="#ctx0" brushRef="#br1" timeOffset="180628.96">8893 5827 143 0,'-5'0'175'0,"1"1"-3"16,4-1 10-16,-10 0-3 0,10 0-6 0,-5 0-3 15,5 0 1-15,-8 0-9 0,8 0-11 0,0 0-16 16,0 0-14-16,0 0-13 0,0 0-8 0,27 0-13 16,-9 0-9-16,13-1-10 0,1-1-5 0,1 0-10 15,1 2 0-15,3-2-7 0,-6 0-6 0,6 1-4 16,-5-3-2-16,-3 4-6 0,-2-1-4 0,-6-1-3 16,-8 1-4-16,0 1 0 0,-4-1 0 0,-1 1-3 15,0-3-2-15,-2 3 0 0,-2-2 0 0,-4 2-22 16,5-3-41-16,-5 3-44 0,0-5-32 0,0 5-35 15,-5-8-54-15,0 2-154 0,-4 3-399 0,8-1 177 16</inkml:trace>
  <inkml:trace contextRef="#ctx0" brushRef="#br1" timeOffset="180937.66">9508 5591 168 0,'0'-5'359'0,"0"2"-2"16,0 3-19-16,1-7-23 0,-1 5-25 0,0 2-20 16,3-3-15-16,-3 3-42 0,0 0-28 0,0 0-18 15,0 0-30-15,0 0-41 0,0 0-11 0,0 0-14 16,0 0-7-16,1 20-5 0,0-7-12 0,3 4-1 16,-3-1-5-16,-1 6-3 0,3-3-4 0,-2 6-3 15,3-7 1-15,-4 2-4 0,4-2-3 0,-3 0-1 16,2-1-4-16,-2 2 1 0,0-4 0 0,3-5-1 15,-4-1-3-15,0-2 2 0,3 0-11 0,-2-1-24 16,-1 1-7-16,0-5-3 0,0 3-3 0,0-2 9 16,0-3 2-16,4 4-6 0,-4-4 2 0,0 0-21 15,0 0-66-15,0 0-72 0,0 0-73 0,-9-17-269 16,5 8-566-16,0-1 250 0</inkml:trace>
  <inkml:trace contextRef="#ctx0" brushRef="#br1" timeOffset="181172.23">9685 5420 160 0,'0'-3'270'0,"3"-1"-29"0,-3 4-30 0,0 0-20 16,0 0-23-16,0 0-10 0,14 8-12 0,-8 2-2 16,3 6-15-16,4 1-2 0,0 9-14 0,1 4-7 15,0 3-4-15,3 10-6 0,-6-8-9 0,3 12-5 16,-5-4-6-16,-4-6-9 0,-3-1-5 0,0 10-6 15,-4-12-3-15,-2-4-4 0,-4 2-3 0,-1-4-3 16,-1 3-5-16,-8-2-9 0,3-4-7 0,-11-3-15 16,-1 1-26-16,-1-4-34 0,-8-1-43 0,-10 0-48 15,-5-6-42-15,0-2-245 0,11-6-466 0,-12-5 207 16</inkml:trace>
  <inkml:trace contextRef="#ctx0" brushRef="#br1" timeOffset="181485.45">8837 5443 101 0,'-13'4'200'0,"-5"6"-14"0,2 3-17 0,-6 6-14 16,-1 8-9-16,0 2-12 0,-1 17-9 0,-2-1-12 16,3 5-9-16,1 0-11 0,7-4-8 0,2 3-7 15,10-4-7-15,1-9 21 0,6-2-4 0,6-2-1 16,7-1 3-16,6-2-3 0,14 4 1 0,11-3-10 0,2-6-7 16,9-7-5-16,32 1-9 0,-27-11-37 15,33-3-50-15,-5-4-74 0,1-9-92 0,-4-1-180 16,-25 1-407-16,-1-6 180 0</inkml:trace>
  <inkml:trace contextRef="#ctx0" brushRef="#br1" timeOffset="181985.42">10116 5099 124 0,'0'0'239'0,"0"0"-31"15,0 0-20-15,0 0-18 0,0 0-18 0,0 0-12 16,15 10-11-16,-6 2-11 0,3 2-12 0,-2 3-9 16,-1-1-7-16,5 10-6 0,0 1-6 0,-1 2-6 15,-3 1-3-15,0 2-6 0,-2 0-3 0,-2-2-6 16,-2-1-4-16,-1-3-5 0,-2-7-4 0,-2-2 0 15,-1-1-3-15,0-3 9 0,-3-4-2 0,1 1 4 16,-1-5 5-16,0-2 2 0,-6-1-5 0,0-4-2 16,-3-1 17-16,5-4 9 0,-5-5 12 0,5-2 16 15,-1-1-12-15,4-5-10 0,-1-6 4 0,7-2-8 16,0 0-10-16,5 0-4 0,4-3-8 0,8 5-26 16,2 0-26-16,0 0-21 0,11 2-33 0,-4 4-36 15,4 3-43-15,0 4-60 0,5-1-83 0,-7 7-217 16,7-3-532-16,-6 5 236 0</inkml:trace>
  <inkml:trace contextRef="#ctx0" brushRef="#br1" timeOffset="182887.22">11280 5322 174 0,'12'-5'174'16,"-2"0"-18"-16,0 1-19 0,0 3-5 0,1-1-19 15,-1 2-8-15,0 2-11 0,2 1-8 0,-1 5-4 16,1 3-7-16,-3 4-7 0,1 0-9 0,-4 9-4 15,-3-4-6-15,-1 5-6 0,-2 4-4 0,-4-2 3 16,-3 0-2-16,-3 0 13 0,-3 1-2 0,-1-2-6 16,-2 2 0-16,-3-5-8 0,5 0 0 0,-1-2-5 15,2-6 3-15,4-3-7 0,0-2-1 0,0-2 5 16,4-2-1-16,0 1 8 0,1-4 23 0,0 2 24 16,-1-1 37-16,4-2 52 0,1-2 24 0,-4 1 5 15,4-1-20-15,0 0-19 0,4-14-15 0,2 4-36 16,6-5 5-16,-2 1-11 0,9-10-11 0,1 0-13 15,1-1-10-15,2-2-3 0,0-4-10 0,8-5-8 16,-8 9-7-16,-2-2 7 0,1 3-22 0,-3 4-1 16,-3-3-1-16,-6 10-1 0,0 2 4 0,-2 4-4 15,-2 1 5-15,-1 3-5 0,-1 1-17 0,1 0-20 16,-4 2-30-16,-1 2-35 0,4-2-9 0,-4 2 5 16,0 0 8-16,-2 20 7 0,-1-2 7 0,-2 7 6 15,-1 4 7-15,1 2 9 0,1 1 8 0,0 2-2 16,6-1-1-16,2 3-21 0,5-1-18 0,4-4-24 15,6-1-27-15,4-1-46 0,0-4-66 0,4-5-317 16,-1-3-594-16,4-2 264 0</inkml:trace>
  <inkml:trace contextRef="#ctx0" brushRef="#br1" timeOffset="183237.19">11057 5961 42 0,'-7'0'185'16,"2"2"-11"-16,1-1-13 0,4-1-3 0,-9 0-6 0,9 0-6 15,0 0-10-15,0 4-13 0,0-4 3 0,0 0-1 16,31-4-19-16,-3 3-4 0,8-1-18 0,16 0 1 15,5-4-12-15,5 0-10 0,-2 3-5 16,5-2-2-16,3-5-10 0,-3 6-5 0,25-9 9 0,-28 4 0 16,-3 1 1-16,-3 1-4 0,-2 0 13 0,-17 0-5 15,-4 3-3-15,-1-1-4 0,-11 1-3 0,-2 0-4 16,-8 1 3-16,2 2-8 0,-5 0-2 0,-2-2-6 16,-1 2-8-16,0-2-25 0,-5 3-28 15,0 0-25-15,-16-2-19 0,3 2-24 0,-8 0-27 0,1 2-23 16,-8 0-42-16,1 1-167 0,-1 0-389 0,7 1 172 15</inkml:trace>
  <inkml:trace contextRef="#ctx0" brushRef="#br1" timeOffset="183801.86">11477 6028 149 0,'0'0'327'0,"-9"-2"-35"0,9 2-29 0,-3-5-27 15,3 5-22-15,0 0-23 0,12-6-22 0,-7 5-20 16,4-1-19-16,-1 1-13 0,2 1-10 0,3 0-13 16,-3 0-8-16,3 3-12 0,-1-1-6 0,1 2-10 15,0 0-4-15,0 3-10 0,-3-2-1 0,0 4-6 16,-1 0-5-16,-2 2-4 0,-1 3-1 0,0 3-5 15,-4 1 0-15,-2-1-2 0,-3 9 1 0,-4-8-7 16,-4 7 2-16,0 0-3 0,-3-4 0 0,-2-1-4 16,2-3 2-16,3-2-1 0,-3-2 0 0,5-3-1 15,0-2 2-15,0-1 3 0,4-2 2 0,1 0 13 16,-1-1 22-16,1-1 33 0,0-1 32 0,3 1 28 16,1-3 20-16,-8 1 4 0,8-1-12 0,0 0-17 15,0 0-18-15,5-13-11 0,-2 5-8 0,3 2-13 16,1-2-10-16,-1 0-11 0,5 1-5 0,-3 1-13 15,1 1-8-15,1-1-6 0,-1 1-1 0,2 1-11 16,0 3-1-16,-2-1-6 0,3 3 0 0,-1 0-6 16,0 2-1-16,1 1-3 0,2 0-10 0,4 2 13 15,1 2-7-15,-5-4 3 0,0 5-4 0,3-2 4 16,-7-2-15-16,3 1 13 0,0-3-1 0,-3 1 2 16,-4-1 3-16,2-1 0 0,-3-2 0 0,1 3 3 15,-6-3-5-15,12-3 0 0,-6 2 3 0,2-2-5 16,-2-2 3-16,-1 0-3 0,3 0 2 0,0-5-1 15,-2 1-2-15,1 1-13 0,-1-1 5 0,0-3-9 16,2 0-17-16,-3-4-23 0,4 3-31 0,-1-2-43 16,-2-2-43-16,-1-1-44 0,3 0-52 0,0-6-82 15,-4 1-311-15,3 4-715 0,-2-2 316 0</inkml:trace>
  <inkml:trace contextRef="#ctx0" brushRef="#br1" timeOffset="184102.37">12071 5196 239 0,'5'-6'236'0,"-1"5"-26"0,5 1-23 15,1 2-21-15,8 6-17 0,0 4-15 16,6 5-11-16,1 8-9 0,5 14-10 0,0 5-8 15,-3 7-3-15,-2 3-7 0,8 28-7 0,-6 0-3 16,-14-24-3-16,4 22-8 0,-11-21-8 0,0 0-1 16,-2 23-5-16,-5-27-4 0,-9 0-3 0,3 0-4 15,-4-6 0-15,-6-3-5 0,-3-2 3 0,-6-2-5 16,-6-4-4-16,9-12-2 0,-16 8-4 0,-1-7-8 16,-6-3-30-16,-4-5-46 0,-4-5-56 0,-3-3-113 15,-3-7-161-15,-7-6-423 0,5-3 188 0</inkml:trace>
  <inkml:trace contextRef="#ctx0" brushRef="#br1" timeOffset="184436.81">10957 5174 34 0,'-5'-1'212'0,"5"1"-20"0,-17 11-24 15,4 1-14-15,-4 10-22 0,-1 7-14 0,-9 22-2 16,-8 29-15-16,3 0-10 0,4 7-7 0,4 0-9 15,4 1-6-15,7-4-6 0,4-2 31 0,8 1 8 0,9-27 5 16,8 0-2-16,8 1-5 0,24 14-8 16,-8-26-1-16,10-4-9 0,23 10-6 0,10-10-6 15,1-8-6-15,5-12-31 0,4 0-57 0,-4-9-94 16,2-10-127-16,-22-2-128 0,-5-5-405 0,-3-7 179 0</inkml:trace>
  <inkml:trace contextRef="#ctx0" brushRef="#br1" timeOffset="185105.16">12281 5035 242 0,'-8'0'247'0,"8"0"-10"15,0 0-16-15,-8-1-11 0,8 1-14 16,0 0-9-16,0 0-14 0,0 0-8 0,0 0-11 15,0 0-15-15,-5 0-15 0,5 0-12 0,0 0-11 16,0 0-10-16,16-5-13 0,-5 1-8 0,7 1-8 16,1-1-8-16,4 1-3 0,5-2-6 0,4 1-3 15,3 1-6-15,-3-2 0 0,2 0-7 0,-2 3-3 16,0-1-9-16,-2 0-13 0,-9-1-8 0,-2 1-6 16,-5 1-10-16,-1 0-12 0,-3 2-11 0,-2-3-16 15,-3 3-28-15,-5 0-30 0,7-2-57 0,-7 2-58 16,-2-6-164-16,2 6-428 0,-11-4 190 0</inkml:trace>
  <inkml:trace contextRef="#ctx0" brushRef="#br1" timeOffset="185571.04">12927 4790 92 0,'2'-4'355'0,"-2"0"-15"0,0 4-25 15,2-7-27-15,-2 7-29 0,0-2-30 0,0 2-25 16,0 0-30-16,0 0-29 0,0 0-18 0,0 0-14 16,0 0-9-16,3 19-14 0,-3-7-9 0,1 5-4 15,-1 1-11-15,0 8-3 0,-3 1-10 0,2 1 4 16,-3-1-12-16,0 0 0 0,1-9-10 0,-2 8-2 15,1-8 3-15,0-1-7 0,1-4-4 0,2-1 3 16,0-3-11-16,-2-1 1 0,3-3-2 0,-1 2 4 16,0-3 22-16,-1-1 41 0,2-3 28 0,0 7 35 15,0-7 6-15,0 0-14 0,0 0-14 0,8-14-9 16,0 6-14-16,1-3-9 0,2-3-11 0,-1-3-9 16,8-5-9-16,-1 1-8 0,2-2-4 0,0 1-14 15,-2 0-10-15,-3 7 10 0,-1 1-5 0,1 2-1 16,-7 2-5-16,1 3-5 0,-4 2-1 0,0 1-13 15,1-1-19-15,-1 3-27 0,-1 1-4 0,-3 1 5 16,9 8 0-16,-3-2-7 0,-1 4 2 0,4 5-2 16,0 2 1-16,-2 0-1 0,2 0-12 0,0 2-15 15,0 0-39-15,-2-1-25 0,0-1-26 0,2 1-24 16,-1 0-39-16,-2-4-68 0,-1-4-309 0,0-1-652 16,-1-1 289-16</inkml:trace>
  <inkml:trace contextRef="#ctx0" brushRef="#br1" timeOffset="185852.83">13526 4963 191 0,'0'0'242'0,"-4"-2"-11"0,4 2-15 16,0 0-14-16,0 0-15 0,-4-2-15 0,4 2-15 15,0 0-12-15,0 0-13 0,0 0-11 0,0 0-5 16,0 0-6-16,0 0-9 0,0 0-7 0,0 0-10 16,0 0-9-16,0 0-7 0,0 0-7 0,25-2-1 0,-4 2-7 15,-3-3-6-15,12 0-2 0,1-1-3 16,2 2-7-16,5 2-21 0,1-4-5 0,-1 1-20 16,3 1-21-16,-8-1-20 0,-1 0-23 0,-2 1-30 15,-11 2-33-15,0-4-52 0,-9 1-212 0,-2 1-434 16,-4-1 192-16</inkml:trace>
  <inkml:trace contextRef="#ctx0" brushRef="#br1" timeOffset="186063.94">13679 4845 230 0,'-3'-6'306'0,"-2"5"-9"15,5 1-18-15,-5-2-24 0,5 2-26 16,-5-2-24-16,5 2-28 0,0 0-21 0,0 0-14 15,0 0-17-15,0 0-18 0,-7 12-8 0,6-2-10 16,1 7-6-16,-4 0-10 0,4 2-3 0,0 7-10 16,0-2-2-16,3 5-4 0,-1-7-30 0,5 4-17 15,-1-1-33-15,1-6-32 0,0 0-27 0,0-4-36 16,-1 0-58-16,2-3-264 0,1-3-480 0,-3-1 213 16</inkml:trace>
  <inkml:trace contextRef="#ctx0" brushRef="#br1" timeOffset="186434.96">14026 4745 152 0,'2'-4'274'0,"1"0"-20"0,3 1-23 15,1 0-15-15,-2 0-21 0,4-1-14 0,5 3-14 16,-2 0-19-16,2 1-9 0,1 1-23 0,4 3-3 16,-3 1-12-16,1 0-20 0,-1 4-6 0,-2 1-9 15,-5 0-10-15,1 2-9 0,0 2-7 0,-5 5-2 16,-3 1-6-16,-4 4-8 0,-3 1-2 0,-4-2-3 16,-2 2-5-16,-4-2 3 0,0 0-4 0,-4 0 0 15,6-7 1-15,0 0-2 0,0-4-1 0,0 0-2 16,4-2-2-16,0-3 1 0,1 1-2 0,3-3-4 15,4 0 2-15,-3-1 1 0,0 0-2 0,3 0 0 16,1 0 3-16,0-4 2 0,4 7 2 0,2-5-3 16,7 3 1-16,5-2 0 0,1 0-12 0,9-2-33 15,-7 0-44-15,7 2-54 0,0-4-89 0,-1-3-192 16,-7 1-451-16,3 2 200 0</inkml:trace>
  <inkml:trace contextRef="#ctx0" brushRef="#br1" timeOffset="186751.8">14482 4759 177 0,'-1'-2'256'16,"1"2"-27"-16,0 0-24 0,0 0-19 0,4-4-20 16,-4 4-11-16,9 8-15 0,0 1-13 0,1 3-11 15,-1 6-14-15,5 3-7 0,-1 5-8 0,1-3-8 16,-3 2-9-16,-1-2-4 0,0 1-5 0,-5 2-8 15,-1-6-4-15,-2-3 0 0,-1 1-7 0,-2-1-3 0,1-5-5 16,0-3-4-16,-1-1-1 0,-2-2 1 16,-1 1 4-16,4-2 22 0,-1-1 28 0,1-4-7 15,-5 0-3-15,5 0 6 0,-9-9 10 0,4 1 9 16,4-2-4-16,-1-2-9 0,4-6-5 0,-1 1-13 16,4-9-8-16,5-2-3 0,2 0-15 0,2-1-17 15,3 0-26-15,2 0-28 0,3 2-36 0,3 1-28 16,-2 5-32-16,-3 0-45 0,2 4-72 0,-8 6-268 15,-1 3-551-15,1-1 244 0</inkml:trace>
  <inkml:trace contextRef="#ctx0" brushRef="#br1" timeOffset="194389.27">16265 4875 205 0,'-1'-7'273'0,"1"-4"-5"0,0 7-12 0,0-2-13 0,0-2-10 16,-3 5-15-16,6 0-22 0,-6-2-19 15,3 5-24-15,3-4-20 0,-3 4-24 0,0 0-50 16,0 0-18-16,0 0-4 0,1 14-2 0,-1-2-6 0,1 6-2 16,-1 10-2-16,0 1-3 0,0 3 1 0,0 2 1 15,0 2 0-15,0 8-5 0,0-11 1 0,4 4 0 16,-5 12-19-16,1-14-21 0,0-1-29 0,0 14-22 15,-3-18-32-15,2 4-40 0,0-6-49 16,-2-2-190-16,3-5-415 0,-1-9 184 0</inkml:trace>
  <inkml:trace contextRef="#ctx0" brushRef="#br1" timeOffset="194969.14">15183 5652 162 0,'-4'-1'162'0,"4"1"-8"0,-8-3-17 0,8 3-1 0,-5-2-6 16,5 2-16-16,0 0-13 0,-9 0-6 0,9 0-10 15,0 0-11-15,0 0-7 0,0 0-9 0,0 0-9 16,-5 0-6-16,5 0-3 0,0 0-2 0,0 0-5 16,0 0-3-16,0 0-1 0,0 0-7 0,0 0-1 15,0 0-3-15,0 0 1 0,0 0-3 0,0 0-5 16,0 0 6-16,0 0 0 0,0 0 2 0,22 0-1 15,-7 0 7-15,15-2-3 0,4 1 3 0,21-1 1 16,9-3 10-16,34 1 1 0,4-2-5 0,9 0-2 16,8-1-5-16,8 1 13 0,7-1 8 0,13 3-3 15,10-1 2-15,12 2-3 0,10 1 2 0,2-1 4 16,12 1-5-16,0 2 0 0,-3 2-4 0,-6-2 0 16,-2 0 2-16,-7 0-3 0,-5 1-7 0,-13-1-1 15,-9-1 1-15,-11-2-5 0,-3 3 2 0,-7-2-4 16,-13 2 2-16,-7-3-9 0,-9 2 1 0,-34-2-3 15,-4 1-3-15,-2-2-1 0,-6-2 1 0,-19 4 1 16,-2-5 1-16,-9 5 8 0,-3-4 12 0,-6 4 11 16,-1-1 7-16,-3-1-4 0,-1 2 6 0,-1-1-3 15,-1 0 0-15,-1 3-10 0,-1-2-9 0,0-1-27 16,-4 3-29-16,5-1-30 0,-5 1-35 0,0 0-36 0,0 0-37 16,0 0-55-16,0 0-249 0,-28 4-504 15,15-4 222-15</inkml:trace>
  <inkml:trace contextRef="#ctx0" brushRef="#br1" timeOffset="195919.87">15234 6292 172 0,'-2'-5'270'0,"1"1"-8"0,1 1-9 0,0 3-15 15,-2-5-23-15,-1-1-20 0,3 6-23 0,0-3-14 16,0 3-17-16,0 0-20 0,0 0-14 0,0 0-21 16,0 0-17-16,0 0-6 0,0 0-9 0,0 0-10 15,18 12-10-15,-7 0-6 0,1 2 2 0,1 1-8 16,3 4-3-16,-1 5-5 0,1 1 1 0,3-1-2 16,-6 3-2-16,1 0 2 0,0-2-4 0,-2 2-1 15,-1-2 0-15,-2-2 0 0,-2 1 1 0,-5-4-1 16,3-2-1-16,-1-1 0 0,-4-1-1 0,1-1 5 15,-2-3-6-15,-3 0-2 0,2-3 0 0,-1 0 0 16,1-3 1-16,-1 1 0 0,-1-3 2 0,0 1 2 16,3-4 9-16,-3 4 9 0,-1-2 17 0,5-3 9 15,-5 1 9-15,5-1 7 0,-8-4 13 0,3-2 9 16,0-1-7-16,1-2-5 0,-1-3 2 0,5-4-11 16,0-3-9-16,0-7-10 0,5 0 2 0,0-3-9 15,4-3-6-15,8 1-5 0,-2 2-3 0,3 0-5 16,0 3 0-16,2 3-6 0,-1-2-5 0,-2 4 2 15,0 8-2-15,-2 0-11 0,3-2-23 0,-4 6-15 16,0 1-23-16,0 2-30 0,-1 1-28 0,0 2-33 16,-3 0-26-16,5 3-39 0,-2 3-42 0,0-3-239 15,-2 4-538-15,1 0 238 0</inkml:trace>
  <inkml:trace contextRef="#ctx0" brushRef="#br1" timeOffset="196183.7">16127 6157 140 0,'0'-5'287'0,"0"1"-26"0,0 4-29 0,-1-5-24 16,1 5-22-16,0-5-25 0,0 5-29 0,0 0-13 15,0 0-15-15,0 0-9 0,6 19-10 0,0-5-7 16,0 6-11-16,-3 1-4 0,4 5-9 0,-2 2-13 16,-2 4-16-16,-2 1-28 0,2 1-26 0,-3-2-19 15,0 3-22-15,0-2-40 0,-2-2-93 0,1-2-110 16,-2-3-339-16,2 1 151 0</inkml:trace>
  <inkml:trace contextRef="#ctx0" brushRef="#br1" timeOffset="196345.93">16132 6793 47 0,'0'0'228'0,"-1"2"-1"16,1-2-1-16,0 0-7 0,0 0-7 0,0 0-11 15,0 0-7-15,0 0-28 0,0 0-14 0,1 5-14 16,-1-5-17-16,0 0-7 0,12 0-14 0,-5 0-32 16,2 0-33-16,0 0-48 0,3 0-54 0,-2 0-56 15,3-1-73-15,-2-3-146 0,-2 2-370 0,4-2 164 16</inkml:trace>
  <inkml:trace contextRef="#ctx0" brushRef="#br1" timeOffset="196851.48">16850 6362 215 0,'2'-5'312'0,"-2"1"-23"15,0 4-26-15,2-4-24 0,-2 0-26 0,0 4-20 16,0-4-23-16,0 4-23 0,0 0-23 0,0 0-18 16,0 0-1-16,0 0-20 0,5 12-12 0,1-2-8 15,1 2-6-15,-5 4-3 0,6 1-13 0,-3 3-3 16,3-3-7-16,1 9-5 0,-4-2-1 0,3-2 5 15,-3 3-8-15,0 1-4 0,-4-9-5 0,2 1 1 0,-3 1 0 16,4-1-1-16,-4-3-2 0,0 0 0 16,1-3-3-16,-1-3-3 0,1 0 4 0,-1-1-1 15,0-1 0-15,0-5 0 0,0 3 6 0,0 1 16 16,0-3 31-16,0-3 13 0,-2 4 28 0,2-4 13 16,0 0-11-16,0 0 6 0,-13-11-25 0,5 2-8 15,-1-1-10-15,0-4-5 0,-3-10-8 0,2 0 17 16,0-3-14-16,0-4 0 0,6-5-2 0,-3-10-9 15,5-7-7-15,2 2 2 0,4 2-2 0,1-1 8 0,-1 4 1 16,1 12-7-16,4 2 7 0,0 5-3 16,0 3-6-16,-4 3 0 0,4 8-6 0,-1-2-6 15,-2 3-4-15,8-1-5 0,-1 3 6 0,5 0-16 16,0 3-31-16,10 2-26 0,4 2-39 0,2 0-22 16,2 6-35-16,0 2-30 0,0 4-39 0,-2 2-41 15,1-1-51-15,-6 2-301 0,-1 1-656 0,0 2 291 16</inkml:trace>
  <inkml:trace contextRef="#ctx0" brushRef="#br1" timeOffset="197233.55">17483 6525 46 0,'0'0'201'0,"-7"1"-1"0,7-1-11 16,0 0-4-16,0 0-16 0,0 0-6 0,-10-1-16 15,10 1-9-15,0 0-5 0,0 0-7 0,-5 2 23 16,5-2-5-16,0 0-12 0,0 0-8 0,0 0-11 15,0 0-14-15,0 0-5 0,0 0-14 0,24-3-4 16,-11 1-10-16,6 0-9 0,4-1-4 0,0 3-6 16,8-2-4-16,1-2-3 0,-3 0-5 0,4 2 1 15,1 0-5-15,-4 2-8 0,1-4 2 0,-8 1-5 16,-2 2-1-16,-4-1-2 0,-4 0-2 0,0 1-8 16,-5-1-13-16,-2 2-16 0,1 0-19 0,-4-2-31 15,2 0-34-15,-5 2-44 0,0-5-39 0,0 5-54 16,-7-5-160-16,2 1-435 0,-1 0 193 0</inkml:trace>
  <inkml:trace contextRef="#ctx0" brushRef="#br1" timeOffset="197652.43">18158 6291 101 0,'2'-4'374'0,"-2"0"-22"0,1-1-29 16,-1 5-25-16,2-5-29 0,-2 5-29 0,2-4-21 15,-2 4-39-15,0 0-19 0,0 0-28 0,0 0-16 16,0 0-7-16,5 13-17 0,-1-3-8 0,-3 2-8 16,-1 0-13-16,2 5 0 0,0 3-8 0,-4-2-5 15,0 7-5-15,1 0-5 0,-3-5-3 0,4-2 1 16,-3-1-6-16,1-2-4 0,0-3-2 0,0-2-1 15,1-3-1-15,1-2-6 0,0 2 3 0,-2-3 1 16,0-1 37-16,4 1 45 0,-2-4 32 0,-2 3 22 16,2-3-16-16,0 0-11 0,9-9-16 0,-3 1-10 15,2-1-11-15,2-6-12 0,3 3-10 0,0-3-5 16,-3-2-10-16,8-2-2 0,-5 5-9 0,1 2-1 16,-5 4-9-16,-1-1-3 0,0 4-3 0,-2-2-5 15,-1 4-7-15,-1-2-5 0,1 3-18 0,-3 0-18 16,-2 2-4-16,0 0-17 0,18 4-11 0,-10 3-13 15,1 1-25-15,-2 1-21 0,6 2-25 0,1 3-19 16,-1 0-28-16,1 0-35 0,-1-1-50 0,0-3-88 16,1-1-248-16,-3 1-655 0,-1-5 290 0</inkml:trace>
  <inkml:trace contextRef="#ctx0" brushRef="#br1" timeOffset="197897.36">18671 6401 177 0,'0'0'308'0,"0"0"-12"0,-1-2-11 15,1 2-8-15,0 0-9 0,-4-3-8 16,4 3-23-16,0 0-18 0,0 0-13 0,0 0-33 16,0 0-13-16,9-1-16 0,4-2-18 0,3 3-15 15,5-1-12-15,6-2-9 0,1 2-15 0,1 0-16 16,3-3-18-16,-4 1-23 0,3 1-23 0,-2 0-27 0,-9-2-30 15,0 3-23-15,-3-3-25 0,-3 0-21 16,-3 0-46-16,-1-1-43 0,-5 2-249 0,-1-3-506 16,-3 0 224-16</inkml:trace>
  <inkml:trace contextRef="#ctx0" brushRef="#br1" timeOffset="198115.83">18827 6247 29 0,'0'0'280'0,"0"0"-9"0,-5-1-10 15,5 1-20-15,-4-2-16 0,4 2-24 0,0 0-23 16,-4-2-17-16,4 2-20 0,0 0-12 0,0 0-22 0,0 0-10 16,0 0-12-16,0 12-9 0,0-5-10 15,0 3-4-15,2 1-3 0,0 2-9 0,3 3-3 0,-3 2-2 16,1 3-5-16,3-4 0 0,1 3-6 16,-1 4-1-16,2-4-1 0,-4-1 1 0,1 0-24 15,5-2-25-15,-3-3-30 0,-1 3-35 0,-2-7-43 0,3 0-62 16,-4-4-245-16,1 0-464 0,1-4 205 15</inkml:trace>
  <inkml:trace contextRef="#ctx0" brushRef="#br1" timeOffset="198450.59">19189 6229 146 0,'4'-4'308'0,"-1"-1"-18"0,0 2-21 0,-1-1-28 15,2 1-30-15,-4 3-24 0,7-1-18 0,-7 1-12 0,9 7-17 16,-3-3-12-16,2 3-10 0,3 5-15 0,-2 2-8 16,3-1-7-16,-2 4-4 0,-1 2-7 15,2 3-9-15,-4-2-8 0,-1-2-3 0,3 4-4 16,-3-3-8-16,-2-4-2 0,0 2-2 0,-1-5-3 16,-1-2-8-16,-1-2 1 0,1-2-2 0,-1 1-4 0,-1-2 1 15,0-2 14-15,0 1 27 0,0 0 38 0,0-4 49 16,0 0 24-16,0 0-1 0,0 0-15 0,0 0-16 15,0 0-19-15,0-23-8 0,3 12-10 16,-2-1-17-16,3-5-14 0,2-1-17 0,2-7-17 16,1 3-20-16,2-3-9 0,2 1-22 0,1 2-47 0,3 2-9 15,-4 4-31-15,8-5-26 0,-7 10-35 0,0-3-36 16,-2 6-36-16,3 2-47 0,-3-1-54 0,-1 1-263 16,-2 2-640-16,4 1 285 0</inkml:trace>
  <inkml:trace contextRef="#ctx0" brushRef="#br1" timeOffset="198716.81">19706 6321 50 0,'-4'3'279'0,"4"-3"-8"0,0 0-7 0,0 0-4 16,-5 0-8-16,5 0-6 0,0 0-19 0,0 0-20 15,0 0-15-15,0 0-19 0,0 0-21 16,0 0-9-16,18 0-16 0,-4-3-17 0,5 3-14 0,2-1-10 16,8-2-11-16,-1 1-13 0,3-2-20 0,0 3-23 15,3-2-10-15,-2 0-20 0,0 2-26 0,-2 0-25 16,-8-2-28-16,-2 1-32 0,-8 0-37 0,2-2-40 16,-1 0-245-16,-8 0-481 0,3 1 213 15</inkml:trace>
  <inkml:trace contextRef="#ctx0" brushRef="#br1" timeOffset="198910.73">19854 6181 90 0,'-2'-2'304'0,"2"2"1"16,-5-4-1-16,5 4-24 0,0 0-18 0,-5-1-25 16,5 1-27-16,-3-3-22 0,3 3-19 0,0 0-18 15,0 0-16-15,0 0-20 0,0 0-16 0,0 0-7 16,1 11-9-16,1-2-10 0,0 3-7 0,3 2-8 15,0 5-8-15,4 4-17 0,2 1-26 0,-4 2-14 16,4-2-30-16,1 2-37 0,-3-1-44 0,4-1-35 16,-3-7-77-16,3-1-219 0,0-3-487 0,0-2 216 15</inkml:trace>
  <inkml:trace contextRef="#ctx0" brushRef="#br1" timeOffset="199201.37">20419 6120 42 0,'0'-9'438'0,"3"3"-18"0,-2-2-48 0,-1 7-31 16,0-4-31-16,1-2-29 0,1 4-21 0,-2-1-27 16,0 4-36-16,0 0-37 0,0 0-36 0,0 0-14 15,0 0-12-15,0 0-10 0,2 20-11 0,-2-3-10 16,1 2-7-16,1 7-8 0,-1-1-5 0,-1 0 5 15,0 3-8-15,3-1-6 0,-2 0 0 0,1-1-2 16,1-2-1-16,-2-5-1 0,1 0-4 0,0-3-9 16,-1 0-33-16,-1-5-13 0,0 0-22 0,2-2-18 15,-4-2-15-15,2 0-14 0,2-3 1 0,-2 1 7 16,0-3 6-16,0-2-30 0,0 0-75 0,0 0-68 16,0 0-244-16,0-15-536 0,-2 6 238 0</inkml:trace>
  <inkml:trace contextRef="#ctx0" brushRef="#br1" timeOffset="199435.11">20648 6015 25 0,'3'-4'231'0,"-3"4"-23"0,0 0-19 0,5 0-11 16,-5 0-9-16,6 10-17 0,-5 0-6 0,4 5-8 15,1 10-9-15,-3 5-5 0,0 5-6 0,1 13-7 16,-3-1-3-16,-1 9-9 0,-2-2-6 0,-4 0-8 15,-3-2-6-15,-1 1-9 0,-5-9-4 0,2-10-8 16,-5-1-2-16,0-3-7 0,-4 0-1 0,-13 4-6 16,7-11-6-16,-13 3-5 0,-5-3-28 0,-12-5-46 15,-2-1-47-15,-2-8-56 0,-5-5-107 0,-24-5-133 16,25-1-416-16,-2-7 185 0</inkml:trace>
  <inkml:trace contextRef="#ctx0" brushRef="#br1" timeOffset="200049.31">18096 5835 201 0,'0'0'192'0,"-2"-5"-16"0,2 5-16 0,0 0-19 15,0-3-15-15,0 3-13 0,0 0-12 0,0 0-7 16,-18 4-10-16,6 3-8 0,-9 7-10 0,-5 1-2 15,-7 6-4-15,-9 8-2 0,-6 9-3 16,-19 18 1-16,1 4 1 0,5 1-1 0,0 3 2 0,6 4 4 16,15-22-7-16,4 2-1 0,3-1-4 0,6 0 1 15,4 1 14-15,9-4 9 0,7-8-7 16,4-2 6-16,6 2-2 0,4-2 4 0,15 12-1 16,13-5 5-16,9-5 4 0,11 0-6 0,33 5-9 0,-2-6-4 15,6-9-4-15,6-1-6 0,1-3-2 0,-5-4-6 16,-29-7 2-16,2 0-12 0,-8-5-6 0,-4 1-25 15,-21-1-11-15,-3-3-14 0,-12 0 2 0,-2-3 1 16,-5 0-3-16,-5 2 3 0,-1-2-1 16,-1-2-14-16,-5 2-52 0,3-5-51 0,-8-4-66 0,-4 3-283 15,-2-3-523-15,-2-1 232 0</inkml:trace>
  <inkml:trace contextRef="#ctx0" brushRef="#br1" timeOffset="204776.79">4730 10318 26 0,'0'0'186'0,"0"0"-6"0,-4-2-5 0,4 2-10 16,0 0-10-16,0 0-7 0,0 0-12 0,0 0-10 16,0 0-7-16,0 0-12 0,0 0-11 0,0 0-9 15,0 0-9-15,0 0-8 0,0 0-10 0,0 0-3 16,0 0-1-16,17-2-10 0,-6 2-6 0,6-3-9 15,5 2-4-15,8-3-9 0,1 0-17 0,1 3-28 16,1 2-33-16,-2-1-29 0,-2 0-40 0,-2 0-186 16,-4 0-340-16,-1 0 151 0</inkml:trace>
  <inkml:trace contextRef="#ctx0" brushRef="#br1" timeOffset="204941.34">4863 10494 112 0,'-5'4'164'0,"0"-1"-24"0,1-1-14 0,1 0-8 16,3-2 5-16,0 0 3 0,0 0 1 0,20 5-13 15,10-5-9-15,8-3-15 0,18 1-27 0,7-1-65 16,28-5-73-16,-26 3-148 0,0-3-239 0,1 0 106 16</inkml:trace>
  <inkml:trace contextRef="#ctx0" brushRef="#br1" timeOffset="206133.95">6109 9864 37 0,'0'0'145'0,"0"0"-6"0,-1-5-4 0,1 5-10 0,0 0-11 16,0 0 1-16,0 0-13 0,0 0-6 16,-3-5-6-16,3 5-10 0,0 0-5 0,0 0-9 15,0 0-2-15,0 0-8 0,0 0-6 0,0 0-4 16,0 0-9-16,0 0 1 0,0 0-2 0,0 0-1 0,0 0-5 16,0 0 0-16,0 0-7 0,0 0 0 15,0 0 0-15,0 0-6 0,0 0 5 0,0 0-7 16,0 0-4-16,0 0 3 0,0 0 0 0,0 0-5 15,0 0-3-15,0 0 1 0,0 0 2 0,0 0-1 0,0 0-5 16,0 0 3-16,0 0-5 0,0 0 9 0,0 0-10 16,0 0 0-16,0 0 0 0,0 0 1 15,20 5 2-15,-7-4-1 0,8 0 3 0,9-1 0 16,2-1 1-16,5 0 0 0,16-6-3 0,0 6 2 0,-1-3 9 16,-12 1-3-16,0 2 1 0,11-3-9 15,-13 2 4-15,-2 0-8 0,-2 0-4 0,-3 1 4 16,-1 1-10-16,-11 0-14 0,-1 0-19 0,-4-2-14 15,-4 2-24-15,2 0-22 0,-6-2-14 0,-6 2-148 0,0 0-289 16,0 0 128-16</inkml:trace>
  <inkml:trace contextRef="#ctx0" brushRef="#br1" timeOffset="206717.44">6136 9943 22 0,'0'0'208'0,"-5"-2"-15"0,5 2-24 0,0 0-2 16,0 0-12-16,0 0-17 0,0 0-14 0,0 0-14 16,-4-2-14-16,4 2-9 0,0 0-16 0,0 0-17 15,0 0-20-15,0 0-5 0,0 0 2 0,5 12-6 16,-1-7 4-16,2 4-10 0,2-1-1 0,2 7 2 15,3-1-3-15,5 7-5 0,1-1 0 0,1-1 2 0,6 5-6 16,-1-4 5-16,6 0 2 0,0-2-4 16,2 2-1-16,0 0-1 0,13 3 1 0,0-3-3 15,-14-6 1-15,-1-1 0 0,1-2-2 0,-2-3 0 16,-3 1 2-16,-5-4 0 0,-3 0-2 0,-1 0 0 0,-3-5-3 16,-3 2 5-16,-3 0 1 0,-4-2 20 15,4 1 18-15,-4-1 14 0,-5 0 16 0,10 2 2 16,-6-2-1-16,-4 0-4 0,6 1-5 0,-6-1-9 15,0 0-6-15,7 0-6 0,-7 0-11 0,4 2-26 0,-4-2-6 16,-2 7-1-16,2 3-1 0,-5 2 1 16,0 5-2-16,-6 11-1 0,-1 3-1 0,-7 12 0 15,2 2-1-15,-6 3 0 0,3 4 1 0,-13 24 7 16,11-25-3-16,-1 1 1 0,1 0-2 0,2-3 0 0,3 4-3 16,-2-2 1-16,5-5 1 0,-3 4 1 0,7-3 2 15,-4-2 5-15,5-9 0 0,-5 9 1 16,5-9 1-16,-3-2-2 0,2 0-2 0,0 11-4 15,0-12 4-15,3-3-1 0,-3 2-2 0,3-3-1 0,-1-2 2 16,-1-3-5-16,3-4 4 0,-2-2-1 0,4-3-1 16,0 2-1-16,-1-5-1 0,-1-1 4 0,2 0-3 15,1-4-1-15,1 1 1 0,-2-3-3 0,3-1-5 16,-2 1 1-16,1-2-2 0,-1 1-5 16,3-4-10-16,-5 2-58 0,5-2-59 0,-6 0-38 0,6 0-234 15,-8-4-443-15,8 4 196 0</inkml:trace>
  <inkml:trace contextRef="#ctx0" brushRef="#br1" timeOffset="207117.33">6317 11684 135 0,'0'0'160'0,"-2"1"-20"0,2-1-14 16,0 0-10-16,-7 2-4 0,7-2-10 0,0 0-3 15,0 0-4-15,0 0-1 0,16 1-7 0,-3-2-5 16,8-2-6-16,10 2-5 0,8-3-15 0,16-3-3 15,3 2-4-15,2-4-5 0,33-3 2 0,-29 5 7 16,32-6 4-16,-31 6 6 0,30-1-1 0,-35 1 1 16,-2 1-4-16,-4 2-3 0,-16 0-9 0,-2 0 0 15,-4 2-5-15,-9-1-2 0,-4 1 1 0,-6 0 8 16,-3 1 10-16,3-2 3 0,-5 2-1 0,-2 1 1 16,1 0-4-16,-7 0-1 0,7-3-14 0,-3 3-2 15,-4 0-41-15,0 0-39 0,0 0-45 0,0 0-65 16,-32-2-79-16,14 3-167 0,1 0-427 0,4-1 190 15</inkml:trace>
  <inkml:trace contextRef="#ctx0" brushRef="#br1" timeOffset="207981.39">6243 12068 75 0,'0'0'251'0,"-3"-8"-6"0,6 4-15 0,-3 1-12 15,0 3-15-15,1-6-10 0,-1 6-20 0,0-4-24 16,0 4-17-16,4-4-14 0,0 4-16 0,-4 0-6 16,0 0-17-16,0 0-6 0,18 5-10 0,-12-1-12 15,3 4-5-15,-1 1-8 0,2 0-1 0,-1 4-7 16,0 2-3-16,1 2-3 0,-1 5-3 0,-1 4 5 15,-3-1-12-15,-2 1 0 0,-1-7-1 0,-1 8 1 16,-2 2-2-16,-1-1 0 0,-2-2 5 0,0-5-5 16,0-4-4-16,0 1-2 0,0-5 0 0,-2 2-3 15,2-3 4-15,-1-2 0 0,4-5 0 0,-2 1 17 16,2 2 18-16,-3-5 27 0,4 1 35 0,-1-1 46 16,1-3 48-16,-3 3 2 0,3-3-10 0,0 0-16 15,-2-15-13-15,2 0-17 0,1 1-12 0,3-5-11 16,1-6-17-16,0-4-10 0,5 2-16 0,0-2-1 15,2 0-9-15,1 3-8 0,-2-1-5 0,1 5-2 16,-3 5-6-16,-2-2-7 0,1 5-6 0,-3 2-1 16,0 3-2-16,0 1-5 0,-1 2-1 0,-3 0-5 15,2 3-3-15,-2-3-4 0,3 2-8 0,-4 1-18 16,0 3-30-16,4-4-30 0,-4 4-31 0,1-4-33 16,-1 4-33-16,0 0-33 0,0 0-13 0,0 0 24 15,0 0-17-15,6 9-18 0,-3-4-20 0,1 0-40 16,-3-1-267-16,-1 1-599 0,4 0 265 0</inkml:trace>
  <inkml:trace contextRef="#ctx0" brushRef="#br1" timeOffset="208195.8">6730 12187 249 0,'0'0'281'0,"0"0"-29"16,0 0-27-16,0-3-25 0,0 3-21 0,0 0-12 0,5-9-39 15,0 6-29-15,3 2-35 0,4-2-34 0,1-1-41 16,6 0-42-16,-1-1-44 0,0 4-189 0,-5-2-310 16,1-2 138-16</inkml:trace>
  <inkml:trace contextRef="#ctx0" brushRef="#br1" timeOffset="208363.84">6717 12421 146 0,'0'1'191'16,"0"-1"-6"-16,-4 4-12 0,4-4-10 0,0 0-19 15,14-1-19-15,-1 0-11 0,10-3-33 0,4-1-46 16,2 0-64-16,3-3-65 0,-4 0-112 0,4 0-223 15,-2 0 98-15</inkml:trace>
  <inkml:trace contextRef="#ctx0" brushRef="#br1" timeOffset="208714.26">7319 12132 181 0,'0'0'179'0,"-13"2"-17"0,6 0-14 16,0 1-16-16,-2 4-14 0,0 1-12 0,-2 0-14 16,-1 5-7-16,0 1-7 0,0 2-7 0,3 0-7 15,0 0 0-15,1 2 0 0,2-1-1 0,1 0 8 16,1-1-1-16,3-1 3 0,1 0 6 0,1-3 4 16,3-3 12-16,1 1 18 0,3-3 11 0,4 0 11 15,0-1 4-15,8-4-2 0,0 0 4 0,0-2 0 16,-1-3-1-16,9-4 12 0,-10 3 13 0,0-4-9 15,-1-4-3-15,-2 2 1 0,-1-2-11 0,-1-1-2 16,-3-3-14-16,-1 2-11 0,-3-2-11 0,-2 0-12 0,-3 0-8 16,-1 3-9-16,-2-2-13 0,-4-2-12 15,-1 8-27-15,-1-5-21 0,-3 4-32 0,-3 0-34 16,-3 5-56-16,-3-2-40 0,-8 5-35 0,-3 2-38 16,4 2-50-16,6 1-97 0,1-1-204 0,3 3-633 15,1-3 280-15</inkml:trace>
  <inkml:trace contextRef="#ctx0" brushRef="#br1" timeOffset="213548.02">5908 9123 141 0,'0'0'151'0,"0"0"-21"0,1-4-11 0,-1 4-12 16,0 0-13-16,0 0-15 0,0 0-6 0,12 4-10 15,-8 1-5-15,1 0-6 0,2 4-8 0,1 2-9 16,0-2 4-16,2 5 3 0,2 3-9 0,3 4-3 15,-4-4-8-15,1-1 5 0,3 6-1 0,-6 1-5 16,0-5 1-16,5 6-6 0,-1-2 4 0,-5 3-3 16,-2-7 0-16,-1-1 2 0,-1 2-3 0,2 0-1 15,-4-1 1-15,-1-1 2 0,2-3-9 0,-6-3 4 16,6 0 6-16,-3-1-1 0,-3-1 9 0,3-1 0 16,-1 0 5-16,-1-3 1 0,0 0-3 0,2-1 6 15,-1 0 7-15,1 0 19 0,0-4 11 0,-3 4 19 16,3-4 26-16,0 4 24 0,0-4 34 0,0 0 23 15,0 0 25-15,0 0-20 0,0 0-21 0,-1-14-25 16,2 2-12-16,3-3-18 0,0-4-14 0,2-7-15 16,5-1-8-16,0-1-10 0,0-1-10 0,3 2-12 15,1-1 3-15,0 1-8 0,-2 1-7 0,-1 1-2 16,-1 8-6-16,-2 0-3 0,3 3-2 0,-4 1-5 16,-3 2-1-16,3 2-3 0,-2 2-8 0,-2 0 0 15,0 3-6-15,-3-1 8 0,4-1-10 0,-5 3 2 16,4 0-6-16,-4 3-15 0,4-5-23 0,-3 3-24 15,-1 2-22-15,0 0-28 0,0 0-22 0,0 0-36 0,0 0-34 16,0 0-25-16,0 0 18 0,0 0 17 16,0 0 14-16,-2 13-22 0,-1-7-57 0,3 0-202 15,-1 1-493-15,-2-2 218 0</inkml:trace>
  <inkml:trace contextRef="#ctx0" brushRef="#br1" timeOffset="214098.34">6584 9288 126 0,'0'0'183'0,"-5"-1"-9"0,5 1-9 0,0 0-14 0,0 0-7 16,0 0-4-16,0 0-7 0,0 0-4 0,0 0-2 15,0 0-9-15,0 0-8 0,0 0-9 0,0 0-5 16,0 0-8-16,0 0-11 0,6-6-8 0,2 3-6 16,0 1-6-16,3 0-6 0,0-1-8 0,2 0-2 15,0 1-4-15,5 0-3 0,0-1-5 0,-4 3-2 16,-1-2-4-16,6-1-6 0,-7 1-17 0,2 2-22 16,-4-1-20-16,-1 4-27 0,-3-2-34 0,2 1-25 15,-3-1-46-15,0 0-163 0,-1 2-363 0,-4-3 161 16</inkml:trace>
  <inkml:trace contextRef="#ctx0" brushRef="#br1" timeOffset="214450.84">6655 9449 27 0,'0'0'173'0,"0"0"-10"0,-4 3-4 0,4-3-5 15,0 0-11-15,0 0-7 0,0 0 0 16,0 0-5-16,0 0-7 0,0 0 1 0,0 0-4 16,0 0-11-16,0 0-5 0,0 0-11 0,0 0-8 0,0 0-14 15,0 0-3-15,0 0-9 0,21-7-4 0,-8 5-6 16,1-1-5-16,4 0-5 0,1 1-4 15,3 0-3-15,4-3-3 0,-5 3-2 0,1-1-8 16,-2-1 4-16,0 4-3 0,-3-3-9 0,-4 2 2 0,1 1-1 16,-2 0 3-16,-6 0-5 0,2-1-10 0,-2 1-9 15,-6 0-13-15,8-3-18 0,-8 3-14 0,5 0-18 16,-5 0-4-16,0 0-30 0,0 0-36 16,0 0-55-16,0 0-126 0,0 0-349 0,-23 0 156 15</inkml:trace>
  <inkml:trace contextRef="#ctx0" brushRef="#br1" timeOffset="-214465.39">7220 9186 184 0,'0'0'248'0,"0"0"-17"16,2-5-17-16,-2 5-19 0,0 0-16 0,2-2-23 16,-2 2-16-16,0 0-10 0,0 0-19 0,0 0-14 15,0 0-26-15,0 0-13 0,0 0-7 0,0 0-9 16,0 0-2-16,4 12-7 0,-2-5-4 0,-2 1-2 15,0 1-2-15,0 3-3 0,0-1-5 0,0 0 2 16,0 1-9-16,-2 1 3 0,0-1 0 0,2 5-5 16,0-5 2-16,-3-2 2 0,0 1-6 0,2-1 3 15,0-3-1-15,1 0-3 0,-1-2 0 0,-1 1 3 16,2-1-7-16,0-5 6 0,-1 6 4 0,1-3 15 16,0-3 31-16,0 4 28 0,0-4 29 0,0 0 25 15,0 0 26-15,0 0 14 0,0 0-13 0,0 0-14 16,8-9-23-16,-4 1-14 0,2-1-16 0,5-6-6 15,-2 3-7-15,2-2-11 0,-1 2-6 0,-2 1-7 16,-1 0-8-16,0 5-3 0,0-2-3 0,-3 2-14 16,1 2 2-16,-4 0-5 0,-1 4-6 0,7-6-19 15,-4 4-20-15,-3 2-20 0,0 0-1 0,0 0 1 16,12 8 5-16,-11-4-5 0,2 0-11 0,-2 2-1 16,3 5 0-16,0-2 3 0,-3 0-2 0,3 3 6 15,0-1 5-15,0 2 3 0,1-1 6 0,-4 0-5 16,3-2-13-16,-4 2-17 0,1 0-16 0,2-2-23 15,-3-2-16-15,1 3-15 0,-1-1-27 0,0-3-4 16,0 0 0-16,0 0-18 0,4-2-20 0,-4-1-235 16,0-1-468-16,0-3 208 0</inkml:trace>
  <inkml:trace contextRef="#ctx0" brushRef="#br1" timeOffset="-213910.67">7659 9373 115 0,'0'0'227'0,"-4"-3"-15"0,4 3-9 0,0 0-17 15,0 0-4-15,0 0-21 0,0 0-9 16,0 0-11-16,0 0-9 0,0 0-9 0,0 0-11 0,0 0-3 15,0 0-13-15,0 0-2 0,0 0-1 0,0 0-1 16,0 0 3-16,0 0-10 0,0 0-3 0,0 0-8 16,0 0-2-16,0 0-9 0,0 0-4 15,0 0-4-15,0 0-7 0,0 0-6 0,0 0-2 16,0 0-4-16,0 0-2 0,0 0-3 0,0 0-3 0,0 0 1 16,0 0-2-16,0 0-4 0,0 0-9 0,0 0 2 15,0 0-3-15,0 0 0 0,0 0-3 0,0 0-2 16,0 0 2-16,0 0-2 0,0 0 4 15,0 0 2-15,0 0 0 0,0 0-1 0,0 0-2 0,-1-5 5 16,1 5 2-16,0 0 1 0,0 0 0 0,0 0-1 16,0 0-1-16,0 0 3 0,0 0-4 0,0 0 4 15,0 0-4-15,0 0 1 0,0 0 0 0,0 0-2 16,0 0-2-16,0 0 4 0,0 0 2 16,0 0-1-16,0 0 3 0,0 0-3 0,0 0-1 0,0 0-3 15,10-4-3-15,-1 3-1 0,0-3 2 0,1 2 0 16,5 1-7-16,2-4 1 0,2 1 0 0,-1-1-1 15,-3 4-2-15,6-1 2 0,-4-3-6 16,-5 1 5-16,-3 2 0 0,2-1-2 0,-4 2 1 0,-1-1 4 16,0 2-2-16,-1-2-5 0,-5 2 0 0,6-2-3 15,-1 1-5-15,-5 1-16 0,5-2-21 0,-5 2-22 16,0 0-21-16,0 0-24 0,0 0-26 0,0 0-28 16,0 0-37-16,0 0-12 0,0 0-48 0,0 0-178 15,0 0-476-15,0 0 210 0</inkml:trace>
  <inkml:trace contextRef="#ctx0" brushRef="#br1" timeOffset="-213654.85">8138 9172 197 0,'1'-3'349'0,"1"0"-23"0,-2 3-27 16,2-2-29-16,-2 2-25 0,4-4-27 0,-4 4-26 16,0 0-25-16,0 0-29 0,0 0-33 0,0 0-13 15,1 11-5-15,1-1-10 0,-2 2-7 0,-2 5-6 16,1 3-6-16,1 6-12 0,-1 3-12 0,-1-2-27 16,1 0-52-16,-3 4-51 0,-2-2-39 0,1 0-85 15,-5 0-205-15,5-12-459 0,1-5 204 0</inkml:trace>
  <inkml:trace contextRef="#ctx0" brushRef="#br1" timeOffset="-210549.52">8585 10528 185 0,'0'0'205'16,"0"0"-8"-16,0 0-8 0,0 0-14 0,0 0-13 0,0 0-8 16,0 0-14-16,-8-2-13 0,8 2-13 15,0 0-10-15,0 0-10 0,0 0-11 0,0 0-2 16,0 0-8-16,0 0-5 0,0 0 1 0,0 0-3 0,0 0-1 15,0 0-7-15,0 0 2 0,0 0-1 0,0 0-3 16,0 0-8-16,0 0 0 0,0 0-6 0,0 0-4 16,0 0 1-16,0 0-2 0,0 0 0 15,0 0-3-15,0 0 1 0,0 0 2 0,0 0-1 0,0 0-5 16,0 0 1-16,0 0-5 0,0 0-3 0,0 0 1 16,0 0-3-16,0 0 1 0,0 0-6 0,0 0-4 15,0 0 1-15,0 0 1 0,0 0-4 0,0 0-2 16,0 0 1-16,0 0-2 0,0 0-2 0,0 0-2 15,0 0 3-15,0 0 8 0,0 0-10 0,0 0-2 16,0 0 0-16,0 0 0 0,0 0-3 0,0 0 3 16,0 0-2-16,0 0 0 0,0 0 2 0,0 0 0 15,0 0-3-15,0 0-3 0,0 0 3 0,0 0-1 16,0 0 0-16,0 0 3 0,0 0 0 0,0 0-3 16,0 0 3-16,0 0-2 0,0 0 3 0,0 0-4 15,0 0 0-15,0 0-2 0,0 0 2 0,0 0 2 16,0 0-2-16,0 0 3 0,0 0-2 0,0 0 1 15,0 0 0-15,0 0-4 0,0 0 8 0,0 0-7 16,0 0-1-16,0 0 1 0,0 0 3 0,0 0-4 16,0 0 9-16,0 0-11 0,0 0 2 0,0 0 11 15,0 0-11-15,0 0 0 0,0 0 1 0,0 0-2 16,0 0-1-16,0 0 2 0,0 0 1 0,0 0-4 16,31-2 5-16,-9 0-3 0,6-2 3 0,4 1 1 15,0 0-3-15,1 1 1 0,4-3-1 0,-1 3 3 0,-4-1-3 16,0-2 5-16,-4 3-1 0,-6-1-1 15,-2 3-2-15,-2-2 6 0,-4 0-6 0,-1 0 1 16,-3 1 1-16,-3-1-8 0,-1 1-6 0,0 1-6 16,-1-2-8-16,-5 2-11 0,8 0-9 0,-8 0-11 0,0 0-13 15,9 0-20-15,-9 0-34 0,0 0-29 16,0 0-11-16,0 0-26 0,0 0-191 0,-20-5-412 16,20 5 182-16</inkml:trace>
  <inkml:trace contextRef="#ctx0" brushRef="#br1" timeOffset="-210216.02">9218 10360 97 0,'1'-3'282'0,"2"-1"-11"16,-1 2-15-16,-2 2-14 0,0-7-8 0,0 7-19 15,1-4-13-15,-1 4-18 0,0 0-12 0,3-4-19 16,-3 4-19-16,0 0-5 0,3-2-26 0,-3 2-20 15,0 0-26-15,0 0-19 0,0 0-3 0,0 0-8 16,2 10-2-16,-1-3-3 0,2 2-4 0,-2 0-2 16,1 4 1-16,0-1-1 0,3 1-2 0,-5 2-3 15,3 1 1-15,-1-4-2 0,2 5-3 0,-3-6 11 16,2 1-10-16,-2 1-1 0,3-4-2 0,-3 1 7 16,2-1-7-16,-2-1-2 0,4-2 3 0,-5-2-3 15,0 3-2-15,1-3-12 0,2-1-2 0,-3 1-6 16,0-4 1-16,0 7-7 0,0-7-7 0,0 5 3 15,0-5 2-15,0 0 2 0,0 1-3 0,0-1-1 16,0 0-8-16,-3 5-17 0,3-5-23 0,0 0-20 0,0 0-94 16,0 0-216-16,-11-11-440 0,11 4 195 15</inkml:trace>
  <inkml:trace contextRef="#ctx0" brushRef="#br1" timeOffset="-209967.29">9464 10207 211 0,'4'-2'230'0,"-3"-3"-24"0,3 3-23 15,0 1-20-15,-4 1-16 0,12 1-17 0,-6 3-11 16,3 1-5-16,0 4-14 0,1 4-8 0,3 4-5 16,1 8-5-16,-2 1-9 0,-2 1-4 0,-1 4-6 15,-4 3-5-15,-5-1-6 0,-3 1-3 0,-2 0-5 16,-10 9-2-16,-3-11-3 0,4 0-4 0,-8 0-2 15,-10 7-6-15,5-12-4 0,-7 7-13 0,-5-6-25 16,-3-1-40-16,-8-4-47 0,-1-3-61 0,-5-4-195 16,1-4-387-16,1-9 170 0</inkml:trace>
  <inkml:trace contextRef="#ctx0" brushRef="#br1" timeOffset="-209633.56">8577 10167 79 0,'-3'-3'186'0,"3"3"-16"0,-4-4-20 15,4 4-14-15,0 0-15 0,-12 13-16 0,5-4-1 16,-5 8-7-16,2 8-12 0,-5 5-4 0,2 3-7 0,-3 11-5 16,0 1-8-16,3 1-5 0,3 0-3 15,5-11-7-15,0-2 0 0,5 5-6 0,1-5-3 16,8-1 2-16,4-2 4 0,2 1 19 0,5-4-3 0,10-3-4 16,11 4 0-16,7-9-6 0,5-5-9 0,-1-2-24 15,2-2-37-15,2-4-53 0,-15-3-73 0,0-6-182 16,-3-1-357-16,-2 0 159 0</inkml:trace>
  <inkml:trace contextRef="#ctx0" brushRef="#br1" timeOffset="-208766.76">9614 9811 10 0,'1'-2'178'0,"-1"2"1"16,5-5-15-16,-5 5-9 0,5-3-17 0,-1 2-10 16,-1-1-8-16,-3 2-22 0,9 0-6 0,-9 0-11 15,11 1-8-15,-6 1-19 0,3 0 5 0,2 4-1 16,-1 2-7-16,0 0-4 0,5 5 2 0,-4 1-9 16,3 2-4-16,0 6 3 0,0 3 0 0,-2 1-2 15,-2 0-6-15,-2 0-8 0,-1-1 11 0,-1 0-5 16,-2-6-2-16,-2 8 2 0,0-10-6 0,-1-2-1 15,-1-3 0-15,1-2 2 0,-1-1 3 0,-2-2 0 16,3 0 4-16,0-2 4 0,-1 0 21 0,1 0 33 16,-4-2 33-16,4-3-3 0,0 0-10 0,0 0-7 15,0 0-10-15,4-20-15 0,-3 10-3 0,5-7-12 16,1-2-6-16,8-8-7 0,1 1-4 0,1-3-18 16,1 3-24-16,4-3-24 0,1 2-23 0,-1 2-25 15,2 2-28-15,-2 3-34 0,-2 3-48 0,-4 4-55 16,-1 1-202-16,-4 1-473 0,-2 4 209 0</inkml:trace>
  <inkml:trace contextRef="#ctx0" brushRef="#br1" timeOffset="-205667.06">10681 10060 169 0,'0'0'196'16,"0"-5"-6"-16,0-3-8 0,1 4-7 0,-1 4-16 16,1-8-11-16,-1 1-5 0,3 5-8 0,-3-3-13 15,3 1-16-15,-1-2-11 0,1 4-9 0,1-1-9 16,2-1-8-16,-1 2-8 0,0-1-5 0,2 0-10 15,-1 2-5-15,3 1-4 0,-2 1-5 0,3 2-7 16,-3 2-2-16,3 3-4 0,-1 0-3 0,5 5-4 0,-6 0 0 16,-2 3-3-16,2 2-1 0,1 7 1 15,-4-1-1-15,-1 3-1 0,-3-3 0 0,-1 5 1 16,-1-3 1-16,-4 1-3 0,-4-2-4 0,4 0-1 16,-5-2-2-16,-1-1-2 0,1-5 4 0,2 0 0 0,-1-2 2 15,-1-1-2-15,5-5 2 0,-1-1-3 0,2 1 2 16,-1-4 1-16,3-2-2 0,-2 1 7 15,1 0 11-15,2 0 13 0,1-4 20 0,-4 4 28 0,3-1 30 16,1-3 18-16,0 0 0 0,0 0-7 0,0 0-16 16,0 0-10-16,5-15-2 0,1 6-11 0,0-6-17 15,5-2-7-15,0-5 2 0,3-2-12 0,0-1-5 16,-1 2-3-16,1-2-4 0,0 0-6 0,-1 2-4 16,-5 3-2-16,2 2 2 0,-4 3-15 0,1 1 6 15,-4 1 5-15,3 4-9 0,-1-1-3 0,-4 3 4 16,1 0-5-16,1 3-2 0,0-1-7 15,-2 0-18-15,-1 5-20 0,1-4-24 0,-1 4-10 0,0 0 11 16,0 0 2-16,1 13 4 0,-2-5 6 0,-1 5 7 16,-1 3 4-16,3 2 6 0,0 7 1 0,-1-6 2 15,2 8-4-15,4-8-6 0,0 5-13 0,4 0-13 16,3 1-30-16,-1-4-28 0,2-1-40 0,6-2-79 16,-5-7-214-16,2 0-493 0,0-1 219 0</inkml:trace>
  <inkml:trace contextRef="#ctx0" brushRef="#br1" timeOffset="-205218.1">10503 10597 54 0,'-7'0'193'0,"7"0"-11"0,0 0-8 0,-7 0-5 0,7 0-9 15,0 0-12-15,0 0-10 0,-7 3-15 0,7-3-10 16,0 0-9-16,0 0-12 0,0 0-9 0,0 0-4 16,0 0-5-16,0 0-1 0,0 0 2 0,0 0-3 15,0 0-1-15,0 0-5 0,0 0-1 0,0 0-4 16,0 0 0-16,0 0-7 0,0 0-5 0,0 0-5 15,0 0-6-15,0 0-3 0,0 0-5 0,0 0 1 16,0 0-5-16,0 0-5 0,0 0 2 0,0 0 3 16,30-3-8-16,-7 0-6 0,9 3 1 0,5-6-2 15,18 3-3-15,-2-3-1 0,7 1 0 0,1-1 1 16,-1 1 2-16,1 0-6 0,2-2 2 0,-7 4 2 16,-1-3-2-16,-15 4-2 0,-6-3 0 0,-2 3-3 15,-4 2 4-15,-5-1-4 0,-6 0 1 0,-2-1 1 16,-4 1-3-16,-4 1-13 0,1 0-11 0,-3-1-10 15,-5 1-8-15,6 0-3 0,-6 0-18 0,0 0-25 16,0 0-17-16,-28 5-31 0,14-4-32 0,-5 2-204 16,0 3-402-16,-2-4 179 0</inkml:trace>
  <inkml:trace contextRef="#ctx0" brushRef="#br1" timeOffset="-204563.4">10778 10710 138 0,'0'0'233'0,"-4"-3"-20"15,4 3-23-15,0 0-17 0,1-8-19 0,-1 8-17 0,9-6-10 16,0 5-17-16,-1-5-17 0,6 1-2 0,-4 1-8 16,-1 1-15-16,4-2-3 0,-3 3-10 15,2 0-6-15,-2 1-4 0,1 1-6 0,-3 0-5 0,2 3-4 16,-1-3-6-16,-1 2 0 0,2 1-6 0,-3 3-4 16,1 1 1-16,-1 1-2 0,-2 5-2 0,0-1-5 15,-4 2 5-15,2 3-5 0,-3 3 7 0,-4 7-9 16,-2-1 1-16,-6-2 2 0,0 2-5 0,-1-1 4 15,-1-1-1-15,-3-2-2 0,3-1-1 0,1-6 2 16,3 0 0-16,1-6-2 0,-1 1 3 0,2-1-1 16,-1-2 1-16,5-3 3 0,2 2-2 0,-5-2 16 15,6 0 27-15,-3-1 25 0,3-2 39 0,-3 4 37 16,4-5 23-16,-4 3 2 0,4-3-3 0,0 0-15 16,0 0-13-16,0 0-9 0,4-17-28 0,0 10-16 15,-3 1-9-15,7-2-2 0,-3 0-9 0,4 2-12 16,-5 2-2-16,2-4-9 0,3 2-9 0,-1 2 7 15,-2 0-18-15,2 0-6 0,-3 2 9 0,4 1-19 16,-1 1-7-16,-2 0-6 0,3 0 7 0,0 2-19 16,1 1-13-16,0 0 4 0,-1 1-1 0,0-1-6 15,0 1 4-15,-2-2 4 0,0 2 0 0,2-2 12 16,-2 2-9-16,4-3 0 0,-3 1 5 0,-2 0-1 16,3-1 4-16,-4 0 6 0,4-2-5 0,0-2 6 15,0 1 2-15,0 1-3 0,1-3 1 0,-3 0 0 0,-1 0 5 16,2-3-1-16,-1 0-3 0,1 0 1 15,-2 2 4-15,0-5-3 0,0 3 4 0,-1 0-4 16,-1 0 4-16,1 1-2 0,-1 0-15 0,-2 1-5 16,2-2-31-16,0 1-33 0,1-3-37 0,0 2-41 0,0-3-49 15,2 4-50-15,-3-1-16 0,2 0-24 16,-2-2-158-16,0 0-496 0,1-2 220 0</inkml:trace>
  <inkml:trace contextRef="#ctx0" brushRef="#br1" timeOffset="-204134.86">11343 9890 38 0,'0'-5'220'0,"0"5"-20"15,0 0-19-15,1-4-30 0,-1 4-18 0,0 0-17 0,0 0-16 16,8 9-15-16,-2-1-6 0,1 9-6 15,4 9-8-15,-1 6 1 0,8 16-11 0,-4 2-1 16,0 5-1-16,-1 4-2 0,2 23-6 0,-6-25-2 16,-1 0-3-16,1 0-7 0,-3-1 0 0,-2 5-5 0,4-5-2 15,-7 1 1-15,-1-2 2 0,-1-6-7 16,-4 1-9-16,-2-7 9 0,0-7-6 0,-10 9-3 16,0-14 5-16,-7 9-4 0,-9-5 1 0,-9 1-13 15,-5-5-33-15,-9-4-52 0,4-4-82 0,-7-5-149 0,3-5-339 16,0-5 150-16</inkml:trace>
  <inkml:trace contextRef="#ctx0" brushRef="#br1" timeOffset="-203566.19">10419 9817 152 0,'0'0'180'0,"3"-2"-17"0,-3 2-21 0,0 0-7 16,0 0-24-16,-3 11-16 0,-1 0-8 0,-1 6-10 16,-4 14-5-16,-6 13-2 0,-2 8-3 0,-1 5-2 15,-7 26 2-15,-1-2-9 0,12-22 4 0,-5 23-4 16,9-25-5-16,1 3-5 0,2-2-6 0,9 2-3 15,4 0 1-15,3-5-2 0,5-1-1 0,4-5-2 16,10-3-6-16,3-5 10 0,8 0-4 0,8-5-6 16,1-7 3-16,6-1-17 0,-1-2-50 0,2-8-68 15,-5-3-236-15,0-2-368 0,-12-6 163 0</inkml:trace>
  <inkml:trace contextRef="#ctx0" brushRef="#br1" timeOffset="-198833.02">11517 9410 191 0,'1'-4'208'0,"-1"-1"-4"0,4 1-12 16,-3 1-8-16,0-1-3 0,-1 4-15 16,1-5-14-16,1 2-9 0,-2 3-9 0,0-4-14 0,0 4-13 15,0 0-10-15,1-3-11 0,-1 3-10 0,0 0-11 16,0 0-8-16,0 0-19 0,0 0-24 0,0 0-10 15,0 0-1-15,0 0-1 0,0 0-1 16,3 15-1-16,-3-6 3 0,0 2-2 0,0-2 1 0,-3 4-5 16,6 0 4-16,-6-1 2 0,3 2-3 0,0 1 1 15,0-1 1-15,0-3-6 0,0 1 2 16,0 2 3-16,0-4-1 0,0 2-1 0,0-2 4 16,0 2 0-16,-1-3-3 0,1 0 0 0,0-3-2 0,0 3 2 15,0-4 3-15,0 0-1 0,1 3-3 0,-1-3 1 16,0-1-2-16,0 1 0 0,0-1 2 15,0-1-1-15,0-3 2 0,0 6-3 0,0-6 2 16,0 6 3-16,0-6-2 0,0 3-3 0,0-3 7 0,-1 4-7 16,1-4 4-16,0 4-5 0,0-4 6 0,0 0-1 15,0 0-1-15,0 5-3 0,0-5 1 0,0 0 1 16,0 0 5-16,0 0 1 0,0 0-3 0,0 0 2 16,0 0-2-16,0 0-2 0,0 0 4 0,0 0 3 15,0 0-2-15,0 0-2 0,0 0 1 0,0 0 2 16,0 0 5-16,0 0 2 0,0 0-2 0,0 0-1 15,0 0 0-15,0 0 1 0,0 0-1 0,0 0 2 16,0 0-4-16,0 0 4 0,0 0 1 0,0 0 0 16,0 0-1-16,0 0-1 0,0 0 1 0,0 0-3 15,0 0-1-15,0 0-3 0,0 0 5 0,0 0-7 16,0 0 0-16,0 0 2 0,0 0-2 0,0 0 7 16,0 0-9-16,0 0-1 0,0 0 0 0,0 0 0 15,0 0 0-15,0 0-2 0,0 0-1 0,0 0 5 16,0 0 1-16,0 0-3 0,0 0 1 0,0 0-1 15,0 0 3-15,0 0-3 0,0 0 3 0,0 0-1 0,0 0-1 16,0 0 0-16,0 0-1 0,0 0 2 16,0 0-1-16,0 0 0 0,0 0-4 0,0 0 1 15,0 0 0-15,0 0 3 0,0 0-2 0,0 0 3 16,0 0-2-16,0 0 1 0,0 0 0 0,0 0 0 0,0 0 0 16,0 0 1-16,0 0-1 0,0 0-2 0,0 0 0 15,0 0 3-15,0 0-5 0,0 0 3 16,0 0 0-16,0 0-2 0,0 0 1 0,0 0 2 15,0 0 0-15,0 0-2 0,0 0-1 0,0 0 3 0,0 0-1 16,0 0-3-16,0 0-1 0,0 0 4 0,0 0 1 16,0 0-3-16,0 0-6 0,0 0 10 0,0 0-3 15,0 0-3-15,0 0 11 0,0 0-11 16,0 0 4-16,0 0 2 0,0 0-1 0,0 0 1 0,0 0-3 16,0 0 0-16,0 0 1 0,0 0-1 0,0 0-2 15,0 0 0-15,0 0 2 0,0 0 0 0,0 0 8 16,0 0 1-16,0 0 6 0,0 0 8 15,0 0 12-15,0 0 4 0,0 0 11 0,0 0 9 0,0 0 7 16,0 0 1-16,0 0-10 0,0 0-5 0,1-13-6 16,3 5-1-16,-2 2-8 0,2-5-6 0,0 2 1 15,0-3-5-15,4-3-6 0,-2 1 0 0,0-3-1 16,3 2-6-16,-1 1 3 0,0-1 0 0,-1 1-6 16,0 4 3-16,3-4-4 0,0 6-4 0,-6-4 9 15,5 4-8-15,-1-1-8 0,-1 1 5 0,1 2-2 16,-2-1-5-16,2 3 6 0,-5 0-3 0,0 0 1 15,1 1-3-15,0 1-3 0,-4 2-1 0,1-4-8 16,-1 4-12-16,0 0 1 0,8 0 3 0,-8 0-1 16,9 8 4-16,-5-3 1 0,2 4 2 0,-2 2 0 15,4-2-1-15,1 6 4 0,-3 4-2 0,2-4 3 16,-3 2 2-16,2 0 2 0,0 2-4 0,-2-2 2 16,-1 1 5-16,2-2-3 0,2 2 2 0,-3-5 0 15,-3 0 2-15,1 0 0 0,0-3 9 0,-2 1-11 16,2-2 0-16,-1-2-1 0,-1-1 5 0,1-1 1 15,-1 1-2-15,-1-1 3 0,1-3-1 0,-1 2 10 16,0-4-12-16,3 5 5 0,-3-5 2 0,0 0 2 0,0 6 13 16,0-6 5-16,1 1-2 0,-1-1 6 0,0 0 0 15,0 0-1-15,0 0 6 0,1 4-14 16,-1-4-4-16,0 0 2 0,0 0-5 0,0 0 1 0,0 0 3 16,3 5-6-16,-3-5 0 0,0 0-2 0,0 0-1 15,0 0 1-15,0 0 0 0,0 0 3 0,0 0-10 16,0 0 4-16,0 0 3 0,0 0 10 15,0 0-14-15,0 0 5 0,0 0-6 0,10-3-21 0,2-2-29 16,0 3-36-16,1-1-48 0,5-1-48 0,0 0-94 16,1 0-230-16,-1-3-542 0,-1 0 239 0</inkml:trace>
  <inkml:trace contextRef="#ctx0" brushRef="#br1" timeOffset="-198312.19">11058 9594 4 0,'0'0'151'16,"0"0"-7"-16,0 0-14 0,0 0-8 0,0 0-3 15,0 0 2-15,0 0-6 0,-8-1-5 0,8 1-4 16,0 0-1-16,0 0-3 0,0 0-4 0,0 0-7 15,0 0-3-15,0 0-8 0,0 0-5 0,0 0-4 16,0 0-8-16,0 0-7 0,22-5-8 0,-12 3 1 16,8 1-15-16,0 1-22 0,4-3-21 0,7-1-33 15,-1 2-36-15,4-1-49 0,-5-1-180 0,1-1-332 16,-1 1 148-16</inkml:trace>
  <inkml:trace contextRef="#ctx0" brushRef="#br1" timeOffset="-197779.76">12254 9631 115 0,'0'0'158'0,"0"0"-9"0,0 0-8 16,0 0-9-16,0 0-12 0,0 0-10 0,0 0-15 16,0 0-2-16,27-7-15 0,-14 5-1 0,4 1-7 15,4-1-12-15,-1 0-6 0,10 1-3 0,-2-4-8 16,-1 4-1-16,2-2-8 0,0 0-13 0,-1 3-10 16,-2-2-8-16,-4 2-21 0,-4-2-26 0,-5 0-36 15,-1-1-55-15,-4 2-89 0,-3 0-244 0,1-2 107 0</inkml:trace>
  <inkml:trace contextRef="#ctx0" brushRef="#br1" timeOffset="-197554.93">12419 9515 28 0,'-2'-2'266'15,"0"-2"-6"-15,1 1-11 0,1 3-18 0,-3-5-21 0,3 5-20 16,0 0-17-16,-1-3-18 0,1 3-21 0,0 0-20 15,0 0-11-15,0 0-12 0,0 0-10 16,0 11-7-16,0-5-8 0,2 5-10 0,1 1-10 16,2 2-3-16,-2 3-6 0,1 0-4 0,-1 1-20 0,5 0-13 15,0 6-22-15,-5-5-20 0,4-2-33 0,-1 0-34 16,-1 0-44-16,-5-5-223 0,3 3-406 0,-2-5 179 16</inkml:trace>
  <inkml:trace contextRef="#ctx0" brushRef="#br1" timeOffset="-197151.13">12833 9389 161 0,'6'0'157'15,"2"-1"-12"-15,0 1-1 0,6 2-25 0,-3 1-4 16,3 1-10-16,3 1-12 0,3 2-10 0,-7 0-6 16,2 3-7-16,-2 1-14 0,-2 2-6 0,-3-2-1 15,0 2-5-15,-4 1-6 0,-3 4-8 0,-1-2-2 0,-5 2 1 16,-4 1-4-16,-9 3 0 0,4 0-3 15,-9-4-3-15,1 0 0 0,3-1-5 0,3-5 2 16,1-2-10-16,0 1 4 0,5-3 0 0,1-3 1 16,0 3-5-16,4-4 3 0,0 1-4 0,0-1 1 15,2-1-1-15,-1 2 6 0,-2-1-6 0,6-2 2 16,0-2 7-16,1 6-1 0,7-4 8 0,-2 1-7 16,7 1-3-16,5-3 3 0,2 0-17 0,0-1-49 15,1 0-60-15,1-2-179 0,-2-5-315 0,2 2 139 0</inkml:trace>
  <inkml:trace contextRef="#ctx0" brushRef="#br1" timeOffset="-196817.33">13212 9436 14 0,'0'0'200'0,"12"0"-8"15,-7 2-15-15,4 3-12 0,0-1-11 0,5 3-8 16,0 4-11-16,5 1-9 0,1 5-16 0,0 4-5 16,-1-1-10-16,-5 2-9 0,1-1-14 0,-2 3-2 15,-3-7-8-15,-1 1-6 0,-5-1-7 16,1 1-2-16,-2 0-6 0,-3-2-6 0,-3 0-5 0,3-6-1 16,-5 1-3-16,0-1 4 0,-3-3-2 0,-2 0-1 15,1-2-1-15,0-1-2 0,-2-3 10 0,4 0 14 16,-4-1 13-16,2-1 7 0,0-4 19 15,0 0-8-15,2-2-9 0,3-3-3 0,1-1-5 0,3-2-5 16,5-6-13-16,4-5-25 0,4-1-26 0,5-1-39 16,4-2-40-16,4 2-46 0,15-5-59 0,-13 6-242 15,-5 4-467-15,5-1 207 0</inkml:trace>
  <inkml:trace contextRef="#ctx0" brushRef="#br1" timeOffset="-195783.2">14374 9388 171 0,'1'-11'225'0,"2"2"-8"0,-3 1-7 0,1 2-15 15,0 0-20-15,-1 1-16 0,0 1-20 16,0 4-19-16,1-3-39 0,-1 3-24 0,0 0-6 16,0 0-1-16,2 14-10 0,-1-3-1 0,-1 8-5 0,0 8-7 15,3 2 1-15,-3 4-5 0,0 2 2 0,-3 0-2 16,3 11-7-16,-1-10-20 0,1-1-14 0,-2 13-18 16,-3-15-19-16,3 2-17 0,-7 2-49 15,1-3-180-15,-1-1-324 0,2-2 144 0</inkml:trace>
  <inkml:trace contextRef="#ctx0" brushRef="#br1" timeOffset="-195285.18">13833 10219 104 0,'0'0'151'0,"0"0"-13"0,-5-2-15 0,5 2-2 15,0 0-13-15,0 0-12 0,0 0-8 16,0 0-9-16,0 0-7 0,-5-2-9 0,5 2-9 15,0 0-1-15,0 0-11 0,0 0-3 0,0 0 4 0,0 0-1 16,0 0 1-16,0 0-3 0,0 0-2 0,0 0-4 16,27-3 2-16,-7 1-2 0,15-1 0 15,16-1-1-15,8-1-9 0,7 1 4 0,38-2 0 16,0-4 1-16,8 1-1 0,9 1-1 0,14 2-5 0,7-2 4 16,3 0-1-16,0 0-5 0,4-3 11 15,0-3-6-15,-2 7-2 0,-6-3 1 0,-6-1-5 0,-7 2-2 16,-8-3-3-16,-1 5 3 0,-7-3-6 15,0 1 3-15,-5-1-5 0,-9-1 4 0,-30 6-6 0,21-3-2 16,-32 0 3-16,-4 1-1 0,-16 1-1 0,3 0-3 16,-3 1 6-16,-5-1-2 0,-3 1 0 0,-3 1-3 15,-7-1 1-15,-5 3-3 0,-4 0 0 0,-1 0-10 16,-1 0-10-16,-2 1-17 0,-2 1-7 0,-4 0-14 16,0 0-15-16,0 0-37 0,0 0-80 0,-31 1-100 15,18 1-312-15,-6-2 138 0</inkml:trace>
  <inkml:trace contextRef="#ctx0" brushRef="#br1" timeOffset="-194336.22">13560 10692 211 0,'0'0'205'0,"1"-6"-19"0,-1 6-9 0,0 0-6 15,0 0-18-15,0-5-12 0,0 5-14 16,0 0-14-16,3-4-13 0,-3 4-11 0,6 0-7 16,-6 0-9-16,12 1-6 0,-5 2-11 0,3-1-2 0,2 1-7 15,-2 5-6-15,7 1-4 0,-2 3-1 0,-1 2-6 16,8 4-8-16,-3 3 3 0,-1 1 1 0,0 3-4 16,-1 0-13-16,-2-1 5 0,0 4-3 0,-3-2-6 15,-1-1 1-15,-1 1 0 0,0-1 3 0,-2-1-1 16,-4-5-5-16,-3 1 0 0,2-1 0 0,-6 1 0 15,2-4-1-15,-3 0 1 0,-1 1-1 0,-4-2 4 16,0-4-3-16,-1 1 2 0,2-2 1 0,-2-3 0 16,-1 1 0-16,2-4 0 0,-1 1 5 0,-1-4 0 15,2 0 24-15,0 2 22 0,2-3 31 0,7 0 26 16,-12-5 0-16,6 2 2 0,-1-5-12 0,1-1-11 16,3-5 1-16,2-1-8 0,1-6-9 0,4-4-8 15,5-4-8-15,5-2-8 0,3-1-4 0,7-8-8 16,-5 10-13-16,5 0-6 0,-2 0-11 0,1 8-4 15,0-3-12-15,-1 4-15 0,-4 1-16 0,-4 9-22 16,-1-1-29-16,-4 4-35 0,3 1-44 0,-1 1-50 16,-2 2-83-16,-2 1-159 0,1-3-497 0,-3 0 220 15</inkml:trace>
  <inkml:trace contextRef="#ctx0" brushRef="#br1" timeOffset="-194051.3">14269 10639 247 0,'0'0'234'0,"0"-5"-19"0,0 5-21 0,0-5-20 0,0 5-16 16,1-3-19-16,-1 3-20 0,0 0-11 0,0 0-12 15,0 0-13-15,0 0-9 0,9 13-8 16,-1-4-5-16,-3 0-8 0,-1 8-11 0,-3 1 0 0,7 4-6 16,-4 3-1-16,3 3-2 0,1-1-3 0,-3 3-1 15,-2 1-5-15,2-1-21 0,0 4-17 0,-1 0-31 16,1-1-30-16,-4 2-33 0,-1-4-69 0,-1 2-136 16,-2-4-339-16,1-1 150 0</inkml:trace>
  <inkml:trace contextRef="#ctx0" brushRef="#br1" timeOffset="-193886.43">14250 11468 278 0,'0'0'304'16,"-1"3"-14"-16,1-3-25 0,0 0-16 0,0 0-25 16,0 0-24-16,0 0-18 0,0 0-23 0,0 0-11 15,0 0-40-15,0 0-67 0,0 0-62 0,17-3-68 16,-5 0-85-16,2-2-187 0,-4 0-391 0,7-3 173 15</inkml:trace>
  <inkml:trace contextRef="#ctx0" brushRef="#br1" timeOffset="-193184.72">15156 10824 202 0,'0'-5'265'0,"1"0"-13"0,-1 1-15 0,0 4-9 15,0-8-18-15,0 8-16 0,0-6-17 0,0 3-19 16,0 3-20-16,0 0-13 0,0-4-19 0,0 4-16 0,0 0-24 16,0 0-17-16,0 0-8 0,0 0-9 15,0 0 1-15,4 16-11 0,-3-6-1 0,3 6-4 16,-4 2-3-16,0 7 0 0,0-2-3 0,-5 6 2 16,4 0-2-16,-2-2-4 0,3-1-8 0,0 1 2 0,0 2 5 15,-1-3-8-15,2-2-1 0,-1-6 3 0,3 1 1 16,-3-2-4-16,1-5 2 0,-1 1 2 15,0-4 3-15,1 3-4 0,-1-4 2 0,-1-4-1 0,2 3 2 16,-2-2 4-16,2-1 20 0,-1 0 23 0,0-4 18 16,-1 5 19-16,1-5 25 0,0 4 27 0,0-4 21 15,0 0-7-15,0 0-16 0,0 0-8 0,-4-20-21 16,-1 10-3-16,1-9-13 0,-1-8-13 16,1-4-4-16,0 0-11 0,3-6-2 0,1-14-15 0,3-2-12 15,3-1-1-15,4-3-18 0,4 3 11 0,-6 3-7 16,6 3-3-16,3 3-11 0,-3 13 6 0,0 3 3 15,-3 3-3-15,2 4-2 0,-4 6-3 0,1-2-4 16,3 5 2-16,-3 5-3 0,7-1-20 0,2 3-20 16,9 1-16-16,7 6-25 0,-3 3-22 0,5 1-33 15,11 12-35-15,-12-5-48 0,11 9-75 0,-12-4-302 16,-6 0-643-16,2-2 284 0</inkml:trace>
  <inkml:trace contextRef="#ctx0" brushRef="#br1" timeOffset="-192385.73">15776 10934 87 0,'0'0'141'0,"-7"-1"7"16,7 1-6-16,0 0-4 0,0 0-6 0,0 0 1 16,0 0-5-16,0 0-7 0,0 0-10 0,-5 1-7 15,5-1-2-15,0 0-11 0,0 0 0 0,0 0-10 16,0 0-10-16,0 0-2 0,0 0-6 0,19-5-10 15,-11 4-1-15,2 1-2 0,4-2-9 0,4 2-1 16,0-2-7-16,10 0-3 0,3-1-2 0,1 2-2 16,2 0-1-16,0 1-1 0,1-3-6 0,-3 0 2 15,-1 2 0-15,-3 0-4 0,-9 0 0 0,0 1-1 16,-6-2-4-16,1 2 0 0,-2-1-6 0,-5 1-10 16,2 0-9-16,-4-1-13 0,0-2-13 0,-5 3-23 15,4-1-43-15,-4 1-27 0,0 0-51 0,0 0-136 16,-13-4-346-16,7 1 154 0</inkml:trace>
  <inkml:trace contextRef="#ctx0" brushRef="#br1" timeOffset="-191970.14">16435 10711 225 0,'0'0'247'0,"0"-4"-18"0,0 0-21 16,0 4-26-16,0 0-22 0,1-3-16 0,-1 3-26 0,0 0-14 15,0 0-7-15,0 0-17 0,5 12-7 16,-5-2-9-16,0-2-5 0,0 9-3 0,0 0-9 16,-5 0-1-16,4 3-3 0,-3 1-6 0,-1 1-4 0,1 5-7 15,-5-4 0-15,5-3-2 0,-4-3-1 0,0 0-4 16,3-1-2-16,1-5-3 0,1-1-2 15,1-3 2-15,-1 0 3 0,1-3 7 0,0 1 45 16,1-1 35-16,-3-1 31 0,4-3 27 0,0 4-15 16,0-4-14-16,0 0-14 0,9-13-16 0,-1 4-12 0,2-2-6 15,5-3-6-15,-2-1-11 0,0 1-11 0,6-3-9 16,-4 2-3-16,1 1-2 0,-2 6-7 16,0-2-8-16,-4-1-3 0,2 6 5 0,-5 0-24 15,-2 0-5-15,2 3-18 0,0 1-9 0,0 1-3 0,-1 3-1 16,-1-1-7-16,4 3 1 0,1 2-4 0,-2 3-28 15,1-2-20-15,3 4-28 0,-1 5-28 0,-1-3-46 16,4-2-66-16,-2 1-246 0,2-2-542 0,-4-3 240 16</inkml:trace>
  <inkml:trace contextRef="#ctx0" brushRef="#br1" timeOffset="-191725.64">16928 10875 7 0,'0'0'221'0,"0"0"-10"0,-1-3-3 0,1 3-16 16,0 0-20-16,0 0-11 0,0 0-13 0,0 0-16 16,0 0-16-16,0 0-6 0,0 0-11 0,19-1-12 15,-5 1-7-15,-1-3-10 0,6 3-9 0,-1 0-4 16,4 0-13-16,5-1 2 0,1 2-12 0,1-2-18 15,-1-1-19-15,-10 2-29 0,4-2-33 0,-4 0-36 16,-2-1-39-16,-3 1-183 0,-5-1-347 0,-2 0 153 16</inkml:trace>
  <inkml:trace contextRef="#ctx0" brushRef="#br1" timeOffset="-191508.75">17041 10698 197 0,'0'0'227'0,"0"0"-24"0,-3-4-22 0,3 4-25 16,0 0-22-16,0 0-13 0,0 0-15 0,-1 16-9 15,1-8-11-15,-1 4-7 0,1 5-4 0,-2 4-8 16,1 5-5-16,2-1-4 0,-2 4-4 0,2 0-7 16,-1-6-4-16,2 3-2 0,0-1-3 0,-1-7-6 15,1 3-22-15,3-1-28 0,-3-2-29 0,-1-3-34 16,2-2-60-16,-2-2-164 0,-1-2-330 0,4-4 146 15</inkml:trace>
  <inkml:trace contextRef="#ctx0" brushRef="#br1" timeOffset="-191152.94">17359 10699 200 0,'4'-5'275'0,"-2"3"-22"0,2-4-25 0,-1 5-22 0,-3 1-25 16,4-4-18-16,-4 4-21 0,7 0-14 16,-7 0-12-16,8 8-12 0,-3-1-14 0,0 4-7 15,4 4-8-15,-3 0-8 0,2 2-1 0,-4 0-11 16,1 1-8-16,-1 0-3 0,1 7-5 0,-3-6-6 0,0 1-3 16,-1-1-2-16,-1-1-5 0,0-2 1 15,-1-4-2-15,1 0-4 0,-2-3-2 0,1-1-2 16,0-1 4-16,-1-3 1 0,0 1 4 0,1-1 24 15,1-4 18-15,-1 4-4 0,1-4 2 0,0 0 7 0,-7-11-7 16,6 5-2-16,2-3-7 0,-1-2 3 0,0-5 3 16,3-2-11-16,1-1-4 0,3 0-3 15,2-5-8-15,5-3-12 0,0 3-13 0,0-2-20 16,4 1-21-16,0 1-15 0,4 5-25 0,-6 1-32 16,-3 6-34-16,4 0-29 0,-2 3-55 0,-2 2-252 0,-3 1-512 15,-1 2 226-15</inkml:trace>
  <inkml:trace contextRef="#ctx0" brushRef="#br1" timeOffset="-190879.87">17805 10798 154 0,'0'0'251'0,"0"0"-15"16,-5 3-11-16,5-3-22 0,0 0-18 0,0 0-20 16,0 0-17-16,0 0-14 0,15-8-12 0,-10 8-14 15,4-3-11-15,0 3-11 0,3-1-10 0,0-2-5 16,2 1-7-16,7-1-7 0,-3 1-8 0,3-1-3 16,7-4-8-16,2 2-5 0,-2 3-8 0,0-3-6 15,1 5-25-15,-11 0-18 0,3-2-32 0,-8 2-19 16,1-1-37-16,-3-4-44 0,0 3-205 0,-3 2-391 15,-4-3 174-15</inkml:trace>
  <inkml:trace contextRef="#ctx0" brushRef="#br1" timeOffset="-190663.93">17903 10660 135 0,'-1'-3'284'0,"1"3"-13"0,-3-4-22 15,3 4-21-15,-1-3-22 0,1 3-17 0,0 0-23 16,0 0-22-16,0 0-20 0,0 0-17 0,0 0-9 16,0 0-5-16,4 11-16 0,0 0-9 0,-2 0-4 15,1 6-7-15,3 1-7 0,-1 1-5 0,4 5-12 16,2 1-13-16,-4 0-25 0,2 0-26 0,0 1-30 16,0 1-44-16,0-10-64 0,-3 0-221 0,3-1-422 15,-5-7 187-15</inkml:trace>
  <inkml:trace contextRef="#ctx0" brushRef="#br1" timeOffset="-190378.59">18382 10638 291 0,'2'-5'295'16,"0"1"-29"-16,-1 1-25 0,2-1-28 0,-2 1-22 15,-1 3-22-15,4-2-28 0,-4 2-11 0,0 0-17 16,1 12-11-16,-1-6-12 0,3 4-9 0,-3 5-8 16,0 1-5-16,0 2-7 0,-3 1-7 0,3 6-7 15,-1-4-2-15,1 4-5 0,0-6-1 0,0 0-1 16,-2-1-5-16,2 2-5 0,-2-2-3 0,2-2-1 16,0-4 1-16,-1 0-14 0,1-1-14 0,-3-1-22 15,2-3-18-15,1-2-16 0,-2-1-14 0,0 1 0 0,2-2-17 16,0-3-15-16,-3 2-41 0,3-2-241 15,0 0-418-15,-7-12 186 0</inkml:trace>
  <inkml:trace contextRef="#ctx0" brushRef="#br1" timeOffset="-190153.47">18643 10483 94 0,'0'0'178'0,"0"0"-17"15,0 0-9-15,1 14-12 0,-1-4-5 0,-1 10 1 0,1 9-13 16,-1 0-6-16,-3 8 3 0,1 15-4 0,-2-4-12 16,1 2 1-16,-2-3-13 0,2 2-10 15,-9 1-7-15,2-4-4 0,-2-13-10 0,-8 12-3 16,4-14-7-16,-4-2-1 0,-4-1-9 0,-11 5-4 0,-4-6-5 16,-7-3-15-16,-2-3-38 0,-4-1-57 0,-6-3-43 15,0-5-234-15,-5-4-384 0,2-3 169 0</inkml:trace>
  <inkml:trace contextRef="#ctx0" brushRef="#br1" timeOffset="-189518.77">16223 10384 111 0,'0'0'167'0,"1"-6"-6"15,-1 6-15-15,0 0-12 0,-4-4-22 0,4 4-3 0,-7 0-11 16,-4 0-15-16,-1 4-6 0,-4 3-14 15,-11 6 1-15,-5 2-10 0,-11 11-4 0,-2 3 1 16,-1 5-8-16,2 6-1 0,-4 3 5 0,-17 15-7 16,26-9 6-16,-1-2 1 0,-12 21-4 0,20-20-4 0,6 2-8 15,3 0 3-15,6-2-4 0,6-1-7 16,6-1 0-16,6-11 8 0,13 9-6 0,9-2 3 16,13-2-2-16,7-2-1 0,30 9-2 0,-14-21-21 15,28 11-40-15,-3-6-56 0,-20-16-239 0,26 3-361 0,-26-4 160 16</inkml:trace>
  <inkml:trace contextRef="#ctx0" brushRef="#br1" timeOffset="-90784.51">19274 9801 118 0,'-5'-3'119'0,"5"3"-7"0,-4-3-6 0,4 3-16 0,-1-6-4 16,1 6-10-16,-5-2-2 0,5 2-9 15,0 0 0-15,0 0-9 0,-2-5-4 0,2 5 1 16,-2-4-5-16,2 4-3 0,0 0-6 0,0 0 0 0,0-6 0 15,0 6-5-15,0 0-7 0,0 0-2 0,0 0-3 16,-5 0 1-16,5 0-3 0,0 0-4 16,0 0-8-16,-10 0 4 0,10 0 0 0,0 0-1 0,-9 0-3 15,9 0 1-15,-8 4-6 0,2-3 5 0,6-1-2 16,-7 1-1-16,5 2 0 0,2-3-4 0,0 0 2 16,-9 1-1-16,9-1 1 0,0 0 0 0,0 0 3 15,0 0 1-15,0 0 2 0,0 0-3 0,17 4 2 16,-6-6-7-16,9 2 1 0,10-2 2 0,2 1-1 15,1-2 0-15,8 2 3 0,10-4-4 16,1 4 3-16,5-3-1 0,-6-1-6 0,1 3 6 0,-1-1-2 16,-15 1 1-16,0 1-3 0,-5 0 0 0,-3 0 4 15,-9-3-3-15,-1 3 0 0,-6-1 4 0,-1 1-3 16,0 1-9-16,-6-1-9 0,-5 1-15 0,0 0-13 16,0 0-20-16,0 0-26 0,-25-3-41 0,6 3-78 15,-1 0-226-15,-1 3 100 0</inkml:trace>
  <inkml:trace contextRef="#ctx0" brushRef="#br1" timeOffset="-90540.85">19490 9570 109 0,'-4'-10'197'0,"3"-1"4"0,1 2-11 15,0 1-9-15,0 2-6 0,-2 1-20 0,2 2-20 16,0 3-15-16,-3-3-13 0,3 3-13 0,0 0-7 16,1 17-5-16,-1 0-11 0,4 2-1 0,0 6-14 15,-3 1-2-15,3 4-4 0,1 1-7 0,1 0-5 16,2 2-4-16,-4 1-43 0,1 1-41 0,4 11-56 16,3-1-55-16,-7-8-160 0,0-6-347 0,0-3 153 15</inkml:trace>
  <inkml:trace contextRef="#ctx0" brushRef="#br1" timeOffset="-89702.84">20449 9209 105 0,'0'0'120'15,"-5"-3"-6"-15,5 3-11 0,0 0-5 0,-7-2-4 16,7 2-1-16,0 0-3 0,-8 0-8 0,8 0 1 16,0 0-7-16,-10 4-8 0,10-4-3 0,-6 2 1 15,2 1-13-15,4-3-6 0,0 0-3 0,-4 5-3 0,3-3-3 16,1-2-3-16,0 0 0 0,-1 5-7 0,1-5 1 16,2 5 17-16,6-4 4 0,3 3-6 15,3-4-5-15,8 1-9 0,10-1 0 0,3 2-3 16,18-2-2-16,2 0-5 0,3 0-1 0,-1 0-3 0,-2 1 4 15,3-4-1-15,-7-2-7 0,-14 5 2 0,1-3-9 16,-5 3-10-16,-4 0-9 0,-8 0-15 0,-2 0-24 16,-7 2-30-16,1-2-4 0,-10-2-21 0,-3 2-53 15,0 0-87-15,0 0-268 0,-17 4 119 0</inkml:trace>
  <inkml:trace contextRef="#ctx0" brushRef="#br1" timeOffset="-89140.81">20454 9325 87 0,'-8'0'223'0,"8"0"-18"15,0 0-21-15,0 0-19 0,0 0-17 0,-9 0-20 16,9 0-12-16,0 0-16 0,0 0-9 0,-1 7-8 15,1-7-9-15,2 9-3 0,2 0-14 0,1 2-2 16,2 5-11-16,-1 1-5 0,3 8-2 0,1-1-4 0,3 5-5 16,2-1 0-16,-1-1-6 0,4 0 0 15,0 1-1-15,4 0-4 0,-2-2 1 0,2-1-6 16,2-1 3-16,3 0-1 0,-3-5-4 0,3 3-2 16,-4-5 4-16,3 0-3 0,-2-3 0 0,-2-6-4 0,5 1 1 15,-8-3 1-15,9-1-4 0,-8-3-2 16,1 0 2-16,-4-4 3 0,-4 1-3 0,0-1 3 15,5-2-2-15,-5 1-2 0,-3 0 2 0,3-2 2 16,-4 3-1-16,-4-2 21 0,0 1 5 0,0 3 1 0,-1-1 3 16,-4 1-5-16,5-4-7 0,-5 4-12 0,0 0-7 15,0 0-10-15,0 0-3 0,0 8 5 16,-1-3 6-16,-4 6-1 0,-3 6 2 0,-6 7-2 16,-1 8 2-16,-10 11 3 0,1 2 0 0,-5 5-1 15,-1 5-12-15,1-2 0 0,-12 19 4 0,14-21 1 0,0 1-1 16,3-4 5-16,3 0-5 0,0-3 0 0,2 0-2 15,5-14 3-15,1 1 0 0,3 2 1 16,-2-1 1-16,5-2 1 0,-1 0 1 0,2-1 0 0,-2-5 0 16,3 2-3-16,1-8 1 0,0 0-1 0,0-3 1 15,3 2 3-15,0-6-3 0,-2-2-3 0,2 2 5 16,-2-1-7-16,2-5 6 0,-3 3 1 0,3-1-2 16,1-4 3-16,-1 2-6 0,1-4-13 0,-3 3-14 15,3 0-11-15,0-1-28 0,0-4-37 0,0 6-31 16,0-6-199-16,0 0-364 0,0 0 161 0</inkml:trace>
  <inkml:trace contextRef="#ctx0" brushRef="#br1" timeOffset="-88769.86">20584 11067 71 0,'0'0'154'0,"-8"0"-2"0,8 0-9 0,0 0-7 15,0 0-13-15,0 0-9 0,0 0-8 0,0 0-11 16,35-6-9-16,1 2-9 0,16-3-8 0,8 1-7 15,5-1-6-15,32-2-7 0,-6 0-1 0,0 0 7 16,2 2 1-16,-29 3-4 0,0-1-3 0,-4 1-3 16,-5-1-7-16,-14 1-1 0,-5 0-3 0,-6 2-4 15,-3-1-2-15,-9 3 10 0,-3-3-2 0,-6 3 1 16,0 0-4-16,-3-1-2 0,2 0-4 0,-4-1 1 16,-4 2-7-16,0 0-8 0,4-2-34 0,-4 2-51 15,0 0-58-15,-22-2-209 0,13 1-365 0,2 1 161 16</inkml:trace>
  <inkml:trace contextRef="#ctx0" brushRef="#br1" timeOffset="-86369.63">20507 11504 43 0,'0'0'126'15,"0"0"-7"-15,0 0-19 0,5-2-9 0,-5 2-12 16,0 0 0-16,13 6-15 0,-8-2-11 0,6 2 0 0,-4 5-11 15,2-5-3-15,5 9-9 0,-5-1 6 16,3 3-6-16,-2 0-7 0,0 6 1 0,-1 0-1 16,-5-3-2-16,6 5 0 0,-2 1-6 0,-6-1-3 15,0-4 1-15,0 3-2 0,-2-4 1 0,-1-2-2 0,0 2 0 16,-2-3 0-16,1 0-4 0,-2-1 5 16,0-5-4-16,1 0-7 0,-3-3 11 0,2 1-3 15,2-4-5-15,-1 0-1 0,-1 0 27 0,3-1 41 16,-2-1 49-16,3-3 34 0,-2 4 31 0,2-4 17 0,0 0-13 15,0 0-22-15,0 0-12 0,-8-15 3 0,8 5-34 16,1-8-7-16,3-1-20 0,5-8 2 16,0-1-22-16,5-1-1 0,-1 2-12 0,1-2-4 15,0 3-10-15,3 1-4 0,-6-1-4 0,4 2-8 0,-4 6 1 16,0 4 1-16,-3 4-7 0,-2 0-3 0,-1 0-4 16,1 3-2-16,-3 3-3 0,1-1-13 0,0 0-20 15,-3 1-28-15,3 0-31 0,-3 0-39 0,-1 4-16 16,0 0-17-16,8 2-39 0,-8-2-26 0,5 6-251 15,-1-5-502-15,-4-1 222 0</inkml:trace>
  <inkml:trace contextRef="#ctx0" brushRef="#br1" timeOffset="-85859.73">21084 11685 184 0,'0'0'198'0,"0"0"-15"0,-5 0-17 0,5 0-13 15,0 0-20-15,0 0-9 0,0 0-15 0,0 0-12 16,24-5-12-16,-10 4-11 0,3-3-9 0,2 2-24 15,2 1-37-15,-4 0-46 0,2 0-31 0,-1-1-66 16,-4 1-88-16,4-2-247 0,-4 3 110 0</inkml:trace>
  <inkml:trace contextRef="#ctx0" brushRef="#br1" timeOffset="-85687.71">21047 11880 88 0,'0'0'123'0,"0"0"1"16,11 2-10-16,-2-2-9 0,10 0-14 0,3-1-4 16,6 0-11-16,4-3-2 0,1 0-23 0,-1 1-46 15,5-3-44-15,-6-2-112 0,1-1-161 16,-2 0 72-16</inkml:trace>
  <inkml:trace contextRef="#ctx0" brushRef="#br1" timeOffset="-85050.28">21790 11536 16 0,'2'-2'213'0,"-2"2"-11"0,0-5-20 16,0 5-16-16,1-3-17 0,-1 3-16 0,0 0-22 16,0 0-7-16,0 0-12 0,0 0-10 0,0 0-9 15,0 0-6-15,6 12-7 0,-6-3-7 0,0 2-4 16,0 0-3-16,0 5-6 0,-4 2-12 0,2 1 6 16,-1-1-4-16,-1 6-4 0,1 0-3 0,-2 2-3 15,1-6-2-15,0-3 0 0,1 1 2 0,2-1-6 16,-2-1 0-16,2-6-3 0,-1 0 1 0,0-2-1 15,0-2-2-15,2-3-1 0,-3 4 0 0,3-5 12 16,-1 2 42-16,1-4 32 0,0 3 32 0,0-3 28 16,0 5 16-16,0-5 34 0,0 0-26 0,0 0-15 15,0 0-22-15,8-19-15 0,-3 9-10 0,1-5-14 16,6 0-3-16,-3-1-16 0,0-1-12 0,3 0-8 16,-1 1-4-16,0 0-10 0,-3 5-2 0,3-1-4 0,-6 3-8 15,1 2 2-15,1 0-11 0,-4 4-7 0,3 0 0 16,-5 0-6-16,3 1-6 0,-4 2 2 0,0 0-3 15,13 6 3-15,-8-1-7 0,-1 6 1 16,1 1 1-16,-1-3-5 0,1 8 9 0,-1 1-7 0,0 1-8 16,1 0 27-16,-4-1-17 0,3-2-39 0,0 1-19 15,-2 0-28-15,-2-3-25 0,0-2-34 0,-1 1-29 16,2-1-50-16,-1-2-79 0,0-2-269 16,2-2-615-16,-2-3 273 0</inkml:trace>
  <inkml:trace contextRef="#ctx0" brushRef="#br1" timeOffset="-78738.27">20910 8760 104 0,'0'0'108'0,"0"0"-10"0,0 0-11 0,0 0-10 16,0 0-10-16,0 0 3 0,0 0-28 0,0 0 7 15,0 0-2-15,0 0-3 0,0 0 2 0,0 0-9 16,0 0 11-16,0 0 0 0,0 0 8 0,0 0 16 16,0 0 7-16,0 0 3 0,0 0 2 0,0 0 11 15,0 0 5-15,0 0-7 0,0 0-9 0,0-7-5 16,0 7-9-16,1-4-5 0,-1 1-9 0,0 3-11 0,1-10 16 15,1 4-7-15,-1 0-9 0,0-5-2 16,2 2-6-16,-2-2-1 0,2-1-4 0,-1 0-4 16,1 1 2-16,2 0 0 0,-1-4-3 0,-3 3 0 15,3 1-2-15,-3 0-1 0,2 3 1 0,-1-2-1 0,-2 1 0 16,2 1-7-16,-2 2 0 0,1-3-3 0,-1 4 6 16,0-1-9-16,0 0 0 0,0 3-4 15,-1-2-7-15,1 0 4 0,0 5-1 0,-11-2 0 16,0 4-3-16,-6 5 3 0,-8 3-3 0,-6 3 0 0,-5 4 0 15,-6 9 2-15,-5-2-3 0,2 3 3 16,4 0-1-16,-4 1-4 0,-1 0 0 0,4-2 5 16,10-5-4-16,-10 4 2 0,9-7 4 0,-3 2-5 15,5-5 2-15,2-2 1 0,1-1-3 0,9-3 4 0,1-3-1 16,4-3 4-16,4 0 0 0,-1-1 2 0,1-2 5 16,1-1 15-16,0-4-1 0,4 2 8 0,-4-5 8 15,7 1-5-15,-1-4-2 0,2-4-5 0,2-2-5 16,4 0-2-16,8-11-7 0,-3 3 1 0,8 3-3 15,-6 5-3-15,-1 2 1 0,2 0-3 0,-3 1 2 16,-1 5-5-16,-1 4-4 0,-1-2 9 0,0 1-12 16,4 4-1-16,-1 2 1 0,5 2 3 0,1 5-4 15,-2 0 8-15,4 3-2 0,5 5 1 0,-1 3-2 16,0 3 2-16,1-1-2 0,-2 1-3 0,0-1 5 16,0 1-3-16,2 0 2 0,-2-3 1 0,-2-3-1 15,4 1-3-15,-9-5-8 0,7 0-18 0,-2-3-27 16,5 0-28-16,-2-2-42 0,1-4-48 0,6-3-68 15,-1-5-186-15,-7 4-458 0,-1-6 203 0</inkml:trace>
  <inkml:trace contextRef="#ctx0" brushRef="#br1" timeOffset="-77017.86">22391 10108 17 0,'0'0'161'0,"0"0"-14"0,0 0-2 16,-10-2-13-16,10 2-6 0,0 0-5 0,0 0-11 16,0 0-11-16,0 0-11 0,0 0-6 0,-5 2-12 15,5-2 0-15,0 0-11 0,0 0-4 0,0 0-6 16,0 0-2-16,0 0-12 0,0 0 6 0,0 0 0 15,0 0 3-15,0 0-1 0,0 0-4 0,0 0-3 16,0 0-2-16,0 0-1 0,0 0-3 0,0 0-6 16,0 0 2-16,0 0-6 0,0 0-3 0,0 0-1 15,0 0-6-15,0 0 7 0,0 0 3 0,0 0-10 16,0 0-3-16,0 0 6 0,0 0-8 0,0 0 1 16,0 0 3-16,0 0-1 0,0 0 6 0,0 0-8 15,0 0 1-15,0 0 0 0,0 0 0 0,28-5-9 0,-11 2 3 16,2-1 1-16,2 1-1 0,7-1 0 0,4 2 1 15,0-3 1-15,0 0-1 0,3 0 2 16,-2 2 1-16,-1-4-4 0,-3 5 3 0,2-2 2 0,-11 3-6 16,1-2 5-16,-3 1-4 0,-6 0 6 0,-1-1-3 15,-2 2-4-15,-4 0 6 0,1 1-2 0,-6 0-6 16,9-3-1-16,-5 3-2 0,-4 0-13 0,0 0-11 16,0 0-20-16,0 0-11 0,0 0-16 0,0 0-14 15,-20-1-13-15,13 1-17 0,7 0-36 0,-13 0-103 16,7 0-279-16,6 0 124 0</inkml:trace>
  <inkml:trace contextRef="#ctx0" brushRef="#br1" timeOffset="-76703.55">22935 9936 42 0,'0'-4'225'0,"1"-2"-18"0,2 1 6 16,-2 3-8-16,1-3-11 0,-2 5-10 0,0-7-16 15,2 6-14-15,-2 1-16 0,0-4-21 0,0 4-11 16,4-4-11-16,-4 4-10 0,0 0-9 0,0 0-8 16,0 0-5-16,0 0-7 0,1 14-6 0,-1-4-5 15,0 2-5-15,0 4-5 0,4-1-2 0,-4 5-3 16,0-3-6-16,-2 2 2 0,4 0-2 0,-2-2-2 0,0 0-7 16,1 2 1-16,2-2-2 0,-2-1 0 15,2-4 0-15,-3-1-2 0,0-1-5 0,0-1 3 16,0 1-2-16,0-4 0 0,-3 0 0 0,3-1-4 15,0 0 0-15,0 0-8 0,3-3-6 0,-3-2-8 0,-3 5-11 16,3-5-8-16,-1 4-11 0,1-4-20 16,0 0-43-16,0 0-37 0,0 0-51 0,-9-9-166 15,5 2-395-15,2 0 175 0</inkml:trace>
  <inkml:trace contextRef="#ctx0" brushRef="#br1" timeOffset="-76455.88">23073 9830 154 0,'0'0'158'0,"5"-3"-11"15,-5 3-15-15,0 0-15 0,12 5-16 0,-6 0-7 16,3 1 0-16,3 6-4 0,0 2-12 0,3 7-2 16,1 6-8-16,-6 1-4 0,3 5-4 0,-4 3-7 15,-4 10-5-15,-1-11-3 0,0 14-6 0,-8-15-2 16,3 2 0-16,-8-1-10 0,-3-1 6 0,0-3-3 15,-4 0-2-15,-4-2-8 0,-2-2 1 0,-3 0-3 16,0-5-12-16,-3-1-4 0,0-2-7 0,-8-2-40 16,1-2-52-16,-1-5-192 0,-1-3-312 0,-2-6 139 15</inkml:trace>
  <inkml:trace contextRef="#ctx0" brushRef="#br1" timeOffset="-76154.38">22305 9801 121 0,'0'0'152'0,"-1"-1"-7"15,1 1-20-15,0 0-12 0,-13 9-7 0,6 2-9 16,0 6-14-16,-9 7-9 0,5 5-5 0,-2 3-6 0,2 17-5 16,2 1-6-16,4-5-4 0,1 1-3 0,7 3-4 15,3-15 0-15,7 12 0 0,5-14-7 16,9 6 1-16,-2-9-7 0,12 3 14 0,4-4-17 16,-8-7-5-16,3-4 0 0,0-1-2 0,14 1-23 0,-12-10-71 15,-2-1-194-15,2-4-291 0,-1-3 129 0</inkml:trace>
  <inkml:trace contextRef="#ctx0" brushRef="#br1" timeOffset="-75705.7">23565 9622 94 0,'9'7'105'0,"0"0"6"15,-2 0-9-15,4 6-10 0,-1 2-8 16,-1 2-4-16,0 1-11 0,1 8-1 0,-2-1-6 16,-3 4-3-16,-2-4-20 0,-2 1 8 0,2-2-4 0,-3 1 0 15,-3-7-11-15,2-5 3 0,-2-2-4 0,2 2-5 16,-2-3 19-16,2-3 23 0,-3 0 33 0,3-4 29 16,-3 0 6-16,-1-3 5 0,5 0-14 15,-14-4-5-15,6-5-3 0,-2 0 3 0,5-7-3 0,-1 2-8 16,2-3-8-16,2-2-10 0,4 0-10 0,4-7-11 15,-1 1-7-15,4-2-9 0,4 1-8 0,3 1-9 16,4 1-18-16,0 1-24 0,2 3-35 16,-5 8-30-16,4-3-46 0,5 6-54 0,-8-1-83 0,-2 7-167 15,-3-1-451-15,2-1 200 0</inkml:trace>
  <inkml:trace contextRef="#ctx0" brushRef="#br1" timeOffset="-74337.88">24480 9554 92 0,'6'0'102'0,"2"-3"-8"0,4 3-2 15,-2 0-16-15,0 0-9 0,-1 3-11 0,5 2 4 16,-2-3-1-16,-1 6-13 0,1 1 1 0,-1 1-10 15,2 2-7-15,-4 3 4 0,-1-2 2 0,-2 2-16 16,2 2 11-16,-5-1-10 0,-1 1-3 0,0 0 0 0,-4-1-6 16,-1 3 1-16,-1 1-5 0,-3-3 4 15,0 1 6-15,-3-1-8 0,-1-2-3 0,0-3 3 16,0 3 2-16,1-6-6 0,2 1-3 0,0-3 1 16,1 1 10-16,0-4 13 0,2 2 12 0,1-3 17 15,-1-2 28-15,1 2 24 0,3-1 27 0,-3 1 24 16,4-3 15-16,0 0 13 0,-4 2-14 0,4-2-17 15,0 0-18-15,3-13-15 0,2 2-13 0,0 0-15 16,7-2-8-16,2-2-7 0,2-6-9 0,4 1-7 0,-1-1-7 16,0 1-8-16,-1 2-4 0,-5 4-6 0,0 2-4 15,-5 2-2-15,1 1-5 0,-4 1-3 16,3 4 0-16,-6-1-3 0,2 0-7 0,0 0-1 16,1 1-3-16,-1 2-10 0,-4 2-14 0,3-1-2 0,-3 1 5 15,0 0-1-15,1 8-2 0,0-1 3 0,3 2 3 16,-3 3 0-16,-1 5-5 0,4-2-1 15,-4 3-6-15,5 2-3 0,4 3-6 0,0-5-7 16,4 7-12-16,2-3-16 0,4-1-30 0,2 1-40 0,2-5-66 16,-4-1-281-16,1-7-520 0,-1-1 230 0</inkml:trace>
  <inkml:trace contextRef="#ctx0" brushRef="#br1" timeOffset="-73870.76">24345 10115 22 0,'0'0'168'0,"0"0"-3"0,0 0-8 16,0 0-7-16,-7 0-4 0,7 0-12 16,0 0-14-16,0 0-6 0,0 0-13 0,0 0-12 15,0 0-8-15,0 0-9 0,0 0-4 0,0 0-8 16,0 0-6-16,0 0 1 0,0 0-9 0,0 0-7 0,0 0-3 16,0 0-7-16,0 0 0 0,0 0-3 15,0 0 3-15,0 0-3 0,0 0-5 0,0 0-1 16,0 0 2-16,0 0 2 0,0 0-1 0,0 0 5 15,0 0-5-15,0 0 0 0,0 0-4 0,24-5-2 0,-4 1-4 16,9-1-1-16,6 4 0 0,5-5-5 16,13 1 3-16,3-3 1 0,-1 1-1 0,1 4-3 0,-3-3 2 15,-2-2-5-15,-12 6 2 0,-2-4-1 0,2 2 4 16,-6 2-7-16,-3-2 2 0,-9 3 1 0,1-4 0 16,-5 3-2-16,-5-1 7 0,-2 3-5 0,-2 0-3 15,-3-2 1-15,-5 2-8 0,10 0-7 0,-6 0-30 16,-4 0-17-16,0 0-18 0,0 0-44 0,0 0-56 15,-16 7-140-15,7-2-342 0,-2-3 152 0</inkml:trace>
  <inkml:trace contextRef="#ctx0" brushRef="#br1" timeOffset="-73286.5">24640 10227 169 0,'0'0'188'15,"0"0"-19"-15,13-5-17 0,-7 5-16 0,4-3-15 16,-3 3-12-16,4-2-13 0,2 1-13 0,-3 2-11 0,3 1-3 15,0 1-4-15,-3-1-9 0,3 1-10 16,-3 2-2-16,0 0-3 0,0 2-4 0,-3 0-12 16,-1 3 2-16,-1 0 2 0,-3 2-6 0,-1 1-2 15,-4 2-2-15,-2 2 0 0,-3-1 0 0,-3 1-1 0,-4 5-5 16,-2-6-2-16,4-3-4 0,-2 3 1 0,-2-5 6 16,2 1-7-16,0-2 0 0,-1 0-2 15,2-1 3-15,5-4-1 0,0-1-1 0,4 0 2 16,0-2 16-16,-1 1 20 0,2 1 25 0,0-3 22 0,4-1 16 15,-5 4 14-15,5-4-11 0,0 0-10 0,0 0-15 16,0 0-6-16,6-13-9 0,1 9-7 0,-1 0-7 16,3-2-7-16,3 2-7 0,-2-1-1 15,0 1-5-15,1 1-7 0,-1-1-3 0,1 1-2 0,3 1-1 16,-4 1-6-16,4 1 0 0,-5 0-5 0,3 1 3 16,1 0-2-16,-2 3-4 0,-1-2-2 0,2 0-1 15,-2 3 3-15,-2-1-1 0,3-1 0 0,-3-1-7 16,0 1 4-16,3 1 6 0,-6-1-7 0,2-1-2 15,-2-2 0-15,1 3 1 0,0-3 6 0,-1 0-5 16,-5 0 0-16,10-3 0 0,-4 3-1 0,0-4 10 16,-1 2-13-16,-1-2 0 0,1 0 1 0,-1 0 3 15,1-1-7-15,-1-1-10 0,2-1-20 0,2-3-27 16,-3 1-37-16,2-1-48 0,-1-2-38 0,7-2-59 16,-4-3-201-16,-3 0-481 0,2 0 213 0</inkml:trace>
  <inkml:trace contextRef="#ctx0" brushRef="#br1" timeOffset="-72955.69">25281 9677 38 0,'11'15'95'0,"3"7"0"0,0 4 3 0,2 3-15 0,5 19-3 16,-5-1 0-16,-3 8-13 0,1-1-2 0,-5 5 3 16,-4 2-15-16,-1 20-4 0,-6-27-4 0,-5 1-4 15,-2-7-2-15,-5 0-1 0,0 1-1 16,-1-16-7-16,-11 9 4 0,4-12-8 0,-10 7 6 0,-3-3 4 15,-7-2 17-15,-2-3-8 0,-2-2-4 0,4-5-10 16,-5 1 2-16,-2-6-11 0,-1-4-26 0,9-7-53 16,-16-3-176-16,3-3-251 0,-5-5 112 15</inkml:trace>
  <inkml:trace contextRef="#ctx0" brushRef="#br1" timeOffset="-72555.86">24219 9527 27 0,'-17'25'122'0,"0"8"-12"0,-6 11-12 0,-4 5-14 0,3 8 1 16,-12 25-12-16,9-1-2 0,8 2-7 0,1-3 25 15,9-21 2-15,9 20-5 0,3-22 9 16,7-4-5-16,9-2 8 0,5-4-7 0,10-2-13 0,5-3 1 16,7-5-2-16,9-4-7 0,23 13-8 0,-20-18-10 15,-1-2-5-15,26 3-9 0,-26-10-23 0,-1-1-63 16,3-2-96-16,-3-8-140 0,-4-6-306 0,-14-2 135 16</inkml:trace>
  <inkml:trace contextRef="#ctx0" brushRef="#br1" timeOffset="-71854.54">25174 9281 33 0,'0'0'108'16,"-6"0"-10"-16,6 0-1 0,0 0-11 0,-4 1-2 16,4-1-5-16,0 0 0 0,0 0-7 0,0 0-6 0,0 0 0 15,0 0-5-15,0 0-1 0,0 0 4 16,0 0-5-16,20 3-3 0,-3-3-5 0,3 0-7 16,8 0 4-16,0-2-7 0,3 1-9 0,-1 2 9 0,5 2 0 15,-3-3-1-15,0 0-6 0,-1 0-4 0,-9 1-6 16,-2-2 3-16,-1 1-7 0,0 0 3 15,-6 1-4-15,0-1-12 0,-4 1-18 0,-3-1-29 16,2 0-29-16,-8 0-46 0,5 0-128 0,-5 0-262 16,0 0 115-16</inkml:trace>
  <inkml:trace contextRef="#ctx0" brushRef="#br1" timeOffset="-71403.83">25831 9114 219 0,'0'0'232'0,"1"-4"-24"0,-1 4-20 15,0 0-25-15,0 0-16 0,0-4-14 0,0 4-10 16,0 0-15-16,0 0-10 0,0 0-7 0,0 12-12 15,-1-6-2-15,-2 5-13 0,3 1-1 0,-2 3-8 16,-2 3-6-16,-1 0-2 0,1-1-6 0,0 3-8 16,0-3-1-16,-1 0-4 0,1-1-4 0,3-3-5 15,-2-3 2-15,2 1-7 0,-1-6 2 0,-1 2 0 16,3-2 3-16,-1-2 3 0,1 2 37 0,0-5 27 0,0 4 12 16,0-4-11-16,0 0-10 0,10-9-7 15,-1 2-7-15,-1-3-7 0,3-2-7 0,2 1-3 16,1-3 1-16,-1-1 1 0,1-1-6 0,0 2-5 15,-1 0 8-15,1 2-12 0,-7 4-7 0,1-1-1 0,-3 5-2 16,0-1-3-16,0 1-3 0,-1 0-6 16,-1 0-3-16,-3 4 2 0,10 0-2 0,-10 0 2 15,10 10-4-15,-5-4-2 0,3 5-21 0,2 4-9 16,-5-1-20-16,3 3-19 0,-2 8-36 0,1 0-46 0,-3-7-49 16,-1 1-90-16,0-4-157 0,-3-3-480 0,1-4 213 15</inkml:trace>
  <inkml:trace contextRef="#ctx0" brushRef="#br1" timeOffset="-71142.69">26272 9227 198 0,'0'0'211'0,"0"0"-9"0,-4-4-14 0,4 4 0 16,0 0-11-16,0 0-9 0,0 0-15 0,0 0-17 16,0 0-13-16,0 0-10 0,11-3-16 0,0 1-7 15,1-1-13-15,9 1-2 0,6-1-12 0,3-1-5 16,0 2-7-16,4 1-10 0,2-4 3 0,1 1-6 16,-3 3-17-16,-2 0-27 0,-2-2-22 0,-10 3-38 15,3 0-24-15,-5 0-40 0,-5-3-56 0,-5 3-149 16,-1-2-362-16,-4 1 160 0</inkml:trace>
  <inkml:trace contextRef="#ctx0" brushRef="#br1" timeOffset="-70940.69">26458 9110 110 0,'-5'-1'205'0,"5"1"-11"0,-5-5-9 0,1 4-25 0,4 1-15 15,0 0-18-15,0 0-15 0,0 0-4 16,0 0-8-16,0 0-12 0,-5 8-6 0,6-3-8 15,2 7-5-15,1-4-6 0,-2 5-4 0,2 3-6 16,1 2-4-16,0 5-8 0,2-3-1 0,-1 5-4 0,1 5-6 16,-4-7 1-16,4 4-7 0,-5-8-22 0,2-1-32 15,1 1-55-15,0-1-54 0,-2-7-184 0,0-1-349 16,0-1 155-16</inkml:trace>
  <inkml:trace contextRef="#ctx0" brushRef="#br1" timeOffset="-70506.45">26939 9007 28 0,'5'-2'157'0,"-1"0"-20"15,-4 2-17-15,0 0-11 0,15 4-9 0,-6-1-16 16,0 0-3-16,2 3-9 0,2 2-9 0,0 4-9 16,-1-2-9-16,0 4 3 0,-2-1 2 0,1 3-12 15,-4-2-5-15,-3 5 0 0,-3 1-8 0,-1-1-1 16,-3-3-4-16,-4 2 2 0,-7 5 3 0,-1 0-8 15,-2-3 0-15,-3-1-3 0,4-5-2 0,-7-1 4 16,8-1-1-16,-1-1-2 0,3-3-4 0,0-1-1 16,4 1 2-16,1-4-10 0,3 1 8 0,-1-2-1 15,-1 1 2-15,6 1-1 0,-3-2 6 0,4-1 1 16,0-2 10-16,4 10 6 0,4-8 2 0,3 3-4 0,2-2-3 16,6 2-1-16,3-1-5 0,1-1 3 15,5-1-12-15,-1 1-19 0,-5-3-56 0,6-1-85 16,-8-2-112-16,3-2-282 0,5-4 125 0</inkml:trace>
  <inkml:trace contextRef="#ctx0" brushRef="#br1" timeOffset="-70206.64">27371 9076 129 0,'0'0'164'0,"10"0"-18"0,-4 2-16 0,4 2-5 16,1 1-17-16,-1 5-5 0,4-1-9 0,-4 5-9 0,1 1-9 16,0 3 5-16,0 3-12 0,-2 3-8 0,-2 0-5 15,-3 1-4-15,-2-7-5 0,-2 2-11 0,-2-2 0 16,-2-2-2-16,2-4 1 0,-4-2 0 0,2 0-3 16,0-2-1-16,1-2 3 0,1 0 20 0,-2-2 27 15,2-1 25-15,-1 0 16 0,3-3-2 0,0 0-7 16,0 0-14-16,-10-11-14 0,10 2-15 0,4-2-5 15,2-1-7-15,1-7-10 0,8-3-13 0,0-4-24 16,7 2-22-16,-3 0-41 0,7-1-29 0,-2 1-40 16,0 2-44-16,3 1-241 0,-6 0-441 0,-1 3 195 15</inkml:trace>
  <inkml:trace contextRef="#ctx0" brushRef="#br1" timeOffset="-69217.97">28973 8969 17 0,'4'-8'212'0,"-2"-2"-6"0,2 2 2 0,-3 0-12 15,3 1-16-15,-2 1-17 0,0-1-10 0,0 2-8 16,1 1-15-16,-3 1-13 0,0-1-13 0,2 1-11 16,-2 3-7-16,2-4-14 0,-2 4-7 0,0 0-8 15,0 0-3-15,6 9-6 0,-4 0-5 0,0 3-2 16,2 6-4-16,-4 8-6 0,1 2 1 0,3 3-7 15,-4 3-3-15,0 1-6 0,2 2-34 0,-4-2-37 16,4 12-18-16,-4-13-37 0,2 0-45 0,-5-3-202 16,5-1-387-16,-4-4 171 0</inkml:trace>
  <inkml:trace contextRef="#ctx0" brushRef="#br1" timeOffset="-68606.45">28052 9818 5 0,'0'0'132'16,"-8"0"-10"-16,8 0-3 0,-4-3-10 0,4 3-5 15,0 0-14-15,0 0-8 0,0 0-6 0,0 0-9 16,0 0-6-16,-7 0-9 0,7 0-4 0,0 0-5 15,0 0-5-15,0 0-4 0,0 0-7 0,0 0-1 16,0 0-6-16,0 0-3 0,0 0 3 0,0 0-3 16,0 0-1-16,0 0-6 0,0 0 5 0,0 0-5 15,0 0-8-15,0 0 15 0,26 3-6 0,-6-3 4 16,9 0-5-16,4-1-7 0,18 1 6 0,9-2-3 16,32-2 0-16,3 3 2 0,5-1 2 0,8-3-4 15,10 3 0-15,8 1 0 0,11 0 3 0,7 1-2 16,14-1 5-16,0-1 3 0,-2-2 3 0,-2 4 0 15,-3 0 2-15,-4 3-6 0,-7-7 2 0,-6 4-4 16,-5-2-1-16,-7 2 3 0,-5-2 0 0,-3 1-5 16,-9 4-1-16,-5-5-4 0,-10 2 4 0,-32 0-6 15,-3-1 4-15,-1 1-2 0,-16-2-3 0,-1 1 5 16,-1-4-3-16,-5 3 2 0,-8-2-5 0,-2 3 0 16,-4-1 11-16,1 0 11 0,-8-3 13 0,2 4 24 15,-5 0 9-15,-3-2 2 0,3 3-4 0,-2-3-11 0,-3 2-8 16,-2 1-12-16,5-5-27 0,-5 5-41 15,0 0-53-15,-7-8-57 0,0 7-179 0,-2-2-347 16,-7-1 154-16</inkml:trace>
  <inkml:trace contextRef="#ctx0" brushRef="#br1" timeOffset="-67539.92">27714 10454 16 0,'0'0'175'15,"-1"-4"-6"-15,1 4-11 0,0 0-13 0,0 0-6 16,1-3-4-16,-1 3-14 0,0 0-15 0,0 0-12 16,0 0-8-16,0 0-4 0,0 0-17 0,4-3-4 15,-4 3-4-15,0 0-9 0,9 0-5 0,-9 0-9 16,10 0 1-16,-1 3-5 0,0 0-5 0,1 2-2 16,1 2-5-16,0 2 0 0,3 0-2 0,-1 4 0 15,1 1-6-15,-1-2 4 0,0 5-3 0,-2 2-4 16,3 1 1-16,-4-3 1 0,1 8-7 0,-5-9 6 15,2 8-1-15,-1-5 0 0,-3 6-6 0,0-4 6 16,-4-4-2-16,0 0 2 0,-3 0-1 0,2-5-4 16,-3 0 6-16,0-2-5 0,-2 2 2 0,1-2-1 15,-1 0 5-15,-1-4-5 0,3-1 4 0,-2 1-3 16,1-2-5-16,-1-1 6 0,0-1 2 0,1 1 15 16,0-3 3-16,5 0 18 0,-10 0 3 0,5-4 7 15,1 1 8-15,0-2-4 0,2-1-7 0,0-5-3 16,0-4-7-16,2-4-5 0,2 0-2 0,3-5-3 15,3-3 0-15,2 0-3 0,3-2-6 0,1 2-7 16,2 1 0-16,0 0-1 0,3 4-3 0,-3-1-1 16,-5 7-1-16,-1 1 2 0,2 1-4 0,-6 5 3 0,2-2-6 15,0 4-1-15,-1-2-13 0,-2 4-22 0,2 3-31 16,-3-4-27-16,1 2-38 0,2 1-35 16,0 1-229-16,-1 1-422 0,1 0 186 0</inkml:trace>
  <inkml:trace contextRef="#ctx0" brushRef="#br1" timeOffset="-67237.83">28330 10344 177 0,'0'0'231'0,"0"-5"-23"0,0 5-12 0,-2-4-25 0,2 4-18 16,2-4-15-16,-2 4-17 0,0 0-16 0,0 0-10 15,0 0-12-15,0 0-8 0,0 0-7 0,0 0-6 16,4 14-5-16,-2-4-8 0,0 1-1 0,0 1-7 16,-2 5-2-16,2 0-6 0,0 3-1 0,-2-1-4 15,2 8-4-15,-2-2 2 0,2 1-3 0,-1 3-16 16,1 0-27-16,-2 2-32 0,2 1-20 0,-2 1-44 15,4-4-45-15,-6 2-151 0,4-1-337 0,-2-1 149 16</inkml:trace>
  <inkml:trace contextRef="#ctx0" brushRef="#br1" timeOffset="-67073.9">28387 11088 107 0,'0'0'167'15,"0"0"-13"-15,-2 2-16 0,2-2-15 0,0 0-10 16,0 0-12-16,0 0-14 0,0 0-2 0,0 6-9 16,0-6-11-16,0 0-12 0,4 2-8 0,-4-2-40 15,10 2-66-15,-2-2-149 0,-8 0-227 0,15-4 100 16</inkml:trace>
  <inkml:trace contextRef="#ctx0" brushRef="#br1" timeOffset="-66571.19">28947 10567 179 0,'0'0'181'0,"2"-5"-18"0,-2 5-21 16,0-2-16-16,0 2-12 0,0 0-11 0,0 0-5 0,0 0-14 16,5 12-5-16,-3-4-9 0,0 6-7 0,-1 1-10 15,-1 2 0-15,1 1-7 0,2 7-3 0,-4-1-9 16,1-4 1-16,1 6-2 0,0-1-2 0,-2-5-6 16,0-1-4-16,2 0-3 0,-2-1 2 0,1 2-3 15,-2-2-2-15,1-6-3 0,0-5 1 0,1 5-2 16,0-4 2-16,0-2 1 0,-2-1 0 0,2-2 28 15,0 1 28-15,0-4 28 0,-2 8 32 0,2-8 30 16,0 3 15-16,0-3 0 0,0 0-27 0,0 0-14 16,-4-13-13-16,0 6-14 0,-1-5-6 0,3-5-14 15,-2-1-2-15,1-1-17 0,1-10-1 0,-1-5-11 16,2 1-12-16,2-2-6 0,3-1 1 0,-3 0-1 16,3 2-6-16,1-1-4 0,0-2-5 0,0 5 0 15,0 1-1-15,-1 3 1 0,1 3-4 0,-1 5-6 16,-1 4 0-16,-1 0 1 0,3 5-5 0,-1 0-1 15,1 2-1-15,2 0-5 0,4 1-5 0,-1 1 2 16,8 2-3-16,9-1-22 0,-4 3-40 0,7 6-43 16,-1 2-49-16,-1 3-45 0,3 0-64 0,-6 2-285 15,3 2-596-15,-2-3 265 0</inkml:trace>
  <inkml:trace contextRef="#ctx0" brushRef="#br1" timeOffset="-65825.58">29683 10694 115 0,'0'0'121'0,"0"0"-5"16,-5-2-14-16,5 2-10 0,0 0-5 0,0 0-5 16,-6 0-6-16,6 0 5 0,0 0-4 0,0 0-2 15,0 0-2-15,0 0 0 0,0 0 1 0,0 0-1 16,0 0 1-16,0 0 3 0,0 0-6 0,0 0-8 16,0 0-10-16,0 0-5 0,20-3-3 0,-6 0-7 0,3 0 9 15,5-1-16-15,-2 2-3 0,1-1 0 0,-1 1-6 16,0-1-3-16,0 1-2 0,0 0 3 15,-2-1-8-15,-4 2-4 0,-4 0-1 0,3-2 4 16,-5 3 0-16,-2-2-4 0,1 2-1 0,-1-2-8 0,-6 2-21 16,8 0-30-16,-8 0-27 0,0 0-40 0,0 0-52 15,0 0-97-15,0 0-290 0,0 0 128 0</inkml:trace>
  <inkml:trace contextRef="#ctx0" brushRef="#br1" timeOffset="-65405.6">30234 10543 258 0,'0'-4'251'0,"0"4"-23"0,0-5-27 16,0 5-16-16,0 0-23 0,0 0-15 0,0 0-22 15,0 0-10-15,0 0-11 0,0 0-9 0,0 0-12 16,0 0-5-16,7 11-8 0,-9-5-6 0,2 4-4 16,-2 0-7-16,1 1-7 0,-1 4-1 0,0 0-7 15,-3 3-3-15,2-1-1 0,-1 0-4 0,-1 0-3 16,3-5-2-16,-1-2-2 0,0 0-2 0,1 0-3 16,1-4-1-16,-1-2 3 0,1 2-3 0,1-1-1 15,-1-2 4-15,1-3 27 0,0 5 19 0,0-5-2 16,0 0-2-16,0 0-6 0,10-10-7 0,-2 1-12 15,1 4 10-15,3-9-13 0,-3 8-6 0,4-6-2 16,0 1 0-16,-2 2-6 0,-2 2 9 0,2 0-17 16,-3 2 3-16,1 0-1 0,-3 1-7 0,0 0-2 15,-1 0-4-15,1 4 1 0,-1-1-1 0,3 1 1 16,-8 0-13-16,14 4-6 0,-5 0-16 0,0 2-15 16,0 1-37-16,1 2-28 0,1 0-38 0,2 2-53 15,-4-1-247-15,4 2-486 0,-3-5 215 0</inkml:trace>
  <inkml:trace contextRef="#ctx0" brushRef="#br1" timeOffset="-65174.15">30666 10634 127 0,'0'0'228'0,"0"0"-23"0,0 0-17 0,-6-3-18 16,6 3-16-16,0 0-17 0,14-3-14 0,-3 1-13 0,0 2-11 16,6 0-11-16,1 0-9 0,1 0-8 0,3-2-21 15,-3 4-35-15,3-4-40 0,-3 2-40 16,-1-1-48-16,-5 0-161 0,0-2-297 0,-3 2 133 16</inkml:trace>
  <inkml:trace contextRef="#ctx0" brushRef="#br1" timeOffset="-64974.63">30785 10535 165 0,'-4'-2'186'0,"4"2"-22"0,0 0-17 0,0 0-11 0,-5-1-13 16,5 1-11-16,0 0-14 0,0 0-5 0,0 0-9 16,-4 10-10-16,4-8-14 0,0 4 1 0,0 0-6 15,1 0-3-15,2 4-5 0,-2 3-4 16,-1-1-3-16,4 2-6 0,1 4-3 0,-2 0-2 0,-2 0-10 15,4 0-25-15,-1-1-28 0,-3-4-45 0,3 1-33 16,-3 0-159-16,-1-1-293 0,4-3 130 0</inkml:trace>
  <inkml:trace contextRef="#ctx0" brushRef="#br1" timeOffset="-64655.06">30997 10516 18 0,'0'0'232'16,"4"-5"-21"-16,-3 4-27 0,-1 1-20 0,0 0-13 15,9 0-13-15,-9 0-13 0,10 6-15 0,-3 0-10 16,-1 0-7-16,4 2-11 0,-3 1-5 0,-1 3-7 16,2-2-9-16,-1 3-3 0,-1 1-8 0,0 1-4 15,-5-5-9-15,3 2 0 0,-3-3-3 0,1 2-6 16,-2-5 1-16,1 1-5 0,-2 1 1 0,2-4 8 15,0 1-9-15,-2-1-2 0,1-4 26 0,1 4 24 16,-1-4 16-16,0 0-4 0,0 0-9 0,0 0-8 16,0 0-5-16,0-15 1 0,0 9-5 0,2-2-7 15,1-4-7-15,2 2-4 0,3-4-6 0,-1 0-5 16,3 0-13-16,0-3-21 0,0 2-16 16,3 2-21-16,-3 4-24 0,-1-1-38 0,0 2-27 15,3 0-48-15,-1 3-246 0,0-1-459 0,1 3 203 0</inkml:trace>
  <inkml:trace contextRef="#ctx0" brushRef="#br1" timeOffset="-64432.93">31372 10588 6 0,'0'0'278'0,"0"0"-13"0,0 0-23 0,0 0-22 16,0 0-24-16,0 0-21 0,0 0-20 0,28-3-11 0,-12 0-18 16,2 1-14-16,1 1-13 0,3 1-33 15,-2 0-33-15,1 0-42 0,-1 0-33 0,-2 0-51 16,0-2-44-16,0-1-169 0,-5 0-332 0,-3 2 147 16</inkml:trace>
  <inkml:trace contextRef="#ctx0" brushRef="#br1" timeOffset="-64220.4">31502 10469 268 0,'-3'-2'260'0,"3"2"-26"0,0 0-23 0,-2-5-22 16,2 5-21-16,0 0-22 0,0 0-14 0,0 0-8 0,0 0-16 15,0 0-7-15,0 0-11 0,3 14-12 16,-1-7-6-16,2 3-9 0,0 2-8 0,-1-1-5 15,3 5-5-15,-1 1-21 0,0 1-24 0,-3 0-26 16,3 2-21-16,3 5-40 0,-3-10-51 0,0 4-216 0,3-1-383 16,-2-4 170-16</inkml:trace>
  <inkml:trace contextRef="#ctx0" brushRef="#br1" timeOffset="-63932.93">31831 10490 201 0,'2'-4'319'15,"-2"-1"-31"-15,-2 2-25 0,2 3-22 0,0-6-26 16,0 6-22-16,0 0-22 0,4-5-18 0,-4 5-16 16,0 0-18-16,0 0-12 0,0 0-8 0,0 11-15 15,2-3-5-15,-4 1-7 0,2 1-9 0,2 3-7 16,-2-2-6-16,2 5-1 0,-2 0-5 0,0-3-4 15,1 2-4-15,-1-3-3 0,3 1-3 0,-3-1-33 16,0-2 0-16,1-1-28 0,-1 3-22 0,0-5-26 16,0-2-11-16,0 3-33 0,0-3-19 0,0-1 6 15,-1 2-10-15,1-4-4 0,0-2 3 0,0 0-194 16,0 0-367-16,5-12 163 0</inkml:trace>
  <inkml:trace contextRef="#ctx0" brushRef="#br1" timeOffset="-63723.43">32114 10301 152 0,'4'8'154'0,"-3"-1"-17"0,0 3-12 0,3 7-11 16,0 0-11-16,2 12-9 0,-2-4-9 0,-1 10-8 15,-3-3-8-15,-3 5-5 0,-7 9 0 0,-3 4-7 16,-6-3-4-16,-2-2-5 0,-3-4-1 0,-5 1-2 15,-6-5-1-15,-4-2-11 0,-3-3-8 0,-2 1-18 16,-4-6-36-16,-2-3-62 0,-5 0-156 0,-4-8-266 16,-1-3 118-16</inkml:trace>
  <inkml:trace contextRef="#ctx0" brushRef="#br1" timeOffset="-63172.48">29593 10314 56 0,'-41'37'96'0,"0"2"-12"16,1 0-11-16,5 3-2 0,4-2-1 0,4 4-11 16,8-2-4-16,9 4-3 0,6 0-15 0,10-10 4 15,13 8 2-15,10 4-12 0,15-3 13 0,25 12-11 16,12-7-1-16,4-6-3 0,9-7-1 0,5-4-80 16,-3-11-95-16,-4-2-160 0,-28-13 71 0</inkml:trace>
  <inkml:trace contextRef="#ctx0" brushRef="#br1" timeOffset="-57158.86">6429 13791 129 0,'0'-5'172'0,"0"5"19"0,0-5 7 16,0 5-12-16,0-7-9 0,0 4-14 0,3-1-13 16,-3 4-17-16,0-5-6 0,0 5-13 0,0-6-10 15,0 6-10-15,0 0-14 0,0-4-8 0,0 4-11 16,0 0-12-16,0 0-6 0,0 0-6 0,0 0-9 16,0 0 0-16,0 16-5 0,0 2 1 0,-3 3-3 0,0 4-3 15,-1 6-3-15,-2 2 0 0,2-2-2 16,-1 2 13-16,-1 2-2 0,0-2 1 0,3-2-5 15,-3-4 0-15,2 5-7 0,-1-5 0 0,-1-2 5 16,3-6-10-16,-1-2-1 0,-1 0 4 0,0 0-3 16,3-4-1-16,0-4 0 0,1 1 1 0,-1-2-2 0,-1 1 1 15,3-3-7-15,-3 0-15 0,2 0-12 16,1-2-19-16,-1-1-18 0,-2 1-11 0,2 2-18 16,-2-2-17-16,1 1-15 0,-3 0-41 0,1 0-163 15,1-1-357-15,3-4 159 0</inkml:trace>
  <inkml:trace contextRef="#ctx0" brushRef="#br1" timeOffset="-56803.88">6389 14400 20 0,'-4'1'177'0,"4"-1"-9"0,-5 1-7 0,5-1-14 16,-5 1-13-16,5-1-10 0,0 0-14 0,0 0-5 16,0 0-12-16,0 0-11 0,0 0-11 0,32-5-4 15,-11 4-5-15,11-5-7 0,0 4-4 0,3-2-6 16,2-2-5-16,-1 3 0 0,-1-1-5 0,-2 1-9 15,-1 0 2-15,-1 1-7 0,-9 0 0 0,0-1-4 16,-5 2 1-16,-5 1-5 0,-2-2 1 0,-1 1-5 16,-4 0 0-16,-5 1-4 0,11-2-5 0,-11 2-7 15,7 0-10-15,-7 0-34 0,0 0-28 0,0 0-35 16,0 0-42-16,0 0-102 0,-16 7-279 0,9-7 124 16</inkml:trace>
  <inkml:trace contextRef="#ctx0" brushRef="#br1" timeOffset="-56140.42">7090 14401 65 0,'-5'2'178'0,"5"-2"-12"0,0 0-11 16,-5 1-12-16,5-1-7 0,0 0-16 0,0 0-14 16,19-7-11-16,-6 3-8 0,6 0-10 0,4-1-2 15,1-3-11-15,3 0-8 0,0-1-6 0,-5 4-6 16,-2-2-4-16,-1 1 3 0,3-1-6 0,-3-1-6 16,-1 0 0-16,0 2-3 0,-9 2 14 0,0-2 14 15,1 0 10-15,-2 1 6 0,-3 1-4 0,-1 1-1 16,-2-3-13-16,0 0-6 0,-1 2-6 0,-2-3-5 15,-3 3-9-15,-1 1 0 0,-7 1-2 0,-3 1-4 16,-2 2-3-16,-6 0-4 0,-5 3-3 0,-3 1-3 16,2 3-1-16,1 1-1 0,1 2 0 0,3 1-2 15,6-2 2-15,-5 3-5 0,5-3 0 0,4 2-2 16,2 0-1-16,2-3-4 0,1 6 7 0,4-7-10 16,1 4 1-16,2-7-2 0,3 7 2 0,4 0 1 15,0-4 2-15,9 4 7 0,6-3-6 0,6-4-1 16,5 0 0-16,5-3 1 0,1-1 0 0,2-5 0 15,10-3-1-15,-11-2 5 0,14-3-1 0,-17 2 0 16,3-3 0-16,10-5 0 0,-15 2 0 0,-1-2 4 16,-1 1 3-16,-6-4-1 0,0-1 2 0,-4-6 5 15,-1 1 0-15,-1-7 2 0,-3 3-2 0,1-14-2 16,-8 13 1-16,1-1 9 0,-6 1 2 0,-3 0 14 16,2 6 4-16,-6 1 9 0,2 7 4 0,1 7 3 15,-3-1-4-15,3 3-9 0,0 2-8 0,0 2 0 16,0 1-7-16,-1-2-2 0,1 6-6 0,0 0-1 15,0 0 0-15,-9 11-4 0,4 2-5 0,0 6 2 16,-2 5 0-16,1 3-2 0,2 2-2 0,-1 1-4 16,0 1 1-16,2 0 2 0,2-2 1 0,1-1-4 15,0-3 1-15,0-5 1 0,0-1-4 0,1 1 0 16,2-5 2-16,-2-1 0 0,-1-3-8 0,3 0-11 16,-2-1-17-16,-1-3-18 0,0 3-15 0,0-4-23 15,0-1-26-15,0 2-31 0,0-2-30 0,0-1-40 16,-1 0-190-16,1-4-438 0,0 0 193 0</inkml:trace>
  <inkml:trace contextRef="#ctx0" brushRef="#br1" timeOffset="-55857.03">7627 14209 122 0,'0'0'222'0,"0"0"-21"0,-4 0-17 16,4 0-22-16,0 0-14 0,22-4-16 0,-4 0-13 15,11 0-13-15,9-2-7 0,16-2-15 0,5 0-2 16,5-1-8-16,-1 0-11 0,0 2-7 0,-3 2-6 16,-6-1-3-16,-2-1-5 0,-16 2-6 0,-6 0-3 15,-7 3-1-15,-7 1-3 0,-3 0-5 0,-3 0-3 16,-1-1 1-16,-4 0-2 0,2 1-3 0,-4 0-3 15,-3 1-2-15,0 0-21 0,0 0-35 0,0 0-43 16,-20 0-46-16,8 1-197 0,0 0-358 0,-1-1 158 16</inkml:trace>
  <inkml:trace contextRef="#ctx0" brushRef="#br1" timeOffset="-53039.43">9684 13851 74 0,'4'-2'134'16,"-1"-3"-16"-16,1 1-10 0,-1 1-8 0,4 0-9 16,-1 2-12-16,-6 1-9 0,14 4-3 0,-4 0-6 15,2 2-9-15,2 2-10 0,-1 5-4 0,1 2-3 16,5 2-3-16,-1 4-3 0,-2-1 3 0,1 4-4 16,-3 0-4-16,3 1-1 0,-5 1-7 0,1 1 2 15,-4 0 1-15,1-1-3 0,-2 1-8 0,-2-1 13 16,-2-2-8-16,-1-4-7 0,-2 1 1 0,-2-4 8 15,-2 3-13-15,2-4 5 0,-3 1 7 0,-2-2-8 16,-2-1 4-16,0 0-6 0,2-3 1 0,-3-2 8 16,1-1-3-16,1-1 1 0,-1-2 4 0,2 2 24 15,-1-3 26-15,1-1 23 0,2-1 48 0,-1-1 11 16,0-1 9-16,5 0 0 0,-12-3 12 0,7-1 16 16,0-6-36-16,1 2-8 0,0-8-16 0,4-4-13 15,2-9-12-15,3 1-9 0,1-2-2 0,7-5-17 16,0 2-13-16,5-10-6 0,-6 9-6 0,3 2-3 15,1 1-3-15,-3 3-5 0,5 3-1 0,-5 1-5 16,-3 7-2-16,-4 3-6 0,1 4 0 0,-1-1-2 16,-2 4-2-16,1 0-3 0,0 0 1 0,-5 5-3 15,6-2-8-15,-4-2-6 0,-1 3-32 0,-1 3-32 16,3-4-43-16,-3 4-10 0,0 0 8 0,0 0-31 16,3 13-34-16,-1-9-52 0,-2 8-270 0,1-2-538 15,-1-3 238-15</inkml:trace>
  <inkml:trace contextRef="#ctx0" brushRef="#br1" timeOffset="-52490.87">10493 14101 8 0,'0'0'148'16,"-4"2"-7"-16,4-2-4 0,0 0 5 0,-6 2-17 16,6-2-6-16,0 0-9 0,0 0-10 0,0 0-8 15,0 0-6-15,0 0-13 0,27-4-7 0,-10 1-6 16,4-1-5-16,7 0-11 0,-1 0-2 0,4 4-4 16,-3-5 3-16,1 3-13 0,1-2-2 0,-2 2-4 15,-5 0 0-15,-2 0 1 0,-3 2-6 0,0-1-6 16,-4 1 0-16,0 0-5 0,-5 0-27 0,1 0-40 15,-4 0-42-15,0 1-35 0,-6-1-107 0,4 3-266 16,-4-3 117-16</inkml:trace>
  <inkml:trace contextRef="#ctx0" brushRef="#br1" timeOffset="-52129.94">10516 14286 52 0,'-4'1'150'0,"4"-1"-6"0,0 0-5 0,0 0-9 16,0 0-9-16,0 0-13 0,0 0-6 0,19 0-16 15,-2-3-9-15,2 1-4 0,9-1-8 0,2 1-7 16,-1-2-7-16,6-1-4 0,-2-1-6 0,0 1-6 16,4 1-2-16,-4-2 0 0,2 0-2 0,-3 3-5 15,-4-1-1-15,-9 1-5 0,-5 1-2 0,0 2-1 16,-2-4 0-16,-3 4 5 0,-2-1 5 0,1 0 2 16,-2 0-4-16,-6 1-2 0,8-4-1 0,-8 4-5 15,5-1-1-15,-5 1-9 0,0 0-18 0,4 0-27 16,-4 0-37-16,0 0-41 0,0 0-159 0,0 0-297 15,0 0 132-15</inkml:trace>
  <inkml:trace contextRef="#ctx0" brushRef="#br1" timeOffset="-51344.36">11505 13854 71 0,'0'0'131'16,"0"0"-12"-16,0 0-21 0,0 0-5 0,0 0-17 15,4 12-3-15,-4-6-11 0,3 5-3 0,-3 2-1 16,0 2-7-16,0 3-8 0,-3-1-5 0,2 8-2 16,-2 0-3-16,-1-5-4 0,-1 6 0 0,-4-1-10 15,4-1 0-15,0 2 0 0,1-7-4 0,-1-4 3 16,1 2-2-16,0 0-4 0,-2-2 1 0,3-6-1 15,2 1 7-15,-3-3-11 0,3 1 2 0,1-3-6 16,-3 0 11-16,3-1-4 0,0 0 31 0,0-4 42 16,-1 3 41-16,1-3 37 0,-2 6 33 0,2-6 26 15,0 0 20-15,0 0 9 0,0 0-18 0,0 0-20 16,0 0-22-16,0 0-15 0,6-21-21 0,-1 12-14 16,5-5-4-16,-2-3-25 0,9-4-11 0,-3-2-17 15,-1 0-8-15,2 0-10 0,-4 6 0 16,0-1-9-16,1 2-6 0,-1 4-10 0,0-2 0 0,-5 5-1 15,2 1-6-15,-1-1-7 0,-2 6-1 0,1-2-8 16,-1 1 4-16,0 1-4 0,-1 2-7 0,1 0-6 16,-5 1 5-16,12 5-6 0,-5 0 2 0,1 3-9 15,-3 0 6-15,7 6-5 0,-5 1-5 0,2-1 5 16,0 6 0-16,0-3-5 0,-4 2 7 0,4-1-14 16,-1-1 11-16,-3-1-6 0,0 1-4 0,-2-5-23 15,-1-1 7-15,-1 0-5 0,2-2-16 0,-3 0-11 16,3-3-7-16,-3 1-23 0,0-1-15 0,-3-2-12 15,3 0-8-15,0 1-10 0,0-5-14 0,0 6-21 16,0-4-22-16,0-2-35 0,0 0-16 0,0 0-24 16,0 0-159-16,0 0-463 0,17-6 205 0</inkml:trace>
  <inkml:trace contextRef="#ctx0" brushRef="#br1" timeOffset="-50974.73">12171 14132 128 0,'0'0'185'0,"0"0"-8"0,0 0-10 0,0 0-10 15,0 0-10-15,-8 0-11 0,8 0-9 0,0 0-8 16,0 0-9-16,0 0-4 0,0 0-13 0,0 0-5 16,0 0-7-16,0 0-2 0,0 0-11 0,0 0-9 15,0 0-5-15,0 0-4 0,0 0-8 0,0 0-2 16,19-5-4-16,-7 3-5 0,-1 2-3 0,3-2 4 0,4-1-13 16,4 3-1-16,7-2 1 0,2-1-5 15,2-1 1-15,3 1-3 0,1 0-3 0,0 1 0 16,0-1-3-16,-1-1 1 0,0 2-2 0,-4-1-11 15,-2 1-34-15,-3-1-34 0,-5 2-49 0,-4-3-44 16,-5 2-178-16,-7-2-372 0,3 1 166 0</inkml:trace>
  <inkml:trace contextRef="#ctx0" brushRef="#br1" timeOffset="-50737.15">12319 13995 162 0,'0'0'263'0,"0"-4"-18"15,0 4-17-15,0 0-22 0,1-4-27 0,-1 4-23 16,0 0-15-16,0 0-17 0,0 0-13 0,0 0-11 0,0 0-11 16,3 12-7-16,-3-2-11 0,0 3-3 0,1 3-7 15,-1 3-7-15,1 7-6 0,3-6-4 16,0 5-5-16,0-2-1 0,1-3-5 0,4 6-13 15,-4-2-22-15,0-5-40 0,2 1-51 0,3-3-80 0,-1-3-203 16,-4-3-406-16,5-2 179 0</inkml:trace>
  <inkml:trace contextRef="#ctx0" brushRef="#br1" timeOffset="-49975.91">12852 13764 197 0,'1'-2'220'16,"1"-1"-5"-16,-2 3-19 0,3-8-15 0,-3 8-14 16,1-1-20-16,-1 1-18 0,2-4-14 15,-2 4-16-15,0 0-9 0,0 0-8 0,0 0-8 16,0 0-8-16,1 16-7 0,-2-4-5 0,-1 4-1 16,0 2-12-16,-2 7-2 0,0 0-5 0,-2 0-1 0,2 3-4 15,-1-3-3-15,-1 1-2 0,-2-1-3 0,4 0-1 16,-1-7-3-16,1 2-4 0,3-2 0 15,-3 0 0-15,3-2-5 0,-2-6 3 0,2 1 0 16,-3-4-4-16,3 0 2 0,1-2-2 0,-4 0-2 0,4-1 3 16,0 1 1-16,0-5 1 0,0 6 1 0,0-6 19 15,0 4 26-15,-1-2 24 0,1-2 30 16,0 0 21-16,0 0 21 0,0 0-4 0,0 0-11 16,0 0-19-16,11-14-17 0,-3 4-5 0,1-5-18 15,2-1-4-15,5-3-6 0,1-3-9 0,0 0-3 0,5 2-15 16,-5-1 2-16,3 3-4 0,-5 4-5 0,-1 0-5 15,3 3-4-15,-7-2 0 0,3 3-18 0,-3 2 15 16,2 1-15-16,-3 0 13 0,0 1-2 16,-4 5-4-16,-1-3 1 0,1-2-1 0,-4 4-5 15,4-2 1-15,0 3 16 0,-2-2-23 0,-3 3 1 0,2-4-5 16,-2 4-3-16,0 0-15 0,0 0-7 0,0 0 1 16,0 0 7-16,0 0-1 0,-10 12 0 15,2-3-3-15,1-2 1 0,-7 6 2 0,1-1 9 16,0 0-4-16,-1 0 6 0,1-3 2 0,3 0-5 0,1-1-2 15,0 0 9-15,0-1 7 0,4-1-10 0,0-2-5 16,1-1 4-16,-2 1 1 0,3-1 2 0,-1-1 5 16,1 0 1-16,3-2 0 0,-4 4 1 15,4-4 2-15,0 0-4 0,-5 4-2 0,5-4 2 16,0 0 2-16,-2 3 2 0,2-3-2 0,0 0-2 0,-1 4 1 16,1-4-1-16,4 4 4 0,0 1-10 0,3 0 10 15,0 3 1-15,6 3-7 0,0 2-7 0,3 1 11 16,8 4 2-16,-1 1-8 0,3 1-3 0,-2-2-36 15,0 3-62-15,2-1-85 0,1 1-122 0,-1-5-276 16,0-4-636-16,0 0 282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5:25:21.24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3874 2298 50 0,'0'0'164'0,"-9"2"-4"0,9-2-5 15,0 0-6-15,-8-4-8 0,8 4-8 0,0 0-7 16,0 0-2-16,0 0-3 0,0 0 0 0,0 0-3 15,0 0 0-15,0 0-4 0,0 0-6 0,0 0-6 16,0 0-6-16,0 0-4 0,0 0-1 0,0 0-1 16,-5-1 3-16,5 1 1 0,0 0-4 0,0 0-6 15,0 0-3-15,0 0-5 0,0 0 1 16,0 0-14-16,0 0-7 0,0 0 2 0,0 0-4 16,0 0-13-16,0 0 8 0,0 0-2 0,0 0-5 0,0 0-5 15,0 0-6-15,0 0-3 0,0 0-1 0,0 0-3 16,0 0 18-16,0 0-7 0,0 0-2 15,0 0-5-15,17 5-1 0,-17-5-10 0,7 0-1 16,-7 0-8-16,0 0 1 0,17-2 4 0,-8 1-7 16,2 0 2-16,5-2-5 0,12-2 4 0,0 2-5 15,7 0 2-15,-1-3-2 0,4 1 2 0,1 0-4 16,-5-5 2-16,-2 3-1 0,-1 5 2 0,-11-3-1 16,1 4-1-16,-2-3-12 0,-4 3-9 0,-7-1-18 15,1 2-18-15,-4 0-20 0,4-2-27 0,-9 2-21 16,8-1-21-16,-8 1-31 0,0 0-1 0,2 6-5 15,-2-6-27-15,-13 7-205 0,2 0-448 0,-2-5 199 16</inkml:trace>
  <inkml:trace contextRef="#ctx0" brushRef="#br0" timeOffset="984.01">3990 2268 92 0,'0'0'124'15,"0"0"-4"-15,-6 2-7 0,6-2-15 0,0 0-2 16,0 0-1-16,0 0-8 0,0 0-14 0,-5 0 6 16,5 0-4-16,0 0-4 0,0 0 1 0,0 0-7 15,0 0-1-15,0 0-4 0,0 0-3 0,0 0-1 16,-4 1-5-16,4-1-6 0,0 0-2 0,0 0-11 16,0 0 2-16,0 0-5 0,0 0 1 0,0 0-7 15,0 0 0-15,0 0-3 0,0 0-3 0,0 0 2 16,0 0-5-16,0 0-2 0,0 0-1 0,0 0-4 15,0 0 5-15,0 0-7 0,-7 0 3 0,7 0-6 16,0 0 3-16,0 0 2 0,0 0 0 0,0 0 5 16,0 0-4-16,0 0 7 0,0 0 2 0,0 0 9 15,0 0 7-15,0 0-5 0,0 0 0 0,0 0-1 16,0 0-1-16,0 0-3 0,0 0-4 0,0 0-1 16,0 0-2-16,0 0-1 0,18 2-2 0,3-2 0 15,6-3 0-15,5 3-2 0,7-4 0 0,21 3-5 16,2-3 2-16,0-1-5 0,6 5 3 0,-6-3-1 15,-3-3-2-15,-5 5 2 0,-3-4 0 16,-18 3-1-16,-1 0-4 0,0 0 5 0,-5-1 0 0,-7 3 1 16,-4 0 13-16,-5-1 3 0,-2 0 5 0,-1 1 11 15,0 0 20-15,-8 0 10 0,11-3 11 0,-7 3 2 16,-4 0 5-16,5-2-10 0,-5 2-4 0,0 0-14 16,0 0-10-16,7-3-13 0,-7 3-22 0,0 0-26 15,0 0-31-15,0 0-33 0,0 0-36 16,0 0-53-16,0 0-53 0,-27 5-204 0,15-5-458 15,-1 3 204-15</inkml:trace>
  <inkml:trace contextRef="#ctx0" brushRef="#br0" timeOffset="1601.38">4288 2305 153 0,'0'0'322'0,"0"-5"-9"0,0 5-4 16,-3-5-17-16,3 5-20 0,0-5-20 0,0 5-16 16,0 0-26-16,0 0-21 0,0-3-29 0,0 3-9 15,0 0-11-15,0 0-26 0,0 0-15 16,0 0-20-16,0 0-35 0,0 0-23 0,0 0-10 16,0 0-14-16,3 18-11 0,-3-6-6 0,0 5-3 0,0 12 7 15,1 2 2-15,-1 18 8 0,0 4-2 0,3-5 5 16,-6-1 0-16,6 1 2 0,-2-2-1 15,-1-11 2-15,0-2 3 0,1 1-3 0,-1 15 3 16,-1-14-1-16,1-1 1 0,0-2 1 0,0-4 1 16,0 1-1-16,-1-3-2 0,-3-2 3 0,4-6-2 15,-4 0 3-15,0-5 0 0,3-2 0 0,-3-1 10 16,-1 1 7-16,1-5 12 0,-3 2 6 0,1-3 13 16,0 0 15-16,-3 1-6 0,-2-5 2 0,0-1 4 15,0 0 3-15,-2-2 8 0,-2-5 0 0,-4 2 10 16,-1-5 15-16,5 1 2 0,1-4 2 0,-9-6 3 15,5-1 7-15,-1-1 4 0,7 4 4 0,2 3-3 16,-4-1 6-16,4 0-4 0,2 6 0 0,1 2 2 16,-1-2-11-16,3 1-9 0,1 3-7 0,0-2-11 15,0 4-11-15,-1-1-6 0,3-1-12 0,2 2-28 16,0 3-32-16,-2-5-40 0,2 5-48 0,0 0-42 16,0 0-55-16,0 0-61 0,0 0-13 0,0 0-35 15,0 0-49-15,26 0-65 0,-12-2-290 0,4 1-754 16,-3 0 334-16</inkml:trace>
  <inkml:trace contextRef="#ctx0" brushRef="#br0" timeOffset="2418.01">4584 3226 149 0,'-10'2'201'15,"-1"-1"-18"-15,2 0-12 0,1 1-10 0,3-2-12 16,-3 0-2-16,8 0-12 0,-6 5-5 0,6-5-9 16,0 0-6-16,-8 0-7 0,8 0-9 0,0 0-3 15,-5 0-4-15,5 0-5 0,0 0 1 0,0 0-7 16,0 0-8-16,0 0-3 0,-9 1-9 0,9-1-2 16,0 0-3-16,0 0-8 0,0 0-8 15,0 0 5-15,0 0-4 0,0 0 1 0,0 0 2 0,0 0-3 16,0 0-8-16,0 0 10 0,0 0-1 0,0 0-3 15,0 0-4-15,0 0-4 0,0 0 0 0,0 0-3 16,0 0-3-16,0 0-4 0,0 0 3 0,0 0-4 16,0 0 0-16,0 0-3 0,0 0-5 15,0 0-1-15,27-1 0 0,-8-5 1 0,4 4-2 16,6-1 1-16,3-1-5 0,2-1 0 0,1 1 0 16,0 1-3-16,0 0 4 0,-1-1-4 0,-2 1 4 0,-3 0-2 15,-10 0 1-15,-1 2-1 0,-5 0-1 0,-3 0-1 16,1-2 1-16,-4 3-10 0,1 0 12 15,-8 0-6-15,9-1-3 0,-9 1-8 0,2-2-20 16,-2 2-24-16,0 0-14 0,0 0-11 0,0 0-14 16,0 0-7-16,-26 2-22 0,26-2-29 0,-13 1-47 15,13-1-227-15,0 0-462 0,-16-3 204 0</inkml:trace>
  <inkml:trace contextRef="#ctx0" brushRef="#br0" timeOffset="2970.51">5154 3050 329 0,'0'0'384'0,"0"0"-14"0,4-6-10 0,-4 6-24 15,0 0-23-15,0 0-28 0,0 0-35 0,0 0-21 16,1-4-30-16,-1 4-27 0,0 0-15 0,0 0-24 15,0 0-19-15,0 0-6 0,0 0-11 0,0 0-17 16,4 15 1-16,-1-8-13 0,-2 3-4 0,-1 2-8 16,0 0-1-16,1 5-12 0,2 0-1 0,-3 0-5 15,0 1 1-15,0-2 1 0,1-2-16 0,2-2 9 16,-1 1-11-16,-2-3 3 0,0 1-7 0,0-6 0 16,0 2-18-16,0-2 22 0,3-3 1 15,-3-2 5-15,0 7 23 0,1-3 37 0,-1-4 36 0,0 0 36 16,1 4 25-16,-1-4-9 0,0 0-17 0,8-12-14 15,-4 7-13-15,1-5-9 0,0 1-15 0,7-5-12 16,-2-3-10-16,-1 2-10 0,1-1-9 0,3 2-3 16,-2-1-8-16,-6 9-6 0,0 1-8 0,1-2-4 15,-4 2-7-15,2 1-6 0,-1 1-8 16,-1-1-8-16,1 3-10 0,-3 1-7 0,0 0-7 16,7 0-7-16,-3 3-3 0,-1 2-2 0,3 4-6 0,-1 0 9 15,3 1 0-15,0 5-1 0,-2-1 2 0,0 1 2 16,3-1 5-16,-4 1 3 0,0-3-7 15,-1-2 10-15,0 2 3 0,1-2-1 0,0-1 2 16,-1-4-1-16,-4 2 4 0,4-2 1 0,-4-1 4 16,1-1 0-16,3 2 1 0,-4-5 2 0,0 2 3 15,0-2-4-15,0 4 6 0,0-4-3 0,0 0-9 0,3 4-8 16,-3-4-13-16,0 0-17 0,0 0-24 0,0 0-33 16,0 0-15-16,0 0-28 0,0 0-57 15,0 0-81-15,0 0-65 0,0 0-80 0,6-13-352 16,-3 8-841-16,-2-2 371 0</inkml:trace>
  <inkml:trace contextRef="#ctx0" brushRef="#br0" timeOffset="3766.51">5664 2368 29 0,'0'0'302'0,"-1"-5"-15"0,1 5-18 0,0 0-26 16,1-5-22-16,3 0-24 0,1 4-19 15,-1 0-21-15,5-2-17 0,-2 6-19 0,5-2-12 16,-2 2-11-16,9 5-10 0,-3-2-8 0,0 6-12 15,-1 1-5-15,1-1 0 0,-3 3-6 0,-2 2-4 16,2 7-2-16,-3-5-6 0,-6-2-4 0,4 8 1 16,-4-6-5-16,-4 7-4 0,0-7 0 0,-4-1-5 0,-1-1 6 15,-4-1-8-15,0 2-1 0,0-5-4 16,1-2 1-16,-2-2-3 0,6 0 12 0,-1-4 3 16,-3 2 11-16,4-2 9 0,-2 0 30 0,4-2 28 15,-1-2 31-15,3-1 41 0,-4 1 6 0,4-1-22 16,0 0-20-16,-1-11-20 0,2 3-7 0,3-1-16 15,1-3-11-15,4-6-12 0,0 2-6 0,4-10-11 16,1 2-9-16,-1-1-5 0,3 3-2 0,-3 7-6 16,1-2-9-16,-5 3-2 0,1 0-4 0,2 1-6 15,-7 4 4-15,-1 4-1 0,0 0-7 0,-1 0-7 16,1 3-1-16,-1-1-10 0,0 0-15 0,0 0-26 16,-3 3-12-16,0 0-3 0,0 0 8 0,6 7 0 15,-3 0 6-15,0 3-1 0,-1 1-12 0,1 6 17 16,1-2-5-16,3 2-15 0,-4 2-17 0,3 0-18 15,-3-2-25-15,3-1-33 0,1 0-32 0,0-2-36 16,-3-3-48-16,5-2-68 0,-8-2-260 0,7-2-644 16,-3-3 284-16</inkml:trace>
  <inkml:trace contextRef="#ctx0" brushRef="#br0" timeOffset="4003.08">6170 2326 292 0,'3'-4'296'0,"-3"4"-32"0,1-3-32 0,-1 3-22 0,0 0-25 15,0 0-17-15,17 8-14 0,-8-1-4 0,5 5-15 16,-3 5 0-16,7 4-7 0,-4 4-7 0,0 3-5 16,-1-1-10-16,-4 3-6 0,-4 3-6 15,3-3-7-15,-7 3-16 0,-5-3 4 0,-1 1-16 16,-1-5-28-16,-6 0-16 0,-7-2-31 0,1 1-36 15,-6-3-31-15,-2-3-40 0,-2-2-71 0,-5-4-266 16,-3-4-497-16,3 1 219 0</inkml:trace>
  <inkml:trace contextRef="#ctx0" brushRef="#br0" timeOffset="4300.7">5658 2266 2331 0,'-8'-12'152'0,"3"2"-51"16,0 3-27-16,-3 0-13 0,2-1 4 0,-2 4-14 16,3 0-12-16,-4 3-6 0,-1-2-15 0,1 6 0 15,-4-2-5-15,-5 9-4 0,-2 7-3 0,-6 7 0 16,-2 13-7-16,-5 7 10 0,1 2-1 0,4 3-28 15,2 1 3-15,5-2 3 0,10 1 17 0,5-15 5 16,6 2 7-16,6-2 2 0,7 1 4 0,4-4 3 16,17 7 3-16,2-7-7 0,8-2 6 15,5-14-10-15,6 5-42 0,4-6-63 0,6-7-83 0,2-5-300 16,26-6-512-16,-32 3 227 0</inkml:trace>
  <inkml:trace contextRef="#ctx0" brushRef="#br0" timeOffset="4834.09">6919 2613 60 0,'-8'0'169'0,"8"0"-5"0,0 0-5 0,0 0 1 16,0 0-3-16,0 0-6 0,0 0-8 15,0 0-8-15,0 0-3 0,0 0-6 0,0 0-7 16,0 0-6-16,0 0-4 0,18-5-7 0,-5 5-8 15,1-1-14-15,5-1-6 0,10-1-6 0,1-1-4 16,4-1-2-16,1 2-17 0,2 1 0 0,-2 1-7 16,-3-1 0-16,-4-2-4 0,-7 1-7 0,0 3-1 15,-6-2-2-15,-4 2-2 0,-3 0-6 0,0-3-6 16,-3 3-14-16,-5 0-14 0,11-2-24 0,-8 2-25 16,-3 0-37-16,0 0-42 0,0 0-31 0,0 0-191 15,-27 0-399-15,13 2 176 0</inkml:trace>
  <inkml:trace contextRef="#ctx0" brushRef="#br0" timeOffset="5146.22">6999 2803 40 0,'-5'2'282'0,"5"2"-12"0,0-4-11 0,0 0-7 15,14 1-15-15,3-2-20 0,5-2-22 16,11 1-18-16,4-2-22 0,14-2-15 0,1 1-11 16,0 2-10-16,-2-1-18 0,-16-1-2 0,-2 4-14 15,0-3-7-15,-10 2-6 0,-3 1-3 0,-6-1 4 16,-1 2-1-16,-4-1-9 0,-2 1 2 0,0 0-6 15,-6 0-11-15,8-2-23 0,-4 0-22 0,-4 2-34 16,0 0-45-16,0 0-59 0,0 0-73 0,-29 5-281 16,16-5-530-16,3 0 234 0</inkml:trace>
  <inkml:trace contextRef="#ctx0" brushRef="#br0" timeOffset="6283.48">8565 2488 145 0,'-8'-1'145'0,"8"1"-14"16,-8-1-9-16,1 1-11 0,2-2-7 0,-3 5-9 16,3-2-8-16,-3 3-13 0,1 0 4 15,-4 1-2-15,1 0-3 0,-4 3-6 0,4 5-4 16,-3-1-4-16,0 2 3 0,-2 3-5 0,6 0 1 0,-4-1-4 16,-3 10-1-16,3-4-3 0,0 4-1 0,4-2-7 15,-1-2 0-15,6-4-5 0,0 1 4 0,1 2 4 16,3-6 2-16,2 2 6 0,2 0-4 15,0-3 9-15,2 2 7 0,0-6 19 0,3 1 0 16,3-4 14-16,3 3-1 0,3-6 4 0,5-1-1 16,5-3 0-16,-1-3-4 0,4-4 0 0,-2-1-4 15,1-3 0-15,-2-2-4 0,1-2-3 0,-5-2-1 16,3-1 15-16,-4-1-23 0,-4 0 3 0,0-1-3 0,-6-4-9 16,-1-1-12-16,-5 3-7 0,-3 3 4 15,-1 0-4-15,-4 2-5 0,-2-3-12 0,-3 2-8 16,-2 3-9-16,-5 2-15 0,0 1-7 0,-3 3-26 15,-2 1-20-15,-4 4-19 0,3 0-25 0,-3 5-31 16,3-1-42-16,0 5-29 0,6 2-44 0,-1 2-54 16,0-1-201-16,8 1-540 0,3 0 240 0</inkml:trace>
  <inkml:trace contextRef="#ctx0" brushRef="#br0" timeOffset="6884.42">9757 2752 26 0,'0'0'189'0,"-9"0"-4"0,9 0-3 16,-9 0-10-16,9 0-9 0,-5 1-1 0,5-1-14 16,0 0-5-16,0 0-7 0,-9 0-9 0,9 0-11 15,0 0-7-15,0 0-11 0,0 0-5 0,0 0-9 16,0 0-8-16,0 0-9 0,0 0-1 0,0 0-4 0,0 0-1 15,0 0-4-15,0 0-4 0,0 0-4 16,0 0-7-16,0 0 4 0,-8 0-11 0,8 0 2 16,0 0-6-16,0 0-3 0,0 0-4 0,0 0-1 15,0 0-2-15,0 0-1 0,0 0 5 0,0 0 0 16,0 0 9-16,0 0-10 0,0 0 3 0,0 0 0 16,0 0 2-16,0 0 1 0,0 0-4 0,0 0 11 15,0 0-12-15,0 0 6 0,0 0-2 0,0 0 0 16,0 0 7-16,0 0-9 0,0 0 0 0,0 0 8 15,0 0-4-15,0 0-1 0,0 0 5 0,0 0-12 16,0 0-1-16,0 0 3 0,30-3-6 0,-16 1-3 16,5-1-2-16,13 0-3 0,3-1 1 0,-2 4-1 15,5-6-3-15,-1 2-3 0,3 0 0 0,0 1 3 16,12-2-1-16,-13 2 0 0,15-3-2 0,-15 3-3 16,-1 0 1-16,-3-2 3 0,-3 1 2 15,-1-1-5-15,-11 3-1 0,1-3 4 0,-2 2-12 16,-2-2-16-16,-6 1-16 0,0 1-14 0,-4 1-14 15,1-1-22-15,-3 3-38 0,-1-4-39 0,-3 2-38 0,-1 2-40 16,0 0-219-16,-10-6-500 0,2 2 222 0</inkml:trace>
  <inkml:trace contextRef="#ctx0" brushRef="#br0" timeOffset="7153.46">10111 2551 253 0,'-4'-5'369'0,"2"-2"-2"0,-1 3 9 0,2-1 0 16,-1 2-4-16,0 1-20 0,1-3-24 16,1 5-30-16,-2-5-32 0,2 5-29 0,-6-5-30 15,6 5-27-15,-1-1-25 0,1 1-31 0,0 0-16 16,0 14-8-16,0-2-18 0,1 7-3 0,0 7-9 15,1 3-2-15,5 4-8 0,-3 0-3 0,1-2-39 16,-1 3-47-16,2 0-48 0,3 0-51 0,-5 0-57 16,1 0-70-16,0-3-99 0,-1-4-292 15,-4-7-699-15,2-7 308 0</inkml:trace>
  <inkml:trace contextRef="#ctx0" brushRef="#br0" timeOffset="12985.38">11381 2185 56 0,'-1'-4'194'0,"1"4"-11"0,0 0-17 16,0 0-10-16,0 0-8 0,0 0-11 0,0 0-15 15,0 0-15-15,0 0 2 0,0 0-10 0,0 0-10 16,0 0-8-16,0 0-5 0,0 0-7 0,0 0-7 15,0 0 1-15,0 0-7 0,0 0-2 0,0 0-6 16,0 0 4-16,4-4-6 0,-4 4 0 0,0 0-3 16,0 0-3-16,0 0-2 0,0 0 7 15,0 0-11-15,0 0-1 0,0 0-4 0,0 0 2 16,0 0-6-16,0 0 3 0,0 0-8 0,0 0-1 0,0 0-2 16,0 0-2-16,0 0-2 0,0 0 0 0,0 0-2 15,0 0 3-15,0 0-5 0,0 0 1 0,0 0-1 16,0 0 1-16,0 0-1 0,0 0-1 15,0 0-1-15,9-2 3 0,2 2-4 0,3-3-4 16,7 2 3-16,8-6-4 0,4 7-1 0,4-4 0 16,16-1 0-16,-2 1-1 0,5-1-1 0,-1-3 0 15,3 5 3-15,-5-2-4 0,-13 3 0 0,11-3-1 0,-15 2-1 16,-2 3 0-16,-2-4-5 0,-6 4-7 16,-6 0-10-16,-7 0-15 0,-3 0-25 0,-1 2-11 15,-4-2-15-15,-5 0-13 0,4 1-27 0,-4-1-41 16,0 0-160-16,-28 0-361 0,8 0 159 0</inkml:trace>
  <inkml:trace contextRef="#ctx0" brushRef="#br0" timeOffset="13594.9">11422 2206 137 0,'0'0'198'0,"0"0"-24"0,0 0-15 0,-8-1-17 16,8 1-16-16,0 0-12 0,0 0-10 15,0 0-5-15,11 9-17 0,-4-6-8 0,-2 0-4 16,0 2-9-16,7 2-8 0,-2 2-5 0,-1 1-6 0,5-2 1 15,0 3-7-15,-1 1-1 0,4 1-8 0,-2-1-2 16,3 1-2-16,-3-2 0 0,3 2 0 0,4 6-5 16,-5-7 0-16,-1 0-1 0,2-1 1 15,0-2-8-15,-3 4 1 0,3-7-3 0,-1 3 6 16,-7-4-6-16,3 1-2 0,-3-1 3 0,-1-1-6 16,-3-2 6-16,2-2-4 0,-3 1 3 0,0-1 7 15,-5 0 18-15,9 0 4 0,-9 0 11 0,9-1 8 16,-9 1 9-16,8-4 11 0,-8 4 3 0,5 0 1 0,-5 0-6 15,0 0-6-15,6-1-9 0,-6 1-5 16,0 0-9-16,0 0-6 0,4-1-21 0,-4 1-6 16,0 0-5-16,-3 13 0 0,2-2-2 0,-5 6 2 15,-3 8 5-15,-5 4-9 0,-4 13 4 0,-6 1-3 16,1 3 5-16,-3 5 1 0,-5 1-7 0,-7 24 5 16,-2 2 1-16,12-24 0 0,1-1 0 0,2 0-2 15,-2 0 1-15,4-1 0 0,1-3 2 0,3-1-3 16,0-6 4-16,7-10-3 0,-3-2 0 0,4 0-1 15,2-4 3-15,-3-1-4 0,5-3 2 0,-1-5-2 16,3 0-1-16,-1-8 0 0,2 4 2 0,-1-2-2 16,2-4 2-16,0 0-3 0,2-2-2 0,-2-1 4 15,2 2 0-15,-1-1-2 0,2-5 0 0,-3 5 1 16,3-5 0-16,0 0 3 0,-1 7 0 0,1-7-20 16,0 0-13-16,0 0-19 0,-2 5-19 0,2-5-29 15,0 0-52-15,0 0-80 0,0 0-214 16,0 0-475-16,0 0 210 0</inkml:trace>
  <inkml:trace contextRef="#ctx0" brushRef="#br0" timeOffset="14082.95">11285 3597 18 0,'0'0'196'0,"0"0"-16"0,-10 2-2 0,10-2-10 15,0 0-10-15,0 0-13 0,0 0-16 0,-5 2-7 16,5-2-17-16,0 0-7 0,0 0-10 0,0 0-12 15,0 0-3-15,0 0-13 0,0 0-2 0,0 0-7 16,0 0-3-16,0 0-7 0,0 0-3 0,0 0-7 16,0 0 4-16,0 0-2 0,0 0-4 0,0 0-2 15,0 0 2-15,0 0-1 0,0 0 2 0,0 0 7 16,0 0-1-16,0 0 5 0,26 1-2 0,-7-2-4 16,11-1-5-16,5-1 1 0,5 2-4 0,17-2-5 15,7-1 0-15,27-4-4 0,2 1 8 0,-2 4 11 16,2-1 7-16,3 1 4 0,-2-1 2 0,-31 3-2 15,-3-2-3-15,-1 4-4 0,-4-2-4 0,-16 0-7 16,-6 2 0-16,-1-2-2 0,-4-2-4 0,-9 2-4 16,-6 1 5-16,-1 0 4 0,-3 0 3 15,-9 0 3-15,14 0-1 0,-9-1-3 0,-5 1-3 16,0 0-10-16,13 0-11 0,-13 0-27 0,0 0-44 0,0 0-46 16,0 0-54-16,0 0-76 0,-41-3-221 0,28 3-497 15,-1 0 221-15</inkml:trace>
  <inkml:trace contextRef="#ctx0" brushRef="#br0" timeOffset="15148.11">11630 4129 33 0,'4'-6'273'0,"-4"-3"-5"0,0 5-6 15,0-1-19-15,0 3-18 0,2-2-20 0,0 0-21 16,-2 4-21-16,0 0-20 0,0-4-17 0,0 4-21 16,0 0-11-16,0 0-17 0,4 14-3 0,-7-3-6 15,3 5-7-15,-1 2-7 0,1 10-7 0,0-2-1 16,-4 3-3-16,0 0-5 0,3 1-5 0,-5-1-1 16,3 1-1-16,2-2-4 0,-2-2-6 0,3-2-1 15,0-4-1-15,0-3-2 0,0 0 0 0,0 0-4 16,1-6-1-16,-2-1 2 0,1-2-5 0,1-2 3 15,-1-3-4-15,0 5 17 0,-1-4 17 0,1-1 20 16,0 0 28-16,0-3 24 0,0 0 24 0,1 5 19 16,-1-5 13-16,0 0 3 0,0 0-17 0,0 0-16 15,4-11-16-15,0 3-11 0,1-3-11 0,4-2-10 16,4-3-9-16,-4-1-9 0,0 0-11 0,1-1-2 16,-1 2-12-16,9-5-4 0,-8 6-4 0,-1 1-1 15,4-2-10-15,-8 0-3 0,7 3-3 0,0 2-1 16,-5-1-7-16,-1 3 3 0,1 1 1 0,-1 1 6 15,-1 3 9-15,-3-2-3 0,2 3 2 0,0-1-3 16,-2 1-6-16,0 1 0 0,-2 2-4 0,4-6-1 16,-4 6-2-16,1-2-6 0,-1 2-7 0,0 0-10 15,3-4-6-15,-3 4-14 0,0 0-12 0,0 0-7 16,0 0 2-16,0 0-9 0,0 0-4 0,0 0 5 16,0 0 3-16,0 0 10 0,-13 10 6 0,9-7-1 15,0-1 6-15,4-2 9 0,-4 4-7 0,2-3 0 16,2-1-2-16,-5 2 8 0,5-2 8 0,0 0-7 15,-4 4 4-15,4-4 4 0,0 0 0 0,0 0-3 16,0 0 7-16,0 0-2 0,0 0 5 0,0 0 1 16,-3 2 2-16,3-2 15 0,0 0-3 0,0 0-8 15,0 0 4-15,0 0-6 0,0 0-2 0,0 0-1 16,0 0-4-16,0 0-2 0,2 6 3 0,0-2 0 16,1 3 3-16,2 1 3 0,1-1-4 0,1 5 0 15,3 4 1-15,3-1 2 0,-2-1-1 0,-1 3-2 0,3-1 1 16,0 0 0-16,1 1 0 0,-4 0 6 15,2-1-3-15,-1-2-28 0,-2-1-31 0,2 2-28 16,-4-5-50-16,1 0-46 0,-2 0-52 0,-2-1-71 16,0-2-374-16,-1-2-732 0,0-2 324 0</inkml:trace>
  <inkml:trace contextRef="#ctx0" brushRef="#br0" timeOffset="15636.97">12342 4284 101 0,'0'0'273'0,"0"0"0"16,0 0-5-16,0 0-5 0,-4-2-14 0,4 2-19 0,0 0-21 15,0 0-20-15,0 0-20 0,0 0-19 0,13-5-16 16,-8 3-13-16,4 1-22 0,5-1-29 0,-2 2-30 15,3 0-37-15,-2-1-40 0,6 0-42 16,-6-1-36-16,3 1-56 0,-3 0-236 0,0-1-440 16,-3 2 195-16</inkml:trace>
  <inkml:trace contextRef="#ctx0" brushRef="#br0" timeOffset="15797.93">12392 4461 184 0,'0'0'191'0,"6"5"-10"0,1-5-12 0,3 0-22 0,3 0-15 16,6 0-16-16,0-3-38 0,3 3-47 0,7-5-56 15,-1 1-75-15,2 0-84 0,-2-1-200 16,-8 1 89-16</inkml:trace>
  <inkml:trace contextRef="#ctx0" brushRef="#br0" timeOffset="16216.35">12967 4183 202 0,'0'0'240'0,"-4"-3"-15"0,4 3-16 0,0 0-16 15,0 0-18-15,-4-2-17 0,4 2-16 0,0 0-17 16,0 0-12-16,0 0-12 0,0 0-10 0,-15 6-10 0,11-1-11 16,-4 2-2-16,1-1-12 0,0 5 1 15,-3-1-10-15,1 2-3 0,0 3-1 0,-2-2-6 16,3 3 0-16,0-2-6 0,-2 2 3 0,5-1-3 16,0 0-4-16,2 1-2 0,1-3-3 0,1 3-1 15,1-6 3-15,2 3 20 0,1-2 4 0,2-1 17 16,3-1 11-16,2-1 7 0,1-3 1 0,8 2 4 15,-2-3 3-15,3-2-7 0,2-2 5 0,-3-4 8 16,3 1 9-16,-3-4-10 0,-1-2 8 0,1 1-12 16,-5-2-1-16,0-2-4 0,-2-1-7 0,-1-3-9 15,-4-1-6-15,-2 0-10 0,-4 0-12 0,-2-2-2 16,-4 1-22-16,0 2-17 0,-5 1-26 0,-2-1-18 0,-3 4-28 16,-7-1-36-16,-2 1-40 0,3 4-41 15,-9 4-51-15,10-1-72 0,1 2-259 0,-2-1-614 16,9 3 272-16</inkml:trace>
  <inkml:trace contextRef="#ctx0" brushRef="#br0" timeOffset="17615.74">12049 1775 176 0,'0'0'176'0,"0"0"-8"0,0 0-16 0,0 0-7 0,0 0-8 16,0 0-7-16,0 0-8 0,0 0-8 15,0 0-7-15,0 0-2 0,0 0-6 0,0 0-7 16,2-3-6-16,-2 3-6 0,0 0-7 0,-2-7 0 15,2 7-6-15,2-8-8 0,-1 4 2 0,-2-3-6 16,2 1-4-16,0-3-6 0,1 0-1 0,0 0 1 0,-2-3-2 16,0-1 0-16,1-2-3 0,1 3-2 15,0-5-7-15,0 0 0 0,1 2 0 0,-3-3 3 16,0 5 8-16,1-4-3 0,-1 3 2 0,0 4 3 16,0-1-4-16,0 1-3 0,0 3 8 0,3 1-1 15,-6 0-6-15,2 0-6 0,1 1-11 0,0 2 1 16,-5-3-16-16,3 6-12 0,2 0-8 0,-12 0-4 15,1 3 10-15,-7 8-11 0,-6 3 6 0,-5 1 0 16,0 0 0-16,-15 11 4 0,11-6-1 0,-9 6 7 16,-1 0-1-16,3 4-1 0,-5-4 1 0,13-6-3 15,0 2 7-15,2-5-3 0,0-1 1 0,4-1 4 16,-2-1-3-16,8-4 2 0,1-3-4 0,0 0 5 16,6-4 1-16,4 0-2 0,-1 0 12 0,1-2 21 15,1-2 4-15,8 1 12 0,-14-3 15 0,9-3 9 16,1 0 0-16,1-5-14 0,0 0 3 0,3 0-6 15,1-2-6-15,3 1-11 0,1-4 3 0,2 2-12 16,0 2-5-16,2 5-5 0,-4-2-4 16,3 2 5-16,2 0-16 0,-1 2 5 0,0 2 2 15,5 1-7-15,3 2-3 0,3 5-2 0,1 0 3 16,4 3-4-16,2 2 6 0,-1 1-3 0,-3 2-2 16,-4-3 2-16,0 7-24 0,4-1-10 0,-3 1-18 15,2 1-13-15,-8-3-18 0,2-3-30 0,-1 0-40 16,-2 0-27-16,-1 0-48 0,-1-3-274 0,-2-4-539 15,-2-2 239-15</inkml:trace>
  <inkml:trace contextRef="#ctx0" brushRef="#br0" timeOffset="23646.57">13428 2905 32 0,'0'0'74'0,"0"0"-9"16,0 0-8-16,0 0 2 0,0 0-7 0,0 0-11 16,0 0 6-16,0 0 2 0,0 0-6 0,0 0-5 0,0 0-7 15,0 0 2-15,0 0-5 0,0 0-3 0,0 0-3 16,0 0 1-16,0 0-2 0,0 0 2 0,0 0 6 15,0 0-8-15,0 0-5 0,0 0 3 16,0 0 3-16,0 0-3 0,0 0-1 0,-9-2 1 16,9 2 9-16,0 0-2 0,0 0 8 0,0 0-2 15,0 0-1-15,0 0 1 0,0 0 2 0,0 0 9 0,-1-4-5 16,1 4 4-16,0 0-5 0,0 0 2 16,0 0 0-16,0 0 3 0,0 0 1 0,0 0 5 15,0 0 0-15,0 0-7 0,0 0-3 0,0 0-1 16,0 0-4-16,0 0 1 0,0 0-5 0,0 0-4 15,0 0-6-15,0 0-2 0,0 0-1 0,23 0 3 16,-10-1-2-16,7-3-7 0,10 0 4 0,0 2-6 0,7-2 4 16,14-2-3-16,7 4 25 0,-3-4 2 15,1 4-5-15,-5-2-6 0,-11 3-1 0,-2-2-3 16,-2 2 2-16,0-2-6 0,-6 1-1 0,1 1-5 16,-11 1 0-16,1-2-2 0,-3 3 1 0,-8-2-1 15,3 1-2-15,-7 0-7 0,1 0 6 0,-7 0-6 16,11-2-3-16,-11 2 0 0,10 0-2 0,-10 0-1 15,0 0-9-15,0 0-18 0,0 0-15 0,0 0-19 16,0 0-27-16,0 0-28 0,0 0-21 0,0 0-140 16,0 0-304-16,-33-2 135 0</inkml:trace>
  <inkml:trace contextRef="#ctx0" brushRef="#br0" timeOffset="24014.18">14278 2716 14 0,'-2'-6'313'0,"2"6"-15"0,-2-4-21 16,2 4-20-16,0 0-26 0,2-4-26 0,-2 4-21 15,0 0-18-15,0 0-20 0,0 0-16 0,0 0-26 16,0 0-30-16,0 0-8 0,0 0-9 0,0 0-6 15,3 16-7-15,1-9-2 0,-4 5-7 0,1-1-5 16,3 0-1-16,0 6 0 0,0 0-5 16,-3 0-1-16,2-2 0 0,-1 2-4 0,2 0-2 15,-1 0-1-15,-3-5 1 0,1 5-4 0,4-5-1 0,-5 1 1 16,1-2-5-16,-1-2 4 0,3-1-1 16,-3-3-2-16,1 0-1 0,-1 0 0 0,0-5 1 15,0 7 1-15,0-7-1 0,0 0 1 0,0 7 0 16,0-7-2-16,0 0-8 0,0 5 7 0,0-5-5 15,4 2 4-15,-4-2-7 0,0 0-39 0,0 0-46 16,0 0-69-16,-13-10-75 0,8 1-199 0,0 1-465 16,1-3 205-16</inkml:trace>
  <inkml:trace contextRef="#ctx0" brushRef="#br0" timeOffset="24295.35">14559 2561 167 0,'0'0'165'0,"8"7"-14"0,-2-2-9 16,2 5-18-16,2 2 4 0,0 2-20 0,3 11-4 16,0 1-9-16,-2 1-1 0,1 4-8 0,-3 1 1 15,-2 2-6-15,-3-1-6 0,0 13-4 0,-4-10-5 16,-5 2-3-16,-1-4-9 0,-9 9 0 0,-1-12-6 15,-2 0 5-15,-8 9-13 0,1-12-2 0,-2-3-1 16,-13 6-6-16,-4-1-14 0,0-6-26 0,10-7-41 16,-15 1-27-16,-2-6-46 0,1-4-197 15,-3-3-347-15,2-3 153 0</inkml:trace>
  <inkml:trace contextRef="#ctx0" brushRef="#br0" timeOffset="24631.34">13455 2527 143 0,'-9'3'141'0,"-4"2"-6"0,-6 6-16 16,0 4-13-16,-3 7-4 0,1 2-12 0,-4 6-17 15,-5 13 6-15,-1 2 0 0,-1 6-6 0,5 0 0 16,3 2-8-16,3 1-4 0,9-4 2 0,3-1-4 16,7-2 8-16,8-13 21 0,5 0 5 15,6-1 3-15,13 3-1 0,13-3-8 0,8-8-6 16,11-4-5-16,29-4-26 0,-27-9-53 0,33-4-67 15,-5-9-123-15,-1-6-129 0,-30 0-348 0,-6-3 155 16</inkml:trace>
  <inkml:trace contextRef="#ctx0" brushRef="#br0" timeOffset="25446.37">14815 2175 11 0,'1'-4'293'15,"2"0"-19"-15,-2 0-17 0,-1 4-21 0,0-5-16 0,0 5-20 16,1-5-22-16,-1 5-23 0,1-2-21 0,-1 2-9 16,0 0-18-16,0 0-9 0,6 9-13 15,-3 1-3-15,-2 1-12 0,1 6-6 0,-1 2-5 16,0 6-7-16,-2-3-1 0,1 2-9 0,-3 8-3 15,-1-6-4-15,1 3-2 0,-2-3-4 0,2-1 1 16,2-5-7-16,0-3 0 0,-1-4-5 0,1-2 5 16,-1-2-6-16,3 0 2 0,-1-4 4 0,-1 2 27 15,-1-4 43-15,1 0 39 0,1-3 36 0,1 4 20 16,-1-4 3-16,0 0-18 0,0 0-19 0,13-17-17 16,-6 8-12-16,1-1-14 0,1-5-11 0,9-4-12 15,-8 0-11-15,1 2-11 0,5-1-6 0,-3 2 1 16,-2 2-14-16,-2 4 0 0,2 3-9 0,-4-1-6 15,-3 2 1-15,0 0-10 0,0 1-10 0,-3 4-23 16,3 0-19-16,1-2-10 0,-5 3 4 0,10 4-15 16,-3 0 5-16,-1 4-8 0,1 1-3 0,-1 0-8 15,4 7-3-15,-1-3-24 0,0 4-31 0,4-2-24 16,-3 2-36-16,-2 0-35 0,2-2-58 0,-4-4-364 16,2-3-691-16,-3-3 305 0</inkml:trace>
  <inkml:trace contextRef="#ctx0" brushRef="#br0" timeOffset="25763.12">15282 2321 168 0,'0'0'198'0,"0"0"-20"0,0 0-11 16,0 0-16-16,0 0-9 0,0 0-6 0,-7-1-8 15,7 1 1-15,0 0 0 0,0 0-8 0,0 0-9 0,0 0-11 16,0 0-6-16,0 0-8 0,0 0-6 16,0 0-8-16,28-3-6 0,-14 0-8 0,5 1-2 15,0-3-6-15,4 3-4 0,8-1-6 0,-1-2-6 16,2 1-9-16,2 1-18 0,-4 1-20 0,2 1-31 15,-4-3-37-15,-7 0-46 0,-2-1-63 0,-7 4-168 16,-1-2-385-16,-5 1 170 0</inkml:trace>
  <inkml:trace contextRef="#ctx0" brushRef="#br0" timeOffset="25979.04">15426 2152 259 0,'-3'-2'298'0,"3"2"-29"16,-4-3-25-16,4 3-28 0,-5-2-26 0,5 2-22 16,0 0-22-16,0 0-13 0,-1 12-14 0,-2-2-12 15,6 7-11-15,-3 0-8 0,0 1-9 0,0 5-3 16,0 5-8-16,2-1-5 0,1 0-8 0,-2 0 1 16,2-2-8-16,2 1-18 0,-1-2-24 0,0 1-31 15,-1-7-30-15,0-1-30 0,-3-5-41 0,1 0-71 16,-1-2-191-16,0-3-420 0,4-4 186 0</inkml:trace>
  <inkml:trace contextRef="#ctx0" brushRef="#br0" timeOffset="26579.68">15944 2099 328 0,'3'-5'340'0,"-2"2"-20"0,-1-1-24 15,0 4-27-15,3-5-32 0,-1 4-29 0,-2 1-24 16,0 0-23-16,0 0-29 0,0 0-16 0,0 0-12 16,8 8-9-16,-7 1-12 0,0-1-7 0,-1 6-8 15,0 4-9-15,-2 6-2 0,-1 0-3 0,1-2-11 16,-1 2-1-16,-2 1-3 0,3 3-7 0,-4-6 3 15,3-3-10-15,-1-1 1 0,1 1-1 0,1-5-5 16,-1-2-1-16,-1 0-1 0,2-4 1 0,-1 3-7 16,2-5-1-16,0 1 0 0,-1-2 3 0,2-3 6 15,0 4-3-15,-1-3 24 0,1-3 37 0,0 0 32 16,0 0 24-16,-1 3 13 0,1-3 14 0,0 0-17 16,0 0-15-16,9-17-15 0,0 6-12 0,1-4-10 15,0 0-8-15,7-4-12 0,3-5-8 0,-2 3-10 16,1-2-4-16,-6 9-5 0,2-3-6 0,-2 2-1 15,1 3-7-15,-6 0-1 0,1 5-4 0,-3 0 0 16,2-1 0-16,-3 3-2 0,0 1-8 0,-1 1-7 16,-2 1 3-16,1-1 3 0,0 1-2 15,-3 2-10-15,2-4-4 0,-2 4-2 0,4-4-5 0,-4 4-6 16,0 0-13-16,0 0-2 0,0 0 4 0,0 0 1 16,0 0 3-16,-23 13 1 0,13-8 7 0,1 2-1 15,1 0 1-15,-2 0-3 0,1 1 5 0,0-1 5 16,1 0-5-16,3-4-2 0,0 1-2 0,0 1 7 15,4 2-3-15,-2-5-4 0,3-2-15 0,-5 6 20 16,5 0-3-16,-3 0 0 0,2-3-1 16,1 6 11-16,1-2 1 0,-2 0 0 0,6 6-2 0,3 2 2 15,2-1 2-15,3 2 3 0,-1 1-9 0,8 3-45 16,-2 4-44-16,2-4-60 0,2 3-86 0,0-1-95 16,-3-3-373-16,-3-6-768 0,1-4 340 0</inkml:trace>
  <inkml:trace contextRef="#ctx0" brushRef="#br0" timeOffset="31234.31">17641 2570 108 0,'-1'-5'232'0,"1"5"-7"16,0-8-17-16,3 6-13 0,-3 2-17 0,0 0-19 16,-2-4-17-16,2 4-21 0,0 0-26 0,0 0-13 15,0 0-9-15,4 14-7 0,-3-3-5 0,1 5-5 16,0 5-10-16,4 4 1 0,1 4-6 0,-5 0-3 16,2 0-4-16,0 3-1 0,0 0-1 0,-1 0-7 15,2 0 2-15,-3 2-7 0,-3-1-14 0,0 0-42 16,-4-2-46-16,3-2-89 0,-5-4-173 0,0-6-372 15,3-4 165-15</inkml:trace>
  <inkml:trace contextRef="#ctx0" brushRef="#br0" timeOffset="31878.12">16578 3255 3 0,'0'0'151'0,"0"0"-15"0,0 0-8 0,-5-1-10 16,5 1-10-16,0 0-14 0,0 0-5 0,0 0-10 15,0 0-8-15,0 0-9 0,0 0 1 0,0 0-14 16,0 0-4-16,0 0-4 0,0 0-4 0,0 0-3 15,0 0-4-15,0 0 1 0,0 0-4 0,0 0-8 16,0 0 4-16,0 0-6 0,0 0 1 0,0 0-3 16,0 0-2-16,0 0 1 0,0 0-1 0,0 0-1 15,0 0-3-15,0 0 1 0,0 0 0 0,23 0 3 16,-13 0-5-16,3 0 2 0,6-3-1 0,9 0 1 16,4-1-4-16,4 3 8 0,20-4-3 15,4-1 5-15,7 2 3 0,36-3 4 0,7-4 6 16,10 1 2-16,6 3-4 0,1-1-1 0,10 1 1 15,7-2 0-15,14 2 0 0,3-7-6 0,3 10 1 16,1-3 0-16,1 0-3 0,4 0-2 0,-2 2-3 0,-6 0 0 16,-14 2 2-16,-9-3-4 0,-7 1-2 15,-11-1-1-15,-8 1 6 0,-13 1-8 0,-37-1-4 16,0 1 0-16,-3 1-1 0,-8 0 3 0,-17 0-4 16,-7-1-1-16,-10 1 2 0,-1 1-1 0,-6 2 2 15,-1-4 2-15,-3 1-1 0,-2 1 2 0,-1-2-4 16,-4 4-4-16,0-4-1 0,0 4-3 0,-12-5-14 15,-2 2-28-15,-4 3-45 0,-1 0-54 0,-9 1-156 16,5-1-329-16,-5 0 145 0</inkml:trace>
  <inkml:trace contextRef="#ctx0" brushRef="#br0" timeOffset="32780.06">16913 3678 163 0,'0'0'225'0,"0"0"-34"0,0-5-18 16,0 5-15-16,0 0-15 0,1-3-19 15,-1 3-12-15,0 0-13 0,0 0-18 0,0 0-3 16,0 0-10-16,0 0-11 0,0 0-13 0,0 0 2 15,0 14-5-15,3-2-7 0,-2 1 1 0,2 5-8 0,-2 0 5 16,1 0-2-16,1 7-3 0,-6 0-4 0,3 0-4 16,0 3-4-16,0-5 5 0,-2 4-6 15,1-8 1-15,-2-2-1 0,2-2-3 0,1-2 0 16,-3-2-3-16,3-1 0 0,0 1-1 0,0-7-1 16,0 1 1-16,-4-1 9 0,4 1 28 0,0-2 29 0,0-3 36 15,0 5 29-15,0-5 33 0,0 0 33 16,0 0 24-16,0 0-24 0,0 0-21 0,0 0-20 15,3-20-16-15,1 9-17 0,0-6-9 0,2-2-18 16,2-7-14-16,1-1-13 0,2 4-13 0,-2-2-9 16,-1 6 0-16,2 5-13 0,0-1 1 0,-6 5-6 15,2 3-5-15,-2-2-3 0,0 5-4 0,-1 0-7 0,0-2-18 16,-1 4-32-16,1 0 2 0,-3 2 3 16,9 4-4-16,-3 2 0 0,0 0-6 0,3 0 3 15,1 7-7-15,-1 2 0 0,-1 0 4 0,-1 2 6 16,1-4 0-16,-1 3-2 0,1-1-14 0,-3-5 3 0,-1 2-18 15,0-3-8-15,0 2-17 0,1-1-13 0,-2-2-9 16,-2 0-23-16,3-2-21 0,-2-2-17 16,-2 1-25-16,4-2-54 0,-4-1-230 0,0-2-519 15,0 0 231-15</inkml:trace>
  <inkml:trace contextRef="#ctx0" brushRef="#br0" timeOffset="33071.91">17405 3884 182 0,'0'0'182'16,"0"0"-12"-16,0 0-7 0,0 0-9 0,0 0-12 15,0 0-18-15,0 0-11 0,0 0-10 0,0 0-9 0,28-4-6 16,-9 4-13-16,1-2-7 0,9-1-7 0,0-4-4 16,4 6-6-16,-1-3-8 0,0 1-2 15,0-2-1-15,-1 1-12 0,-2 3-17 0,-2 1-26 16,-9-1-26-16,-3 1-35 0,-3-3-27 0,-2 2-56 16,-2 1-107-16,-3-4-289 0,-5 4 128 0</inkml:trace>
  <inkml:trace contextRef="#ctx0" brushRef="#br0" timeOffset="33311.12">17579 3755 75 0,'-3'-3'300'0,"-1"1"-10"0,4 2-21 16,-5-7-23-16,5 7-22 0,0-1-26 15,0 1-21-15,-4-4-18 0,4 4-22 0,0 0-16 16,0 0-15-16,0 0-11 0,-1 9-9 0,1-1-10 15,-4 3-6-15,4 4-5 0,0 2-7 0,-1-1-4 16,1 4-5-16,0 6-4 0,1-6-3 0,-1 5-13 16,5 0-16-16,-5 0-16 0,4-7-28 0,-3 1-20 15,6 1-22-15,-2-4-22 0,0 1-26 0,-1-3-27 16,1-2-64-16,-1-6-163 0,0 1-407 0,1-3 180 16</inkml:trace>
  <inkml:trace contextRef="#ctx0" brushRef="#br0" timeOffset="33927.86">18086 3630 16 0,'2'-3'278'0,"-2"3"-29"16,3-4-18-16,0 2-22 0,-3 2-24 0,2-3-18 15,-2 3-24-15,0 0-14 0,0 0-16 0,0 0-10 16,3 12-10-16,-3-4-13 0,0 2-6 0,0 5-6 16,0-4-10-16,0 8-3 0,-2 1-7 0,1 6-2 15,1-1-5-15,-2-1-2 0,-1 2-9 0,0-8 1 16,2 1-3-16,-1-2-1 0,-1 0-1 0,0-3-6 16,2-1-1-16,-1-2-1 0,1-4-3 0,-1 1 1 15,1-1-2-15,1 0 0 0,-1-3 4 0,1 0 1 16,0-4 36-16,-2 6 29 0,1-5 29 0,1-1 34 15,0 0 5-15,-1 5 28 0,1-5-8 0,0 0-17 16,0 0-16-16,11-17-17 0,-4 6-11 0,4-2-12 16,-2-4-13-16,4 2-6 0,2-6-16 0,0-3 1 15,-3 8-10-15,3-6 4 0,-3 6-11 0,-3 1-4 16,2 3-8-16,-4 2 0 0,-1 2-13 0,-1-2 5 16,0 4-4-16,-1 0-5 0,0 3-3 0,0-2-1 15,-3 2 1-15,2-1-7 0,-3 4-5 0,4-5-15 16,-4 5-26-16,0-3-3 0,0 3-14 15,0 0-4-15,0 0 4 0,0 0 3 0,-11 7 10 16,5 3 0-16,-4 0 5 0,-2 3 7 0,-2-1 1 0,4 3 6 16,-2-1-1-16,0 0 4 0,1-2-2 0,6-2 4 15,-3 0-2-15,2-2 5 0,0-4 6 0,3 2-11 16,-1 1 7-16,2-3-3 0,-1 1 7 0,1-1 4 16,0-1-3-16,1 1 6 0,0-2-10 15,1-2 6-15,1 5 1 0,0-1 4 0,2 2-2 16,2-1 0-16,2-3-1 0,2 5 0 0,-1-2 3 0,3 3 0 15,0-1 3-15,4 1-4 0,2 1 3 0,1 1 1 16,0 0 3-16,-1-2-6 0,0 1-22 0,-1 0-23 16,0-2-32-16,1 2-31 0,-4-4-32 15,-2-1-43-15,1 0-63 0,-1-1-72 0,-4-3-205 16,0 0-564-16,2-6 250 0</inkml:trace>
  <inkml:trace contextRef="#ctx0" brushRef="#br0" timeOffset="34195.44">18542 3466 163 0,'0'0'271'0,"1"-3"-33"0,-1 3-24 0,0 0-22 16,9 5-16-16,-3 3-18 0,2 1-13 0,1 6-13 15,4 11-11-15,1-3-5 0,-1 8-12 16,-2 1-8-16,1 2-10 0,-2 15 2 0,0-2-13 16,-6 2-5-16,-4-13-9 0,-4 10-5 0,-3-10-4 15,-5-4-7-15,-1 0-7 0,-2 2-6 0,-8-6-18 0,-1 0-38 16,-13 3-37-16,-3-3-44 0,8-9-61 0,-19-1-233 16,1-3-430-16,-1-6 190 0</inkml:trace>
  <inkml:trace contextRef="#ctx0" brushRef="#br0" timeOffset="34662.81">16715 3511 46 0,'-3'-2'190'0,"3"2"-22"0,0 0-18 16,0 0-15-16,0 0-14 0,0 0-15 0,-7 15-6 16,0-5-4-16,2 6-7 0,-4 11-9 0,-4 5-13 15,-5 11 5-15,3 4-6 0,0 4-3 0,1-5-4 16,2 3-2-16,6-2-7 0,2-11-5 0,4-1-2 15,6 1 6-15,5-2 17 0,3 1 0 0,7-5 2 16,15 4-6-16,8-3-1 0,2-11-5 0,9-1-15 16,2-5-36-16,3-4-69 0,0-5-96 0,-4-2-183 15,-1-3-370-15,-2-6 164 0</inkml:trace>
  <inkml:trace contextRef="#ctx0" brushRef="#br0" timeOffset="38412.21">19057 3541 164 0,'-3'-7'204'0,"2"4"-9"16,1-1-1-16,1-2-14 0,-1 2-13 0,0-1 0 15,3 0 16-15,-3 1-4 0,1 1-6 0,-1 3-14 16,0-7-7-16,0 5-6 0,3-2-8 0,-3 4-9 15,0-5-16-15,0 5-11 0,0 0-12 0,0 0-11 16,0 0-23-16,0 0-10 0,0 0-9 0,0 0-2 16,0 0-15-16,0 18 3 0,-3-7-2 0,3 7-8 15,-4 1 4-15,1 8 4 0,-1-1-5 0,-2 1 0 16,2 0 7-16,1 2-8 0,-1 0-2 0,0 1 0 16,3-5-1-16,1 1-1 0,0-7-4 0,0 2 12 15,-3-4-13-15,2 0 4 0,1-1-1 0,1 1-7 16,-2-4 6-16,1-2-1 0,0 2-2 0,0-5 2 15,0 2 1-15,1-3-3 0,-1 0-17 0,3 0-7 16,-2-3-23-16,-1 2-19 0,2 2-25 0,0-4-21 16,-2 0-22-16,1 3-34 0,2-4-62 0,-3-3-204 15,1 4-464-15,-1-4 205 0</inkml:trace>
  <inkml:trace contextRef="#ctx0" brushRef="#br0" timeOffset="38606.05">19070 4325 212 0,'0'5'336'0,"-3"-2"-18"0,3-3-23 0,0 4-23 0,0-4-22 16,0 0-26-16,3 8-24 0,-3-8-15 0,0 1-22 16,0-1-38-16,0 0-11 0,0 0-32 0,0 0-31 15,5 1-42-15,-5-1-41 0,13 0-61 0,-13 0-72 16,14-2-260-16,-3-2-459 0,-2 0 203 0</inkml:trace>
  <inkml:trace contextRef="#ctx0" brushRef="#br0" timeOffset="39243.68">19872 3687 143 0,'0'-3'279'0,"2"-1"-19"0,-2 4-22 0,0-3-23 15,0 3-10-15,0 0-31 0,2-6-21 16,-2 6-22-16,0 0-12 0,0 0-13 0,0 0-16 15,9 13-3-15,-9-2-11 0,3 0-4 0,-1 8-9 16,2-1-4-16,1 2-10 0,-4 8-6 0,1-3 0 0,0 4-5 16,2-4-4-16,-4 1-3 0,0-5 0 0,0-3-3 15,0 3 3-15,0-3-8 0,0 0-5 16,-3-2 0-16,2-3-1 0,1-2-5 0,-2-1 5 16,2-5-3-16,-2 0 6 0,2 2 8 0,0-3 9 15,-1 1 18-15,-3-2 21 0,4-3 16 0,-1 4 30 16,1-4 34-16,0 0 20 0,0 0-16 0,0 0-19 0,-9-16-12 15,3 6-15-15,1-7-8 0,-2-10-13 16,1 1-2-16,1-7-2 0,1 0-16 0,1-17-10 16,5 0-5-16,0 3-6 0,6-2-3 0,-3 3 6 15,1 16-1-15,1-1 6 0,-1 3-9 0,3 4 0 16,-4 5-3-16,0 0-1 0,0 4-8 0,0 3-4 16,3 1-7-16,1 2-4 0,1-4-5 0,3 7-16 0,4-2-36 15,2 4-35-15,0-1-40 0,8 3-30 16,-4 2-30-16,4 4-30 0,-7 2-26 0,3 5-42 15,-4-3-62-15,-2 3-319 0,-2-1-701 0,-2 0 311 16</inkml:trace>
  <inkml:trace contextRef="#ctx0" brushRef="#br0" timeOffset="39779.04">20548 3642 53 0,'0'-4'334'0,"0"-2"-9"0,2 2-13 0,-2 4-21 16,0-4-20-16,0 4-29 0,0-6-22 0,0 6-21 15,2-2-23-15,-2 2-23 0,0 0-28 0,0 0-11 16,0 0-20-16,0 0-12 0,0 11-7 0,0-4-6 16,4 4-9-16,-7 4-5 0,2 2-6 0,1 1-6 15,-4 8-6-15,2 0 2 0,-1-6-3 0,-1 5-4 16,-1-1-2-16,1-8 5 0,3-2-12 0,-1-2 1 15,0-4-7-15,1 1-3 0,0-2 1 0,1-1 4 16,-2-1 1-16,1-1 37 0,0 0 15 0,1-4 32 16,0 4 12-16,0-4-9 0,0 0-13 0,10-16-7 15,-5 9-15-15,4-4-10 0,1-5 2 0,2-1-4 16,3-8-11-16,-1 4-5 0,4 0-7 16,-6 6-3-16,-1 1-4 0,-2 5-2 0,-2 1 4 15,-2-1-16-15,1 6 5 0,-1-2-9 0,-1-2-14 0,-1 5-18 16,-1-1-22-16,-2 3-12 0,8 0 4 0,-8 0-3 15,11 7-4-15,-4 0-6 0,0 0-17 0,3 8-25 16,-1-2-27-16,-1 1-24 0,1 1-32 16,3-1-47-16,-1-3-63 0,-2-3-260 0,1 1-604 15,-1-3 267-15</inkml:trace>
  <inkml:trace contextRef="#ctx0" brushRef="#br0" timeOffset="40285.9">21058 3727 58 0,'0'0'175'16,"0"0"-9"-16,0 0-15 0,0 0-10 0,0 0-19 0,0 0-12 16,0 0-8-16,0 0-7 0,0 0-10 15,0 0-16-15,-4-2-6 0,4 2-4 0,0 0-3 16,0 0-15-16,0 0 3 0,0 0-3 0,0 0 2 15,0 0-9-15,0 0-3 0,0 0-1 0,0 0-4 16,0 0-4-16,0 0-2 0,0 0-2 0,0 0-2 16,0 0 1-16,0 0-4 0,0 0-2 0,0 0-1 15,0 0-3-15,0 0 6 0,0 0-5 0,0 0-2 16,0 0 1-16,0 0-2 0,0 0 0 0,0 0 1 16,0 0-4-16,0 0-2 0,0 0 4 0,0 0-2 15,0 0-2-15,0 0 3 0,0 0-3 0,0 0 1 16,0 0 3-16,0 0-1 0,0 0 4 0,0 0-4 15,0 0-4-15,0 0 3 0,0 0 1 0,0 0 3 16,0 0 0-16,0 0-1 0,0 0 2 0,0 0 3 16,0 0-5-16,0 0-2 0,0 0 0 0,0 0 3 15,0 0-5-15,0 0 1 0,0 0-2 0,0 0 5 16,0 0-7-16,0 0 5 0,0 0-3 0,0 0 2 16,0 0 1-16,0 0-4 0,0 0 4 0,0 0 2 15,0 0-1-15,0 0 1 0,0 0-3 0,0 0-1 16,0 0 0-16,0 0 4 0,0 0-2 0,0 0-4 15,0 0 4-15,0 0-2 0,0 0 2 0,0 0 0 16,0 0-6-16,0 0-4 0,0 0-20 0,0 0-14 16,0 0-14-16,0 0-29 0,0 0-28 0,0 0-177 15,0 0-313-15,0 0 139 0</inkml:trace>
  <inkml:trace contextRef="#ctx0" brushRef="#br0" timeOffset="43320.25">20580 3502 71 0,'0'0'128'0,"0"0"-18"0,0 0 3 0,3-3-4 0,-3 3-13 15,0 0 0-15,0 0 6 0,0 0-5 16,2-5-5-16,2 4-6 0,-4 1-8 0,4-4 15 16,-4 4 2-16,5-4 16 0,-5 4 0 0,4-3-2 15,-4 3-2-15,1-4-3 0,-1 4 30 0,5-2-9 16,-5 2-11-16,0 0-11 0,0 0-10 0,0 0-13 15,3-3-8-15,-3 3-9 0,0 0-9 0,0 0-10 16,0 0-5-16,4 8-3 0,-3-2-7 0,-1 1-4 16,0 5-8-16,-1 3 6 0,-2 6-1 0,-1-1-2 15,-1 6 0-15,0 2 0 0,-1 0-5 0,-2 5-3 16,3-1 0-16,-3-2 0 0,-2 2 1 0,6-4 1 16,-3 0-8-16,1-1 10 0,3-1-6 0,-4-9-1 15,5 2 0-15,-1-8 0 0,-1 0 0 0,3 0-2 16,0-1-3-16,-2-3 0 0,2-1 1 0,0 1 0 15,-1-4 1-15,2 2-3 0,0-1 1 0,0 1 0 16,0-5 0-16,0 4 2 0,0-4-7 0,0 4 6 16,0-4 1-16,-4 3-2 0,4-3 3 0,0 0 14 15,0 0 23-15,0 0 2 0,0 0 7 0,0 0 11 16,0 0 8-16,0 0 8 0,0 0 16 0,0 0 5 16,0 0 5-16,0 0-1 0,0 0-11 0,8-8-10 15,1-1-8-15,-1-2-8 0,3-2-15 0,2-3 1 16,5-4-26-16,1-4 14 0,2-2-12 0,-1-1-2 15,3-2-6-15,0 3 1 0,1-4-13 0,-1 7 1 16,-2 1 3-16,-1 0-2 0,-2 5-1 0,-5 3-19 16,1 0 14-16,-4 2 5 0,-2 3-4 15,1 1 5-15,-5 4-24 0,1-3 22 0,-1 4 0 0,-2-1 2 16,2 1 3-16,-1-1-11 0,-1 2-4 0,2-1 3 16,-4 3 2-16,1-4-16 0,-1 4-6 0,0 0-11 15,0 0 4-15,0 0 3 0,0 0 5 0,0 0 2 16,-24 11 1-16,6-5 2 0,1 2-2 15,0-1 4-15,1 1 1 0,-2-2-6 0,3 3 2 16,-2-2 7-16,6-2-4 0,-2-1 7 0,4 2 2 0,3-5-6 16,-2 2 0-16,4 1-4 0,-1-2 19 0,3 0-9 15,2-2 7-15,-7 2-4 0,7-2-8 0,-4 3 15 16,4-3-7-16,0 0 3 0,-5 1 8 0,5-1 2 16,0 0-7-16,0 0 4 0,0 0-2 0,0 0-1 15,-4 4-12-15,4-4 15 0,0 0-5 16,0 0-6-16,2 4 0 0,-2-4 1 0,7 7-1 0,-2-1-23 15,4 1 27-15,3 9 4 0,-1-1-2 0,2 2-8 16,4 4-5-16,2 0 7 0,0 2 1 0,0-1 1 16,-1 2-3-16,4-3 8 0,-2 1-6 0,-2-2 5 15,3-1-8-15,-6-3 7 0,-1-2 0 16,-1 0 1-16,0 1-19 0,-2-3 17 0,-1-5-7 16,-1 3 2-16,0-4 10 0,-1 0-12 0,-4-3 7 15,-1 0 1-15,1 1 7 0,0-3-8 0,0 4 3 0,-4-5 1 16,4 3-7-16,-3-1 13 0,-1-2 10 0,4 3-4 15,-4-3-6-15,0 0 0 0,0 0 7 0,4 4-11 16,-4-4 2-16,0 0-3 0,0 0-6 0,0 0-6 16,2 0 3-16,-2 0-19 0,0 0-6 15,0 0-27-15,0 0-24 0,0 0-26 0,0 0-25 16,0 0-24-16,0 0-27 0,0 0-38 0,0 0-46 0,0 0-97 16,0 0-210-16,0 0-612 0,0 0 271 0</inkml:trace>
  <inkml:trace contextRef="#ctx0" brushRef="#br0" timeOffset="43776.65">21238 3882 161 0,'0'0'165'0,"-6"0"-12"16,6 0-13-16,0 0-11 0,-4-2-10 0,4 2-8 16,0 0-6-16,0 0-9 0,0 0 0 0,0 0-7 15,0 0 2-15,0 0 5 0,-9 0-6 0,9 0-5 16,0 0-3-16,0 0-4 0,0 0-2 0,0 0 2 0,0 0 0 15,0 0-6-15,0 0-1 0,0 0-4 16,0 0 1-16,0 0 1 0,0 0-6 0,0 0 1 16,0 0-3-16,0 0 3 0,0 0-2 0,0 0 0 15,0 0-1-15,0 0-3 0,0 0-6 0,0 0-6 16,0 0-5-16,22-5-5 0,-12 5-7 0,12-4 0 0,-3 3-3 16,1-3 1-16,10 1-4 0,-1 2-4 15,3-7-5-15,-2 3 0 0,4 2 1 0,-2 2-1 16,-4-4-1-16,-6 2-4 0,-1-2-5 0,-4 3 1 15,-3 2-5-15,-2-1-10 0,-6 0-12 0,3 0-17 16,-4-2-41-16,-2 1-52 0,-3 2-39 0,-2-6-24 0,-4 2-15 16,-3 2-210-16,-4-2-454 0,-2 3 200 15</inkml:trace>
  <inkml:trace contextRef="#ctx0" brushRef="#br0" timeOffset="44037.04">21392 3747 188 0,'-2'-4'293'0,"2"4"-2"16,-5-4 6-16,5 4-9 0,-1-5-18 0,1 5-19 16,0 0-25-16,0 0-19 0,-1-2-19 0,1 2-21 15,0 0-19-15,0 0-16 0,0 0-17 0,0 0-16 16,0 0-13-16,0 0-11 0,1 15 7 0,0-6-17 16,-1 3-11-16,0 2-5 0,3 2-7 0,-1 0 3 15,-2 2-4-15,2 1-4 0,0 1-4 0,1 1 1 16,-1-4-5-16,3 1 0 0,-2 1-5 0,0-3 0 15,-1 0-2-15,3-4-18 0,-4-1-21 0,3 1-19 16,-2-3-20-16,0 2-31 0,-2-5-24 0,0 2-26 16,1-3-29-16,-1 2-15 0,3-3-29 0,-2 1-65 15,-1-5-169-15,0 0-480 0,0 0 213 0</inkml:trace>
  <inkml:trace contextRef="#ctx0" brushRef="#br0" timeOffset="45472.35">21753 3709 255 0,'0'-6'349'0,"0"2"-5"0,0 0-12 16,0 0-41-16,0 4-22 0,0-7-29 0,0 7-20 15,0-5-26-15,0 5-25 0,0-2-13 0,0 2-30 16,0 0-9-16,0 0-16 0,0 0-7 0,0 0-11 15,3 14-10-15,-2-5-5 0,-1 4-9 0,0-1-6 16,1 5-5-16,-1 0-2 0,2-1-8 0,-1 2-4 16,0 0-4-16,-1-1-1 0,1 1 0 0,1-1-2 15,-1 2-5-15,0-4-2 0,-1-3-2 0,2 0 1 16,-2-3-4-16,1 0-1 0,-1-2 2 0,1 2-5 16,1-4 3-16,-2 1-3 0,1-1-4 0,0-2-5 15,-1 1 5-15,1-1-2 0,-1-3 0 0,2 6-1 16,-2-3 5-16,0-3-2 0,1 5-7 0,-1-5 3 15,0 4 1-15,0-4 0 0,2 1-2 0,-2-1-2 16,0 0 1-16,0 0 13 0,0 0-10 0,0 0-3 16,0 0-1-16,0 0 0 0,2 4 0 0,-2-4 0 15,0 0 3-15,0 0 0 0,-2 6 3 0,2-6-6 16,0 0-2-16,0 0-1 0,0 0 9 0,0 3-6 16,0-3 0-16,0 0 13 0,0 0-15 0,0 0 1 15,0 0 0-15,0 0 2 0,0 0 0 0,2 4-3 16,-2-4 0-16,0 0 4 0,0 0-4 0,0 0 3 15,0 0-5-15,0 0 4 0,0 0-3 0,0 0 6 16,0 0 4-16,0 0-7 0,0 0 1 0,0 0 0 16,0 0-2-16,0 0 3 0,0 0-6 0,0 0 6 15,0 0 0-15,0 0-1 0,0 0-3 0,0 0 2 16,0 0 3-16,0 0-1 0,0 0 0 0,0 0-3 16,0 0 4-16,0 0 0 0,0 0-1 0,0 0-1 15,0 0 1-15,0 0-4 0,0 0 14 0,0 0-3 16,0 0-11-16,0 0 2 0,0 0-1 0,0 0 1 15,0 0-5-15,0 0 2 0,0 0 3 0,0 0 0 16,0 0 0-16,0 0-1 0,0 0-3 0,-2 5-5 16,2-5 6-16,0 0 0 0,0 0 3 0,2 6-5 15,-2-6 4-15,0 2-1 0,0-2-1 0,0 0 2 16,0 0-2-16,0 0 3 0,0 0 1 0,1 4-3 16,-1-4 3-16,0 0 1 0,0 0-1 0,0 0 3 15,0 0-4-15,0 0 3 0,0 0 0 0,0 0-3 16,0 0 15-16,0 0-14 0,0 0-1 0,0 0-1 15,0 0 2-15,0 0-2 0,0 0 5 0,0 0 0 16,0 0-2-16,0 0 0 0,0 0 4 0,0 0 0 16,0 0-2-16,0 0-2 0,0 0 0 0,0 0 3 15,0 0-1-15,0 0 2 0,0 0-3 0,0 0-1 16,0 0 6-16,0 0 0 0,0 0-5 0,0 0 9 16,0 0-11-16,0 0 4 0,0 0-2 0,0 0 1 15,0 0-1-15,0 0-2 0,0 0 6 0,0 0-4 16,0 0-2-16,0 0 8 0,0 0-11 0,0 0 1 15,0 0 1-15,0 0 1 0,0 0 9 0,0 0-3 16,0 0 8-16,0 0-11 0,0 0 5 0,-3-13-3 16,3 8-2-16,0 1 2 0,0-4 5 0,-2 0-8 15,4-1-5-15,-2 0 3 0,0-2-9 16,2-1 6-16,-2 1-1 0,0 0 3 0,1-5 0 0,1 0-4 16,-3 3 6-16,2-4-2 0,-1 1-3 0,-1 6 0 15,2-8 2-15,-1 5-2 0,0-1 1 0,0 5 2 16,0-4-3-16,2 3 3 0,-1-2 3 0,-2 2-3 15,1 3 6-15,0-2-10 0,0 4 2 0,0-4 2 16,0 5-5-16,-2-5 4 0,1 2-7 0,1 6 8 16,0-6 0-16,0 3 0 0,-1-1-4 0,1 5 8 15,0-6 0-15,0 6-7 0,0-6 4 0,0 6 0 16,-3-3-1-16,3 3 4 0,0 0-3 0,0 0-3 16,0 0 3-16,0-4 3 0,0 4-6 0,0 0 1 15,0 0 1-15,0 0-5 0,2-4 1 16,-2 4 18-16,0 0-19 0,-2-6 11 0,2 6-12 0,-2-5 5 15,2 5 0-15,0-6 2 0,-1 2 0 0,1 4-1 16,-3-5-6-16,2 1 1 0,0 1 8 0,1 3-6 16,-2-8 3-16,1 6 2 0,0-2-1 0,1 4-4 15,0 0 4-15,-3-4-4 0,3 4 4 16,0-4-2-16,0 4-2 0,0 0-1 0,0 0 5 0,-1-4 9 16,1 4-16-16,0 0 5 0,-2-5 1 0,2 5 1 15,0 0-1-15,0 0 0 0,0 0-5 0,-2-4 5 16,2 4-5-16,0 0 11 0,0 0-6 0,-3-4-11 15,3 4 4-15,0 0 5 0,-1-2-4 0,1 2 8 16,0 0-1-16,0 0-1 0,-3-5 14 0,3 5-16 16,0 0-1-16,0 0 3 0,0 0 10 0,0 0-15 15,0 0 1-15,0 0-1 0,0 0-2 0,0 0 2 16,0 0-7-16,0 0-2 0,0 0-6 0,0 0 12 16,0 0-21-16,0 0 3 0,0 0 0 0,0 0 1 15,0 0-4-15,0 0 10 0,0 0-1 16,0 0 1-16,0 0 15 0,0 0-18 0,0 0 17 0,0 0-12 15,0 0 7-15,0 0 0 0,0 0 8 0,0 0-9 16,0 0-2-16,0 0 4 0,0 0 4 0,0 0 0 16,0 0-3-16,0 0 6 0,0 0-2 0,0 0-3 15,0 0 4-15,0 0 4 0,0 0-5 16,0 0-15-16,0 0-5 0,0 0-12 0,0 0-12 16,0 0-8-16,0 0-24 0,4-4-19 0,-4 4-25 15,0 0-30-15,0 0-25 0,0 0-36 0,0 0-61 0,0 0-153 16,0 0-464-16,0 0 206 0</inkml:trace>
  <inkml:trace contextRef="#ctx0" brushRef="#br0" timeOffset="45776.98">22002 3464 135 0,'0'0'180'0,"6"7"-10"15,-4-2-11-15,2 3-9 0,1 4-6 0,4 6-4 16,1 9-5-16,-5-1-8 0,3 7-9 0,-2 2-3 16,-2 17-2-16,-4 0-13 0,4 0-8 0,-7 2-10 15,-2-6-6-15,-1-2-4 0,-2-12-7 0,-1 10-3 16,-1-10-7-16,-5-2-5 0,-3-5-2 0,-4 2-4 15,-6-5-7-15,-13 8-6 0,-1-6-20 0,-3-6-61 16,-3-1-41-16,11-8-78 0,-17-2-199 0,0-1-396 16,4-8 175-16</inkml:trace>
  <inkml:trace contextRef="#ctx0" brushRef="#br0" timeOffset="46358.84">20392 3468 49 0,'0'0'181'15,"0"0"-12"-15,0 0-22 0,0 0-14 0,-11 9-13 16,3 1-6-16,-5 2-10 0,-1 5-6 0,-4 8-13 16,-3 1-4-16,-6 13-2 0,3 4-3 0,2 3-4 15,-1-2 0-15,5 2 0 0,5 0-3 0,-1 1-5 16,8-1-2-16,3-14-3 0,3 1-7 0,4-2-2 16,4 0-2-16,6-1 2 0,3-2 2 0,7-5-2 15,6-2 0-15,15 4-22 0,5-8-37 0,5-3-68 16,1-5-103-16,-4-6-157 0,1-3-365 0,2-5 162 15</inkml:trace>
  <inkml:trace contextRef="#ctx0" brushRef="#br0" timeOffset="47216.07">20125 3057 22 0,'0'0'81'15,"0"0"-2"-15,0 0-8 0,0 0 3 0,0 0-2 0,0 0-4 16,0 0 12-16,0 0-14 0,0 0 0 0,0 0 2 15,0 0-9-15,0 0-7 0,-5-2-2 0,5 2-7 16,0 0-4-16,0 0-4 0,0 0-4 0,0 0-1 16,0 0 2-16,0 0-2 0,0 0-6 15,0 0 3-15,0 0 1 0,0 0-11 0,0 0 3 16,0 0-2-16,0 0-1 0,0 0-7 0,0 0 12 0,0 0 4 16,18 6 15-16,1-6 8 0,8-2-4 0,8 1 3 15,0 1-9-15,26 0-1 0,1-3 3 0,34 3 1 16,-2-2-11-16,1-2 3 0,-6 0-4 0,2 2-4 15,-27 3-2-15,1-1 0 0,-1 1-5 16,-3 1-1-16,-4-1 0 0,-19 0-2 0,3-1-1 16,-7 0 1-16,-2 1-6 0,-11-1-4 0,-1 0 6 0,-6 3-4 15,-2-3 1-15,-2 2-3 0,-2-2 0 16,-1-2 9-16,-7 2-3 0,9 0-1 0,-9 0-2 0,7 0-1 16,-7 0-4-16,0 0-11 0,0 0-15 15,0 0-40-15,0 0-51 0,-18 4-202 0,18-4-339 16,-12 0 150-16</inkml:trace>
  <inkml:trace contextRef="#ctx0" brushRef="#br0" timeOffset="52441.97">23133 2288 168 0,'4'-1'213'0,"-2"-1"-12"0,-2 2-17 16,3-6-18-16,2 3-17 0,-1 0-12 0,-1 1-16 0,-3 2-12 15,11-1-12-15,-7 5-7 0,5-4-8 0,-4 5-12 16,4 4-8-16,-1-4-6 0,-2 5-5 15,3 1-3-15,0 6-5 0,0 3-10 0,0 5 6 16,-3 1-8-16,-2 0-4 0,-3 3 0 0,-1 2 0 16,-3 0-6-16,-1-1-1 0,-3 2-2 0,-3-4 1 15,1 2-3-15,-5-6-2 0,0 2 2 0,3-2-3 16,0-7 2-16,1-4-2 0,1 3-4 0,0-5 2 16,2 0 0-16,1-4-3 0,1 1 2 0,0-3-5 15,4 0 7-15,-3-1 6 0,4 0 22 0,-4-1 32 16,-1-2 32-16,5-1 35 0,0 0 33 0,0 0 6 15,0 0-16-15,0 0-18 0,0 0-12 0,4-20-18 16,5 6-8-16,1 0-15 0,-1-4-13 0,6-6-1 16,2-1-14-16,1-1-9 0,0-3-5 0,1 0-2 15,4-2-5-15,-4 2-8 0,0 0-4 0,-2 4-1 16,-2 1-9-16,-3 7-2 0,-1 0 9 0,-3 3 7 16,-1 2 7-16,-1 7-2 0,-2-5-4 0,-2 6 2 15,1-1-6-15,-1 2-6 0,2 0-11 0,-4 1-20 16,1-2-24-16,-1 4-35 0,0 0 5 0,0 0 6 15,0 16 7-15,-1-6 9 0,-3 10 6 0,0 4-4 16,3 2 5-16,-3-1 0 0,4 5 12 0,0-2 4 16,4 0 0-16,5 1 2 0,5 1 7 15,0-4-20-15,4-1-36 0,4-3-42 0,2 2-57 0,-2-6-73 16,3-7-116-16,-7 0-205 0,1-3-599 0,-2-6 265 16</inkml:trace>
  <inkml:trace contextRef="#ctx0" brushRef="#br0" timeOffset="53058.98">22799 2975 228 0,'0'0'219'16,"-11"0"-10"-16,11 0-14 0,-5-2-14 0,5 2-13 15,0 0-11-15,0 0-11 0,-9-1-10 0,9 1-7 16,0 0-12-16,0 0-6 0,0 0-10 0,0 0-1 0,0 0-8 16,0 0-2-16,-2-2-3 0,2 2-8 15,0 0-2-15,0 0-5 0,0 0-4 0,0 0-9 16,0 0-6-16,0 0-6 0,0 0 0 0,0 0-4 15,0 0-7-15,0 0-4 0,0 0-1 0,0 0-8 16,0 0 3-16,0 0-1 0,0 0 1 0,0 0-1 16,0 0-1-16,0 0-5 0,0 0-3 0,0 0-11 15,0 0 11-15,0 0 0 0,0 0-5 0,0 0 1 16,0 0 1-16,0 0-4 0,0 0 5 0,0 0 4 16,0 0-3-16,0 0 2 0,0 0 3 0,0 0 3 15,0 0-4-15,0 0-2 0,0 0 3 0,0 0-4 16,0 0 2-16,0 0-8 0,0 0 6 0,0 0-5 15,0 0 5-15,0 0-2 0,0 0 3 0,0 0 6 16,0 0-7-16,0 0 4 0,0 0-4 0,0 0-22 16,34-7 22-16,-7 4-3 0,4-2 2 0,5 1-1 15,17-3-7-15,2 0 3 0,9-1-2 0,28 1-1 16,-1-1 5-16,-1 2 1 0,-26 1-13 0,31-1 14 16,-30 3 8-16,-1-1-7 0,-9 1 10 0,-3 0-4 15,-16 2-12-15,-3 1 17 0,-4-2-12 0,-8-1-8 16,-2 1 2-16,-6 0-2 0,-1 2 5 0,-5-1 0 15,0-1-6-15,-1 2-4 0,-6 0 4 0,9 0-3 16,-3-2-21-16,-6 2 8 0,0 0-20 0,0 0-23 16,0 0-26-16,0 0-25 0,0 0-31 0,-21 5-28 15,8-1-24-15,3 0-38 0,1 1-35 0,-8-4-201 16,7 2-499-16,-8 1 221 0</inkml:trace>
  <inkml:trace contextRef="#ctx0" brushRef="#br0" timeOffset="53694.5">23215 3064 5 0,'-4'-5'236'15,"4"5"-26"-15,4-6-20 0,1 2-15 0,2 0-12 0,2-1-7 16,2 3-12-16,2-3-13 0,1 2-6 0,5-1-10 16,2-1-8-16,-1 5-7 0,1 0-8 15,0 0-6-15,2 4-6 0,4 1-10 0,-9-2-4 16,2 2-3-16,-3 4-8 0,-3 1-5 0,-4-4-2 16,4 7-6-16,-5 0-6 0,-4-1 0 0,1 4-4 15,-5 1-3-15,-4 3-3 0,-1-1 1 0,-5 6-3 0,-5-1-6 16,-1 0 1-16,-5 2 1 0,-1-4-3 0,-1-1 0 15,2-1-6-15,-1-2 1 0,6-4 1 16,-6 0-3-16,6-3 0 0,-1-3 1 0,4 0-4 16,3-3 4-16,-1 0-1 0,4 0 2 0,1-3 10 15,-1 3 32-15,3-3 36 0,3-2 44 0,-8 2 27 16,8-2-5-16,0 0-12 0,-1-9-18 0,2 2-15 16,3-1-6-16,0 2-13 0,-1-3-4 0,4-2-17 15,-2 4-5-15,1-4-7 0,1 5-4 0,-4 1-4 16,1-1-11-16,0 1 2 0,-1 3-15 0,1-2 8 15,-2 1-10-15,1 1-3 0,-3 2-11 0,9-1 9 16,-2 0-8-16,-7 1 7 0,13 3-10 0,-1 1 2 16,-1 1-6-16,-2 0 0 0,1 0-1 0,-1 2-2 15,0-1 1-15,1 2 6 0,-1-4-5 0,-1 2 3 16,1-1-4-16,1 1 2 0,-3-5-3 0,0 3-2 16,2-1 6-16,-2-2-1 0,0-1 1 0,4-1-2 15,0-3 4-15,1 1-2 0,0 0 2 0,0-6-1 16,-1 5-6-16,3-2 5 0,-1-4-1 0,2-1-5 15,-2 2 3-15,-4 0-2 0,0 4 1 0,-4-2-4 16,-1 1 6-16,1 2 4 0,-1 0-3 0,1 0-4 16,0 1-1-16,-1-1 0 0,-4 4 6 0,4-6-4 15,-4 6-16-15,5-3-18 0,-2 2-38 0,-3 1-25 16,2-6-61-16,1 4-54 0,-3 2-52 0,8-5-73 16,-6-2-289-16,2 2-676 0,-2 0 299 0</inkml:trace>
  <inkml:trace contextRef="#ctx0" brushRef="#br0" timeOffset="54141.02">23947 2343 230 0,'0'0'229'0,"4"-4"-20"0,-4 4-19 15,9 0-14-15,0 3-16 0,3 1-12 0,5 5-12 16,1 8-11-16,5 3-10 0,-1 8-6 0,5 10-3 0,-1 7-8 16,-2 6-4-16,-5 4-6 0,-5 3-3 15,-4 22-9-15,-4 3-1 0,-6-25-7 0,0 2-3 16,-11 20-8-16,-3-20-5 0,-6 18-7 0,2-24 4 15,-7-2-5-15,4-1-2 0,-1-4-8 0,-4-4 0 16,7-11 0-16,-4-4-6 0,0 1 0 0,1-5-2 16,-1-2-3-16,1-3-3 0,2 1 4 0,5-8-8 15,2-1 4-15,-1-3-4 0,5 0 1 0,0-2-5 16,4 0 8-16,0-2-7 0,-1-2 0 0,6-2 15 16,-7 5 12-16,7-5 8 0,0 0 12 0,-6 4 3 15,6-4 5-15,0 0 0 0,0 0-4 0,0 0 6 16,0 0-31-16,0 0-46 0,0 0-30 0,0 0-41 15,0 0-54-15,0 0-61 0,10-26-108 0,-5 17-208 16,-5 0-550-16,0-3 244 0</inkml:trace>
  <inkml:trace contextRef="#ctx0" brushRef="#br0" timeOffset="54673.91">22844 2239 96 0,'0'0'182'0,"2"-4"-16"0,-2 4-24 0,1-5-10 0,-1 5-19 16,0 0-16-16,0 0-1 0,0 0-11 0,-10 19-3 15,4 3-7-15,-4 9-10 0,-7 13-3 0,-1 11 25 16,-13 24-7-16,0 1-3 0,-1 1-10 0,-2 1-4 15,1 1-5-15,2 1-4 0,9-1 1 0,6-1 12 16,8-24 24-16,5-1 13 0,11 1 20 0,4-6 6 16,6-1 6-16,8-5 2 0,4-3-3 0,7-7-23 15,5 0 6-15,5-8-3 0,2-2-7 16,2-2-11-16,3-6-7 0,-1-4-3 0,-4-2-13 0,-13-3-12 16,-4-2-3-16,-7-3-6 0,-6 0 0 0,-5 0-5 15,-1-2 6-15,-4-1 6 0,-4 0 10 0,-5-1 11 16,14 3-4-16,-14-3 4 0,9 1-4 0,-9-1-1 15,0 0-7-15,0 0-8 0,14 0-8 16,-14 0-7-16,0 0-4 0,0 0-17 0,0 0-22 16,8 0-21-16,-8 0-65 0,0 0-80 0,0 0-61 15,0 0-69-15,9-7-96 0,-5 2-218 0,2-1-657 16,3 0 290-16</inkml:trace>
  <inkml:trace contextRef="#ctx0" brushRef="#br0" timeOffset="55725.01">24378 2073 197 0,'0'0'191'0,"0"0"-12"0,1-6-6 16,-1 6-17-16,0 0-12 0,0-4-18 15,0 4-8-15,0 0-12 0,0 0-11 0,0 0-9 16,0 0-6-16,0 0-10 0,0 0-2 0,4 12-5 16,-4-5-11-16,1 3 0 0,2 4-7 0,-3-1-1 15,0 5-2-15,0 2-2 0,0-2-8 0,0 3 3 16,-1-4-6-16,-1 7 0 0,1-4-6 0,0-3-2 15,0 4 3-15,1-4-7 0,0-2-1 0,-2-1-3 0,2-4 3 16,3-1-4-16,-3 1 2 0,-1-3-3 16,2-2 2-16,-1-1 10 0,-1 1 39 0,1-2 25 15,-2 1 27-15,2-4 30 0,0 5 28 0,0-5 28 16,0 0 4-16,0 0-21 0,0 0-17 0,7-18-19 16,-3 6-13-16,3-3-12 0,5-8-14 0,-3 8-8 15,3-8-10-15,4-3-17 0,-2 2-5 0,-1-1-11 16,0 1 3-16,-1 10-10 0,1-3-4 0,-3 2 0 15,-2 5-13-15,2-4-2 0,-4 6-3 0,-2 1-7 16,1 0-2-16,-1 3-1 0,-1 1-5 0,-2-2-12 16,3 3 0-16,-2-1-20 0,-2 3-1 0,0 0-2 15,14 10 5-15,-6-3-14 0,-1 7 8 0,0 1 3 16,1 3 6-16,1 6-6 0,-2 0 0 0,1 5 4 16,-2-3 0-16,1-2 4 0,-1 1 7 0,-2-5-8 15,-4-2 10-15,6-1-4 0,-2 0 1 0,-3-3 0 16,-1-2-7-16,3-1 9 0,-3-4 5 0,0-2-3 15,1 4 4-15,-1-6-1 0,0 2-6 0,0-5 11 16,0 10 0-16,0-10-4 0,0 4 7 0,2-1 0 16,-2-3 5-16,0 0-3 0,0 0-2 0,2 4-1 15,-2-4 2-15,0 0-5 0,0 0 3 0,0 0-3 16,0 0 1-16,0 0-7 0,0 0-6 0,0 0-19 16,0 0-30-16,0 5-23 0,0-5-34 0,0 0-27 15,0 0-83-15,0 0-95 0,0 0-330 0,0 0-702 16,-8-14 310-16</inkml:trace>
  <inkml:trace contextRef="#ctx0" brushRef="#br0" timeOffset="56226.48">25031 2227 176 0,'-5'-2'161'15,"5"2"-14"-15,0 0-10 0,0 0-22 0,0 0-8 16,-4-2-10-16,4 2-12 0,0 0-3 0,0 0-14 16,0 0 4-16,0 0-13 0,0 0-1 0,0 0-2 15,0 0 5-15,0 0 8 0,0 0 3 0,0 0 1 16,0 0 1-16,0 0-8 0,0 0 0 0,0 0-2 15,0 0-7-15,0 0-4 0,0 0-7 0,0 0-4 16,0 0-7-16,0 0-2 0,0 0-4 0,0 0-1 16,0 0-4-16,0 0 1 0,0 0 1 0,0 0 8 15,0 0-6-15,0 0 2 0,0 0 1 0,0 0 3 16,0 0 1-16,0 0-3 0,0 0 1 0,0 0-1 16,0 0-3-16,0 0 1 0,0 0-2 0,0 0-1 15,0 0 2-15,0 0-3 0,0 0 2 0,0 0 0 16,0 0-2-16,0 0 2 0,0 0-2 0,0 0 11 15,0 0-10-15,0 0 3 0,0 0-1 0,0 0-3 16,17-6-8-16,-7 3 3 0,8-1-2 0,2 2-2 16,3-3-2-16,4 0-3 0,1 1 1 0,4 1-2 15,-3-3-1-15,2 2-3 0,0 2-2 0,-2-1 3 16,-6-1-4-16,-4 4-1 0,-5-2-4 0,8-1-12 16,-13 3-8-16,-1-3-22 0,-1 3-13 0,-7 0-22 15,12-2-42-15,-12 2-36 0,0 0-39 0,0 0-22 16,0 0-179-16,-22-7-427 0,12 4 190 0</inkml:trace>
  <inkml:trace contextRef="#ctx0" brushRef="#br0" timeOffset="56458.02">25155 2077 60 0,'-3'-5'257'15,"2"1"-1"-15,-3-1 4 0,4 2-1 0,0-1-25 0,0 4-15 16,0-5-22-16,0 5-25 0,0 0-19 0,0 0-15 15,0-5-17-15,0 5-15 0,0 0-9 16,0 0-11-16,0 0-10 0,-4 19-11 0,3-7-6 16,1 3-1-16,0 5-7 0,-1 6-7 0,2 3 0 15,-1 0-6-15,0 2 4 0,4-2-9 0,-3 3-5 16,4-6-19-16,-2 3-39 0,-1-4-34 0,-2 1-42 16,0-9-52-16,0 3-93 0,0-10-175 0,0 1-461 15,0-6 205-15</inkml:trace>
  <inkml:trace contextRef="#ctx0" brushRef="#br0" timeOffset="56956.95">25672 1942 100 0,'2'-5'242'0,"-1"3"-33"0,-1 2-15 15,4-4-24-15,0 4-13 0,-4 0-16 0,11 1-10 16,1 2-16-16,-3 1-11 0,1 2-3 0,1 0-12 0,0 0-8 16,2 7-12-16,0 0 0 0,-4 1-12 15,4 2-3-15,-7 1-3 0,2-1-7 0,-3 5-2 16,-2-3-7-16,-3 6-1 0,-3 5-3 0,-2-3-4 16,-4 4 2-16,0-2-7 0,-5-4-1 0,1 0-2 15,-4-6-4-15,4-3 1 0,1-1 1 0,-1-2-6 16,4-6 4-16,2 2-1 0,0-3-4 0,4-1 3 15,-3 0-3-15,3 0 1 0,3-4 20 0,-6 5 17 16,6-5 21-16,-4 3 11 0,4-3-1 0,0 0-11 16,0 0-6-16,0 0-6 0,0 0-6 0,0 0-8 15,21-8-4-15,-9 7-4 0,-1 0-4 0,3-2-4 16,5 1-9-16,3 1-25 0,-4 2-24 0,5-2-35 16,-1 1-46-16,-3-1-67 0,3-2-60 0,-6-1-204 15,3-1-480-15,-1 0 213 0</inkml:trace>
  <inkml:trace contextRef="#ctx0" brushRef="#br0" timeOffset="57674.42">26130 1936 169 0,'0'-5'284'0,"0"1"-28"15,0 4-22-15,-1-5-26 0,1 5-22 0,-2-4-19 16,2 4-22-16,0 0-19 0,0 0-12 0,0 0-12 16,2 19-9-16,-2-7-9 0,-3 0-8 0,2 5-8 15,-2 1-7-15,-2 5-3 0,3 4-7 0,-5-1-4 16,2-1-7-16,0-1 1 0,0 2-6 0,1-1-2 16,0-5-1-16,-2 5-6 0,3-7 2 0,-1-1-5 15,2-4-3-15,-1-2 2 0,2 0-5 0,0-3-1 16,-1-2-4-16,1 0 1 0,2-1 5 0,-1-5 21 15,-1 5 37-15,1-5 37 0,0 0 41 0,-5 5 29 16,5-5 10-16,0 0-15 0,0 0-24 16,18-19-15-16,-9 9-15 0,5-4-15 0,-1-1-3 15,5-7-18-15,0 3-4 0,1-3-10 0,0 2-11 16,-6 6-7-16,-1-1-6 0,2 1-1 0,-2 0-6 16,-3 6-6-16,1-2-4 0,-5 5-1 0,2-4 3 0,-5 3-1 15,6 2-3-15,-6 2-2 0,-2 2 5 16,4-7-14-16,-4 7-5 0,4-5-1 0,-4 5-1 15,3-4-8-15,-3 4-4 0,0 0-5 0,0 0-10 16,2-6-9-16,-2 6-7 0,0 0-3 0,0 0 7 16,0 0 7-16,-18 10-3 0,11-6 8 0,-1 1-3 15,-1 0 5-15,-1 0-1 0,2 0-1 0,-1 4 6 16,0-6-1-16,0 2-3 0,0 4 4 0,4-6-4 16,-1 0-2-16,6-3 1 0,-8 6 2 0,8-6 1 15,-6 5-2-15,6-5 1 0,0 0 5 0,-7 3-1 16,7-3-6-16,0 0 11 0,0 0-7 0,-2 5 1 15,2-5-9-15,0 0 6 0,0 0-2 0,2 12 3 16,2-3 3-16,-1 1 1 0,5 2 6 0,-2 0-3 16,0 3 6-16,3 2-3 0,0-1 2 0,5-1-2 15,8 6 0-15,-11-5-5 0,7 3 5 0,-6-2 8 16,8 0-5-16,-7-4 5 0,-3 0-5 0,3-1 3 16,-5-4-6-16,-1 1 3 0,2-2 1 0,-2 0-2 15,-4-1 1-15,1-1-6 0,0-1 3 0,-4-4 7 16,5 5-2-16,-5-5 2 0,0 0 1 0,4 3 1 15,-4-3 2-15,0 0-2 0,0 0-2 0,4 8 4 16,-4-8-7-16,0 0-4 0,0 0-10 0,0 0-22 16,0 0-20-16,0 0-35 0,6 4-34 0,-6-4-55 15,0 0-77-15,0 0-80 0,0 0-316 0,0 0-703 16,18-9 312-16</inkml:trace>
  <inkml:trace contextRef="#ctx0" brushRef="#br0" timeOffset="122665.13">4794 7471 143 0,'0'0'166'0,"-7"1"-17"0,4 0 0 0,3-1-12 16,-8 1-11-16,8-1-9 0,0 0-10 0,0 0-7 16,-6 0-5-16,6 0-8 0,0 0-6 0,0 0-7 15,0 0-5-15,0 0-3 0,-7 1-7 0,7-1-6 16,0 0 1-16,0 0-3 0,0 0-3 0,0 0-6 16,0 0 0-16,0 0 0 0,0 0 1 0,0 0-2 15,0 0-4-15,0 0-2 0,0 0 4 0,0 0-5 16,0 0 2-16,0 0 1 0,0 0 0 0,0 0 2 15,0 0 3-15,0 0-2 0,0 0 4 0,0 0-2 16,0 0-8-16,0 0 1 0,0 0-4 0,0 0-6 16,0 0-4-16,0 0 0 0,27-3-6 0,-8-1-2 15,8 0 1-15,4 1-1 0,6-3-3 0,1 1 1 16,12 0-1-16,2-3-3 0,1 0-1 0,-1 2 2 16,-2-2-4-16,-14 6 2 0,2-3-2 0,-5 3-5 15,-5-1-1-15,-7 0-8 0,-2 2-5 0,-6 0-19 16,-3-1-15-16,-1 2-22 0,-4 0-21 0,-1 3 15 0,-4-3-1 15,0 0-16-15,-13 7-12 0,-2-5-22 16,-3 3-8-16,-11 2-1 0,-1 1-5 0,1-3-3 16,2 3-7-16,0-3-85 0,8 3-257 0,0-1 113 15</inkml:trace>
  <inkml:trace contextRef="#ctx0" brushRef="#br0" timeOffset="123096.77">5070 7503 394 0,'-7'4'22'0,"2"-1"12"0,0-2 3 0,2 1 10 0,3-2 5 15,-8 3 18-15,5 0 7 0,3-3 20 16,0 0 12-16,-5 2 8 0,5-2 4 0,0 0 12 15,-5 0 4-15,5 0 1 0,0 0 2 0,0 0-8 0,0 0 0 16,0 0-7-16,0 0-11 0,0 0-14 0,0 0-12 16,-8 0-7-16,8 0-8 0,0 0-11 15,0 0-12-15,0 0-10 0,0 6-4 0,0-2-5 16,-2 1-4-16,1 2-5 0,-2 6 0 0,0 6-6 0,2 0 2 16,0 8-1-16,0 2 8 0,1 1-11 0,-3 1-4 15,2 4 1-15,-2 1-1 0,3 11 1 0,0-11 10 16,3 10-12-16,-6 3 1 0,3-13-3 15,0-3 4-15,0 4-3 0,0-3 4 0,0-1-2 16,-5-1-1-16,5 2-1 0,-5-5 0 0,3-3-2 0,-5 0 0 16,2-8 2-16,-3-1 3 0,4 0-1 0,-2-2-1 15,-2-4 4-15,3 0 4 0,-5-4 9 0,-1 2 8 16,-1-2 3-16,-4-3 9 0,-3 0 0 0,-2-2 8 16,3-3 20-16,0-2 15 0,-1 0 28 0,2-2 3 15,2 0 8-15,1-2-2 0,-3-3 0 0,3 0 10 16,0-1 2-16,5 3 8 0,0-3 3 0,-1 1 8 15,2 3 2-15,2-1-14 0,-1 1-14 0,3 0-13 16,-2 3-8-16,4 0-11 0,-2-2-12 0,1 5-7 16,1-4-10-16,2 5-6 0,-4-4-8 0,3 1-8 15,1 3-19-15,0 0-26 0,-5-2-40 0,5 2-50 16,0 0-40-16,-5-3-45 0,5 3-49 0,0 0-34 16,0 0 18-16,-3 7-10 0,2-2-26 0,-1 1-26 15,4 1-66-15,-1-3-271 0,2 3-688 0,2-2 304 16</inkml:trace>
  <inkml:trace contextRef="#ctx0" brushRef="#br0" timeOffset="123632.62">5272 8417 56 0,'-8'-2'205'0,"8"2"-16"0,-13 2-12 0,6-1-18 16,-2-1-11-16,4-1-13 0,5 1-12 0,-12 0-15 16,12 0-10-16,-6-3-8 0,6 3-10 0,-9 3-5 15,9-3-8-15,0 0 1 0,0 0-3 0,-8-2-1 16,8 2 0-16,0 0-3 0,0 0 3 0,-5 2-1 16,5-2 3-16,0 0-2 0,0 0 3 0,0 0-4 15,0 0 2-15,0 0-4 0,0 0-5 0,0 0 0 16,0 0-5-16,0 0-2 0,-5-4-3 0,5 4 0 15,0 0 1-15,0 0-13 0,0 0 0 0,0 0 0 16,0 0-3-16,0 0 2 0,0 0-1 0,27-2 6 16,-17-1 4-16,13 2-5 0,6-2-2 0,5-4-4 15,-2 3 0-15,2-1-3 0,-2 2-8 0,0-3 2 16,-1 2-2-16,-5 3-1 0,-4-3-5 0,-4-1 1 16,-4 4-2-16,-1-2-1 0,0 0 0 0,-2 2-3 15,-3 0-1-15,-3-1 0 0,0 1 2 0,0-1-6 16,-5 2-12-16,8-2-22 0,-8 2-16 0,0 0-29 0,0 0-34 15,0 0-37-15,0 0-23 0,0 0-29 16,0 0-68-16,-27 4-147 0,23-3-447 0,-4 2 198 16</inkml:trace>
  <inkml:trace contextRef="#ctx0" brushRef="#br0" timeOffset="124197.18">5793 8263 273 0,'0'0'340'0,"0"0"-11"0,0-3-13 16,0 3-20-16,0-3-24 0,0 3-18 0,0 0-27 16,0 0-30-16,0 0-14 0,0 0-24 0,0 0-19 15,0 0-14-15,0 0-21 0,0 0-17 0,0 0-10 16,0 0-4-16,0 0-6 0,5 12-7 0,-2-6-6 15,-2 4-1-15,-1-3-11 0,0 4-8 0,1 1 1 16,2 0-4-16,-3 0 2 0,0 6-10 0,0-2-2 16,1 1-5-16,-2-6 1 0,1 0 10 0,1 1-5 15,-2-4-12-15,1-1-1 0,0 0 1 16,0-2 10-16,1 3-13 0,-1-6-1 0,0 2 5 0,3-1 1 16,-3 1 40-16,0-4 31 0,0 0 39 0,0 5 19 15,0-5 21-15,0 0 19 0,0 0 5 0,0 0-14 16,0 0-18-16,0 0-18 0,6-14-12 0,-2 4-13 15,0 0-11-15,-2 0-10 0,2 1-8 0,3-2-7 16,-6 5-12-16,3-4-4 0,-2 5-8 0,2-1-2 16,0-1-8-16,-3 4-8 0,2 0-5 0,-2-1-6 15,2 0-9-15,-3 4-6 0,1-2-9 0,-1 2-28 16,0 0-15-16,5-2-2 0,-5 2 4 0,7 7 3 16,-4-4 2-16,1 2 2 0,0 4-14 0,-2 1 1 15,1-3 0-15,2 3 3 0,-2 0 8 0,1 1-2 16,-3-2 6-16,4 0 1 0,-3 1-4 0,2-1-5 15,-2-2-3-15,0-2-7 0,-1-1-11 0,1 1-9 16,-1-1-2-16,0-2-2 0,-1-2 9 0,2 5 3 16,-2-5 3-16,1 5 1 0,-1-5 0 0,1 4-3 15,-1-4 8-15,0 0-19 0,0 0-7 0,0 0-25 16,0 0-74-16,0 0-59 0,1-14-48 0,1 7-48 0,-1-5-281 16,2-1-666-16,0-4 295 0</inkml:trace>
  <inkml:trace contextRef="#ctx0" brushRef="#br0" timeOffset="124733.58">6252 7769 44 0,'0'0'196'0,"6"-1"-21"0,-6 1-10 0,8 5-22 16,-3-3-2-16,0 1-6 0,4 4-14 0,-1 1-10 15,1 1-5-15,-3 2-8 0,4 3-7 0,-1 2-11 16,0 1-4-16,-2 0-1 0,-2 2-5 0,0-1-6 15,-2 1-2-15,-1 0-8 0,-3-1 4 0,0 1 0 16,-3-2 4-16,-1 0-3 0,-2-3 4 0,2-2-5 16,0-3 2-16,-4 0 4 0,5 2-1 0,-1-6 4 15,1 0 6-15,2 0 5 0,-1-2 24 0,-2-1 21 16,1 3 39-16,4-5 36 0,-2 4 11 0,2-4-16 16,0 0-7-16,0 0-11 0,-3-12-14 0,3 5-10 15,0-3-22-15,4-2-14 0,1-2-13 0,5-3-13 16,0 0-9-16,2-1-5 0,-2 3-9 0,2-1-8 15,0 1-2-15,-3 4-11 0,0 0-5 0,0 4-7 16,0-1-4-16,0 2-4 0,-5 1-6 0,1 1-4 16,0 1-4-16,1 0-4 0,-2 2-6 0,4 1-18 15,-8 0-5-15,11 4-9 0,-3 0-7 0,-3 4-2 16,3-2-3-16,-3 2 4 0,4 2-4 0,0 0-12 16,-5 1-25-16,4 5-17 0,-6-6-12 0,3 2-16 15,-1 1-17-15,0-2-16 0,0-1-33 0,-4 1-18 16,1-1-32-16,2-5-30 0,-3 2-308 0,0-2-628 15,0-2 278-15</inkml:trace>
  <inkml:trace contextRef="#ctx0" brushRef="#br0" timeOffset="124979.19">6680 7703 114 0,'1'-1'254'15,"-1"1"-27"-15,3-4-28 0,-3 4-15 0,0 0-16 0,0 0-4 16,10 12-5-16,-5-2-18 0,0 2-10 16,3 5-6-16,1 3-9 0,1 6-9 0,-2-3-7 15,0 3-9-15,-2 3-10 0,0-3-10 0,-2 0-3 16,-1 2 5-16,-6 0-14 0,0-1-6 0,-4 0-5 0,-3-1-4 16,-3-3-17-16,-6 0-16 0,-3-1-27 15,-2-2-51-15,-6-1-46 0,-2-6-77 0,-2-2-216 16,2-2-438-16,-1-4 194 0</inkml:trace>
  <inkml:trace contextRef="#ctx0" brushRef="#br0" timeOffset="125281.38">6203 7590 65 0,'-3'-3'256'0,"-1"1"-25"15,-1 0-27-15,5 2-16 0,-13 6-20 0,0 1-14 16,-2 5-15-16,-4 13-13 0,-1-1-13 0,-1 5-10 16,-5 13-9-16,3 3-7 0,5-1-12 15,8-9-9-15,-2 12-7 0,7-14-6 0,5-1-3 0,2 1 0 16,4-2 1-16,4-1-1 0,8 2-1 0,5-5-3 15,17 5 1-15,5-4-6 0,2-6-18 16,5-5-40-16,3-1-56 0,3-8-83 0,-6-1-235 0,0-3-423 16,2-3 188-16</inkml:trace>
  <inkml:trace contextRef="#ctx0" brushRef="#br0" timeOffset="125630.31">7181 7986 12 0,'-4'-1'266'0,"4"1"-7"16,-5-4-6-16,5 4-6 0,0 0-8 0,-4-2-9 16,4 2-7-16,0 0-2 0,-5-2-9 0,5 2-4 15,0 0-20-15,0 0-7 0,0 0-16 0,0 0-17 16,0 0-17-16,0 0-13 0,12-5-7 0,-1 3-16 16,3 0-12-16,6-2-7 0,7 1-10 0,4 0-6 15,2-1-1-15,-2 2-36 0,-3 0-27 0,0-1-26 16,-6 1-24-16,0 2-23 0,-3-2-20 0,-3 1-28 15,-3 1-25-15,-3 0-34 0,1-2-35 0,-4 2-67 16,-7 0-156-16,0 0-478 0,0 0 212 0</inkml:trace>
  <inkml:trace contextRef="#ctx0" brushRef="#br0" timeOffset="125806.87">7259 8175 6 0,'-3'3'292'0,"2"-2"-8"0,1-1-7 0,-1 3-16 16,1-3-23-16,0 0-21 0,7 4-16 15,6-4-29-15,8-1-12 0,9 1-37 0,5-3-85 16,6 3-118-16,-4-4-286 0,2 0-395 0,-2-2 176 16</inkml:trace>
  <inkml:trace contextRef="#ctx0" brushRef="#br0" timeOffset="129163.82">11918 4137 73 0,'0'0'152'0,"0"0"-9"16,0 0-13-16,0 0-10 0,0 0-7 0,0 0-17 15,0 0-10-15,0 0-6 0,0 0-10 0,0 0-7 16,0 0-7-16,0 0-4 0,2-5-3 0,-2 5 5 16,0 0-6-16,0 0-13 0,0 0 0 0,0 0 2 15,0 0-5-15,0 0 1 0,0 0-2 0,0 0 0 16,0 0-7-16,0 0 5 0,0 0-11 0,0 0 1 16,0 0 0-16,0 0-7 0,0 0-1 0,0 0 1 15,0 0 0-15,0 0-2 0,0 0-6 0,-10 9-3 16,9-5 3-16,-4 1 0 0,-3 3 1 15,3 0-1-15,-4 1-3 0,0 0 7 0,0 4 5 0,-5-1-11 16,3 2 1-16,0 1-22 0,-3 0 4 16,1 0-26-16,0 2-29 0,0-2-50 0,-9 3-142 0,10-3-284 15,-1-2 127-15</inkml:trace>
  <inkml:trace contextRef="#ctx0" brushRef="#br0" timeOffset="131379.6">8630 7290 30 0,'-4'-3'141'0,"4"3"-6"0,0 0-8 0,-1-4 2 15,1 4-7-15,0 0 2 0,-3-4-9 0,3 4-1 16,0 0-11-16,0 0-8 0,-1-2-4 0,1 2-7 0,0 0-1 15,0 0-5-15,0 0-4 0,0 0-6 16,0 0-6-16,0 0-2 0,0 0-6 0,-4-3-9 16,4 3 6-16,0 0-8 0,0 0-1 0,0 0-2 15,0 0-3-15,0 0 1 0,0 0 1 0,0 0 0 16,0 0-4-16,0 0-5 0,0 0-2 0,0 0-2 0,0 0-1 16,0 0-3-16,0 0 0 0,0 0-4 15,0 0-4-15,0 0 1 0,0 0-2 0,0 0-2 16,0 0-2-16,0 0-2 0,0 0 1 0,0 0-6 15,0 0-1-15,0 0 4 0,0 0 0 0,14 5-8 0,-4-2 9 16,3-2-4-16,9 1 1 0,6-2 4 0,1 0-4 16,5 0 2-16,0-2 0 0,-1 1-2 15,-1-2 2-15,2 2-1 0,-5-2 1 0,-6 2 1 16,4 0-4-16,-9 1 0 0,0-3 1 0,-6 3-1 0,1 0 0 16,-4-3-3-16,-2 3-9 0,0 0-13 0,-2 0-4 15,-5 0-14-15,8 0-12 0,-8 0-1 16,0 0 10-16,0 0-9 0,0 0-10 0,-22 8-15 15,12-4-21-15,-4-1-10 0,-4 0-14 0,0 2-25 16,3-3-135-16,-4 2-306 0,3-1 135 0</inkml:trace>
  <inkml:trace contextRef="#ctx0" brushRef="#br0" timeOffset="132005.35">8590 7374 76 0,'-2'-3'256'0,"2"3"-2"0,0 0-13 15,-2-5-14-15,2 5-14 0,0-6-13 0,0 6-22 16,0 0-20-16,0 0-13 0,0 0-18 0,0 0-20 16,0 0-9-16,0 0-5 0,0 0-27 0,0 0-9 15,0 0-7-15,0 0-4 0,10 10-6 0,-4-6-4 16,4 8-7-16,-1 1-4 0,0 0-5 0,5 3-2 15,0 5-2-15,4-2-3 0,-4 5 1 0,3 2 0 16,-2-4-2-16,3 5-2 0,-1-2 3 16,2 0 4-16,-2-2-7 0,4 1-1 0,-2-2 0 0,-1-1-3 15,-4-1 2-15,-1-6 2 0,1-1-3 0,-2-2-1 16,-2-2 2-16,-1-2-5 0,-3-2 3 0,0 2 6 16,-2-3-7-16,1 0 3 0,-1-2-1 0,-1 2 20 15,-1-1 21-15,-2-3 27 0,7 2 24 0,-7-2 14 16,0 0 3-16,0 0-11 0,0 0 0 0,7-5-7 15,-7 5 2-15,4-4-3 0,-4 4-8 0,1-3 12 16,-1 3-20-16,0-4-1 0,0 4-13 0,0 0-8 16,0 0-3-16,2-4-19 0,-2 4-4 0,0 0-32 15,0 0-31-15,0 0-37 0,0 0 4 0,0 0 1 16,0 19 8-16,-5-3 5 0,0 2 5 0,-3 14 9 16,-1-1-1-16,-9 14 0 0,4 1 9 0,-8 4-1 15,3-3 7-15,-2 4 3 0,1-1 4 0,-1-2 1 16,8-14-2-16,-5 14 1 0,4-2 17 0,2-12-12 15,-1 10 2-15,4-10-3 0,-1-3 6 0,0 1 5 16,4-4-3-16,-2-1-7 0,2 0 2 0,2-8 1 16,-1-2 2-16,2 2-1 0,-1-2 1 0,-1-4 3 15,1-1-1-15,2 0 1 0,-2-3 1 0,3 1 0 16,-2-4-3-16,3 0 3 0,0 2 0 0,-1-4 2 0,1-1 1 16,-4 2-7-16,4-1 19 0,0-4-2 15,0 3-7-15,0-3-3 0,0 0 0 0,-3 4-7 16,3-4-13-16,0 0-15 0,-1 3-26 0,1-3-27 15,0 0-28-15,0 0-39 0,0 0-39 0,0 0-52 0,0 0-261 16,0 0-545-16,0 0 241 0</inkml:trace>
  <inkml:trace contextRef="#ctx0" brushRef="#br0" timeOffset="132578.84">8733 8876 115 0,'-8'0'253'0,"1"1"-25"0,7-1-15 15,-10 2-10-15,10-2-9 0,-7 1-12 0,7-1-8 0,-7 0-13 16,7 0-8-16,0 0-11 0,0 0-15 0,-6 1-13 15,6-1-10-15,0 0-12 0,0 0-8 0,0 0-13 16,0 0-1-16,0 0-8 0,0 0-11 0,0 0-3 16,0 0-4-16,0 0-6 0,0 0-2 0,0 0-4 15,0 0 1-15,0 0 0 0,0 0 1 0,0 0-2 16,0 0 0-16,0 0-1 0,0 0-6 0,0 0-6 16,0 0 5-16,0 0-7 0,0 0 1 0,0 0-5 15,0 0 1-15,0 0-2 0,0 0-1 0,0 0 10 16,0 0-14-16,0 0 7 0,0 0 3 0,0 0 2 15,0 0 3-15,0 0-2 0,0 0 0 0,0 0 1 16,0 0 15-16,0 0-14 0,0 0 1 0,0 0-4 16,0 0-3-16,0 0-3 0,0 0 4 0,0 0-3 15,0 0 1-15,0 0-5 0,0 0 4 0,24-4-5 16,-14 1-2-16,9 0 1 0,12-4-1 0,5 0-1 16,13-4 0-16,5 0-2 0,4 1 1 0,3-1 0 15,30-6-5-15,-30 5 8 0,4 3 6 0,0-2 0 16,0 2 0-16,-6 1-1 0,-4 1-2 0,-14 4 2 15,-5-3 0-15,-7 1 2 0,-6 3 2 0,-2-1-3 16,-5 1 13-16,-4 1 6 0,-2-1-3 0,-4 0 12 16,2 0 2-16,-4 1 1 0,-4 1 1 0,10-1-16 15,-6 0 5-15,-4 1 5 0,6-3-19 0,-6 3-12 16,7-2-32-16,-7 2-30 0,0 0-27 0,0 0-41 16,0 0-48-16,2-2-130 0,-2 2-295 0,0 0-642 15,-6-8 284-15</inkml:trace>
  <inkml:trace contextRef="#ctx0" brushRef="#br0" timeOffset="135009.97">7866 7996 101 0,'2'-3'116'0,"-2"3"6"0,0 0-8 15,0 0 1-15,3-3-8 0,-3 3-6 0,0 0-4 16,0 0 4-16,3-1-16 0,-3 1-1 0,0 0-5 15,2-4-8-15,-2 4-1 0,0 0-11 0,0 0 0 0,0 0-6 16,0 0 2-16,0 0-5 0,0 0-3 0,0 0-3 16,0 0-1-16,0 0-7 0,0 0-2 0,0 0-6 15,0 0 0-15,0 0-6 0,0 0 5 16,0 0-5-16,0 0-3 0,0 0-4 0,0 0 1 16,0 0-3-16,0 0 3 0,0 0-10 0,0 0 8 0,0 0-5 15,0 0 2-15,0 0 2 0,0 0-5 0,0 0 2 16,0 0-7-16,0 0 5 0,0 0 0 15,0 0 1-15,0 0-2 0,17 1 4 0,-6-2 0 16,3-1 8-16,4 0 3 0,3 0 0 0,5 0 1 0,-4-3 3 16,6 2 3-16,-7 1 0 0,-1-2 1 0,0 2-7 15,-1-1-2-15,-6 2-3 0,0 0 0 16,0-2-2-16,-1 2-1 0,-6 0 0 0,0 0-4 16,3 0 0-16,-5-1-2 0,1 1 1 0,-5 1 0 0,5-1-2 15,-2-1-3-15,-3 2-5 0,0 0-5 0,5-1-14 16,-5 1-2-16,0 0-8 0,0 0-18 0,0 0-15 15,0 0-16-15,0 0-28 0,0 0-10 16,0 0-42-16,0 0-163 0,0 0-348 0,0 0 154 16</inkml:trace>
  <inkml:trace contextRef="#ctx0" brushRef="#br0" timeOffset="135385.12">8297 7819 119 0,'1'-6'292'0,"0"3"-9"0,0-1-3 15,2 0-11-15,-2 1-16 0,-1 3-18 0,0-6-24 16,0 6-22-16,4-4-21 0,-4 4-14 0,1-3-22 16,-1 3-17-16,0 0-11 0,0 0-20 0,0 0-11 15,0 0-16-15,0 0-11 0,3 11-7 0,-2-5-2 16,0 2-10-16,2 2 5 0,-3 1-10 0,2 2 1 15,2 3-5-15,-1 1 0 0,1 0-6 0,-2-1 3 16,5-2-3-16,-5 4-1 0,1-3-2 0,-1-3 3 16,0 0-4-16,-1-1-1 0,1 2 1 0,1-5-1 15,-2 0 0-15,-1-2-1 0,2 2 3 0,-2-3-4 16,2 0 2-16,-2 0-1 0,0-2 0 0,0-3 3 16,1 4-2-16,-1-4-1 0,0 5-2 0,4-3 6 15,-4-2 7-15,0 0-11 0,1 4-4 0,-1-4-6 16,0 0-14-16,0 0-6 0,0 0-20 0,0 0-8 15,0 0-16-15,0 0-12 0,0 0-11 0,0 0-43 16,0 0-81-16,0 0-245 0,0 0-498 0,-6-12 221 16</inkml:trace>
  <inkml:trace contextRef="#ctx0" brushRef="#br0" timeOffset="135677.24">8411 7670 153 0,'3'-6'248'0,"-3"4"-17"0,0 2-26 15,-3-8-22-15,3 8-26 0,3-2-14 16,-3 2-18-16,0 0-8 0,11 11-18 0,-4-3-3 16,2 7-7-16,0 2-7 0,-3 2-9 0,3 8-2 15,0 2-4-15,2 3-4 0,-4 1-5 0,-2 3-4 0,-2 0 0 16,-2-1-7-16,-5 0-6 0,0 0-5 0,-4-3 0 15,-3 0-3-15,-2-1-4 0,-3 0 0 16,-1-2-4-16,-6 0-5 0,0-2-7 0,0-5-18 16,-6 4-25-16,-1-4-27 0,-3-5-36 0,0 2-53 0,-3-3-75 15,-16 0-134-15,16-4-383 0,-2-3 170 0</inkml:trace>
  <inkml:trace contextRef="#ctx0" brushRef="#br0" timeOffset="135976.01">7903 7696 21 0,'-1'-2'234'0,"-2"-2"-23"0,3 4-25 0,0 0-19 16,0 0-16-16,0 0-21 0,-8 12-11 0,6-4-16 0,1 10-11 16,-3 7-8-16,2 3-5 0,0 1-10 0,0 4-16 15,4 2-3-15,0-2 4 0,5 2-8 0,1-3-3 16,4-2-3-16,0-1 0 0,6-2-6 0,2-1-2 16,3-3-5-16,4-1 2 0,0-6 0 0,1 1-12 15,0-4-30-15,1-2-55 0,2-6-66 0,-12-1-188 16,4-4-347-16,-4-4 154 0</inkml:trace>
  <inkml:trace contextRef="#ctx0" brushRef="#br0" timeOffset="136612.38">9202 7275 109 0,'-5'10'135'0,"-4"4"-10"15,-6 8-6-15,-3 4-16 0,-11 17-6 0,-7 4 5 0,-24 23 2 16,1 5 1-16,-11 3-8 0,0-3 1 0,-2 1-6 16,1-5-5-16,5-3-4 0,5-10-12 15,20-17 4-15,-1-2-1 0,1-3-2 0,0 0-8 16,0 0-3-16,5-4-5 0,8-8-3 0,-1 0-5 0,1-1-6 16,-3 2 2-16,3-2-6 0,-4 0-2 0,3-3-5 15,-2 1-1-15,3-1-2 0,-1-2-7 16,-2-2-17-16,-1-1-30 0,-3 0-49 0,0-4-70 15,-15-2-198-15,13-3-373 0,-3-4 165 0</inkml:trace>
  <inkml:trace contextRef="#ctx0" brushRef="#br0" timeOffset="136994.51">5389 7727 144 0,'-10'-9'244'0,"2"-1"-19"0,3 5-23 0,1 0-22 16,1 1-21-16,5 0-18 0,2 0-15 0,9 0-13 15,6 0-13-15,17 3-9 0,17 2-10 0,9 7-7 16,40 9-4-16,9 2 4 0,4 9-6 0,7 1-4 15,8 11-3-15,3 2-4 0,-2 10-7 0,5 0 2 16,3 5-8-16,4-1-4 0,-1-4-3 0,-1 0-3 16,-6-6-3-16,-6 1 3 0,-6-2-4 0,-4-7 2 15,-15-4 5-15,-10 1-1 0,-34-11-3 0,-5 2-3 16,-4-6 0-16,-14-4-2 0,-6-1-4 0,-7-1-1 16,-1 1-13-16,-7-7-2 0,-7 1-11 0,1-2-6 15,0-2-2-15,-5 1-6 0,0-1-13 0,-3-1-16 16,1-2-16-16,0 1-8 0,-1 0-16 0,-2-3-27 15,-5 6-86-15,-1-6-180 0,6 0-410 0,-18-5 181 16</inkml:trace>
  <inkml:trace contextRef="#ctx0" brushRef="#br0" timeOffset="138478.54">11354 7429 47 0,'-5'-2'180'16,"5"2"-13"-16,-1-3-1 0,1 3-11 0,0 0-8 16,0 0-13-16,-4-4-10 0,4 4-9 0,0 0-11 15,0 0-8-15,0 0-9 0,0 0-9 0,0 0-4 16,0 0-12-16,0 0-4 0,-3-3-8 0,3 3-8 16,0 0-2-16,0 0-2 0,0 0-6 0,0 0-4 15,0 0-3-15,0 0-2 0,0 0-3 0,0 0 2 16,0 0-7-16,0 0 4 0,20 0-5 0,-8 0-3 15,6 0-4-15,11-2 3 0,1-1 4 0,2-1-3 16,0 2-1-16,5-1 1 0,-4 0-1 0,-1-1-4 16,-2 1-3-16,0 0 3 0,-2-1 2 0,-6 3-9 15,-4-2-6-15,2 2 0 0,-8-2-15 0,0 2-6 16,-4 1-7-16,-1-3-6 0,-1 3 0 0,-2 0 9 16,-4 0-7-16,0 0-11 0,0 0-6 0,0 0 3 15,0 0-1-15,-25-3 0 0,10 4 2 0,3-2 11 16,0 1 6-16,1 0 2 0,-2 0 6 0,4 0 9 15,0-1 3-15,0 1 11 0,9 0 0 0,-13-1 1 16,8 0 3-16,5 1 13 0,-9 0-3 0,9 0 4 16,-6-1 8-16,6 1 2 0,-8-1 3 0,8 1-7 15,0 0 7-15,0 0-5 0,0 0-1 0,-8 0 1 0,8 0-4 16,0 0-7-16,0 0 3 0,-3 3-4 16,1 0 0-16,0 2-8 0,-4 4 3 0,2 3 2 15,-3 5-2-15,-2 8 1 0,-1 2 13 0,1 3-3 16,-3 16 1-16,1 6 11 0,1 0-13 0,2 4 3 0,1 2 1 15,-1 24-5-15,4-25-2 0,0 0 2 0,3 0-5 16,0-1 1-16,2-2 2 0,0 0-5 0,2-4 7 16,-1 2-3-16,2-4 13 0,0 2 20 15,-3-3-4-15,-1-12 2 0,0 2-7 0,0-5-5 16,-1 1-1-16,-3-1-1 0,-1-2 0 0,-1-3 1 0,0 0 10 16,-1-8 7-16,-2-1 6 0,1-2 7 0,-1-1 9 15,-1-2 11-15,0-4 3 0,-2-1 13 16,-3-2-6-16,-4 1-1 0,0-5-2 0,-3 1-2 15,0-6 5-15,0-1 7 0,-4-1-2 0,4-1 9 0,0-2-3 16,0-7 9-16,3 5-2 0,4-2 5 0,-2 1-13 16,3-1-3-16,0 0-8 0,3 1-6 0,3 4-10 15,0 0-4-15,2 1-10 0,1 2-1 0,1-3-5 16,-1 2-16-16,3 3-9 0,0 0-38 0,2 2-20 16,-4-6-53-16,2 2-32 0,2 4-44 0,0 0-17 15,0 0-28-15,0 0-33 0,16 1-52 0,-5 0-293 16,2-1-629-16,6 2 279 0</inkml:trace>
  <inkml:trace contextRef="#ctx0" brushRef="#br0" timeOffset="138980.22">11808 8939 140 0,'-8'1'156'0,"-3"1"-10"0,4-1-7 16,1 3-8-16,0-4-11 0,0 2-14 0,1 0-8 15,5-2-8-15,-6 2-6 0,3 1 4 0,3-3-5 0,-6 2-7 16,6-2-5-16,0 0 5 0,0 0 3 0,8 6 0 15,-1-6-2-15,5 0-4 0,5 0 0 0,3 0-10 16,8-6-8-16,1 2-5 0,2 1-2 16,1-1-3-16,0 0-6 0,0 0-2 0,1 0-5 0,-1 1-4 15,-6 1-3-15,-6-1 1 0,-2 1-4 16,-4 0 0-16,-1-1-2 0,-4 2-5 0,0 0 0 0,-4 1 0 16,0 0-15-16,-5 0-9 0,8-3-5 15,-8 3-20-15,0 0-24 0,0 0-24 0,0 0-25 0,-21 4-23 16,14-4-57-16,-5 0-134 0,3-1-346 0,0 1 153 15</inkml:trace>
  <inkml:trace contextRef="#ctx0" brushRef="#br0" timeOffset="139454.07">12375 8797 315 0,'4'0'292'0,"-4"0"-27"0,3-3-26 0,-3 3-19 16,2-4-34-16,-2 4-20 0,0 0-14 0,0 0-22 15,0 0-12-15,0 0-16 0,4 7-6 0,-4-3-15 16,0 3-8-16,0 0-8 0,3 3-7 0,-3 0-7 16,0 3-2-16,0-1-4 0,0 3-6 0,-3 1-4 15,2-1-2-15,-2 2-2 0,2-3-3 0,0-2 4 16,-2 3-11-16,2-8 0 0,1 3-6 0,-3-5 1 15,3 1-1-15,0-1 0 0,0 0 11 0,0-2 31 16,0-3 33-16,0 5 35 0,0-5 30 0,0 0 31 16,0 4 15-16,0-4 8 0,0 0-13 0,0 0-28 15,0 0-12-15,9-14-16 0,-5 4-21 0,4 1-10 16,-2-3-15-16,4-3-5 0,-1 3-9 0,0-2-9 16,1 4-8-16,-3 2-7 0,-2 2-8 0,0 1-8 15,1 2-8-15,-2-2-8 0,-1 2-25 0,-1 1-19 16,-2 2-21-16,0 0 0 0,0 0 6 0,15 5-12 15,-12 1 1-15,6 0-7 0,-6 4 6 0,3-3 2 16,-2 5-5-16,1-2 11 0,-1 0 6 0,1 3-4 16,-2-2 14-16,0-1-5 0,1 2-20 0,0-3-16 15,-3 1-9-15,3-3-23 0,-4-2-14 0,3 0-11 16,-2 0-7-16,-1-2-9 0,0 1-1 0,0-1-4 0,0-3 5 16,0 7-14-16,0-7-72 0,0 0-341 15,0 0-611-15,0 0 270 0</inkml:trace>
  <inkml:trace contextRef="#ctx0" brushRef="#br0" timeOffset="140466.35">12424 7853 137 0,'6'-1'162'0,"4"-4"-8"0,-2 1-13 0,0 1-14 15,2 2-12-15,0 1-6 0,-1 0-7 0,3 0-16 16,-5 1-12-16,2 2-3 0,4 2-9 0,-4 3-3 16,-3-4-3-16,2 4-8 0,1 2-1 0,-4 1-5 15,-1 0 1-15,0 2-4 0,-3 2 3 0,-1 2-4 16,-1-5 1-16,-2 3 0 0,-1 2 0 0,-1-3-2 15,-5 1 0-15,5-5-3 0,1 2 0 0,-4-3-1 16,3-1 3-16,-1 0 2 0,4-3 10 0,0 0 2 16,0-1 12-16,-1 0 20 0,3-1 23 0,0-3 29 15,-3 6 33-15,3-6 22 0,0 0-7 0,0 0-16 16,0 0-18-16,0 0-18 0,6-18-17 0,0 8-8 16,2-1-11-16,2-2-19 0,4-2 6 0,-4 0-11 15,-1 1-12-15,5 1-4 0,-2 2-13 0,-3 2 1 16,1 2-8-16,-5 1 4 0,0 1-6 0,1 0-9 15,0-1-4-15,-3 5-11 0,2-1-21 0,-1-1-13 16,-4 3-6-16,8 0-3 0,-8 0-5 0,8 5 4 16,-3-2-4-16,0 6 0 0,1-2-1 0,-1 3 5 15,-1 0 2-15,3 7 5 0,0-7 4 0,0 6-1 16,0-2 1-16,2 3-4 0,0-2-31 0,-4-1-20 16,0-3-19-16,2 0-31 0,-5 0-24 0,5-1-28 15,-5 0-38-15,2-3-73 0,-4-2-165 0,0-4-496 16,0-1 220-16</inkml:trace>
  <inkml:trace contextRef="#ctx0" brushRef="#br0" timeOffset="140713.43">12899 7768 48 0,'4'-3'205'0,"1"1"-15"0,-1 0-18 0,-4 2-7 0,13 3-21 15,-4 1-5-15,1 3-10 0,-3 1-7 16,5 6-7-16,-2 2-10 0,3 7-5 0,-4 3-6 16,0 4-5-16,-4 3-9 0,-5-2-6 0,-1 2-10 15,-7-2-6-15,2 1 0 0,-2-1-8 0,-6-2-2 0,1-1-5 16,-5 0-5-16,-2-5-12 0,-2 1-6 16,-3-4-25-16,-1 2-18 0,-2-5-29 0,-1-1-43 15,-2-3-42-15,4-5-207 0,-3-1-373 0,-2-3 164 16</inkml:trace>
  <inkml:trace contextRef="#ctx0" brushRef="#br0" timeOffset="141010.94">12419 7685 177 0,'-7'0'177'0,"1"0"-10"0,-4 4-10 0,-3 3-13 16,-5 7-15-16,0 8-14 0,-5 2-10 0,2 4-5 15,-5 15-7-15,0 3-11 0,3 0-1 0,2 0-9 16,3-3-5-16,5 3-6 0,7-15-7 0,2 1-2 16,4-1-4-16,2-1-5 0,6 0 6 0,1-3 0 15,7-1-5-15,2-4 3 0,5-2-5 0,4 2-5 16,1-6-19-16,4-1-27 0,3-6-47 0,3 0-45 15,2-5-96-15,-3-4-112 0,15-5-333 0,-15 2 149 16</inkml:trace>
  <inkml:trace contextRef="#ctx0" brushRef="#br0" timeOffset="141206.12">13468 8022 338 0,'0'0'331'15,"-3"-4"-33"-15,3 4-35 0,4-7-32 0,1 4-31 16,6-2-41-16,0 0-45 0,7 0-43 0,9-2-42 16,1 2-57-16,-7 2-58 0,8-3-94 0,-10 2-110 15,0 1-315-15,0 0 140 0</inkml:trace>
  <inkml:trace contextRef="#ctx0" brushRef="#br0" timeOffset="141344.19">13607 8122 92 0,'-4'4'142'16,"3"0"-8"-16,-2-1 7 0,3-3 8 0,3 6-8 16,6-4-9-16,2-2-18 0,10 2-9 0,7-4-37 0,4 1-50 15,9-3-72-15,-5-2-143 0,16-2-214 0,-15 3 94 16</inkml:trace>
  <inkml:trace contextRef="#ctx0" brushRef="#br0" timeOffset="141655.87">14528 7932 176 0,'0'0'239'0,"-7"1"-7"0,7-1-15 0,0 0-2 16,0 0-8-16,-7 1-5 0,7-1-7 0,0 0-14 15,0 0-15-15,0 0-16 0,0 0-14 0,0 0-13 16,0 0-11-16,18-5-12 0,-5 5-12 0,10-1-12 15,9-2-4-15,1 2-9 0,3-2-7 0,3 0-30 16,1 1-23-16,-1 1-28 0,-2-1-43 0,-5 0-32 16,-2-1-22-16,-2 1-49 0,-6-1-255 0,-7-1-460 15,-3 2 205-15</inkml:trace>
  <inkml:trace contextRef="#ctx0" brushRef="#br0" timeOffset="142009.63">15166 7715 291 0,'-4'-7'356'0,"8"2"-12"0,-3-2-9 15,-1 7-6-15,0-7-19 0,0 3-25 0,0-1-29 16,0 5-28-16,0 0-28 0,0-6-22 0,0 6-17 0,0-3-30 15,0 3-16-15,0 0-16 0,0 0 2 0,7 15-25 16,-5-5-8-16,2 5-2 0,0 3-17 16,1 2 1-16,3 6-5 0,-6-1-3 0,2-6-11 15,1 6 5-15,-1 1 9 0,-1-5-15 0,1 3-5 16,-2-4-4-16,-1-3 1 0,3 0 1 0,-4-5-16 0,-1-2-18 16,2 2-10-16,-1-3-17 0,-1-1-9 15,1-1-11-15,0 1-13 0,-3-4-3 0,3 1 1 16,0-2 5-16,0 1 5 0,0-4 1 0,0 5 8 15,0-5 2-15,0 0-22 0,0 0-60 0,0 0-78 0,0 0-96 16,-5-17-182-16,4 6-529 0,1-2 234 0</inkml:trace>
  <inkml:trace contextRef="#ctx0" brushRef="#br0" timeOffset="142276.38">15395 7503 67 0,'0'-3'266'0,"1"-1"-27"16,-1 4-24-16,3-6-29 0,-3 6-19 16,0 0-18-16,0 0-17 0,0 0-10 0,15 16-4 0,-10-4-10 15,4 6-8-15,4 6-1 0,-3 7-3 0,2 3-4 16,3 12-5-16,-4 3-9 0,2-2-3 0,-3 3-3 16,-3 1-4-16,-1-6-9 0,-6 2-3 15,0-14-4-15,-5 1-4 0,-1-3-6 0,-3-1-4 0,-4-1-1 16,-1-2-1-16,-7-1 2 0,-1-1-4 0,0-5-2 15,-5 2-1-15,-4-2-7 0,0-5-5 0,-2-1-12 16,-18 3-29-16,0-2-52 0,-4-3-53 0,-4-5-77 16,-3-7-240-16,0 0-481 0,3-2 213 0</inkml:trace>
  <inkml:trace contextRef="#ctx0" brushRef="#br0" timeOffset="142629.01">14665 7507 134 0,'-9'6'151'0,"1"5"-9"0,-4 4-1 0,-2 6-9 15,-2 5-6-15,0 2 2 0,-6 15-8 0,3 2-1 16,-2-1-2-16,6 5-6 0,-2-3-2 0,7 4 1 0,5-5-5 16,3-9-5-16,5-2-12 0,5 0 0 0,6-1-10 15,4-3-4-15,19 6-1 0,0-2-8 16,9-6-2-16,5-4-7 0,8-7-42 0,1-1-71 15,30-4-100-15,-32-7-215 0,4-4-403 0,0-3 178 0</inkml:trace>
  <inkml:trace contextRef="#ctx0" brushRef="#br0" timeOffset="143993.19">15736 7095 167 0,'0'-5'225'0,"-1"-1"-10"15,1 3-9-15,1-1-9 0,-1-1-10 16,0 5-16-16,1-3-18 0,-1 3-18 0,0-5-16 16,0 5-11-16,0 0-18 0,0 0-8 0,0 0-12 15,0 0-5-15,3 13-6 0,-1-2-3 0,-2 1-11 0,0 0-4 16,2 5-1-16,-2 0-5 0,1 3-4 0,-2 1-6 15,1-2 1-15,-2-1-6 0,0 3-1 16,2-1-2-16,0 0-1 0,-4-1-1 0,3-1 0 16,0 0-5-16,1-2 3 0,-2-2-1 0,1-2-5 0,0-1 2 15,1 2-1-15,-2-4 0 0,2 1-3 0,0-3 0 16,-1 0 1-16,1-1 0 0,1-2-3 0,-1 1-3 16,-1-3 4-16,1-2 6 0,1 8 9 15,-1-8 21-15,-1 3 0 0,1-3 22 0,0 0 0 0,0 5 15 16,0-5 7-16,0 0 7 0,3 2 2 0,-3-2-5 15,0 0 4-15,0 0-6 0,0 0-13 0,0 0-3 16,0 0-5-16,0 0-4 0,0 0-11 0,0 0-1 16,1 4-7-16,-1-4 0 0,0 0-10 0,0 0 0 15,0 0-5-15,0 0-2 0,0 0-3 0,0 0-1 16,0 0-2-16,0 0-2 0,0 0 3 0,0 0-6 16,0 0 0-16,0 0 3 0,0 0-6 15,0 0-8-15,0 0 1 0,0 0 0 0,0 0 4 16,0 0-4-16,0 0 4 0,0 0 6 0,0 0-11 0,0 0 2 15,0 0 1-15,0 0-2 0,0 0 8 0,0 0-8 16,0 0-4-16,0 0 6 0,0 0 7 0,0 0 6 16,0 0 10-16,0 0 0 0,0 0 7 15,0 0 1-15,0 0 8 0,0 0-1 0,0 0-1 0,0 0-3 16,0 0 10-16,0 0-2 0,0 0-4 0,3-12-10 16,-3 9 4-16,3-2-9 0,0 1-3 0,-1-1 0 15,-2 0-2-15,4-4 1 0,0-2-4 0,1 0-6 16,0-6 1-16,4 2-1 0,1-4-3 0,2-3-4 15,2 0-6-15,-4 6 4 0,-1 0-2 0,5 0 0 16,-2 2-1-16,-2-3-2 0,4 2 3 0,-2 1-5 16,0 3-4-16,0-3 5 0,-1 2-7 0,-1 4 3 15,-1 0 3-15,1 3 0 0,-2-1 1 0,-3 1-5 16,1 2 1-16,-3-1 6 0,1 2-15 0,0-1-14 16,-4 3-10-16,8-1-13 0,-8 1 1 0,7 4-13 15,-3 0 14-15,0 2-2 0,-4 2 14 0,5 3-3 16,-1 1 4-16,-4 3 7 0,2 1-3 0,1 1 7 15,-6 1 2-15,1 0-3 0,7 2-6 0,-8-1 17 16,1-2-2-16,2-1 1 0,0 0 6 0,0-4 1 16,0 1 16-16,-2-2-21 0,2-2 9 0,-2 0-6 15,2-2 1-15,0-1 4 0,0-1 2 0,0 0-3 0,0-2 1 16,0 1 5-16,0-4 6 0,2 6-9 0,-2-6 8 16,0 4 8-16,0-4-1 0,4 2 4 15,4-2-1-15,4-1-7 0,8-3-40 0,10 0-68 16,1-3-84-16,1-1-122 0,0-1-344 0,2-6-703 15,0 0 311-15</inkml:trace>
  <inkml:trace contextRef="#ctx0" brushRef="#br0" timeOffset="145327">17456 7311 65 0,'0'0'149'0,"0"0"-5"0,-5-3-11 0,5 3-8 0,0 0-11 16,0 0 4-16,0 0-9 0,0 0-6 0,0 0-6 15,0 0-7-15,-4-2-9 0,4 2-7 0,0 0-9 16,0 0-6-16,19-1-6 0,-5 1-8 0,9-2-4 15,3-2 1-15,3 1-1 0,7 1-12 0,2-2-1 16,16 0-1-16,-16 0 8 0,13-3-12 0,3 2-5 16,-14 0-1-16,-1 2 0 0,-2-2-5 0,-5 4-1 15,-2-2 0-15,-11 3-16 0,-6 0-27 0,-2 0-32 16,-3 0-12-16,-3 0-22 0,-5 0-59 0,0 0-101 16,0 0-279-16,-24 3 124 0</inkml:trace>
  <inkml:trace contextRef="#ctx0" brushRef="#br0" timeOffset="145845.24">17519 7352 130 0,'-6'2'157'15,"6"-2"-23"-15,0 3-13 0,0-3-4 0,3 9-21 16,-2-4-6-16,3 1-3 0,0 3-1 0,0 1-16 15,3 5 1-15,2-1-6 0,0 3-9 0,4-1-5 16,0 8-3-16,2-3 1 0,1 3-11 0,4-1-1 16,-1 0 0-16,2 0-6 0,0-2-5 0,6 0-2 0,0-3 0 15,-4-3-1-15,0 0 1 0,-5-5-4 16,0 1-4-16,-2-3-2 0,-3-1 1 0,-1-2-2 16,-3 0-1-16,1-2 4 0,-4-1 26 0,2 0 18 15,-2-2 9-15,1 0 10 0,-7 0 9 0,11-4 1 16,-6 2-1-16,-1 1 2 0,-1-3 0 0,1 1 2 15,-2 0 3-15,-2 3-5 0,5-2-7 0,-5 2-10 16,4-5-13-16,-3 2-8 0,-1 3-7 0,0 0-30 16,0 0-1-16,0 0 1 0,-5 17-7 0,-4 0 3 15,-4 6 6-15,-3 7-11 0,-8 11-2 0,-3 4 1 0,0 2-3 16,-5 1 2-16,1 1-1 0,2 1-2 16,-3 2 1-16,6-1-1 0,-2 0 1 0,1-1-1 15,3 6 3-15,-1-5-1 0,-1-2 0 0,8-1-1 16,-5 2 2-16,4-3 1 0,6-1 0 0,1-12-2 0,0-2 3 15,3 2-6-15,-2-1 3 0,0-5-3 0,2 0 5 16,-1 1-4-16,1-5 2 0,1 0-1 0,1-7 4 16,-1 0-6-16,3-3 1 0,-1-4 1 15,-1 2 4-15,2 0-5 0,-1-3 3 0,1 2 0 0,1-2-2 16,-3-2 3-16,5 0 2 0,-1-4 0 0,-1 2-12 16,3-2-10-16,-4 1-21 0,4-2-26 0,-2 1-30 15,3-3-41-15,-5 2-64 0,5-2-261 16,-8 0-497-16,8 0 220 0</inkml:trace>
  <inkml:trace contextRef="#ctx0" brushRef="#br0" timeOffset="146192.66">17319 9135 179 0,'0'0'285'0,"-5"2"-23"0,5-2-23 16,0 0-22-16,0 0-25 0,0 0-15 0,28-4-26 16,6-1-9-16,17-3-16 0,6 3-10 0,7-3-8 15,28-2-9-15,-26 3-2 0,33-1-2 0,-5 1-21 16,-2 0-4-16,-29 4-7 0,-2 1-4 0,1-2-7 15,-9 1-4-15,-17 3-8 0,-3-3 0 0,-3 1-9 16,-10 0 0-16,-6 1-6 0,-1 1 0 0,-3-1-4 16,-3 1-1-16,-1 0-6 0,-6 0-10 0,6-1-8 15,-6 1-10-15,0 0-20 0,0 0-32 0,0 0-30 0,-26 2-49 16,6 1-77-16,-8-1-199 0,1 1-454 0,7-1 201 16</inkml:trace>
  <inkml:trace contextRef="#ctx0" brushRef="#br0" timeOffset="147111.18">17492 9622 218 0,'0'-3'249'0,"0"-2"-10"0,2 1-10 16,-2 4-16-16,0-7-12 0,2 4-19 0,-2 3-20 15,0-6-17-15,0 6-19 0,2-1-14 16,-2 1-13-16,0 0-13 0,0 0-14 0,0 0-9 0,3 11-7 16,-1 0-12-16,-2-1-3 0,0 6-2 0,0 4 1 15,-5 6-11-15,1 1-3 0,0 2-4 0,-2 2-1 16,0 3-3-16,-3-2 0 0,4 4-1 0,0-2-1 16,-2 0 0-16,1-3-5 0,0 0 2 15,0-4-6-15,2 0 4 0,2-1-2 0,1-11 0 0,-2 1-2 16,3-4-1-16,-1-2 1 0,-2-2 0 0,2 0 3 15,1-2 19-15,0 0 13 0,-1-1 21 0,1-1 22 16,0 1 24-16,0-5 29 0,1 5 22 0,-1-5 16 16,0 0 9-16,0 0-17 0,0 0-21 0,0 0-10 15,11-17-16-15,-3 4-15 0,4-1-11 0,2-8-7 16,2 1-13-16,5-4-8 0,-1 0-11 0,2 0-1 16,2 0-10-16,-2 1 3 0,1 0-12 0,0 5-5 15,-3-1-5-15,-6 6 0 0,0 2-5 0,-1 2 1 16,-4-1-7-16,1 3 3 0,-5 1-4 0,3 1 0 15,-4 4-3-15,1-3 0 0,-1 1-3 0,2 3-5 16,-5-4-9-16,-1 5-25 0,4-2-15 0,-1-1-25 16,-3 3-17-16,0 0 6 0,0 0-14 0,0 0 12 15,0 0 2-15,0 0 30 0,-14 16-16 0,6-10 8 16,-3 2-4-16,-3 4 15 0,0 0 7 0,-2-3 1 16,1 1 4-16,0 1 5 0,4-2 3 0,0 2 2 15,1-1 1-15,2-3 7 0,0 0-1 0,3-3 4 16,0 1-2-16,0 1 8 0,4-4-2 0,-2 1 3 15,1 0 4-15,2-3 2 0,-7 4 2 0,7-1-1 16,0-3 2-16,0 0 0 0,-1 5-1 0,1-5-3 0,5 7 6 16,-5-5 9-16,4 6-11 0,1 1 0 15,4 1 4-15,1 1-6 0,-1 2 0 0,3 3 5 16,0-1-3-16,1 2-1 0,4 5 10 0,1-2-7 16,-2 1 3-16,-2-5-3 0,-1 1-13 0,0-1-20 15,1 1-21-15,-4-4-34 0,0 1-34 0,2 0-45 0,-4-2-40 16,-2-2-79-16,3-3-249 0,-5-2-576 15,1-1 255-15</inkml:trace>
  <inkml:trace contextRef="#ctx0" brushRef="#br0" timeOffset="147363.73">18133 9954 291 0,'0'-3'363'0,"-4"1"-37"16,3-3-32-16,1 5-24 0,1-7-33 0,3 3-23 15,2-2-33-15,3 0-28 0,8-3-29 0,1 4-49 16,5 1-36-16,5-5-52 0,0 4-52 0,2-3-74 0,-5 3-253 15,-4 1-425-15,-2 0 189 0</inkml:trace>
  <inkml:trace contextRef="#ctx0" brushRef="#br0" timeOffset="147535.67">18223 10151 70 0,'-4'5'224'0,"0"-1"-14"0,0 0-9 0,4-2-10 15,0-2-12-15,-1 3-13 0,1-3-24 0,10 2-9 0,4-6-12 16,4 1-14-16,2-1-14 0,10-2-33 0,-1-4-40 16,3 3-37-16,1-4-60 0,16-5-42 0,-15 2-165 15,-2 0-308-15,5 1 136 0</inkml:trace>
  <inkml:trace contextRef="#ctx0" brushRef="#br0" timeOffset="147826.16">18965 9800 101 0,'-10'1'234'0,"-2"-1"-12"16,-5 5-14-16,-1-1-13 0,-8 6-13 0,-1 2-10 15,4 0-17-15,0 4-11 0,-1 0-12 0,2 1-6 16,-1 4-1-16,5 1-2 0,2-2-1 0,7-1-3 16,1-2-4-16,1 0-7 0,5-2-2 0,2 1-5 15,2-4 0-15,4-3 3 0,3 1 1 0,4-3-3 16,6 1-5-16,9-10-10 0,1-1-1 0,3-1-5 15,-3-4-12-15,1-4 2 0,-1-1 14 0,-5 0-2 16,-3-9-11-16,-1 0-1 0,-4-3-4 0,-1 2-6 16,-6-1-18-16,-1-1-12 0,-6 0-11 0,-7 7-17 15,0-2-2-15,-3-3-13 0,-4 1-14 0,-5 0-27 16,-2 2-26-16,-3 6-25 0,-5-1-26 0,-1 3-37 16,0 3-30-16,3 0-50 0,-1-1-290 0,5 4-580 15,4 1 258-15</inkml:trace>
  <inkml:trace contextRef="#ctx0" brushRef="#br0" timeOffset="149043.34">18027 6811 152 0,'0'0'194'0,"4"-6"-11"0,-4 6-9 16,0 0-9-16,0 0-11 0,0 0-7 0,0-2-13 16,0 2-7-16,0 0-11 0,0 0-10 0,0 0-3 0,0 0-8 15,0 0-5-15,0 0-1 0,0 0-10 0,0 0-2 16,0 0-4-16,0 0-2 0,0 0-2 0,0 0 2 16,0 0 3-16,0 0 2 0,1-4 2 15,-1 4-1-15,0 0-7 0,0 0-8 0,0-5-9 0,0 5 0 16,0-6-6-16,0 1-6 0,0 0-3 0,2-2-2 15,-2 1-8-15,0-5 2 0,0 2-2 0,1-2-3 16,0-1 0-16,2 0-3 0,-2-3-7 16,0-1 4-16,1 4 0 0,0 0-1 0,2-3 2 0,-3 4-2 15,2 2 7-15,-2 0-3 0,0 1 2 0,0 3-3 16,1 0-4-16,-1 0 3 0,-1 0-13 0,0 2-4 16,0 3-11-16,-3-6-10 0,3 6 22 0,0 0-1 15,-25 9-1-15,2 5 3 0,-5 1 2 0,-7 4-2 16,-7 5-5-16,-2 5-1 0,-1-2 1 0,-4 1 0 15,3 2-1-15,-4-1 2 0,4 2 1 0,-1-1 2 16,1-4-2-16,14-7-2 0,0-1 2 0,2-2 0 16,4-4 1-16,8-5 0 0,0 1 0 0,7-3 6 15,0 0 21-15,5-3 24 0,-3-1 2 0,4-4 19 16,1-2-6-16,-1-3-6 0,1-4-10 0,4 1-5 16,1-6-9-16,3-1 15 0,5 1-34 0,3-9 12 15,3 4-7-15,-1 0 2 0,4 0-7 0,-2 8 0 16,-1 2-8-16,0-3 1 0,0 6-3 15,1 1-3-15,-2 3-17 0,-1 1 12 0,7 4-3 0,-1 3-2 16,3 0-1-16,6 8 13 0,1 4-27 0,5 2-25 16,1 4-38-16,8 9-40 0,0 2-51 0,-1 6-76 15,-2-5-360-15,-3-2-659 0,1 1 292 0</inkml:trace>
  <inkml:trace contextRef="#ctx0" brushRef="#br0" timeOffset="149726.56">18942 8015 90 0,'0'0'168'0,"0"0"-27"0,-8 0-2 0,8 0-7 15,-4-1-8-15,4 1-6 0,0 0-16 16,0 0 4-16,-8 1-8 0,8-1-4 0,0 0-5 16,0 0-5-16,0 0 1 0,0 0-1 0,0 0 8 0,0 0-5 15,0 0-4-15,0 0-12 0,0 0 0 0,0 0-6 16,0 0-6-16,25 0-6 0,-6-1-5 0,2-1-4 15,8-2-4-15,-1 2-3 0,3-1-4 16,5 0-1-16,-4 0 0 0,-2-1-2 0,0 1 0 0,-10 2-4 16,3-2-3-16,-4 2 0 0,-6-2-5 0,-1 2 5 15,-1 0-5-15,-2 0-1 0,-4 0-2 16,4 1 1-16,-4-1 2 0,-5 1-5 0,7-3 3 16,-7 3-4-16,6-2-8 0,-6 2-21 0,0 0-30 15,-1-3-15-15,1 3-28 0,0 0-12 0,-12-5-28 0,8 3-26 16,-2 0-211-16,2-1-397 0,-1 0 176 0</inkml:trace>
  <inkml:trace contextRef="#ctx0" brushRef="#br0" timeOffset="150077.2">19622 7707 49 0,'0'0'337'0,"-3"-4"-17"16,5-1-27-16,-2 5-14 0,0-5-40 0,0 5-24 16,1-4-28-16,-1 4-20 0,0 0-19 0,0 0-19 15,0 0-15-15,0 0-9 0,1 17-15 0,2-5-8 16,-3 5-7-16,-3 2-9 0,6 8-6 0,-3 2-5 16,-3 1-8-16,3 0-4 0,-2-1-4 0,3 1-5 15,3-1-1-15,-3-2-1 0,-1-6-5 0,1 2-4 16,0-3 8-16,3-3-15 0,-4-4 1 0,0 0 1 15,3-3-1-15,-3 0-2 0,1-3-3 0,-1 0-1 16,0-1 1-16,1-2-2 0,-1 1 12 0,-1 0-10 16,1-5-2-16,0 5 2 0,0-5 1 0,1 5-3 15,-1-5-9-15,0 0-9 0,0 0-1 0,0 0-20 16,0 0-46-16,0 0-42 0,0 0-29 0,-5-15-42 16,1 6-37-16,1-1-230 0,3-2-494 0,0-1 219 15</inkml:trace>
  <inkml:trace contextRef="#ctx0" brushRef="#br0" timeOffset="150325.16">19890 7585 116 0,'4'-6'243'0,"2"2"-28"0,-2 2-19 0,1 1-21 0,-5 1-21 15,13 2-4-15,1 3-11 0,-2 6-5 16,2 1-3-16,1 9-7 0,3 2-2 0,-1 5-4 15,-3 4-7-15,-3 1-7 0,3 12-3 0,-1 2-5 0,-9 4-12 16,-3-2-6-16,-6 1-6 0,-4-2-7 0,-6 1-4 16,-6-3-4-16,-2-2-5 0,-6-4-4 15,-6 0 3-15,-2-3-14 0,2-4-2 0,-3 3-9 16,0-4-12-16,6-11-25 0,-1-3-35 0,-16 3-39 0,-2-4-51 16,3-6-61-16,-6-7-242 0,14-4-477 0,-9-3 211 15</inkml:trace>
  <inkml:trace contextRef="#ctx0" brushRef="#br0" timeOffset="150642.26">18965 7599 207 0,'-11'0'207'0,"-1"4"-19"0,-6 4-16 0,-1 10-11 16,-4 5-7-16,-12 14-16 0,6 3 0 0,-2 4-6 16,5 1-10-16,1 7-1 0,1-1-6 0,7 0-2 15,5 2 2-15,3-3-6 0,6-3-4 0,10-1-8 16,3-11-8-16,10 7-3 0,8-5-8 0,13-1-3 15,9-3-8-15,9-3-5 0,30-4-17 0,-25-13-38 16,27-1-47-16,-27-5-78 0,1-10-93 0,0-2-212 16,-1-1-458-16,-5-6 204 0</inkml:trace>
  <inkml:trace contextRef="#ctx0" brushRef="#br0" timeOffset="151543">20539 7015 35 0,'0'-6'273'0,"0"1"-21"15,2 0-16-15,0 1-24 0,-2 0-22 0,0 4-23 16,0-4-18-16,0 4-16 0,0 0-18 0,0 0-8 16,0 0-13-16,0 22-10 0,-4-7-8 0,-1 4-6 15,1 8-6-15,-1 2-7 0,-2 1-6 0,-2 2-3 16,0-1-7-16,0 1 0 0,2 1-5 0,0-3-8 16,-2 0 5-16,1-2-7 0,2-2 0 0,-1-3 2 15,2-4 11-15,1-3-2 0,1-4 5 0,0-1-10 16,0-2 0-16,2-2 0 0,0 0 13 0,1-1 15 15,-1-3 16-15,-1 2 35 0,2-2 27 0,0-3 37 16,-1 4 28-16,1-4 25 0,0 0-23 0,0 0-22 16,9-12-18-16,-1 3-20 0,3-3-12 0,2-5-14 15,5-1-13-15,-1-4-16 0,4-3-3 0,2-3-11 16,-1 0-8-16,5 2-6 0,-3 2-9 0,-5-1-3 16,4 2-7-16,-5 0-3 0,-4 8-3 0,-2 0 0 0,-2 4-9 15,-1 2-1-15,-2 1-3 0,0-1-5 16,-3 6 0-16,0-2-2 0,-1 3-2 0,2-1-2 15,-3 0-7-15,0-1-2 0,-2 4-8 0,4-2-5 16,-4 2-14-16,0 0-12 0,0 0-11 0,3-3-8 0,-3 3-2 16,0 0 3-16,-11 8 12 0,1-3 3 0,-1 2 7 15,-7 3-1-15,2-2 8 0,0 1-2 16,2-1 0-16,2-2 7 0,3 2 2 0,-1-2-2 16,4-3-1-16,-2 2 5 0,3 1-5 0,0-5 3 0,2 3-5 15,-2-3 3-15,4 6 2 0,-2-2 14 0,2-2-13 16,-3 6-1-16,8-2 19 0,-3 3-13 0,8 4 4 15,-1 1 2-15,5 0 3 0,3 4-1 16,5-2 3-16,3 2-18 0,-2 1-57 0,2-1-59 0,-1-2-71 16,0 3-81-16,-4-2-115 0,-5-5-255 0,-1 0-708 15,4-2 313-15</inkml:trace>
  <inkml:trace contextRef="#ctx0" brushRef="#br0" timeOffset="152757.93">22098 7402 95 0,'4'-13'262'15,"-3"1"-3"-15,2 3-8 0,-3-2-12 0,1 6-14 16,-1-1-22-16,0 0-17 0,3 2-24 0,-2 1-19 0,-1 3-31 16,0 0-9-16,0 0-15 0,0 0-6 15,-1 18-12-15,-2-1-5 0,-1 5-8 0,2 8-5 16,-2 0 0-16,-4 15-9 0,-2 1 0 0,5-8-22 15,1 8-27-15,0 1-28 0,3-11-39 0,-2 1-34 0,7-3-55 16,-4-1-244-16,-5-4-438 0,5 0 194 16</inkml:trace>
  <inkml:trace contextRef="#ctx0" brushRef="#br0" timeOffset="153209.93">21206 8192 36 0,'-6'2'248'0,"0"-4"-28"16,-1 4-24-16,7-2-26 0,-9 0-18 0,9 0-15 15,-9 1-17-15,9-1-8 0,0 0-11 0,-7 0-14 0,7 0-5 16,0 0-11-16,0 0-2 0,-5 1-14 0,5-1-8 16,0 0 1-16,-3 1-10 0,3-1-2 15,0 0 0-15,0 0-6 0,8 7-2 0,-1-5 2 16,7-1-3-16,14 0-2 0,7-2 0 0,19 0-4 0,7-1-2 16,36-5 1-16,8 2 0 0,6-2-6 0,12 0 0 15,6 1 0-15,7-2 9 0,19 0 5 16,9-2-2-16,4 0 4 0,2 4 4 0,5-2 2 0,3 1 3 15,-2 0 1-15,-7 0-2 0,-7-1 5 0,-12 0 0 16,-8 1-1-16,-11 2 0 0,-9-3-5 0,-18 1 2 16,-6 1 1-16,-37 3 0 0,0-4-3 0,-2 4-1 15,-18 0-3-15,-5-1-6 0,-6 0-1 16,-7 3-3-16,-5-3-8 0,-6 3-13 0,-1-1-10 0,-3 0-26 16,-5-1-50-16,-1 0-46 0,-2 3-42 0,0 0-72 15,-18-5-173-15,-4 1-450 0,-1 3 200 0</inkml:trace>
  <inkml:trace contextRef="#ctx0" brushRef="#br0" timeOffset="161191.69">21600 8850 125 0,'1'-6'162'0,"0"4"5"0,-1 2-8 15,2-7 3-15,0 3 0 0,-2 1-13 0,2-1-2 16,-2-2 5-16,1 3-2 0,-1-1-8 0,1-1 2 15,-1 5-10-15,1-7-7 0,-1 5-10 16,0 2-6-16,0-7-10 0,0 7-9 0,0-5-4 0,0 5-10 16,2-3-8-16,-2 3 2 0,0 0-20 0,2-4-14 15,-2 4-14-15,0 0-28 0,0 0-31 0,0 0-7 16,0 0 1-16,0 0 6 0,-5 19 5 16,3-2-2-16,-4 1 5 0,0 7 3 0,-4 2 4 15,2 0 0-15,-1 1 2 0,-2 1 5 0,2 1-4 16,1-2 0-16,-2 2 6 0,4-4-3 0,-2 3 2 15,0-2 6-15,2 1-1 0,2-8 1 0,-1-3 1 0,1 0 2 16,0-1-1-16,3-3-1 0,-3-1 0 0,3-2 5 16,-3 0-3-16,0-5 2 0,4 1-5 0,0 0 7 15,-1-2 8-15,-2-2 20 0,2 4 21 0,1-4 16 16,0-2 20-16,0 0 14 0,-1 5 17 0,1-5 18 16,0 0 11-16,0 0 6 0,0 0 6 0,0 0-11 15,0 0-23-15,0 0 1 0,6-15-19 0,2 3-12 16,-2-4-10-16,3-1-4 0,5-5-17 0,4-3 1 15,0 1-11-15,1-2-5 0,2 2-7 0,0 2-3 16,-1 0-3-16,1-1-3 0,-2 3 0 0,-2 1-11 16,-2 5-3-16,-2 0 8 0,1-1-6 0,-5 6 4 15,1-3-12-15,-1 4 2 0,-2-1 4 0,-1 3-8 16,2-2 3-16,-4 5-2 0,-1-2 3 0,1 1 0 0,-1 1-4 16,-1 1-13-16,-2 2-2 0,4-5 3 15,-4 5-1-15,3-4-12 0,-3 4-15 0,4-1-17 16,-4 1-14-16,0 0-10 0,3-2-2 0,-3 2-9 15,0 0 3-15,0 0 4 0,0 0 8 0,0 0 10 16,-9 9 1-16,6-5 9 0,-3 0 4 0,-1 1 4 0,1-1 3 16,0 1 5-16,-1 5 1 0,3-8 3 15,-1 5 2-15,-2-2 5 0,4-2-1 0,1-1 14 16,-3 1-14-16,4 1 6 0,-2-1 2 0,3-3-4 0,-5 5 15 16,5-5-7-16,-1 1-2 0,1-1 2 0,0 0-2 15,-3 3 2-15,3-3-2 0,0 0 2 0,0 7 3 16,0-4-4-16,2 1 1 0,-1 0-4 0,0 1 8 15,-1 0-4-15,3 1 0 0,2 2 0 0,-4 4 6 16,2-3 0-16,1 2-1 0,-1 1 0 0,5 3 10 16,-3-2-3-16,4 2-7 0,1 7 10 0,3 2-24 15,-3-7-24-15,-1 0-34 0,1 2-43 16,-1-1-40-16,0-2-65 0,0 1-277 0,-2-3-542 0,-1 0 240 16</inkml:trace>
  <inkml:trace contextRef="#ctx0" brushRef="#br0" timeOffset="161724.81">22280 8882 73 0,'0'-7'309'0,"0"-3"1"0,0 3-23 16,0 2-11-16,0-2-14 0,2 1-14 0,-2 1-20 15,0 2-23-15,0 3-13 0,0-6-29 0,0 1-22 16,0 5-20-16,0 0-39 0,0 0-9 0,0 0-11 15,0 0-3-15,0 15-4 0,0-5-11 0,0 4-3 16,2 1-5-16,-2 2 1 0,0 2-8 0,0 5 5 16,0 2-9-16,2-6-4 0,-2-2 2 0,0 2-2 15,0-3-5-15,4 1-1 0,-4-1-6 0,0 1 2 16,0-1-7-16,0 1-27 0,0 0-13 0,-3 0-19 16,2-4-18-16,1 1-14 0,-4-1-23 0,0 1-23 15,-1-1-26-15,0-2-45 0,-5-2-235 0,6 1-475 16,-2-6 209-16</inkml:trace>
  <inkml:trace contextRef="#ctx0" brushRef="#br0" timeOffset="161890.23">22326 9500 191 0,'0'3'296'15,"0"-3"-1"-15,0 3-1 0,0-3-12 0,2 4-15 0,-2-4-23 16,0 0-23-16,3 3-26 0,-3-3-20 0,0 0-21 15,0 0-26-15,0 0-43 0,0 0-47 16,0 0-94-16,0 0-114 0,0 0-271 0,10-7-476 16,-5 2 212-16</inkml:trace>
  <inkml:trace contextRef="#ctx0" brushRef="#br0" timeOffset="162857.46">23160 8899 115 0,'0'-3'273'15,"1"-2"-13"-15,3 0-5 0,-4-2-6 0,2 3-7 16,0-2-19-16,-2 1-7 0,1 1-21 0,2 1-20 0,-3 3-22 16,1-4-8-16,-1 4-19 0,4-4-10 0,-4 4-19 15,1-5-22-15,-1 5-21 0,0 0-19 0,0 0-11 16,0 0-9-16,5 13-3 0,-1-5-4 0,-1 4 3 15,-2 4-7-15,3 2 0 0,-3 2 8 0,-1 6-9 16,0 2 2-16,0 1-1 0,0-1-1 0,0 1 1 16,-4-1 1-16,4 4 0 0,-1-9 7 0,0 3-11 15,-2-2 1-15,3-7-1 0,0-2 4 0,0-2-4 16,-1-1 3-16,1-5-2 0,0 1 3 0,-3-2-1 16,3-1 34-16,-1 0 35 0,1 0 34 0,0-5 41 15,0 5 39-15,0-5 18 0,0 0-13 0,0 0-18 16,0 0-19-16,-10-17-15 0,7 6-12 0,0-6-21 15,1-9 0-15,-2 1-10 0,4-7-15 0,-1 1-9 16,2-5-1-16,2 1-15 0,6-13-3 0,-1 0-4 16,3 2-4-16,-6 10-8 0,9-8-3 0,-1 10 2 15,-4 5-13-15,5 1-4 0,-1 1 3 0,2 3-3 16,-1 3-2-16,5 0-8 0,2 4-4 0,3 0-16 16,4 3-19-16,3-1-28 0,1 9-15 0,2 1-49 15,3 4-36-15,-3 1-33 0,-4 2-34 0,-2 6-33 16,-1 0-50-16,-1 3-64 0,-11-1-277 0,5-1-702 15,-3-1 310-15</inkml:trace>
  <inkml:trace contextRef="#ctx0" brushRef="#br0" timeOffset="163708.76">24131 8713 153 0,'0'-5'250'16,"0"2"-5"-16,0 3-14 0,-1-7-13 0,1 4-18 16,0 3-19-16,0 0-17 0,0-5-20 0,0 5-12 15,0 0-26-15,0 0-16 0,0 0-12 0,0 0-9 16,0 0-6-16,1 18-8 0,-1-6-6 0,-1 3-5 15,0 1-4-15,1 1-7 0,-4 2 1 0,1 9-4 16,-3-3-5-16,4 0-1 0,-5 1-4 0,1-3-1 16,2-5-4-16,-1 1 2 0,1-1 0 0,-1-2-1 15,1-4-3-15,0-2-6 0,4-3 4 0,-1 0 3 16,-2-3 0-16,2 1 42 0,-3 1 40 0,4-3 37 16,0-3 35-16,0 3 26 0,0-3-9 0,0 0-19 15,0 0-15-15,9-13-17 0,-4 5-6 0,3-3-21 16,2-2-11-16,2-1-11 0,2-3-11 0,-2 3-3 15,2-1-7-15,-1 1-9 0,-1 1-2 0,-2 4-11 16,-1 0 7-16,-1 3-18 0,-3 0 0 0,2 0-3 16,-3 3-13-16,-3-1-25 0,3 2-13 0,0 0-30 15,-4 2-6-15,0 0 0 0,14 4 0 0,-9 1-18 16,0-1-4-16,3 6-15 0,0-2-18 0,3 6-14 16,-2-2-30-16,3 3-31 0,-2-1-45 0,0 1-78 15,-2-4-252-15,1-3-610 0,0-3 269 0</inkml:trace>
  <inkml:trace contextRef="#ctx0" brushRef="#br0" timeOffset="163936.91">24517 8910 179 0,'0'0'317'0,"0"0"-13"0,-4-4-15 0,4 4-23 15,0 0-23-15,0 0-24 0,9-5-27 0,-1 3-19 16,2 0-21-16,6-1-6 0,4 1-20 0,8-2-14 16,0 2-19-16,5-2-23 0,-2 1-21 0,1 0-29 15,-1 1-29-15,-3-1-35 0,-8 1-35 0,-1 0-38 16,-6 0-34-16,1 0-60 0,-5-3-180 0,0 2-421 16,-5 0 187-16</inkml:trace>
  <inkml:trace contextRef="#ctx0" brushRef="#br0" timeOffset="164157.51">24683 8765 104 0,'-3'-2'304'0,"3"2"-17"0,0 0-21 0,0 0-20 16,0 0-23-16,-6-3-23 0,6 3-22 0,0 0-22 16,0 0-26-16,0 0-25 0,0 0-16 0,0 0-9 15,-1 12-15-15,1-2-7 0,0 2-4 0,0 0-6 16,-4 6-3-16,2 0-6 0,0 0 1 0,-1 1-9 15,1 0 0-15,2 6-3 0,-1-4-25 0,1-1-12 16,0-1-29-16,0 1-14 0,0 1-22 0,0-4-24 16,3 0-35-16,0-6-85 0,-3-2-147 0,2-2-396 15,0-3 176-15</inkml:trace>
  <inkml:trace contextRef="#ctx0" brushRef="#br0" timeOffset="164675.44">25074 8719 188 0,'4'-5'305'0,"-4"2"-27"16,0 3-27-16,3-4-26 0,-3 4-22 0,0 0-27 0,4-2-22 16,-4 2-17-16,0 0-16 0,2 8-14 0,-2 0-14 15,0 2 3-15,0 1-20 0,-2 5-9 0,-2-1-7 16,3 2-4-16,-1 4-6 0,-3-4-7 0,1 1 0 15,0 1-7-15,0 0-3 0,-2-2-5 0,2-3-2 16,2 3-2-16,-1-5-3 0,2-2-3 0,0 1 3 16,-2-5-5-16,2 1-1 0,0 0 5 0,-1-4-3 15,2 2 17-15,-1-1 43 0,1-1 35 0,0-3 33 16,0 0 35-16,0 0 23 0,0 5 21 0,0-5-22 16,0 0-22-16,10-10-20 0,-1 1-18 0,4-2-11 15,0-3-18-15,3 0-7 0,7-5-8 0,-2 0-14 16,-2 0-10-16,0-2-10 0,-5 9-4 0,-1-3-5 15,1 4-6-15,-5-1-3 0,-1 4-3 0,-1 0-7 16,-2 4-4-16,1-1-3 0,-3 1-8 0,0 0 0 16,1 3-11-16,-2-2-18 0,-2 3-9 0,3-4-25 15,-3 4-18-15,4-2-21 0,-4 2-15 0,0 0 3 16,0 0 10-16,0 0-4 0,-13 14 13 0,5-5 15 16,-3 3 2-16,-3 2 7 0,1-3 7 0,0 2 3 15,2-2 4-15,-1 3 2 0,3-4 0 0,3-2 6 16,-2 1 1-16,3-2 1 0,-4 0 2 0,8-2 5 15,-2 2-2-15,-2-2 6 0,5-1 5 0,-2 2 0 16,0-1-3-16,4 1 3 0,0-1 2 0,2 1 2 16,2-1-1-16,6 2-23 0,-2-1-41 0,8 0-37 15,0 4-50-15,0-5-61 0,1 2-72 0,-1-4-316 16,0-2-657-16,-2 1 290 0</inkml:trace>
  <inkml:trace contextRef="#ctx0" brushRef="#br0" timeOffset="164920.18">25482 8909 297 0,'0'0'314'0,"0"0"-11"16,-5 1-9-16,5-1-24 0,0 0-19 0,0 0-16 15,0 0-26-15,0 0-28 0,20-6-23 0,-7 3-2 16,6 0-43-16,9-1-14 0,3 2-43 0,0 0-28 16,-2 0-36-16,2 0-41 0,-1-2-57 0,1 3-56 15,-3-3-84-15,-7 2-154 0,-5-4-431 0,2 2 191 16</inkml:trace>
  <inkml:trace contextRef="#ctx0" brushRef="#br0" timeOffset="165160.9">25679 8760 144 0,'0'0'319'15,"-4"-1"-16"-15,4 1-22 0,0 0-22 0,-4-3-26 16,4 3-24-16,0 0-21 0,0 0-22 0,0 0-31 16,0 0-25-16,-6 7-10 0,6-2-14 0,-1 2-9 15,-1 0-4-15,1 8-8 0,0-1-6 0,-1 3-6 16,0 0-4-16,2 1-6 0,0-1-3 0,-1 2-6 0,1 0-1 15,-2-2-1-15,2 2-4 0,3 0-2 16,-3 1 2-16,0-5-39 0,0 2-19 0,2 0-30 16,0-1-25-16,-4-3-39 0,4-2-17 0,-1 0-50 15,-1-2-232-15,0-2-456 0,0-2 202 0</inkml:trace>
  <inkml:trace contextRef="#ctx0" brushRef="#br0" timeOffset="165596.87">26160 8632 14 0,'4'-4'319'0,"-2"-2"-18"0,0 4-12 0,-1 0-23 16,-1 2-19-16,4-4-29 0,-4 4-20 0,4-3-26 15,-4 3-26-15,0 0-21 0,0 0 1 0,2 9-26 16,0 3-11-16,-6 5-13 0,6 2-3 0,-6 8-5 15,2 2-10-15,2-2-7 0,-4 3-5 0,3 0-5 16,-3 1-3-16,6-2-2 0,-2-2-4 0,2-7-4 16,-2-2-1-16,1 2-3 0,1-3 3 0,0-4-10 15,0-1 1-15,0 0-5 0,-2-1 4 0,2-3-3 16,-2-1-3-16,0-4-8 0,0 1-2 0,2 1-1 16,-2 0 1-16,0-2-9 0,0-3 0 0,0 0-20 15,0 0-20-15,-4 3-87 0,4-3-96 0,0 0-248 16,-6-16-519-16,3 4 230 0</inkml:trace>
  <inkml:trace contextRef="#ctx0" brushRef="#br0" timeOffset="165841.62">26397 8614 163 0,'0'0'276'0,"0"0"-29"16,6-3-20-16,-6 3-27 0,0 0-13 0,7 9-11 15,-1-1-7-15,4 8-13 0,-5 1-8 0,8 9-8 16,-4 4-9-16,4 1-5 0,-3 3-9 0,3 12-10 0,-7-12-8 16,-2 1-8-16,0 0-5 0,-4-2 4 15,-1 4-18-15,-3-1-9 0,-4 8-3 0,1-12-1 16,-5-2-11-16,-2 0-4 0,-8-5 2 0,-1 1-19 16,-14 5-6-16,-5-4-28 0,-5-3-57 0,-7-2-60 0,-7-3-62 15,-3-4-314-15,-26-1-541 0,30-9 240 16</inkml:trace>
  <inkml:trace contextRef="#ctx0" brushRef="#br0" timeOffset="166491.72">24088 8468 2 0,'0'-5'254'0,"0"-2"0"0,0 4-4 16,0 3-22-16,0-9-23 0,0 9-21 0,-4-2-25 16,4 2-26-16,0 0-17 0,-6 14-9 0,-5 2-9 15,-4 9-8-15,1 9-14 0,-13 11-13 0,0 7-3 0,-1 3-6 16,-5 20-6-16,13-19-7 0,-1-5 0 0,3 4-9 16,9-2 3-16,4 3-6 0,5-3 12 15,9 2 2-15,5-4-3 0,13-1-3 0,8-3-2 0,12-3 6 16,23 8-35-16,-15-18-53 0,29 4-84 0,-27-17-307 15,5-3-474-15,0-6 210 0</inkml:trace>
  <inkml:trace contextRef="#ctx0" brushRef="#br0" timeOffset="171822.97">27621 7071 92 0,'0'0'282'0,"-1"-5"-17"16,1 5-11-16,0 0-16 0,0 0-10 0,0 0-5 15,0 0-25-15,1-5-17 0,-1 5-15 0,0 0-19 16,0 0-1-16,0 0-24 0,0 0-17 0,1-4-12 0,-1 4-4 16,0 0-20-16,0 0-6 0,0 0-9 0,11 7-6 15,-6-5-8-15,1 1-8 0,2 2-7 16,-1 3-1-16,7 3-10 0,-5 2-3 0,2 1 2 15,1 2-6-15,-3 2-1 0,0 5 9 0,-3-5-13 0,2 8 0 16,-4-7 1-16,0 6-3 0,-3-5 3 0,-5 0-3 16,3-1-1-16,-4 0 2 0,-2 0 2 15,0 1-2-15,-1-2 1 0,1-1-1 0,-3-1 1 16,1 0-2-16,0-4 0 0,-2 1 2 0,4-4-2 16,0-2 3-16,2-1-4 0,3 0 5 0,-2-2 2 0,1 0-1 15,0 2 9-15,0-3 26 0,3-3 25 16,-4 2 33-16,4-2 27 0,-2 3 15 0,2-3-5 15,0 0-11-15,0 0-16 0,6-17-13 0,3 9-7 16,2-7-16-16,8-5-2 0,3-2-12 0,3-3-1 0,1 1-18 16,10-9-13-16,-8 8-4 0,-2-2-5 0,-1 5 9 15,-3 1-14-15,0 0 2 0,-2 1 1 16,-7 6 5-16,1 4-1 0,-4-3 4 0,-5 3-2 0,4 1 6 16,-5 4 2-16,1-2-5 0,-1 3 0 0,0 1-2 15,-3-1-7-15,3 1-9 0,-4 3-19 0,3-5-11 16,0 4-31-16,-3 1-10 0,0 0-6 0,0 10 14 15,-6-1 6-15,2 7 4 0,-2 2 7 0,-3 7 4 16,-3-1 3-16,7 3 9 0,0 0 0 0,0-1 4 16,2-1 16-16,7 3-7 0,0 0-10 0,6-3 11 15,4 0-20-15,3-3-13 0,7 2-36 0,3-3-28 16,3-1-43-16,1-3-73 0,19 2-109 0,-18-8-236 16,3-2-616-16,-3-5 273 0</inkml:trace>
  <inkml:trace contextRef="#ctx0" brushRef="#br0" timeOffset="172457.26">27552 7703 16 0,'-19'0'230'0,"6"0"-24"0,-1-1-19 16,3 2-4-16,0-2-14 0,4 1-10 0,0 0-12 16,7 0-17-16,-9-2-9 0,2 2-12 0,7 0-12 15,-7 2-13-15,7-2-4 0,0 0-11 0,-7-2 0 16,7 2-6-16,-6-2-7 0,6 2 4 0,0 0-4 16,0 0-2-16,0 0 3 0,0 0 3 0,0 0-2 15,0 0 7-15,0 0 0 0,0 0-4 0,0 0-5 16,0 0-2-16,0 0 0 0,-5 4 1 0,5-4-6 15,0 0 3-15,0 0-2 0,0 0-3 0,0 0-1 16,0 0 4-16,0 0-8 0,0 0-6 0,0 0 1 16,0 0-5-16,0 0-1 0,0 0-4 0,0 0 1 15,0 0-2-15,0 0-3 0,0 0-1 0,0 0-3 16,0 0 1-16,0 0-6 0,0 0-4 0,0 0 5 16,0 0 0-16,0 0-7 0,0 0 3 0,0 0 1 15,0 0-5-15,0 0 5 0,0 0-5 0,0 0 0 16,0 0 7-16,0 0-2 0,0 0 2 0,0 0-3 15,0 0-1-15,0 0 3 0,0 0-1 0,0 0 3 16,0 0-2-16,0 0 0 0,0 0 1 0,0 0-5 16,0 0 6-16,0 0-8 0,0 0 7 0,0 0-6 15,0 0 2-15,0 0-5 0,0 0 3 0,0 0-2 16,30-2 2-16,-3-4 0 0,12 3-5 0,16 1 15 16,3-1-13-16,33 3-3 0,-25-6 1 0,26 0-5 15,6 0 13-15,-4 5 7 0,-4-4 1 0,4 3 3 0,-29-1-1 16,27 0 1-16,-32 0-6 0,2 2 0 15,-7 1 0-15,-15 1-6 0,-3-2 5 0,-6 0-4 16,-2 1-2-16,-10 0 7 0,-5 0 1 0,-2 1-30 16,-2-1-8-16,-4 0-14 0,2 0-13 0,-8 0-19 0,6-1-11 15,-6 1-13-15,0 0-12 0,0 0-27 0,0 0-27 16,-22 5-29-16,9-2-33 0,-6 0-76 16,-3 0-164-16,-5-1-496 0,0 3 220 0</inkml:trace>
  <inkml:trace contextRef="#ctx0" brushRef="#br0" timeOffset="173071.37">28095 7796 118 0,'0'0'318'16,"-7"-1"-25"-16,7 1-14 0,0 0-28 0,-2-5-29 16,2 5-13-16,0 0-27 0,0 0-16 0,0 0-18 15,0 0-21-15,0 0-9 0,0 0-12 0,12-2-12 16,-12 2-11-16,18 2-5 0,-6 0-10 0,1 1-9 16,6 2-3-16,-6-2-8 0,-3 4-8 0,7 0 7 15,-7 0-12-15,3 8-7 0,-5-9-3 0,1 6-7 16,-2-1 2-16,-2 6-5 0,-2-3-5 0,-3 3 1 15,-3 0 5-15,-2 2-7 0,-5 3-4 0,-3 2 2 16,-3-2 0-16,-4 3 2 0,-4 0-6 0,-1-3-1 16,-2-3 2-16,0 0 9 0,3-3-10 0,1-2 0 15,2-4 1-15,6-2 1 0,-2 0-4 0,7-3 1 16,0 0 3-16,2-4 3 0,3 4 22 0,-1-3 26 16,-1 0 30-16,2 0 16 0,5-2 10 0,0 0 0 15,0 0-23-15,-4-6-6 0,4 1-10 0,4 0-10 0,6-2-15 16,-2 0-6-16,2-1-1 0,-1 2-14 15,8-1 0-15,1 1-1 0,-2 1-4 0,-3 0-7 16,5 0-4-16,-1 5 1 0,-5-1-1 0,7 1-3 16,-2 1-5-16,4 2 1 0,-2-2-1 0,0 3 6 0,-1 1-9 15,-3 2 6-15,3-5 0 0,-1 4-6 16,1-2-2-16,-7 2 2 0,3-2 6 0,-2-1-1 0,-1 1-1 16,-1-2 0-16,-1 2 4 0,1-3 0 15,-2 1 9-15,1-2-13 0,0-2 2 0,1 0 11 0,1-2-6 16,1-1-4-16,0-1 10 0,-1-1 6 0,3-1-8 15,-3 1 1-15,-1 0 4 0,0-3-5 0,-1 4 1 16,0-2-1-16,0 1-2 0,-3 0-3 0,2 1-1 16,-3 1-2-16,0 3-1 0,-1-3-2 0,0 1-18 15,1 0-25-15,-1 0-37 0,1 1-32 0,-1-2-35 16,3 1-42-16,-4 1-63 0,3-2-84 0,-1 0-276 16,1-3-656-16,-1-1 290 0</inkml:trace>
  <inkml:trace contextRef="#ctx0" brushRef="#br0" timeOffset="173389.62">28804 7154 51 0,'0'-4'263'0,"4"3"-27"0,1 1-22 0,-5 0-19 16,16 5-11-16,-4 6-15 0,9 8-12 0,-2 1-5 15,4 9-1-15,5 13-20 0,-1 3-4 0,2 6-9 16,-4 2-6-16,-5 4-12 0,3 30 1 0,-8-5-7 16,-7-25-7-16,-3 24-7 0,-2-25-5 0,-8 6-11 15,-3-5-5-15,-6 2-6 0,-3-6-4 0,-6 0-2 16,-5-3-9-16,-5-4 7 0,-3-2-9 0,-7-1-6 0,-20 17-22 15,14-21 1-15,-5-5-34 0,-24 8-53 16,20-20-57-16,3-4-83 0,-6-6-246 0,-1-3-502 16,4-6 223-16</inkml:trace>
  <inkml:trace contextRef="#ctx0" brushRef="#br0" timeOffset="173790.61">27346 7017 134 0,'0'0'195'15,"0"0"-20"-15,-6 11-21 0,-3 0-9 0,-4 14-6 16,-2 6-10-16,-11 18-12 0,-16 25-3 0,1-1-4 16,-2 5 1-16,3-3-7 0,3 8-3 0,5-3-2 15,5-1-9-15,10-21 2 0,8 1 22 0,3-1 7 16,12 0 0-16,5-5 1 0,8-3-6 0,11-3-2 15,8-5-9-15,13-5-5 0,32 5-6 0,5-8-10 16,7-8-5-16,12-9-11 0,6-4-19 0,5-7-39 16,3 0-45-16,0-9-49 0,-5 0-75 0,-6 0-125 15,-5-6-174-15,-9-5-495 0,-34-3 219 0</inkml:trace>
  <inkml:trace contextRef="#ctx0" brushRef="#br0" timeOffset="174405.15">29439 6838 122 0,'2'-4'279'0,"-2"2"-18"0,2-2-18 0,-2 4-17 0,0-6-18 15,0 6-24-15,4-2-21 0,-4-1-16 0,0 3-15 16,0 0-14-16,0 0-16 0,5 7-12 0,-1-2-7 16,-3 5-9-16,3 4-5 0,-3 1-10 0,3 4 1 15,-4 8-10-15,0-3-5 0,0 3-4 0,0 0-1 16,0 2-4-16,-2-5-3 0,0 1-7 0,-3-6 2 15,4-5-3-15,1 0-4 0,0-4 0 0,-2-1 0 16,2-4-1-16,-2 3 2 0,2-5 29 0,0 0 27 16,0-3 24-16,2 2-12 0,-2-2-8 0,12-8-10 15,-3 1-5-15,5-3 15 0,4-2-29 0,-3-2-2 16,5-3-6-16,0-1-5 0,-2 0 3 16,-3 5-3-16,1 0-1 0,0 1-2 0,-3 2-7 0,-2 1 4 15,-1 2-7-15,-1 2-3 0,-2 0-6 0,-2 1-8 16,3 3-7-16,-2-1-9 0,4 4-2 0,-3 1 2 15,3-1-23-15,3 3-15 0,-4 5-41 0,5-1-20 16,0 4-37-16,-3-1-53 0,2 0-54 0,-4 0-301 16,1-5-595-16,0 0 262 0</inkml:trace>
  <inkml:trace contextRef="#ctx0" brushRef="#br0" timeOffset="174608.87">29999 6965 115 0,'0'0'291'0,"0"0"-20"0,0 0-26 0,0 0-22 16,7-8-26-16,0 5-23 0,6 2-13 0,6-2-17 16,2-1-15-16,9 1-11 0,3 0-16 0,3 2-13 15,0-2-12-15,0 3-40 0,-2-2-42 0,-4 0-41 16,-1-1-51-16,-6 1-45 0,-4-4-206 0,-6 4-376 15,-3-3 167-15</inkml:trace>
  <inkml:trace contextRef="#ctx0" brushRef="#br0" timeOffset="174816.11">30220 6774 197 0,'0'0'250'0,"-7"-3"-16"0,7 3-21 16,-4-2-22-16,4 2-21 0,0 0-17 0,0 0-12 15,0 0-21-15,-7 8-4 0,6-1-15 0,-3 4-7 16,2 6-8-16,-5 0-10 0,5 10-1 0,-3 2-6 16,1 1-8-16,1-1-7 0,3 2 0 0,0 0-5 0,0 3 12 15,4-2-11-15,0 2-16 0,-3-4-28 16,-1-3-34-16,0 0-48 0,0-7-59 0,0-2-268 16,0-7-436-16,0-1 192 0</inkml:trace>
  <inkml:trace contextRef="#ctx0" brushRef="#br0" timeOffset="175205.04">30529 6649 240 0,'4'-4'232'0,"5"2"-21"16,0-3-13-16,-3 3-10 0,6 2-24 15,1 0-15-15,1 2-14 0,3 0-9 0,-3 3-12 16,1 0-11-16,3 6-9 0,-4-1-9 0,1 3-8 16,-3 2-11-16,0-3-6 0,-3 5-2 0,-5-2-12 15,6 2 2-15,-8 1-8 0,0 0-2 0,-4 1-4 0,0 0-5 16,-14 5-2-16,7-7-4 0,-3 3-1 15,2-5-2-15,-1 2-3 0,1-5 0 0,-1-2-3 16,3-2 2-16,1 0-6 0,2-3 0 0,0 0 3 16,3-1-3-16,-1 1 1 0,0-2 7 0,2-1-6 0,1-2 2 15,1 6-4-15,-1-6 2 0,15 1-2 16,-2-1 2-16,8 3-4 0,0-3-3 0,7 0-12 16,3-3-34-16,-3 3-62 0,7-1-81 0,-6-3-235 15,4 1-453-15,1-3 201 0</inkml:trace>
  <inkml:trace contextRef="#ctx0" brushRef="#br0" timeOffset="175739.01">31232 6538 178 0,'0'0'190'0,"0"0"-18"0,-9 5-11 0,8 1-21 0,-7 1-10 15,3 4-15-15,-2 4-17 0,1 7-3 0,-2-2-13 16,1 6-4-16,-1-2-8 0,-1 1-8 16,1 0-3-16,1 3-9 0,-1 2-3 0,5-2-6 0,-4-2-4 15,2-7-1-15,3 0-7 0,-1 2-6 0,-1-5 4 16,2 0-2-16,0-5-1 0,1-1-6 0,0-5 5 16,0 2 25-16,1-2 34 0,-2-3 42 0,1 2 41 15,1-4 22-15,3 4 37 0,-3-4 1 16,0 0-20-16,0 0-23 0,9-13-18 0,0 4-13 0,-2-6-17 15,5-1-14-15,2 1-13 0,2-7-12 0,5-2-5 16,-1 2-11-16,2 0-11 0,1 0-6 16,5-2 3-16,-9 3-8 0,3 2-11 0,-7 4-9 15,1 2 0-15,-2 1-3 0,-5 3-3 0,-2 1-3 16,0 4 0-16,0-1 0 0,-2 1-3 0,-1 0-6 0,-2 0 0 16,1 1-6-16,0 1-1 0,-3 2-4 0,3-4-8 15,-3 4-3-15,3-3-30 0,-3 3-10 16,0 0 4-16,0 0 2 0,0 0 8 0,-14 14-5 15,0-2 13-15,-1 0 1 0,-2 1-5 0,2 0 10 16,-3-1 1-16,4 2 11 0,-1 0-8 0,3-5-2 0,-1 4 2 16,3-2-3-16,4-3 0 0,-1 1 5 0,1-1 1 15,1-1-15-15,2 0 14 0,-2 3 2 0,5-3 7 16,0 1-5-16,3 3-3 0,2-3 8 16,4 9 3-16,2 0-3 0,7 3 0 0,3-1 3 15,3 3 1-15,3 4-3 0,1-3-11 0,1 0-45 16,8 10-63-16,-10-8-87 0,-1 2-132 0,-5-4-305 15,0-3-694-15,-5-6 307 0</inkml:trace>
  <inkml:trace contextRef="#ctx0" brushRef="#br0" timeOffset="178033.89">10756 12980 29 0,'0'0'173'0,"0"0"-2"0,0 0-9 0,0 0-6 16,0 0 3-16,0 0-10 0,0 0 1 0,-5 0-6 15,5 0-7-15,0 0-10 0,0 0-9 0,0 0-13 16,0 0-10-16,0 0-8 0,21-7-11 0,-5 2-10 15,2 0-11-15,10 0 2 0,4-2-10 0,0 2-3 16,1 1-13-16,3-1-25 0,2 0-25 0,-2 0-24 16,-1 0-30-16,-2 3-46 0,-5 0-67 0,-8-1-132 15,-3 4-344-15,-7 0 153 0</inkml:trace>
  <inkml:trace contextRef="#ctx0" brushRef="#br0" timeOffset="178206.86">10860 13186 152 0,'-3'3'166'0,"3"-3"-1"0,-2 4 2 0,2-4-4 15,0 0-1-15,9 3-10 0,-3-3-12 0,9 0-15 16,2 0-12-16,5-3-12 0,7 3-14 0,0-3-32 16,-1-1-37-16,-1 0-37 0,3 1-59 15,-11 0-201-15,0-4-301 0,-3 2 134 0</inkml:trace>
  <inkml:trace contextRef="#ctx0" brushRef="#br0" timeOffset="178705.76">11096 12796 272 0,'0'-4'283'0,"-2"1"-11"16,-1-3-25-16,2 2-21 0,-3 1-25 0,4 3-19 15,0-4-22-15,0 4-17 0,-1-4-15 0,1 4-16 16,0 0-16-16,0 0-10 0,0 0-5 0,6 11-13 16,-3-3-4-16,2-3-8 0,-2 4-5 0,5 1-6 15,1 4 3-15,3-1-12 0,-3-1-2 0,5 2-5 16,0-2 1-16,1-1-4 0,0 1-1 0,2 0-2 16,1-3-4-16,-2-3 1 0,4 2-6 0,-4-1 3 15,0-4-2-15,-5 0 0 0,2 0-6 0,-1-2 2 16,-1 2 2-16,-3-2-1 0,-3-1-3 0,1 0 8 15,2 1 9-15,-8-1 6 0,7 2-2 0,-4-1 4 16,-3-1 2-16,0 0-5 0,8 0-4 0,-8 0-5 16,0 0-12-16,4 2-8 0,-6 3-1 0,-2 2-4 15,-1 4 3-15,-6 11 2 0,-5 0-1 0,-2 8-1 16,-7 9-5-16,-2 2 10 0,-2 0-8 0,-1 2 2 16,1-1 2-16,2 1 0 0,-1-2-2 0,3-2 10 15,6-8-11-15,2-2 2 0,0-3 1 0,3-1 0 16,1-3-7-16,3-8 6 0,2-1 3 0,3-2-4 15,0-3 2-15,1-2 10 0,-2 2 7 0,3-4 23 16,2 0 24-16,-1 1 34 0,-1-3 7 0,3-2 5 16,0 0 12-16,-4 5-4 0,4-5-8 0,0 1-1 15,0-1-9-15,0 0-8 0,0 0-8 0,0 0-11 16,0 0-32-16,0 0-39 0,0 0-51 0,0 0-52 16,0 0-62-16,9-13-64 0,-8 8-76 0,6-6-353 15,0 3-707-15,2-2 313 0</inkml:trace>
  <inkml:trace contextRef="#ctx0" brushRef="#br0" timeOffset="180303.95">12733 12489 89 0,'0'0'132'0,"0"0"-10"0,0 0-4 0,-5 0 3 0,5 0-5 15,0 0-1-15,0 0-5 0,0 0-3 0,0 0-2 16,0 0-5-16,-6-2-9 0,6 2-4 0,0 0 2 16,0 0-11-16,0 0-6 0,0 0 1 15,0 0-8-15,0 0-11 0,0 0-1 0,0 0-5 0,0 0-3 16,0 0 0-16,0 0-8 0,0 0 0 0,0 0-3 15,0 0-1-15,0 0-7 0,0 0-4 0,0 0-3 16,16-3-7-16,-3-1 10 0,10 1-4 0,-4 1-2 16,16-1-2-16,-4 3 0 0,7-2-5 0,15-5 6 15,0 4-1-15,2-2-2 0,-3 0-1 0,-1 1-2 16,-10 1-3-16,-4 1 1 0,3 0 1 16,-5 1-4-16,-1-3 3 0,-4 4-4 0,-8 2-5 15,-4-4-13-15,-5 1-8 0,-2 1-25 0,-4 0-11 0,-1 0 0 16,-6 0-18-16,0 0-9 0,0 0-9 0,0 0 0 15,-18 4-7-15,4-3 8 0,-3 2-3 0,-3-1 20 16,-2 1 0-16,2-3 11 0,-3 4 10 0,1 1 2 16,2-2 4-16,0-1 12 0,0 1 0 0,2-2 4 15,-1 6 1-15,5-6 5 0,1 2 3 0,2-1 4 16,-1 0 8-16,3 1 0 0,3-1 7 0,-1 1 6 16,0-3 16-16,7 0 7 0,-9 2 14 0,9-2 13 15,-7 0 5-15,7 0 11 0,-6 0 10 0,6 0 3 16,0 0 4-16,0 0 7 0,0 0 1 0,-9-2-1 15,9 2-6-15,0 0 0 0,0 0 0 0,0 0-10 16,0 0-9-16,-5 2-5 0,5-2-7 0,0 0-8 16,0 0-6-16,-3 3-6 0,2 3-2 0,0 1 0 15,0 4-5-15,-3 6 0 0,0 2-2 0,-2 10 0 16,1 0-4-16,-2 5 0 0,2 2 0 0,-1 0-1 16,-3 10-2-16,1 1 2 0,2-11-2 0,2 12-4 15,1-14 2-15,-1 15-8 0,4-14 4 0,-1 0 0 16,0 11-1-16,-3-10 0 0,4 0-1 0,-1-4-1 15,-2 1 0-15,3-2-2 0,-1-1 1 0,-3-4 14 16,0 1-1-16,3-9-1 0,-3 0-4 0,-1-2 1 16,-3-6-2-16,3 3 4 0,0-4 7 0,1-2 8 15,-4 3 6-15,1-4 8 0,-2-1-1 0,0-3 0 16,-5 2-4-16,1-3-5 0,-5-1 1 0,0 0 0 16,-2-3 4-16,0-1-3 0,-1-1 4 0,-2 2 5 15,-4-7-4-15,-1 1-3 0,1-3 1 0,-1 1-7 16,0 1-5-16,-2-1 14 0,0 4-18 0,3-3-4 15,-1 3-4-15,6 1 1 0,3 2-8 0,6 0 3 16,1 1-3-16,3 1 1 0,2 1-4 0,2-1-13 16,-1 0-23-16,0 0-26 0,6 2-16 0,0 0-24 15,0 0-7-15,-6 7-21 0,6-7-52 0,16 8-108 16,-4-6-199-16,7 2-520 0,3-1 231 0</inkml:trace>
  <inkml:trace contextRef="#ctx0" brushRef="#br0" timeOffset="180937.22">13363 13580 141 0,'-8'0'162'0,"5"0"-16"0,-3 3-10 16,6-3-13-16,0 0-9 0,-8 0-8 0,8 0-8 0,0 0-8 16,-6 1 3-16,6-1-4 0,0 0 4 15,0 0 4-15,0 0-6 0,0 0 2 0,0 0-4 16,0 0-6-16,0 0 2 0,-6 0-6 0,6 0 0 15,0 0-7-15,0 0-7 0,0 0-4 0,0 0-7 0,0 0 0 16,0 0-3-16,0 0-9 0,0 0-3 0,0 0-3 16,0 0-5-16,0 0-2 0,0 0 0 15,0 0-4-15,0 0-3 0,0 0 1 0,0 0-1 16,0 0-1-16,29-1-3 0,-11-2 2 0,9 3-6 0,4-4 4 16,0 0-1-16,4 0-2 0,-2 2 0 0,3-1-1 15,-3-1-5-15,2 1 7 0,-7 1-10 0,-5 2 3 16,0-3-3-16,-6 2 18 0,-3 1-1 15,-3-1-3-15,-4 1-4 0,0-3 0 0,1 3 0 0,-3 0-3 16,-5 0-4-16,9-1 1 0,-9 1-8 0,5-1-10 16,-5 1-15-16,0 0-19 0,0 0-23 15,-19 0-23-15,8 0-25 0,0 1-23 0,2-1-32 16,-2 0-42-16,2 0-163 0,2-1-404 0,2 2 179 16</inkml:trace>
  <inkml:trace contextRef="#ctx0" brushRef="#br0" timeOffset="181505.22">13978 13378 149 0,'2'-3'316'0,"1"0"-21"0,-3 3-24 0,0 0-30 0,1-4-19 16,-1 4-26-16,0 0-21 0,0 0-15 0,0 0-26 15,0 0-10-15,0 0-15 0,0 0-12 0,5 14-9 16,-4-9-7-16,-1 5-10 0,0 2-4 0,0 0-8 16,2 2-9-16,-5 1-2 0,2 2 2 0,0 0-11 15,-2 2-7-15,2-2-2 0,-4 0-3 0,2-3 1 16,1 1-5-16,-1-2-1 0,2-5-2 0,0 0-1 16,-2-2-4-16,2 0 1 0,-1-1 1 0,2 0 7 15,-1 0 38-15,1-5 40 0,-1 4 2 0,1-4 26 16,0 3 29-16,0-3 10 0,0 0 1 0,0 0-20 15,0 0-15-15,0 0-11 0,10-13-11 0,-5 6-15 16,3-2-8-16,-1 1-19 0,1-4-1 0,1-2-6 16,3 2-7-16,-5 2-6 0,1 0-2 0,2 3-8 15,-5-2-5-15,0 3-3 0,-1 2-2 0,0 1-1 16,1-2-11-16,0 1-16 0,-1 4 1 0,-4 0-16 16,4-5-8-16,-4 5-2 0,0 0-4 0,9 5-5 15,-5-1 0-15,-3 1 1 0,4 1-3 0,0 4 4 16,-1-1 3-16,0 0-2 0,0 2 0 0,0-2 5 15,-2 4 5-15,2-2-1 0,-1-1 8 0,1-2-1 16,-1 3 0-16,0-4 7 0,-2 0-6 0,1-4-15 16,0 3 15-16,-1-2 14 0,0-2-17 0,1 1 4 15,-2 1-4-15,0-4 7 0,2 3 2 0,-2-3-3 16,0 0-3-16,2 4 6 0,-2-4-4 0,0 0 3 16,0 0-4-16,0 3 3 0,0-3 5 0,0 0-16 15,0 0-7-15,0 0-11 0,2 4-7 0,-2-4-16 16,0 0-11-16,0 0-12 0,0 0-19 0,0 0-26 15,0 0-33-15,13-4-21 0,-9 1-55 0,5-2-52 16,-4 1-294-16,4-2-629 0,-4 0 280 0</inkml:trace>
  <inkml:trace contextRef="#ctx0" brushRef="#br0" timeOffset="182104.7">14513 12741 188 0,'4'-2'200'0,"5"1"-8"16,-3-1-17-16,2 3-14 0,0 0-13 0,3 2-9 16,1 2-11-16,-2 2-13 0,1-1-6 0,3 7-9 0,-2-1-7 15,-2 1-6-15,-2 3-7 0,-2 1-4 0,2 0-8 16,-6 0-7-16,0 0 1 0,-2 1-4 15,-2 0-1-15,-2-1-9 0,-2 0-7 0,-3 0 2 16,0-1-6-16,-1 0-2 0,2-7-4 0,-1 5 0 0,3-4 0 16,-3-2-1-16,4-3 6 0,-1 3-3 0,0-4 6 15,4 0 14-15,-2 0 22 0,-1-2 30 0,4 1 38 16,1-3 13-16,0 0-21 0,0 0 6 0,0 0-14 16,-4-13-13-16,7 8-6 0,3-5-25 0,1-4-1 15,1 4-6-15,3-5-5 0,1 1 3 0,1 0-22 16,1-1-1-16,0 1-6 0,0 1-8 0,0 4-5 15,-5 0 3-15,1 1-6 0,-2 1-6 16,-2 2-2-16,1 2-5 0,-1-2-7 0,-2 3-2 0,1-1-16 16,-1 2-12-16,-4 1-5 0,9 1-2 0,-3 4-4 15,-2 0-2-15,4 1 5 0,-3 3-2 0,0 0 1 16,4 1 4-16,0 5 6 0,0 1-5 0,0 1 1 16,2 0-10-16,0 0-31 0,1-2-17 15,-3 0-28-15,0 0-30 0,0 1-34 0,0-2-56 0,-4-5-79 16,-1-2-217-16,1-2-570 0,-4-1 253 0</inkml:trace>
  <inkml:trace contextRef="#ctx0" brushRef="#br0" timeOffset="182369.57">14996 12676 116 0,'4'-4'230'0,"0"3"-19"0,-2-2-18 0,5 3-15 16,-7 0-11-16,11 5-12 0,-3 2-12 0,2 1-7 16,2 4-11-16,-2 3 0 0,5 8-10 0,-3 1-9 15,-2 3-3-15,-3 5-7 0,-3-3-6 0,0 2-4 16,-8 3-8-16,-1 1-6 0,-9 12-1 0,1-13-7 16,-3 0-9-16,-6 10-3 0,-6-5-8 0,4-11 0 15,-3-3-10-15,-4 1-4 0,-9 1-6 0,6-8-22 16,1 0-25-16,-3-4-24 0,2-1-34 0,-1-3-41 15,1-4-64-15,3-3-229 0,3-6-449 0,0 1 199 16</inkml:trace>
  <inkml:trace contextRef="#ctx0" brushRef="#br0" timeOffset="182669.87">14512 12550 98 0,'-16'7'198'0,"-3"2"-9"16,-8 8-14-16,-1 8-15 0,-11 8-9 0,-2 4-11 15,-4 2-7-15,4 6-12 0,0-1-14 0,3 2-10 16,3 0-10-16,5-2-7 0,4 4-4 0,7-5-11 15,10-11-3-15,4 0 17 0,1 1 6 0,8-1-3 16,3-1-6-16,9-3 1 0,6 0-1 0,9-4-8 16,18 5-7-16,10-5-3 0,32-1-30 0,-29-9-48 15,33 0-51-15,-3-4-71 0,0-8-258 0,-28-2-432 16,27 2 191-16</inkml:trace>
  <inkml:trace contextRef="#ctx0" brushRef="#br0" timeOffset="182949.1">15742 12971 78 0,'4'-6'217'0,"5"4"-23"0,0 0-16 0,10-3-24 16,4 0-13-16,-2 4-23 0,8-3-37 0,3 0-51 16,0 1-74-16,-2-4-148 0,0 1-207 0,-7 5 93 15</inkml:trace>
  <inkml:trace contextRef="#ctx0" brushRef="#br0" timeOffset="183100.79">15851 13101 110 0,'-4'3'199'0,"4"-3"-9"16,0 4-9-16,0-4-14 0,17 0-16 0,-1 1-15 15,14-2-15-15,3 2-28 0,5-2-56 0,20-3-69 16,-6 0-194-16,-1-2-245 0,1 1 110 0</inkml:trace>
  <inkml:trace contextRef="#ctx0" brushRef="#br0" timeOffset="183502.08">17068 12876 16 0,'-7'0'234'16,"7"0"-1"-16,0 0-1 0,0 0-2 0,0 0-13 15,0 0-11-15,0 0-20 0,0 0-19 16,0 0-18-16,13-6-12 0,0 5-14 0,7-2-18 0,2 1-4 16,7 2-12-16,5-2-12 0,-1-1-9 0,4 1-1 15,1 0-11-15,3-1-7 0,-5 1 1 0,3 2-9 16,-4-3-2-16,-3 0 0 0,-3 1-5 0,-15 0-4 16,0 2 0-16,-5-1-3 0,0 0 0 0,0 1-4 15,-4-1-3-15,-5 1-5 0,9-3-12 0,-5 2-23 16,-4 1-21-16,-1-5-28 0,1 5-27 0,-8-5-36 15,4 3-41-15,-1-1-77 0,1-1-141 0,4 4-421 16,-5-3 187-16</inkml:trace>
  <inkml:trace contextRef="#ctx0" brushRef="#br0" timeOffset="183843.6">17837 12605 25 0,'1'-4'287'0,"-1"1"-25"0,0 3-18 0,2-5-23 15,-2 5-22-15,3-2-23 0,-3 2-21 0,0 0-15 16,0 0-12-16,4 8-14 0,-3-2-5 0,1 9-10 16,0-1-6-16,1 6-11 0,-2-2-2 0,3 7-5 15,-2 2-7-15,3-3-5 0,-3-4-11 0,1 5-2 16,0-5 0-16,-2 0-7 0,3 6 2 0,-1-9-9 15,-1 1-4-15,0-1-6 0,-1-6 1 0,2 1-1 16,-2-3-6-16,-1 2 2 0,1-5-1 0,-1-1-5 16,0 2 5-16,1-3-8 0,-1 0 3 0,3-2-1 15,-3 3 0-15,0-5-3 0,0 0 1 0,-3 6-1 16,3-6-1-16,0 0-7 0,0 4-1 0,0-4-13 16,0 0-8-16,0 0-16 0,0 0-37 0,0 0-101 15,0 0-62-15,0 0-213 0,-3-19-485 0,5 13 214 16</inkml:trace>
  <inkml:trace contextRef="#ctx0" brushRef="#br0" timeOffset="184119.51">18201 12489 99 0,'0'0'188'15,"15"9"-22"-15,-8 1-2 0,4 3 0 0,-2 3-14 16,3 9-8-16,-1 2-8 0,1 5-7 0,-2 1-12 0,-1 2-9 16,-2 12-1-16,-1-1-9 0,-8 2-8 0,0-2-12 15,-5-13-6-15,-2 14-5 0,-9-3-5 16,2-10-4-16,-6 7-5 0,-1-11-5 0,-9 5-6 16,-4-2-3-16,-4-5-6 0,-1-1-5 0,6-9-9 0,-1-3-22 15,-13 4-15-15,0-2-29 0,0-5-18 0,-7-5-47 16,16-6-60-16,-13-1-158 0,1-2-360 0,-2-4 160 15</inkml:trace>
  <inkml:trace contextRef="#ctx0" brushRef="#br0" timeOffset="184403.01">17280 12455 211 0,'-3'-5'211'0,"-3"4"-16"16,-5 6-16-16,-1-1-10 0,-6 6-14 0,-5 9-14 0,-4 4-12 16,-9 14-14-16,0 4-11 0,-1 5-10 0,3 4-7 15,1-2-15-15,2 3-4 0,7 0-8 0,3 2-6 16,6-1-4-16,7-2 22 0,8-1-3 15,5-3-1-15,13 2 2 0,10-4-5 0,8-4 0 0,9-5-5 16,7 2-2-16,29 3-6 0,3-8-33 0,-24-12-58 16,4-3-78-16,0-8-306 0,2-1-458 0,-7-4 203 15</inkml:trace>
  <inkml:trace contextRef="#ctx0" brushRef="#br0" timeOffset="185388.48">18491 12112 10 0,'3'-4'218'0,"-1"0"-13"0,-1 1-7 15,-1 3-3-15,2-7-22 0,-1 5-17 0,-1 2-13 16,0 0-17-16,4-4-18 0,-4 4-12 0,0 0-7 16,4 9-6-16,-2-3-14 0,-2 3 2 0,1 1-12 15,1 7-3-15,-2-1-4 0,-2 4-7 0,0 6-4 16,-2 0-6-16,-2 0-1 0,3 2-4 0,-1-1-2 16,-1-1-1-16,1-7-4 0,-1-3-4 0,3 2 2 15,-6-3-6-15,7-3 0 0,-2-4 1 0,2-1-3 16,-3-2 5-16,4 0 44 0,0-1 40 0,0-4 27 15,0 6 27-15,0-6-19 0,0 0-15 0,0 0-12 16,17-17-9-16,-10 6-13 0,5-3-9 0,1-1-3 16,-1-1-12-16,5-6-4 0,2 0-7 0,-2 0-5 15,-1 3-4-15,-3 3 0 0,0 5 0 0,-3 0-9 16,-1 5-3-16,-1-4-9 0,-3 6 3 0,0-2-4 16,0 2-8-16,-4-1 0 0,3 3-18 0,0 0-8 15,-4 2-9-15,8 0-2 0,-8 0-4 0,8 7-3 16,-2 2 1-16,-1 1-2 0,3 3-6 0,-1 1-27 15,1 5-15-15,-1 0-27 0,4 2-24 0,1 4-44 16,-1-11-71-16,-1 1-282 0,5-2-571 0,-4-2 253 16</inkml:trace>
  <inkml:trace contextRef="#ctx0" brushRef="#br0" timeOffset="185777.19">19318 12167 167 0,'-5'-2'168'0,"5"2"-5"16,0 0-4-16,-3-3-10 0,3 3-4 0,0 0-8 16,0 0-6-16,0 0-7 0,0 0-8 0,0 0-12 0,0 0-2 15,9-4-8-15,5 4-9 0,4 0-4 0,11-3-12 16,0 3-5-16,-1 0-3 0,6 0-10 0,-2-1-4 16,5 0-2-16,0 1-7 0,0-2-3 15,2 2-5-15,-3 0 0 0,0-1-5 0,-4-1-8 0,-2 2-5 16,-11 0-9-16,-5 2-9 0,-1-2-20 0,-2 0-16 15,-4-2-16-15,-7 2-16 0,5 2-12 0,-5-2-16 16,0 0-7-16,0 0-17 0,-28 1-7 16,15 1-20-16,-5 0-104 0,-1-2-277 0,1 0 123 0</inkml:trace>
  <inkml:trace contextRef="#ctx0" brushRef="#br0" timeOffset="186169.94">19635 12160 89 0,'-7'0'55'16,"-2"0"29"-16,9 0 5 0,-10 0-1 0,6 2 2 15,4-2-1-15,0 0 11 0,-11-2 5 0,11 2-5 16,0 0 0-16,0 0 6 0,-9 0-7 0,9 0-1 15,-4-2-13-15,4 2-5 0,0 0-9 0,0 0-6 16,0 0-14-16,0 0-5 0,-4 6-3 0,3-2-3 16,1 0-1-16,-3 3-4 0,2 3 3 0,-2 6-3 15,1 4 7-15,-3 6-4 0,-3 3 3 0,3 3-2 16,-1 3 5-16,-7 12-2 0,4-2 0 0,1 3-1 16,3-2 1-16,-1-12-2 0,-2 4-2 0,4-4-2 15,0-1 0-15,1 0-6 0,1-4 0 0,1 2-6 16,2-5 0-16,-1-2-4 0,0-2-2 0,0-3-4 15,-4-4 1-15,4 2 1 0,-1-5-2 0,-3 0 0 16,3 1-1-16,-3-4 3 0,0-1 0 0,3 0 6 16,-1 0 3-16,-2-3 2 0,1 3 4 0,1-6 2 15,-4 1 10-15,0 1 16 0,0-4-10 0,-3 0 1 16,-4-2-2-16,0 1-2 0,0-4 2 0,-4-1 14 16,0 0 0-16,2-3 4 0,-2 0-3 0,2 0-5 15,-2-2 2-15,0 1-10 0,4 1-6 0,-3-1-6 0,2-1-2 16,-1 1-6-16,2 3 7 0,3 1 1 0,-1 0-20 15,4 1 1-15,-2 1-4 0,4 2-7 16,0-2-1-16,-1 3-21 0,6 1-18 0,-6-3-14 16,6 3-17-16,-7 0-30 0,7 0-28 0,0 0-13 15,-3 8-30-15,3-8-56 0,8 5-282 0,0-2-543 16,4-1 239-16</inkml:trace>
  <inkml:trace contextRef="#ctx0" brushRef="#br0" timeOffset="186686.89">19806 12806 97 0,'2'-8'238'0,"-2"8"-4"0,2-5-23 15,-2 5-16-15,1-1-22 0,-1 1-15 0,0 0-14 16,0 0-16-16,0 0-16 0,0 0-10 0,0 0-9 16,0 0-10-16,-1 12-9 0,-1-6-5 0,0 2-10 15,1 4-1-15,-3-2-8 0,0 2-1 0,-2 2-7 16,-1 3-4-16,1-1-7 0,-1 1 0 0,0-1-3 15,-1-1-2-15,4-3-3 0,-2 0-4 0,1-3 0 16,-2 0-2-16,6-1-1 0,-3-5-1 0,4 4 2 16,-4-3 42-16,4-1 34 0,0-3 25 0,-1 3 23 15,1-3 35-15,0 0-18 0,0 0-18 0,0 0-11 16,10-8-13-16,-2 3-13 0,2-4-9 0,-1 1-13 16,4-3-8-16,1-1-6 0,0 2-10 0,0-2-4 15,-4 4-8-15,1 1-2 0,-1 2-3 0,-3-1 0 16,-1 2 3-16,-1 0-17 0,2 1-9 0,-4 3-14 15,1-2-18-15,-4 2-3 0,7 1-1 0,-7-1 0 16,8 4-11-16,-3 1 4 0,-2 0 2 0,-1 2-1 16,2 1 4-16,-1 0 1 0,-1 2-17 0,2-1-21 15,-3-1-32-15,3 2-28 0,-2 1-30 0,0-2-31 16,-2 0-67-16,1-2-333 0,3-2-626 0,0-2 276 16</inkml:trace>
  <inkml:trace contextRef="#ctx0" brushRef="#br0" timeOffset="187288.09">20541 12341 166 0,'3'-2'174'0,"-3"2"-4"0,0 0-10 16,13 3-17-16,-8 2-19 0,3-1 3 0,-2 4-9 16,2 2-8-16,1 1-12 0,1 3-5 15,-2 2-8-15,-3 0-5 0,3 1-7 0,-1 2-8 16,-3 1-4-16,-4-1-4 0,0 1-4 0,0-3-6 16,-1 2-4-16,-3-2-5 0,-2 0-4 0,-2 0-3 0,0-4-1 15,2-1-5-15,-3-3 0 0,1 0-6 0,3-4-1 16,0 0 2-16,1 0-1 0,0 0 9 15,2-4 21-15,-2 0 5 0,4-1-2 0,0 0 8 16,0 0 8-16,-4-12 3 0,4 7-9 0,4-5-5 0,0 1-2 16,3-3 0-16,4-1-8 0,-2-1-1 0,2 0-4 15,2 0-3-15,1-1-2 0,-1 4-7 16,0-1 2-16,-2 3 2 0,-1 1 5 0,-2 2-4 16,0-2-3-16,-1 1-6 0,-2 5-5 0,-1-1-5 0,0 1 0 15,0 0-7-15,-4 2-6 0,9-3 2 0,-9 3-8 16,6 7 1-16,-2-4-2 0,1 4-4 0,-1 2 2 15,0 1 8-15,0 0-9 0,-2 2 0 16,2 0-11-16,1 3-14 0,-1 1-21 0,1 0-13 0,-1 0-22 16,2-6-29-16,-2 2-47 0,0-3-53 0,-3-1-223 15,3-3-475-15,0-3 210 0</inkml:trace>
  <inkml:trace contextRef="#ctx0" brushRef="#br0" timeOffset="187518.89">21057 12380 121 0,'1'5'154'0,"4"2"3"0,-1 2-15 16,0 4-11-16,1 4 1 0,3 1-7 0,-2 5-12 15,0 4-11-15,-2 1-5 0,0-1-6 0,-4 0-9 16,-2 2-9-16,-4 2-5 0,0-4-8 0,-8 0-3 15,1-1-11-15,-7-3-5 0,-1 1-24 0,-6-5-21 16,-1-2-45-16,2-3-28 0,-1-2-80 0,0-2-97 16,5-5-275-16,3-3 121 0</inkml:trace>
  <inkml:trace contextRef="#ctx0" brushRef="#br0" timeOffset="187787.12">20674 12132 25 0,'-20'5'197'0,"-5"6"-6"0,-5 1-17 0,2 8-10 15,-11 11-6-15,-1 3-14 0,2 7-10 16,-1 0-13-16,0 7-9 0,4 1-15 0,9 2-12 15,6 2-4-15,2-1-8 0,12-2-7 0,6 0 13 16,13-4-4-16,8-4-6 0,11 4-5 0,12-7-18 16,10-4-41-16,27 6-103 0,11-15-246 0,4-1-373 15,-4-10 166-15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5:41:59.83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5645 1857 81 0,'0'0'142'0,"0"0"-3"0,-4-11-16 0,4 11-14 15,0 0 1-15,0 0-14 0,0 0-11 0,0 0 1 16,0 0-8-16,0 0-2 0,0 0-6 0,0 0 3 15,0 0-4-15,0 0 7 0,0 0 1 0,0 0-2 16,0 0 6-16,-4-4-4 0,4 4-1 0,0 0-9 16,0 0-1-16,0 0-7 0,0 0-1 0,0 0-1 15,0 0-4-15,0 0-3 0,0 0 2 0,0 0 0 16,0 0 0-16,0 0 4 0,-1-4-1 0,1 4 3 16,0 0 6-16,0 0-2 0,0 0-2 0,-1-4-7 15,1 4 2-15,0 0-6 0,-5-3-4 0,5 3-5 16,0 0-9-16,0 0-4 0,0 0-6 0,0 0-24 15,0 0-24-15,0 0-8 0,5 12 2 0,-5-3 9 16,1 3-9-16,0 5 6 0,3 9 3 0,0 3 4 16,-1 3-1-16,-1 3 8 0,5 10 0 0,-4-1 3 15,1 12 4-15,-1 2-1 0,0 1 9 0,0-7-4 16,1-2 4-16,0-14 0 0,-4 11-1 0,4-11 3 16,-3-4-2-16,3 1 1 0,1-8 2 0,-5 2-1 15,0-9 1-15,0-1-2 0,0-4 2 0,1-4-3 16,0 3 3-16,1-4 2 0,-2-3 1 0,0-1 1 15,0-4 11-15,0 9 26 0,0-5 16 0,0-4 16 16,0 0 20-16,0 0-8 0,0 0-8 0,0 0-14 16,0 0-10-16,-13-13-14 0,12 4-10 0,-3-3-18 15,-1-3-10-15,1-11-24 0,1 0-12 16,-2-4-13-16,-1 0-16 0,1-17-17 0,1 11-5 16,0-15-4-16,0 0 1 0,3-4 4 0,-3-2 11 0,3 4 6 15,-7-1 4-15,7-3 2 0,-3 4 8 0,0 2 12 16,3 2 14-16,-3 15 15 0,-1 0 20 15,1 3 19-15,-2 2 9 0,-2 0 8 0,4 10 12 16,0 2 2-16,0-3 0 0,-1 4-7 0,4 3 4 16,-3 4-8-16,3-1 4 0,1 0-6 0,-2 4-9 15,2 1-5-15,-3-1-4 0,4 1-7 0,1 1-6 16,0 1-12-16,4 3-11 0,2-3-16 0,1 6-4 16,5 0-9-16,3 4 0 0,-1 3-5 0,11 6-1 15,-2 1 0-15,3 4 2 0,-3 2-2 0,-3 1 4 16,-2 5 4-16,-1 2-3 0,-2-2 4 0,-4 1 7 15,-4-1-2-15,-3 2 6 0,-3-2 1 0,-6 2 3 16,-6-5-1-16,-1 0 7 0,-7-1 0 0,-4 0 5 16,-4-7 2-16,1 3 0 0,-3-4 2 0,-2 0-1 15,1-2 1-15,2 2 1 0,-6-5 1 0,7-3-1 16,-1 1 0-16,7-1-4 0,0-2 4 0,5-4-8 16,2 4-17-16,1-4-31 0,3 0-43 0,2-1-39 15,0 0-44-15,3 2-32 0,3-4-120 0,0 0-360 16,0 0 159-16</inkml:trace>
  <inkml:trace contextRef="#ctx0" brushRef="#br0" timeOffset="379.65">5931 2242 219 0,'0'0'229'0,"0"0"-21"15,0 0-28-15,6 2-24 0,-6-2-12 0,6 7-17 16,-4-2-9-16,5 3-19 0,-1 2-8 0,4 4-7 0,0 3-10 16,-1-1-4-16,2 2-11 0,0 6-3 0,-2-1-5 15,0 0 0-15,-4-4-12 0,-1 2 1 16,1-3-4-16,-1-1-3 0,-3 0 0 0,2-4-5 16,-3-1-2-16,0-6-3 0,0 1 1 0,1 1 22 15,-1-3 23-15,0-5 30 0,-1 7 47 0,1-7 35 16,0 5 45-16,0-5 35 0,0 0 17 0,0 0-31 15,0 0-23-15,0 0-27 0,5-27-20 0,-4 9-19 16,4-7-29-16,3 0-21 0,-3-6-19 0,9 4-4 16,-6 2-10-16,1 2-12 0,-2 3-4 0,1 4-12 15,2-1-14-15,-3-2-31 0,3 7-23 0,-3 2-41 16,0-2-32-16,-1 6-38 0,3-3-39 0,0 4-28 16,1 3-24-16,-2 3-33 0,2-1-38 0,1 3-49 15,-4-1-241-15,6-1-633 0,-4 8 281 0</inkml:trace>
  <inkml:trace contextRef="#ctx0" brushRef="#br0" timeOffset="779.73">6540 2268 83 0,'0'0'322'0,"-4"-11"-11"0,4 11-7 16,-8-5-22-16,8 5-16 0,-4-6-30 0,4 6-27 0,0 0-23 15,0 0-27-15,0 0-11 0,0 0-21 16,0 0-18-16,0 0-5 0,-16 18-9 0,12-9-14 16,-4 6-14-16,3 4 0 0,-2-2-5 0,0 1-9 15,3 3-5-15,3-4-3 0,-2 4 1 0,3 1-6 16,3-5-3-16,-2 3-2 0,3-4-2 0,2-3-7 16,-2-1 2-16,1-3 0 0,0 1 4 0,3 0-4 15,-3-6 8-15,3-1 2 0,2-3 11 0,-10 0 12 16,22-1 8-16,-12-3-1 0,3-1 17 0,-3-4-15 15,4-1 6-15,-3-4-6 0,-2 0-4 0,-2-2-3 16,-1-2-12-16,-1-2 2 0,0-5-11 0,-1-4-1 16,-3 5-6-16,-1 3-6 0,-1 1-2 0,-3-5 8 15,2 8-9-15,-1-1 6 0,-4 3-4 0,2 5-7 16,-1 1 7-16,0-1-10 0,-1 5-11 0,0-2-4 16,2 2-14-16,0 3-28 0,5 2-27 0,-11-4-43 15,3 5-23-15,8-1-32 0,-13 7-17 0,5 1-35 16,2 2-29-16,1-1-28 0,2 3-40 0,-2-4-217 15,5-1-573-15,0 5 254 0</inkml:trace>
  <inkml:trace contextRef="#ctx0" brushRef="#br0" timeOffset="1150.18">6721 2261 236 0,'0'0'328'0,"0"0"-17"0,9-8-15 15,-9 8-27-15,0 0-23 0,0 0-26 0,4-2-28 16,-4 2-23-16,0 0-23 0,0 0-11 0,0 0-17 16,0 0-14-16,10 10-1 0,-7-2-7 0,3-1-10 15,0 2-12-15,-2 1-5 0,1 2-4 0,2 2-3 16,-1 0-1-16,2 3-7 0,-3-1-4 0,1 0-6 16,-1-2-4-16,-1-3 2 0,1 1-5 0,-1-1-11 15,0-3 2-15,-2-1-3 0,2-1-3 0,-1-2 2 16,-1 1 4-16,-2-5 70 0,0 0 42 0,3 5 48 15,-3-5 41-15,0 0 29 0,0 0 23 0,0 0 12 16,0 0 20-16,0 0-22 0,0 0-30 0,8-16-33 16,-3 3-17-16,-3 3-28 0,3-7-17 0,3 0-20 15,-3-12-19-15,0 10-19 0,4 2-5 0,-5 0-4 16,5-2-30-16,-5 8-3 0,-2-1-27 16,3-1-37-16,-1 3-29 0,1 2-46 0,-2 1-57 0,1 2-61 15,1-2-60-15,0 2-59 0,0 3-44 0,4-1-35 16,0 2-31-16,0 2-50 0,2 2-379 0,0-1-919 15,-2 3 407-15</inkml:trace>
  <inkml:trace contextRef="#ctx0" brushRef="#br0" timeOffset="1592.31">7117 2423 217 0,'0'0'284'0,"0"5"2"16,0-5-4-16,-4 5-10 0,4-5-6 0,0 0-15 15,0 0-22-15,0 0-22 0,0 0-21 0,0 0-12 16,0 0-27-16,27-13-12 0,-17 6-14 0,2 0-8 16,2-3-11-16,2 0-16 0,-1 0-5 0,1-3-14 15,0 1-6-15,3-8-6 0,-4 6-5 0,-1 0-4 16,5-4-8-16,-6 2 1 0,-4-2 0 0,2 2 14 16,-3 0 13-16,1 2 10 0,-5 2 18 0,-4 3 14 15,0-1 3-15,2 0-12 0,-4 4-4 0,-2-1-7 16,0 2-12-16,0-3-12 0,-5 5-12 0,-2 3-9 15,-2 0-6-15,0 2-7 0,-8-1-5 0,-5 12-4 16,6-4-4-16,-2 3-2 0,0 9-2 0,3-1-10 16,5 2 4-16,0 2 8 0,9-4-8 0,-2 6-5 15,7-1 3-15,4-4 1 0,10 1-1 0,-1-1 4 16,9-2 8-16,2 0-6 0,4-5-2 0,4-5-8 16,5 3 15-16,0-4-3 0,15-2-1 0,-17-3-4 15,1 0 3-15,-4-3 2 0,-3 0-5 0,-6 0-2 16,-5-1 8-16,-1 1 14 0,-7-2 2 0,0 2 4 15,-1 0 4-15,-9 0 8 0,9 0 8 16,-9 0-3-16,10 0-2 0,-10 0-9 0,0 0 2 0,10 0-7 16,-10 0-6-16,0 0-25 0,0 0-29 0,0 0-53 15,11 0-61-15,-11 0-61 0,0 0-56 0,0 0-70 16,0 0-89-16,0 0-295 0,7 0-768 0,-7 0 340 16</inkml:trace>
  <inkml:trace contextRef="#ctx0" brushRef="#br0" timeOffset="2563.4">8896 1808 42 0,'0'0'185'0,"-5"1"-6"0,5-1-13 16,0 0-12-16,-7 0-7 0,7 0-14 0,0 0-8 15,0 0-18-15,0 0-3 0,-6 2-13 0,6-2-12 16,0 0-6-16,0 0-9 0,0 0-7 0,0 0-1 16,0 0-12-16,0 0-1 0,0 0-5 15,0 0-7-15,0 0 5 0,0 0-5 0,28-2 3 16,-9 1 0-16,9-3-4 0,5 1-4 0,3-1 2 16,22-2-6-16,-2-1-3 0,1 0 7 0,4 0-5 15,1 0 1-15,-2 0-5 0,0 3 3 0,-4-2-5 16,-3 1 0-16,-14 4-3 0,-4-3-1 0,-4 4 3 15,-3-1-11-15,-9 2-12 0,0-1-29 0,-10 0-25 16,1 2-23-16,-6-1-13 0,-4 3-18 0,0-4-26 16,-14 8-21-16,1-6-109 0,-14 5-295 0,1 0 130 15</inkml:trace>
  <inkml:trace contextRef="#ctx0" brushRef="#br0" timeOffset="2997.23">9269 1881 233 0,'-4'-1'258'15,"4"1"-6"-15,0 0-2 0,-8-4-15 0,8 4-22 0,0 0-17 16,0 0-15-16,0 0-28 0,0 0-15 0,0 0-18 16,0 0-19-16,0 0-20 0,0 0-12 0,-5 8-6 15,3 4-8-15,-1 2-9 0,-2 3-6 0,-3 12-1 16,3 3-5-16,-4 11 2 0,5 10-5 0,-4 0 3 15,0 2-3-15,4 0 4 0,5-1-9 16,2-4-3-16,-2 1-1 0,3-3 1 0,0-14-3 16,1 1 2-16,0-1-2 0,-1 0-5 0,0-5 2 15,-3-3-3-15,0-1 2 0,1-8 2 0,0 0-8 16,-2-2 2-16,-5-4 15 0,4 0 13 0,-6-1 16 16,2-1 21-16,-4-4 12 0,-2 2-6 0,-11-4 6 15,0 0-10-15,-6-4 17 0,-5-2 3 0,1-1 11 16,0-4 18-16,2-1 7 0,-2-3 15 0,2-1 10 15,2 1 7-15,2-3 4 0,7 4 4 0,1 1-2 16,3 1-8-16,2 1-9 0,4 2-12 0,2 0-13 16,0 2-11-16,0 1-15 0,3 0-14 0,0-1-27 15,4 4-34-15,-6-3-50 0,6 3-58 0,-6-4-80 16,6 4-54-16,0 0 2 0,0 0-33 0,0 0-42 16,12 16-64-16,-4-8-90 0,2-3-278 0,1-1-776 15,-2-1 344-15</inkml:trace>
  <inkml:trace contextRef="#ctx0" brushRef="#br0" timeOffset="3613.35">9665 2576 34 0,'-1'-7'361'0,"-2"-5"1"16,1 2-18-16,2 4 2 0,0-1-14 15,-2 3-22-15,2-1-34 0,-2-1-23 0,2 2-28 16,0 4-36-16,-1-5-17 0,1 5-23 0,0 0-36 16,0 0-39-16,0 0-10 0,0 0-8 0,-2 13-11 0,2-1-3 15,0 6-2-15,3 5-3 0,-1 6-4 0,1-3-1 16,1 2 1-16,-2-2-1 0,1-1-4 15,-1-4-7-15,2-2 8 0,-1-2-13 0,1-2 5 16,-2-3-5-16,-1-1 12 0,2-2-8 0,-3 2 0 16,1-6-6-16,1 0 0 0,0-1 6 0,-2-4-3 15,0 7 5-15,0-7 1 0,0 5 1 0,0-5-11 16,0 0 1-16,2 4-19 0,-2-4-27 0,0 4-30 16,0-4-60-16,0 0-97 0,0 0-70 0,0 0-309 15,0 0-648-15,0 0 288 0</inkml:trace>
  <inkml:trace contextRef="#ctx0" brushRef="#br0" timeOffset="3923.78">9426 3038 109 0,'-6'0'257'0,"6"0"-9"0,-11 3-11 15,11-3-7-15,-7 4-9 0,7-4-9 0,-4 2-15 16,4-2-19-16,0 0-15 0,0 0-14 0,0 0-16 16,0 0-11-16,0 0-16 0,28-3-5 0,-1 0-10 15,5-3-13-15,6 2-5 0,12-6-8 0,6 5-10 16,-6-2-2-16,5-1 2 0,-5 3-14 0,0-2-3 16,-16 5-7-16,-2-5-3 0,0 4-2 15,-4 1-4-15,-10 0 2 0,-1-1-8 0,-6 1 3 16,-2 1-6-16,-1-1-23 0,-2 1-17 0,-6 1-27 15,0 0-9-15,0 0-18 0,0 0-30 0,-6 16-26 0,-8-9-32 16,-3 0-41-16,-1 5-212 0,-6-2-457 16,4 1 203-16</inkml:trace>
  <inkml:trace contextRef="#ctx0" brushRef="#br0" timeOffset="4462.82">9738 3192 157 0,'0'0'288'16,"0"0"-30"-16,0 0-22 0,0 0-32 0,6 3-20 16,1-1-8-16,-1-1-20 0,4 1-18 0,2 5-11 15,-2-2-16-15,1 3-11 0,0 0-5 0,0 1-7 16,-1 4-8-16,-1 0-6 0,3 4-7 15,-7-1-2-15,-3 0-9 0,2 2-1 0,-4-1-5 0,-4-1 1 16,1 0-4-16,-5 1 0 0,-1 0 1 0,1-5-4 16,-2 2 2-16,-1-1 8 0,-1-1-3 15,-3-1 0-15,7-3-1 0,-1-2 1 0,3 0 3 16,-4-1 4-16,3 0 6 0,3-1 11 0,3-2 9 0,1-2 13 16,-8 3 6-16,8-3 10 0,-6 3 15 0,6-3 16 15,-4 0 14-15,4 0 8 0,0 0 8 0,0 0 4 16,-4 3-14-16,4-3-6 0,0 0-9 15,0 0-17-15,0 0-16 0,0 0-16 0,9-11-11 16,-1 7-11-16,1 1-11 0,4-3-8 0,5 2-7 16,1 0-8-16,-3 0-9 0,2 2 1 0,0-2-6 15,1 3-3-15,-1 1-5 0,1 1 0 0,3 2-3 0,-4-1-6 16,1 2 1-16,-1 0-3 0,0-2 0 16,1 3-4-16,-9-3-4 0,3 0-3 0,-5-1 0 15,-2 1-2-15,1-1 4 0,-7-1 5 0,10 3 4 16,-10-3 12-16,6 0 18 0,-6 0 5 0,0 0-6 15,9-9 1-15,-5 2-7 0,2-2-7 0,-2-2 0 16,3 1-8-16,-2-1-12 0,2-3-13 0,2 1-13 16,-5 1-15-16,3 4-18 0,-1-2-22 0,-1 3-37 15,-1 1-58-15,1 2-64 0,0 1-81 0,0 0-93 16,-5 3-471-16,13 2-950 0,-13-2 421 0</inkml:trace>
  <inkml:trace contextRef="#ctx0" brushRef="#br0" timeOffset="8277.51">10554 2099 111 0,'5'-7'204'0,"3"0"-12"0,0 2-15 16,2-2-13-16,-1 1-18 0,4-1-12 0,-2 4-15 16,9 1-10-16,-5-1-3 0,3 4-9 0,-4 2-8 15,3 1-4-15,2 3-13 0,0 1-2 0,-3 4-10 16,0 3-8-16,0 4 0 0,-3 7-5 0,0-2-4 15,-8-6-1-15,1 8-6 0,-6 1 3 0,-1 1-11 16,-8 0 1-16,1-2-4 0,-2-2-1 0,0-7-2 16,-3 5 2-16,2-6-4 0,-1 0 2 0,1-4 1 15,-1-5 8-15,5 4 9 0,1-7 5 0,1 0 18 16,1 2 19-16,0-2 29 0,0-2 48 0,4-2 14 16,-6 0-19-16,6 0-20 0,-2-12-11 0,4 6-16 15,1-7-17-15,4-2-8 0,3-1-3 0,1-7-9 16,7 2-11-16,-4-6-16 0,3 4 0 0,-1 1 1 15,0 1-1-15,-4 7-11 0,2 0-4 16,-6 6 7-16,0-3-15 0,2 2-2 0,-5 3 0 16,0 0-5-16,-1 2-11 0,1-1-5 0,-2 3-6 0,-3 2-19 15,0 0 3-15,10-2-4 0,-10 2-1 0,5 9 4 16,-5-1-2-16,0 3 2 0,3-1 4 0,-2 5 2 16,3 2 5-16,-3 0-1 0,2 2-21 0,-3 0-19 15,2-2-18-15,-1 0-20 0,1 0-28 0,-1-2-30 16,0-1-32-16,4-4-43 0,-2 0-50 15,-1-3-207-15,1-2-525 0,1-3 232 0</inkml:trace>
  <inkml:trace contextRef="#ctx0" brushRef="#br0" timeOffset="8496.01">11163 2077 117 0,'2'0'226'15,"-2"0"-20"-15,0 0-21 0,10 4-18 0,-6 0-11 16,4 3-2-16,2 7-13 0,-1 1-9 0,2 9-9 16,1 3-4-16,-2-1-6 0,-1 7-7 0,0 0-11 15,-5-1-4-15,0 1-9 0,-4-2-9 0,-3 3-3 16,1-5-13-16,-6 3 3 0,-6-3-22 0,-3 0-11 16,-3-3-29-16,-4-1-32 0,-3-2-39 0,-2-3-59 15,-3-3-90-15,-3-7-125 0,3-5-373 0,0-1 165 16</inkml:trace>
  <inkml:trace contextRef="#ctx0" brushRef="#br0" timeOffset="8793.81">10683 1898 87 0,'-3'-4'251'0,"-1"1"-24"0,-4 2-26 16,8 1-21-16,-18 8-22 0,3 1-14 15,-3 8-18-15,-5 8-11 0,0 2-10 0,-8 11-11 16,3 8-6-16,0 0-12 0,5 7-3 0,3 1-11 16,3-6 0-16,8 4-3 0,3-6-9 0,7-11 15 15,4-3-2-15,4 0-4 0,9 1 2 0,5-7-7 16,14 6 1-16,5-7-3 0,9 1-10 0,3-13-29 15,1 1-46-15,1-5-80 0,8-3-83 0,-9-10-184 16,4 2-412-16,-3-7 182 0</inkml:trace>
  <inkml:trace contextRef="#ctx0" brushRef="#br0" timeOffset="9124.45">11816 2287 304 0,'-5'1'331'0,"5"-1"-4"0,0 0-19 16,0 0-10-16,0 0-15 0,0 0-26 0,0 0-17 15,0 0-25-15,0 0-29 0,0 0-39 0,20-8 3 16,-7 4-20-16,8-1-32 0,7 2-36 16,3-1-45-16,1-4-46 0,1 4-53 0,-2-6-49 15,0 7-53-15,-2-2-68 0,-10 1-195 0,-1-1-482 0,-9 3 213 16</inkml:trace>
  <inkml:trace contextRef="#ctx0" brushRef="#br0" timeOffset="9274.32">11821 2475 28 0,'-5'4'229'0,"3"-2"8"0,2-2-1 15,8 3-19-15,5-1-20 0,7-2-18 0,8-2-18 0,9-1-40 16,3-1-60-16,12-2-83 0,0-1-127 15,-16 0-101-15,0 0-269 0,0-5 119 0</inkml:trace>
  <inkml:trace contextRef="#ctx0" brushRef="#br0" timeOffset="12244.92">13188 1756 81 0,'0'0'162'0,"0"-8"-6"0,0 6-4 16,0-4-11-16,0 6-5 0,0-9-7 0,-2 7-6 15,2 2-5-15,2-8-13 0,-1 4-10 0,3 1-10 16,0-2-8-16,1 1-7 0,3 0-8 0,-2-1-3 16,8 1-5-16,-5 0-6 0,5 0 1 15,0 0-9-15,1 2-6 0,2 0 3 0,2 0-5 0,-1 4-5 16,0 0-5-16,-6 1-2 0,8 1-2 0,-7 6-11 15,2-3 8-15,-6 3-6 0,4 5 4 0,-7 1-7 16,2 1 1-16,-3 7 2 0,-5 3 0 0,-4-1 0 16,-5 0-1-16,0 2 0 0,-6 1-3 15,0 0-1-15,-6 1 3 0,2-4-4 0,-5 0 4 16,1-2 3-16,-3-2-6 0,1-1-1 0,-1-4 1 16,3-2-1-16,9-5 6 0,-2 1-6 0,1-3 3 15,5-3 5-15,-1 1 9 0,4-2 24 0,1-2 16 16,1-1 4-16,-2-1 1 0,7 0 9 0,-9-5 9 15,8 0-6-15,1 0-3 0,1-7-12 0,3 0-3 16,1 2-9-16,4-3-2 0,4-1-5 0,-4-1-7 16,5 3-2-16,-5 3-6 0,0 1-2 0,2 2-4 15,-3-1-6-15,4 2-3 0,-2 1-3 0,0 3-2 16,3 1-8-16,-3 2 2 0,3 4 1 0,7 0-4 16,-2 6 4-16,-2-3-3 0,7 8 2 0,-7-4 1 15,7 4 0-15,-8-3-1 0,-2 1 1 0,10 3 3 16,-10-4-3-16,4-2 2 0,-2 0-1 15,2-3 4-15,-6-4-3 0,6 2 1 0,-1-4 1 0,-2-1 3 16,-1-2-2-16,2-2 4 0,-3-3-4 0,3-2 0 16,-2 2-3-16,0-7-3 0,-3 4 5 0,2-4-2 15,-6 3-3-15,4-1-1 0,-2 0 0 0,0 0-7 16,-2 1-6-16,-1 0-12 0,-2 2-11 0,0 1-28 16,0 1-33-16,-3 2-45 0,0 3-65 0,0-6-48 15,0 6-184-15,0 0-473 0,-14-3 209 16</inkml:trace>
  <inkml:trace contextRef="#ctx0" brushRef="#br0" timeOffset="12746.24">12902 2463 29 0,'-3'1'189'0,"3"-1"-14"0,0 0-5 16,-8 3 5-16,8-3-18 0,0 0-2 16,0 0-14-16,-6 0-3 0,6 0-11 0,0 0-9 15,0 0-6-15,0 0-8 0,0 0-11 0,0 0-7 16,0 0-3-16,0 0-7 0,0 0-8 0,0 0-9 15,-7 0-3-15,7 0-3 0,0 0-10 0,0 0-4 16,0 0-4-16,0 0-10 0,0 0 3 0,0 0-6 16,0 0-2-16,0 0-1 0,0 0-5 0,0 0 1 15,0 0-2-15,0 0-2 0,0 0 0 0,0 0-2 16,0 0-1-16,0 0-1 0,0 0 0 0,0 0 0 16,20 0 1-16,0 0 3 0,12-3-11 0,4 1 6 15,22-3 4-15,2 1-9 0,6 3 3 0,33-10 4 16,-5 11 9-16,-2-6-2 0,4 2 6 0,-3 1-1 15,-26 1-2-15,-2-1-1 0,1 1-4 16,-4 2 1-16,-8-1-2 0,-14 1 4 0,-3-1-4 0,-1 1 2 16,-9-3-6-16,-9 1 1 0,-1 2 1 0,-5 0-1 15,-4-1-6-15,1 1 6 0,-4-2-5 0,-5 2-5 16,7 0-17-16,-7 0-13 0,0 0-23 0,0 0-30 16,-17 5-36-16,0-2-36 0,-6-2-50 15,-4 2-180-15,4-2-419 0,1 1 186 0</inkml:trace>
  <inkml:trace contextRef="#ctx0" brushRef="#br0" timeOffset="13361.54">13338 2786 86 0,'0'0'240'0,"0"0"-27"16,6 2-23-16,-6-2-21 0,1 6-17 0,-1-2-10 16,0 4-17-16,0 3-7 0,-5 2-11 15,3 1-8-15,-4 6-14 0,5-1-7 0,-7 6-6 0,-2 1-6 16,3 0-5-16,-1-6-7 0,-1 2-4 0,4-4-3 15,-4-4-7-15,5-1 1 0,0-3-8 0,2 0-1 16,-2-2-4-16,1-3 1 0,1-1 10 0,-1 1 44 16,3-5 43-16,-5 5 38 0,5-5 41 0,-1 5 23 15,1-5 2-15,0 0-25 0,0 0-30 16,1-20-12-16,-1 11-14 0,5-4-19 0,0-1-17 16,-1-4-10-16,1 2-11 0,0-1-1 0,-2 5-16 15,2 0-11-15,-1 3-7 0,0-1-5 0,-3 4-9 16,1 1-4-16,1 1-8 0,0 0-7 0,-3 4-12 15,2-5-25-15,-2 5-5 0,0 0 2 0,0 0-3 16,15 9 7-16,-11-4-2 0,3 4 1 0,-1 1-3 16,2 4-18-16,3-1 2 0,-2 0-11 0,-1 1-22 15,1 0-20-15,1-2-24 0,-4 0-26 0,2-4-31 16,1 3-40-16,-5-4-38 0,-2-3-43 0,2 3-48 16,-4-7-197-16,3 4-575 0,-3-4 254 0</inkml:trace>
  <inkml:trace contextRef="#ctx0" brushRef="#br0" timeOffset="13652.26">13090 2830 146 0,'0'0'222'0,"-8"0"-7"0,8 0-4 0,0 0-3 15,-8 0-5-15,8 0-6 0,0 0-16 16,0 0-14-16,0 0-18 0,0 0-13 0,13-5-16 0,4 3-15 16,9-3-10-16,5 0-9 0,2 1-7 0,3-2-10 15,3 1-6-15,13-1-6 0,-12 2-5 0,-2 2-6 16,0-2-4-16,-3 2-3 0,-6-1-6 0,-7 2-5 16,-3 1-5-16,-4 0-17 0,-5 0-13 15,-2 0-26-15,2 0-20 0,-6 1-20 0,1-1 0 16,-5 0-4-16,0 0-15 0,0 0-31 0,-12 10-51 15,3-8-206-15,-4 0-409 0,0 0 181 0</inkml:trace>
  <inkml:trace contextRef="#ctx0" brushRef="#br0" timeOffset="14161.78">13712 2769 1692 0,'9'-2'155'0,"-4"-1"-107"0,0 1-5 15,3-2-19-15,-1 3 6 0,2-1 2 0,3 0-3 16,-1 1-2-16,0 1-9 0,1 3-2 0,1-1-2 16,1 0 0-16,-4 5-2 0,2-2-4 0,-2 4 4 15,-1-1 5-15,0 2-5 0,-1 1 3 0,-1 0-6 16,-3 4 0-16,-4-2 2 0,3 2 4 0,-6 2-4 15,-3 0 0-15,-2 0 0 0,2-2 5 0,-2 2 2 16,-1-3 0-16,-1 1 6 0,2-8 1 16,0 3 6-16,2-3 0 0,1-2 4 0,1 0 7 15,0-2 10-15,1 0 18 0,3-3 23 0,-6 5 31 16,6-5 44-16,0 0 24 0,0 0-10 0,0 0-20 0,0 0-13 16,4-17-24-16,4 8-12 0,2-4-15 0,4 2-8 15,-5-4-11-15,10-3-3 0,-6 3-13 0,5 0-3 16,-5 0-9-16,2 3-7 0,-5-2-4 15,6 2-1-15,-9 4-12 0,1-1 9 0,-3 4-2 16,1 0-12-16,-2 3-6 0,-1-2-1 0,1 0-1 16,-2 1-7-16,1 2-16 0,-3 1-10 0,2-4-16 15,-2 4-18-15,0 0 3 0,0 0 1 0,-1 14 7 16,-1-6 7-16,-2 3 5 0,1 0 0 0,1 1 4 16,0 4 5-16,2 1 4 0,4-1 2 0,0 2-1 15,4-2 11-15,4-1 0 0,9 3 2 0,8-5 0 16,5-1-34-16,2-2-74 0,16-1-101 0,0-6-120 15,-15-1-272-15,0-7-654 0,1 1 289 0</inkml:trace>
  <inkml:trace contextRef="#ctx0" brushRef="#br0" timeOffset="15043.22">12284 2669 129 0,'0'-5'240'0,"2"4"-6"15,-2-4-20-15,0 5-17 0,0-7-20 0,1 4-19 16,-1 3-23-16,1-2-11 0,-1 2-14 0,0 0-12 16,0 0-11-16,8 8-8 0,-1-2-8 0,0 4-9 15,2 4-3-15,0 1-6 0,0 1-1 0,4 4-4 16,-3 0-6-16,3 2-5 0,-4-3-1 15,1 6-3-15,0-9-8 0,0 1 3 0,-2 0 2 16,1 0-7-16,1 0 4 0,-5-8-7 0,2 1 0 16,-5-4-3-16,1 2 0 0,-1-2 3 0,0-1 43 0,1-1 40 15,-3-4 39-15,0 0 55 0,4 5 40 0,-4-5 10 16,0 0-31-16,5-14-21 0,1 4-18 16,-4-2-17-16,-1-5-21 0,3-4-14 0,-1-4-12 15,-1-4-10-15,2-3-17 0,-1-6-16 0,-1-13-15 16,1-4-9-16,3-1-19 0,-6-32 2 0,4 4-13 15,-1 4-10-15,-1-2-1 0,2 23-6 0,1-1 1 16,-4 0-2-16,-2-23-3 0,6 32-1 0,-1-2 3 0,0 5-12 16,-3 12 9-16,-1 0 0 0,0 6 8 15,-1 1-1-15,1 2 1 0,0 2-5 0,-4 7 8 16,4 1-4-16,1 5-2 0,-1 4 5 0,0-1-4 16,4 4 0-16,-5-2-5 0,2 2-31 0,-1 5-43 15,0-6-40-15,-1 3-42 0,1 3-37 0,0 0 5 16,0 0-2-16,0 0-3 0,14 11-12 0,-9-3-4 0,-4 1-14 15,4 3-10-15,-1-1-29 0,0 3-215 16,-4-6-520-16,4 3 231 0</inkml:trace>
  <inkml:trace contextRef="#ctx0" brushRef="#br0" timeOffset="15628.59">12636 1598 14 0,'-6'-2'129'0,"6"2"-7"16,0 0-7-16,0 0-7 0,0 0-7 0,0 0-8 0,-3-3-1 15,3 3 1-15,0 0 0 0,0 0-3 0,0 0-3 16,0 0 0-16,0 0-7 0,0 0-2 0,0 0-8 16,0 0 4-16,0 0-16 0,0 0 3 15,0 0-9-15,0 0 2 0,0 0-9 0,0 0 0 16,0 0-3-16,0 0-8 0,0 0 2 0,0 0-2 15,0 0 1-15,0 0-10 0,0 0 3 0,0 0-4 0,0 0-2 16,0 0-4-16,0 0-1 0,0 0 0 0,0 0-5 16,0 0-6-16,18-5 7 0,-4 2-2 15,6-1-2-15,12 3-1 0,4-5-4 0,18 3 3 16,7-4-4-16,28 3-3 0,6-4 4 0,1 2 3 16,4-2-7-16,2 8 2 0,-4-4 0 0,-2 3 2 15,-5 3-2-15,-26-3 3 0,26 1-7 0,-30 1 5 16,-3 2 5-16,-6-6-9 0,-14 6 3 0,2-6-3 15,-3 6 1-15,-10-6 5 0,-5 6-4 0,-6-3 2 16,-3 0 0-16,-3 0 4 0,2 0 18 0,-5-3 17 16,-2 6 15-16,-5-3 9 0,12-3-5 0,-11 2-2 15,-1 1-8-15,5-1-1 0,-5 1-10 0,0 0-1 16,7-2-9-16,-7 2-2 0,0 0-19 0,0 0-20 16,0 0-25-16,5-1-32 0,-5 1-16 0,0 0-38 15,0 0-30-15,0 0-45 0,0 0-168 0,0 0-395 16,-1-7 175-16</inkml:trace>
  <inkml:trace contextRef="#ctx0" brushRef="#br0" timeOffset="20328.25">16266 1757 172 0,'4'-2'177'0,"-1"-1"-16"0,-3 3-3 15,2-4-14-15,-2 4-8 0,0-2-12 0,0 2-7 16,4-5-8-16,-4 5-18 0,0 0-3 0,0 0-13 16,0 0-2-16,0 0-15 0,0 0-11 0,0 0-3 15,-18 7-1-15,3-2-5 0,-12 7-4 0,-4 1-6 16,1 4 8-16,-4-3-16 0,1 1 3 0,0 1-3 16,1 1-1-16,0-3-3 0,0 3-1 0,1-2-6 15,5 1 5-15,1 0-3 0,2 2-2 0,8-3 3 16,0-3-4-16,3 3 0 0,3-2-3 15,4 3 1-15,0-5-2 0,5 5 8 0,5-3-7 0,1 4 5 16,6-4-3-16,14 8 3 0,-3-6-4 0,5 1 2 16,5 0-6-16,-1 2 4 0,1-2-1 0,-1 1 2 15,0 0-5-15,-1-1 4 0,-7 2-5 0,-1-6 4 16,-3 8-4-16,-7-9-1 0,-3 2-2 0,-2 1 2 16,-4-2-2-16,-4-2-1 0,0 2-3 15,-8 2 7-15,-3-2-5 0,-12 5 0 0,-4-2 0 16,-6-3 2-16,-2 3 2 0,-1-5 1 0,3-2 0 15,-5 1-1-15,2-5-3 0,2 0 5 0,2 0 0 16,1-3-7-16,2-1-6 0,2-1-16 0,9 0-6 0,0-1-10 16,8-1-23-16,3 1-50 0,7-3-40 0,2-2-139 15,6-2-318-15,7-2 141 0</inkml:trace>
  <inkml:trace contextRef="#ctx0" brushRef="#br0" timeOffset="20606.5">16515 2219 220 0,'2'-5'330'16,"-2"5"-22"-16,0 0-26 0,1-6-24 0,-1 6-35 16,0 0-27-16,0 0-25 0,0 0-20 0,3-5-18 15,-3 5-14-15,0 0-11 0,2 14-14 0,1-4-7 16,-2-3-8-16,3 5-7 0,-2-2 0 0,2 7-17 15,-1-3-6-15,-1 1-6 0,2 2-1 0,-3-2-1 16,2-3-5-16,0 5 0 0,-2-4-4 0,-1-2-8 16,1 0-22-16,-1-2-13 0,1 3-25 0,-1-8-20 15,2 5-17-15,-4-4-8 0,4-2 0 0,-2-3 15 16,-2 6-15-16,2-6-62 0,0 0-56 16,-12-8-207-16,5 1-441 0,-2-4 195 0</inkml:trace>
  <inkml:trace contextRef="#ctx0" brushRef="#br0" timeOffset="20763.7">16521 2039 28 0,'1'-5'281'0,"-1"-2"-7"0,0 1-13 15,1 2-18-15,-1 0-19 0,0 0-23 16,2 0-29-16,-2 4-20 0,1-3-20 0,-1 3-30 16,0 0-30-16,0 0-10 0,0 0-23 0,0 0-31 15,11 5-23-15,-10 0-39 0,2 0-27 0,0 2-37 16,-1-1-41-16,1 2-145 0,-1 0-330 0,0-3 146 15</inkml:trace>
  <inkml:trace contextRef="#ctx0" brushRef="#br0" timeOffset="21143.17">16775 2201 22 0,'-2'8'183'0,"2"-8"-22"0,3 9-15 0,-2-3-4 0,-2 2-22 16,1 4-9-16,0 0-11 0,0 3-9 0,-1 2-5 15,-1 0-13-15,4 0-9 0,-4 0-6 16,2-1 3-16,0-4-10 0,-2 1-9 0,1-4-2 16,0 3 0-16,1-7-10 0,2 2 3 0,-3-1-2 0,0-4 10 15,2 3 35-15,-2 0 29 0,1-5 35 0,0 0 37 16,0 0 32-16,0 0-16 0,0 0-28 0,0 0-15 15,15-17-19-15,-9 7-11 0,1 0-7 16,4-4-19-16,1-2-8 0,-3 3-7 0,3-2-12 16,2 3-1-16,-5 1-10 0,0 3-5 0,-4 1-13 15,3-1-1-15,-4 3-5 0,1 2-3 0,-5 3-7 16,5-6-10-16,-5 6-6 0,9 0-11 0,-9 0-12 16,13 7-9-16,-7-2-19 0,3 3-24 0,-1 1-19 15,0 0-27-15,2 6-32 0,-3-5-30 0,0 2-64 16,-1-3-268-16,-1-2-550 0,-1-2 243 0</inkml:trace>
  <inkml:trace contextRef="#ctx0" brushRef="#br0" timeOffset="21717.35">17184 2137 90 0,'9'0'206'0,"3"0"-18"16,0 1-8-16,6 1-25 0,-5 3-9 0,4 1-19 16,2 2-4-16,2 8-19 0,-6-3-4 0,2 7-14 15,-3-6-10-15,-5 3-7 0,-1 0-5 0,1 9-6 0,-4-8-4 16,-4-1-2-16,-2 1-8 0,-3 2-5 0,-2-2-1 16,-2-2-5-16,0 1-2 0,-3-3-5 15,-1-2 4-15,3-4 0 0,1 2 1 0,1-5 4 16,1 0 7-16,-1-1 11 0,3 1 18 0,-1-3 17 15,2 2 24-15,1-3 37 0,2-1-6 0,0 0-8 16,0 0-14-16,-7-12-4 0,9 5-13 0,1-1-13 16,3-8-3-16,5 2-16 0,6-11-10 0,2 0-7 15,0 2-6-15,3-6 4 0,0 0-12 0,-2 5-6 16,1-4-5-16,1 5-8 0,-6 1 5 0,-1 2-6 16,-2 6 1-16,-4 0-7 0,-2 6 7 0,-1-1 5 15,-2 3-8-15,-3 1 1 0,4-1-12 0,-1 3-10 16,-3 3-8-16,-1 0-25 0,0 0-1 0,0 0-3 15,0 0 7-15,0 14-2 0,-8-5 4 16,-2 4 7-16,0 12 1 0,-1 1 4 0,-1 1 5 0,1-1-1 16,-1 1 5-16,7 0 2 0,1 0-2 0,3-8 2 15,4 4 5-15,0-3-2 0,6-3 6 0,7 3 5 16,0-5 1-16,6 2 3 0,6-4 0 0,4 0 13 16,3-5-10-16,0 1 2 0,2-7 3 0,-1 1-1 15,1-1 19-15,-5-2-4 0,-1-2 9 0,-4-1 6 16,-8 3 9-16,-6-1 17 0,1 0 18 0,-4 1 7 15,-4-3 1-15,3 3 5 0,-4 0-1 16,-5 0-3-16,9 0-10 0,-9 0-6 0,5-2-13 16,-5 2-6-16,0 0-4 0,8 0-12 0,-8 0-32 15,0 0-26-15,0 0-50 0,0 0-61 0,8 2-60 0,-8-2-71 16,0 0-76-16,0 0-393 0,0 0-778 0,0 0 345 16</inkml:trace>
  <inkml:trace contextRef="#ctx0" brushRef="#br0" timeOffset="27125.39">4435 5213 160 0,'0'0'161'0,"0"0"-4"0,-7 1-3 0,7-1 10 16,0 0-16-16,0 0-14 0,0 0-9 0,0 0-6 15,0 0-4-15,0 0 5 0,-2-5-8 0,2 5-15 16,0 0-5-16,0 0-9 0,0 0-5 0,0 0-10 15,0 0-7-15,0 0-6 0,0 0-5 0,0 0-3 16,0 0-8-16,0 0-2 0,0 0-4 0,0 0-2 16,0 0-3-16,0 0-2 0,17-2-1 0,-11 2-7 15,2-1-2-15,-8 1-1 0,15-2-3 0,-4 2-2 16,4-1 1-16,5 0-4 0,-2-2 3 0,13 3-1 16,-2-3-2-16,7 1-2 0,-1 0-1 0,5 0 0 15,11-1 0-15,3 0 2 0,-15 3-4 0,1-7 0 16,-2 6 3-16,3-2-2 0,-6 0-1 0,-2 0 2 15,-2 0-2-15,-10 3-2 0,-4 1 3 0,-2-2-2 16,-2-1 4-16,-4 0-3 0,-3 0-1 0,2 2 2 16,-3 0-8-16,-5 0-10 0,8-1-8 0,-8 1-5 15,0 0-5-15,0 0-19 0,0 0-15 0,-18 5-21 16,5 0-10-16,-1-2-18 0,-5-1-3 0,1 3 4 16,3-3 1-16,2 3 4 0,-1-3 1 0,1 1-12 15,-2-1-21-15,-2 3-82 0,7-3-240 0,-3-1 106 16</inkml:trace>
  <inkml:trace contextRef="#ctx0" brushRef="#br0" timeOffset="27525.48">4926 5213 227 0,'0'0'53'16,"-9"3"27"-16,9-3 16 0,0 0 11 0,-6 0 10 16,6 0 3-16,0 0 3 0,0 0 7 0,-6 0-5 0,6 0 2 15,0 0-4-15,0 0-6 0,0 0-4 16,0 0-7-16,0 0-7 0,0 0-9 0,0 0-11 16,0 0-8-16,0 0-10 0,-7 2-9 0,7-2-8 15,-2 3-7-15,2 1-3 0,-2 2-5 0,0 5 5 16,1 1-3-16,0 5-1 0,-2 9-2 0,2 2 2 15,-2 4 2-15,2-1-2 0,1 5 0 0,-1 10 0 16,5-10-2-16,-2 11-1 0,-1-12 0 0,2 1 0 16,0 0-1-16,-1-4-6 0,2 1 3 0,0 0-1 15,2 0-8-15,-5-5 0 0,2 1-1 0,-3-2 0 16,1-7-2-16,-2 0 0 0,1-1 0 0,-3 2 1 16,2-3 1-16,-3 0 5 0,-1-2 4 0,-4-3 1 15,2 0 8-15,-2-4 0 0,0 2 3 0,0-4 3 16,-5 0 4-16,0 2 4 0,2-6 1 0,-3-1 10 15,-1-1-6-15,-1-2 7 0,-4 2 14 0,6-6-11 16,-3 0-1-16,3 0-6 0,1 1-1 0,1-4 2 16,1 3 6-16,0-2 2 0,0 2-5 0,-1 0-8 15,4-2-7-15,0 2-16 0,3 4 21 0,-2-2-12 16,2 1-2-16,3-1-1 0,-1 1-4 0,4 2-6 16,-7-3-5-16,4 0-4 0,3 3 6 0,0 0-12 15,-6-1-27-15,6 1-31 0,0 0-31 0,0 0-38 16,0 0-25-16,0 0-39 0,0 0-62 0,0 0-336 15,0 0-630-15,28 0 279 0</inkml:trace>
  <inkml:trace contextRef="#ctx0" brushRef="#br0" timeOffset="28376.5">5162 5987 64 0,'1'-4'249'0,"-1"4"4"0,0-3-6 0,0 3-10 15,3-3-16-15,-3 3-22 0,0 0 3 16,0 0-21-16,0-6-20 0,0 6-24 0,0 0-15 16,0 0-15-16,0 0-9 0,0 0-12 0,0 0-10 15,1 15-5-15,0-6-12 0,-1 0-6 0,0 3-4 0,3 0-3 16,-6 5-7-16,6 1-1 0,-6 0-7 15,2-2 2-15,1 3-8 0,0 1 1 0,0-3-5 16,0 0-2-16,0-1 0 0,0-3-4 0,0-2 2 16,0-1-3-16,0-3 0 0,0 0 0 0,0-2 0 15,0 0 1-15,1-3 26 0,-1 3 55 0,0-5 40 0,0 4 42 16,0-4 32-16,0 0 24 0,0 0 21 16,0 0 3-16,0 0-21 0,0 0-35 0,4-12-14 15,1 1-19-15,-1 1-15 0,0-3-20 0,1-4-14 16,3-1-14-16,2-6-9 0,-5 7-13 0,4 0-8 0,-4 6-6 15,-1 2-10-15,3-3-6 0,-1 5-6 16,-5 1-15-16,4 0-11 0,-2 3-4 0,-1-2-19 16,1 1-29-16,-3 4-27 0,4-3-5 0,-4 3 4 15,0 0 4-15,11 9 2 0,-5-3 7 0,1 5 5 0,-2-5 3 16,4 8 2-16,-3 3 1 0,2 0-8 16,-2 1 0-16,2-1 10 0,-2 1-1 0,2-1 6 15,-5 0 1-15,3-2 9 0,-2-1 0 0,0-2 3 16,-2-4-2-16,-1 3-5 0,2-5 10 0,-3 1 5 15,1-2-2-15,2-1 8 0,-3 0-3 0,0 0 5 0,0-4 3 16,2 4 7-16,-2-4-7 0,3 4 6 16,-3-4 13-16,0 0 3 0,0 4 6 0,0-4-1 0,0 0-3 15,0 0 0-15,1 2-1 0,-1-2-5 16,0 0-1-16,0 0 0 0,0 0-22 0,0 0-14 0,0 0-33 16,0 0-29-16,0 0-109 0,0 0-92 0,0 0-74 15,7-14-92-15,-6 9-332 0,0-2-837 0,2-5 371 16</inkml:trace>
  <inkml:trace contextRef="#ctx0" brushRef="#br0" timeOffset="29541.08">5876 5412 83 0,'4'-3'166'0,"0"1"-11"16,0-2-13-16,2 3-15 0,-1-1-15 0,4 1-10 15,-2 1-10-15,0 1-8 0,4 3-8 0,-1 3-5 16,-1 1 5-16,5 3-5 0,-3 2-1 0,-3 2-2 15,1 2-5-15,1 0-4 0,-5 1-4 16,0 0-1-16,-1 2-3 0,-3 6-4 0,-1-2 5 0,-1-7-11 16,-3 2 5-16,-1-1 0 0,-3-2 3 0,0-2 1 15,-1 2-2-15,2-5 4 0,-7 1 6 0,7-4 4 16,-1-1 3-16,-1-1 1 0,3-1 10 16,2 1 12-16,-1-2 23 0,1-3 18 0,0-1 12 15,4 0-5-15,0 0 4 0,-9-8 3 0,8 3-7 0,1-4-13 16,1-3-13-16,3 0-9 0,2-5-11 0,2 0-5 15,3-7-14-15,3 1-12 0,2 1-13 0,0 1 4 16,2 2-9-16,-5 4-4 0,-4 2 4 16,1 3 1-16,-1 3-15 0,-4-1-9 0,-1 3 6 0,1 2-10 15,0-2-9-15,-1 1-10 0,0 3-15 0,-4 1-6 16,0 0-9-16,0 0-2 0,9 9 3 0,-8-3 3 16,3 2 9-16,-4 3-10 0,3-1 2 15,-1 2 6-15,-2 5 4 0,0 3 2 0,4-3 2 0,-3 2 4 16,-1-2-6-16,7 2-23 0,-5-4-27 0,1 2-25 15,-2-5-32-15,3 0-41 0,-4-2-46 0,2-1-49 16,-2-4-273-16,0 0-577 0,2-3 257 0</inkml:trace>
  <inkml:trace contextRef="#ctx0" brushRef="#br0" timeOffset="29807.38">6185 5335 132 0,'3'-6'249'0,"2"2"-27"16,-4-1-22-16,3 5-19 0,1-2-15 0,-5 2-14 15,14 6-4-15,-6 1-8 0,6 2-12 0,-1 4-6 16,0 3-7-16,3 7-4 0,0 1-7 0,-5 2-7 16,2 2-6-16,0 1-7 0,-6 3-9 0,-1-2-4 15,-4 0-4-15,-3 1-10 0,-4-2-2 0,-2-2-7 16,-3 2-2-16,-4-3-4 0,-4-1-17 0,0-6-11 15,-6 3-9-15,-3-3-20 0,-1-1-34 0,-3-6-38 16,-1-1-57-16,-1-4-67 0,0-3-197 0,1-3-440 16,0-2 196-16</inkml:trace>
  <inkml:trace contextRef="#ctx0" brushRef="#br0" timeOffset="30075.49">5793 5257 225 0,'-5'-4'262'0,"-2"0"-23"16,4 2-30-16,-3 1-21 0,6 1-20 0,-13 8-17 16,4 4-17-16,-3 2-15 0,-1 13-13 0,-1 3-10 15,2 6-4-15,-5 11-5 0,4 1-1 0,2 2-5 16,3-2-8-16,3-2-4 0,5-14-7 0,4 1-4 15,1-3-4-15,5 1 0 0,2-2-7 0,5-3-2 16,3-5 2-16,3 0-4 0,6-4 0 16,3-2-4-16,1 0-13 0,3-6-52 0,0 0-82 0,16-5-119 15,-16-3-197-15,2-3-459 0,-2-1 203 0</inkml:trace>
  <inkml:trace contextRef="#ctx0" brushRef="#br0" timeOffset="30571.1">7241 5421 14 0,'-9'0'297'0,"9"0"-14"0,0 0-17 0,-8 3-9 15,8-3-12-15,0 0-27 0,0 0-18 0,0 0-19 16,0 0-22-16,0 0-24 0,0 0-22 0,23-7-25 16,-6 2-44-16,3 2-50 0,2-2-70 0,5 1-73 15,-8-1-230-15,0 1-409 0,1 0 181 0</inkml:trace>
  <inkml:trace contextRef="#ctx0" brushRef="#br0" timeOffset="30723.79">7269 5604 112 0,'-1'4'151'0,"-2"0"-10"0,2-2 5 0,1-2 5 0,9 3 3 15,1-5-18-15,9 1-13 0,12-3-25 16,2 1-65-16,6-8-85 0,-1 6-148 0,14-11-214 16,2 6 94-16</inkml:trace>
  <inkml:trace contextRef="#ctx0" brushRef="#br0" timeOffset="31113.41">8185 5086 84 0,'-6'-3'220'0,"6"3"-9"16,0 0-9-16,-4-3-9 0,4 3-13 0,0 0-6 0,0 0-11 15,0 0-10-15,0 0-9 0,0 0-7 0,0 0-7 16,0 0-4-16,-5-2-11 0,5 2-7 0,0 0-10 15,0 0-8-15,0 0-12 0,0 0-7 16,0 0-8-16,15-3-6 0,-6 3-4 0,4-2-4 16,1 0-5-16,4 1-6 0,5-1-4 0,-1 0-11 0,1 2-12 15,2-2-19-15,-2 1-14 0,-4-1-15 0,-1 2-17 16,1 0-19-16,-7 0-20 0,2 0-16 0,-5 0-30 16,-4 0-30-16,3 0-42 0,-8 0-145 15,0 0-386-15,0 0 172 0</inkml:trace>
  <inkml:trace contextRef="#ctx0" brushRef="#br0" timeOffset="31643.35">8064 5104 167 0,'0'0'265'15,"-9"0"-21"-15,9 0-22 0,0 0-21 0,-5 0-22 16,5 0-20-16,0 0-19 0,0 0-14 15,-4 5-13-15,4-5-12 0,8 12-11 0,-4-7-9 16,3 7-7-16,1 2-6 0,2 1-4 0,3 8-10 0,1-2-3 16,1 5-6-16,1 0-2 0,0 2-5 0,-3-2 0 15,6 1-3-15,-2-2-5 0,-1-2 2 0,5-1-6 16,-6-3-3-16,4 1-1 0,-5-6 2 0,-1-4-3 16,0 2-4-16,-4-3-2 0,1-3 1 15,-1 1-2-15,-3-2 1 0,2-2 3 0,-3-1 20 0,1 0 22 16,1-1 24-16,-1-2 15 0,2-1 4 0,-2 0 15 15,-2-1-5-15,4 0 6 0,-6-2 15 0,5 1-9 16,-2 1 2-16,0 0-5 0,-4-1-9 16,3 2-9-16,-4 2-13 0,4-5-7 0,-4 5-12 0,1-2-15 15,-1 2-14-15,0 0-22 0,0 0-34 0,0 0-1 16,4 9 0-16,-4-1-3 0,-4 8 6 0,3 3-1 16,-8 7 5-16,-1 6-2 0,1 0 5 15,-9 12-3-15,5-11 4 0,-6 13-6 0,1 0 9 16,0-1-2-16,5-12 16 0,0-2-22 0,1 3 3 0,2-3-4 15,0 2 7-15,-2-3 0 0,-2 1 2 0,5 2 8 16,1 0-5-16,-1-6-3 0,2-2 6 0,3-7-3 16,-2-1 3-16,4-5-1 0,-3-2-1 0,5-2 3 15,-4 0-10-15,4-2 5 0,-5-1 4 16,4 0 3-16,1-5-3 0,0 7 7 0,0-7 0 0,-4 5-1 16,4-5-3-16,-2 6-8 0,2-6-23 0,0 0-2 15,0 0-66-15,0 0-81 0,0 0-77 0,0 0-74 16,0 0-312-16,2-20-685 0,2 15 304 0</inkml:trace>
  <inkml:trace contextRef="#ctx0" brushRef="#br0" timeOffset="32075.32">8206 6278 92 0,'-7'0'254'0,"4"2"-7"0,3-2-9 0,-7 2-4 15,3-1-10-15,4-1-9 0,0 0-11 0,0 0-6 16,-6 2-6-16,6-2-14 0,0 0-5 0,-4 2-20 16,4-2-14-16,0 0-12 0,0 0-3 0,0 0-13 15,0 0-18-15,0 0-12 0,-2 3-3 0,2-3-10 16,0 0-5-16,0 0-7 0,0 0-6 0,0 0-2 15,0 0-7-15,0 0-6 0,0 0-7 0,0 0 2 16,0 0-6-16,0 0-2 0,0 0-4 0,0 0 11 16,0 0 2-16,0 0-7 0,0 0-6 0,0 0 2 15,21-1-5-15,-2-1 6 0,12-2-4 0,1 3 1 16,6-3-5-16,15 1 3 0,5-6-4 0,-1 6-3 16,2-5 5-16,1 2 10 0,-3 3-16 0,1-1 9 15,-20 0 7-15,0 0 11 0,-2-1 7 0,-8 1 8 16,-11 0-1-16,-2 3 4 0,-2-2 1 0,-3 3 2 15,-2 0-2-15,-2-1-9 0,-6 1-6 0,12-1-2 16,-12 1-5-16,7-2-23 0,-7 2-41 0,7-1-32 16,-7 1-42-16,0 0-65 0,0 0-93 0,0 0-138 15,0 0-212-15,-23-3-666 0,15-1 295 0</inkml:trace>
  <inkml:trace contextRef="#ctx0" brushRef="#br0" timeOffset="33391.33">8277 6713 174 0,'-6'-4'268'0,"6"4"-27"15,0 0-23-15,0 0-25 0,-1-4-19 0,1 4-25 16,0 0-14-16,0 0-14 0,0 0-13 0,8 10-10 0,-1-5-12 15,2 3-7-15,0 3-9 0,2 2-6 0,-2 5 4 16,0 0-14-16,4 5-3 0,-4 2-5 0,-1 0 4 16,0 1-13-16,-2-2-1 0,0 1-3 15,-5-5-3-15,2 6-4 0,-3-8 0 0,0 0-6 0,0 1 1 16,-3-4-2-16,2 2 3 0,-1-5 9 0,-2-2 8 16,1-1 5-16,-1-1 8 0,2-1 15 0,-1-2 22 15,1 0 30-15,0-2 34 0,2-3 38 0,-1 4 4 16,1-4-15-16,0 0-5 0,-8-12-12 0,7 4 3 15,0-4-3-15,-3-5-14 0,4-1-13 0,4-2-7 16,-2-5-22-16,4-4-9 0,2 0-11 0,0-1-13 16,-3 0-4-16,4 0-10 0,1 4-3 0,-2 9-10 15,-2 0-1-15,1 0-8 0,-2 6-1 0,0 1-7 16,0 0-4-16,-1 0-1 0,0 5-4 0,-3 1-18 16,3-2-21-16,-3 2-24 0,3 1-34 0,-4 3-46 15,5-4-38-15,-1 1-28 0,1 3-24 0,-5 0-35 16,13 3-38-16,0-3-49 0,-4 2-350 0,1 0-740 15,3 0 328-15</inkml:trace>
  <inkml:trace contextRef="#ctx0" brushRef="#br0" timeOffset="33577.43">8822 6769 343 0,'0'0'335'0,"0"0"-25"0,6-9-34 16,-6 9-33-16,5-6-22 0,0 4-26 0,3-1-21 16,2-1-34-16,0 4-41 0,2-5-53 0,2 3-54 15,-1 1-70-15,1-2-78 0,-4 1-201 0,3 2-387 0,-3-1 171 16</inkml:trace>
  <inkml:trace contextRef="#ctx0" brushRef="#br0" timeOffset="33740.25">8819 7005 247 0,'-4'3'250'0,"4"-3"-10"15,0 0-23-15,7 3-23 0,-7-3-20 0,19-2-15 16,0-3-16-16,-1 0-26 0,4 1-31 0,7-3-47 0,0-2-44 16,5 1-69-16,-2-1-58 0,-3-4-145 0,3 0-298 15,-4 4 132-15</inkml:trace>
  <inkml:trace contextRef="#ctx0" brushRef="#br0" timeOffset="34058.18">9361 6732 45 0,'0'-4'273'0,"0"4"-13"16,-1-5-13-16,1 5-17 0,-3-2-21 0,3 2-22 16,-6-1-17-16,6 1-17 0,0 0-18 15,-16 3-17-15,9 2-8 0,-1 1-14 0,-1 0-8 0,-1 4-13 16,2-1-5-16,0 2-6 0,-2 1-7 0,4-3-3 15,-3 7-6-15,3-2-9 0,2-3-2 0,2 0 1 16,1 1 19-16,1-1-2 0,1-3 5 0,3 2 7 16,0 1 13-16,3-4 16 0,0 1 11 0,7-4 11 15,-1-3-5-15,6-1 2 0,0-1 5 0,-6-1 8 16,5-3 2-16,-5 1 16 0,1-2-4 0,-1-2-8 16,-2-7-5-16,2 2-7 0,-4 1-13 15,-3-3-9-15,-1 1-7 0,-1 1-15 0,-1-4-14 0,-6 1-9 16,-2-1-17-16,1 5-23 0,-2-3-33 0,-5 1-38 15,-1 0-44-15,-4 3-48 0,-3-1-40 0,-6 4-46 16,-2 2-48-16,8-1-72 0,-3 2-295 0,3 2-704 16,0-1 312-16</inkml:trace>
  <inkml:trace contextRef="#ctx0" brushRef="#br0" timeOffset="35241.61">8419 4751 75 0,'0'0'223'0,"0"-5"-10"0,0 5-9 15,0 0-9-15,0 0-9 0,0 0-7 0,0 0-11 16,0 0-16-16,3-4-7 0,-3 4-13 0,1-3-3 0,-1 3-12 16,0-5-10-16,2 2-8 0,1-3 5 15,-3 2-12-15,0-2 3 0,1-1 1 0,-1-1-14 16,0-4-3-16,3-2-6 0,-6 6 3 0,6-6-6 15,-6 2 1-15,3-5 0 0,0 1-1 0,-1-1-6 16,1 5-6-16,0-5 5 0,-3 2-8 0,1 3-10 0,2-4 5 16,-4 4-14-16,3 3 6 0,-2 0-8 15,2 3 10-15,1-1 0 0,-3 2 6 0,3 1-21 16,-1-1-13-16,0 2-10 0,1 3-19 0,-8-1 3 16,-6 5-5-16,1-2 5 0,-12 10 1 0,-5 5-1 15,-4 3 1-15,-6 6 4 0,-3 3 1 0,-1-4-3 16,2 4 3-16,-1 1 5 0,-3-1-1 0,2-2-5 15,2 0 1-15,11-5 11 0,-1-3-1 0,2-2-8 16,2-2 2-16,2-1 2 0,7-5 1 0,5-1 1 16,0-5 2-16,5 2-1 0,0-1 9 0,2-1 23 15,1-3 17-15,6 0 13 0,-11-3 11 0,6-5 4 16,2 4-6-16,-1-8-7 0,4 2-5 0,0-6-8 16,4-1-5-16,0 0-9 0,4-8-11 0,1 2 3 15,1 5-2-15,0 2-9 0,-1 0 1 0,5 2-9 16,-5 2 0-16,1 3 2 0,-1 1-9 0,0 3-2 15,4 2-9-15,0 3 0 0,-1 4-1 0,8 3 3 16,4 5-11-16,0 3 12 0,0 3-8 0,2 5 3 16,-3-2 13-16,0-1-10 0,-4 4-1 0,4-1-13 15,-3 0 26-15,1 0-10 0,-4-3-31 0,-3-5-21 16,1 0-26-16,-1-3-24 0,0-1-27 0,-5-3-34 0,4-1-45 16,-2-2-63-16,5-3-94 0,-5-2-190 15,7-1-599-15,-4-3 265 0</inkml:trace>
  <inkml:trace contextRef="#ctx0" brushRef="#br0" timeOffset="35958.19">9560 5635 35 0,'0'0'168'0,"0"0"-7"15,0 0-5-15,0 0-1 0,-9 1-11 0,9-1-8 16,0 0 0-16,0 0-7 0,0 0-10 0,0 0-8 15,0 0-7-15,0 0-4 0,0 0-5 0,0 0-3 16,0 0-5-16,0 0-4 0,0 0-7 0,0 0 0 16,0 0-9-16,0 0-4 0,0 0-3 0,0 0-3 15,21-7-1-15,-9 7-6 0,5-3-7 0,4-1-5 16,5-1 0-16,2-2-5 0,3 5-4 0,1-6-3 16,3 3-1-16,-1 1 0 0,-3-4-6 0,1 3-4 15,-2 1 2-15,-8 0-5 0,-2-1 3 0,0 1-3 16,-2 2-1-16,-7 0 3 0,2-1-5 0,-8 2-1 15,1 0 1-15,0-1-1 0,-1 0-4 0,-5 2-8 16,7-1-10-16,-7 1-18 0,0 0-24 0,0 0-14 16,0 0-25-16,0 0-15 0,-25 0-36 0,15 1-14 15,2 0-49-15,-2-1-130 0,10 0-367 0,-13 1 164 16</inkml:trace>
  <inkml:trace contextRef="#ctx0" brushRef="#br0" timeOffset="36308.56">10121 5413 173 0,'0'-4'332'0,"0"4"6"0,0-7-3 0,0 7-16 16,-1-6-17-16,1 6-20 0,0 0-26 0,0 0-31 15,0 0-37-15,0-8-16 0,0 8-20 0,0 0-20 16,0 0-17-16,0 0-15 0,0 0-14 0,0 0-10 15,3 21-4-15,-5-9-6 0,4 5-11 0,1 2-8 16,-3 0-4-16,0 6-8 0,1-1 2 0,-1 5-4 16,3-5-2-16,-3-4-2 0,3 7 0 0,-1-8-4 15,-2 0-1-15,2-4-1 0,0-1-10 0,-2-2 8 16,4 0-2-16,-4-4-3 0,1 1-2 0,1-4-4 16,0 0-8-16,-2 2-1 0,0-4 14 0,1 2-2 15,-1-5 5-15,0 2 3 0,0-2 0 0,-1 5-1 16,1-5-5-16,0 0 4 0,4 6-3 0,-4-6 1 15,0 0-3-15,0 0-4 0,0 0-19 0,0 0-13 16,0 3-21-16,0-3-38 0,0 0-75 0,0 0-83 16,-4-15-65-16,5 9-292 0,-2-5-645 0,2 2 286 15</inkml:trace>
  <inkml:trace contextRef="#ctx0" brushRef="#br0" timeOffset="36590.71">10317 5271 137 0,'2'-4'227'15,"2"-1"-26"-15,0 4-20 0,2-1-15 0,-6 2-3 16,14 4-8-16,-5 2-7 0,4 5-7 0,0 4-4 16,1 8-6-16,4 0-8 0,-4 5-2 0,0 3-4 15,0 2-4-15,1 11-6 0,-4-8-6 0,1 8-4 16,-5-10-9-16,-3 0-6 0,-6 0-2 0,2-2-10 15,-2-2-1-15,-3-1-7 0,-4 0-6 0,-2-5-1 16,-1 1-9-16,-1-8 1 0,-5 3-5 0,-4-1-19 16,-2-3-15-16,1-2-22 0,-3-1-28 0,-2 2-42 15,-2-10-77-15,-1 1-101 0,-2-4-194 0,-3-1-493 16,2-6 219-16</inkml:trace>
  <inkml:trace contextRef="#ctx0" brushRef="#br0" timeOffset="36923.21">9550 5263 68 0,'-5'-4'246'0,"1"2"-22"0,-1-1-22 16,4 2-21-16,1 1-21 0,-8 0-18 0,3 4-17 15,-4 2-15-15,-3 9-6 0,-2 9-5 0,-4 5 5 16,-4 11-6-16,2 5-7 0,1 3-7 0,4 4-4 16,1 2 3-16,-4-2-4 0,14-3-7 0,3 0-6 15,3-15-6-15,8 13-4 0,1-15-3 0,4 0 6 16,13 7 17-16,9 0 3 0,4-7-4 0,9-5-6 15,5-4-4-15,1-2-7 0,3-7-45 0,-3-3-61 16,2-3-103-16,-6-3-330 0,-1-3-520 0,-11-2 231 16</inkml:trace>
  <inkml:trace contextRef="#ctx0" brushRef="#br0" timeOffset="47756.28">10506 4867 99 0,'-1'-5'214'0,"-1"0"2"0,2 1-8 15,0 4 0-15,-1-8-5 0,1 2-6 0,1 3-16 16,1-2 2-16,-1-1-16 0,-1 2-11 0,0 4-18 15,4-4-11-15,-3 1-17 0,2 0-12 0,-3 3-10 16,10-2-12-16,-10 2-9 0,13 3-3 0,-2 3-8 16,-1-3-7-16,-1 6-2 0,6 0-9 0,1 5-1 15,-1 0-3-15,2 6-3 0,1 1-1 0,-3 1-4 16,2 1 3-16,-3-2-5 0,0 2-1 0,-7-5-7 16,1 1 1-16,1-2 3 0,-4 0-9 0,0 1 3 15,-2-2 0-15,-1-5 1 0,-2 1-7 0,-1-1 6 16,0-5-9-16,1 2 4 0,-2-1 4 0,1-2 14 15,0 0 6-15,-2-4 4 0,-2 1 9 16,5-2-19-16,-11-3 4 0,3-5 21 0,2 1 4 0,-1-4 8 16,4-5 6-16,-1 0-8 0,1-2 1 0,4-9-16 15,3-1-2-15,4-3-12 0,0-3-12 0,1 1-6 16,4 2-2-16,2 2-15 0,1 1-14 0,0 2-28 16,0 6-34-16,-3 4-38 0,-3 3-42 0,0 4-58 15,3 0-67-15,-1 4-253 0,-3 3-578 0,-3-2 255 16</inkml:trace>
  <inkml:trace contextRef="#ctx0" brushRef="#br0" timeOffset="48623.33">11798 4976 62 0,'1'-5'242'0,"5"-3"-12"0,0 4-14 15,-1-1-9-15,2 0-27 0,2 1-17 0,0 1-18 16,0 1-15-16,1 0-13 0,-2 4-14 0,1-1-12 16,1 3-2-16,0 2-7 0,3 5-11 0,0 1-6 15,-4 2-4-15,0 3-6 0,-3 0-5 0,-2 2-5 16,1 1 0-16,-5 4-7 0,-1-5-3 0,0 7-4 16,-6-1-3-16,4-4-2 0,-5 2 0 0,0-3-4 15,-1 2-1-15,-1-6 4 0,2 1-5 0,-1 0-2 16,4-8-3-16,-5 4 1 0,1-4 8 0,1-2-3 15,3-1 4-15,0-2 12 0,0 1 14 0,2-1 25 16,3-4 28-16,-5 4 40 0,5-4 35 0,0 0 19 0,0 0-30 16,0 0-15-16,0 0-11 0,-1-18-14 15,6 6-13-15,2-2-11 0,1-3-15 0,5-10-11 16,1 1-5-16,4-1-8 0,0-3-5 0,-4-1-6 16,4 2-13-16,-1 0 5 0,-2 5-23 0,-2 1 9 15,-1 7-4-15,-4 0 0 0,-3 3-8 0,2 4 12 16,-2 1 0-16,-1 0-11 0,-1 4-3 0,0 0-3 15,-2-2-12-15,1 2-22 0,-2 4-21 0,0 0-10 16,0 0 6-16,0 0 3 0,-4 18 7 0,0-2-3 16,-2 0 2-16,3 4 10 0,-3 4 4 0,2 3-2 0,2-1 6 15,5 1-2-15,-3 0 7 0,9 0 3 0,5-1 6 16,4 0-13-16,5-1-37 0,2-2-43 0,9-1-50 16,-1-2-64-16,12 2-86 0,-13-8-363 15,1-4-713-15,-3-5 316 0</inkml:trace>
  <inkml:trace contextRef="#ctx0" brushRef="#br0" timeOffset="49123.43">11513 5567 149 0,'0'0'215'0,"-8"2"-6"0,8-2-11 0,0 0-7 16,-6 0-10-16,6 0-9 0,0 0-6 0,0 0-6 16,-7 1-6-16,7-1-7 0,0 0-7 0,0 0-12 15,0 0-4-15,0 0 0 0,0 0-6 0,0 0-1 16,0 0-3-16,0 0 2 0,0 0-7 0,0 0-5 15,0 0-10-15,0 0-1 0,0 0-29 0,0 0 5 16,0 0-10-16,0 0-7 0,0 0-7 0,0 0 0 16,0 0-7-16,0 0 0 0,0 0 14 0,0 0-28 15,0 0-1-15,0 0-4 0,0 0-3 0,0 0 5 16,0 0-3-16,0 0-5 0,0 0 0 0,0 0-3 16,33-4 1-16,-14 1 0 0,10-1-4 0,7 2 3 15,16-3-5-15,4-2 3 0,7 0-2 0,26 0 9 16,5 0 8-16,-4-1 1 0,4-1-7 0,-28 3-1 15,24-2 14-15,-28 0-8 0,-3 2 12 0,-3 2-19 16,-5-4 2-16,-18 4-2 0,1 0-2 0,-8-1-9 16,-5 1 8-16,-8 2 2 0,-2 1 3 0,1-1 5 15,-6 2-3-15,1-3-3 0,-1 2-3 0,-1 1-20 16,-5 0-22-16,5-3-29 0,-5 3-23 0,0 0-27 16,-16 5-36-16,0 0-38 0,-4 1-47 0,-2-2-61 15,-5 2-249-15,3 0-583 0,-3 1 258 0</inkml:trace>
  <inkml:trace contextRef="#ctx0" brushRef="#br0" timeOffset="49789.12">11816 5712 199 0,'2'-3'223'0,"2"-2"-16"16,2 1-10-16,-1 1-15 0,3-2-11 0,1 1-16 15,1-1-13-15,3 2-14 0,1 1-14 0,3-1-12 16,-1 2-10-16,1 2-7 0,0 1-10 0,-2-1-6 15,3 2-4-15,-3 1-12 0,-2 2 2 0,1 1-2 16,-3 2-7-16,0-2 1 0,0 4 1 0,-2 0-5 16,-2 3-2-16,-1 3 0 0,-5-2-4 0,-1 4-4 15,-1 0 0-15,-3-1 0 0,-4 1-4 0,-4 3 0 16,0-1-1-16,-3 3-4 0,2-9-2 0,1 1 2 16,-3-3-1-16,2 0 7 0,-2-1-1 0,4-1-3 15,-1-4 2-15,3 2 1 0,4-4 3 0,1-1 9 16,-1 0 10-16,-1-1 19 0,2 2 27 0,4-5 41 15,-4 2 37-15,4-2 30 0,0 0 6 0,0 0-20 0,-8-5-20 16,8 0-17-16,0-3-11 0,4 2-19 16,-1-4-15-16,-1 0-12 0,6 1-13 0,-2-1-5 15,2 1-11-15,-3 1-9 0,2 0-6 0,-1 2-8 16,-1 3-7-16,0 0-5 0,-1-1-8 0,4 1-4 16,-2 1-1-16,3 2 0 0,1 2-11 0,-1 1 0 15,3 1-1-15,-1-1 1 0,1 0-3 0,-1 6-2 16,1-4 1-16,0 2-3 0,-1 1-5 0,0-1 2 15,3-1-2-15,-2 0-1 0,-2-1 3 0,0 0 4 16,-3-2-3-16,-1 1-1 0,3-3 2 0,1 0 4 0,2 0-1 16,0-3 3-16,5-1-4 0,0-2 1 15,-2-2 1-15,-2 2 0 0,3-3-2 0,-3 2 3 16,-3 0-5-16,3-3 3 0,-3 3 0 0,2-5-3 16,-2 8 1-16,-1-7-2 0,0 5 1 0,-4 1-11 15,3 1 12-15,-6-1-4 0,2-1 2 0,0 3-2 16,0-1-1-16,-4 3-15 0,4-2-45 0,-3-2-20 0,-1 4-44 15,4-4-83-15,1 3-73 0,-5 1-74 0,5-6-408 16,-1 1-828-16,-2 3 367 0</inkml:trace>
  <inkml:trace contextRef="#ctx0" brushRef="#br0" timeOffset="50156.17">12640 4889 22 0,'1'-5'234'0,"3"3"-22"16,-4 2-25-16,4-1-24 0,-4 1-10 0,6 5-9 15,2 5-6-15,0 5-11 0,4 9-7 0,-1 4 1 16,2 9-8-16,2 11-3 0,-1 3 1 16,5 29-3-16,-4 0-1 0,-6-21-6 0,3 27-7 15,-5-4-7-15,-3-23-5 0,0 23-7 0,-5-27-8 0,-6 1-1 16,2 0-8-16,0-3-6 0,-4-4-3 16,-4 1 0-16,-2-4-3 0,-3-2-3 0,0-13-2 15,-1-1-3-15,-12 9 1 0,6-14-3 0,-1 0-2 16,-7-3-19-16,-12 2-42 0,-3-3-56 0,-3-6-86 15,-8-3-326-15,0-2-534 0,0-9 236 0</inkml:trace>
  <inkml:trace contextRef="#ctx0" brushRef="#br0" timeOffset="50553.85">11587 4818 198 0,'0'0'182'0,"-9"16"-23"0,1 2-16 15,-1 8-1-15,-8 17-9 0,-3 7-7 0,-3 6 15 16,-9 26-6-16,2 10 5 0,-4 3 1 0,8 1-6 16,5 4 4-16,8-9-7 0,11-6-10 0,4-29-1 0,6-1 4 15,11-1-3-15,3-3 3 0,9-1-4 0,9-4-9 16,9-5 9-16,25 9-7 0,8-8-21 0,-22-19-3 15,36 5-12-15,6-9-25 0,2-4-59 0,-1-4-75 16,-3-4-111-16,-10-7-336 0,4-7-571 16,-37 1 253-16</inkml:trace>
  <inkml:trace contextRef="#ctx0" brushRef="#br0" timeOffset="51453.82">12954 4575 21 0,'1'-8'269'0,"-1"-4"-10"16,4 3-6-16,-2 1-3 0,0-2-12 0,-2 3-5 15,4 2-22-15,-4-2-18 0,1 2-22 0,1 2-19 16,0-2-19-16,-2 5-13 0,4-4-18 0,-4 4-10 16,0 0-13-16,6 15-3 0,-2-4-8 0,-3 7-9 15,3-1-3-15,0 9-10 0,-4 1-1 0,0 2-4 16,0 3-2-16,-1-3-2 0,1 0-3 0,-3-1-6 15,3-1-2-15,-1-7 2 0,1-2-5 0,0-6-4 16,0-3 0-16,0 2-1 0,0-5 1 0,0 1 1 16,0-2 31-16,-3-1 47 0,3-1 49 0,0-3 26 15,0 0-12-15,0 0-23 0,8-8-18 0,1-3 0 16,0-4-20-16,0-1-12 0,0 0-21 0,5-7-4 16,-1 0 6-16,-2 6-11 0,3-5-20 0,-3 5 7 15,0-1-4-15,-2 2 0 0,-1 7-19 0,-2-3 12 16,0 5-2-16,-2 0-6 0,0 2-9 0,-1 0-6 15,-1 2-23-15,2 1-5 0,-4 2 1 0,11 5-5 16,-6 0-8-16,3 4-1 0,1 4-21 0,0 3 10 16,0 1-63-16,-1 0-30 0,-2 2-31 0,7 6-46 15,-4-1-47-15,1-7-70 0,-2-3-309 0,-2-1-690 16,1-5 306-16</inkml:trace>
  <inkml:trace contextRef="#ctx0" brushRef="#br0" timeOffset="51805.16">13426 4698 130 0,'-8'0'295'0,"8"0"-17"0,0 0-16 0,-5-2-18 16,5 2-23-16,0 0-17 0,0 0-20 0,0 0-17 15,0 0-16-15,0 0-12 0,0 0-18 0,0 0-10 16,0 0-13-16,0 0-5 0,-8 2-16 0,8-2-5 16,0 0 1-16,0 0-4 0,0 0-2 0,0 0-1 15,0 0-7-15,0 0 3 0,0 0-10 0,0 0-8 16,0 0-5-16,14-5 0 0,-2 3-7 0,-1-1-4 16,9 3-1-16,0-2-3 0,9 0-4 0,2-3 2 15,2 1-7-15,3 0 2 0,6 4-6 0,-2-3-1 16,-2 3-7-16,0-2-14 0,-2-1-17 0,-4 1-20 15,-13 0-15-15,3 2-18 0,-7-2-14 0,-4 2-27 16,-2 0-19-16,-3-2-21 0,-6 2-33 0,0 0-33 16,0 0-181-16,0 0-443 0,-26-1 196 0</inkml:trace>
  <inkml:trace contextRef="#ctx0" brushRef="#br0" timeOffset="52037.46">13626 4593 231 0,'0'-6'285'0,"-1"-1"-8"16,1 0-2-16,0 1-9 0,0-1 10 0,-4 2-9 16,4-2-19-16,0 4-27 0,0 3-19 0,1-7-25 15,2 4-19-15,-3 3-33 0,0-4-10 0,0 4-14 16,0 0-19-16,0 0-6 0,0 21-9 0,1-6-8 16,-1 3-13-16,-4 8 6 0,4 1-8 0,0 2 2 15,0-3-14-15,0 4 12 0,4 0-9 0,0-1-32 16,-3-2-30-16,6 0-36 0,-2-3-42 0,0-4-59 15,0-4-71-15,-1-1-301 0,0-6-581 0,2-1 256 16</inkml:trace>
  <inkml:trace contextRef="#ctx0" brushRef="#br0" timeOffset="52489.68">14044 4366 181 0,'5'-4'206'15,"4"-3"-11"-15,0 3-20 0,1 2-15 0,3-1-13 16,1 2-11-16,-1 1-15 0,2 1-12 0,2 0-19 15,-4 2-4-15,-2 2-6 0,3 3-8 0,-2 0-6 16,-3 6-4-16,-3-4-5 0,1 7-4 0,-3 0-5 16,-2 0-6-16,-5 8 1 0,-2 3-4 0,-5-6-6 15,-4 5 1-15,-3-2 0 0,-3 1-3 0,-2-5-3 16,-1 4 0-16,0-3-2 0,-1-3-3 0,2-2 1 16,6-6 4-16,3 0-2 0,-3-2 3 0,9-4-3 15,-1 1 1-15,2-2 6 0,1-1 15 0,1 1 25 16,0-3 23-16,0 1 11 0,4-2-1 0,-4 2-6 15,4-2-12-15,0 0 1 0,0 0-21 0,23-3-9 16,-11 2 1-16,4 1-14 0,2 0-7 0,3 0-2 16,-1 0-4-16,-1 4-6 0,3-4-2 0,-1 2 0 15,7 3-10-15,-5-2-11 0,-3 1-24 0,-2-1-37 16,2-1-42-16,-2 1-48 0,-5 0-66 0,2-1-103 16,-3-2-167-16,-6-1-521 0,3-2 231 0</inkml:trace>
  <inkml:trace contextRef="#ctx0" brushRef="#br0" timeOffset="52837.68">14500 4410 8 0,'3'-4'298'0,"-3"1"-27"16,0 3-29-16,1-5-27 0,-1 5-22 0,5-1-22 15,-5 1-14-15,12 3-11 0,-2 3-10 0,-2 2-13 16,1 2-7-16,5 3-10 0,1 8-10 0,0 3-3 16,-1-2-8-16,-1 4-6 0,-1-1-7 0,-1-1-5 15,-1 1-10-15,-3-1-1 0,-3-5-7 0,-2 0-5 16,1-2-1-16,-3-5-1 0,2-1 0 0,-3 0-3 16,1-5-2-16,-1 2 5 0,1-4 9 0,0 1 9 15,-3 0 20-15,3-5-1 0,-5 0-8 0,5 0-1 16,-9-9 17-16,0 2 15 0,5-1 22 0,2-5 2 15,-2-2-5-15,3-4-11 0,2-4-6 0,0-3-5 16,6 0-23-16,1-5-5 0,7 5-13 0,1-2-26 16,2-1-33-16,1 5-36 0,4 0-44 0,3 4-44 15,-3 3-49-15,0 5-66 0,-6 0-84 0,-1 4-287 16,1 3-662-16,-5 1 294 0</inkml:trace>
  <inkml:trace contextRef="#ctx0" brushRef="#br0" timeOffset="53596.2">15958 4400 219 0,'0'-8'254'0,"0"4"-2"0,2-4 0 15,-1 3-2-15,-1-2-9 0,1 6-14 0,0-3-22 16,-1 4-20-16,0-7-20 0,0 3-21 0,0 4-18 15,0 0-19-15,0 0-15 0,0 0-11 0,0 0-12 16,6 11-7-16,-4-3-6 0,2 9-4 0,-1 1-5 16,4 12-4-16,-4 5 2 0,3 12 0 0,1-1-18 15,0 1-27-15,-3-11-39 0,5 12-39 0,-7-12-58 16,6-4-64-16,-4 1-266 0,-3-3-505 16,-1-3 225-16</inkml:trace>
  <inkml:trace contextRef="#ctx0" brushRef="#br0" timeOffset="54153.44">15098 5162 31 0,'-5'-2'177'16,"5"2"-7"-16,0 0-14 0,-6-1-6 0,6 1-7 15,0 0-12-15,0 0-11 0,0 0-10 0,0 0-12 16,-3-1-8-16,3 1-13 0,0 0-7 0,0 0-3 15,0 0-10-15,0 0-10 0,0 0-4 0,0 0-1 16,0 0-5-16,0 0-9 0,0 0-2 0,0 0-1 16,0 0-1-16,0 0-7 0,0 0 6 0,0 0 3 15,0 0 3-15,0 0 1 0,24 0-5 0,-3 1 5 16,11-2-6-16,6 1-2 0,22-3 3 0,32-2 12 16,9 0-6-16,9 1-3 0,4 1-2 0,16-4-7 15,10 4 8-15,14-1 0 0,12 1 1 0,9 2-5 16,-1-7-1-16,3 5 6 0,1-2-4 0,-1 3-3 15,-10-3 1-15,-9 3-2 0,-13-2 8 0,-10 1-2 16,-7-2-3-16,-13 1 1 0,-7 0-4 0,-14 0-2 16,-31 1 3-16,-1-2 7 0,-7 1 12 0,-14 2 11 15,-4-2 11-15,-2 1 19 0,-14 1 24 0,-4-1 23 16,-4 2-1-16,-3-2 19 0,0 2-6 0,-2 0-11 16,-2-1-11-16,-1 2-17 0,1-1-22 0,-6 1-12 15,10 0-58-15,-10 0-48 0,0 0-46 0,0 0-49 16,0 0-35-16,0 0-65 0,-30 4-80 0,11-4-212 15,6 1-568-15,-1-1 252 0</inkml:trace>
  <inkml:trace contextRef="#ctx0" brushRef="#br0" timeOffset="56889.31">15446 5637 78 0,'-1'-6'158'0,"-2"2"3"0,3 1-1 0,0 3-4 15,0-9-1-15,-1 6 1 0,1 3-7 0,-2-4-13 16,1 0-4-16,1 4-1 0,-1-4-3 0,1 4-7 0,-2-4-11 16,2 4-8-16,0 0-10 0,0 0-10 15,0 0-12-15,0 0-8 0,4-5-7 0,-4 5-8 16,0 0-2-16,0 0-7 0,18 7-3 0,-6 2-6 15,-2-3-4-15,3 8 0 0,1 1 1 0,1 6-6 16,3-1-1-16,1 4-3 0,-2 2-2 0,-1 0 0 0,0 1 1 16,-1 0-4-16,-3 1 2 0,-2 0-1 15,-1-4 0-15,-3 3-2 0,-2-1-2 0,-3 1 2 16,1-2 0-16,-4-8-1 0,2 1 2 0,-3-1-2 16,0 0-2-16,-1-5 9 0,-3 3-1 0,-1-1-1 15,0-8-1-15,2 3 5 0,-3-2-2 0,1 0 5 16,2-3 3-16,-5 0 7 0,4-4 13 0,-1 0 2 15,1-2 7-15,0-1 24 0,0-1 6 0,1-1-1 16,-1-6 8-16,4 0-8 0,-2-5-6 0,4-5-8 16,2-3 1-16,4-4-3 0,2-1-12 0,5-2-11 15,2-2-6-15,4 1-5 0,0 1-4 0,3 2-6 0,-1 4-2 16,-2-1-2-16,0 7-1 0,-3-3-6 16,-2 8-3-16,-2 1-19 0,-1 4-11 0,0 0-24 15,-3 2-30-15,2 1-27 0,0 1-30 0,0 3-33 16,-4 1-37-16,4-2-44 0,-4 3-282 0,4 0-573 15,-9 0 255-15</inkml:trace>
  <inkml:trace contextRef="#ctx0" brushRef="#br0" timeOffset="57170.93">16048 5535 9 0,'-3'-5'286'16,"3"0"-13"-16,0 3-18 0,0 2-23 0,-1-7-29 0,1 7-22 15,1-3-21-15,-1 3-18 0,0 0-13 0,0 0-15 16,0 0-12-16,8 11-11 0,-4-3-8 0,0 2-7 16,1 7-11-16,1 8-6 0,2-5-5 15,-3 8-5-15,0 1-4 0,-1 1-3 0,0 0-3 16,-2 2-2-16,3-1-3 0,-2 3-4 0,-1 0-22 0,-2-2-22 15,2-1-31-15,-2 0-29 0,1 1-29 16,3-3-30-16,-3-4-33 0,-1 0-212 0,3-6-408 0,-2-2 180 16</inkml:trace>
  <inkml:trace contextRef="#ctx0" brushRef="#br0" timeOffset="57335.23">16113 6243 159 0,'0'0'242'0,"-3"3"-15"0,3-3-14 15,0 0-10-15,0 0-12 0,-1 3-9 0,1-3-11 16,0 0-18-16,0 0-14 0,0 0-12 0,0 0-9 16,0 0-17-16,8 0-10 0,-8 0-23 0,11 0-39 15,-2 0-53-15,0-2-59 0,-1 1-86 0,-2-1-188 16,6-3-386-16,-3 0 171 0</inkml:trace>
  <inkml:trace contextRef="#ctx0" brushRef="#br0" timeOffset="57903.39">16801 5777 25 0,'3'-6'236'0,"0"2"2"0,-2 0-9 0,0 0-3 0,1 2-10 16,-2 2-10-16,2-7-7 0,-2 4-12 0,0 3-16 16,3-4-18-16,-3 4-10 0,2-2-16 0,-2 2-19 15,3-3-10-15,-3 3-16 0,0 0-9 0,0 0-8 16,0 0-5-16,0 0-3 0,5 15-10 0,0-10-3 15,-2 7-4-15,2 0-4 0,-1 5-4 0,-2 0 1 16,3 8-2-16,-1-7-7 0,0 9-2 0,2-4 1 16,-2 2-5-16,1 2-3 0,-4-3 2 0,2-5-1 15,1 1-1-15,-3-1-2 0,-1 0-2 0,4-2 2 16,-3-2-2-16,2-4-1 0,-2-2-1 0,-1-1-1 16,0-2 1-16,4-1-1 0,-3-1 36 0,-1 1 44 15,1-2 39-15,-1-3 29 0,0 0 34 0,0 4 22 16,0-4-9-16,0 0-25 0,0 0-13 0,-2-21-19 15,-6 6-14-15,3-2-14 0,-4 0-12 0,4-9-10 16,-5-3-8-16,4 0-11 0,-1-6-12 0,3-12-8 16,-2-1-9-16,2-3-4 0,4 1-5 0,5 0-8 15,-2 0-3-15,3 3-5 0,-3 14-3 0,3 2 1 16,-2 2 1-16,2 4-5 0,-1 5 1 0,-1 4-4 16,0 6 2-16,3-5-4 0,-1 2-5 0,1 4-13 15,5 0-20-15,3 0-27 0,6 3-30 0,1 4-35 16,7 0-49-16,3 4-46 0,1 3-40 0,-1 7-45 15,0 1-60-15,0-2-382 0,-3 1-801 0,-1 2 355 16</inkml:trace>
  <inkml:trace contextRef="#ctx0" brushRef="#br0" timeOffset="58471.63">17599 5649 239 0,'-1'-3'340'0,"2"0"-13"0,-2-3-20 15,1 6-29-15,0-5-31 0,0 5-24 16,1-3-25-16,-1 3-26 0,0 0-19 0,0 0-16 16,0 0-12-16,4 12-14 0,-2-4-10 0,0 4-16 15,2 4 8-15,-2-1-23 0,-1 4-7 0,-1 0-9 0,2 5 0 16,-1 1-13-16,-1 0 4 0,0 1-3 0,0-2-7 15,-1-4-4-15,-1 1-1 0,1-3-5 0,0-2 0 16,0-2-7-16,1-2-1 0,-3-3 2 16,3-3 1-16,0 1 0 0,-1-3 5 0,2 0 53 15,-1 1 44-15,0-5 35 0,0 5 32 0,0-5-2 0,0 0-23 16,0 0-16-16,6-15-16 0,0 5-12 0,-1 0-15 16,4-6-12-16,0-1-8 0,3-7-12 15,1 0-14-15,2-1-9 0,-2 2-5 0,3 2-4 16,-4 4-6-16,-3 1-2 0,0 4-2 0,0 5-9 0,-4-1-3 15,-1 1-2-15,1 5-7 0,-1-3-3 0,1 2-22 16,-4 2-6-16,-1 1-2 0,12 2-13 0,-7 2-3 16,3 4-25-16,1 0-12 0,0 2-29 15,1 3-30-15,0 2-27 0,-1-3-24 0,1 4-34 16,2-1-30-16,-2-2-48 0,-1-2-76 0,0-1-258 0,0-4-683 16,0 0 302-16</inkml:trace>
  <inkml:trace contextRef="#ctx0" brushRef="#br0" timeOffset="58722.3">18122 5781 182 0,'0'0'251'0,"-9"-2"-20"0,9 2-12 16,0 0-10-16,0 0-15 0,0 0-17 0,0 0-17 0,0 0-13 15,0 0-17-15,0 0-8 0,0 0-12 0,30 2-12 16,-12-4-8-16,4 4-9 0,9-4-10 0,-3 2-8 16,0-2-3-16,0 1-12 0,1 1-17 15,-7-2-18-15,-1-1-25 0,-1 2-24 0,-5-2-21 0,-2 1-29 16,-3 0-29-16,1-2-41 0,-4 3-216 0,-7-4-401 16,0 0 179-16</inkml:trace>
  <inkml:trace contextRef="#ctx0" brushRef="#br0" timeOffset="58945.44">18230 5663 267 0,'-2'-4'293'15,"-2"-2"-3"-15,4 1-2 0,0 1-14 0,0 1-11 16,0 3-30-16,-1-6-24 0,-2 2-20 0,3 4-26 16,0 0-22-16,0 0-14 0,0 0-16 15,0 0-13-15,4 17-9 0,-4-5-7 0,1-1-12 0,4 6-2 16,-1 2-4-16,-4 0-9 0,5 5-6 0,-2 3 0 15,1-2-2-15,0-6-8 0,2 7 11 0,0-8-40 16,-1 1-27-16,2 0-34 0,-2-2-39 0,-1-3-45 16,0-2-62-16,2 0-84 0,-4-7-194 15,2 0-514-15,1-2 227 0</inkml:trace>
  <inkml:trace contextRef="#ctx0" brushRef="#br0" timeOffset="59287.8">18583 5651 156 0,'3'-5'324'15,"-1"2"-30"-15,-1 1-31 0,2-2-28 0,-3 4-26 16,2-3-26-16,-2 3-14 0,0 0-15 0,12 12-13 16,-7-6-11-16,0 5-9 0,0-1-9 15,4 7-7-15,-4 0-7 0,3 0-9 0,0 0-3 0,-2 1-8 16,-1 0-13-16,-1 1-6 0,1-2-8 0,-1-2 0 15,0-2-6-15,-3-2-5 0,1-2-3 0,-1 0-2 16,1-3-1-16,-2 0-3 0,0-2 20 0,0-2 28 16,0-2 28-16,4 8 39 0,-4-8 15 15,0 0-17-15,0 0-13 0,0 0-14 0,-1-15-13 0,-2 5-4 16,6 0-7-16,-2-2-5 0,2-4-11 0,-1-3-7 16,2 1-8-16,4-8-9 0,-2-2-18 0,5 5-17 15,0-4-11-15,-2 3-14 0,0 5-15 0,0 5 5 16,0 0-62-16,-1 2-50 0,5 1-40 15,-6 4-38-15,4 2-39 0,-1-1-56 0,3 2-342 0,0 2-696 16,-3-1 308-16</inkml:trace>
  <inkml:trace contextRef="#ctx0" brushRef="#br0" timeOffset="59534.47">19047 5759 61 0,'-8'1'276'0,"8"-1"-8"15,0 0-1-15,-5 2-20 0,5-2-23 16,0 0-22-16,0 0-16 0,0 0-21 0,0 0-17 0,19-4-16 16,-6 0-14-16,6 0-9 0,-2 2-10 0,5-1-9 15,4-4-22-15,2 3-16 0,2 0-16 0,-1 0-24 16,1 2-24-16,-1-2-26 0,-10 1-27 0,-1 0-32 15,0-2-29-15,-4 3-40 0,-5-1-210 16,-4 1-408-16,0-3 181 0</inkml:trace>
  <inkml:trace contextRef="#ctx0" brushRef="#br0" timeOffset="59752.28">19129 5615 76 0,'-5'-2'321'0,"1"-1"-6"0,4 3-3 15,-4-3-15-15,4 3-28 0,-5-3-26 0,5 3-29 16,-4-1-19-16,4 1-27 0,0 0-22 0,0 0-5 16,0 0-26-16,0 0-11 0,-1 12-10 15,2 0-10-15,4 0 2 0,-4 3-18 0,3 5 3 16,0 5-20-16,4 1 0 0,-6-1-16 0,3 2-11 0,0 0-28 16,0 0-29-16,1-1-40 0,-1 0-42 0,-1-1-49 15,1-9-84-15,0-1-227 0,0-5-512 0,-3 2 227 16</inkml:trace>
  <inkml:trace contextRef="#ctx0" brushRef="#br0" timeOffset="60069.64">19638 5598 168 0,'-1'-7'369'0,"0"2"-29"0,0-2-24 0,1 3-28 16,-2 0-35-16,2 4-23 0,2-4-34 0,-2 4-23 16,1-4-15-16,-1 4-20 0,0 0 0 0,1 11-30 15,0-2-10-15,2 1-8 0,-3 4-7 0,3 1-9 16,-2 4-7-16,0 0 3 0,-1 6-14 0,1-6-9 16,2 6-6-16,-2-6 1 0,-1 0-1 0,2-2-9 15,1 2 4-15,-3-3-9 0,0 0 3 0,0-4-4 16,0-2-6-16,0 2 3 0,0-5-2 0,0 1-5 15,0-1-7-15,0-2-31 0,0-1-7 0,0 0-10 16,0 0-1-16,0-4-6 0,0 0-21 0,-3 4-76 16,3-4-76-16,0 0-70 0,-4-12-200 0,2 5-529 15,2-2 234-15</inkml:trace>
  <inkml:trace contextRef="#ctx0" brushRef="#br0" timeOffset="60301.98">19900 5441 74 0,'4'-5'269'0,"-4"0"-29"16,4 3-25-16,-4 2-26 0,0 0-9 0,9 7-14 15,0-1-5-15,0 9-14 0,0 3 1 0,5 8 14 16,-1 6-9-16,0 11 0 0,-3 6-5 0,0 0-11 16,-5-2-7-16,-4 4-3 0,-1-4-11 0,-2 1-11 15,-7-2-11-15,0-12-8 0,-8 14-3 0,1-17-3 16,-4 1-17-16,-9 6-2 0,-5-3 2 0,-7-5-26 15,-3-3-34-15,-3-5-52 0,-7-1-60 0,-6-6-74 16,-6-1-128-16,-25-3-179 0,27-7-530 0,-1-8 234 16</inkml:trace>
  <inkml:trace contextRef="#ctx0" brushRef="#br0" timeOffset="60902.3">17662 5344 46 0,'-2'-10'221'0,"1"1"-1"0,0 2-7 0,1-1-4 16,0 3-14-16,0 0-12 0,-2 0-18 0,2 1-21 15,0 4-17-15,-2-5-17 0,2 5-5 0,0 0-20 16,-14 11-14-16,5 2 1 0,-8 11-11 0,1 5-7 16,-10 15-2-16,-2 4 2 0,-12 29 3 0,4-1 19 15,1-1-2-15,12-20-5 0,0 0-8 0,1 0-3 16,8 0-3-16,4 0-8 0,5-2 30 0,5-4 0 15,5 0 15-15,9-5 16 0,0-13 8 0,13 7 14 16,5-1 6-16,8-6-1 0,4-5 1 0,6-4 5 16,1-5-13-16,3-1-7 0,-2-5-11 0,-2-1-13 15,-12-6-7-15,-5 1-16 0,-3-2-10 0,-9-1 9 16,-4 2-8-16,-4-3-3 0,-3-1 8 0,-3 2 1 0,0-2 7 16,-1 1-2-16,1-1-4 0,-7 0-8 0,6 0-7 15,-6 0-8-15,8 0-22 0,-8 0-22 16,0 0-38-16,5 0-52 0,-5 0-96 0,0 0-155 15,0 0-473-15,-9-8-875 0,9 8 387 0</inkml:trace>
  <inkml:trace contextRef="#ctx0" brushRef="#br0" timeOffset="64668.87">3405 8552 66 0,'0'-5'202'0,"0"0"-7"15,0-1 8-15,0-1-2 0,0 3-2 0,0-5-5 16,0 4-6-16,0 0 0 0,0-2-10 0,1 2-6 16,1-2-10-16,0 2-9 0,-2 3-16 0,0 2-13 15,0 0-17-15,0-6-13 0,0 6-18 0,0 0-21 16,-2-4-23-16,2 4-15 0,0 0-5 0,0 0-4 15,2 20 2-15,-2-9-5 0,0 4 1 0,0 6-2 16,0 4 2-16,0 3-1 0,-2 0 21 0,2 1-2 16,0 0-4-16,0-1-1 0,-2-2-5 0,2 0 0 15,0-1 0-15,2-7-3 0,-2 2 1 0,0-1-1 16,-2-2-1-16,2 0 3 0,0-5-4 0,-1-3-1 0,1 1-1 16,0-3-1-16,0-2 2 0,0 0 5 15,0 1 26-15,0-2 32 0,0-2 42 0,0-2 33 16,0 5 30-16,0-5 16 0,0 0-9 0,0 0-20 15,0 0-14-15,5-14-13 0,-1 4-17 0,2-5-6 16,2-3-17-16,-2-5-10 0,7-3-11 0,-3-6-6 0,6 3-10 16,-1 0-5-16,0 0-5 0,1 2-8 15,-2 3-2-15,-4 8-4 0,-1 2-5 0,-3 3-1 16,-1 1-3-16,2 1-5 0,-3 4-6 0,-2 0-5 16,2 0-22-16,-1 4-31 0,-3 1-14 0,0 0 4 0,0 0-11 15,15 9 24-15,-8 0-1 0,-1 3 7 0,1 3 14 16,2 2-11-16,0 0 7 0,-4 1 1 15,3 5-3-15,2 1 7 0,-6-5 8 0,1 1-5 16,0-2 3-16,2 0 5 0,-3-1-2 0,-2-3 3 0,3 1 1 16,-1-5-4-16,-2-1 8 0,1-2-2 0,-3-2 1 15,3 3 2-15,-2-5-1 0,-1 1 10 0,3-1-7 16,-3-3 6-16,1 5-1 0,0-3-1 0,-1-2 0 16,0 0 2-16,1 4 4 0,-1-4-3 0,0 0-4 15,0 4-1-15,0-4 2 0,0 0 1 0,0 0-7 16,0 0-6-16,3 4-13 0,-3-4-42 0,0 0-55 15,0 0-43-15,0 0-48 0,0 0-65 0,3-12-76 16,-1 7-297-16,2 0-698 0,0-1 309 0</inkml:trace>
  <inkml:trace contextRef="#ctx0" brushRef="#br0" timeOffset="64927.39">4183 8675 258 0,'0'0'346'0,"-1"-7"-11"0,1 7-13 16,1-3-20-16,-1 3-17 0,3-4-33 0,-1 1-27 15,0-2-19-15,1 1-17 0,4 2-26 0,0-1-14 16,2-4-19-16,3 5-13 0,6-3-30 0,-2 3-41 15,6-3-33-15,-3 2-46 0,-1 1-45 0,5-1-51 16,-2 2-53-16,-3 1-61 0,-5 0-217 0,6 0-499 16,-6 1 221-16</inkml:trace>
  <inkml:trace contextRef="#ctx0" brushRef="#br0" timeOffset="65091.24">4243 8840 118 0,'-4'5'169'0,"-1"-2"10"0,3-1-4 16,2-2 5-16,0 0 5 0,6 5-10 0,2-3-16 16,3-4-15-16,7 1-14 0,10-3-13 0,3 3-15 15,-3-3-26-15,6 1-39 0,0-1-39 0,-1-1-48 16,4-2-55-16,-5 2-194 0,0-1-323 0,0 0 144 16</inkml:trace>
  <inkml:trace contextRef="#ctx0" brushRef="#br0" timeOffset="65436.21">5063 8414 282 0,'-1'-4'323'0,"1"1"-18"0,0-3-24 16,0 6-14-16,-1-5-34 0,1 5-22 0,0-3-28 15,0 3-19-15,0 0-20 0,0-5-18 0,0 5-16 16,0 0-11-16,0 0-10 0,0 0-14 0,2 17-5 16,0-8-11-16,0 2-5 0,2 6-4 0,-2 0-4 15,1-1-8-15,0 4-3 0,2-2 0 0,1 0-8 0,-2 1 0 16,-1-2-1-16,1 0-4 0,-2-2-1 0,2 0 1 16,-3-2-5-16,2-4 3 0,-2 2-4 15,1-4-2-15,-2 3 2 0,3-6 2 0,-3 3-7 16,0-3 0-16,0 0 3 0,0 0-15 0,0 1-21 15,0-5-19-15,0 5-18 0,0 0-3 0,-3-2-12 0,0 0-27 16,0 1-25-16,1-2-56 0,-2 3-67 0,-3-3-192 16,0-1-478-16,2 1 212 0</inkml:trace>
  <inkml:trace contextRef="#ctx0" brushRef="#br0" timeOffset="65721.17">4964 8808 230 0,'-4'3'245'0,"4"-3"-3"15,0 0-4-15,0 0-2 0,0 0-6 0,0 0-13 16,0 0-19-16,0 0-22 0,0 0-18 0,0 0-11 16,0 0-12-16,18-2-18 0,1 1-11 0,-1-3-14 15,15-1-7-15,3 3-10 0,16-4-6 0,2 0-8 16,0 2-5-16,1 1-8 0,-3-5-5 0,-11 6-4 15,-1-1-5-15,-3 1-3 0,-3-1 0 0,-4 1-3 16,-11 0-4-16,-6-1 0 0,0 3-7 0,-1 0 0 16,-4-2-16-16,-2 2-16 0,-6 0-16 0,0 0-12 15,0 0-21-15,0 0-34 0,0 0-44 0,-37 9-48 16,19-5-60-16,-2 0-187 0,-1-2-472 0,2 4 209 16</inkml:trace>
  <inkml:trace contextRef="#ctx0" brushRef="#br0" timeOffset="66287.14">5322 8918 104 0,'0'0'323'0,"0"0"-20"0,0 0-20 15,0 0-21-15,0 0-27 0,0 0-25 0,0 0-18 16,0 0-23-16,0 0-17 0,20-5-15 0,-11 2-16 16,5 3-10-16,-1 0-16 0,6 0-8 0,-2 3-7 15,1-3-13-15,-3 2-3 0,-1 1-7 0,5-1-8 16,-6 3-9-16,-3-2 3 0,2 1-9 0,-2 1-3 16,-1 1-6-16,-2 0-3 0,0 2-6 0,-5 1 2 15,1 3-4-15,-6-3-4 0,-2 3 6 0,-5 3-1 16,-3 0-4-16,-6 4 0 0,-1-2 0 0,-5 0-2 15,1 0-3-15,0-1 1 0,-2 0-1 0,3-5 1 16,5 0-3-16,1-4 2 0,0 2-2 0,3-3-2 16,4 0 2-16,1 1 1 0,1-4-5 0,-1 0 3 15,4 1 0-15,-1-1 1 0,2-1 2 0,0-1-1 16,4-1 5-16,-6 4 15 0,6-4 23 0,-6 2 8 16,6-2 16-16,0 0-7 0,0 0 0 0,-3 1-1 15,3-1-4-15,0 0-3 0,0 0-3 0,0 0-12 16,0 0-1-16,20-5-6 0,-3 2-4 0,3-2 1 15,8 1 6-15,4-1-11 0,0 2-13 0,5-4 4 16,3 2-7-16,-3 0-2 0,1 1 7 0,1-1-2 0,-5 0 5 16,-1 0-5-16,-7 3 4 0,-7-1 15 15,1 0 8-15,-8-1 5 0,-2 3 8 0,-1 0 3 16,-1 1 1-16,-2-1 7 0,1-1 1 0,-7 2-8 16,8 0-7-16,-4-1-8 0,-4 1-1 0,7-1-23 0,-7 1-19 15,0 0-30-15,0 0-46 0,0 0-53 0,0 0-43 16,0 0-45-16,-15 7-68 0,4-2-98 0,-2-3-250 15,-1 2-685-15,3-1 303 0</inkml:trace>
  <inkml:trace contextRef="#ctx0" brushRef="#br0" timeOffset="72869.56">7715 9226 129 0,'0'0'194'0,"0"0"-5"0,0 0-9 0,0 0-11 16,0 0-5-16,0 0-10 0,0 0-4 0,0 0-9 15,0 0-12-15,0 0-11 0,0 0-11 0,0 0-10 16,0 0-9-16,0 0-10 0,0 0-6 0,9-4-8 16,-3 3-6-16,2 1-4 0,6-1-6 0,9 1-2 15,9-2 2-15,4-1 0 0,3 1-3 0,13-1-2 16,-12-1-2-16,13 1 1 0,1-2 4 0,-3 3-12 15,-13-2-2-15,-1 1 0 0,-1 0-5 0,-4 0-3 16,-3-1-3-16,-11 4-1 0,1-2-18 0,-7 1-18 16,0 0-22-16,-4 2-19 0,-3-1-20 0,-5 0-3 0,0 0 3 15,0 0-23-15,0 0-10 0,-14 7-25 16,-4-4-10-16,-9 0 2 0,6 2-3 0,0 0 10 16,-4 2-7-16,2-2-6 0,-4-1-82 0,5 1-250 15,3-2 112-15</inkml:trace>
  <inkml:trace contextRef="#ctx0" brushRef="#br0" timeOffset="73268.85">8064 9247 132 0,'0'0'27'0,"-9"0"40"0,9 0 26 0,0 0 33 16,-6-3 9-16,6 3 16 0,-7 0 10 0,7 0 9 16,0 0 0-16,0 0 0 0,0 0-5 0,0 0-6 15,0 0-10-15,0 0-11 0,-5-1-13 0,5 1-12 16,0 0-12-16,0 0-10 0,0 0-7 0,0 0-19 16,0 0-14-16,0 0-13 0,0 0-19 0,0 0-3 15,-4 8-4-15,4 0-4 0,0 2 1 0,0 3-9 16,0 8-2-16,-1 7 0 0,0 4 5 0,-3 2-2 15,4 16 2-15,-4-4 1 0,3 4 3 0,1-3 0 16,1 0-3-16,2-1 3 0,2-11-3 0,1 13 2 16,2-1 0-16,-2-3 0 0,3 3-1 0,-4-14 1 15,-1 2-1-15,1-1 1 0,-1-1 0 0,-1 0-2 16,-1-2 1-16,-1-1-1 0,-3-2 0 0,-1-4-1 16,-2 1 2-16,0-7 0 0,0-1-2 0,-4-2 4 15,0-2 1-15,0-3 0 0,-1-1 3 0,-3-2-1 16,-1-1 4-16,-4-2-3 0,-4-3 5 0,-4 0 8 15,5-2 3-15,-6-5 9 0,0-1 3 0,2-3 4 16,1 0 8-16,4 0 10 0,4-1 15 0,-5-2 1 16,6-1-1-16,-1 7-9 0,4-8 11 0,2 6 3 15,1 1 11-15,2-1 9 0,1 2-14 0,0 1-5 16,2 2-10-16,0-1-6 0,1 1-4 0,1 1-9 16,2 3-5-16,-5-5-14 0,5 5-3 0,-2-3-30 15,2 3-45-15,-2-2-37 0,2 2-42 0,0 0-26 16,0 0-31-16,0 0-60 0,13 5-98 0,-6-3-205 15,2-1-587-15,0-1 259 0</inkml:trace>
  <inkml:trace contextRef="#ctx0" brushRef="#br0" timeOffset="73718.53">8414 9981 278 0,'1'-10'335'0,"-1"4"-15"16,0-1-17-16,3 0-13 0,-3 4-25 0,0-4-24 15,0 3-29-15,0 1-22 0,0 3-26 0,1-7-12 16,-1 7-33-16,0-5-29 0,0 5-17 16,0 0-4-16,0 0-13 0,3 19-3 0,-2-7-8 0,-5 5-1 15,4 0-7-15,0 2-3 0,0 1-1 0,3 4-4 16,-3 2-3-16,-3-8 0 0,6 0-5 0,-2 1-6 15,1-6-10-15,1 0-2 0,-3-2-1 0,1-1 4 16,2 0 0-16,-3-4-1 0,1 0 4 0,-1 0 2 16,0-2-5-16,0 0-12 0,3-1-16 0,-3 2-21 15,0-5-20-15,0 0-31 0,0 5-27 0,0-5-3 16,-4 5-34-16,0-4-56 0,4-1-241 0,-10 2-493 16,10-2 219-16</inkml:trace>
  <inkml:trace contextRef="#ctx0" brushRef="#br0" timeOffset="74014.39">8226 10385 154 0,'-5'4'228'0,"1"-3"-15"15,-1 0-8-15,5-1-2 0,-9 2-2 0,9-2-6 16,-4 1-22-16,4-1-17 0,0 0-18 0,0 0-9 15,18 1-10-15,-5-1-15 0,10 0-9 0,8-1-12 0,3 0-6 16,3-1-8-16,4 2-10 0,10-6-4 0,2 5-6 16,-15-1-4-16,1 1-8 0,-3-3 0 15,0 3-6-15,-4-1-1 0,-9 2-1 0,-5-2-4 16,-4 2-5-16,-2 0 0 0,-5 0-6 0,2 0 7 0,-4-3-14 16,-5 3-10-16,8 3-9 0,-8-3-11 0,0 0-21 15,0 0-32-15,-27 5-34 0,9-3-36 0,-1 0-37 16,-4 0-221-16,5 0-438 0,-1 3 193 15</inkml:trace>
  <inkml:trace contextRef="#ctx0" brushRef="#br0" timeOffset="74535.59">8494 10497 244 0,'-2'3'251'0,"2"-3"-27"0,0 0-23 0,0 0-19 0,0 0-19 15,0 0-13-15,18 1-14 0,-9 1-11 0,-2 0-14 16,2-2-13-16,3 5-8 0,-3-1-14 0,1 1-7 16,-1 2-9-16,1 0-4 0,-3 2-6 0,-1 0-6 15,-3 1-2-15,-2 3-4 0,0 2-2 0,-3 3-5 16,-5 1 0-16,-1-2 0 0,-7 4-6 0,1 1-1 15,-2-1 0-15,4-4-5 0,-1-4 0 0,-1 1-2 16,3-1-1-16,-2-1 0 0,4-5 0 0,0 0-1 16,0 3 4-16,3-5-3 0,2 0 6 0,-4-3-6 15,7 4-1-15,-3-2 12 0,-1-2 13 0,1 0 18 16,4-2 23-16,-4 2 27 0,4-2 5 0,0 0 16 16,0 0 2-16,-5 4-12 0,5-4-5 0,0 0-17 15,0 0-7-15,0 0-13 0,0 0-13 0,0 0 0 16,13-14-8-16,-7 8-12 0,7 1-5 0,5 0 2 15,10-4-14-15,3 2 6 0,2 0-5 0,18-1-9 16,3-1-2-16,-2 3 3 0,0-3-4 0,-1 6-1 16,-16 0 2-16,5-1-6 0,-4-3-2 0,-6 6-5 15,1 0 3-15,-12 0 0 0,-5-1-1 0,-4 2 0 16,-1-1 2-16,-1 1-4 0,-8 0-4 0,12-1 5 16,-5 0 1-16,-7 1-4 0,0 0 3 0,6-4 5 15,-6 4-23-15,0 0-14 0,0 0-22 0,0 0-35 16,0 0-31-16,-13-5-46 0,13 5-52 0,-21-3-68 15,8-1-328-15,8-1-658 0,-1 2 291 0</inkml:trace>
  <inkml:trace contextRef="#ctx0" brushRef="#br0" timeOffset="75056.03">9562 9743 152 0,'0'0'180'15,"0"0"-6"-15,0 0-11 0,0 0-5 0,0 0-12 16,0 0 4-16,0 0-6 0,0 0-6 0,0 0-2 0,0 0-6 16,0 0 1-16,0 0-8 0,0 0-4 15,0 0-9-15,0 0-6 0,0 0-12 0,0 0-7 16,0 0-11-16,0 0-5 0,0 0-9 0,6-3 0 16,-6 3-8-16,13 0-5 0,-1 0-2 0,8 0-10 0,0-1-1 15,8-2-3-15,2 2-5 0,-1 1-2 0,-1 0-4 16,1-3 2-16,0 3-6 0,-10 0-8 15,1 0-9-15,-1 0-11 0,-6 0-15 0,1 0-19 16,-5 3-27-16,-2-3-36 0,0 0-32 0,-7 0-16 0,5 0-36 16,-5 0-191-16,0 0-415 0,0 0 185 0</inkml:trace>
  <inkml:trace contextRef="#ctx0" brushRef="#br0" timeOffset="75406.06">9611 10032 197 0,'-6'0'209'0,"2"1"-12"15,4-1-4-15,-6 3-4 0,6-3-5 0,-4 2-7 16,4-2-12-16,-4 2-6 0,4-2-11 0,0 0-12 15,0 0-18-15,0 0-7 0,0 0-14 0,0 0-9 16,29 0-16-16,-11-1 0 0,3 0-8 0,6 1-9 16,2-2-3-16,3-1-6 0,-1 2-6 0,3 0-3 15,1 1-1-15,1-3-6 0,-1 3 0 0,2 0 6 16,-2 0 2-16,-3 0 0 0,-4-2-3 0,-8 2 1 16,-7 0 7-16,-3 0 5 0,2 0 1 0,-5-3-3 15,1 4-3-15,-8-1-6 0,10 0-2 0,-6-1 2 16,1 0-28-16,-5 1-15 0,0 0-33 0,0 0-50 15,0 0-50-15,0 0-71 0,-15-4-282 0,6 4-532 16,9 0 235-16</inkml:trace>
  <inkml:trace contextRef="#ctx0" brushRef="#br0" timeOffset="78166.83">11233 9261 86 0,'0'-5'239'16,"0"-2"-10"-16,1 2-5 0,-1 0-15 0,4 1-10 15,-4-1-14-15,4-2-14 0,-3 2-15 0,4 2-13 16,-4-2-16-16,3 1-14 0,0 1-10 0,0 1-15 16,1 0-12-16,-5 2-8 0,9 0-3 0,0 4-12 15,0-1-11-15,0 6-3 0,1-1-8 0,-1 5-4 16,1 3-5-16,-1 0-9 0,-1 3-1 0,1 6-4 15,-4 1 1-15,-1 0-3 0,0 0 4 0,-4 0-4 16,-5 3-2-16,1-2 0 0,-4 1 0 0,-1-2-2 0,-1-3 2 16,5-6-2-16,-3 2 2 0,-1-1 1 15,2-4-3-15,0-2 1 0,2-2 1 0,0 0 3 16,0-3-1-16,2-2-1 0,-2 1 7 0,5-2 16 16,-4-2 27-16,3 2 19 0,1-4 37 0,-1 4 33 15,1-4 26-15,0 0-6 0,0 0-21 0,0 0-24 0,1-13-4 16,4 3-2-16,5 0-22 0,1-7-8 15,2-4-10-15,2-3-7 0,1-1-5 0,0 2-7 16,1-1-13-16,-1 1-2 0,-1 3 2 0,-1-2-11 16,-5 6 14-16,1 1-16 0,-2 4-3 0,-3 1 2 0,-1 3-7 15,2 2-2-15,-3-2 9 0,-2 2-13 0,0 2-15 16,2-2-17-16,1 4-19 0,-4 1-26 16,0 0-12-16,0 0 0 0,0 0 4 0,5 16 4 0,-5-7 6 15,1 4 11-15,3 5 5 0,-1 7 2 0,4 1 6 16,1 1 7-16,1-3-2 0,0 3-16 0,6-2-21 15,-1 0-21-15,5-3-37 0,2-2-43 16,-3 0-65-16,-2-6-333 0,1-4-613 0,-2-1 272 0</inkml:trace>
  <inkml:trace contextRef="#ctx0" brushRef="#br0" timeOffset="78655.38">11127 9822 157 0,'-5'1'201'0,"5"-1"0"15,0 0-8-15,-9 2-3 0,9-2-7 0,0 0-6 16,-5 0-21-16,5 0-12 0,0 0-9 0,0 0-11 15,0 0-1-15,0 0-14 0,0 0-2 0,0 0-5 16,-8-2-5-16,8 2-1 0,0 0-10 0,0 0-4 16,0 0-7-16,0 0-5 0,0 0-8 0,0 0-4 15,0 0-9-15,0 0 8 0,0 0-16 0,0 0-5 16,0 0-5-16,0 0-3 0,0 0-3 0,0 0-3 16,0 0-5-16,0 0 2 0,0 0-6 0,-4-2 1 15,4 2 3-15,0 0-4 0,0 0 2 0,0 0-4 0,0 0 0 16,18 0-2-16,-4-1-2 0,5-1 0 15,13 1 0-15,4-1 0 0,18-2 1 0,2 3-5 16,4-1 3-16,1 0-5 0,30-1 3 0,-26 1-1 16,-1 1 6-16,0 0 2 0,-3 0 10 0,-6 1-14 0,-1 0-1 15,-18 0 9-15,-3-2-8 0,-6 2 0 16,-8 0-4-16,-5 0-1 0,-1 0-2 0,-3-1 1 16,-2 1-2-16,-1 0 0 0,-7 0-9 0,9 0-4 15,-9 0-4-15,0 0-7 0,0 0-14 0,0 0-12 0,-25 4-18 16,11-2-23-16,-4 0-20 0,0 3-30 15,0-3-44-15,-1 3-86 0,-1-2-139 0,3-1-446 16,-4 1 197-16</inkml:trace>
  <inkml:trace contextRef="#ctx0" brushRef="#br0" timeOffset="79267.52">11499 9921 224 0,'0'0'234'0,"0"0"-17"0,-3-4-22 0,3 4-18 16,0 0-22-16,13-7-16 0,-5 4-13 0,3 2-14 15,-1-1-9-15,3 1-19 0,0 0 2 0,0 1-11 16,5-3-9-16,-7 6-3 0,3-2-9 0,0 0-5 15,-2 2-4-15,-1 0-1 0,-2 1-11 0,1 1 0 16,-1-2-2-16,-4 7-4 0,2-1-4 0,-6 1-4 16,2 7 4-16,-6-2-5 0,-1 3 2 0,-1 2-4 15,-6 2 0-15,-6 1 2 0,0 0-3 0,-4 0-1 16,0 0-3-16,-2-3 3 0,4-1-3 0,-3-3 3 16,7-1-4-16,-3-5-6 0,0 2 8 0,4-3 2 15,4-2 3-15,-2-2-2 0,3 1 4 0,3-2 9 16,2-2 6-16,-3 1 13 0,4 1 23 0,-1-3 27 0,4-1 31 15,-5 3 14-15,5-3-9 0,0 0-17 16,0 0-11-16,5-11-14 0,-1 4-5 0,1-1-16 16,4 0-1-16,0 0-10 0,0 3-7 0,1-4-1 15,-1 4-8-15,0-2 12 0,4 2-23 0,-3 1-4 16,3 0-2-16,1 3-6 0,0 0 4 0,4 1-13 16,2 1-1-16,-2 0 0 0,1 3-5 0,3 0 15 15,-3 1-14-15,3 2-3 0,-3-3 3 0,-1 1-1 16,2 0 5-16,-3-1-5 0,2 0 0 0,-1 0-5 15,-5-1 12-15,-1-2-5 0,0-1 3 0,0 0-2 0,-1-1 3 16,-4-1-5-16,4 0 0 0,-2-2 11 0,1-1-1 16,-2 1 2-16,-2-4-2 0,2 0-1 15,-2-1-2-15,2 2 2 0,-3-2-2 0,3 0 12 16,-2-2-17-16,1 1-4 0,-2-1 11 0,0 1-22 0,0 1-16 16,0-2-16-16,1 1-27 0,0-1-23 15,-1 0-34-15,-3 2-38 0,2-3-42 0,-3 3-61 0,3-1-346 16,-2-2-661-16,-1 0 294 0</inkml:trace>
  <inkml:trace contextRef="#ctx0" brushRef="#br0" timeOffset="79617.78">12039 9215 61 0,'0'-2'201'0,"0"2"-24"0,0 0-17 0,0 0-19 16,0 0-16-16,0 0-16 0,12 14-12 15,-6 2-6-15,4 6-11 0,3 10-4 0,0 12-7 16,2 7-4-16,-1 2 3 0,-1 5 0 0,0 0-6 15,-2 0-1-15,1 1-10 0,-4-1-6 0,2 2 3 16,-3-1-3-16,-2-2-2 0,-3-1-7 0,-1-6 0 16,-5 1-5-16,-1-5-1 0,-5-12-3 0,-3-1-2 15,0 1 3-15,-15 6-5 0,-3-3-3 0,-5-4 4 16,9-10-2-16,-15 2-3 0,-2-1-20 0,-2-2-23 16,-9-4-51-16,3-5-80 0,-6-4-181 0,2-2-362 15,-3-5 161-15</inkml:trace>
  <inkml:trace contextRef="#ctx0" brushRef="#br0" timeOffset="80035.58">10988 9171 125 0,'0'0'180'0,"0"0"-19"0,0 0-8 0,-13 18-12 0,-1 4-8 16,2 5-13-16,-9 13-8 0,-4 8-2 0,0 8-7 16,-7 28-11-16,0-3-5 0,1 1 0 0,3-2-11 15,10-24-4-15,0 28-9 0,7-4 3 0,9-24 6 16,6 2 11-16,5-2 0 0,8-5 5 0,10-2 6 16,4-2 4-16,13-4 0 0,6-6-5 0,32 2-3 15,6-6-9-15,5-6-10 0,8-8-6 0,1-7-42 16,4-6-62-16,-11-1-85 0,-30-5-127 0,0-3-167 15,-7-2-452-15,-5-7 199 0</inkml:trace>
  <inkml:trace contextRef="#ctx0" brushRef="#br0" timeOffset="80683.38">12563 8472 163 0,'0'-9'318'0,"0"-3"-8"0,0 3-17 0,0 2-16 15,0-1-11-15,0 3-25 0,0 0-21 0,1-1-18 16,-1 2-20-16,0-1-23 0,3 1-23 0,-2 2-17 16,-1 2-24-16,0 0-9 0,0 0-10 0,0 0-12 15,7 17-8-15,-6 0-6 0,4 1-2 0,3 2-5 16,-3 9-5-16,0-3-3 0,0 1-1 0,0 2-6 15,3 0-18-15,-3-2-37 0,-1 2-34 0,0-3-23 16,-2-2-26-16,-2-4-34 0,0-1-35 0,-1-7-35 16,-3 1-241-16,3-1-494 0,-2-3 219 0</inkml:trace>
  <inkml:trace contextRef="#ctx0" brushRef="#br0" timeOffset="81015.73">12378 8951 176 0,'0'0'272'0,"-5"1"-14"0,1 1-7 0,4-2-9 16,0 0-15-16,0 0-15 0,0 0-19 15,0 0-21-15,0 0-19 0,0 0-15 0,0 0-16 16,17-7-10-16,-6 7-15 0,7-8-8 0,10 5-12 15,3-1-8-15,3-1-7 0,20 0-3 0,-2 1-9 0,3 0-7 16,5 0 4-16,3 0-10 0,4-1 0 0,-4 2-3 16,-2-1-5-16,0 0-2 0,-22 4-1 15,0 0-4-15,-5 0-5 0,-2-1 3 0,-10 0-6 16,-6 1 9-16,-3-2-10 0,0 2-16 0,-6 0-10 0,0 0-21 16,-7 0-11-16,6 0-1 0,-6 0-25 0,0 0-32 15,-19 5-38-15,1-3-47 0,-1 2-82 0,-11 0-148 16,1-1-452-16,4 1 199 0</inkml:trace>
  <inkml:trace contextRef="#ctx0" brushRef="#br0" timeOffset="81569.89">12849 9056 39 0,'0'0'315'16,"0"0"-33"-16,0 0-28 0,0 0-25 0,0 0-23 15,0 0-22-15,0 0-12 0,0 0-26 0,17-7-17 16,-8 7-13-16,5 0-14 0,-4 0-8 0,2 2-11 16,-2 0-12-16,0-1-8 0,-1 1-9 0,1 3-10 15,-5-1-7-15,1 0-11 0,0 5-12 0,-5 0-1 16,1 1-2-16,-2 2-5 0,-3 0-4 0,-5 5 1 15,-1 7 0-15,-7 0 2 0,-3-6-3 0,2 4 1 16,-2-4 0-16,-1 2-2 0,4-8 1 16,3 2 0-16,-1-2 3 0,5-4-4 0,0-1 0 0,-1-2 3 15,2 0-3-15,3 1 7 0,0-3-2 0,1 0 8 16,2-1 24-16,-2 0 35 0,4-2 33 0,-4 3 13 16,4-3 13-16,0 0-3 0,0 0-6 0,0 0-24 15,8-12-8-15,-1 3-15 0,5 3-11 0,-3-1 2 16,5-1-12-16,3 1-6 0,-1-2-9 0,0 4 5 15,-2 3-14-15,-2-3-6 0,4 5 1 0,-3-2-7 16,0 4-8-16,0 0 4 0,6 3-2 0,-2 0-5 16,-3 4-3-16,3-3-1 0,-2 5 3 0,-6-4 0 15,0-2-2-15,4 3 1 0,-3-1 0 0,1-1 0 16,-2 0 2-16,-1-3-2 0,1 2-1 0,-3-2 1 16,2-2 7-16,-2-1-4 0,5 0-2 0,0-2 0 15,1-2 8-15,0-2-1 0,3-3-3 0,1 1-4 16,-2-2 0-16,3-1-4 0,-6-1 2 0,2-1-4 15,4-1-1-15,-7 2 6 0,6-3-7 0,-5 4 1 16,1-1 0-16,-4 1-11 0,-1 4-30 0,0 0-41 16,-3 2-49-16,2 3-59 0,-2 2-50 0,-4 0-89 0,0 0-232 15,9 7-607-15,-9-2 269 0</inkml:trace>
  <inkml:trace contextRef="#ctx0" brushRef="#br0" timeOffset="82507.27">14135 8785 114 0,'0'0'144'16,"-5"-3"-5"-16,5 3-7 0,0 0 2 0,-4-1-9 15,4 1-2-15,0 0-8 0,0 0-8 0,0 0-9 0,0 0-12 16,0 0-4-16,0 0-6 0,0 0-10 0,0 0 4 16,22-1 1-16,-3 1-5 0,9-2-7 15,1 2-2-15,-2 0-7 0,10 0-4 0,-1-3-3 16,0 1-8-16,2-1-1 0,-1 3-4 0,-4-2-5 0,-1 2-4 16,-1-3-7-16,-10 3-11 0,-2 0-17 0,-6 0-20 15,-2 3-43-15,-5-3-15 0,-1 2-23 0,-5-2-191 16,0 0-331-16,0 0 147 0</inkml:trace>
  <inkml:trace contextRef="#ctx0" brushRef="#br0" timeOffset="83023.3">14176 8860 153 0,'0'0'138'0,"0"0"-1"0,-2 4-18 15,2-4-6-15,3 10-26 0,0-4 6 0,-1 4-15 16,3 1 0-16,4 6-7 0,-4 0-6 0,2 0-12 16,3 7 5-16,5-1-8 0,-4 2 0 0,2-2-9 15,4 2-4-15,2 0 0 0,4-2-6 0,-2 1 0 16,2-3-8-16,-2-2-1 0,-1 0 2 0,-5-7-3 16,-2 1 0-16,2-2-2 0,-1-3-4 0,-4-1 0 15,-1 0-2-15,-1-3 6 0,-2-3 14 0,3 1 15 16,-1-1 16-16,-3-1 10 0,-5 0 12 0,13-4 14 15,-8 3 8-15,-1-3-5 0,1 1-6 0,-1 0 5 16,0 0-1-16,-2 1-1 0,1 0-13 0,-3 2-11 16,5-4-8-16,-4 0-9 0,-1 4-17 0,0 0-23 15,0 0-7-15,0 0-2 0,4 12-2 0,-5 3-1 16,-3 4-3-16,-4 11 1 0,-2 2-2 0,-3 15 6 16,-1 2-5-16,0 1-1 0,-6 0-2 0,3 1 1 15,-5 4 1-15,3-5-2 0,0 5 0 0,0-3 0 16,-3 6 5-16,2-3-2 0,4-3-1 0,0-2-2 15,0-2 4-15,7-5-1 0,-1-11-5 0,5 0 2 16,-3-2-4-16,1-3 6 0,0 0-3 0,4-8 0 16,1-4 2-16,-2 2-1 0,3-5 1 0,1-1 4 15,-2-2-5-15,0-1 2 0,0-2-3 0,0-1 3 16,1 0 1-16,0 0 2 0,1-3-3 0,0-2 5 16,0 7-2-16,0-7 1 0,-2 4-1 0,2-4 0 15,0 0 0-15,-1 5 2 0,1-5-1 0,0 0-22 0,0 0-33 16,0 0-46-16,0 0-49 0,0 0-62 15,0 0-255-15,9-12-497 0,-5 8 219 0</inkml:trace>
  <inkml:trace contextRef="#ctx0" brushRef="#br0" timeOffset="83349.02">14279 10442 10 0,'-1'2'170'0,"1"-2"4"0,-4 3-2 0,4-3 7 16,10 3-5-16,3-2-9 0,18-1-13 0,5-1-17 16,22-2-13-16,6 0-11 0,40-6-10 0,-5 1-12 15,5 1-2-15,-1-2 1 0,1 1 6 0,1 0-2 16,-3-2 8-16,-6 3 5 0,-30 1 4 0,26-2-1 15,-28 1 3-15,-13 2 0 0,-15 1-1 0,-5 0 0 16,-13 3 2-16,-4 1 6 0,-3-3 1 0,-2 3-7 16,-1-1 2-16,-1 0-22 0,-3 1-9 0,0-3-21 15,-4 3-19-15,5-1-19 0,-5 1-33 0,0 0-35 16,0 0-57-16,-38 2-60 0,10 1-72 0,-3-2-319 16,8 2-598-16,1-2 265 0</inkml:trace>
  <inkml:trace contextRef="#ctx0" brushRef="#br0" timeOffset="84115.63">14393 10851 8 0,'0'0'227'0,"4"-3"-24"15,-4 3-25-15,0 0-20 0,0 0-15 0,0 0-13 16,11 7-16-16,-8 0-8 0,2 3-15 0,-1 1-5 15,1 5-7-15,0 3-9 0,3 6-7 0,-5 1-11 0,-1 2-3 16,0 2-4-16,-2-5-6 0,0 4-5 0,-1-3 3 16,-2-1-9-16,2-6-3 0,-1 1 1 15,-3-2-4-15,0-3 0 0,1-1 9 0,0-1 4 16,1-2 0-16,1-5 11 0,-1 1 7 0,2-2 17 0,0 0 12 16,-1-1 26-16,1-1 35 0,1 1 36 0,0-4 15 15,0 0-27-15,0 0-17 0,-6-11-13 0,4 3-4 16,2-2-14-16,2-3-4 0,0-4-20 0,1-3 6 15,3-4-19-15,2-3-11 0,3-1-7 0,1-2-6 16,-1-1-5-16,5 1-5 0,-1-2-6 0,0 5-10 16,2 2-5-16,-3 3 6 0,-5 6-11 15,0 2 1-15,0 3-13 0,-3 2-21 0,-2 1-27 0,2 1-40 16,0 4-28-16,1-2-36 0,0 3-33 0,2 2-28 16,-2 0-47-16,6 3-66 0,-4-1-230 0,3 0-591 15,-1 1 261-15</inkml:trace>
  <inkml:trace contextRef="#ctx0" brushRef="#br0" timeOffset="84299.71">14983 10946 246 0,'4'-6'253'0,"5"2"-30"16,3 1-19-16,4-4-25 0,5 3-14 0,-1-1-36 15,7 0-46-15,-5 3-52 0,1-2-60 0,2-1-93 16,-3 3-105-16,0 0-247 0,-3 1 110 0</inkml:trace>
  <inkml:trace contextRef="#ctx0" brushRef="#br0" timeOffset="84452.79">15035 11136 140 0,'-3'4'170'0,"2"-1"4"0,-1 0-3 16,2-3-8-16,9 2-19 0,0 1-12 0,5-6-13 0,7 3-13 16,5-1-29-16,5-1-29 0,1-1-40 15,0 0-34-15,5-5-57 0,-4 2-142 0,3-1-242 16,1 1 108-16</inkml:trace>
  <inkml:trace contextRef="#ctx0" brushRef="#br0" timeOffset="84749.98">15731 10842 87 0,'-12'1'199'0,"-2"4"-12"0,-2 3-14 0,-7 4-10 16,4 0-10-16,-3 5-16 0,-1 3-11 0,1-1-9 16,4 2-13-16,0 0-8 0,5 2-7 0,2 1-11 15,2-2 20-15,3-2-2 0,4-3-6 0,2 0 11 16,2-1 1-16,3-5 16 0,4 3 20 0,3-3-3 15,5-2 3-15,10-3-12 0,2-3-8 0,7-2-9 16,-3-5-12-16,1-3-2 0,-4-1 1 16,1-6-2-16,-5-2 2 0,-2 0-9 0,-4-1-10 15,-3-6-10-15,-3 2-1 0,-3-4-16 0,-4-1-4 0,-5-1-22 16,-5-1-21-16,-3-1-23 0,-6 1-6 0,-5 5-38 16,-2-1-31-16,-7 5-33 0,-2 2-44 15,-6 3-58-15,-3 4-311 0,-12 1-584 0,13 4 258 16</inkml:trace>
  <inkml:trace contextRef="#ctx0" brushRef="#br0" timeOffset="86055.29">14669 8253 15 0,'0'0'215'16,"0"0"-14"-16,0 0-16 0,0 0-12 0,0 0-14 15,0 0-18-15,0 0-12 0,0 0-7 0,0-3-14 16,0 3-12-16,0 0-10 0,0 0-2 0,0 0-11 0,0 0 3 16,0 0-1-16,0 0 2 0,0 0 2 15,0 0 0-15,3-4-3 0,-3 4-6 0,0 0-7 16,0 0-7-16,0-6-4 0,2 3-6 0,-2-2-3 16,0 1-1-16,0-1 2 0,0-2 1 0,0-1-2 0,0 3-5 15,0-6-4-15,2 1 1 0,-4 1 2 0,4-3-2 16,-2 0-2-16,-2 2-4 0,2-1-2 0,2-2-2 15,-2 1 0-15,3 2-1 0,-6 0-3 16,6 2 2-16,-6 0-1 0,1 2-2 0,2 2-4 0,0-2 7 16,0 2-13-16,-4 1-5 0,2 0-2 0,2 3-9 15,-13-1 10-15,-4 5-10 0,-1 1 1 16,-8 7-3-16,-5 2 4 0,-5 3 0 0,-6 5-2 16,-3 3-5-16,-1-4 6 0,0 4 3 0,-1-2-1 0,12-6 0 15,2 3 2-15,1-2-1 0,0 0 7 0,2-2-5 16,0 0-2-16,6-4 1 0,5-2 4 15,2-1-7-15,5-6 13 0,1 3-6 0,4-1 0 16,-1-2 12-16,2-1 19 0,0-1 11 0,6-1-1 16,-9-6-4-16,7 2 1 0,1-5-3 0,2-4-8 0,0 4 8 15,4-8-12-15,2 0-6 0,0 2-1 0,4-2 0 16,0 0-4-16,3 0-1 0,-4 2-2 0,-2 4-4 16,2 4 3-16,-1-2-8 0,-4 2 1 0,3 3-1 15,-3 2-6-15,5 2-4 0,2 0 5 0,2 5-3 16,1 1-1-16,3 4 4 0,0-2-1 0,8 6 0 15,-1 1 2-15,-2 2 1 0,4 1-22 0,1 1-27 16,-5 0-24-16,5 0-38 0,0 0-49 0,2-2-74 16,-5-1-265-16,-2-1-540 0,-4-5 240 0</inkml:trace>
  <inkml:trace contextRef="#ctx0" brushRef="#br0" timeOffset="86737.48">15883 9174 55 0,'0'0'168'0,"0"0"0"0,0 0-1 0,0 0-9 0,0 0-11 16,0 0-13-16,0 0-1 0,0 0-12 15,0 0-2-15,23-3-11 0,-5 1-10 0,1 2-10 0,10-3-11 16,2 1-5-16,1 0-8 0,0 0-7 0,1 0-2 15,-1-1-9-15,-4 3-1 0,-7-1-6 0,-2 0-6 16,-2 0-3-16,-5-1-2 0,-3 1-4 0,-4 0 5 16,3 1-8-16,-2-1-3 0,1-1 0 0,-7 2-2 15,0 0-7-15,10 0-13 0,-10 0-12 0,0 0-12 16,5 0-30-16,-5 0-33 0,4-2-41 0,-4 2-44 16,0-7-131-16,0 4-332 0,4 1 146 0</inkml:trace>
  <inkml:trace contextRef="#ctx0" brushRef="#br0" timeOffset="87033.97">16545 8923 233 0,'-1'-5'328'0,"-1"1"-18"0,2 0-13 0,0 4-21 15,-1-6-22-15,1 6-29 0,0-6-27 0,0 6-22 16,0 0-20-16,0-4-5 0,0 4-33 0,0 0-21 15,0 0-9-15,3 12-14 0,-2-3-4 0,1 2-6 16,4 5-8-16,-3 0-8 0,4 4-3 0,0 5-1 0,-3-6-9 16,5 5 0-16,0-1-8 0,0 5 1 15,-3-2-1-15,2-1 10 0,2 1-15 0,-3-9-2 16,-1-2-6-16,1 2 3 0,0-2 0 0,-3-4 0 16,-1 0-3-16,-1-3 0 0,3 0-2 0,-5-3 0 15,4-1-8-15,-3 1-12 0,3 0-11 0,-4-1-2 0,0-1-4 16,0-3-3-16,3 2-12 0,-3-2-28 0,0 0-63 15,0 0-51-15,0 0-42 0,-9-12-262 16,2 3-526-16,4-3 233 0</inkml:trace>
  <inkml:trace contextRef="#ctx0" brushRef="#br0" timeOffset="87267.2">16837 8803 126 0,'0'0'225'0,"4"-1"-24"0,-4 1-16 0,9 4-14 16,-1 4-3-16,-1 2-9 0,5 6-12 0,1 6-2 16,1 4 0-16,-4 1-8 0,4 7-11 15,-1 11-9-15,-4 0-10 0,4 1-8 0,-8 6-5 0,-4 0-11 16,-2-5-7-16,-4 2-4 0,-2-2-6 0,-5-3-10 16,-1-10 1-16,-10 8-5 0,1-13-9 0,-5-4 8 15,2 1-22-15,-15 3-23 0,8-9-40 0,-14 2-32 16,-4-4-47-16,11-10-66 0,-18 2-247 0,0-8-460 15,2-2 203-15</inkml:trace>
  <inkml:trace contextRef="#ctx0" brushRef="#br0" timeOffset="87566.61">15859 8809 122 0,'-4'-6'217'0,"-4"4"-19"0,2 2-12 16,-2 2-15-16,-5 6-24 0,-1 1-13 0,-5 13-12 16,-3 0-8-16,2 8-9 0,-8 15-7 0,2 2 0 15,2 5-6-15,7 2-1 0,1 2-11 0,3-1-6 16,8-2-4-16,5 1 12 0,9-4 1 0,4-1-7 15,12-5-4-15,5-3 2 0,9-3-4 0,11-9-8 16,5-3-2-16,7-6-6 0,29 2-20 0,-1-8-36 16,-28-9-47-16,6-5-67 0,32-7-68 0,-38 2-223 15,1-7-438-15,-4 2 193 0</inkml:trace>
  <inkml:trace contextRef="#ctx0" brushRef="#br0" timeOffset="87987.11">17300 8478 212 0,'0'0'202'0,"9"4"-17"15,-8 0-13-15,3 2-15 0,1 3-6 0,0 4-13 16,3 2-7-16,0 3-3 0,3 9-11 0,-2 0-4 16,0 4-3-16,0 2-6 0,4-1-11 0,-4 1 3 15,1 0-4-15,-1-2-11 0,-1-4-4 0,-2 1-2 16,-2-10-9-16,1-1-2 0,-3-5-6 0,1-2 3 15,-3-1 12-15,1-1-5 0,1-1 3 0,-2-2 22 16,0-1 6-16,0-1 26 0,0-3 11 0,0 0-16 16,0 0-14-16,0 0-6 0,-12-11-3 0,10-1-6 15,-1 1-12-15,2-7-11 0,3 0-7 0,6-8-14 16,0-2-22-16,2-3-36 0,5 0-29 0,8-14-39 16,4 3-31-16,-4 1-53 0,-4 12-75 0,4 1-346 15,0-1-632-15,0 3 280 0</inkml:trace>
  <inkml:trace contextRef="#ctx0" brushRef="#br0" timeOffset="88882.43">18399 8439 7 0,'9'-7'172'0,"1"4"-16"0,0-1-10 0,4 4-11 16,2 1-8-16,2 2-14 0,0 0-7 0,1 4-11 15,-3 2-8-15,2 2-9 0,-1 4-7 0,1 5-3 0,-2 1-8 16,-3 2-3-16,-4 2-7 0,0 1-2 15,-4-1-5-15,-1 0-4 0,-3 2-5 0,-2 0 3 16,-6-1 2-16,2-3 4 0,-1-5-10 0,1 0 3 0,-3-2 4 16,-1 1-1-16,0-4 4 0,4-2 4 15,0-3 10-15,1-3 5 0,2 0 8 0,-1-1 10 16,1 2 21-16,0-2 33 0,0-2 31 0,2-2 45 16,0 0 25-16,0 0-14 0,0 0-21 0,0 0-20 0,2-17-22 15,1 5-15-15,3-3-13 0,1-2-12 0,0-4-17 16,6-1-9-16,1-5-13 0,1-1-7 15,2-1-10-15,1 0-10 0,1 4-7 0,-5 1-2 16,-3 7-8-16,-3 3-4 0,-1-1-1 0,-1 8-7 0,-2 2-5 16,0-2-13-16,0 2-33 0,-1 3-27 0,-1-1-40 15,-2 3-18-15,0 0 6 0,6 7 14 16,-5 1 6-16,2 6 19 0,0 3-5 0,-1 10 11 16,3 0 6-16,1 6-6 0,2-4-16 0,3 3-18 0,0-1-23 15,4 1-34-15,4-2-35 0,2-2-75 0,-2-4-272 16,1-2-578-16,0-5 256 0</inkml:trace>
  <inkml:trace contextRef="#ctx0" brushRef="#br0" timeOffset="89233.53">18308 9092 149 0,'-6'0'228'0,"-1"0"-15"0,7 0-15 0,-8 1-7 15,4 0 0-15,4-1-7 0,-5 3-28 0,5-3-17 16,0 0-15-16,0 0-11 0,0 0-13 0,38-3-8 0,-9 1-14 16,8-3-5-16,0 3-10 0,20-3-4 15,1-3-5-15,2 1-5 0,4 2-3 0,3-2-6 16,22-3 7-16,-25 3 1 0,3 0 6 0,-5 2-1 15,1 0-4-15,-8-4-3 0,-21 6 1 0,-2-1-9 16,-2 1-3-16,-13 1 0 0,-2-1 5 0,-3 2-8 0,-3 0-5 16,-1 0 1-16,-3-1-6 0,0 0-9 15,-5 2-13-15,5-1-21 0,-5 1-24 0,0 0-24 16,0 0-30-16,-28 6-48 0,9-2-36 0,-3-2-249 0,3 2-468 16,0 0 207-16</inkml:trace>
  <inkml:trace contextRef="#ctx0" brushRef="#br0" timeOffset="89733.74">18743 9203 171 0,'0'0'261'0,"0"0"-29"0,0 0-24 15,0 0-23-15,0 0-17 0,0 0-19 0,14 3-14 16,-7-3-14-16,1 5-19 0,2-1-6 0,1 3-10 16,-2 2-11-16,1-1-7 0,0 5-8 0,-5 1-4 15,0 2-6-15,-3 1 0 0,1 0-12 0,-8 3-1 16,0 5-6-16,-3 1-4 0,-2-2-7 0,-4 1 5 16,1-3-4-16,-2-4-3 0,3-2 0 0,-3-2-6 15,6 0 4-15,1-4-3 0,-2-2 6 0,3-2-1 16,2-1 0-16,-1 0 12 0,4 0 20 0,-1-3 27 15,-2 1 25-15,3-2 18 0,2-1 5 0,0 0-23 16,0 0-10-16,7-9-13 0,-2 2-8 0,4-2-12 16,5-3-2-16,1 2-5 0,2 0-12 0,-1 1-2 15,3 1-3-15,-5 0-7 0,1 2-6 0,2 1 0 16,-3 0-2-16,-1 3 1 0,1 1-11 0,1 1 3 16,4 1-6-16,-2 1 2 0,-4 2-5 0,3-1-1 15,1 5-1-15,-2-2 12 0,-1-1-13 0,-3 2 1 16,1-1 0-16,-2-1-2 0,0 1 4 0,-2-2 0 15,1 0-3-15,-4 1 15 0,2-3-13 0,-2 1 0 16,0 0 2-16,-4-2 1 0,3 2 2 0,-4-3-3 16,5 2 4-16,-5-2 0 0,0 0-12 0,0 0-22 15,13-7-14-15,-9 2-16 0,2-1-18 0,3-2-16 16,-1 0-29-16,-2 1-32 0,3-4-38 0,0-4-44 16,0 3-271-16,-4-3-544 0,5 0 241 0</inkml:trace>
  <inkml:trace contextRef="#ctx0" brushRef="#br0" timeOffset="90065.55">19439 8398 88 0,'8'9'179'0,"-1"-1"-15"0,2 8-9 15,4 9-14-15,-4 6-7 0,8 22 4 0,-2 4 0 16,9 27-3-16,-10 0 3 0,6-1-4 0,-13-25-14 16,4 23-8-16,-4 4-3 0,-1-4-14 0,-4-23-5 15,-2 25-9-15,-7-27-11 0,0 0-2 0,-2 0-8 16,-3-7-8-16,-4 0-4 0,-2-6-5 15,0-10-1-15,-13 3-2 0,4-7-3 0,-11 2-2 0,-4-2-6 16,-5-1-35-16,-6-4-44 0,-2-7-45 0,2-7-70 16,-5-3-229-16,2-2-425 0,-2-5 188 0</inkml:trace>
  <inkml:trace contextRef="#ctx0" brushRef="#br0" timeOffset="90431.98">18329 8596 71 0,'-44'91'195'0,"5"2"-4"0,0-1-4 0,7-3-4 0,5 3-14 15,10-1 6-15,10-4-1 0,9-2-13 16,3-25-9-16,18 21-11 0,0-27-12 0,11-1-4 15,20 16-15-15,-8-26-11 0,29 12-8 0,-19-21-12 0,31 7-5 16,0-8-21-16,-24-12-48 0,24 0-84 0,-22-9-127 16,0-2-175-16,-2-9-411 0,-6-6 183 15</inkml:trace>
  <inkml:trace contextRef="#ctx0" brushRef="#br0" timeOffset="91283.47">19748 7873 15 0,'3'-5'191'15,"-2"0"-20"-15,3 0-14 0,1 0-13 0,2 0-10 16,-1 0-10-16,7 2-12 0,-3 2-9 0,5-2-10 0,2 3-6 16,2 3-3-16,-1-2-5 0,1 3-8 0,0 5-5 15,-5-4-4-15,4 5-7 0,-5 1-4 16,-4 4-5-16,4-1-5 0,-7 3-7 0,1 3 1 15,-5-2-3-15,-3 8-5 0,-7-1 1 0,-1 2 0 0,-5-1-6 16,-3 0-1-16,-3-1-2 0,2-2 4 0,-9-1-5 16,3-3 8-16,2 2-4 0,1-4 2 15,7-5 0-15,3-4 3 0,0-1-3 0,3-1-1 16,-1 1-4-16,5-4 0 0,-2-1-2 0,2 2 6 16,0-1 1-16,3-1-2 0,1-2-1 0,4 7 2 15,1-5-3-15,5 1-3 0,9 0 4 0,2-2-5 0,2 1-3 16,9 2-1-16,-2-4-8 0,1 1-26 15,1 0-33-15,-4 2-50 0,-1-3-48 0,-6-2-228 16,-1 2-411-16,-2-1 183 0</inkml:trace>
  <inkml:trace contextRef="#ctx0" brushRef="#br0" timeOffset="91615.85">20334 7940 118 0,'3'0'200'0,"-3"0"-14"0,12 0-16 0,-6 3-18 15,3 3-9-15,3 1-11 0,3 4-9 0,2 7-6 16,-1 3-17-16,-2 0-3 0,2-1-8 0,-3 3-7 16,-1 0-5-16,0 2-1 0,-4-2-8 0,0 1-8 15,-5-3 1-15,-1 4-9 0,-3-7-4 0,1 0-1 16,-2-1-6-16,0-5 10 0,-3-2 7 0,2 2 3 15,-3-3 2-15,3-3 8 0,-3-1 2 0,1 0 14 16,-1-4 15-16,0 0 10 0,6-1 3 0,-13-7 9 16,5 2 10-16,0-2 20 0,2-3 3 0,3-3-9 15,1-3-27-15,2-4-18 0,5-4-23 0,7-5-23 16,5-2-40-16,10-8-39 0,4 1-37 0,2 4-44 16,3-3-50-16,1 7-66 0,2-3-73 0,-8 10-255 15,2 5-592-15,-1-2 262 0</inkml:trace>
  <inkml:trace contextRef="#ctx0" brushRef="#br0" timeOffset="92298.29">22249 7865 151 0,'-1'-12'274'0,"1"-1"-10"0,1 2-16 16,-1 1-14-16,0 2 7 0,0 0-29 15,-1 2-19-15,2 2-18 0,-1-1-22 0,0 1-18 16,0 4-16-16,0-6-27 0,0 6-18 0,0 0-10 16,0 0-8-16,5 18-2 0,-5-1-6 0,2 10-6 0,-1 3 1 15,-1 3-10-15,1 14-2 0,0-1-3 0,-1 0 2 16,-1-10-22-16,1-1-23 0,0 10-28 15,-1-7-20-15,2-3-28 0,0 10-25 0,-2-8-38 16,2-6-91-16,-2-2-135 0,1-4-411 0,-2-8 183 0</inkml:trace>
  <inkml:trace contextRef="#ctx0" brushRef="#br0" timeOffset="92732.46">21390 8712 172 0,'-12'1'174'0,"4"0"-6"0,0-2 2 16,-1 1-4-16,9 0-6 0,-10 0-9 0,10 0-6 15,-6 1-13-15,6-1-13 0,0 0-14 0,0 0-7 16,0 0-14-16,0 0-3 0,19-3-12 0,8 0-7 16,7 2-4-16,17-3-7 0,9-2-5 0,31 1-4 15,1-2-6-15,4 1-8 0,15 1-3 0,5-5 3 16,14 4-2-16,15-3-5 0,12 7-2 0,9-10 2 16,7 7-2-16,7-2 2 0,9 2-6 0,0 0 1 15,-5 2-1-15,-10-4 1 0,-4 1 0 0,-8 2-5 16,-8 0-1-16,-14 1 0 0,-7-3-3 0,-15 0 1 15,-6 0 0-15,-17 0-2 0,-34 1 1 0,-2 2 1 16,-4-6-3-16,-19 4-1 0,-3 2 3 0,-2-6-4 0,-5 2 9 16,-7 1 12-16,-7 2-4 0,-3 1-1 15,1-3-8-15,-5 1-12 0,-1 3-8 0,0-3-20 16,-3 0-48-16,-1 2-53 0,0 3-95 0,-9-5-156 16,-1 0-413-16,-3 3 183 0</inkml:trace>
  <inkml:trace contextRef="#ctx0" brushRef="#br0" timeOffset="93581.89">21655 9380 144 0,'0'-5'214'0,"0"5"-25"0,-3-5-21 0,3 5-16 15,4-5-16-15,-4 5-14 0,10 3-14 0,-2-1-7 16,1 1-8-16,4 2-9 0,2 5-12 0,-1-1-3 16,2 5-9-16,5 3-4 0,0 3 0 0,-2 1-11 15,1 1-1-15,-4 1-8 0,2 1-6 0,-2-1 1 16,-3 3-4-16,-3 2 0 0,0-4-4 0,-3 4 1 15,-5-10-1-15,2 7-3 0,-1-4-4 0,-3-2-1 16,-3 5 5-16,-2-6 6 0,1 0 1 0,-5-2 0 16,4-2 1-16,-3-3-1 0,-1-1 1 0,3 0-3 15,-4-3 6-15,2 1 1 0,0-1 8 0,-2-3 12 16,5-2 15-16,-1 2 18 0,1-3 18 0,-2-1 0 16,7 0-4-16,-11-9 3 0,6 4-4 0,-2-4 0 15,3-1-1-15,2-5-14 0,-1-3-9 0,6 0-8 0,2-10-9 16,3 2 5-16,2-5-20 0,5 1-1 15,-1-2-9-15,4 2-9 0,1 2 1 0,-2-2-10 16,2 5-13-16,-1 2-19 0,0 3-21 0,-5 6-15 16,-1 0-26-16,-4 6-27 0,1-1-39 0,1 4-52 0,1-1-38 15,-5 2-272-15,0 0-548 0,2 4 243 16</inkml:trace>
  <inkml:trace contextRef="#ctx0" brushRef="#br0" timeOffset="93848.69">22350 9253 192 0,'0'-6'280'0,"0"2"-24"0,0 0-27 0,0 4-24 16,0-7-27-16,0 7-18 0,0-2-23 0,0 2-20 15,0 0-10-15,0 0-9 0,5 14-14 0,0-2-10 16,-1 3-8-16,-1 6-7 0,-1 6-3 0,1 2-4 16,-1 4-5-16,0 1-8 0,-2 1-15 0,1 9-16 15,-2-10-36-15,-1 2-17 0,1-2-3 0,0 2-25 16,-2-2-6-16,2-3-35 0,0 1-234 0,-2-3-375 16,-1 0 167-16</inkml:trace>
  <inkml:trace contextRef="#ctx0" brushRef="#br0" timeOffset="94020.16">22342 10137 105 0,'0'0'359'16,"3"5"-18"-16,-3-5-3 0,0 0-36 0,4 1-31 16,-4-1-29-16,0 0-24 0,0 0-32 0,6-10-34 15,2 6-31-15,1-3-38 0,1 2-35 0,1-2-48 16,2-2-49-16,2-1-61 0,2 0-80 0,0-2-214 0,-2 0-435 15,2 0 192-15</inkml:trace>
  <inkml:trace contextRef="#ctx0" brushRef="#br0" timeOffset="94531.21">23192 9428 222 0,'0'-4'306'0,"-1"0"-24"0,1 4-20 0,0-5-31 16,-3 1-22-16,3 4-19 0,0 0-27 0,0-5-16 15,0 5-24-15,0 0-23 0,0 0-13 0,0 0-10 16,4 10-12-16,-3-2-5 0,2 3-9 0,-2 6-8 15,3 2 0-15,-1 6-8 0,-1-1-1 0,-2 0-5 16,5 5 1-16,-2-4-4 0,-2-1 2 0,2 3-5 16,-2-3-3-16,0-4-5 0,-1-2 0 0,3 2 0 15,-2-6-1-15,2 2 0 0,-2 0-4 0,-1-4 0 16,1-1 3-16,-1-2-2 0,-1-3 0 0,2-1-1 16,-1 0 14-16,0-2 9 0,0 1 20 0,0-4 18 15,-1 5 26-15,1-5 26 0,0 3 27 0,0-3 14 16,0 0 2-16,0 0-12 0,0 0-19 0,-8-12-12 15,6 2-13-15,-1-2-12 0,-2-7-8 0,-4-8-15 16,5-2-10-16,3-5-11 0,-3-17-6 0,5 0-8 16,2-1-7-16,2 0-4 0,0-4-2 0,4-1-7 15,3 1-3-15,-1 7 3 0,-3 3-3 0,-1 16 0 16,2 2 3-16,0 3-4 0,-2 9-2 0,0-2-5 16,2 1 0-16,3 4-2 0,2 1-6 0,2 2-23 15,4 3-21-15,9-1-25 0,3 4-19 0,0 7-46 16,1 2-24-16,-1 4-25 0,1 3-37 0,-3 5-50 0,0-1-58 15,-8 2-281-15,1 5-659 0,-4-5 292 16</inkml:trace>
  <inkml:trace contextRef="#ctx0" brushRef="#br0" timeOffset="104144.78">24246 9184 183 0,'2'-4'206'0,"-2"-1"-15"15,2-1-12-15,2 2-19 0,-3-3-12 0,3 2-13 16,1 1-15-16,1-1-12 0,2-1-8 0,1 3-9 16,0-1-12-16,4 1-4 0,-3-1-8 0,4 3-6 15,0-1-5-15,-2 1-6 0,3 0-5 0,-3 2-7 16,-1 0-5-16,-1 2-2 0,-1 1-1 0,3 3-5 0,-3-4-6 16,-2 4-2-16,2 0-1 0,-4 1-4 15,1-1-1-15,1 1-2 0,-5 3-5 0,0-3 0 16,-1 2 5-16,-1 0-4 0,-1-1 0 0,1-1-3 0,-4 1-3 15,3 0 2-15,-3-4-3 0,2 2 5 16,0-3 2-16,-3 1-7 0,5 1 1 0,-2-1 2 0,0-1 0 16,-1-1 2-16,3 1-4 0,-2 1-1 15,2-2 3-15,0-3 2 0,2 5-2 0,1 0-2 0,2 1 2 16,3-3-5-16,1 2 3 0,1 3 0 0,2-1 0 16,-2 0 5-16,5 3-4 0,-3 2 0 0,2-2 6 15,-1 2-5-15,-6-3 3 0,1 3-4 0,-3-2-2 16,0 4-1-16,-3-2 3 0,-2-2-3 0,-2 4-4 15,-2-3 0-15,-7 1 5 0,-1 0-1 0,-5 0-1 16,-8-2 0-16,-2 0 3 0,-3-4-5 0,-2 1 6 16,-3-3 0-16,4 0 0 0,0-4-2 0,-4-2 1 15,7 1 1-15,1-3-1 0,0-1 1 0,6 1 4 16,2-1 2-16,3-1 2 0,4 2 6 0,1-1-3 16,5 3 4-16,-2-1 2 0,2 0-4 0,2-1-5 15,0 2-15-15,3-1-23 0,1 3-33 0,4-5-29 16,2 2-48-16,2-1-204 0,1 1-371 0,2 0 164 15</inkml:trace>
  <inkml:trace contextRef="#ctx0" brushRef="#br0" timeOffset="104648.66">24061 9665 92 0,'-5'0'186'0,"5"0"-14"0,-8 2-11 15,8-2 0-15,-5 1-18 0,5-1-9 0,0 0-11 16,-5 0-20-16,5 0-7 0,0 0-8 0,0 0-8 0,0 0-7 16,0 0-12-16,0 0-4 0,-4 3-5 0,4-3 1 15,0 0-5-15,0 0 9 0,0 0-7 16,0 0-3-16,0 0 2 0,0 0-8 0,0 0-1 0,0 0-6 15,0 0-6-15,0 0-1 0,0 0-6 0,0 0-1 16,0 0-1-16,0 0-2 0,0 0-4 0,0 0-2 16,0 0 0-16,-2 2 0 0,2-2-4 0,0 0 1 15,0 0-1-15,0 0 2 0,0 0-6 16,0 0 2-16,0 0-1 0,0 0-2 0,0 0 2 0,0 0-1 16,0 0 0-16,0 0-2 0,0 0 6 0,0 0 0 15,0 0-1-15,0 0 8 0,15 0 0 0,0 2 9 16,3-2-4-16,14-3-2 0,5 2 0 0,1 0-3 15,17-1 0-15,-1-1 0 0,6-1-2 0,0 1-1 16,-1-1 16-16,1 3 5 0,2-2-1 0,-9 1-3 16,-12 0 0-16,-4 0-4 0,-5 2-3 0,-4-1-3 15,-9-1 1-15,-5 2-2 0,-2 0-6 0,-2 0 4 16,-2-2-5-16,-1 2 2 0,-7 0-4 0,9 0-1 16,-9 0-8-16,8 0-5 0,-8 0-12 0,0 0-12 15,0 0-24-15,-19 2-25 0,7 1-23 0,0-1-43 16,-1 1-31-16,-4-3-212 0,3 2-418 0,0 0 185 15</inkml:trace>
  <inkml:trace contextRef="#ctx0" brushRef="#br0" timeOffset="105063.6">24413 9767 178 0,'0'0'158'0,"0"0"-16"0,0 0-12 0,0 0-24 15,10 5 4-15,-5-3-8 0,1 2-8 0,1 0-10 16,2 0-9-16,1-1 0 0,1 4-17 0,-2 1 1 15,1-2-11-15,-2 2-1 0,0 0-5 0,-3 1-5 16,1 0-7-16,-2 4-7 0,-3-1 3 0,-1 0 5 16,0 2 1-16,-2-2 0 0,-5 2-6 0,-3 2 3 15,1-2-5-15,0 2 7 0,-3-2-5 0,3-5 2 16,0 0-10-16,0 1 6 0,4-4-1 0,-2 0-3 16,3-3-3-16,-1 1 3 0,3 0-5 0,-3 0 17 15,3 0 18-15,0-1 6 0,2-3 1 0,-3 4 3 16,3-4-6-16,9 1-5 0,3-2-8 0,2-1-2 15,6 4-6-15,11-5-2 0,-2-1-19 0,2 0-17 16,2 0-33-16,0 0-43 0,-3-2-70 0,-1-1-226 16,0 2-408-16,-2-6 181 0</inkml:trace>
  <inkml:trace contextRef="#ctx0" brushRef="#br0" timeOffset="105411.78">25152 9576 56 0,'-5'-3'168'0,"5"3"-17"0,0 0-5 16,0 0-4-16,0 0-10 0,-9 0-12 0,9 0-14 16,0 0-10-16,0 0 2 0,0 0 1 0,0 0-8 15,0 0-7-15,0 0 6 0,0 0 0 0,0 0 2 16,0 0-2-16,0 0-8 0,18-3-5 0,-9 1-6 16,5 0-6-16,7 0-5 0,-2-1-11 0,9 3-2 15,4-2-7-15,0-2-2 0,2 1-5 0,-2 0-2 16,0 1-13-16,0-1-11 0,-4 1-15 0,-9 0-27 15,-1 1-25-15,-4 0-30 0,-5-2-43 0,0 0-225 16,-4-1-386-16,0 1 171 0</inkml:trace>
  <inkml:trace contextRef="#ctx0" brushRef="#br0" timeOffset="105645.49">25281 9399 287 0,'0'0'293'0,"-2"-5"-17"0,-1 4-25 0,3 1-26 16,0 0-25-16,0 0-23 0,-1-4-14 0,1 4-33 16,0 0-18-16,0 0-13 0,0 0-14 0,1 14-14 15,-1-2-6-15,1 4-8 0,1 3-1 0,-2 3-7 16,0-1-3-16,2 4-5 0,-2 1-5 0,0 0-6 16,2-2 5-16,-1-2-5 0,3 3-3 0,-2-7-2 15,2 0-16-15,-2-1-24 0,1 0-24 0,2-5-29 16,-3 0-31-16,1 0-41 0,1-2-78 0,-4-1-165 15,2-3-415-15,0-4 184 0</inkml:trace>
  <inkml:trace contextRef="#ctx0" brushRef="#br0" timeOffset="106049.64">25720 9329 236 0,'2'-4'292'0,"-2"0"-27"15,3 2-25-15,-3 2-26 0,1-4-24 0,-1 4-22 0,0 0-18 16,0 0-9-16,13 7-22 0,-7 3-9 0,3 2-12 16,1 4-10-16,-2 1-8 0,2 5-10 15,4 0-6-15,-5 4-5 0,3-2-4 0,-2-2-11 0,-5-2 1 16,2-1-5-16,-2 0-5 0,0-1-5 0,-3-1 0 15,2 0-6-15,-3-6-6 0,-1-3 3 16,3 3-2-16,-4-5 2 0,1 1 1 0,0-2-1 16,0-2 7-16,0 1 18 0,1-1 22 0,-1-3 27 15,0 0 3-15,0 0-9 0,0 0-11 0,0 0-8 0,-10-11 5 16,6 0-13-16,3 0-8 0,-2-7-9 0,2 1 2 16,2-3-11-16,2-6 9 0,2-3-16 0,0 0-16 15,4 1-5-15,-1-1-2 0,2 0-6 16,-1 4-7-16,2 0-4 0,-2 6-7 0,0 4-8 0,-1-1-19 15,-2 5-28-15,-1 2-23 0,3 2-31 0,-2 1-31 16,-1 2-31-16,3 2-43 0,-2-1-272 0,2-1-545 16,-3 1 242-16</inkml:trace>
  <inkml:trace contextRef="#ctx0" brushRef="#br0" timeOffset="106312.01">26179 9119 131 0,'4'-1'227'15,"-4"1"-21"-15,0 0-27 0,11 7-13 0,-5 0-16 16,-1 4-15-16,8 11-3 0,-4 2-11 0,1 7-6 0,3 3-7 16,-4 15-2-16,-1 1-9 0,-3 2-5 15,-5 0-8-15,-3 1-9 0,-6-3-5 0,-1-3-7 16,-7 0-8-16,-1-4-1 0,-3-1-4 0,0-12-6 15,-2 0-5-15,-14 6-7 0,-1 0-12 0,-6-4-18 16,-7-6-44-16,-5-2-40 0,1-5-71 0,-1-2-227 16,2-2-410-16,2-8 181 0</inkml:trace>
  <inkml:trace contextRef="#ctx0" brushRef="#br0" timeOffset="106979.5">24176 8939 25 0,'0'0'197'0,"0"0"-24"0,0 0-18 15,-19 13-16-15,6 1-10 0,-5 12-4 0,-1 4-8 16,-14 17-9-16,-6 31-7 0,4-2 10 0,3 3-10 16,2-1 0-16,3 0-11 0,11-21-6 0,2 0-5 15,4 4-7-15,3-1 17 0,6-1-8 0,0 0-3 16,3 1-1-16,10-5-4 0,3 1 1 0,4-10 2 16,4 2-5-16,3-6-4 0,-3-13 3 0,4-2-6 15,2-2-4-15,-1-2 1 0,-1-4-6 0,0 0-5 16,-3-7-3-16,-7-2-2 0,-3-2 12 0,-3-1 14 15,0-3 16-15,-4 0 15 0,1 0 21 0,-2-3 9 16,-3 0 14-16,-1 2-1 0,3-3 3 0,-5 0-9 0,8 0-11 16,-8 0-14-16,0 0-9 0,5 2-5 15,-5-2-12-15,0 0-20 0,0 0-29 0,0 0-30 16,9-5-49-16,-5 3-104 0,-1-5-95 0,4 1-78 16,7-5-85-16,2 4-216 0,-4-3-669 0,1 0 296 0</inkml:trace>
  <inkml:trace contextRef="#ctx0" brushRef="#br0" timeOffset="111789.33">1487 13700 242 0,'0'0'231'0,"0"0"-17"16,0 0-17-16,0 0-23 0,0 0-15 0,0 0-19 15,10-8-5-15,-1 8-23 0,8-5-16 0,2 2-7 16,8-2-7-16,1 1-8 0,4 2-7 0,1 1-36 15,0-3-36-15,3 3-60 0,-1-1-64 0,-6 2-179 16,-1 0-332-16,-8 0 147 0</inkml:trace>
  <inkml:trace contextRef="#ctx0" brushRef="#br0" timeOffset="111961.37">1653 13957 146 0,'0'0'200'0,"-2"1"-17"0,2-1-20 0,0 0-12 0,16-5-18 16,-6 2-15-16,7-1-27 0,1-1-34 0,5 0-58 15,4-4-55-15,-6 4-142 0,-1-1-214 16,0-4 95-16</inkml:trace>
  <inkml:trace contextRef="#ctx0" brushRef="#br0" timeOffset="112463.26">1855 13527 196 0,'-1'-4'264'0,"1"4"-20"0,-2-3-25 0,2 3-20 0,0 0-28 16,-2-5-14-16,2 5-24 0,0 0-13 15,0 0-14-15,0 0-4 0,0 0-16 0,0 0-10 16,11 10-7-16,-4-3-7 0,2 0-9 0,1 0-2 15,1 1-8-15,3 2-3 0,3-1-4 0,-3 2-7 16,4 0-1-16,-4-2-10 0,4 1-9 0,-3-1 0 16,2-3-2-16,-3 3 1 0,-3-6-2 0,1 2 1 15,-2-1-1-15,2-3 3 0,-6 3 0 0,0-4 1 16,0 3 1-16,-3-3 20 0,5 0 12 0,-8 0 12 16,0 0 10-16,9 0 11 0,-9 0 4 0,0 0-1 15,9 0-6-15,-9 0-6 0,0 0-12 0,5-3-10 16,-5 3-10-16,0 0-20 0,0 0-22 0,0 0-1 15,0 11-1-15,-5 0-6 0,-3 4 4 0,-2 9-4 16,-4 7 5-16,-8 8 1 0,0 7-2 0,0-3 1 16,-4 3 5-16,0 1 0 0,1-2-5 0,2-1 33 15,5-11-2-15,-1-1-4 0,2-3-4 0,6 0 1 16,-2-4 2-16,1-1-8 0,4-9 5 0,2-4 0 16,1 1 1-16,0-4-3 0,1 1 9 0,3-6 44 15,-2 2 30-15,2-2 34 0,0 1 31 0,1-4 18 16,-5 3 10-16,5-3 11 0,-1 2-3 0,1-2-12 15,0 0-14-15,0 0-11 0,0 0-16 0,0 0-14 16,0 0-10-16,0 0-15 0,0 0-8 0,0 0-17 16,0 0-16-16,0 0-31 0,0 0-42 0,0 0-65 15,0-14-102-15,5 10-88 0,1-4-104 0,0 0-122 16,5-1-249-16,-1 0-803 0,3-5 355 0</inkml:trace>
  <inkml:trace contextRef="#ctx0" brushRef="#br0" timeOffset="113628.2">3297 13375 118 0,'0'0'120'16,"0"0"-2"-16,0 0-11 0,0 0 0 0,0 0-9 16,-7 0-2-16,7 0 0 0,0 0-5 0,0 0-10 15,0 0-7-15,0 0-4 0,0 0 1 0,0 0 2 16,22-3-3-16,-12 3-3 0,8-1-5 0,2-2-10 15,1 0-2-15,8 0-2 0,3 1-10 0,4-1-3 16,-1-1-4-16,1 0-2 0,1 1-2 0,1-2-4 16,-3 3 0-16,0-3-1 0,-7 3-5 0,-9-1 0 15,1 3 0-15,-7-1-3 0,-1-1-1 0,-2 2-7 16,-4 0-13-16,3 0-15 0,-9 0 1 0,4 0-1 16,-4 0-22-16,0 0-19 0,-16 6-33 0,5-4-17 15,-3 2-19-15,-2-2-112 0,-2 1-264 0,0 0 117 16</inkml:trace>
  <inkml:trace contextRef="#ctx0" brushRef="#br0" timeOffset="114000.6">3552 13365 8 0,'-7'-3'213'0,"7"3"-9"0,0 0-7 0,-5-1-8 16,5 1-8-16,0 0-11 0,0 0-16 0,0 0-14 16,0 0-14-16,0 0-13 0,0 0-13 0,0 0-12 15,0 0-16-15,0 0-22 0,-6 4-6 0,5 1-4 16,1 2-7-16,-1 3-4 0,-2 7-1 0,2 4 2 15,-1 6-5-15,-4 3-1 0,3 3 3 0,-1 2-4 16,-1 0-1-16,4 14-2 0,-4-4 1 0,4 1 0 16,0 3 2-16,2-3-2 0,-1-12-2 0,0 1-5 15,1-2 3-15,-1 0-20 0,1-1 0 0,-1-1 0 16,-2 1 2-16,1-1-1 0,-2-4 3 0,-1 1-1 16,-1-8 3-16,1-2-3 0,-2-1 7 0,-3-2-1 15,1 0 3-15,-1-1 0 0,-1-8 7 0,1 4 6 16,-3-3 10-16,-1-2 16 0,-3 0 8 0,-3-3 4 15,-3-3 17-15,-3-1-5 0,-6-4-2 0,7-1 4 16,-3-1 11-16,0-4 1 0,8 1-2 0,1 0 0 16,-5-1-5-16,7 0-7 0,1 2-9 0,1 0-3 15,3 3-4-15,2 0-7 0,2 2-5 0,0 0-5 16,2 1-4-16,0 0-2 0,1 0-11 0,4 4-13 16,-5-4-38-16,2 1-48 0,3 3-58 0,-6-3-65 15,6 3-38-15,0 0-24 0,0 0-238 0,0 0-541 16,0 0 240-16</inkml:trace>
  <inkml:trace contextRef="#ctx0" brushRef="#br0" timeOffset="114643.53">3958 14113 148 0,'0'-5'299'0,"0"-2"-9"0,2 0-3 15,0-1-5-15,-1 2-18 0,-1 0-18 0,1 1-27 16,1 0-22-16,-2 0-18 0,1 2-20 0,-1 3-19 16,0-5-15-16,0 5-26 0,0 0-23 0,4-1-20 15,-4 1-11-15,0 0-6 0,1 14-5 0,2-6-5 16,-3 8-2-16,2 1-4 0,0 3-6 0,-1 0 3 15,2 5-4-15,-1-4-1 0,3-3-1 0,-2 2-3 16,-2-2-2-16,0-3 3 0,2-4-3 0,-2 0 0 16,0-3 3-16,-1 2-4 0,0-3 2 0,2-2-3 15,-1-1 0-15,-1 1 11 0,-1-2-7 0,2 1 9 16,-1-4-8-16,0 4-1 0,0-4 3 0,0 0 0 16,-3 4 0-16,3-4-14 0,0 0-8 0,0 0-23 15,0 0-23-15,0 0-34 0,-2 4-36 0,2-4-44 16,0 0-52-16,0 0-48 0,0 0-164 0,0 0-468 15,-3-12 207-15</inkml:trace>
  <inkml:trace contextRef="#ctx0" brushRef="#br0" timeOffset="114917.88">3767 14470 42 0,'0'0'228'0,"0"0"-7"0,-4 3-24 0,4-3-14 16,0 0-18-16,0 0-13 0,21 1-11 0,-3-4-9 15,10 2-11-15,2 0-9 0,3-2-12 0,3 0-9 16,3-1-4-16,-2 2-12 0,17-3-2 0,-21 2-1 16,3-1-5-16,-1 0-6 0,-6 2-6 0,-9 0-6 15,-1-1-4-15,-7 3-2 0,-2 0-6 0,-2 0-8 16,0-2-7-16,-2 2-18 0,-6 0-30 0,7 0-7 15,-7 0 1-15,0 0-13 0,0 0-53 0,-21 10-59 16,4-3-213-16,-2-2-399 0,1 0 177 0</inkml:trace>
  <inkml:trace contextRef="#ctx0" brushRef="#br0" timeOffset="115394.4">4096 14587 24 0,'0'0'250'16,"0"0"-29"-16,-5-1-21 0,5 1-20 0,0 0-22 16,0 0-17-16,0 0-12 0,13 8-15 0,-5-3-9 15,3 0-11-15,1 0-8 0,-1 2-10 0,3 1-10 16,-4-2-8-16,2 4-5 0,-4 0-5 0,1 2-7 15,1 2-8-15,-5-1-2 0,-3 3-2 16,-2 4-3-16,-2 5 1 0,-5 0-16 0,-4-3 3 0,-2 3-4 16,-2-4 1-16,2-3-3 0,3-4 3 0,-3 3 2 15,0-2 7-15,2-2 1 0,2-4 0 0,-3 0-3 16,3 0 2-16,4-4-4 0,0 0-1 16,1-3 1-16,0 2 0 0,-1-1 27 0,4-1 5 0,1-2 0 15,-4 4 0-15,4-4 0 0,9 3-6 16,0-3-4-16,4-1 1 0,9-2 2 0,7 2-9 0,2-2 0 15,3 2-4-15,2-2 2 0,2 2 3 0,-1-4-7 16,3 2 0-16,-1 1 6 0,-4 0 3 0,-4-3 0 16,-9 5 6-16,-2-3 12 0,-6 3 9 15,-4-1 5-15,-1 0 7 0,-1 1 6 0,-2-3-2 16,-1 2-2-16,-5 1-3 0,8 0-9 0,-3-3-7 16,-5 3-12-16,4-3-10 0,-4 3-10 0,4-1-20 0,-4 1-17 15,0 0-34-15,0-5-74 0,0 5-102 16,-5-11-92-16,1 2-229 0,0 1-588 0,3-2 260 0</inkml:trace>
  <inkml:trace contextRef="#ctx0" brushRef="#br0" timeOffset="115796.76">5050 14045 128 0,'0'0'303'0,"0"0"-9"0,0 0-16 15,0 0-14-15,0 0-22 0,0 0-19 0,-2-5-22 16,2 5-19-16,0 0-22 0,19-5-19 0,-6 3-23 0,6-1-38 15,4 1-48-15,5-1-53 0,3 0-58 16,-3 2-60-16,3 1-98 0,-11-3-125 0,1 1-392 16,-3 0 173-16</inkml:trace>
  <inkml:trace contextRef="#ctx0" brushRef="#br0" timeOffset="115942.24">5131 14200 20 0,'-2'1'222'15,"-1"2"-1"-15,1-1-10 0,2-2-7 0,0 0-3 16,7 6-11-16,6-6-18 0,15 0-15 0,8 0-21 0,0-3-38 16,15 0-70-16,-12-1-92 0,1 2-236 0,15-10-324 15,-17 7 144-15</inkml:trace>
  <inkml:trace contextRef="#ctx0" brushRef="#br0" timeOffset="116861.32">6349 13661 156 0,'3'-3'193'0,"-3"3"-16"16,7-1-22-16,-7 1-15 0,12-2-13 0,-7 2-14 0,1 0-14 16,3 2-11-16,-2-1-12 0,4 4-6 0,-1 0-10 15,3 2-1-15,-4 2-12 0,5 3 1 0,-5 1-4 16,0 1-7-16,1 1-2 0,-5 1-4 0,2 4 0 16,-6-3-3-16,0 3 2 0,-2 3-7 15,-3 2 2-15,-1-4-1 0,-8 3-1 0,7-6-6 0,-6 6 3 16,1-8-5-16,2 0 2 0,1-2 3 0,-2-5 4 15,1 2 16-15,1-2 0 0,3-1-1 16,0-3 7-16,0-1 9 0,3 0 16 0,0 1 23 16,1-2 39-16,1-3 42 0,-3 2 33 0,3-2 13 0,0 0-3 15,0 0-28-15,8-14-26 0,5 1-14 0,-2 0-14 16,8-8-14-16,0 1-11 0,1-3-14 16,3 1-9-16,0-4-6 0,0-1-6 0,4 1-12 0,-6 2-5 15,0 3-4-15,-4 0-7 0,-4 7-4 0,-5 6-5 16,0-1-7-16,-3 3-5 0,-1-1-2 0,2 3-12 15,-2 1-16-15,0 2-22 0,-3-3-38 0,-1 4-18 16,0 0 8-16,0 0 7 0,0 0 5 0,0 21 5 16,-1-11-5-16,-2 6 1 0,2 3-1 0,-3 1 0 15,4-2-14-15,0 7-5 0,4 1-17 0,1 0-21 16,3-1-28-16,2-1-40 0,0-2-58 0,3-9-323 16,0-2-613-16,0 1 272 0</inkml:trace>
  <inkml:trace contextRef="#ctx0" brushRef="#br0" timeOffset="117280.78">6276 14236 59 0,'-5'0'214'0,"5"0"1"0,0 0-11 0,-6 2-13 16,6-2-12-16,0 0-8 0,-4 2-8 0,4-2-7 15,0 0-8-15,0 0-3 0,0 0-12 0,0 0-11 16,0 0-7-16,0 0-10 0,0 0-6 0,0 0-6 16,-4 1-7-16,4-1 2 0,0 0-9 0,0 0 0 15,0 0 2-15,0 0 0 0,0 0-4 0,0 0-4 16,0 0-1-16,0 0-5 0,0 0-12 0,19-1 3 15,-2-3-15-15,5 2-4 0,11-3-1 0,5 0-10 16,15-2 0-16,4 2-3 0,-2-3-2 0,5 1-3 16,-3-2-5-16,2 4-1 0,1-2 7 0,-7 2 5 15,-15 2-3-15,-5-2 1 0,-2 0 1 0,-10 4 1 16,-5-2-1-16,-2 0-1 0,-3 3-3 0,-4 0 3 16,1-1-4-16,-3 0-9 0,1-1-2 0,-6 2-16 15,8 0-7-15,-8 0-12 0,0 0-5 0,0 0-24 16,-19 10-27-16,6-6-40 0,-4 1-42 0,-2 0-47 15,1 2-46-15,-1-2-242 0,1 1-540 0,-4 0 239 16</inkml:trace>
  <inkml:trace contextRef="#ctx0" brushRef="#br0" timeOffset="117858.59">6580 14325 259 0,'0'0'287'0,"0"0"-14"0,0 0-17 16,0 0-19-16,0 0-18 0,0 0-26 0,0 0-17 15,0 0-19-15,0 0-17 0,0 0-13 0,0 0-17 16,17 4-9-16,-10-3-11 0,0-1-10 0,1 3-12 15,-2-1-9-15,1 3-7 0,0-3-6 0,-1 3-4 16,0-2-5-16,0 3-7 0,-2 0-4 0,-3 0-12 16,2 0-1-16,-1 5-6 0,-2-3-4 0,-2 3 1 15,-2 0 3-15,-2-1-4 0,0 2-2 0,-1-2 3 16,-6 2-1-16,7-2 2 0,-3-1-1 0,-1 0 2 16,2-1-3-16,-1 1 5 0,1-4-4 0,2 0 2 15,-3 3-3-15,4-4-2 0,1-1 3 0,-1 1-2 16,1-2 0-16,1 1 1 0,3-3-2 0,-7 2 2 15,7-2 3-15,-4 3-2 0,4-3 5 0,-4 3 16 16,4-3 3-16,0 4 15 0,0-4-1 0,0 0-2 16,-1 3 0-16,1-3-4 0,0 0-1 0,0 0-6 15,6 2-2-15,4-3-5 0,2 1 3 0,6-1-3 16,9-1-3-16,2-1-1 0,3 0-1 0,2 1-6 16,2 0 8-16,-1 2-4 0,0-2-6 0,0 2 1 15,-2-3-1-15,-1 3 2 0,-1 0-3 0,-3 0-4 16,-6 0 12-16,-5 0-8 0,-4-1 8 0,-2 1 11 15,-3 0 14-15,0-1 13 0,-2 1 3 0,0 1 11 16,-6-1 3-16,10-1 2 0,-10 1 2 0,7 0-7 16,-7 0-4-16,0 0-10 0,8 0-3 0,-8 0-7 15,0 0-12-15,0 0-21 0,0 0-20 0,0 0-36 16,0 0-36-16,0 0-38 0,0 0-41 0,0 0-40 16,0 0-43-16,0 0-30 0,0 0-304 0,-19 2-626 15,19-2 277-15</inkml:trace>
  <inkml:trace contextRef="#ctx0" brushRef="#br0" timeOffset="118482.23">5929 14385 261 0,'0'0'283'0,"0"-6"-24"15,0 6-26-15,0 0-26 0,-2-5-23 0,2 5-21 16,0 0-21-16,0 0-13 0,0 0-14 0,0 0-15 16,0 0-12-16,10 12-11 0,-6-7-8 0,1 5-6 15,1-3-8-15,-1 5-6 0,1 0 5 0,3 2-6 16,-3-3-1-16,1 3-1 0,-1-2-10 0,3 2 1 16,0 1-3-16,-5-5-2 0,2 2-4 0,2-3 1 15,-3 2-8-15,-1-4 1 0,0 2-2 0,-3-4-2 16,3 2 3-16,-3-2 20 0,3-2 19 0,-1-1 33 15,-2 1 27-15,-1-3 25 0,5 2 22 0,-5-2 20 16,0 0 29-16,0 0 31 0,0 0 21 0,0 0 16 16,0 0-9-16,5-10-40 0,-2 4-7 0,-2-5-27 15,0-5-18-15,3-9-25 0,0-3-22 0,1-2-16 0,0-4-25 16,3-17-23-16,-1-1-10 0,1-4-11 16,1-5-11-16,4-23-4 0,-4 2-5 0,2 3-1 15,-3 23-7-15,0-1 0 0,2 3-10 0,-5 1 1 16,-1 17-3-16,0 2-1 0,-1 1 1 0,1 3 0 0,0 6-4 15,-4 5 0-15,0-1 1 0,1 9-2 16,2-1 0-16,-3 2 5 0,0 4-9 0,0 0-1 16,1 2-24-16,-2-3-23 0,2 3-27 0,-1 4-34 15,0-5-27-15,3 3-48 0,-3 2-51 0,0 0-39 16,0 0-11-16,0 0-3 0,0 0-1 0,11 9-3 0,-7-2-20 16,0-2-29-16,-1 3-336 0,-1-1-732 0,-1 1 324 15</inkml:trace>
  <inkml:trace contextRef="#ctx0" brushRef="#br0" timeOffset="118911.4">6185 13516 82 0,'0'0'208'16,"-5"1"-14"-16,5-1-9 0,0 0-15 0,0 0-9 16,0 0-13-16,0 0-9 0,0 0-13 0,0 0-2 15,0 0-15-15,0 0-10 0,0 0-14 0,0 0-3 16,0 0-12-16,0 0-5 0,0 0-4 0,0 0-4 15,32 0 8-15,-4 0 1 0,4-1-8 0,20-2-5 16,2 1-2-16,5 1-7 0,5-2 9 0,31-1 1 16,-34 1-3-16,3-1-1 0,2 2-7 0,-6-2-3 15,-6 2-6-15,-12-2-1 0,-6 2-1 0,0 1-2 16,-3-4 12-16,-11 3 13 0,-2 1 19 0,-7-1 3 16,-4 0 16-16,2 0 6 0,-3 0-4 0,-4 1 1 15,1 1-15-15,-5 0-2 0,10-2-11 0,-10 2-17 16,8 0-29-16,-8 0-36 0,0 0-46 0,0 0-43 15,-14 10-66-15,5-6-98 0,-9 2-274 0,9 1-584 16,-4-5 258-16</inkml:trace>
  <inkml:trace contextRef="#ctx0" brushRef="#br0" timeOffset="125625.73">9342 13290 178 0,'0'-5'196'0,"0"0"-12"0,1 1 5 0,-1-1-4 15,0 0-15-15,0 5-7 0,0-6-5 0,3 4-10 16,-3 2-10-16,0-7-12 0,0 7-15 0,0 0-8 0,0-4-12 15,0 4-16-15,0 0-12 0,0 0-27 16,0 0-7-16,0 0-4 0,0 0-3 0,2 19-4 16,-2-5-2-16,0 3 1 0,0 0-2 0,4 9-6 15,-1-1 2-15,-3-1-1 0,2 3 1 0,-2 0-2 0,1-3 1 16,1 2 2-16,-2-1-29 0,0-4-29 0,1-2-31 16,-1 6-33-16,3-6-39 0,-6 1-207 15,3-3-383-15,3-6 169 0</inkml:trace>
  <inkml:trace contextRef="#ctx0" brushRef="#br0" timeOffset="126542.3">8497 13936 59 0,'0'0'166'0,"0"0"-9"15,-4-1-16-15,4 1-14 0,0 0-12 0,0 0-7 16,0 0-7-16,0 0-3 0,7-9-11 0,-7 9-4 15,0 0-2-15,0 0-9 0,0 0 0 0,0 0-6 16,1-3-3-16,-1 3-3 0,0 0-7 0,0 0-3 16,0 0-9-16,0 0 0 0,0 0-5 0,0 0 0 0,0 0-6 15,0 0 2-15,0 0-8 0,0 0 7 16,0 0-10-16,0 0-3 0,0 0-4 0,3-4-3 16,-3 4 1-16,0 0 2 0,0 0-6 0,0 0 2 15,0 0-4-15,0 0 1 0,0 0-2 0,0 0 0 0,0 0 0 16,0 0-9-16,0 0 10 0,0 0-4 15,0 0 3-15,0 0-1 0,0 0 0 0,0 0-1 16,0 0-7-16,0 0 6 0,0 0 1 0,0 0 0 16,0 0-3-16,0 0 6 0,0 0-3 0,0 0 1 0,0 0-5 15,0 0 4-15,0 0-3 0,0 0 1 0,0 0 0 16,0 0-1-16,0 0 2 0,0 0-1 16,0 0 2-16,0 0 0 0,0 0-2 0,16 4-2 15,-6-1 4-15,9-3 2 0,2 0-1 0,14-4 5 16,18 5-2-16,8-5-2 0,6 2 0 0,35 1 5 0,-4-6-7 15,10 3 2-15,6-1 2 0,7-2 0 0,12 1-2 16,4 2-2-16,-1-6 2 0,-4 5-1 16,-7 1 4-16,0-1-2 0,-3 0-1 0,-10-4-5 15,-6 1 5-15,-5 3-4 0,-37 1 0 0,3-1-1 0,-7 2-1 16,-3-5 4-16,-17 4-2 0,-4 1 3 0,-7-3 0 16,-7 8 1-16,-5-7 14 0,-5 3 13 0,-2 1 6 15,-1-1-1-15,-2 1 0 0,-1 1-1 16,-1-4-6-16,-5 4-4 0,1-1-16 0,-1 1-16 0,0 0-31 15,-19 1-42-15,5 4-45 0,-6-3-100 0,-2-1-133 16,2 1-387-16,-1 1 171 0</inkml:trace>
  <inkml:trace contextRef="#ctx0" brushRef="#br0" timeOffset="127443.28">9248 14508 207 0,'0'-4'229'0,"0"4"-18"0,2-4-20 16,0 1-16-16,-2 3-25 0,0 0-21 15,0 0-17-15,0 0-18 0,0 0-18 0,0 0 1 16,0 0-13-16,5 12-11 0,-3-5-3 0,-1 6-10 16,2 3-1-16,-1 4-2 0,-2 5-3 0,4-1-4 0,-4 3-3 15,0-1 6-15,0 0-5 0,0 0-3 16,0-6-8-16,0-1 2 0,0 6 2 0,0-7 8 16,0 0 0-16,-3-1-6 0,3-5 0 0,-1-1-4 15,1 0 1-15,-2-6 0 0,0 4 4 0,4-3 7 16,-2-4 12-16,-2 5 13 0,2-4 18 0,0-3 21 0,-2 5 29 15,2-5 34-15,1 4 34 0,-1-4 22 16,0 0-14-16,0 0-23 0,-8-11-18 0,4 1-13 16,-2-5-18-16,1-3-11 0,-1-2-13 0,-2-5-7 0,0-4-7 15,1-4-12-15,-2-13-5 0,2 0-9 0,-1 1-5 16,4 7 0-16,2-7 0 0,0 10 0 16,-1 1-5-16,4 0-11 0,3-2 1 0,2 9-8 15,-2-2-3-15,-1 12 0 0,-1-1-3 0,1 2-4 0,0 2-1 16,2 2-8-16,-1 2 1 0,4-2-7 0,4 0 2 15,2 5-4-15,5-1-11 0,8 3-20 16,4 1-20-16,2 4-31 0,3 0-47 0,2 2-35 16,-1 5-39-16,1 2-45 0,2 3-62 0,0-2-80 0,-6 2-265 15,-1-4-699-15,-2 1 308 0</inkml:trace>
  <inkml:trace contextRef="#ctx0" brushRef="#br0" timeOffset="128213.17">10203 14282 164 0,'3'-4'196'15,"-1"1"-17"-15,7-2-14 0,-4 3-15 0,3-1-19 16,3-1-13-16,2 3-7 0,0-1-13 0,5 1-5 16,-2 1-9-16,4 1-8 0,-3 2-3 0,0 3-7 0,1-3-9 15,-8 2-5-15,3-1-6 0,-3 3-8 16,-1-1-1-16,-1 3-8 0,-2-2-2 0,-1 1-4 16,-2 2-4-16,-2-1-3 0,-2 1-2 0,-3 1-1 15,-1 0-3-15,-4-2-1 0,1 1 1 0,-1-3-3 16,3 3 4-16,-3 0-7 0,1-4 0 0,3-2 4 15,1 1 2-15,-1-1-7 0,2 0-4 0,0-1-1 16,0 0-1-16,2 1 3 0,1-4-4 0,1 6 3 16,3-1 0-16,5-3-4 0,0 1 5 0,1 1 8 15,8 1-13-15,-2 2 2 0,0-1 1 0,2 1 1 0,0-1 2 16,-2 1 1-16,-1 1 4 0,-4-2-7 16,-1 2 1-16,-1 0 2 0,-4-1-4 0,1 2-1 15,-4-4 1-15,0 4 1 0,-4-3 0 0,0-1 1 16,-6 4-1-16,-1-2 2 0,-8 2 10 0,-2-2-9 0,-1-2-2 15,-8 3 3-15,6-3 0 0,-5 0 0 16,6-2 1-16,-2-3-3 0,3 1 1 0,0-1-1 16,-1 2 4-16,3-5-5 0,5 0 2 0,3 3-1 15,-2-1 1-15,4 0-8 0,0-1-15 0,4 1-46 0,-2-3-63 16,6 4-195-16,0 0-352 0,6-5 156 16</inkml:trace>
  <inkml:trace contextRef="#ctx0" brushRef="#br0" timeOffset="128693.96">10083 14751 132 0,'0'0'178'0,"0"0"-10"0,-5 1-2 0,5-1-11 15,0 0-17-15,-5 2-11 0,5-2-7 0,0 0-7 16,0 0-3-16,0 0-3 0,0 0-11 0,0 0-3 16,-8 0-4-16,8 0-6 0,0 0-3 0,0 0-4 15,0 0-6-15,0 0-8 0,0 0-7 0,0 0-2 16,0 0-8-16,0 0-5 0,0 0 0 0,0 0-9 16,0 0-1-16,0 0-2 0,0 0-8 0,0 0 0 15,0 0 0-15,0 0-5 0,0 0 1 0,0 0 1 16,0 0-6-16,0 0 0 0,0 0-4 0,0 0 1 15,0 0 2-15,0 0-1 0,0 0 1 0,0 0 3 16,0 0-2-16,29-3 0 0,-12 3 3 0,5-2-4 16,7-2 3-16,8 1 3 0,15 0-1 15,2-3-3-15,5 0 5 0,6 2 3 0,-1-1 7 0,1 0 3 16,-5 0-6-16,-2 2-2 0,-8-1 1 0,-13 0-7 16,-3 0 2-16,-15 4-2 0,6-2-1 0,-9-3 1 15,-3 5-4-15,-4 0-2 0,2-1 5 0,-3-1 1 16,-3 2 1-16,0-1-3 0,-5 1-2 0,0 0-5 15,9 1 2-15,-9-1-6 0,0 0-19 0,0 0-25 16,-21 8-28-16,4-6-39 0,4 8-39 0,-6-5-54 16,5 0-225-16,-4 2-460 0,4-2 203 0</inkml:trace>
  <inkml:trace contextRef="#ctx0" brushRef="#br0" timeOffset="129198.47">10530 14836 45 0,'0'0'197'0,"18"-2"-12"0,-8 2-15 16,-1 2-16-16,5-2-14 0,-5 0-16 0,4 3-11 15,-2-1-16-15,1 0-5 0,-3 2-13 0,1 2-11 16,-1-4-6-16,-1 6-5 0,-3-1-7 0,-1-2-8 16,-2 4-5-16,-1-1-1 0,-2 4-7 0,-1-1-1 15,-6-1-3-15,-4 3 0 0,-1 2 1 0,-3-3-8 16,-2-1 12-16,4 1-15 0,-5 1-3 0,0-3 0 16,2-1 3-16,-1 0 10 0,4-1-3 0,0-1-3 15,3-1-1-15,2-2-1 0,1 0 1 0,3-1-3 16,0-2-1-16,1 3 9 0,0-4 14 0,4 0 4 15,-5 4 13-15,4-1 4 0,1-3 3 0,0 0-1 16,0 0-3-16,0 0-2 0,19 0-3 0,-1-3-9 16,2 2-1-16,10-2-3 0,-1 2-4 0,3-3-8 15,0 1 3-15,-4 2-1 0,4-2-6 0,-3 0 0 16,-8 3-2-16,6-4-6 0,-12 6 5 0,-3-4-4 16,-1 1 13-16,-5 1 4 0,2 0 7 0,-3-2-2 15,-5 2 11-15,13 0 6 0,-13 0-1 0,5-2-5 16,-5 2-3-16,5 0-5 0,-5 0 7 0,0 0-19 15,0 0-3-15,9 0-8 0,-9 0-11 0,0 0-8 16,0 0-14-16,0 0-11 0,0 0-15 0,0 0-14 16,0 0-19-16,0 0-19 0,0 0-23 0,0 0-36 15,0 0-39-15,0 0-274 0,0 0-504 0,-13-15 223 16</inkml:trace>
  <inkml:trace contextRef="#ctx0" brushRef="#br0" timeOffset="129524.02">11122 14307 149 0,'5'-3'200'15,"-5"3"-18"-15,9 4-15 0,-2 2-15 0,1 3-12 16,7 2-4-16,6 9-11 0,-2 5-13 0,0 3 5 16,8 14-7-16,-4 2-14 0,-1 6 1 0,-4 1-2 15,-5 2-8-15,-7 0-10 0,-3-4-1 0,-5 2-7 16,-5 1-8-16,-3-5-5 0,-6-1-6 0,2-12-3 16,-5-2-7-16,-8 8-3 0,-5-3-5 0,9-10-12 15,-4-1-19-15,-14 8-33 0,-5-5-54 0,-5-3-32 16,-4-2-76-16,-1-6-157 0,-4-3-379 0,6-7 169 15</inkml:trace>
  <inkml:trace contextRef="#ctx0" brushRef="#br0" timeOffset="129927.43">9983 14191 124 0,'-2'-6'182'0,"2"6"-21"0,0 0-20 15,0 0-8-15,-7 27-10 0,-3-9-3 0,1 10-4 16,-9 18-2-16,4 4-4 0,-4 3-5 0,4 6-6 16,-6 28 0-16,3-6-7 0,8-22-9 0,3 21 12 15,5-24-10-15,4-1-4 0,7-2 3 0,5-5-1 16,6-2 2-16,6-4-3 0,5-6-3 0,5-2-2 15,5-7-10-15,9-4-4 0,4-3-20 16,7-3-47-16,-1-5-73 0,4-4-114 0,-1-5-218 0,-1-4-444 16,-2-1 197-16</inkml:trace>
  <inkml:trace contextRef="#ctx0" brushRef="#br0" timeOffset="130945.03">12301 13776 126 0,'0'0'168'0,"-7"0"-18"0,7 0-5 0,0 0-14 16,0 0-6-16,-10 0-5 0,10 0-2 0,0 0-1 0,0 0-5 16,-6-2-1-16,6 2-1 0,0 0-5 0,0 0-3 15,0 0 5-15,0 0 0 0,0 0-9 0,0 0-6 16,0 0-4-16,0 0-8 0,0 0-9 0,0 0-5 16,0 0-2-16,-4-3-10 0,4 3-4 15,0 0-5-15,0 0-6 0,0 0-5 0,0 0 0 0,0 0-6 16,0 0-5-16,0 0 1 0,0 0 1 0,0 0-5 15,0 0-3-15,0 0-1 0,0 0 3 0,0 0 3 16,0 0 6-16,0 0 4 0,0 0-2 0,0 0 5 16,0 0 6-16,0 0-10 0,0 0-2 0,0 0-3 15,0 0-1-15,0 0-2 0,0 0-3 0,0 0-3 16,0 0-1-16,0 0-2 0,0 0-2 0,0 0-1 16,0 0-3-16,0 0 1 0,0 0 3 0,0 0-10 15,0 0 6-15,0 0-5 0,0 0 1 0,0 0 1 16,0 0 3-16,0 0-3 0,0 0-2 0,0 0 4 15,0 0-2-15,0 0 7 0,0 0-7 0,0 0-2 16,0 0-1-16,0 0 1 0,0 0 0 0,0 0 3 16,0 0-1-16,0 0 1 0,0 0 0 0,0 0 3 15,0 0-3-15,0 0 0 0,0 0 1 0,0 0-1 16,0 0 3-16,0 0-5 0,23-3 3 0,-9 2-4 16,3-2-4-16,6 3 7 0,9-3-5 0,1-2 4 15,0 1-2-15,2 2-1 0,0-1-3 0,0 0 4 16,0-1 0-16,-6 1 0 0,2 1 0 0,-11 1-1 15,-1 0 1-15,-6 1-2 0,-1-3 1 0,-5 3 2 16,1 0-2-16,-3 0-8 0,1 0-12 0,0-1-20 16,-6 1-32-16,0 0-29 0,0 0-42 0,0 0-70 15,0 0-289-15,-20 8-542 0,13-8 241 0</inkml:trace>
  <inkml:trace contextRef="#ctx0" brushRef="#br0" timeOffset="134507.35">14431 12968 8 0,'-1'-7'251'0,"2"2"-10"0,-1-1-15 0,-1-1-14 15,1 5-9-15,0-2-15 0,-1-1-16 0,1 5-19 16,0-7-22-16,0 7-11 0,0-4-14 0,0 4-14 16,0 0-36-16,0 0-11 0,0 0-8 0,0 0-3 15,1 16-2-15,2-2-9 0,0 6-4 0,1 6 4 16,-4 3-6-16,3 0 4 0,-2 3-4 0,2 4 1 16,-3 0-1-16,2-2-2 0,-1 1-8 0,1 1-28 15,-1 11-38-15,0-15-32 0,-1-3-35 0,-2 0-88 16,-1-2-116-16,1-8-356 0,2-4 159 0</inkml:trace>
  <inkml:trace contextRef="#ctx0" brushRef="#br0" timeOffset="135159.35">13735 13638 62 0,'-8'0'161'0,"8"0"-8"0,-6-2-12 0,6 2-15 16,0 0-15-16,0 0-4 0,0 0-3 0,0 0-4 15,-8 0-8-15,8 0-6 0,0 0-8 0,0 0-3 16,0 0-11-16,0 0-4 0,0 0-3 0,0 0-6 16,0 0-5-16,0 0-9 0,0 0 3 0,0 0-7 15,0 0-4-15,0 0-1 0,0 0-9 0,0 0-1 16,0 0 0-16,0 0 6 0,0 0-7 0,0 0 2 15,0 0 1-15,0 0-6 0,0 0 5 0,0 0 0 16,0 0-3-16,0 0-3 0,0 0 3 0,0 0 2 16,0 0-1-16,0 0-2 0,0 0 1 0,0 0-3 15,0 0 0-15,0 0-3 0,-1-4 1 0,1 4-4 16,0 0 4-16,0 0-1 0,0 0 0 0,0 0-2 16,15 0 3-16,-1-1-1 0,7 1-2 0,12-2 2 15,18 0 2-15,9-1-1 0,7 1-5 0,36-3 3 16,6 2-1-16,6-2 5 0,6-3-1 0,16 4 4 15,10-4-4-15,4 2 0 0,1 3-4 0,1-4 6 16,3 2-4-16,-3 1 14 0,-6-2-3 0,-8 2-3 16,-13 0 0-16,-13-1-2 0,-8 1 1 0,-8 0-3 15,-33 1-3-15,1 1 1 0,-5-2-1 0,-5-1 0 16,-18 4-3-16,-2-1 1 0,-7-1 0 0,-11 1 0 16,-3 0 10-16,-3 1 12 0,-2 0 3 0,-3 0-1 15,1 1-5-15,-2-2-7 0,-5 2-2 0,5-1-7 16,-5 1-17-16,0 0-22 0,0 0-33 0,-32 1-47 15,14 1-63-15,-1 1-239 0,-1-1-442 0,-1 0 196 16</inkml:trace>
  <inkml:trace contextRef="#ctx0" brushRef="#br0" timeOffset="137496.7">14157 14067 193 0,'0'-5'214'0,"1"-2"-7"15,-1 2-12-15,0 0-13 0,1-1-14 0,-1 2-8 16,3-1-16-16,-2 3-13 0,0-2-14 0,-1 4-11 16,0-6-12-16,0 6-12 0,0 0-9 0,0-5-20 15,0 5-19-15,0 0-2 0,0 0 1 0,1 16-7 16,-1-6-4-16,0 6-2 0,-1 3 1 0,2 7-7 16,-1-1 0-16,2 1 2 0,-1 1-11 0,-1 0 4 15,0-1-2-15,1 0 0 0,2 1-2 0,-1-2 2 16,0-4 0-16,-2-1-1 0,2-2-6 0,-2 0 6 15,3-1 2-15,1 0-3 0,-3-5-1 0,-1-2-2 16,1 2 2-16,1-3 0 0,-2-2 0 0,1-1-1 16,-1 1-1-16,0-2 3 0,0 2-3 0,2-5 3 15,0 2-2-15,-2 0 1 0,0-4 3 0,0 7-2 16,1-5-3-16,-1-2-12 0,1 4-20 16,-1-4-10-16,3 3-14 0,-3-3-14 0,0 5-12 0,0-5-23 15,0 0-41-15,0 0-181 0,0 0-353 0,0 0 156 16</inkml:trace>
  <inkml:trace contextRef="#ctx0" brushRef="#br0" timeOffset="137766.31">14458 14037 80 0,'0'-3'217'0,"0"3"-18"0,0-5-23 0,0 5-20 0,2-5-16 15,-2 5-19-15,0 0-11 0,0 0-9 16,0 0-12-16,8 9-12 0,-6-3-10 0,0 5-4 0,-1 3-9 16,2 2-6-16,0 5-5 0,-1 3-5 15,-2 1-9-15,0 0-16 0,1 4-21 0,-2 1-22 0,2-2-27 16,2 0-39-16,-3-2-176 0,0 0-295 15,-3-6 131-15</inkml:trace>
  <inkml:trace contextRef="#ctx0" brushRef="#br0" timeOffset="137953.26">14496 14812 202 0,'0'0'288'0,"0"0"-17"0,-2 4-28 0,2-4-23 0,0 0-20 16,0 0-23-16,0 0-21 0,0 0-15 0,5 3-29 16,-5-3-28-16,0 0-36 0,10 2-45 15,-6-2-59-15,-4 0-79 0,14-3-191 0,-9 1-353 16,-1-2 156-16</inkml:trace>
  <inkml:trace contextRef="#ctx0" brushRef="#br0" timeOffset="138660.88">15230 14147 204 0,'1'-2'237'0,"-1"-2"-11"16,1 0-17-16,-1 4-21 0,2-3-17 0,-2 3-17 16,0 0-21-16,1-4-14 0,-1 4-18 15,0 0-11-15,0 0-8 0,0 0-9 0,5 11-8 0,-4-3-6 16,2 1-1-16,0 1-13 0,-2 7 1 0,2 0-6 15,-1 2-4-15,0 0 0 0,0-1-3 0,2 8 0 16,-2-1-6-16,-1 0 0 0,1-5-2 0,-2-1-3 16,1-1-2-16,-1-1-3 0,0 2 0 0,0-1-1 15,1-1 1-15,-1-5-5 0,0-1-1 0,2-1 1 16,-2-1 8-16,-2-4-13 0,2 2 2 0,-1-2 2 16,2 0 8-16,-1-1 6 0,-1 0 13 15,1-4 14-15,0 5 16 0,0-5 17 0,0 0 31 0,-1 4 23 16,1-4 24-16,0 0-15 0,0 0-19 0,0 0-8 15,-8-17-14-15,3 9-9 0,0-5-9 0,0-4-7 16,1-2-13-16,-3-5-4 0,1-4-8 0,0-5-7 16,2-1-4-16,3-2-1 0,-2-9-3 0,2 9-19 15,2-2 11-15,-1-8 2 0,5 12-2 0,-2 3-3 16,2 1-4-16,0 4 1 0,-1 6 5 0,1 2-26 16,-1 1 17-16,2 2-6 0,2 5-8 0,-2-2 12 15,8 2-16-15,2 1-5 0,-1 1-14 0,5 4-24 16,3 1-31-16,4 2-34 0,-6 4-37 0,6 5-37 15,-2 1-43-15,-7 1-55 0,4 3-83 0,-5 0-228 16,-5-2-634-16,-1-4 280 0</inkml:trace>
  <inkml:trace contextRef="#ctx0" brushRef="#br0" timeOffset="141939.44">16031 14025 87 0,'0'0'163'0,"0"0"-16"15,0 0-7-15,-5-3-4 0,5 3-17 16,0 0-2-16,-3-1 4 0,3 1-3 0,0 0 3 16,0 0-6-16,0 0 6 0,0 0 3 0,0 0-3 0,0 0-8 15,0 0-7-15,0 0-12 0,7-5-13 0,-2 2-5 16,4 2-9-16,1-3-7 0,3 2-6 15,6 0-7-15,3 2-4 0,-3-3-3 0,1 3-6 16,1 0-6-16,-2-1-8 0,0 0-4 0,-2 1-8 16,-3 0-11-16,-4-2-3 0,0 2-15 0,-2 0-14 0,-3 0-14 15,-5 0-5-15,8 2 5 0,-8-2 0 16,0 0-1-16,0 0-8 0,-31 2-1 0,13-2 2 16,-4 0 4-16,2 3 9 0,-3-1 1 0,5-1 2 15,-2-1 4-15,-1 1 5 0,1 2 1 0,-2-2 0 0,3 0 12 16,-2 0-5-16,8 1 8 0,0-2 3 0,4 0 1 15,-3 0 1-15,7 0 7 0,-3 2-2 16,8-2 4-16,-10 0 7 0,10 0 4 0,-7 0 4 16,7 0 3-16,-6 0-1 0,6 0 3 0,0 0-1 15,0 0 0-15,-7 0-5 0,7 0-2 0,0 0 2 0,0 0-2 16,0 0 15-16,-3 4-2 0,3-4 0 0,4 8 3 16,-4-5 1-16,3 2 0 0,-1 2 3 0,1-2 0 15,3 4 2-15,0-1-3 0,2 4 6 16,1-3-5-16,0 3 0 0,1-2-3 0,3 3-1 0,1 0-2 15,0-2-1-15,0 1 0 0,-5-1-2 0,0-1 1 16,0 1-7-16,1-2 0 0,-3 0-2 0,-2 0-2 16,-1-2-3-16,0 1-5 0,-1-3 0 0,0 5-4 15,-3-5-1-15,-2 0 2 0,1 0 0 0,-4 2 3 16,0-4-5-16,0 2 4 0,-1-1-5 0,-6 0 9 16,6-1-5-16,-2-1 0 0,4 1-1 0,-1-1 1 15,0-1 1-15,0 1-1 0,5-2 4 0,-5 2 1 16,5-2 7-16,-7 1-1 0,7-1 4 0,0 0 2 15,-5 2-4-15,5-2-1 0,0 0-4 0,0 0-13 16,0 0-20-16,26 0-32 0,-16 0-45 0,2-2-72 16,0 1-201-16,1-1-404 0,-2-2 179 0</inkml:trace>
  <inkml:trace contextRef="#ctx0" brushRef="#br0" timeOffset="142656.6">15765 14458 80 0,'0'0'156'0,"0"0"-4"0,0 0-3 0,0 0-2 16,0 0-6-16,0 0-2 0,0 0-4 0,0 0-6 15,0 0-5-15,0 0-7 0,0 0 0 0,0 0-3 16,0 0-5-16,0 0-6 0,0 0-8 0,0 0-8 16,0 0-6-16,0 0-9 0,0 0-5 0,0 0-10 0,0 0-5 15,0 0-6-15,0 0-3 0,0 0-7 16,0 0-4-16,0 0-3 0,0 0-1 0,0 0-2 16,0 0-3-16,0 0-1 0,0 0 4 0,0 0 2 15,0 0 4-15,0 0 3 0,0 0 2 0,0 0-2 16,20-6-5-16,-13 5 1 0,2 0-6 0,5 0-2 15,5-1-5-15,3 0-5 0,5-1 3 0,6 1 1 16,2-1-5-16,4 2 1 0,2-3-4 0,10-3 2 16,-12 5-3-16,0-1-2 0,-1 0 3 0,-2 0 2 15,-4-3-2-15,-1 3 1 0,-11 3-1 0,-2-2 4 0,-4 1-5 16,-3 0 0-16,-1 0-2 0,-1-1 3 16,-4 2-2-16,1-1-1 0,-6 1-2 0,0 0-8 15,7 1-8-15,-7-1-10 0,0 0-18 0,0 0-21 16,-23 3-27-16,11-1-21 0,1 0-30 0,-2-2-37 0,0 3-42 15,-1 2-178-15,1-4-428 0,-2 3 189 16</inkml:trace>
  <inkml:trace contextRef="#ctx0" brushRef="#br0" timeOffset="143109.07">16108 14492 20 0,'0'0'196'0,"0"0"-15"16,0 0-12-16,19 1-17 0,-9-1-11 0,0 4-19 16,2-1-9-16,1-1-11 0,-2 4-14 15,3-2-5-15,-5 2-9 0,0-1-10 0,0 2-7 16,1-1-8-16,-5 1-7 0,2 3-3 0,-3-5-3 0,-3 6-4 15,3-2-4-15,-4 0 5 0,-4 1-9 0,0 0 5 16,-4-1-6-16,-1 0-9 0,-1 0 6 0,0 2-3 16,-2-2 2-16,1-1 1 0,0-1 0 15,1 0 4-15,0-3-6 0,5 2-1 0,-1-3-2 0,2 1 0 16,0-1 1-16,2 2 1 0,-2-3 2 0,1 0 9 16,3-2 6-16,-2 3 9 0,2-3 14 0,6 4 9 15,3-3 4-15,-1 1-5 0,5 0-5 16,1-1-5-16,4 0-7 0,3 0-2 0,-2-1-4 15,4 0-3-15,-2 0-4 0,-2 0-3 0,-1-1-1 0,0 1-6 16,-5 0 0-16,-3 0-1 0,-3 0-4 0,1-1 0 16,-3 1 2-16,-5 0-5 0,10 0-1 15,-10 0-4-15,8 0-3 0,-8 0-10 0,5-3-21 0,-5 3-37 16,0 0-58-16,0 0-69 0,-5-8-67 16,5 8-156-16,-9-4-443 0,5-2 197 0</inkml:trace>
  <inkml:trace contextRef="#ctx0" brushRef="#br0" timeOffset="143439.34">16661 13996 110 0,'0'0'188'15,"0"0"-19"-15,0 0-15 0,0 11-17 0,1-2-9 16,3 9-7-16,0 7-6 0,-3 6-6 0,3 4-1 16,0 14-6-16,5-4-1 0,-8 6-7 0,3-3-5 15,-3 2-8-15,2 0-6 0,-7 0-9 0,4 0-3 16,-8 1-3-16,-2-4-6 0,-3-4-3 0,-1-9-5 15,-5 10-6-15,-3-13-2 0,-8 10-6 0,-5-4-32 16,-2-6-23-16,-10 1-38 0,-2-4-42 0,1-6-78 16,-2-2-147-16,0-8-354 0,13-6 157 0</inkml:trace>
  <inkml:trace contextRef="#ctx0" brushRef="#br0" timeOffset="143858.41">15925 13946 59 0,'0'0'177'0,"-7"0"-3"0,0 5-18 0,-1 2-7 0,-3 10-6 16,-7 9-10-16,-6 16-5 0,-3 5-5 0,-2 5 10 15,3 3-14-15,3 1-10 0,4-1-7 0,1 3-11 16,8-1-2-16,5 3 2 0,5-3 9 0,9 0 3 16,7-3-6-16,8-3-3 0,8-4-8 0,9-1-6 15,9-5-3-15,23 9-7 0,-20-23-8 0,1-3-48 16,1-2-81-16,3-5-124 0,-3-5-227 0,1-2-451 16,-16-7 200-16</inkml:trace>
  <inkml:trace contextRef="#ctx0" brushRef="#br0" timeOffset="145373.6">17563 12809 36 0,'3'-4'180'15,"-2"0"-17"-15,3 1-10 0,-3-1-13 0,3 2-8 16,-4 2-16-16,8-5-8 0,-7 5-10 0,4-4-8 15,-5 4-16-15,8 0-5 0,-8 0-12 0,9 4-1 16,-8-2-7-16,4 3-5 0,-1 5 4 0,2-1-9 16,-3 3 0-16,1 5-7 0,-3 2 5 0,-1-1-6 15,-1 11-3-15,-1-4-1 0,-1 2-4 0,-1 1 0 16,-1-2-1-16,1 1-3 0,0-1-1 0,0-6 4 16,0-2-7-16,-2 0-2 0,0-1 2 0,-1-1-2 15,2-6 2-15,1 2 9 0,0-4 1 0,3-1 6 16,-3-2 16-16,3 0 15 0,1 0 18 0,-4-2 25 15,4-1 22-15,0-2 28 0,-1 4 22 0,1-4 16 16,0 0-18-16,0 0-14 0,0 0-13 0,5-18-17 16,-1 9-12-16,2-7-15 0,3-1-11 0,3-7-10 15,0 2-9-15,3-2-7 0,2-2 4 0,1 1-14 16,-1-2-8-16,-1 5-4 0,1-4-1 0,2 2-8 16,-10 7-4-16,4 0 7 0,-4 2-10 0,-4 5-5 0,4-1-7 15,-4 3-8-15,0 4 7 0,-1-3 0 16,-3 4-8-16,3-2-5 0,-1 3-38 0,-2-1-27 15,-1 3-5-15,0 0 5 0,0 0 8 0,3 12-1 16,-3 0 7-16,-3 0 8 0,-1 5 1 0,-1 10 8 0,1-1-1 16,0-1 9-16,3 6-2 0,-4-2 5 15,10-2 3-15,-4 2-1 0,3-2 6 0,5-3 7 0,0 2-3 16,5-4 4-16,0-7-19 0,5 4-42 16,-4-5-47-16,7 2-60 0,1-1-73 0,-5-7-330 15,4 0-622-15,-3-6 275 0</inkml:trace>
  <inkml:trace contextRef="#ctx0" brushRef="#br0" timeOffset="145989.57">17430 13365 93 0,'0'0'171'0,"-5"0"-10"16,5 0-11-16,0 0-5 0,0 0 0 0,0 0-5 16,-6 0-1-16,6 0-3 0,0 0-3 0,0 0-3 15,0 0-1-15,0 0 1 0,0 0-7 0,0 0-7 16,0 0 0-16,0 0-6 0,0 0-3 0,0 0-6 15,0 0-5-15,0 0-2 0,-3-4-8 0,3 4-11 16,0 0 5-16,0 0-16 0,0 0-5 0,0 0-2 16,0 0-4-16,0 0-7 0,0 0-4 0,0 0-2 15,0 0-7-15,0 0-2 0,0 0-9 0,0 0 10 16,0 0-10-16,0 0-3 0,0 0-6 0,0 0 2 16,0 0-2-16,0 0-3 0,0 0-2 0,0 0 5 15,0 0-6-15,0 0 1 0,0 0-5 0,0 0 3 16,0 0-1-16,0 0-1 0,0 0-2 0,0 0-1 15,0 0 2-15,0 0 1 0,0 0 0 0,0 0-2 16,0 0-1-16,0 0 11 0,0 0-13 0,0 0-1 16,0 0 3-16,0 0 2 0,0 0 8 0,0 0-7 15,0 0 1-15,0 0-6 0,0 0 2 0,18-3 1 16,-6 3 2-16,4-3 0 0,7 1-3 0,8-3-1 0,6 1 0 16,3 3 3-16,13-3-3 0,2-2 3 15,4 1-3-15,0 0 2 0,3-2 4 0,1 3-7 16,1-1 2-16,-3 0 2 0,-4 0-2 0,-8 1-2 15,-13-1 2-15,-4 0-4 0,-9 2 5 0,-6 3-3 16,-3-2 4-16,-3 1 0 0,-2-1-2 0,0 2 3 0,-4-2 11 16,2 2-12-16,-7 0-4 0,7-2 0 15,-7 2-10-15,9-3-12 0,-9 3-8 0,0 0-9 16,0 0-15-16,0 0-26 0,-16 12-42 0,5-9-25 16,-1 2-57-16,-4 1-282 0,-2-2-527 0,3 3 234 15</inkml:trace>
  <inkml:trace contextRef="#ctx0" brushRef="#br0" timeOffset="146670.31">17788 13477 126 0,'3'-3'183'0,"2"1"-10"0,0-3-8 0,4 2-14 16,-4 0-11-16,3-1-10 0,1-1-10 0,-1 3-8 16,2 2-13-16,0-3-8 0,0 1-10 0,-2 1-8 15,2 1-7-15,-4 1-7 0,3 1-3 0,-2 1-5 16,-1-2-6-16,0 4-3 0,3 1-8 0,-5-1 4 15,1 4-1-15,-1 1-6 0,-3 0-6 0,3 1 6 16,-5 0-4-16,-2 1-7 0,0 4 1 0,-3 1-2 16,-1 0-3-16,-5 0 2 0,3-2-1 0,-10 7-3 15,6-7-3-15,-6 4 3 0,5-4-2 0,-1-3-1 16,1-1-2-16,-3 1 1 0,8-5-4 0,0 1 0 16,4-4 3-16,-1 2 8 0,-2-2 5 0,4-1 6 15,-1-3 7-15,2 2 16 0,3-2 14 0,-6 4 25 16,6-4 24-16,-1 3 13 0,1-3-6 0,0 0-10 15,0 0-12-15,0 0-15 0,6-12-4 0,-2 4-6 16,1 2-10-16,3-1-6 0,-3 2-6 0,4-3-5 16,0 1-8-16,0 2-1 0,0 1-9 0,-3 1-6 15,3-1 1-15,-1 1 1 0,3 3-8 0,-3-3-4 16,1 6-3-16,0-3-4 0,1 2-1 0,-2 1 0 16,1 2-1-16,1-1-1 0,-2 3 0 0,-1 1-4 15,2-3 5-15,-3 4-2 0,2-4 0 0,0 3-2 16,-3-1 5-16,0-5-4 0,-2 2 2 0,0 2 17 15,1-2-4-15,0-3-13 0,-4-1-2 0,4 2 7 16,-4-2 4-16,5 0-3 0,-5 0-3 0,13-5-2 16,-8 0 4-16,3-3-2 0,-2 3 0 0,4-6 0 15,3-1 19-15,-5 3-18 0,4-4-1 0,0 1-5 16,-1 0-2-16,1 1 7 0,-4 3-3 0,-1-2 0 16,2 3-3-16,-4 4-3 0,-1-3 20 0,0 3-18 15,1 0-2-15,-3-1 1 0,2 0-3 0,-4 4-4 16,4-2-22-16,0 0-8 0,-4 2-15 0,9 0-11 15,-9 0 1-15,0 0-29 0,11 3-35 0,-7-2-38 0,0 0-50 16,-4-1-61-16,0 0-226 0,8-1-544 16,-8 1 241-16</inkml:trace>
  <inkml:trace contextRef="#ctx0" brushRef="#br0" timeOffset="147156.03">18382 12717 68 0,'5'19'165'0,"3"8"-4"0,0 7-4 0,3 16 4 0,-2 4-3 15,3 29-5-15,-2 1-8 0,-10-22-9 0,1 25-9 16,-5 1-15-16,-3-31-9 0,0 2-8 0,-2-3-6 16,-1 0-10-16,0-5-7 0,1-1-6 0,-5-1-5 15,1-3-4-15,-1-13 1 0,3-1-13 0,-1-3-3 16,-2-1-1-16,1-3-8 0,-2-1-2 0,6-7 0 15,-1-3-1-15,-3 1 14 0,4-3 7 0,0-2-1 16,0-3 1-16,4 0-1 0,0-2-2 0,1 0-5 16,-1-1 1-16,1 1 10 0,-1-2 13 0,4-1 7 15,1-2 22-15,-4 5 11 0,4-5 14 0,-4 1 17 16,4-1 0-16,0 0-1 0,-4 4-4 0,4-4-3 16,0 0-17-16,0 0-9 0,0 0-6 0,0 0-14 15,0 0-9-15,0 0-16 0,0 0-21 0,0 0-32 16,0 0-52-16,0 0-46 0,4-12-32 0,-4 8-37 15,0-1-61-15,-4-3-150 0,0-2-230 0,-1-1-653 16,-3-3 289-16</inkml:trace>
  <inkml:trace contextRef="#ctx0" brushRef="#br0" timeOffset="147771.79">17268 12686 142 0,'0'0'139'0,"0"0"-16"16,0 0-21-16,0 0 0 0,-4 18-7 0,-1 0 6 0,-4 8-3 16,2 3-3-16,-8 24 7 0,0 1 12 0,-6 33-7 15,1 0 8-15,1-2-13 0,6 0-5 0,3-1-7 16,4-25-12-16,3 0-4 0,3 1-9 0,4-4-7 16,4-1 0-16,7-1 19 0,2-8 3 15,3 3 0-15,6-5 11 0,3-6-1 0,-5-13 0 0,-1 1 5 16,4-5-1-16,-1-3-3 0,-2-2 7 0,-5-4 0 15,-2-4-3-15,1 0 4 0,-8-2 8 16,-1-1 18-16,-2-3 2 0,-1 2 9 0,-1-3 4 16,0 2-4-16,-1-3 6 0,-4 0-6 0,7 3 1 0,-7-3-8 15,4 4-12-15,-4-4-12 0,5 1-9 0,-5-1-9 16,0 0-10-16,0 0-2 0,5 0-14 0,-5 0-9 16,0 0-23-16,0 0-21 0,0 0-45 0,0 0-79 15,8-5-83-15,-3 2-65 0,3-4-68 0,2 2-81 16,0-4-237-16,7 0-703 0,-7-4 311 0</inkml:trace>
  <inkml:trace contextRef="#ctx0" brushRef="#br0" timeOffset="151240.97">18703 12365 52 0,'0'0'197'0,"1"-5"-5"0,-1 5-8 16,-1-4-15-16,1 4-6 0,0 0-8 0,-1-5-10 15,1 5-11-15,0 0-9 0,0 0-11 0,2-4-13 16,0 0-8-16,-2 4-12 0,7-1-11 0,1 1-5 15,-8 0-9-15,13 1-5 0,-3 3-4 0,1-3-6 16,1 4-2-16,1-2-5 0,-2 4-11 0,4-1-1 16,-3 2-2-16,-3 0-8 0,6 4-4 0,-7-1 6 0,1 2 0 15,1 2-3-15,-5 2-5 0,-2 1 0 16,-3 0-1-16,-3-1-6 0,-2 3 9 0,-5 2-4 16,-2 1 1-16,3-6-1 0,-2 0 3 0,2-1 0 15,-5-4-3-15,5-3 3 0,0 3-1 0,0-5 2 16,-1 3 1-16,2-3-1 0,3-1-5 0,0-1 5 15,-1-1 2-15,1 0 0 0,1-3 7 0,0 1 3 16,3 2 5-16,-2-1 3 0,3-3 3 0,0 0 3 16,-4 4 0-16,4-4 11 0,-2 3-6 0,2-3-1 15,0 0 3-15,0 0 0 0,0 0 0 0,-4 1 2 0,4-1-2 16,0 0-4-16,0 0 1 0,0 0 10 0,0 0-12 16,0 0-2-16,13 0-4 0,-2-1-3 15,10-2-4-15,9-1 3 0,4 0-6 0,15-1 2 16,6 0-2-16,-1 0 14 0,2 0-8 0,-2-1-6 0,-14 2 3 15,-1 2 3-15,-5-1-7 0,2 0 10 0,-13-1-18 16,-6 4 5-16,-6-1 0 0,2 0-5 0,-5 0 14 16,-3 1-16-16,4-2-2 0,-4 1 0 15,-5 1-5-15,8 0-8 0,-8 0 0 0,0 0-6 0,0 0-8 16,0 0-7-16,0 0-24 0,0 0-18 0,-16 10-37 16,4-4-34-16,0 1-46 0,1 0-52 15,-1 0-239-15,3 1-515 0,4-3 229 0</inkml:trace>
  <inkml:trace contextRef="#ctx0" brushRef="#br0" timeOffset="151909.43">19617 13171 91 0,'0'0'128'0,"0"0"-13"0,-9-2-12 0,9 2-2 16,-5-2-3-16,5 2 8 0,0 0-7 0,0 0 2 15,0 0 6-15,0 0 1 0,0 0 0 0,-9 2-5 16,9-2 0-16,0 0-6 0,0 0-1 0,0 0-6 16,0 0-6-16,0 0-1 0,0 0-4 0,0 0-4 15,0 0-6-15,0 0-3 0,0 0-6 0,0 0-2 16,0 0 0-16,0 0-6 0,0 0-4 0,0 0-5 16,0 0 2-16,0 0-3 0,0 0-3 0,0 0 2 15,0 0 0-15,0 0 3 0,0 0 2 0,0 0-1 16,0 0 6-16,0 0-11 0,0 0-9 0,0 0 1 15,27-5-4-15,-10 2-4 0,5 1-1 0,6 0-4 16,5-3-2-16,7 0 7 0,12 2-12 0,2-3 3 16,1-2 10-16,5 5-1 0,-2-6-3 0,-3 4 4 15,-2 2 1-15,-14 1-1 0,-2-2-2 0,-7 1-4 16,-3-4 2-16,-8 5-6 0,-3-1 2 0,-4 1-2 16,0-1 1-16,-6 2-4 0,3 0-2 0,-5-2-14 15,1 0 6-15,-5 3-27 0,4-4-25 0,-4 4-21 16,0 0-11-16,-11-4-16 0,-1 3-15 0,-1 1-14 15,-4 1-17-15,-2-1-33 0,2 2-13 0,-5 0-211 16,1-3-434-16,-5 2 192 0</inkml:trace>
  <inkml:trace contextRef="#ctx0" brushRef="#br0" timeOffset="152146.62">19872 12939 140 0,'0'-6'294'0,"0"0"0"16,0 1-12-16,0 3-18 0,-2-2-25 0,2 4-26 0,0-7-27 15,0 7-10-15,0 0-37 0,0 0-13 0,0 0-13 16,0 0-14-16,2 18-10 0,-2-3-9 0,2 4-11 16,0 8-3-16,1 2-8 0,3 4-8 15,-1 1 5-15,5 0-6 0,3 12-7 0,-4-12-44 0,5 10-57 16,-6-13-80-16,2 1-73 0,-6-3-241 0,5-5-489 15,-5-7 218-15</inkml:trace>
  <inkml:trace contextRef="#ctx0" brushRef="#br0" timeOffset="153471.03">21813 12570 24 0,'2'-6'248'0,"-2"-3"-14"0,2 4-15 15,-2 0-15-15,1 0-14 0,-1 1-29 0,0 4-14 0,2-4-17 16,-2 4-29-16,0 0-19 0,0 0-10 0,0 0-6 15,4 18-7-15,-4-3-5 0,0 3-8 0,3 8-8 16,-1 2 0-16,0 1-5 0,3 2 1 0,-1-2-3 16,1 0-7-16,-1 3 1 0,-3-4-1 0,3 2 0 15,-2-3-38-15,0-1-23 0,-4 1-21 0,0-1-27 16,0-6-22-16,-1-2-36 0,-1 0-168 16,-5-2-337-16,2-2 150 0</inkml:trace>
  <inkml:trace contextRef="#ctx0" brushRef="#br0" timeOffset="154107.12">21330 13205 171 0,'0'0'166'0,"0"0"-14"0,0 0-10 0,0 0-13 16,-9 0-11-16,9 0-14 0,0 0-9 0,0 0-12 15,0 0-4-15,0 0-6 0,0 0-11 0,0 0-2 16,0 0-3-16,0 0 0 0,0 0 3 0,0 0-3 16,0 0-2-16,0 0 1 0,0 0-1 0,0 0-3 15,0 0-5-15,0 0-1 0,0 0-1 0,0 0 0 16,0 0-5-16,0 0-3 0,0 0-1 0,0 0-5 15,0 0-1-15,0 0-4 0,0 0 1 0,0 0-5 16,0 0-3-16,0 0-1 0,0 0-2 0,0 0 0 16,0 0-1-16,0 0-4 0,14-6 0 0,-14 6-3 15,0 0-4-15,6-1 1 0,-6 1 2 0,0 0-5 16,3-2 3-16,-3 2 2 0,0 0-3 0,0 0-4 16,0 0 4-16,0 0 3 0,4-2-5 0,-4 2 2 15,0 0 4-15,0 0-5 0,0 0 2 0,0 0-2 16,0 0-2-16,0 0 2 0,0 0 4 0,0 0 5 15,0 0 0-15,0 0 2 0,0 0-6 0,0 0-2 0,12-1 3 16,-12 1-3-16,9 0 3 0,-3-2-3 16,9 2-2-16,-2-2 1 0,8 0-2 0,9-1-1 15,7 1 0-15,14 1 1 0,3-2 1 0,10 1 0 16,1 2-1-16,27-4 0 0,5 1-1 0,0-2 1 0,3 2-3 16,9-2 2-16,3 3-1 0,-1-4-1 0,-1 2 0 15,-7-1 3-15,-3-2-1 0,-8 0 3 0,-32 4-1 16,-1-3 2-16,-4 4-3 0,-1-2 0 15,-16-1 1-15,-1 1 1 0,-5-1-1 0,-4 2 4 0,-10 2 10 16,-4 0 4-16,-2-3 17 0,-2 4 4 0,-1-3 1 16,-4 3-7-16,0-2-3 0,-1 0 1 0,-4 2-20 15,8 0-21-15,-8 0-30 0,0 0-12 0,0 0-9 16,0 0-7-16,0 0-30 0,-14 12-40 16,3-7-32-16,0 2-228 0,-6 0-426 0,2 0 188 0</inkml:trace>
  <inkml:trace contextRef="#ctx0" brushRef="#br0" timeOffset="155973.26">21854 13465 2 0,'0'0'113'16,"-9"0"-2"-16,9 0-2 0,0 0-11 0,-7 0 3 15,7 0-6-15,0 0-6 0,0 0-5 0,0 0 3 16,0 0-4-16,0 0-4 0,-3-3-2 0,3 3-6 0,0 0-3 15,0 0-12-15,0 0-6 0,0 0-5 16,0 0-5-16,14-3-6 0,-5 1-6 0,1 4 7 16,8-2-9-16,1 0 1 0,2 0-6 0,-1 2 5 15,3-1-6-15,5 1 2 0,-7 1 7 0,1-1-4 16,-1 1-3-16,-5 1 2 0,1 2-1 0,-4-2-10 16,1 1 1-16,-5 2-4 0,0-2-2 0,3 0-2 15,-6 3 1-15,-3-2-4 0,-1 1-2 0,-3 1 3 16,-3 4-1-16,-6 1 8 0,-7-2-4 0,-10 5-5 15,-2 1 3-15,0-4-8 0,-1 0 9 0,2 1-5 0,1-2 5 16,0-3-5-16,-1 1 2 0,0 0-2 16,9-2 1-16,-3-2-1 0,3-2 1 0,1 2-2 15,5-3 3-15,1 1-3 0,1-1 2 0,4-1 1 16,-5 1 0-16,6 0-10 0,2-2 9 0,-1-1-3 0,0 0 4 16,5 0-3-16,-6 3 15 0,6-3 1 0,-7 2-1 15,7-2 2-15,0 0-1 0,0 0 1 0,0 0 0 16,0 0 1-16,0 0-2 0,0 0 5 15,0 0 3-15,0 0-2 0,14 4-2 0,-14-4-1 0,9 0 0 16,0 1-1-16,0-1-5 0,1 3-2 0,1-3 2 16,2 1-2-16,0-1-1 0,6 3-6 15,-1-3 3-15,4 3 0 0,1-3 2 0,-4 0-4 16,14 0 2-16,-12 0 0 0,1 0-3 0,4 0 0 0,-6 2 2 16,0 1-2-16,-1-2 3 0,-6 2-2 0,1-3-3 15,-4 2 3-15,2-1-3 0,-6 1-4 0,2-2 4 16,-3 0-3-16,-5 0 1 0,9 0 1 15,-5 0-1-15,-4 0 0 0,0 0 2 0,9 2-4 0,-9-2 1 16,0 0-3-16,5 1 2 0,-5-1-3 0,0 0-1 16,0 0-7-16,0 0-3 0,0 0-9 0,1 2-1 15,-1-2-14-15,0 0-4 0,0 0-24 0,0 0-16 16,0 0-15-16,0 0-9 0,0 0-71 0,9-2-98 16,-4-1-298-16,3 3 132 0</inkml:trace>
  <inkml:trace contextRef="#ctx0" brushRef="#br0" timeOffset="156455.5">22529 13430 185 0,'0'0'246'0,"1"-3"-10"0,-1 3-22 0,4-5-17 15,-4 5-20-15,0-1-23 0,0 1-15 0,0 0-16 0,0 0-21 16,0 0-9-16,0 0-8 0,0 0-11 0,1 9-7 16,-1 1-10-16,-1 1-5 0,1 2-4 15,0 2-5-15,0 4-1 0,1-2-6 0,2 2-3 16,-1 1 0-16,-2-2-3 0,3 3-5 0,-2 3-2 0,3-5-2 15,-3 0-1-15,-1-1 1 0,4 1 1 0,-4 0-6 16,3-4 0-16,-3 2-25 0,0-1-25 16,0-6-17-16,-3 2-21 0,2 0-28 0,-2 0-21 15,-1 0-11-15,2-1-54 0,-7 0-136 0,5 0-347 16,-1-2 154-16</inkml:trace>
  <inkml:trace contextRef="#ctx0" brushRef="#br0" timeOffset="156640.37">22480 14158 351 0,'0'0'360'0,"0"5"4"0,0-5-17 0,0 0-12 0,0 5-30 16,0-5-31-16,0 0-20 0,0 0-27 0,-3 2-25 16,3-2-16-16,0 0-34 0,0 0-27 0,0 0-47 15,0 0-51-15,0 0-58 0,0 0-51 0,0 0-61 16,0 0-141-16,12 1-225 0,-12-1-549 0,13-7 244 15</inkml:trace>
  <inkml:trace contextRef="#ctx0" brushRef="#br0" timeOffset="157638.72">23126 13572 173 0,'0'-4'226'15,"2"-2"-12"-15,-2 2-11 0,0 0-11 0,1 0-15 16,-1 4-18-16,0-5-17 0,0 5-17 0,0-4-16 0,0 4-18 16,0 0-8-16,0 0-9 0,0 0-12 15,0 0-4-15,3 14-9 0,-2-7-1 0,-1 3-8 16,2 6-2-16,-2 2-3 0,-2-1 0 0,0 1-1 15,0 1-8-15,1 0-1 0,1 6 1 0,0-7-7 0,-4 3 2 16,4-2-2-16,-2 0 0 0,0 1-4 0,2-5-7 16,-2-2 3-16,1-2 1 0,1 0 0 15,-3 0-4-15,6-5 2 0,-6-2 1 0,3 2 7 16,0-1 18-16,0-3 27 0,0-2 18 0,-2 5 19 0,2-5 27 16,0 6 31-16,0-6 16 0,0 0 15 0,0 0-5 15,0 0-23-15,0 0-18 0,-4-23-10 16,0 13-13-16,1-7-10 0,2-2-14 0,0-6-9 15,-2-1-12-15,3-3-4 0,2-2-10 0,0-2-2 0,2-1-5 16,0 1-12-16,2-3 2 0,2 3-7 0,-1 1-1 16,1 1-5-16,2 6-7 0,-5 0 0 0,3 7-4 15,1 3 1-15,-5 5-5 0,6-4-1 0,-1 4-7 16,4-2 0-16,6 3-5 0,8 2 3 0,1 1-9 16,4 4-19-16,1 0-32 0,3 4-42 0,-3 1-29 15,3 4-25-15,-2 2-29 0,-3 2-33 0,0 0-40 16,-3 1-63-16,-9-4-325 0,1 4-692 0,-3-3 306 15</inkml:trace>
  <inkml:trace contextRef="#ctx0" brushRef="#br0" timeOffset="158636.84">23974 13333 152 0,'0'0'165'0,"0"0"-10"0,0 0-6 15,0 0-13-15,0 0-7 0,0 0-9 0,0 0-14 16,0 0-8-16,0 0-13 0,0 0-6 0,0 0-6 16,0 0-9-16,0 0-4 0,0 0-10 0,0 0 5 15,0 0-13-15,0 0-2 0,0 0-6 0,0 0-3 16,0 0-3-16,0 0 1 0,19 3 3 0,-10 0 2 16,1-1 0-16,2 0-4 0,5-1-2 0,0 1-11 15,3 1 3-15,-1-1-7 0,0 1 2 0,1-3 3 16,0 1 0-16,-2 2-5 0,-1-3 4 0,-4 0 7 15,-1 0 1-15,-1 0 3 0,-2 0 6 0,-3 0 4 16,2 0 1-16,-3 2-6 0,-5-2 3 0,9 0-6 16,-9 0-3-16,0 0-4 0,10 0-7 0,-7 2 1 15,-2 1-3-15,-1-3-4 0,0 10 0 0,-4-1-5 16,-2 4 6-16,-2 4-2 0,-1 2 0 0,-1 4-3 16,-1 0-5-16,0 1 6 0,-1 1 1 0,0-2-2 15,-1 2 5-15,2-1-5 0,3-7 0 0,2 4-2 16,-2-4-1-16,2 0 0 0,-1-2 1 0,4-2 1 15,-1-4-2-15,1 0 6 0,-1 3-7 0,3-7 0 16,0 4-4-16,-3-3 4 0,4-4-1 0,-1 2 5 16,1 2-1-16,0-6 2 0,-3 5 3 0,2-4-4 15,1-1 0-15,-1 4 2 0,1-4-1 0,-3 4 3 16,3-4 1-16,0 0-2 0,0 0-3 0,0 0 5 16,-4 1-5-16,4-1-1 0,0 0-25 0,0 0-30 15,0 0-43-15,-6-10-35 0,3 5-24 0,3-3-39 16,-1 1-172-16,-2-2-392 0,2 1 174 0</inkml:trace>
  <inkml:trace contextRef="#ctx0" brushRef="#br0" timeOffset="158807.2">23968 13617 56 0,'0'0'181'15,"0"0"-16"-15,0 0-9 0,-10 0-12 0,10 0-7 0,0 0-12 16,0 0-13-16,0 0-4 0,23 0-11 0,-6 0-9 15,3 0-7-15,6 0-8 0,4 2-14 0,-1 1-19 16,4-2-41-16,-1 2-47 0,2-6-56 16,-6-1-142-16,-4 4-265 0,-4-1 119 0</inkml:trace>
  <inkml:trace contextRef="#ctx0" brushRef="#br0" timeOffset="159437.43">23850 13871 94 0,'0'0'166'0,"-4"1"7"15,4-1-4-15,0 0-8 0,0 0-11 0,0 0-4 16,0 0-8-16,0 0 0 0,0 0-1 0,0 0-9 16,0 0-5-16,0 0-2 0,0 0-8 0,0 0-8 15,0 0 2-15,0 0-14 0,16-4-5 0,-16 4-10 16,0 0-9-16,6 0 2 0,-6 0-12 0,0 0-12 16,0 0-1-16,0 0-6 0,0 0-2 0,0 0-4 15,0 0-4-15,8-2-6 0,-8 2-2 0,0 0-2 16,0 0-3-16,0 0 1 0,0 0-3 0,0 0 7 15,0 0-11-15,0 0-1 0,0 0 1 0,0 0-5 16,0 0 4-16,6 2-1 0,-6-2 0 0,16-2-2 16,-3 0 2-16,6 1-1 0,2 0-1 0,7 0-2 15,4-2-3-15,0 2-1 0,3-2 5 0,2 0-5 16,2 1 1-16,11-2 3 0,3 0-1 0,-15 0-1 16,0 1-1-16,-2 1 1 0,-3 0-1 0,-3-1 1 15,-9-1 3-15,-8 2 7 0,-4 2-13 0,2-1 4 16,-3-1-1-16,-3 1-1 0,3 1 1 0,-8 0-14 15,9-1-15-15,-9 1-15 0,0 0-7 0,0 0-9 16,0 0-25-16,0 0-31 0,-22 9-42 0,12-6-37 16,-3 2-215-16,-1-1-442 0,-2 1 196 0</inkml:trace>
  <inkml:trace contextRef="#ctx0" brushRef="#br0" timeOffset="159888.76">24193 13918 174 0,'0'0'231'0,"0"0"-20"0,0 0-30 16,0 0-10-16,0 0-22 0,0 0-12 0,0 0-15 0,17 4-12 15,-11-3-11-15,1 2-9 0,-2 0-15 16,3 2-8-16,-2-3-3 0,0 3-8 0,0 0-5 15,-5 1-9-15,3 0-3 0,-3 1-6 0,2 3-9 0,-3 2-2 16,-4-2-3-16,0 5 12 0,-5-2-5 0,-1 1-2 16,1-1-2-16,-4 1-1 0,1-1-3 15,-1-4-1-15,4 1 1 0,-3-3-8 0,3 0 1 16,2 0 1-16,-1-4 1 0,4 0 10 0,-1 1-1 16,1 0 6-16,2-1 13 0,2-3 15 0,-4 3 7 0,4-3 7 15,-3 2 5-15,3-2-3 0,0 0 3 0,0 0-6 16,14 3 1-16,-1-3-2 0,0-2-3 0,5 2-8 15,0 0-2-15,2-1-8 0,-2 0-1 0,5 0-4 16,-1-1 1-16,-2 2 3 0,1 0-13 0,-3-1 9 16,-2-1 0-16,-2 1-2 0,-2 0-6 0,-6 1-1 15,3 0 1-15,-3 0-5 0,-6 0-1 16,10-2 2-16,-7 1-7 0,-3 1 10 0,8-1-16 16,-8 1-8-16,6-1-14 0,-6 1-13 0,0 0-18 15,4-2-22-15,-4 2-22 0,0 0-16 0,0 0-31 0,3-3-16 16,-3 3-19-16,2-5-376 0,0-4-583 0,1 1 259 15</inkml:trace>
  <inkml:trace contextRef="#ctx0" brushRef="#br0" timeOffset="160205.01">24784 13413 75 0,'0'0'174'0,"5"14"-19"0,-2-2-5 16,-2 6-9-16,2 8-11 0,-1 3-6 0,3 5-2 15,-1 0-11-15,-1 15-7 0,0 0-8 0,-5 3-3 16,0-1-13-16,-5 1-8 0,1-2-5 0,-6-4-7 15,2-10-7-15,-1 8-5 0,-3-15-5 0,1 4-4 16,-8-3-6-16,-2-4-5 0,0-2-8 0,-7 0-8 16,-12 2-32-16,7-10-42 0,-11 3-42 0,-4-2-204 15,14-9-332-15,0-1 147 0</inkml:trace>
  <inkml:trace contextRef="#ctx0" brushRef="#br0" timeOffset="160569.41">23799 13377 135 0,'0'0'166'0,"-8"17"-9"0,3-2-10 0,-5 6-5 16,-3 8-8-16,1 3-11 0,-8 14-9 0,1 2-2 15,5 6-10-15,-4 2-13 0,4-1-1 0,0 3-16 16,8 2-3-16,3-1-2 0,6-2 2 15,3-2-2-15,8-4 3 0,8-1-4 0,6-6-6 0,8-4-2 16,5-4-5-16,1-6 11 0,1-6-25 0,-10-8-47 16,12 5-79-16,-10-10-130 0,4-5-109 0,1-3-352 15,0-3 156-15</inkml:trace>
  <inkml:trace contextRef="#ctx0" brushRef="#br0" timeOffset="161836.93">25536 12472 149 0,'6'-8'187'0,"0"4"-17"0,-1-2-12 15,3-2-12-15,1 3-13 0,1 2-16 0,-1-2-11 16,0 3-8-16,4 0-9 0,-3 3-12 0,-1-2-1 16,3 4-14-16,-3 2-11 0,-3 1-3 0,2 6 0 15,-1-3-7-15,-3 3-4 0,0 5-4 0,0 4-6 16,-4-2 3-16,0 0 1 0,-3 7 0 0,1-6-1 16,-3-1-5-16,-1 1-3 0,-2 3-3 0,1-5-5 15,0-1 5-15,0-3 2 0,0 3-3 0,0-7 1 16,2 0-1-16,1-1-6 0,0-5 0 0,2 3-4 15,-2-1 17-15,0-3 18 0,3-1 24 0,-2 3 27 16,3-5 29-16,0 5 23 0,0-5 21 0,0 0-13 0,0 0-16 16,0 0-15-16,13-15-11 0,-5 8-14 15,3-5-9-15,3-3-10 0,6-2 3 0,0-2-18 16,0-1-3-16,1-1 5 0,-1 2-20 0,3-1-4 16,-5 3-4-16,-4 3-6 0,0 4-1 0,-5 1-6 15,-1 3 1-15,-3 2-6 0,0 1-15 0,0-2 13 16,0 3-35-16,-2 0-26 0,-3 2-2 0,0 0 5 15,7 9 4-15,-5-3 4 0,-1 5-2 0,2 6 9 16,-1 0 0-16,2 2 5 0,2 1-6 0,-1 6-8 0,3-1-12 16,2 1-23-16,4-3-28 0,1 0-30 0,2-1-43 15,-4-6-68-15,1 0-274 0,-1-4-555 16,2-2 245-16</inkml:trace>
  <inkml:trace contextRef="#ctx0" brushRef="#br0" timeOffset="162337.73">25424 12943 123 0,'-7'0'172'0,"3"1"2"16,4-1-1-16,-8 0-10 0,8 0-13 0,0 0-12 15,0 0-12-15,-9 0-2 0,9 0 2 0,0 0-1 16,0 0 1-16,0 0 6 0,0 0-7 0,0 0 1 16,0 0-5-16,0 0-6 0,0 0-8 0,-7-1-12 15,7 1-11-15,0 0-6 0,0 0 2 0,0 0-17 16,0 0-6-16,0 0-7 0,0 0-7 0,0 0-2 16,0 0-5-16,0 0-3 0,0 0-6 0,0 0-1 15,0 0-6-15,0 0-2 0,0 0 0 0,0 0-1 16,0 0 8-16,0 0-1 0,0 0-4 0,0 0 18 15,0 0-13-15,0 0 1 0,0 0 2 0,0 0-2 16,0 0 3-16,0 0-2 0,0 0 0 0,0 0-1 16,0 0-1-16,0 0 0 0,0 0-11 0,29-2 1 15,-8 0 0-15,9-3 1 0,3 0 0 0,7 2-1 16,16-1-4-16,-1-3-5 0,8 0 2 0,2 3-5 16,28-4 3-16,-29 5 10 0,3-4 3 0,-5 0 0 15,3 0 2-15,-8 2-2 0,-6 0 12 0,-17 2-18 16,-7 0-7-16,-6 0 6 0,-5 0 1 0,-2 3 7 15,-5-3-12-15,1 3 0 0,-3 0 0 0,-1-2-2 16,-1 1-11-16,-5 1 11 0,8-1-25 0,-8 1-22 16,0 0-20-16,0 0-19 0,0 0-24 0,0 0-21 15,-21 5-28-15,10-3-32 0,-2 1-31 0,0 1-278 16,-6-2-536-16,6 3 238 0</inkml:trace>
  <inkml:trace contextRef="#ctx0" brushRef="#br0" timeOffset="162903.54">25791 13033 146 0,'0'0'255'0,"-6"-1"-25"0,6 1-24 0,0 0-19 15,11-4-19-15,-6 2-20 0,3 0-15 16,6 1-14-16,-2-2-14 0,-1 3-9 0,3 2-9 0,0-2-15 16,0 0-3-16,-1 2-7 0,1 2-6 0,-2 0-6 15,-1-3-4-15,-1 4-4 0,-3 0-7 0,-1-2-6 16,-1 4-5-16,0 0-2 0,-1 3-2 0,-4 2 0 16,0-1-5-16,-4 7 3 0,-6-1-6 15,-3 3-1-15,-2 1 0 0,1-6-1 0,-6 4 3 0,0-2-5 16,4-4 1-16,-1-1 2 0,3-2-9 0,-1 1 8 15,3-4-3-15,3 0-4 0,-1-4 4 0,5 2 0 16,1-1 17-16,-1-1 17 0,1-1 14 0,-1-1 23 16,1 3 17-16,4-4 10 0,0 0-13 0,0 0-6 15,0 0-11-15,9-13-13 0,0 4-6 0,0 4-2 16,1-2-6-16,3 0-9 0,1 0-2 0,-1 0-3 16,5 2-9-16,-7 0 3 0,7 2-7 0,-6-1 0 15,1 3-5-15,4 0-1 0,-4 0-1 0,3-1-4 16,-4 2-1-16,7 3-1 0,-1-2-5 0,0-1 4 15,1 4-2-15,-2 0-2 0,1-2 0 0,-5 1 5 16,1 0 0-16,-3-2-3 0,1 2-1 0,-5-2 1 16,0 0-2-16,1-1 3 0,-2 0 14 0,0 3-1 15,-6-3 3-15,12-3-5 0,-6 2 4 0,0 0-1 16,-2-2 6-16,0 0-14 0,1-1-3 0,-1-1-2 16,1 3-1-16,-1-2-16 0,2-2-4 0,-2 2-31 15,0-2-22-15,0-1-31 0,0 2-27 0,-2-2-42 16,2 1-52-16,0-5-87 0,1 1-181 0,-4 0-526 15,3 1 233-15</inkml:trace>
  <inkml:trace contextRef="#ctx0" brushRef="#br0" timeOffset="163237.4">26389 12383 213 0,'0'-3'198'0,"4"1"-21"0,-4 2-17 16,0 0-15-16,0 0-27 0,0 0-3 0,14 9-8 15,-5 5-9-15,1 2 1 0,4 10-11 16,-2 8-1-16,3 14 3 0,-1 2-2 0,2 2 1 15,-7 4-3-15,0 0-13 0,-2-1 0 0,-2 1-5 0,-3-1-2 16,0 4-5-16,-6-1-3 0,-4-4-8 16,0 0-6-16,-6-1-4 0,-4-2-3 0,-2-2-1 15,-2-3-2-15,-1-5-5 0,-7-6-2 0,5-7 0 16,-2-4-10-16,1-2-1 0,-2-1-12 0,-3-1-28 0,2-3-40 16,-8-3-31-16,1-3-50 0,-12-2-254 15,-5-4-432-15,12-8 193 0</inkml:trace>
  <inkml:trace contextRef="#ctx0" brushRef="#br0" timeOffset="163653.43">25403 12402 129 0,'-13'6'158'0,"5"3"-15"16,-1 8-4-16,0 11-8 0,-8 15-1 0,-3 6-1 15,2 5-7-15,1-1-7 0,1 5-8 0,0 23-5 16,7-26-3-16,6 3-10 0,4 1-2 0,6-2-1 16,4 3 0-16,10-2 3 0,8-7 0 0,7-3-1 15,7-1-5-15,7-11-8 0,4 0-2 0,30 0-6 16,-24-10-3-16,2-8-44 0,1-4-64 0,3-4-90 15,-8-6-253-15,-1-3-420 0,-4-3 186 0</inkml:trace>
  <inkml:trace contextRef="#ctx0" brushRef="#br0" timeOffset="171637.55">26797 11958 31 0,'0'0'195'0,"1"-3"-8"0,-1 3-16 0,0 0-9 16,0 0-19-16,3-3-13 0,-3 3-15 0,0 0-17 15,0 0-1-15,0 0-16 0,0 0-4 0,0 0-13 16,0 0-13-16,0 0 3 0,0 0-9 0,0 0-6 16,0 0-6-16,0 0 1 0,-2 13-1 0,1-7-10 15,0-1-5-15,-2 5-5 0,2-3 14 0,-2 5-8 16,0-2-5-16,-1 0 6 0,0 2 0 0,0-1 0 16,-1 0-7-16,1-1 1 0,0 3-4 0,-2-3 9 15,2 2-3-15,0 0 1 0,0-2 0 0,1 1 1 16,-3 0-1-16,5-4-5 0,-1 3 0 0,-1-3-3 15,1 0 2-15,0 0-1 0,1-1-1 0,-1 0 3 16,2-3-1-16,-2 1 1 0,1 0-2 0,1 0 2 16,0-4 2-16,0 0-3 0,-1 5 3 0,1-5 0 15,0 5 3-15,0-5 0 0,5 5 1 0,2-3 5 16,4 1-2-16,0-1-1 0,8 3-3 0,2-1-3 16,-1-1-7-16,1-3-25 0,0 0-19 0,1 1-39 15,-3-1-34-15,4-1-42 0,-3-2-197 0,-3-3-376 16,-5 3 166-16</inkml:trace>
  <inkml:trace contextRef="#ctx0" brushRef="#br0" timeOffset="171821.34">27031 12121 120 0,'2'-5'215'16,"-2"3"-5"-16,0 2-8 0,1-5-15 0,-1 5-17 15,0 0-18-15,0 0-18 0,0 0-21 0,0 0-13 16,0 0-11-16,0 0-9 0,0 0-8 0,-1 20-7 0,-1-8-1 15,1 5-7-15,-1 5-4 0,-2 6-2 16,3 1-6-16,0 3-9 0,3 2 4 0,-2 0-9 16,4 0-25-16,-2 0-29 0,-1 2-53 0,-1-2-57 15,-1 0-211-15,-1-6-371 0,0-1 164 0</inkml:trace>
  <inkml:trace contextRef="#ctx0" brushRef="#br0" timeOffset="172688.81">27133 12878 35 0,'0'0'135'0,"0"0"-7"0,0 0-8 0,0 0-9 15,0 0 4-15,0 0-7 0,0 0-8 0,0 0-4 16,0 0-5-16,0 0-11 0,0 0 4 0,0 0 7 16,0 0-9-16,0 0 0 0,0 0-6 0,0 0-2 15,0 0-2-15,0 0-4 0,0 0-2 0,0 0-5 0,0 0 0 16,0 0-1-16,0 0 0 0,0 0-1 15,0 0 0-15,0 0-4 0,0 0-6 0,0 0-5 16,19-2-2-16,-5 2-6 0,7 0-7 0,-1 2 1 16,10-4-6-16,0 5 0 0,0-3-5 0,3 0 1 0,-4 0-4 15,1 3-1-15,-2-2 0 0,-2 0 2 0,-5 1-8 16,-2-1 0-16,-2-2 2 0,-6 1-3 0,2 0 4 16,-4 0-10-16,-3 0 16 0,1 0 9 0,0 0-1 15,-7 0-1-15,8 0 0 0,-8 0-2 16,5 0 1-16,-5 0-5 0,0 0-2 0,8-2-4 15,-8 2-2-15,0 0-2 0,0 0-3 0,0 0-7 0,0 0-14 16,7-1-23-16,-7 1-29 0,0 0-26 0,0 0-36 16,0 0-29-16,0 0-43 0,0 0-167 15,0 0-396-15,0 0 175 0</inkml:trace>
  <inkml:trace contextRef="#ctx0" brushRef="#br0" timeOffset="172936.29">28118 12905 56 0,'0'-2'205'0,"0"2"-13"15,0 0-21-15,4-4-21 0,0 1-18 0,-4 3-16 16,6 0-35-16,-6 0-26 0,13-2-44 0,-8 2-29 16,9-1-65-16,-4 1-95 0,4-2-194 0,-1 0 86 15</inkml:trace>
  <inkml:trace contextRef="#ctx0" brushRef="#br0" timeOffset="173263.39">29470 12898 165 0,'10'-2'153'15,"3"0"-21"-15,6 1-46 0,3 1-37 0,6 0-43 16,4-2-59-16,-3 2-37 0,3 0-97 0,0-2 43 15</inkml:trace>
  <inkml:trace contextRef="#ctx0" brushRef="#br0" timeOffset="173401.05">30012 12891 14 0,'5'-2'171'0,"-1"0"-13"0,2 2-19 16,2-1-24-16,5 2-37 0,0-2-42 0,6 2-63 15,2-2-87-15,-3 1-124 0,5-2 55 0</inkml:trace>
  <inkml:trace contextRef="#ctx0" brushRef="#br0" timeOffset="173550.37">30556 12884 4 0,'4'-2'256'0,"-4"2"-27"0,9-3-22 15,-3 0-23-15,7 3-19 0,-1-4-28 0,4 4-43 16,4 2-53-16,8 0-69 0,1 0-84 0,0-1-85 16,-1 1-212-16,3-1 94 0</inkml:trace>
  <inkml:trace contextRef="#ctx0" brushRef="#br0" timeOffset="176737.37">8268 13182 8 0,'0'-4'149'16,"0"4"-4"-16,-1-5-9 0,1 5-4 0,-1-6-15 0,1 6-19 15,0-3-8-15,0 3-6 0,0 0-8 0,0 0-8 16,0-5-6-16,0 5-8 0,0 0-4 0,0 0-7 16,0 0-10-16,0 0-2 0,0 0-5 0,0 0-4 15,0 15-3-15,0-5-1 0,-1 7-1 0,-2 7 2 16,3 6-10-16,-4 5-3 0,4 15 6 0,-1-1 7 16,-3 7-5-16,0-2-2 0,-1 3 4 0,4 4-7 15,-8 22 1-15,5-24 2 0,-4 23 2 0,7-23-5 16,-12-1 3-16,3 27 3 0,6-26 2 0,-4-5-5 15,5 2-4-15,-4 0-2 0,6-6-1 0,-1 3 0 16,-2-4-1-16,4 0 1 0,-2 1-2 0,2-2-1 16,0-14 2-16,0 12-1 0,3-11-3 0,-3-2 2 15,3 0 7-15,-1-2 1 0,2-1-3 0,-4-3 1 16,0 1-3-16,1 0 0 0,-2-2-6 0,1-6 4 16,0 0 4-16,-3-2-3 0,2 1-5 0,1-2-1 15,-4 1 2-15,2-1 1 0,0-2 2 0,1-2-4 16,-3-2 3-16,2 0 7 0,0 0-1 0,1-2-4 15,1-1-5-15,-4-1-1 0,3-1 4 0,-1 1-3 16,0-2 6-16,1 0-6 0,-2 1 4 0,2-1-5 16,1 1 3-16,-2-2 0 0,0 3 1 0,1 0 8 15,-2-3-12-15,2 1 3 0,-1 3-1 0,0-4 0 16,0 1 0-16,-1 3-3 0,-1-3 4 0,2 2-2 16,1-2 11-16,-2 1-14 0,1 0 6 0,-1 0-3 15,2 0 0-15,-1 0-1 0,1-1-2 0,-2-1 5 16,2 3-2-16,0-3 1 0,1 1 0 0,-1 0 0 15,-1-1 0-15,0 2 3 0,2-3 6 0,-2 2-8 16,0 1-2-16,2-6 3 0,-4 2 1 0,3 2 0 16,1-4 1-16,-3 3-4 0,3-3 6 0,-2 3 17 15,2-3 2-15,0 0 1 0,-1 5 6 0,1-5 3 16,0 0 8-16,0 0 0 0,0 0 3 0,0 0 3 16,0 0-1-16,0 0 3 0,0 0-3 0,0 0 2 15,0 0 1-15,0 0-10 0,0 0-4 0,0 0-2 16,0 0-1-16,0 0-6 0,0 0-4 0,0 0 0 15,0 0-6-15,0 0 0 0,0 0-1 0,0 0-3 16,0 0 0-16,0 0-2 0,0 0-1 0,0 0 0 16,0 0 8-16,0 0 23 0,0 0 7 0,0 0 8 15,0 0-1-15,0 0-4 0,0 0-3 0,24-8-7 16,4 3-31-16,5-5-43 0,21-5-62 0,6-1-70 16,29-15-313-16,-29 10-517 0,28-13 229 0</inkml:trace>
  <inkml:trace contextRef="#ctx0" brushRef="#br0" timeOffset="177503.11">8262 13172 182 0,'0'0'217'0,"0"0"-12"0,0 0-9 15,0 0-8-15,0 0-13 0,-4-3-11 0,4 3-12 16,0 0-13-16,0 0-15 0,0 0-11 0,0 0-12 16,0 0-9-16,23 0-9 0,6-2-10 0,9 1-26 15,15-1-43-15,10 2-55 0,30-5-85 0,-28 2-209 0,26-6-374 16,-27 2 166-16</inkml:trace>
  <inkml:trace contextRef="#ctx0" brushRef="#br0" timeOffset="179633.91">30600 11921 9 0,'-3'-3'168'0,"3"3"-11"0,3-4-12 16,-3 4-2-16,0 0-13 0,-3-5-15 15,3 5-5-15,0 0-15 0,0 0-7 0,-1-5-10 0,1 5-7 16,0 0-4-16,-3-3-13 0,3 3-3 0,0 0-13 15,0 0-1-15,0 0-1 0,0 0-4 0,0 0-7 16,0 0-11-16,0 0 3 0,0 0-3 0,0 0 1 16,13 9-2-16,-3-4 2 0,1-1-1 0,0 0-3 15,7 1-2-15,-1 0 10 0,2-2-17 0,2 1 1 16,-1-1 1-16,0 1 1 0,-1 0-5 0,0-3 6 16,3-1 0-16,-3 1-2 0,-2 0-3 0,-1-2 5 15,-1-1-5-15,-3 1 8 0,0-2 2 0,-1 3 5 16,1-5 10-16,-3 3 10 0,-1-1 14 0,0 1 4 15,-3-1 9-15,1 1-1 0,-3-3-2 0,5 2-3 16,-3 0-4-16,-2 0-5 0,1 1-2 0,-1-1-7 16,1-1-1-16,-4 4-3 0,4-3-4 0,-4 3-7 15,4-3-3-15,-3 0 1 0,-1 3-4 0,0 0-2 16,4-1 1-16,-4 1-6 0,0 0 1 0,1-4-3 16,-1 4-5-16,0 0-2 0,0 0-15 0,0 0-17 15,0 0-16-15,0 0-5 0,0 0 0 0,5 8 5 16,-6-2 5-16,-4 5 3 0,1 6 5 0,3 0 1 15,-3 10 3-15,-1 6 1 0,1 2 6 0,-5 15 7 16,-1 6 7-16,-3 26 4 0,4-28 9 0,-2 30 1 16,-2-2 1-16,3-21-2 0,-6 22 1 0,7-23-1 15,-2-3-1-15,-1 2 3 0,6 0-3 0,-3 27 0 16,5-26 4-16,1-2-1 0,-1 1-1 0,-3 23 3 16,5-27-5-16,-1 0 2 0,-2 0-1 0,4 0-2 15,-4-3 2-15,2 2-2 0,-1-5-4 0,0-2 4 16,2 2-3-16,-2-3-2 0,-5 2 7 0,5-13-4 15,-1 11-2-15,0-10 2 0,-1 8 0 0,3-8-3 16,-4-2 1-16,1 2 4 0,1-2-15 0,3 1-1 16,-5-4-2-16,3 0 4 0,-3-3-2 0,0 2 2 15,1-5 3-15,-1 1 1 0,1-7 1 0,0 1-1 16,2-2 0-16,-4 2 0 0,4-3 4 0,-4-3-2 16,1 3 4-16,2-5-5 0,1 1 2 0,-2-3 0 15,1 1 4-15,1-1-1 0,1-2 2 0,1-1-5 16,-1 0 0-16,1-3 4 0,-1 4-2 0,2-4 1 15,0-1 2-15,-2 0 1 0,3-3 0 0,-1 7 3 16,-1-5 1-16,2-2 14 0,-1 7 12 0,1-7 10 16,0 3 6-16,0-3 2 0,0 0 1 0,0 0 0 15,0 0 0-15,0 0 2 0,0 5-6 0,0-5-4 16,0 0-1-16,0 0-3 0,0 0-1 0,0 0-8 16,0 0 3-16,0 0-9 0,0 0 1 0,0 0-6 15,0 0 3-15,0 0-7 0,0 0 2 0,0 0 2 16,0 0 10-16,0 0 3 0,0 0 4 0,1 2-3 15,-1-2-2-15,0 0 0 0,0 0 0 0,0 0 0 16,0 0-6-16,0 0-1 0,0 0-5 0,0 0 3 16,0 0-2-16,0 0-3 0,0 0-2 0,0 0-3 15,0 0-5-15,0 0 4 0,0 0 0 0,0 0-6 16,0 0-2-16,-15-5 3 0,1 3-8 0,-17-1-2 16,-9 1-10-16,-24-1-8 0,-31-1-27 0,-3-4-35 15,-5 3-62-15,-3-2-74 0,-5-6-270 0,-10 0-529 16,11-4 235-16</inkml:trace>
  <inkml:trace contextRef="#ctx0" brushRef="#br0" timeOffset="200349.4">23747 2682 185 0,'0'0'221'0,"0"0"-5"0,-3-2-5 0,3 2-6 16,0 0-6-16,0 0-7 0,0 0-14 0,1-5-12 15,-1 5-16-15,0 0-10 0,0 0-19 0,3-3-8 16,-3 3-11-16,0 0-12 0,0 0-10 0,0 0-11 16,0 0-7-16,0 0-14 0,0 0-22 0,0 0-16 15,0 0 2-15,0 0-9 0,3 15 2 0,-3-5-4 16,0 2 0-16,0 4-3 0,1 4 0 0,-1 6 4 16,2 1-5-16,-4 0 4 0,2 0-2 0,2 2 3 15,0 0-1-15,-1-1 1 0,0-1-1 0,2 0 1 16,-3-7-1-16,2 3-1 0,1-3 0 15,-2-3 2-15,4 0 2 0,-2-1-1 0,-3-5 3 0,1 0-3 16,-1-4 0-16,3-2-1 0,-3 3 0 0,2-3 0 16,-2-1 6-16,-2-1 29 0,2 2 26 0,0-5 28 15,0 5 32-15,0-5 44 0,0 0 29 0,0 0 32 16,0 0 14-16,0 0-2 0,-5-10-26 0,1-3-23 16,-1-11-24-16,-1-10-25 0,-4-16-34 15,5-3-18-15,1 0-13 0,-2-3-6 0,5-2-14 0,1-22-9 16,2 22-4-16,3 2-9 0,2-3 1 0,2 4-7 15,0 5-5-15,0 1-2 0,-2 15-3 0,2 1-5 16,0 3 5-16,-4 6-8 0,-1 5 1 0,1 2-9 16,0 2-24-16,0 6-25 0,4-2-35 15,5 2-33-15,4 1-35 0,12 4-21 0,2 2-28 0,1 4-32 16,6 5-37-16,11 3-70 0,-14 6-339 16,2-1-731-16,-4-2 323 0</inkml:trace>
  <inkml:trace contextRef="#ctx0" brushRef="#br0" timeOffset="201131.67">24484 2513 210 0,'0'-4'293'0,"0"4"-17"0,0-6-23 15,0 6-21-15,0-5-31 0,0 5-16 0,0 0-29 16,0 0-22-16,0 0-14 0,0 0-12 0,0 0-9 15,0 22-9-15,0-6-12 0,0 2-7 0,1 1-8 16,-2 10-4-16,1-1-9 0,0 0 0 0,-4-1-3 16,4 3-4-16,0-4-7 0,-5 2-3 0,5-9-3 15,-2-1-3-15,0-1-1 0,1-6-2 0,2-1-2 16,-1-1-5-16,0-2 6 0,0-1 0 0,0-2 26 16,0-4 37-16,-1 7 42 0,1-7 23 0,0 0-10 15,0 0-13-15,0 0-16 0,6-14-11 0,2 3-12 16,-2-4-3-16,2 0-33 0,0-2 16 15,3-6-10-15,1 0-6 0,3 2-8 0,-6 4-2 0,1 2-6 16,-1 1-2-16,3 2-11 0,-7 4 6 0,-3 1-3 16,2 2-3-16,0 1-10 0,2 1-8 0,-6 3-7 15,7-2-7-15,-7 2-4 0,0 0-4 0,15 8-4 16,-10 0-14-16,3 2-18 0,-2 2-28 0,3 3-29 16,1 1-33-16,-2 2-35 0,-1-4-44 15,2 1-85-15,-2-5-277 0,-2 2-629 0,3-3 279 16</inkml:trace>
  <inkml:trace contextRef="#ctx0" brushRef="#br0" timeOffset="201463.29">24954 2738 33 0,'0'0'208'0,"0"0"-13"0,0 0-11 0,0 0-19 15,0 0-21-15,0 0-15 0,0 0-9 0,0 0-14 16,0 0-9-16,0 0-3 0,0 0-1 0,0 0-3 16,0 0 0-16,0 0-4 0,0 0 5 0,0 0-16 15,0 0-4-15,0 0-5 0,0 0-4 0,27-3-8 16,-8 0-2-16,2 2-4 0,8 0-8 0,2-1-1 15,2-1-8-15,0 3 2 0,7-1-5 0,-4 0-4 16,-1 1 1-16,-3-2-5 0,-2 2-11 0,-1 0-13 16,-10 0-23-16,-6-1-26 0,1 1-27 0,-5 0-27 15,-4 0-55-15,-5 0-200 0,4-5-392 0,-4 5 174 16</inkml:trace>
  <inkml:trace contextRef="#ctx0" brushRef="#br0" timeOffset="201695.65">25124 2625 259 0,'0'-5'275'0,"0"-1"-12"15,0 0-2-15,0 3-4 0,1 0 0 0,-1 3-18 16,0-9-10-16,0 9-36 0,3-3-4 0,-3 3-13 0,0-2-23 16,0 2-18-16,0 0-24 0,0 0-15 0,0 0-20 15,0 0 0-15,1 13-17 0,-1-4-1 16,-1 5-11-16,2 3 9 0,-2 1-16 0,1 3 0 15,0 3-19-15,0 0 12 0,1 1-19 0,3-6-28 16,-3 1-26-16,3-2-29 0,0 2-20 0,0-4-32 16,2 0-52-16,-1-7-90 0,2 2-211 0,-3-5-514 15,1-2 227-15</inkml:trace>
  <inkml:trace contextRef="#ctx0" brushRef="#br0" timeOffset="202062.73">25574 2576 47 0,'0'-3'349'0,"0"3"-11"0,0-4-20 16,0 4-30-16,0-5-28 0,0 5-23 0,0 0-27 15,0 0-35-15,0 0-4 0,0 0-26 0,0 0-5 16,0 0-17-16,0 0-21 0,2 12-10 0,1-3-6 15,-2 1-8-15,2 3-13 0,-2 4-6 0,-1 2-17 16,0 0 7-16,0-1-4 0,0 7-18 0,1 1 13 16,2-6-2-16,-3 0-11 0,-3 0 3 15,2-2-4-15,2 2 7 0,-2-4-16 0,1 0 5 16,0-4-6-16,0 2 5 0,1-5-8 0,-1 1 1 16,-1-5-2-16,2 2 3 0,-1-2-1 0,0-2-1 0,0-3 2 15,0 10 2-15,0-10 2 0,0 4-15 16,0-4 26-16,0 0 10 0,-1 5-9 0,1-5 4 15,0 0-1-15,0 0-11 0,0 0-8 0,0 0-23 16,8-12-17-16,-7 5-35 0,2 4-36 0,-1-4-50 16,1-2-37-16,2 0-65 0,-1-2-301 0,-2-1-595 15,1 0 263-15</inkml:trace>
  <inkml:trace contextRef="#ctx0" brushRef="#br0" timeOffset="202313.74">25861 2409 182 0,'8'15'213'0,"0"12"-8"16,3 1-5-16,0 3-12 0,1 3-13 0,1 15-12 15,-5-1-10-15,3 0-11 0,-6-2-12 0,-5 0-9 16,-2 0-13-16,-6-2-6 0,1-8-11 0,-10 7-11 15,-4-1-11-15,0-13-11 0,-5 0-26 0,-15 5-39 16,0-5-46-16,-3-3-50 0,-5-3-57 0,-7-8-189 16,-6-5-376-16,6-4 166 0</inkml:trace>
  <inkml:trace contextRef="#ctx0" brushRef="#br0" timeOffset="202713.67">24522 2230 53 0,'-9'12'134'16,"-6"16"-15"-16,-3 3-2 0,-7 14-22 15,-4 6 6-15,-10 26 31 0,11-24-10 0,-8 25-2 16,9-27-5-16,9 2-9 0,3-3-1 0,6 1-14 15,5 1 8-15,9-7 1 0,0-9-13 0,16 8-7 16,4-6 0-16,10-4-2 0,6-4-1 0,10-5-6 16,6 0-5-16,29 1-4 0,3-10-6 0,-21-9-17 15,32 3-30-15,-2-6-46 0,1-6-96 0,-34-1-225 16,31-6-387-16,-32 2 172 0</inkml:trace>
  <inkml:trace contextRef="#ctx0" brushRef="#br0" timeOffset="203028.34">26458 2675 292 0,'0'0'376'0,"0"-5"-29"0,0 5-23 16,1-5-36-16,3 3-28 0,0-2-23 0,1-1-32 15,9 2-24-15,4-4-21 0,1 4-31 0,3-1-43 16,6 1-42-16,0 0-58 0,3 2-58 0,-3 1-80 15,0-1-107-15,-6-2-147 0,-3 1-439 0,-2-2 195 16</inkml:trace>
  <inkml:trace contextRef="#ctx0" brushRef="#br0" timeOffset="203166.51">26592 2855 156 0,'40'4'187'0,"15"-3"-74"0,5-2-110 16,-1-5-80-16,-2-1-83 0,-4-2 37 0</inkml:trace>
  <inkml:trace contextRef="#ctx0" brushRef="#br0" timeOffset="204082.78">27611 2553 155 0,'0'-4'197'0,"0"-1"-13"0,0 0-4 0,1 1-3 16,-1-1-3-16,1 2 4 0,1-2-21 0,-2 1 0 16,0 4-2-16,1-5 0 0,0 1-13 0,-1 4-9 15,0 0-10-15,0-6-20 0,0 6-4 0,1-2-10 0,-1 2-12 16,0 0-11-16,0 0-7 0,0 0-12 15,0 0-4-15,0 0-9 0,7 8-6 0,-6 0-3 16,2 2-3-16,-2 2-2 0,-1 4 2 0,3 3-6 16,-1 7 4-16,0-1-5 0,1 1-3 0,0-2 1 15,-3 2-3-15,0-7 3 0,1 8-4 0,0-7 1 16,-1-1-4-16,2-2 2 0,-2 0-3 0,0-1 3 16,0-5-1-16,1 1 0 0,0-6-8 0,-1 0 12 15,0 0-4-15,0 0 7 0,0-1 23 0,0-5 37 16,0 7 44-16,0-7 35 0,0 0 22 0,1 5 24 15,-1-5 16-15,0 0 4 0,0 0-18 0,0 0-24 16,8-18-23-16,-3 6-16 0,5-3-16 0,1-1-13 16,0 0-22-16,3-6-15 0,4 3-10 0,-5 4-7 15,-2 1-2-15,2-1-7 0,-4 9-7 0,-4-3-3 16,2 4-4-16,0-2-2 0,-2 1-10 0,-2 4-6 16,1-2-15-16,-2 3-23 0,-2 1-5 0,0 0 5 15,13 5-1-15,-7 1 1 0,0 3-13 0,-3-2 0 16,3 6-4-16,1 2 10 0,-2-1-4 0,2 1-3 15,-2 1-10-15,0-1 0 0,0-3-8 0,-1-1-23 16,1 1-17-16,-1 0-30 0,0-2-24 0,0 0-31 16,-3 1-26-16,1-4-21 0,-2 2-20 0,0-2-34 15,2 0-67-15,-2-7-215 0,4 5-611 0,-4-5 270 16</inkml:trace>
  <inkml:trace contextRef="#ctx0" brushRef="#br0" timeOffset="204597.37">28578 2509 151 0,'0'-6'328'0,"0"1"-26"0,3 3-16 16,-1-2-20-16,-2 4-24 0,0-5-25 0,0 2-22 16,0 3-19-16,0 0-25 0,0 0-16 0,0 0-18 15,0 0-15-15,9 7-14 0,-5 0-3 0,0 5-16 16,-1 5-5-16,0 0-9 0,2 9-1 0,-1-3-6 16,-3 8-6-16,2-4-7 0,-2-1 2 0,-1 1-5 15,3 1-15-15,-2-2 13 0,-1 2-1 0,1-4-4 16,-1-4-8-16,3-1 4 0,-2 0 0 0,-1-4-3 15,0-1-3-15,0-3 2 0,3 1 0 0,-6-6-4 16,3 2 0-16,0-1 4 0,0-7-8 0,0 8 38 16,0-4 27-16,0-4 27 0,0 0 37 0,0 6 34 15,0-6 3-15,0 0-18 0,0 0-19 0,-9-18-14 16,5 6-18-16,-1-5-14 0,-3-3 0 0,2-3-10 16,-3-4-10-16,2-2-9 0,2-4-5 0,0-5-9 15,1-10-5-15,4-3-6 0,2-2-4 0,3 2-6 16,2-2 0-16,2 5-3 0,2 2-2 0,-6 14-4 15,5-1-2-15,-2 4 4 0,1 2-1 0,1 3-2 16,-3 9-6-16,-1 1 4 0,3 1-13 0,1 4 4 16,4-3-14-16,4 2-15 0,9 3-22 0,2 0-23 15,7 5-32-15,0 2-30 0,0 1-39 16,15 4-45-16,-17 1-44 0,-2 3-77 0,0 1-385 0,-4-1-778 16,-1 2 345-16</inkml:trace>
  <inkml:trace contextRef="#ctx0" brushRef="#br0" timeOffset="205357.41">29466 2391 214 0,'0'0'240'0,"0"-5"-16"0,0 5-18 16,1-4-23-16,-1 4-20 0,0 0-18 0,3-2-17 16,-3 2-20-16,0 0-8 0,0 0-8 0,0 0-12 15,5 14-9-15,-5-5-3 0,0 2-9 0,-1 7-5 16,-2 0-5-16,3 7-6 0,-4 1-5 0,3 0-3 16,-3 0-1-16,-2 1-1 0,2-2-4 15,0 0-4-15,1-7 0 0,1 1-3 0,-2-1 3 16,2-5-4-16,-1 2-2 0,3-7-5 0,0 3 1 15,-2-5-4-15,-1 1 14 0,3-2 37 0,0 0 31 16,0-2 39-16,0-3 32 0,0 8 42 0,0-8-11 16,0 0-22-16,0 0-15 0,12-11-19 0,-5 3-13 15,2-1-11-15,5-6-13 0,-2 1-17 0,2-1-4 16,4-4-5-16,0-1-12 0,-2 1-7 0,-2 4-11 16,-1 1-2-16,0 5-6 0,-5-1-1 0,-2 3-14 15,-1 2 9-15,1 0-7 0,-2 2-3 0,0-1-2 16,1 1-14-16,-3 1-26 0,-2 2-9 0,0 0 3 15,7 6-1-15,-3-1-2 0,0-1 0 0,0 7 3 16,1-4 0-16,-1 6-1 0,0-4 2 0,-1 3 3 16,1-1-4-16,0 0-9 0,2 1 0 0,-2 0-34 15,0-4-15-15,-3-1-24 0,3 0-13 0,-4-2-14 16,0 0-8-16,5 0-7 0,-5-5-31 0,3 5-43 16,-3-5-55-16,0 0-229 0,0 0-549 0,0 0 243 15</inkml:trace>
  <inkml:trace contextRef="#ctx0" brushRef="#br0" timeOffset="205612.37">29954 2338 163 0,'8'18'180'0,"2"6"-11"0,-1 2-7 16,1 6-2-16,-1 1-10 0,2 2-12 16,-4 1-8-16,1 10-11 0,-5-10-12 0,-1-1-6 15,-4-2-10-15,-5 0-7 0,1 0-13 0,-7 0-8 16,-2-7-14-16,-7 1-35 0,-5-2-48 0,-1-6-53 16,-3-4-78-16,-3-4-113 0,-1-1-301 0,1-2 134 15</inkml:trace>
  <inkml:trace contextRef="#ctx0" brushRef="#br0" timeOffset="205982.55">29323 2063 47 0,'-9'10'155'0,"-5"4"-11"0,-4 8-12 16,-5 7-10-16,-5 17-2 0,-3 6 0 0,-14 19 2 15,6 8 3-15,12-25-13 0,-6 26-8 0,16-27-7 16,2 1-2-16,7-4-11 0,7 3 20 0,6-2 0 16,8-2-5-16,10 1 1 0,13-3-4 15,11-2-8-15,25 13-2 0,7-14-23 0,4-5-46 16,-27-18-76-16,8-1-129 0,-5-6-161 0,-5-6-376 16,4-4 166-16</inkml:trace>
  <inkml:trace contextRef="#ctx0" brushRef="#br0" timeOffset="207879.95">23561 4345 193 0,'2'-7'232'0,"-2"3"-16"0,0 2-7 16,2-2-18-16,-2 4-30 0,0-5-15 0,0 5-22 16,0-6-11-16,0 6-18 0,0 0-14 15,0 0-9-15,2 13-5 0,-2-2-4 0,0 4-8 0,-2 12-4 16,0-4-1-16,-1 6 3 0,1 3-7 0,-2 3-1 15,1 1-5-15,-1-2-3 0,0 0-1 0,0-2-2 16,0-2-5-16,2 0-1 0,1-4-2 0,0-5-5 16,0-3 3-16,1-3-3 0,-2-3-3 15,2-1-2-15,-1-3 2 0,0 0-2 0,1-4 29 0,0 1 34 16,0 0 39-16,0-1 37 0,0-4 44 0,0 0 24 16,0 0-1-16,0 0-20 0,0 0-28 0,-2-16-13 15,1 4-10-15,0-5-22 0,-1-3-15 0,2-8-10 16,4 1-13-16,-2-7-9 0,0-2-11 15,6-14-9-15,-1 1-6 0,2 3-9 0,0-4-14 0,0 3-1 16,4 0-9-16,-4 14 0 0,2-1-1 0,1 3-6 16,-2 1-4-16,0 3 0 0,1 4-2 0,-5 7 2 15,2 0-9-15,-2 4-2 0,-1 2-6 0,2 2-19 16,0-1-27-16,5 4-43 0,3-1-29 0,-1 5-26 16,4 1-11-16,3 5-40 0,5 5-26 0,2 0-47 15,-1 2-66-15,0 1-273 0,0-2-662 0,1 0 294 16</inkml:trace>
  <inkml:trace contextRef="#ctx0" brushRef="#br0" timeOffset="208397.37">24317 4159 40 0,'2'-3'224'0,"1"-2"-11"0,1 0-18 15,1 2-12-15,-3 1-18 0,6 0-20 0,-3 0-12 16,1-1-12-16,2 3-14 0,1 0-13 0,1 3-5 16,-2-1-14-16,-1 0-7 0,2 2-3 0,-3 0-11 15,1 3-3-15,0 0-5 0,-5 0-6 16,1 1-4-16,-3 1-6 0,0 3-1 0,-2-2-2 0,0 2-5 16,-6 0-4-16,3-2 0 0,-3 0 0 0,-2 3 0 15,1-5-3-15,3 0-4 0,0-1-2 0,0-1 3 16,2-1-4-16,0 1-1 0,2-1-7 15,2 1 4-15,3 0-1 0,0-1 1 0,3-1-2 16,1 1 3-16,4 0-4 0,0 2 2 0,1-1 0 0,3 2 0 16,-4 0-3-16,2-3 1 0,-3 3 2 0,-1-3 0 15,0 3 0-15,-1 0 0 0,-3 0 0 0,-4 0-4 16,-1-1 3-16,-1 1-3 0,-8 1 2 16,-1 2-1-16,-5-1 1 0,-5-2-1 0,-5 1-8 15,-4 0 2-15,-1 0-26 0,1-1-30 0,-2-1-29 16,0-2-47-16,5-5-43 0,-1 0-138 0,7 0-347 0,1-3 154 15</inkml:trace>
  <inkml:trace contextRef="#ctx0" brushRef="#br0" timeOffset="208694.89">24034 4623 149 0,'0'0'200'16,"-4"5"-19"-16,4-5-6 0,0 0-23 0,0 0-7 15,0 0-16-15,11 0-9 0,1 2-11 0,9-2-14 16,7-2-7-16,4 2-9 0,5-3-6 0,2 2-9 0,18-4-5 16,-2 2-7-16,0 0-4 0,2-1-2 0,-5 2-2 15,-12 1 0-15,-5-1-1 0,-3 1-10 16,-11 0 0-16,0 0-1 0,-7 1-4 0,-4 0-2 15,0 0-7-15,-5 0-10 0,-5 0-7 0,12 0 0 16,-12 0-3-16,0 0 6 0,0 0-13 0,0 0-15 16,-29 7-33-16,16-4-35 0,-5-1-38 0,5 2-54 15,-5-4-117-15,5 3-323 0,1-2 144 0</inkml:trace>
  <inkml:trace contextRef="#ctx0" brushRef="#br0" timeOffset="209029.89">24444 4736 64 0,'6'5'198'15,"1"-3"-6"-15,-2 1-16 0,4 2-11 0,0-2-20 16,-3 4-20-16,2 0-2 0,1 0-17 0,-4 4-7 15,0 0-14-15,-1 6-1 0,-1-3-14 0,-6 4-4 16,2 0-15-16,-4 0 2 0,-3 0-2 0,-1-2-6 16,0 1-6-16,-3-3-4 0,1 0-2 0,2-4 0 15,0 0-3-15,4 0-5 0,0-6-2 0,1 1-3 16,0-1 4-16,2-1-3 0,1 0 14 0,-2 2-1 16,3-2 6-16,0-3 5 0,8 2-1 0,1 0-8 15,9-4 0-15,2 4-7 0,2-4-15 0,6-3-32 16,1-3-45-16,2 5-62 0,0-6-79 0,-1 2-144 15,2-7-376-15,0 2 167 0</inkml:trace>
  <inkml:trace contextRef="#ctx0" brushRef="#br0" timeOffset="209730.2">24940 4217 25 0,'0'0'197'0,"1"-4"-17"15,-1 4-17-15,0 0-15 0,16 8-15 0,-7-2-6 16,2 9-7-16,9 3-13 0,-3 8 2 0,1 4-11 15,3 13-3-15,0 6-7 0,-3 4 2 0,-4 2-5 16,-5 3-9-16,0-2-3 0,-9 2-8 0,-4-1-7 16,-6-2-1-16,-1-3-14 0,-8-5-8 0,-3-4-6 15,-5-1-11-15,-5-4-6 0,4-11-28 0,-16 2-25 16,2 0-29-16,8-12-57 0,-2 0-203 0,-14 0-357 16,0-5 159-16</inkml:trace>
  <inkml:trace contextRef="#ctx0" brushRef="#br0" timeOffset="210079.28">24161 4175 76 0,'0'0'154'0,"-3"-4"-19"0,3 4-20 16,-2 12 3-16,-2 0 1 0,-2 7-12 0,-4 11-8 15,0 15-1-15,-5-1-5 0,-2 9-8 0,2 2-3 16,-8 27-3-16,10-26-5 0,2 2-6 0,3 2-6 15,2-4-7-15,4 0-1 0,10-8-2 0,0 1-6 16,3-15-1-16,8-3-4 0,11 8 1 0,-6-13-6 16,17 4-2-16,1-5-14 0,-5-9-19 0,10-2-46 15,7-1-66-15,-16-9-195 0,17-1-331 0,-1-2 146 16</inkml:trace>
  <inkml:trace contextRef="#ctx0" brushRef="#br0" timeOffset="210443.52">25508 4543 252 0,'0'0'316'0,"0"-5"-19"0,0 5-32 0,2-5-28 15,-2 5-25-15,3-5-20 0,2 0-23 0,1 3-13 16,3-1-22-16,1 1-25 0,10-2-33 0,0 1-42 0,3 1-55 16,3 2-59-16,-3-2-78 0,-3-2-207 15,-1 3-396-15,2-2 175 0</inkml:trace>
  <inkml:trace contextRef="#ctx0" brushRef="#br0" timeOffset="210630.34">25602 4630 146 0,'0'3'204'0,"5"2"-12"0,4-1-21 16,3-1-13-16,8-1-20 0,8 1-19 15,2-2-42-15,4-1-83 0,2-1-195 0,0-4-216 0,3 1 97 16</inkml:trace>
  <inkml:trace contextRef="#ctx0" brushRef="#br0" timeOffset="212929.16">26651 4178 18 0,'1'-4'168'0,"-1"4"-9"0,3-6-3 16,-2 4-13-16,-1 2-8 0,0-3-11 0,3-1-12 16,-3 4-12-16,0 0-15 0,0 0-7 0,0 0-9 15,0 0-3-15,5 7-10 0,-5 1 1 0,5 1-7 16,-4 4-3-16,3 4 2 0,-3 3-7 0,2-1 1 15,-2 8 2-15,3 0-2 0,-1 1-4 0,-1 2-3 16,1-2 0-16,-2 1-6 0,4 2 0 0,-1-3-1 16,-3 4 1-16,3-3-4 0,0-2-7 0,-3-8 3 15,1 1 4-15,-1-2-10 0,0-1 1 0,-1 0-1 16,3-5-3-16,-2 0-3 0,0-6 2 0,1 3 4 16,-2-2 13-16,0-4 10 0,0 4 18 0,-2-4 16 15,2-3 31-15,2 6 21 0,-2-3 21 0,0-3 28 16,0 0 26-16,0 0 15 0,0 0 1 0,0 0-25 15,0 0-19-15,-7-21-19 0,6 6-11 0,-2-3-17 16,-2-10-16-16,1-1-3 0,3-2-17 0,-4-2-11 16,1-2-10-16,3-15-4 0,-3 1-8 0,4-1-8 15,1-1-7-15,3 0-8 0,4-1-2 0,-3 1-5 16,0 5-5-16,-2 0 0 0,2 13-7 0,-1 3-1 16,3 1-1-16,-1 5-3 0,0 4-1 0,-1 6 1 15,-1 2-4-15,2 2-22 0,2 0-22 0,6-1-31 16,4 3-14-16,8 1-15 0,5 6-19 0,1 2-7 15,6 2-17-15,13 6-11 0,-13-1-23 0,-1 2-28 16,12 7-41-16,-13-4-57 0,-3 2-284 0,-2 0-636 16,-4-1 282-16</inkml:trace>
  <inkml:trace contextRef="#ctx0" brushRef="#br0" timeOffset="213449.31">27697 3959 135 0,'-2'-4'270'0,"4"-2"-5"0,0 1-20 0,-2 2-20 16,0 3-20-16,0-6-20 0,0 6-16 0,2-2-20 15,-2 2-21-15,0 0-14 0,0 0-12 0,0 0-14 16,0 0-9-16,4 10-6 0,-4 0-7 0,2 0-7 16,0 7-5-16,-1 2-9 0,2 7-1 0,-2-1-8 15,3 0-1-15,-2-1 1 0,0-5-2 0,2 1 5 16,-3-2-16-16,1 0-3 0,1 0 2 0,1-1 1 15,-3-5-7-15,-1 1 1 0,3-4-8 0,-3-2-2 16,1-1-19-16,0 1-17 0,-2 0-16 0,1-3-17 16,-1 1-8-16,-2-2-22 0,2 0-35 0,1-3-46 15,-9 4-62-15,4-4-127 0,5 0-393 0,0 0 174 16</inkml:trace>
  <inkml:trace contextRef="#ctx0" brushRef="#br0" timeOffset="213768.25">27483 4393 175 0,'0'0'213'0,"-6"4"6"0,6-4-7 15,0 0-16-15,0 0-18 0,0 0-18 0,0 0-16 16,21 1-17-16,-3-2-11 0,12-2-13 0,4 1-9 15,2-1-7-15,1 2-14 0,17-4-5 0,-2 2-8 16,-11 1-5-16,14-2-7 0,-15 1-2 0,-1 0-7 16,-6-1-7-16,-2 3 3 0,-8-1-4 0,-3 0-5 15,-7 2 0-15,-1-3-2 0,-5 3-4 0,0 0-3 16,-2-1-6-16,-5 1-2 0,8-1-4 0,-3-1-3 16,-5 2-10-16,0 0-8 0,0 0-9 0,0 0-6 15,-22-1-26-15,12 2-22 0,-2-1-39 0,2 2-32 16,-4 0-51-16,4-2-127 0,-2 3-355 0,2-1 157 15</inkml:trace>
  <inkml:trace contextRef="#ctx0" brushRef="#br0" timeOffset="214224.4">27833 4482 67 0,'0'0'172'0,"7"2"-5"0,-2-1-12 16,2 3-7-16,0 2-18 0,2 0-11 0,1 2-11 0,-1 4-14 16,2 1-2-16,-4-4-11 0,-1 3-3 0,4 3-8 15,-6-1-11-15,1 1-3 0,-5 2-1 0,0 1-6 16,-5-1 0-16,3 3-6 0,-5-2-6 15,-3 1 6-15,-3 4-9 0,1-8-5 0,0 2 3 16,-1-2-5-16,-1-1-2 0,1-1-4 0,3-2 2 16,3-3-4-16,-2-1 5 0,2 1-5 0,1-2-6 0,2-3 4 15,0 2 1-15,3-3 13 0,-2 0 8 0,1 3 6 16,2-5 14-16,1 5 13 0,-1-5 1 0,12 0 0 16,-2 1-5-16,1-1-4 0,3 0-6 15,4-1 2-15,1-1-14 0,-1 2 1 0,1-1 4 16,-1 0-5-16,0 0 1 0,-4 1-2 0,4-2 6 15,-8 2-12-15,-1-3-4 0,-2 3 0 0,-1 0-4 0,-6 0 5 16,10 0 1-16,-10 0 0 0,8-1-5 16,-8 1-4-16,0 0-4 0,6 0-4 0,-6 0-6 15,0 0-15-15,0 0-9 0,7-1-24 0,-7 1-23 16,0 0-29-16,0 0-35 0,0 0-52 0,0 0-58 16,1-3-237-16,-1 3-506 0,0 0 225 0</inkml:trace>
  <inkml:trace contextRef="#ctx0" brushRef="#br0" timeOffset="-214544.96">28426 4299 106 0,'0'0'162'0,"0"0"-10"0,0 0-10 15,0 0-6-15,0 0-6 0,0 0-4 16,0 0-6-16,0 0-7 0,21-3-13 0,-8 3-7 15,4 0-10-15,4-3-11 0,-2 2-8 0,10 2-4 16,1 1-6-16,0-1-9 0,1-4-13 0,1 0-7 0,-1 1-26 16,-5 0-18-16,-5 2-25 0,-3-2-37 15,-7 0-33-15,2 0-146 0,-7 0-280 0,-2 1 124 16</inkml:trace>
  <inkml:trace contextRef="#ctx0" brushRef="#br0" timeOffset="-214298">28564 4151 106 0,'-1'-2'285'0,"1"2"-5"0,0-6-14 0,0 6-21 16,0-3-25-16,0 3-18 0,-1-6-22 0,1 6-23 15,0 0-18-15,2-2-25 0,-2 2-12 16,0 0-12-16,5 11-10 0,-5-1-6 0,4 3-10 15,-3 3-8-15,3 1-6 0,1 2-4 0,0 7 0 16,0-2-4-16,3 3-15 0,2-2-23 0,-2 5-29 16,-3-2-37-16,4-1-30 0,0-4-55 0,0-1-74 15,-5-5-167-15,4-1-421 0,-3-7 186 0</inkml:trace>
  <inkml:trace contextRef="#ctx0" brushRef="#br0" timeOffset="-213972.17">29020 4132 104 0,'0'-3'276'15,"0"3"-18"-15,0-6-26 0,0 4-20 0,0 2-22 16,0 0-19-16,2-5-19 0,-2 5-19 0,0 0-13 15,0 0-13-15,0 0-11 0,0 18-10 0,-2-7-9 16,2 1-7-16,0 3-7 0,0 2-8 0,0 3-2 16,0-3-6-16,0 1-2 0,0 0-3 0,0 2-4 15,0-2-3-15,2-1-6 0,-4 3 1 0,4-3 0 16,-2 0-3-16,2-4-2 0,-2-3-4 0,0 1-3 16,0-5-5-16,-2 1-6 0,0-1-8 0,2 0-11 15,-1-1-5-15,2-1 0 0,-2-1 3 0,1-3-45 16,0 0-56-16,0 0-52 0,0 0-44 0,-6-12-165 15,6 4-405-15,-2-3 180 0</inkml:trace>
  <inkml:trace contextRef="#ctx0" brushRef="#br0" timeOffset="-213735.15">29155 4025 183 0,'6'-4'210'0,"-6"4"-19"15,1-3-21-15,-1 3-23 0,0 0-13 0,0 0-12 16,8 10-4-16,-4-1-5 0,2 6-5 0,2 6-9 16,-1 6-6-16,2 5 1 0,-2 2-2 0,0 16-1 15,-2-3-4-15,-3 6-2 0,0 2-7 0,-2 3 3 16,-5-2-14-16,-6 0-8 0,0-4-5 0,1-3-2 16,-5-3-7-16,-1-12-3 0,-6 7-12 0,2-12-15 15,-4-2-30-15,-4-4-51 0,-4 0-38 0,-13-2-66 16,-7-3-215-16,3-6-415 0,11-8 184 0</inkml:trace>
  <inkml:trace contextRef="#ctx0" brushRef="#br0" timeOffset="-213035.05">27557 3845 8 0,'-1'-2'193'0,"-2"-3"-22"16,3 5-20-16,0 0-23 0,0 0-11 0,-10 8-7 15,1 1-13-15,0 11-7 0,-6 9-3 0,-9 16-10 16,2 7 10-16,-10 24-11 0,10-19-2 0,-6 25 3 16,8-27 6-16,-2 28-1 0,9-24-11 0,9 1 0 15,-1 0 15-15,10-6 2 0,3 1 1 0,6-6 2 16,3 0-7-16,3-2-4 0,6-6 4 0,3-2-3 16,-5-12-5-16,4-2-5 0,-6-2-8 0,4-3-3 15,-6-4-8-15,-3-2-3 0,-3-3-5 0,-5-4-6 16,-1 0-3-16,-1-2 1 0,-2-2-6 0,-1 1 8 15,3-1 26-15,-4-1 10 0,0 0 11 0,-3-2 5 16,4 3 1-16,-4-3-8 0,5 2-10 0,-5-2-6 16,0 0-10-16,0 0-14 0,6 0-24 0,-6 0-64 15,7-4-79-15,0 1-83 0,9-6-79 0,0 4-250 16,3-2-578-16,4 0 255 0</inkml:trace>
  <inkml:trace contextRef="#ctx0" brushRef="#br0" timeOffset="-210688.46">29589 4357 6 0,'0'0'197'15,"0"0"-12"-15,0 0 3 0,0 0-7 0,0 0-3 16,0 0-3-16,0 0-2 0,0 0-4 0,0 0-5 16,-1-3-7-16,1 3-2 0,0 0-8 0,0 0-10 15,0 0-11-15,0 0-6 0,0 0-13 0,0 0-10 16,9-3-14-16,-4 1-14 0,0-1-6 0,6-1-12 15,3 1-20-15,4-1-18 0,0 2-36 0,1-3-25 16,9 1-27-16,-5 3-28 0,-1-4-38 0,5 0-23 16,-7 3-60-16,-1-2-142 0,-2 0-396 0,-6 4 175 15</inkml:trace>
  <inkml:trace contextRef="#ctx0" brushRef="#br0" timeOffset="-210491.63">29636 4468 39 0,'-2'3'155'16,"2"-3"5"-16,5 4 4 0,-5-4-7 0,16 5-19 15,-3-5-11-15,5 0-10 0,10 0-14 0,0-2-13 16,5 2-35-16,1-3-57 0,-2 3-60 0,0-2-146 16,-3-3-223-16,-1 3 99 0</inkml:trace>
  <inkml:trace contextRef="#ctx0" brushRef="#br0" timeOffset="-210142.91">30386 4063 208 0,'0'-6'278'0,"0"0"-7"0,3 1-15 16,-2 1-13-16,-1-1-21 0,0 1-19 0,0 1-18 16,0 3-20-16,4-5-22 0,-4 5-20 0,0 0-12 15,0 0-11-15,0 0-15 0,0 0-5 0,5 14-14 16,-5-2-5-16,4 5-4 0,-3 3-7 0,0 4-7 15,1 1 3-15,0 1-9 0,2 0 0 0,-1 2 4 16,-1-2-14-16,2 1-2 0,1-2-1 0,-1-7-1 16,1 2-1-16,-4-2-8 0,2-2-20 0,-1-2-21 15,0-2-19-15,-1 0-16 0,0-4-20 0,-2 0-24 16,1-2-24-16,1-1-27 0,-1 2-21 0,2-4-53 16,-2-3-140-16,-3 4-401 0,3-4 178 0</inkml:trace>
  <inkml:trace contextRef="#ctx0" brushRef="#br0" timeOffset="-209849.11">30289 4584 135 0,'-4'3'239'0,"4"-3"-2"0,-2 4-7 0,2-4-10 15,0 0-20-15,0 0-18 0,0 0-21 0,9 4-15 16,0-6-15-16,11 1-12 0,-2 0-16 0,10 0-5 16,4-3-14-16,0 0-7 0,2 1-10 0,4 1-7 15,-3-4-4-15,-3 2-8 0,-5 4-6 0,-4-3 0 16,-4-1-3-16,-5 1-7 0,-3 3-4 0,-2 0 0 16,-3-2-7-16,2 2-11 0,-3-2-18 0,-5 2-14 15,6-1-11-15,-6 1-16 0,0 0-19 0,0 0-14 16,0 0-33-16,0 0-40 0,-28-2-63 0,15 2-130 15,-5 0-376-15,7 2 166 0</inkml:trace>
  <inkml:trace contextRef="#ctx0" brushRef="#br0" timeOffset="-209485.33">30398 4722 93 0,'0'0'168'0,"0"0"-9"16,5 6-19-16,-1-3-18 0,2 0-11 0,-1 2-12 16,4-1-12-16,1 4-5 0,-3 0-11 0,-1 1-1 15,1 1-17-15,0 2-7 0,-4-1-5 16,-1 6 0-16,-2 0-5 0,0 0 0 0,-4 1-6 15,-4-2 6-15,1 2-6 0,-7 3 1 0,3-4-3 0,-1-2-1 16,-2-1 2-16,4-2-3 0,-2-2 2 16,2 1 0-16,5-5-5 0,0 1-4 0,1-1-3 15,0-2 1-15,0 1-5 0,3-2 9 0,-4-1 16 16,5-2 1-16,-2 5 2 0,2-5 9 0,2 7 8 16,4-7 3-16,3 3-2 0,9-2-5 0,3-1-4 15,9-2-8-15,-1-1-32 0,6-1-45 0,-1-3-65 16,6 2-108-16,-5-7-125 0,-2 1-362 0,0-1 161 15</inkml:trace>
  <inkml:trace contextRef="#ctx0" brushRef="#br0" timeOffset="-208970.04">31345 4286 123 0,'0'-4'316'0,"1"1"-18"0,-1 3-23 16,-1-6-23-16,1 6-27 0,0-5-27 0,0 5-23 16,0 0-19-16,0 0-30 0,2-2-11 0,-2 2-6 0,0 0-25 15,3 16-9-15,-2-6-12 0,-1 2-1 16,3 7-11-16,-3-3-3 0,1 6-3 0,-2 3-7 15,-1 1-3-15,6-2 3 0,-4 6 2 0,3-1-14 16,-3-6-2-16,0 4-2 0,2-7-4 0,-4-1 0 16,2 0-4-16,0-2-2 0,0-4-2 0,0-1 6 15,0 0-2-15,-2-3-2 0,2-4 5 0,0 2-4 16,0-4 0-16,-1 2 9 0,1-2 10 0,0 3 7 16,0-6 17-16,0 0 14 0,0 5 23 0,-1-2 30 15,1-3 23-15,0 0 30 0,0 0 0 0,0 0-22 16,-5-12-14-16,2 2-23 0,-6-5-9 0,4-4-11 15,-3-9-5-15,2-2-4 0,1-3-12 0,-1-2-8 16,6-12-9-16,0-5-12 0,6 5-2 0,-1-3-8 16,1 2-5-16,2 2 1 0,0 15 0 0,-1-1 5 15,1 5-4-15,-1 3-1 0,-4 7-4 0,3 2-5 16,0 5-1-16,-4-1-7 0,5 3 1 0,1-1-10 16,-1 1-20-16,7 3-18 0,4 1-27 0,0 4-27 15,1 0-42-15,-1 3-34 0,4 6-32 0,-3-2-30 16,-1 3-36-16,5 5-42 0,-7-4-74 0,-1-1-247 15,-3 2-673-15,2-3 297 0</inkml:trace>
  <inkml:trace contextRef="#ctx0" brushRef="#br0" timeOffset="-208585.26">32019 3967 226 0,'2'-4'312'0,"-2"1"-7"0,1-1-17 16,0 1-15-16,0-1-31 0,-1 4-24 0,2-5-24 15,-2 5-22-15,2-2-23 0,-2 2-14 0,0 0-25 16,0 0-13-16,0 0-21 0,0 10-1 0,2-1-6 16,0 3-11-16,-2 5-7 0,0 3-6 0,0 7-1 15,-4 2-9-15,0-2 3 0,3 3-6 0,-1-2-15 16,0 1-23-16,2-2-29 0,-2 0-20 0,0-6-22 15,-1 2-18-15,-1-5-29 0,1-1-63 0,-4-2-260 16,3-6-485-16,0 3 214 0</inkml:trace>
  <inkml:trace contextRef="#ctx0" brushRef="#br0" timeOffset="-208292.22">31805 4450 121 0,'0'0'222'16,"-8"2"1"-16,8-2 4 0,0 0-1 0,0 0-2 15,-6 0 2-15,6 0-1 0,0 0-8 0,0 0-20 16,0 0-14-16,0 0-16 0,0 0-21 0,15-6-9 16,0 3-24-16,3 1-9 0,10-4-9 0,0 3-9 15,3-1-7-15,1-1-11 0,-1 0-4 0,2-1-13 16,-4 0-3-16,2 2-6 0,-11 2-7 0,0-3 3 15,-8 3-7-15,1 0-3 0,-3 0-8 0,1 1-6 16,-4-1-10-16,-2 0-30 0,-5 2-7 0,11 0-32 16,-11 0-37-16,0 0-25 0,0 0-28 0,0 0-42 15,-16-5-46-15,6 5-210 0,1 0-489 0,-1 0 216 16</inkml:trace>
  <inkml:trace contextRef="#ctx0" brushRef="#br0" timeOffset="-207837.15">31935 4550 258 0,'0'0'252'0,"-6"0"-21"16,6 0-25-16,0 0-20 0,0 0-21 0,1 5-13 15,-1-5-15-15,8 5-12 0,-2-3-13 0,4 3-16 16,-3-1-9-16,0 2-9 0,0 1-7 0,0 0-11 16,1 1-3-16,-3 1-9 0,0 0-3 0,0 4-1 15,-3-1-3-15,3 3-6 0,-5-1-1 0,-4 3-1 16,1 0-5-16,-4-1 3 0,-1-1-5 0,-3 0-2 16,2 0 1-16,-2-1-5 0,2-4-2 0,-1 0 2 15,1-3-1-15,4 0-2 0,-1-2-1 16,-1 0 1-16,2-1-2 0,3 1 17 0,-1-3 28 0,-1 1 29 15,4-3 33-15,-4 1 16 0,4-1 19 0,-1 3 2 16,1-3-1-16,0 0-14 0,0 0-22 0,21-4-10 16,-9 1-12-16,1 1-10 0,4-5-10 15,-1 5-5-15,1-1-9 0,0-1-4 0,-2 1-9 0,2-2-11 16,-3 3 4-16,-3-1-10 0,0 1-2 0,-3 1-3 16,0 1-6-16,-3-1 2 0,1-2-24 0,-6 3-5 15,9 0-20-15,-9 0-15 0,7-1-27 0,-7 1-19 16,4-1-23-16,-4 1-83 0,2-5-62 0,-2 5-46 15,0-8-43-15,0 4-244 0,0 4-632 0,0-10 280 16</inkml:trace>
  <inkml:trace contextRef="#ctx0" brushRef="#br0" timeOffset="-207519.38">32377 3984 118 0,'0'-3'256'0,"0"3"-28"0,0-3-24 15,0 3-20-15,0 0-21 0,8 12-12 0,-3 2-15 16,0 12-11-16,3 3-8 0,-2 3-15 0,0 14-3 15,2 1-6-15,-4 4-8 0,-1 0-4 0,-5 8-8 16,0-1 0-16,-2 0-8 0,-4 2-7 0,2-4 0 16,-4-3-5-16,-5-2-5 0,-2-1-5 0,1-18-2 15,-7 12-8-15,-6-1-11 0,-6-8-10 16,-3-1-24-16,-4-6-44 0,-3-4-46 0,-5-4-90 0,1-5-202 16,-3-3-425-16,18-8 188 0</inkml:trace>
  <inkml:trace contextRef="#ctx0" brushRef="#br0" timeOffset="-207137.36">31872 3981 167 0,'-6'10'174'0,"-4"7"4"0,-11 9-17 15,-6 17-8-15,-3 4-11 0,-2 7-3 16,-13 20-9-16,0-1-10 0,19-20-12 0,-10 23-4 0,13-23-8 16,4 5-6-16,7-6 16 0,6 2 6 0,11-1-6 15,3-2 0-15,9-5-7 0,8 0 6 0,9-4-16 16,7-5-9-16,10-4-48 0,7-5-88 0,29 2-124 16,-27-16-214-16,2-2-427 0,2-5 190 15</inkml:trace>
  <inkml:trace contextRef="#ctx0" brushRef="#br0" timeOffset="-204202.73">24154 6020 201 0,'0'-4'242'15,"-1"0"-13"-15,0 1-14 0,1 3-19 0,0-5-21 0,0 5-17 16,0 0-15-16,0 0-19 0,0 0-17 15,0 0-14-15,0 0-8 0,0 0-9 0,0 0-7 16,5 20-6-16,-1-6-4 0,-2 5-2 0,2 5-3 16,0 4-2-16,1-4-6 0,-1 3-4 0,0 1-5 0,-2-1-1 15,1 0 1-15,-1-5-9 0,0 5-2 0,-1-8-1 16,-1 0-4-16,0 1 0 0,0-2-3 0,3-3-3 16,-2-2-1-16,-1-2-2 0,0-3 19 15,0-1 0-15,0 0-1 0,0-3 21 0,0-1 21 0,1 2 25 16,-1-5 41-16,-1 5 37 0,1-5 33 0,-1 4 28 15,1-4-10-15,0 0-26 0,-8-16-19 0,4 4-17 16,-4-4-18-16,2-3-15 0,-2-5-13 16,3-4-8-16,0 1-14 0,1-3-9 0,1-4-11 15,3-4-14-15,1 3-4 0,4-12-12 0,-1 10-6 0,5-8-6 16,-3 11-6-16,3 5 3 0,0-2-14 0,1 9 7 16,1-3-8-16,-2 9 0 0,2-1-4 0,1 3-21 15,5 1-18-15,-2 1-23 0,2 3-34 0,2 3-29 16,3-1-33-16,0 4-28 0,-2 2-32 0,3 3-29 15,-2 3-48-15,5-1-78 0,-4 1-319 0,-3 0-735 16,-2 3 325-16</inkml:trace>
  <inkml:trace contextRef="#ctx0" brushRef="#br0" timeOffset="-203453.04">24954 5949 8 0,'-5'0'251'0,"5"0"-11"15,0 0-13-15,0 0-4 0,0 0-10 16,0 0-19-16,0 0-10 0,0 0-24 0,0 0-20 15,0 0-12-15,18-3-15 0,-4 1-12 0,-1 1-17 16,6 0-14-16,1 1-16 0,7-1-20 0,-6-1-15 0,0 2-25 16,1-1-21-16,-4-1-17 0,-5 2-17 15,-3-2-9-15,-2 0-11 0,-2 2-4 0,-6 0-6 16,5 0 1-16,-5 0 10 0,0 0 4 0,0 0 12 16,-24-1 6-16,6 2 11 0,0-1-3 0,-5 0 16 0,4 2 5 15,-2-2 10-15,1 4 4 0,0-4 6 16,3 1 9-16,2-1 17 0,2 2 1 0,0-2-4 15,4 0 8-15,0 1 2 0,4 0-5 0,5-1-6 16,-9 1 5-16,4 1-7 0,1-2 2 0,4 0 11 0,-5 3-4 16,3 1 4-16,0-1 10 0,2-3-3 0,-1 5 3 15,2-2 5-15,-2 2 2 0,2-1 5 0,1 1 4 16,0-2 4-16,-1 4 3 0,3 0 2 16,-1-3-2-16,3 4 3 0,2 0-2 0,-2 1 7 0,3 0 0 15,4 3-7-15,1 0-2 0,0 1-3 0,0 1-2 16,0-1 0-16,-1 4-12 0,0-3 1 0,-2 1-3 15,-2 1-4-15,0-1-7 0,0 2-1 0,-4-4-4 16,0 3 2-16,-3-5-11 0,0 4 0 0,-6-6-6 16,0 2 1-16,-2 1-3 0,-1-5-1 0,-5 5 2 15,-3-5 3-15,2 0-3 0,-1-2 1 0,-2-1-2 16,3-3 1-16,1 2 1 0,3-3 0 0,0-3-1 16,-1 2 3-16,2-2 12 0,0 0 9 0,6-1 6 15,-2-2 5-15,3 1-11 0,2 1-6 0,3-2-6 16,2 0-4-16,3 0-10 0,2-3-16 0,5 2-29 15,0 0-38-15,1 0-50 0,2 2-57 0,-2-1-274 16,2-1-500-16,-1 0 221 0</inkml:trace>
  <inkml:trace contextRef="#ctx0" brushRef="#br0" timeOffset="-203154.4">25548 5995 152 0,'0'0'234'0,"2"-4"-21"16,-2 4-23-16,0 0-19 0,0 0-19 0,0 0-9 15,-10 16-16-15,3-6-17 0,1 9-7 0,-11 3-3 0,2 4-8 16,0 1-4-16,-1 3-9 0,0-1-2 16,0 0-8-16,-2 1-9 0,4-1-4 0,0-5-7 15,1 1-4-15,4-1-4 0,-1-7-5 0,5-2-2 16,1-2-1-16,-1-3-6 0,1 0-4 0,-1-1 2 15,4-1-5-15,-3-3 0 0,4 2 0 0,-2-4-2 16,2 1 2-16,-2-1-3 0,2 2 1 0,0-5-4 16,-2 5-2-16,2-5 4 0,-3 2-1 0,3-2-8 15,0 0-4-15,0 0-26 0,0 0-44 0,0 0-60 16,0 0-60-16,-9-12-201 0,7 8-420 0,2-2 186 16</inkml:trace>
  <inkml:trace contextRef="#ctx0" brushRef="#br0" timeOffset="-202865.93">25524 6234 193 0,'0'0'247'0,"0"0"-18"0,0 0-11 0,9 0-10 16,-4 2-12-16,5 1-13 0,-1 2-17 0,0 0-11 15,4 0-12-15,-7 2-15 0,2 1-8 0,1 3-13 0,0 4-8 16,-4-3-11-16,0 2-3 0,-3 3-12 0,-2 3-8 15,-7-1-6-15,1-1-3 0,-3 1-7 16,-3-2-4-16,3 0-4 0,-5-3-1 0,4 1-8 16,1-2-2-16,0-4 0 0,0-3-7 0,4 0 0 15,1-2 5-15,0 1-9 0,0-1 1 0,0-1 0 0,2-1 13 16,-2 1 2-16,4-3 6 0,0 0-8 0,0 0-3 16,20-3-6-16,-9 1 0 0,8-1-35 15,-1-4-28-15,4 3-47 0,-3-4-49 0,-1-1-73 16,1-1-286-16,5-2-534 0,-7-1 237 0</inkml:trace>
  <inkml:trace contextRef="#ctx0" brushRef="#br0" timeOffset="-202636.61">25831 5934 41 0,'0'0'231'0,"0"0"-25"0,0 0-16 0,0 0-15 15,15 12-11-15,-10-3-9 0,7 5-12 16,-2 3-2-16,4 9 0 0,0 5-8 0,4 13-3 0,-5 1-7 16,-2 2-15-16,-4 1-8 0,-5 0-5 0,-6-2-12 15,-3 0-6-15,-6-2-11 0,-1-10-12 0,-4-1-7 16,-9 6-16-16,-1-13-23 0,-8 9-35 0,-3-6-45 16,-5-3-33-16,11-9-70 0,-4-5-203 15,-14 2-408-15,15-6 180 0</inkml:trace>
  <inkml:trace contextRef="#ctx0" brushRef="#br0" timeOffset="-202303.34">24883 5792 111 0,'-2'-4'243'0,"-3"-2"-25"0,4 5-27 16,1 1-18-16,0 0-23 0,-15 12-13 0,4 1-14 16,-5 11-7-16,-2 5-19 0,-4 16-4 0,1 7-8 15,-2 2-3-15,3 3-8 0,-8 28-10 0,9-28-3 16,2 24-1-16,7-27-2 0,6-3 21 0,6-3 3 15,10-1-1-15,-1-3-4 0,9-13-7 0,3-3-5 16,15 7-3-16,3-5-19 0,10-6-28 0,-1-7-37 16,9-1-54-16,5-10-81 0,1-4-253 0,27-1-443 15,-32-3 197-15</inkml:trace>
  <inkml:trace contextRef="#ctx0" brushRef="#br0" timeOffset="-201826.46">26320 6170 4 0,'0'0'319'0,"0"0"-12"15,0 0-16-15,0 0-30 0,0 0-28 16,0 0-26-16,23-6-22 0,-6 3-18 0,5 2-33 0,6-2-38 15,5 0-46-15,-1 2-53 0,0 0-59 0,0-1-81 16,-11-1-198-16,1 1-370 0,-1 2 163 0</inkml:trace>
  <inkml:trace contextRef="#ctx0" brushRef="#br0" timeOffset="-201656.85">26365 6338 101 0,'-4'7'188'0,"3"-3"15"15,1 1 3-15,6-1-16 0,6-2-11 0,8 3-25 0,13-3-38 16,2-2-67-16,3-1-88 0,1-3-186 0,14-3-243 16,-17 2 107-16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6:41:22.44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3806 2007 129 0,'0'0'152'0,"-4"-2"-15"16,4 2-4-16,-5-2-7 0,5 2-1 0,0 0-4 15,-5-3-10-15,5 3 1 0,0 0-8 0,-4-2-3 0,4 2-8 16,0 0 0-16,0 0-10 0,0 0-3 15,0 0-1-15,-4-2 0 16,4 2-5-16,0 0-7 0,0 0-6 0,0 0-6 16,0 0-5-16,0 0-4 0,0 0-9 0,0 0-2 15,0 0-6-15,0 0-4 0,0 0 0 0,0 0-4 16,0 0 0-16,0 0-4 0,0 0-2 0,0 0 2 16,0 0-12-16,0 0-6 0,0 0 2 0,0 0-4 15,0 0 5-15,0 0-8 0,24 0 7 0,-4-3-2 16,12 1 1-16,1-1 1 0,21 0-4 0,1 2 5 0,2-4-4 15,2 2 5 1,0 0-5-16,-4 0-2 0,2 2 2 0,-2-4 0 0,-16 2 1 0,-1 1-7 16,-5 0-3-16,-2 1-1 0,-2-2-14 0,-12 4-10 15,-3-2-26-15,-4 1-29 0,-1 0-30 0,-2 1-18 16,-4 1 1-16,0 1 2 0,-3-3 25 0,-7 5-23 16,-3 0-102-16,-5-3-256 0,-7 3 113 15</inkml:trace>
  <inkml:trace contextRef="#ctx0" brushRef="#br0" timeOffset="449.98">4199 2048 160 0,'-4'-4'232'0,"1"1"-8"0,3-2-7 15,-1 3-14-15,-2-2-12 0,3 4-12 0,-4-5-10 16,3 2-7-16,1 3-19 0,-3-5-10 0,3 5-18 15,-2-3-15-15,2 3-25 0,0 0-30 0,0 0-9 16,0 0-7-16,-10 13-1 0,6-4-3 0,-2 10 0 16,2 7-8-1,-1 2-1-15,-3 22 2 0,3 0-4 0,1 0-3 16,0 5 4-16,3 4-4 0,2 1-1 0,-3 20-1 16,4-28 0-16,1 3-1 0,1-5 0 0,1 0 2 15,-4-3-2-15,4-11-5 0,-1-3 5 0,-2-3-6 16,1 4 2-16,1-8-2 0,-2 4-4 0,-2-6 0 15,2-6 1-15,-4-1 2 0,1-6-1 0,-1 1 2 16,-1-3 3-16,-1 1 9 0,-1-5 4 0,-5-1 0 0,2 0-4 0,-11-4 4 16,1-3-1-16,-4-2 11 0,-4-2 10 0,0-4 24 15,2-2-2-15,-1-5 14 0,2-1 5 0,1 0 9 0,-1 2 7 16,7 3-8-16,1 0 0 0,-1 3-3 0,1-1-1 16,6 3 6-16,0-1 8 0,0 5-19 0,0-1 7 15,3 0-10-15,2 3 4 0,0-1-11 0,-1 0-6 16,5 4-6-16,-6-5-17 0,6 5-10 0,-3-3-42 31,3 3-33-31,-4-4-40 0,4 4-45 0,0 0-55 16,0 0-11-16,0 0-23 0,0 0-57 0,0 0-264 15,14 21-585-15,-10-19 259 0</inkml:trace>
  <inkml:trace contextRef="#ctx0" brushRef="#br0" timeOffset="1118.51">4627 2880 128 0,'1'-6'347'0,"-2"1"-10"0,2-1 1 16,-2-1-16-16,-1 0-4 0,0 2-12 0,0-3-21 0,2 3-14 0,-1-1-20 15,1 2-15-15,-2 0-18 0,2 4-21 0,-2-7-21 16,1 3-18-16,1 4-20 0,-3-3-14 0,3 3-26 16,0 0-36-16,0-5-29 0,0 5-35 0,0 0-34 15,0 0-1-15,0 0 6 0,3 15 5 0,-3-5-1 16,0 2 5-16,0 6 2 0,1 0 3 0,1 6 0 16,-2-5 8-1,1 1 0-15,-1-1-1 0,1 5 5 0,-2-9-4 16,2 2 0-16,0-5 4 0,-1-1 2 0,0-5 1 15,-1 4 2-15,1-3 0 0,0-1 2 0,0-3 1 0,1 3 2 0,-1-2 2 16,0-4-2-16,0 0 16 0,0 0 7 0,-1 6 2 16,1-6-2-16,0 0-3 0,0 0-3 0,0 0 6 15,0 0-2-15,0 0-26 0,-1 4-43 0,1-4-37 16,0 0-56-16,0 0-60 0,0 0-71 0,-3 4-326 16,3-4-642-16,0 0 284 0</inkml:trace>
  <inkml:trace contextRef="#ctx0" brushRef="#br0" timeOffset="1434.97">4325 3305 38 0,'-1'1'298'0,"-3"2"-17"0,0-2-9 15,4-1-10-15,0 0-13 0,-4 3-19 0,4-3-35 16,0 0-7-16,0 0-20 0,0 0-18 0,0 0-15 0,18-1-11 0,-1-2-14 16,11-1-12-16,6-3-10 0,7 3-9 0,13-5-8 15,0 4-4-15,-3-4-9 0,-3 1-7 0,-7 5-1 16,-9-1-10-16,0 1 1 0,-4 0-7 0,-10-1 7 16,0 2-12-16,-5 2-8 0,-2-1 0 0,-3 0-12 15,-2 0-11-15,-6 1-9 0,12 0-21 16,-12 0-27-16,10 0-26 15,-10 0-3-15,0 0-8 0,0 0-17 0,0 0-33 16,-24 10-57-16,7-6-52 0,-3 1-147 0,-2-2-435 16,8 4 193-16</inkml:trace>
  <inkml:trace contextRef="#ctx0" brushRef="#br0" timeOffset="1920.14">4641 3379 135 0,'0'0'347'0,"0"0"-27"0,-3 2-22 0,3-2-23 0,0 0-24 16,0 0-30-16,0 0-16 0,0 6-19 0,0-6-20 0,0 0-19 16,9 1-17-16,-4 0-13 0,4 1-16 0,-1-1-15 15,2 2-5-15,-1 0-11 0,1 3-4 0,-1-1-13 16,1-1-12-16,-2 5-6 0,-3-1-8 0,0 1-10 15,-4 3 0-15,2 0-5 0,-7 6-1 0,-1-3 1 16,-8 9-3-16,-1-1 2 0,-2 0-1 0,-1-2-6 16,-2-3 2-1,2 0 1-15,2-3 2 0,1-3-2 0,-1 1-2 0,3 1-1 16,4-9-4-16,-2 5 2 0,4-3-1 0,2-5 1 16,-1 5 3-16,1-3-9 0,-1-3 7 15,5-1 0-15,-4 5 1 0,4-5 3 0,0 0-1 16,10 12 4-16,-1-10 2 0,4-1 4 0,7-1-1 15,1 1 2-15,-1-1-2 0,8 0 9 0,1-1 3 16,-8 0 0-16,11-1 3 0,-10-1 0 0,5 1 0 0,-9 2 12 0,-7 0-13 16,2 0 3-16,-3 0 13 0,-10 0 1 0,13-2 8 15,-13 2 1-15,10-2 2 0,-10 2 8 0,8-4-8 16,-8 4 7-16,0 0-5 0,0 0-4 0,0 0-6 16,12-1-17-16,-12 1-16 0,0 0-16 0,0 0-27 15,0 0-27-15,0 0-29 0,0 0-37 0,0 0-42 16,0 0-204-1,2-7-255-15,-2 7-673 0,-3-13 297 0</inkml:trace>
  <inkml:trace contextRef="#ctx0" brushRef="#br0" timeOffset="2620.81">5302 2369 131 0,'0'0'215'15,"6"-2"-26"-15,0 2-21 0,-6 0-17 0,12 2-15 16,-4-1-20-16,5 4-8 0,5 0-13 0,-5 2-5 15,6 4-11-15,-5 0-1 0,0 3-6 0,-1 1-8 16,-4 2-4-16,2 2-3 0,-5 0-5 0,0-2-10 0,-6 3-1 0,0-1-3 16,0 2-2-16,-6-3 0 0,-1-1-5 0,-3-1-4 15,1 0 3-15,-4 1-5 0,-1-3 1 0,1-2 2 16,2-3 1-16,3-1 7 0,-1-2 3 0,4 0 9 16,1-2 3-16,-2-1 13 0,2 2 25 15,-1-3 7-15,2 0 29 0,3-2 30 0,-5 3 34 16,5-3 21-16,0 0-10 15,0 0-28-15,0-14-22 0,5 4-20 0,3-5-13 16,3-1-13-16,5-6-12 0,3-2-11 0,-2 2-15 16,2-3-6-16,1 1-9 0,-3 2-3 0,3 1-6 15,-4 2-5-15,-1 5-6 0,-3 1-3 0,-2 3 3 16,-4 2-8-16,1-3 0 0,-2 8 6 0,-1-4-3 16,-2 3-3-16,3 1-4 0,-4 1-10 0,-1 2-13 15,5-5-17-15,-2 2-18 0,-3 3-26 0,0 0-7 0,0 0-8 16,0 0 7-16,0 12 3 0,-4 0 10 0,2 0 3 15,-5 3 9-15,6 3 6 0,-3 0 3 0,2 2 4 0,2 1 9 16,1 3-1-16,0-4-3 0,3-3-15 0,1 0-9 16,0-3-22-16,0 3-8 0,3-6-31 0,1 0-24 15,0-1-33-15,0-4-50 0,1-3-51 0,-1 0-223 16,3-3-538-16,-2-3 238 0</inkml:trace>
  <inkml:trace contextRef="#ctx0" brushRef="#br0" timeOffset="2855.9">5729 2298 120 0,'-1'-5'288'0,"0"2"-31"0,1 3-27 16,-2-5-27-16,2 5-28 0,0 0-15 16,0 0-17-16,0 0-15 0,0 0-9 0,13 17-9 15,-1-5-2-15,6 10-5 0,2 2-3 0,2 3-8 0,-6 5-1 16,11 9-7-16,0 0-1 0,-9-10-9 0,-1 2-4 15,-5 2-6-15,2-4-1 0,-6 1-9 16,-5-3-20-16,-1-1-5 0,-2 0-27 0,-2-2-19 0,-9-2-21 0,-4-1-25 16,-4 0-40-16,-9-3-56 0,-4-3-74 0,-8-4-163 15,2-2-428-15,-12-9 190 0</inkml:trace>
  <inkml:trace contextRef="#ctx0" brushRef="#br0" timeOffset="3154.64">5262 2186 1727 0,'-5'-10'138'0,"-1"1"33"15,3 0-39-15,-4 2-39 0,1-1-30 0,2 3-14 0,0 2-21 16,-1-1-5-16,-4 3-6 0,-1 4-3 0,-3 1-9 15,0 5 7-15,-10 9-5 0,0 7 2 16,-5 13-5-16,-1 8 0 0,2 5-2 0,5 2 6 16,3 5 0-16,5-6-1 0,5 3 1 0,5-4 2 0,11 2 7 15,8-5 1-15,3-2 2 0,13-4 0 0,3-3 3 16,13-4-3 0,8-3-15-16,32 4-24 0,-4-5-53 0,-19-19-73 15,27-2-260-15,-27-6-438 0,34-8 194 0</inkml:trace>
  <inkml:trace contextRef="#ctx0" brushRef="#br0" timeOffset="3669.05">6658 2560 120 0,'-6'-3'206'0,"6"3"-9"0,0 0-6 15,0 0-12-15,-4-1-11 0,4 1-6 0,0 0-4 0,0 0-16 16,0 0-5-16,0 0-5 0,0 0-11 0,0 0-10 15,0 0-12-15,0 0-10 0,0 0-7 0,0 0-7 16,0 0-11-16,36-1-2 0,-17 0-9 16,12 1-6-16,1 0-3 0,1 1-6 0,4-1-27 0,0 0-10 15,1 1 0-15,-2-2-2 0,-1 2 2 0,-3-1-5 16,-1 0 1 0,-2 0-5-16,-9-1-1 0,-2 1-9 0,-4-1-14 15,-5 1-14-15,4 0-16 0,-7 0-22 0,-6 0-20 16,8-1-10-16,-8 1-28 0,0 0-47 0,0 0-124 15,-30 1-339-15,17-1 151 0</inkml:trace>
  <inkml:trace contextRef="#ctx0" brushRef="#br0" timeOffset="3969.18">6763 2823 5 0,'-3'2'278'0,"1"-2"-15"15,2 0-13-15,-6 2-8 0,6-2-13 0,0 0-24 16,0 0-15-16,19-2-25 0,1-2-13 0,11-2-20 16,7 4-11-16,13-5-11 0,3 2-15 0,2 0-12 15,0 0 5-15,-1 0-21 0,-15 1-8 0,-4-2-6 16,-1 4 0-1,-4-2-6-15,-12 3-6 0,-1-2-5 0,-5 1 0 16,-4 0-5-16,1 0-4 0,-6 2-5 0,4-1-16 16,-8 1-27-16,7 0-31 0,-7 0-38 0,0 0-58 15,0 0-69-15,-28-1-210 0,13 2-462 0,-5-1 205 16</inkml:trace>
  <inkml:trace contextRef="#ctx0" brushRef="#br0" timeOffset="9868.49">8558 2068 160 0,'0'0'199'16,"0"-5"-2"-16,0 5-9 0,3-7-13 0,-2 4-18 0,-1 3-12 16,3-2-13-16,-1-3-15 0,2 5-11 15,2-3-11-15,2 1-14 0,3 2-5 0,1 0-10 16,1 1-8-16,5 1-9 0,-3 2-4 0,7 4-8 15,-5 0-6-15,2 2 0 0,-1 2-7 0,-3 1-1 16,4 7-11-16,-5-1-6 0,0 7-2 0,-7-2-7 16,-2 1-1-16,-4 1 4 0,-2-6-1 0,-2 6 2 15,-7-4 0-15,-3 5-1 0,-4-2 2 0,-2-2 5 16,-4-2-6-16,3 0 1 0,-3-3-4 0,0 0 10 16,9-3-10-16,-3-4 1 0,3-1 5 0,4-4-4 0,1 1 0 0,1-2 3 15,2 0 1-15,1-1 3 0,2-1 21 0,-2-2 22 16,3 2 26-16,2-3 16 0,0 0-10 0,0 0-8 15,-4-12-11-15,10 3-7 0,5-6-2 16,2 1-10-16,3-9-4 0,3 1-2 0,0-4-3 16,3 2-5-16,-3-1-3 0,3 3-2 0,-3-3 0 15,3 0-12-15,-1-2 2 16,-4 5 6-16,0-2-9 0,-6 10 5 0,1-2 8 16,-6 6 10-16,-1-1 9 0,0 2 11 0,-1 2 4 15,0 2-6-15,1 0-8 0,-4 2 3 0,0-1-34 16,2 1-17-16,-2-1-33 0,-1 4-13 0,0 0-7 15,0 0 14-15,0 0 1 0,-6 26 6 0,-3-9 4 16,4 12 3-16,-3-3 5 0,3 3 2 0,0-4 11 16,1 4-10-16,8 0 6 0,1-3 1 0,4 0-9 0,4-1-21 15,1 1-34-15,4-8-44 0,8 2-72 0,-1-2-250 16,-1-6-481-16,-5-4 213 0</inkml:trace>
  <inkml:trace contextRef="#ctx0" brushRef="#br0" timeOffset="10338.1">8282 2603 192 0,'0'0'193'0,"0"0"-1"15,-4 2-12-15,4-2-10 0,0 0-14 0,0 0-9 0,0 0-13 16,0 0-14-16,-8 0-13 0,8 0-10 0,0 0-8 16,0 0-13-1,0 0-1-15,0 0-9 0,0 0-8 0,0 0-3 16,0 0-8-16,0 0 0 0,0 0-6 15,0 0-2-15,0 0-8 0,0 0-2 0,24-5-5 16,-10 5 4-16,7-5-8 0,9 2-1 0,3-1-5 16,8 4 0-16,14-3-3 0,0-4 1 0,10 2-1 0,-1 3-4 15,-1 0 3-15,3-4 0 0,-3 3 1 0,-7-2-3 16,-15 4 4-16,-3-1-5 0,-1 2 5 0,-5-4-3 0,-5 4-1 16,-9-2 0-16,-1 0 4 0,-6 0 3 0,-1 1 1 15,-2-1 3-15,-8 2-2 0,13 0-1 0,-13 0 0 16,10-2-6-16,-10 2-10 0,0 0-22 0,0 0-10 15,0 0-21-15,0 0-17 0,0 0-24 0,-23 7-35 16,9-5-34-16,-4 1-49 0,-5-1-112 0,4 0-351 16,-3 0 155-16</inkml:trace>
  <inkml:trace contextRef="#ctx0" brushRef="#br0" timeOffset="10870.05">8605 2762 97 0,'0'0'208'16,"7"-9"-24"-16,-7 9-17 0,9-6-15 0,-3 2-14 0,6 2-12 0,-2-1-13 15,7 3-14-15,-3 0-13 0,4 0-6 0,0 0-5 16,1 0-5-16,-1 0-13 0,2 4-4 0,-2 1-10 16,-3-2-4-16,-1 2-3 0,-1-1-4 0,-3 4-4 15,0-1-3-15,-3 1-3 0,2 1-2 0,-4-2-1 16,-2 5-7-16,-6-1 5 0,-2 3-8 0,-4 2 0 16,-5-1 6-16,-4 7-6 15,-5-7 2-15,1-1-2 0,0 1-3 16,1 1 8-16,-3-1-11 0,1 2 2 0,5-9 1 15,0 2 0-15,2-2-1 0,5-1 4 0,-1 0-5 0,6-1 1 16,-5 0-2-16,6-3-4 0,-1 0-4 0,2 0 9 16,4-3 4-16,-6 6 11 0,6-6-2 0,-3 3 4 15,3-3 0-15,0 0 10 0,21 0-1 16,-2 0 7-16,8-1-3 0,6-1-6 0,0-2-1 0,6 1-4 0,-1 1-2 16,13-4-1-16,-11 5 9 0,-2-2-2 0,1 2-1 15,-1 1 4-15,-1-1-4 0,-3 0 2 0,-2-3-1 16,-1 4-1-16,-13-1-2 0,0 1-2 0,-10-2 8 15,2 0 10-15,-10 2 3 0,15-1 9 0,-15 1 0 16,12 0 14-16,-12 0-14 0,0 0-2 0,11-1-11 16,-11 1-5-16,0 0-14 0,0 0-22 0,0 0-35 0,0 0-34 15,0 0-44-15,0 0-53 0,-39-8-58 0,18 8-206 16,2-4-466-16,-3 3 207 0</inkml:trace>
  <inkml:trace contextRef="#ctx0" brushRef="#br0" timeOffset="11471.49">7894 2809 109 0,'0'0'226'0,"3"-6"-15"0,-3 6-16 16,1-5-21-16,-1 5-20 0,0 0-18 0,2-2-19 15,-2 2-7-15,0 0-15 0,13 4-10 0,-7 1-5 16,3 0-4-16,2 3-11 0,-4 1-1 0,6 6-4 16,-2-2-1-16,1 2-6 0,-2 2-3 0,4 4-3 15,-2-3-4-15,-3 0 0 0,6 2-3 0,-5-3-1 16,0 0-4-16,-3-3-2 0,2-1-1 0,-3-4-6 0,2 1 0 16,-6-4-1-16,2 1-4 0,0-2 5 0,0 0 15 15,-3-2 39-15,-1-3 37 0,4 6 38 0,-4-6 42 16,0 0 33-16,0 0-8 0,0 0-24 0,8-15-24 15,-4-3-16-15,-1 1-14 0,1-8-14 0,1-4-12 16,-2-2-14-16,2-5-11 0,2-16-11 0,0-3-15 16,3-3-8-16,2-23-11 0,-2-2-3 0,-1 26-11 0,-4-27-6 0,4 29-5 15,-4-1 0-15,4 3-4 0,-5 6-5 0,1 14 2 16,-1 1-5-16,0 3-1 0,-3 3-6 0,-1 8 8 16,0 1-9-16,1 5 3 0,2-1 4 0,-2 3-12 15,-1 2 6-15,3 1-2 0,-2 2 4 0,-1-1-19 16,0 3-25-16,3-1-53 0,-1 0-42 0,-2 4-51 15,0-5-52 1,0 5-3-16,0 0-15 0,0 0-17 0,8 13-34 16,-6-6-26-16,-2-2-194 0,2 3-567 0,-1-2 251 15</inkml:trace>
  <inkml:trace contextRef="#ctx0" brushRef="#br0" timeOffset="11916.98">8226 1981 98 0,'0'0'169'0,"0"0"-16"16,0 0-10-16,-5-2-8 0,5 2-18 0,0 0-12 16,0 0-6-16,0 0-10 0,0 0-6 0,0 0-13 15,0 0-5-15,0 0-12 0,0 0-1 0,0 0-11 16,0 0 1-16,0 0-7 0,0 0 0 0,0 0 2 0,0 0-11 16,0 0-3-16,0 0-4 0,0 0 7 0,0 0-9 0,0 0 2 15,0 0-6-15,0 0 6 0,18-1-1 0,5-1-3 16,10-4-5-16,4 5 1 0,22-6 1 15,32-1 2-15,0 2 1 0,-1-1 8 0,2 5 4 16,4-2 7-16,-8 0 7 0,-30 4 2 0,3-4 3 16,-3 2 1-16,-6 0-7 15,-15 2 6-15,0-3-6 0,-4 2-1 0,-7-1-6 16,-6 0-1-16,-6 2-7 0,-2 0 5 0,-4-2-6 0,-2 2 0 0,3 0-6 0,-4 0 0 0,-5 0-1 16,8 0-6-16,-8 0-19 0,0 0-22 0,0 0-27 15,0 0-32-15,-25 2-44 0,14 2-60 0,-11-1-145 16,9-1-366-16,3 1 162 0</inkml:trace>
  <inkml:trace contextRef="#ctx0" brushRef="#br0" timeOffset="13260.49">9955 1547 141 0,'1'-5'165'0,"-1"1"-4"15,0 4-9-15,0 0-10 0,3-3-13 0,-3 3-13 16,0 0-16-16,0-4-11 0,0 4-11 0,0 0-10 16,0 0-13-16,0 0-27 15,0 0-22-15,0 0-8 0,0 0 4 0,0 0 1 16,-3 21-3-16,3-9 0 0,3 8 0 15,-3 6 1-15,1 5-9 0,-1 13 11 0,0 2 1 16,-5 4-1-16,6-2-2 0,-2 3 3 0,0-1-5 16,1 1-1-16,-3 2 4 0,3 4 4 0,-1 2 0 15,2-4 0-15,-5-1-1 0,7 1 4 0,-3-1-11 16,-3-1 10-16,3 0 0 0,0-5 5 0,-1 0-2 0,-4 1-2 0,5-15-3 16,-1 2 2-16,-2-2 0 0,2 0 2 0,-3 2-3 15,4-2 3-15,-2 1-3 0,0-3-1 0,1 3 6 16,1 1-4-16,-3 0 1 0,2-4 0 0,1 2-1 15,-2 0 1-15,2-4-2 0,-2 2 3 0,2 0-1 16,-1 2-2-16,-2-3-1 0,3-2 9 0,3 1-6 16,-6-2-1-1,6-3 1-15,-6-5-5 0,6-2 2 0,-6 2 4 16,3-3-6-16,-1 0 4 0,1-1-4 0,1-3 1 0,-2-3 2 16,-3 3 4-16,4-2 1 0,0 1 0 0,0-2 0 15,-1 3-5-15,1-3 5 0,-2 1 2 16,2-2-3-16,-2 3-7 0,1-1 6 0,-2 0-7 15,2-2 1-15,1 1 2 0,0 2-2 0,-2 1 0 16,-1 4-2-16,2-1 1 0,-1-3 5 0,1 1 2 0,1-1-9 0,0 3-1 16,0-2 3-16,0-2 3 0,0-2-2 0,-4 2 2 15,4 1 3-15,2-3-6 0,-4 1 0 0,2-1-1 16,-1 2 2-16,1-7-3 0,0 7 3 0,0-3-1 16,-1 1-1-16,1 0 0 0,0-1 0 0,-2-1-2 15,4 1 4-15,-2-1 0 0,-2-2-4 0,1 4 2 16,-1-3 1-1,1 0 1-15,1 0 3 0,0 0 2 0,-2 1-6 16,2-3 2-16,0 3 2 0,-1 0-5 0,1-3 6 16,0 2-4-16,-1-2 4 0,-1 0-2 0,2-5 0 15,0 11-2-15,0-8 1 0,0 4-1 0,0-7 2 16,2 7-4-16,-2-7 2 0,0 7-1 0,0-7 2 16,-3 4-2-16,3-4 4 0,0 0-6 0,0 8 5 15,0-8-6-15,0 0 3 0,0 0 0 0,0 0 0 0,0 4-1 0,0-4 1 16,0 0 0-16,0 0 6 0,0 0 4 0,0 0 4 15,0 0 6-15,0 0-1 0,0 0 1 0,0 0 8 16,0 0 3-16,0 0 7 0,0 0 2 0,0 0 13 16,0 0-2-16,0 0 8 0,0 0-1 0,0 0 0 15,0 0-5-15,0 0-3 0,19-1-7 0,-3-6-9 16,13 0-24-16,4-7-42 0,17-1-53 0,9-5-75 0,26-10-277 16,-26 2-471-16,29-13 209 0</inkml:trace>
  <inkml:trace contextRef="#ctx0" brushRef="#br0" timeOffset="13909.09">10023 1615 165 0,'0'0'189'0,"0"0"-14"16,0 0-10-16,0 0-9 0,0 0-10 0,0 0-14 16,0 0-12-16,0 0-12 0,0 0-12 0,0 0-5 15,25-1-10-15,3 0-11 0,12 0-3 0,16-4-48 16,7 3-60-16,28-10-91 0,-38 9-137 0,6-3-289 15,-4-4 129-15</inkml:trace>
  <inkml:trace contextRef="#ctx0" brushRef="#br0" timeOffset="17031.53">11397 1867 121 0,'0'-7'174'0,"0"2"8"15,3-2 2-15,-3 1-4 0,1 1 10 16,-1-3 3-16,2 3-6 0,-2 0-7 0,0-1-5 15,1 2-13-15,0-1-12 0,-1 5-10 0,2-5-18 16,-2 2-13-16,0 3-15 16,2-4-13-16,-2 4-21 0,0 0-41 0,0 0-19 15,0 0-3-15,0 11 2 0,0-3-3 0,1 5 2 16,-1 6 7-16,0 1-4 0,2 10-2 0,-1-3 1 16,-1 4 5-16,1-4-14 0,1 0-3 0,0 3-27 15,0-1-27-15,0 1-33 0,-2 0-31 0,-2 3-43 16,-2-5-190-16,1-8-392 0,-1-1 173 0</inkml:trace>
  <inkml:trace contextRef="#ctx0" brushRef="#br0" timeOffset="17586.21">10668 2546 43 0,'0'0'195'0,"-5"-5"-4"0,5 5-1 16,-5-2-5-16,5 2-8 0,-4-3-15 0,4 3-9 16,0 0-16-16,-5-1-9 0,5 1-23 15,0 0-6-15,0 0-12 0,0 0-9 0,0 0-7 0,-4-3-8 0,4 3-7 16,0 0-10-16,0 0-2 0,0 0-10 0,0 0 5 16,0 0-9-16,0 0-4 0,0 0 4 0,0 0-9 15,0 0-2-15,0 0-1 0,0 0-4 0,0 0-2 16,21 0 1-16,2 2-2 0,9-4 1 0,21 2-2 15,7-1 0-15,37-3-4 0,13 7 1 0,8-6-1 16,11 3-3-16,3-1-6 16,7 5 6-16,-4-4 2 0,6 1-2 15,-4-1 0-15,-1 1 1 0,-4-1-1 0,-17-1-3 16,-4 1 4-16,-46-1 1 0,-1-2 9 0,-5-1 4 16,-6 0 10-16,-17 0 0 0,-1 2 7 0,-6-1 0 15,-7 2 7-15,-8-2 8 0,0 3 1 0,-4-3 7 16,-2 1-2-16,-2 2 6 0,-2 0-3 0,2-3-3 15,-6 3-8-15,6-2-11 0,-4 0-32 0,-2 2-31 0,0 0-40 0,-11-6-36 16,-1 4-40-16,-2 2-42 0,-8 1-66 0,-7-1-162 16,-2 1-446-16,11-1 198 0</inkml:trace>
  <inkml:trace contextRef="#ctx0" brushRef="#br0" timeOffset="18341.41">11141 2842 67 0,'0'-11'264'0,"0"1"-11"0,1-1-13 0,0 2-6 15,1 4-12-15,-2-2-10 16,1 2-22-16,0 1-15 0,1-1-22 15,-2 5-15-15,1-6-21 0,-1 4-14 0,0 2-25 16,0 0-21-16,0 0-7 0,0 0-5 0,7 13-4 16,-4-4-2-16,0 8-4 0,2 7-6 0,-3-6-2 0,5 7-3 15,-5 1 0-15,2 1 0 0,0-2-5 0,0 1 3 16,-2-9-6-16,2 2 1 0,0-2-2 16,-1-2-1-16,-3-3-2 0,2 0 0 0,-1-4-2 0,-1 2 5 0,0-5-3 15,3-1-2-15,-3 1 1 0,1 0 0 0,1-1 1 16,-2-4 2-16,0 6 0 0,0-4-1 0,0-2 2 15,0 0-2-15,0 0 0 0,-2 5 1 0,2-5-6 16,0 0-13-16,0 0-17 0,0 0-63 0,0 0-44 16,-9-1-48-16,9 1-50 0,0 0-191 0,-15-5-454 15,9 4 201-15</inkml:trace>
  <inkml:trace contextRef="#ctx0" brushRef="#br0" timeOffset="18657.72">10866 3217 123 0,'0'0'163'15,"-5"3"-16"-15,5-3-14 0,0 0-10 0,-5 1-16 16,5-1-7-16,0 0 4 0,0 0-18 15,0 0-6-15,0 0-8 0,19 1-4 0,-1-2-3 0,11 1-7 0,7-4-2 16,15 3-13-16,3-2 6 0,7 0-2 0,2-4-1 0,-1 3-3 31,-2-1 6-31,-3 2-16 0,-5-1-7 0,-16 2-4 0,-3 0 1 0,-2 0-3 0,0-1 1 16,-12 3-2-16,-2-2-5 0,-4 2 0 0,-2 0-19 16,-4 0-16-16,0 0-30 0,-7 0 0 0,7 1-7 15,-7-1-15-15,0 0-26 16,-15 5-30-16,1-3-116 0,-3-2-265 0,-1 4 118 15</inkml:trace>
  <inkml:trace contextRef="#ctx0" brushRef="#br0" timeOffset="19089.59">11155 3384 112 0,'-2'3'166'0,"2"-3"-18"16,0 0-16-16,0 0-9 0,11 5-13 0,-3-2-8 15,3-2-17-15,3 6-3 0,-5-4-11 0,5 4-6 16,0-3-6-16,-2 2-8 0,-1 1-6 0,-2 1 0 15,0 1-8-15,0 0 1 0,-4 2-9 16,-2 2 2-16,-2-1-5 0,-2-1-1 0,-6 6-6 0,-3 0-5 16,-4-3 9-16,-5 8-4 0,-3-3-3 0,0-2-3 0,-2 0-3 15,3-2 6-15,-1 0-1 0,3-5 3 0,3 1 3 16,2-1-4-16,1-2 1 0,3-4-5 0,5-2 7 16,0 3-7-16,-3-1-2 0,3-1 0 0,5-3 11 15,-4 3 1-15,4-3 20 16,0 0 4-16,17 2 2 0,1-3-2 0,1 0-6 0,13-2-5 0,1 3-5 0,3-4 3 0,2-2-10 15,-2 3 1-15,1-1-10 0,-2 1-20 0,-1-2-32 16,-1 1-38-16,-6 0-48 0,0-3-81 0,-7 1-107 16,1 0-336-16,-4 0 149 0</inkml:trace>
  <inkml:trace contextRef="#ctx0" brushRef="#br0" timeOffset="19575.82">11991 3131 124 0,'0'0'250'0,"-3"-4"-24"0,3 4-28 0,0-4-20 16,0 4-18-16,0 0-21 0,0 0-17 0,3-3-16 15,-3 3-9-15,0 0-12 0,2 10-11 0,-2-3-4 16,3 2-7-16,-2 4-7 0,2 1-3 0,-1 4-4 16,0-2-2-16,2 5-5 0,-1-3-6 0,0 2-2 15,-2-1-2 1,3-2 6-16,-3 1-11 0,2-3-3 0,-2 3-5 16,-1-7 0-16,0 2 0 0,0-8-5 0,0 2 2 15,1-1 3-15,-1-2 3 0,0 2 13 0,0-2 25 16,0-4 17-16,0 4 21 0,0 0 36 0,0-4 23 15,0 0 0-15,0 0-14 0,0 0-15 0,-10-13-8 16,6 2-16-16,-3-5 0 0,0-4-2 0,1-5-5 16,-1-1-9-16,2-7-3 0,0 1-6 0,4-15-11 0,2 0-5 0,-1 10-13 15,2 4 5 1,2 4-9-16,-1 2 4 0,1 3 0 0,-2 7 1 16,1 0-22-16,0 4 5 0,-1 2 7 0,1-1-4 15,1 4 0-15,-1-1-9 0,0 4-7 0,-1-2-4 16,2 0-6-16,3 4-4 0,2-4-1 0,5 3-22 15,2 1-12-15,3 0-35 0,0 3-26 0,2 2-36 16,1 2-35-16,-3 0-43 0,-1 2-28 0,-2-1-39 16,-4 3-47-16,-3-1-255 0,-2-4-617 0,-1 6 273 15</inkml:trace>
  <inkml:trace contextRef="#ctx0" brushRef="#br0" timeOffset="19992.37">12612 2831 251 0,'2'-6'316'16,"1"-1"-13"-16,-2 2-8 0,2 1-20 0,-2 0-26 16,-1 0-28-16,0 4-27 0,2-5-21 0,-2 2-21 15,0 3-24-15,0 0-33 0,0 0-17 0,0 0-5 16,0 0-9-16,7 13-4 0,-7-4-17 0,2 3 9 15,-2 3-5-15,3 2-7 0,0-3-5 0,-2 3-1 16,0-4-4-16,3 5 0 0,-2-1-5 0,-2 0-1 16,0-4-6-16,2-1-17 0,0-3-14 0,-2 0-28 0,2 2-21 0,-2-4-29 15,-3 2-31-15,2-2-19 0,-1-1-29 0,0-1-31 16,-1 0-211-16,-2 0-444 0,0-3 197 16</inkml:trace>
  <inkml:trace contextRef="#ctx0" brushRef="#br0" timeOffset="20277.5">12429 3149 80 0,'0'0'273'0,"-5"3"2"0,5-3-8 0,0 0-10 15,0 0-15-15,0 0-23 0,0 0-21 0,0 0-22 16,0 0-18-16,29-6-14 0,-6 2-17 0,5 0-12 0,7-4-11 15,2 5-8-15,2-2-12 0,0 1-6 0,1-1-10 16,-1 2-8-16,-1 1-7 0,-3-3-1 0,-4 1-8 16,-10-1-3-16,-4 4-9 0,-4 0-8 0,-3 0-17 15,-2-1-15-15,-1 1-17 0,1 0-15 0,-8 1-12 16,5 0-9-16,-5 0-9 0,0 0 1 0,0 0-5 16,-27 0-13-16,13 1-4 0,3 3-15 0,-2-2-13 0,-6 0-23 0,7 3-29 15,-2 0-27-15,3-1-130 0,-2-1-353 0,4 1 157 16</inkml:trace>
  <inkml:trace contextRef="#ctx0" brushRef="#br0" timeOffset="20662.48">12724 3271 197 0,'0'0'230'0,"-4"2"-19"16,4-2-20-16,0 0-22 0,0 0-19 0,0 0-16 16,5 7-12-16,-1-3-14 0,0-1-10 0,1 2-13 0,0 0-9 15,-1 3-3-15,0-1-9 0,1 2-5 0,-5 1-8 0,4 1 0 16,-4 0-4-16,-3 6-7 0,1-6-3 0,-5 4-4 16,1 2-7-16,-5-3 2 0,2-2-4 0,0 1 0 15,1-3-6-15,-1-1 1 0,1-2-4 0,3 0 0 16,0 0-4-16,0-3 1 0,3 0-3 15,-2-2 2-15,1 2-2 16,3-4 7-16,-1 4 18 0,1-4 16 0,8 3 5 16,0 0 2-16,4-5-2 0,6 4-2 0,1-2-13 15,1 0 8-15,2-2-7 0,0 1-6 0,6-1-1 16,-6 1-1-16,-2 0-7 0,1-1-5 0,-4 0 0 16,-4 0 2-16,-1 1-6 0,-2-1-12 0,-4 1-14 15,3-2-16-15,-5 1-30 0,0-1-43 0,-3-3-44 16,-1 1-39-16,-4 0-41 0,3-3-175 0,-5 0-430 0,-1-2 191 15</inkml:trace>
  <inkml:trace contextRef="#ctx0" brushRef="#br0" timeOffset="20947.72">13072 2832 98 0,'0'0'192'0,"0"0"-10"0,0 0-20 0,6 20-13 0,0-9-11 16,1 8-13-16,6 9-9 0,-1 6-6 0,6 14-7 0,-2 0-8 16,4 4 0-16,-2 0-5 0,0 2-5 0,-8-2-6 0,0-1-7 15,-3-5-8-15,-6-12-4 0,-1 1-6 16,-5-3-2-16,-8 1-5 0,3-4 0 0,-10-2-10 15,0-1-11-15,-8-2-14 0,0-2-26 0,-4-4-32 16,-15 0-50-16,12-7-62 0,-2-4-172 0,3-3-357 16,-3-4 158-16</inkml:trace>
  <inkml:trace contextRef="#ctx0" brushRef="#br0" timeOffset="21264.3">12407 2791 151 0,'-1'-3'219'16,"1"3"-22"-16,-4-2-25 0,4 2-19 0,0 0-15 0,-15 14-14 0,7-1-14 15,-6 9-12-15,0 6-10 0,-4 16-11 0,1 9-2 16,2 3-8-16,-5 27-7 0,7-26-3 0,7 0-2 16,4 2-3-16,9-4-3 0,9-2-1 15,2-6-4-15,17-1 0 0,4-3 1 0,10-8-6 16,3 1-2-16,4-9-12 0,3-6-48 0,-1-4-81 16,0-9-246-16,1-5-379 15,-2-4 168-15</inkml:trace>
  <inkml:trace contextRef="#ctx0" brushRef="#br0" timeOffset="21795.87">13762 2553 177 0,'0'0'168'0,"-5"-1"-4"0,5 1-17 15,0 0-6-15,0 0-12 0,0 0-14 0,0 0 0 16,0 0-11-16,0 0-6 0,0 0-6 0,0 0 0 0,0 0-5 0,0 0-4 15,0 0 1-15,0 0-11 0,0 0-3 0,0 0-5 16,0 0-7-16,21-1-3 0,-5 1-7 0,8 0-4 16,2 0-4-16,8-2-5 0,-2 2-4 0,4-2 0 15,-1 2-6-15,1 0 1 0,-3 0-5 0,2-1 1 16,-7-1-7-16,-8 2 2 0,-3-2 0 0,-3 2-3 16,-5 0 0-16,0 0-4 15,-2 0 4-15,0-1-5 0,-7 1 3 16,9 0-12-16,-9 0-26 0,4-2-34 0,-4 2-48 15,0 0-45-15,0 0-217 0,-22 2-399 0,13-1 177 16</inkml:trace>
  <inkml:trace contextRef="#ctx0" brushRef="#br0" timeOffset="23926.74">15662 1719 114 0,'0'0'225'0,"0"-5"-27"15,0 5-26-15,2-2-19 0,-2 2-27 0,0 0-31 16,0 0-16-16,0 0-7 0,2 14-11 0,-1-4-1 0,-1 2-6 16,0 9-5-16,5 5-1 0,-2 0-8 0,2 3 1 15,-2-3-8-15,0 3-25 0,5-2-23 0,-7 2-33 16,2-2-45-16,-2-1-48 0,-4-1-82 0,3-6-239 15,-1-3 106 1</inkml:trace>
  <inkml:trace contextRef="#ctx0" brushRef="#br0" timeOffset="24384.82">15194 2288 99 0,'0'0'114'0,"0"0"-4"16,0 0-17-16,-10 0-4 0,10 0-4 0,0 0-15 15,0 0-1-15,0 0-4 0,0 0-11 0,0 0 0 16,0 0-3-1,0 0-3-15,0 0-7 0,-9 0 4 0,9 0-3 16,0 0 5-16,0 0-6 0,0 0 9 0,0 0 0 16,0 0-4-16,0 0 5 0,0 0-13 0,0 0 4 15,0 0-13-15,36-3-3 0,-8 0-1 0,8-3-1 16,21-2-2-16,35 4 3 0,12-1 4 0,10-3 0 16,3-1 8-16,7 1-8 0,7 1 6 0,4 0 1 15,9-5 7-15,-6 12 5 0,3-3-8 0,-1-6 13 0,-11 5 4 16,-10-2 4-16,-8 1-4 0,0 5-3 0,-16-4-5 15,-30 4-6-15,1-3-2 0,-10-1-5 0,-4 1-3 16,-15 3-1-16,-5-3-7 0,-9 3-1 0,-4-1 2 0,-6 0-3 16,-3-2 10-16,2 3-3 0,-6-1 4 0,-6 1-8 15,12-1 1-15,-12 1-14 0,6-2-18 16,-6 2-37-16,0 0-33 0,0 0-35 0,-37 0-42 0,11 0-52 0,-7 2-156 16,0-4-390-16,1 5 172 0</inkml:trace>
  <inkml:trace contextRef="#ctx0" brushRef="#br0" timeOffset="25185.93">15148 2643 46 0,'9'-5'167'16,"5"1"-11"-16,-1-1-13 0,6-2-17 0,4 5 3 0,-2 1-23 16,0-1-7-16,7 2-10 0,-6 0-6 0,-1 3-14 15,-1-1-10-15,0 5-3 0,0-2-12 0,-4 2 8 0,-3-2-16 31,-2 2-4-31,-2 0-5 0,0 0-2 0,-3 1-7 16,-1-1 1-16,-4 3-5 0,-2-3 1 0,-4 3-3 16,-2 1 1-16,-3-3-1 0,-3 2 10 0,-1 2-11 15,-1-3 5-15,3-1-3 0,3-3-2 0,-2-1 0 0,3 0-5 16,3 0 2-16,-1-2-5 0,3 1 13 0,-1 0-15 16,-1-1 5-16,3 0-2 0,2-2-2 0,4 8 3 15,3-4 2-15,2-2 0 0,1 2-7 0,8 4 1 16,-1-3 1-16,1 3 1 0,2-1-5 0,-3-1 6 15,2 2-4-15,-2 2 3 0,-1-2-4 0,-2 2 5 16,-5-2-4-16,-1 0 1 0,-4 0-5 0,2 3 5 0,-6-1 1 16,-4 2 7-16,-2-3 2 0,-6 1-3 0,-4 1 5 15,-5-2-2-15,-7-1 2 0,-2 0 1 0,-1-5-1 0,0 4 1 16,-1-4-5-16,2-3 6 0,-1-5-7 16,2 0-1-16,-1 2 0 0,8-1-3 0,3-1 6 15,1-1-4-15,5 2 5 0,3 0-5 0,0 1-5 16,2-2-5-16,3 3-21 15,3-1-33-15,2 1-48 0,0 2-29 0,6-7-144 16,-6 7-302-16,14-3 134 0</inkml:trace>
  <inkml:trace contextRef="#ctx0" brushRef="#br0" timeOffset="25654.85">15014 3163 178 0,'-5'2'175'0,"5"-2"-5"0,0 0-11 16,0 0-5-16,28-5-13 0,-8 4-10 0,10-3-6 15,1 0-7-15,7-3 9 0,16 2-17 0,0 0-6 16,5-2-11-16,-4 0-12 0,0 1-2 0,-15 2-8 0,12 0-1 16,-15-1-8-16,-5 3-8 0,-4-3-2 0,-6 3-6 15,-4-1-3-15,-7 3-4 0,1 0-1 0,-4-2-6 16,-2 2-5-16,-1-3 0 0,1 3-8 0,-2-3-15 16,-4 3-24-16,0 0-10 0,0 0-15 0,0 0-16 0,0 0-27 15,-19 8-41-15,5-4-47 0,-4-3-154 0,-1 4-358 16,4 0 158-1</inkml:trace>
  <inkml:trace contextRef="#ctx0" brushRef="#br0" timeOffset="26033.65">15293 3287 29 0,'0'0'229'0,"-6"2"-35"0,6-2-18 0,0 0-17 16,0 0-14-16,13 5-13 0,-4-3-18 0,5 0-11 15,-1 2-10-15,4 0-9 0,-2 5-11 0,-1-3-6 16,0 1-12-16,-5 2 0 0,4-1-7 0,-5 0-7 0,-1 2-7 0,-1 1-6 16,-3-1 2-16,0 1-11 0,-3 3-2 15,-6 0-2-15,-2 2-2 0,-4 0-1 0,2-3 1 0,-7 1-2 16,3 0 0-16,0-3-3 0,0 2 6 0,-2-5 3 15,5-2-2-15,1 1-2 0,1-3 0 0,3-1 3 16,1 0-1-16,1 1 5 0,-3-1-9 0,4-1 0 16,0 1 7-1,3-3 7-15,-4 0 1 0,4 0-3 0,0 0 12 16,0 0 5-16,14 4-1 0,-2-4-3 0,7-1-3 16,10 1 0-16,2 0-6 0,2-3-7 0,3 3-14 15,0-1-37-15,1-3-53 0,-3 2-81 0,2-3-208 16,-8 0-403-16,2 4 179 0</inkml:trace>
  <inkml:trace contextRef="#ctx0" brushRef="#br0" timeOffset="26318.87">16014 3071 45 0,'-4'-2'265'0,"4"2"-28"0,0 0-21 0,0 0-21 16,0 0-24-16,0 0-21 0,0 0-37 0,0 0-47 15,0 0-55-15,0 0-76 0,0 0-58 0,11-7-91 16,-9 6-232-16,6-3 104 0</inkml:trace>
  <inkml:trace contextRef="#ctx0" brushRef="#br0" timeOffset="26557.23">16390 2641 131 0,'0'-5'299'0,"2"3"-29"0,-2 2-32 16,0-7-25-16,0 4-25 0,0 3-25 0,2-4-29 16,-2 4-39-16,0 0-13 0,0 0-9 0,1 11-10 15,1-1-4-15,0 0-3 0,0 8-8 0,-1 0-13 16,0 2-17-16,0 5-22 0,1 1-29 15,-2 0-32-15,3 4-23 0,-3-2-37 0,0-5-184 16,-3-4-334-16,1 5 148 0</inkml:trace>
  <inkml:trace contextRef="#ctx0" brushRef="#br0" timeOffset="26840.98">16211 3160 171 0,'-5'4'273'15,"5"-4"-14"-15,-6 2-14 0,6-2-15 0,0 0-27 16,0 0-19-16,0 0-23 0,0 0-15 0,34-7-17 0,-4 2-15 16,3 0-8-16,3 2-14 0,15-4-9 15,1 3-7-15,2 0-9 0,-2 0-8 0,-15-1-5 0,2 0-4 0,-4 2-6 16,0 2-9-1,-16-2-5-15,-1 3-5 0,-4-1-23 0,-2 0-27 16,-5 1-23-16,-7 0-32 0,11 0-12 0,-11 0-15 16,0 0-17-16,0 0-30 0,-36 2-27 0,15 1-158 15,-6 2-365-15,1 0 162 0</inkml:trace>
  <inkml:trace contextRef="#ctx0" brushRef="#br0" timeOffset="27174.12">16426 3337 158 0,'-4'6'179'0,"4"-6"-14"16,0 0-8-16,4 4-22 0,-4-4-8 15,9 3-4-15,-3 4-13 0,3-2-10 0,-4 0-9 16,3 5-12-16,2-3-6 0,-6 5-5 0,1 0-7 15,2 2-5-15,-5 3-4 0,-3 0-3 0,-3 0-5 0,-1 1-7 16,-3 0 4-16,-6 3-10 0,0 0-1 0,0-6-9 0,1 2 11 16,-1-5-3-16,3-1 2 0,-1 1-7 0,3-4 1 15,4-2-1-15,1 0-3 0,-1-3 14 0,3 1 32 16,-2-1 20-16,4-3 16 0,0 0-9 0,0 0-8 16,22 2-8-16,7-4-8 0,9-1-11 0,12-1-13 15,1-3-14-15,2 1-15 0,-15 3-26 0,17-6-34 16,-18 5-37-1,-4 1-45-15,2-2-50 0,-6 0-67 0,-8-1-138 16,-3 2-409-16,-5 2 181 0</inkml:trace>
  <inkml:trace contextRef="#ctx0" brushRef="#br0" timeOffset="29363.04">17333 2814 113 0,'0'-4'265'0,"0"4"-14"15,3-4-19-15,-3 4-21 0,1-3-20 0,-1 3-25 0,0 0-18 16,0-5-22-16,0 5-16 16,0 0-29-16,0 0-9 0,0 0-12 15,0 0-7-15,4 15-5 0,1-6-7 0,-1 3-8 16,-3 0 1-16,-1 4-8 0,1 0-3 0,2 3 2 16,-3-2 0-16,1 8-6 0,2-6-3 0,-3-2 2 15,0 2-2-15,-3-3-3 0,3 0-2 0,0-4 0 16,0-2-3-16,-1-1 1 0,-2-3 3 0,3 0-2 15,0-1 1-15,-1-2 15 0,1-3 15 0,1 7 25 0,-1-7 24 0,-1 7 15 16,1-7 43-16,0 0 19 0,0 0 28 0,0 0-8 16,0 0-16-16,0 0-17 0,-10-24-19 0,10 7-17 15,-4 0-9-15,0-2-13 0,4-6-22 0,-4-1 3 16,3 0-5-16,1-4-6 0,0-3-9 16,1 3-8-16,3-4-6 0,0 0-6 0,0 3-18 15,1 0 16-15,4 3-3 16,-4 5-1-16,-1 3 0 0,0 4-11 0,-3 5 5 15,4-2-6-15,-2 1-2 0,2 4 1 0,-3-2-12 16,3 6 4-16,2-4-11 0,1 1-22 0,3 4-26 16,1-1-36-16,3 3-31 0,4-1-41 0,1 6-26 15,2 0-36-15,-4 3-31 0,1 3-34 0,8 2-33 16,-10-2-242-16,7 4-605 0,-7-2 268 0</inkml:trace>
  <inkml:trace contextRef="#ctx0" brushRef="#br0" timeOffset="29694.83">17927 2541 30 0,'2'-10'310'16,"1"5"-12"0,0-3-6-16,-2 3-12 0,1 0-16 0,0 0-12 15,-2 0-26-15,2 3-20 0,-2 2-23 0,2-5-23 16,-2 5-23-16,1-3-21 0,-1 3-35 0,0 0-31 16,0 0-8-16,0 0-6 0,6 8-5 0,-6-1-1 15,2 3-2-15,-1 2-5 0,3 4 2 0,-3-1-2 16,-1 2-4-16,0 0-14 0,2 0-2 0,1 1-7 15,0-1-13-15,-3-3-15 0,0-1-30 0,0-1-17 0,0 1-33 0,-4-3-31 16,2 1-27-16,0-1-28 0,-3 2-192 16,4-7-421-16,-3 3 188 0</inkml:trace>
  <inkml:trace contextRef="#ctx0" brushRef="#br0" timeOffset="29964.33">17797 2836 18 0,'0'0'229'0,"0"0"-8"15,0 0-11-15,-2 3-13 0,2-3-15 0,0 0-12 16,0 0-15-16,0 0-13 0,23 0-11 0,-8 0-15 16,8-2-9-16,8-1-10 0,1 0-7 0,2 2-13 0,4-2-7 0,-2 1-6 15,4-2-6-15,-4 1-8 0,-2-1-2 0,-6 3-8 16,-10-3 0-16,1 1-10 0,-7 2 1 15,-2 0-9-15,-4 0-10 0,2-2-22 0,-3 3-17 16,-5 0-24-16,0 0-29 0,0 0-20 0,0 0-24 16,-27-2-29-16,8 5-29 0,1-1-132 0,-1-1-339 0,0 4 150 15</inkml:trace>
  <inkml:trace contextRef="#ctx0" brushRef="#br0" timeOffset="30280.73">18008 2905 161 0,'5'0'245'0,"-5"0"-26"0,0 0-20 16,0 0-22-16,5 3-18 0,-5-3-17 0,9 4-16 16,0 1-6-16,-1 0-16 0,2-1-8 0,-4 2-9 15,0-1-11-15,1 1-6 0,-1 1-10 0,-2 6-4 16,-1-5-6-16,-1 2-8 0,-2 1-5 0,-1 1-2 0,-3 0-1 15,0 2-5-15,-2-4-2 0,0 3-6 0,1-4 1 0,-1 1-3 16,3-5 1-16,-1 2-3 0,-2 1-2 0,3-6 0 16,-1 5-4-16,4-2 3 0,0-5-1 0,-1 7 3 15,1-7-2-15,1 3 3 0,4-2-5 0,8-1 2 16,0-1-4-16,7-2-2 0,-1 0-1 0,10 1-22 16,-3-5-41-16,1 2-40 0,1-2-60 0,-7-1-227 15,3-3-414 1,-6 2 184-16</inkml:trace>
  <inkml:trace contextRef="#ctx0" brushRef="#br0" timeOffset="30528.2">18419 2561 213 0,'3'-4'199'0,"-3"4"-30"15,0 0-10-15,0 0-25 0,14 14 0 0,-5 0-11 16,4 6-7-16,5 2-12 0,-6 4-5 0,5 1-5 0,0 2-5 16,-2 3-7-16,-5 3-5 0,-3 2-3 15,-1-3-4-15,0 14-5 16,-6 0-5-16,-7-14-6 0,-4-1 4 0,-1 0-12 16,-6-2-20-16,-3-4-13 0,-2 2-12 0,-15 3-14 15,7-12-14-15,-11 5-40 0,9-8-58 0,-4-4-58 16,-17-4-125-16,17-2-332 0,-2-6 147 0</inkml:trace>
  <inkml:trace contextRef="#ctx0" brushRef="#br0" timeOffset="30813.64">17722 2470 65 0,'-3'-1'219'0,"-1"-1"-27"0,4 2-20 0,-12 8-21 15,6 4-21-15,-4 4-7 0,-5 15-13 0,3 5-21 16,-4 13-1-16,4 5-6 0,0-2-8 0,4 7-8 16,7-1-5-16,7 22 8 0,5-25-14 0,6 0-2 15,6-3 0 1,9-1-3-16,1-3-7 0,2-3 5 0,7-3-8 15,0-7-28-15,-1-5-78 0,6-4-97 0,-15-12-140 16,4-5-328-16,1-2 145 0</inkml:trace>
  <inkml:trace contextRef="#ctx0" brushRef="#br0" timeOffset="31768.09">19051 1869 168 0,'3'-5'173'16,"1"1"-22"-16,1 2-13 0,3-1-14 0,2-1-16 16,-1 1-13-16,4 2-13 0,0 1-8 0,0 3-6 0,2 2-10 15,0 4-11 1,-1 2 0-16,0 3-4 0,-2 3 2 0,-3 1-3 16,0 6-15-16,-3 1 1 0,-4 3-3 0,0 0-2 15,-6-4 1-15,0 3-4 0,-1 0-1 0,-4-1-6 16,-3 3 7-16,1-6-10 0,1-6 2 0,0-1 7 15,0-2-12-15,2-4 5 0,0 0 4 0,2-3 11 16,2 2 14-16,0-6 21 0,-1 0 28 0,1 2 38 16,4-5 37-16,0 0 41 0,0 0-6 0,0 0-22 0,0 0-25 15,-6-22-11-15,15 6-19 0,-3-1-13 0,3-1-9 16,4-7-13-16,4 3-5 0,0-4-18 0,1-1-3 16,2 1-8-16,1-2-4 0,-3 5-7 0,4-3-8 15,-7 6 0-15,-2 5-11 0,-4 0 7 0,-4 4-13 16,5 4 18-16,-6-1-21 0,1 4 2 0,-1-1-12 15,0 0-19-15,0 2-20 0,-4 3-28 0,6-3-32 0,-6 3 7 0,0 0 6 16,0 11 8-16,0-4 8 0,-1 4 9 0,-3 2 5 31,3 4 6-31,-2 0 9 0,2 2-6 0,1 5 2 16,3 1 2-16,1-7 1 0,5 5-6 0,0-2-16 16,9 1-26-16,-1-2-28 0,2 0-42 0,1-3-61 15,-3-6-218-15,1-4-469 0,-3-3 208 0</inkml:trace>
  <inkml:trace contextRef="#ctx0" brushRef="#br0" timeOffset="32146.73">19076 2341 103 0,'-6'1'154'0,"6"-1"-13"0,0 0-10 0,-8 2-9 15,8-2-14-15,0 0-9 0,0 0-13 0,0 0-5 16,-5 2-8-16,5-2 2 0,0 0 2 0,0 0-1 16,0 0-6-16,0 0 7 0,0 0-1 0,0 0 2 15,0 0-2-15,0 0-6 0,0 0-5 16,0 0-6-16,27 0-7 0,-8-4-3 0,12 1-6 15,2 0-4-15,6-2-3 0,14 1-1 0,2 2-1 16,-3-3-11-16,1 2 4 0,-1 0-1 0,-14 1-8 16,-2-1 2-16,-5 1-2 0,-3 0 0 0,-9 0-7 0,-1 4 5 0,-6-5-3 15,-4 2 3-15,0 1-12 0,-1-3-20 0,-7 3-26 16,0 0-15-16,0 0-7 0,0 0-15 0,0 0-28 16,0 0-43-16,-34 7-32 0,14-7-101 15,-1 2-308-15,1 0 137 0</inkml:trace>
  <inkml:trace contextRef="#ctx0" brushRef="#br0" timeOffset="32530.99">19300 2457 260 0,'0'0'241'15,"0"0"-27"-15,0 0-20 0,0 0-20 0,13 1-19 16,-13-1-11-16,14 2-23 0,-4 2-9 0,-5-4-14 16,2 3-12-16,1 0-13 0,-3 1-4 0,2 1-11 15,-2 0-13-15,0 3-8 0,0 1-8 0,-2 3-2 16,-2-2-9-16,-4 2 4 0,-3 5-6 0,1 1-1 16,-3-3-2-16,-1 1 1 0,-2-3-4 0,2 0 2 0,-1-1-3 0,1 0-1 15,1-4-5-15,3 0 0 0,0-3 1 0,2 0-2 16,-1-1 2-16,3 0 0 0,-4 0 7 0,5-4-7 15,0 0 7-15,0 8 7 0,0-8 9 16,13 2 7-16,-3 1 2 0,4-3-1 0,4 0 2 16,2-1-7-16,9 1-5 0,-3 0 1 0,2 0-5 15,-7-2-1-15,2 4 1 16,-4-5-6-16,-2 3 0 0,-3 0 2 0,-4-1-7 16,2 0-17-16,-5-1-31 0,1 2-34 0,-8 0-60 15,10-7-71-15,-9 4-174 0,2-4-406 0,-2 2 180 16</inkml:trace>
  <inkml:trace contextRef="#ctx0" brushRef="#br0" timeOffset="32846.75">19832 1777 5 0,'0'-3'206'0,"0"3"-20"0,0 0-23 16,0 0-15-16,0 0-23 0,5 22-12 0,-2-4-12 16,1 9-8-16,0 8-9 0,1 12-12 0,3 6 0 15,-3 5-10-15,6 23 5 0,2 0-1 0,-4-21-8 16,5 23 4-16,-6-28-6 0,-2 6 1 0,3-6-8 0,-4-1-2 0,-1-1-1 15,-4-7-8-15,0-13 5 0,-4 2-9 0,-6 0-7 16,-7-5-25-16,-3-1-20 0,-2-1-22 0,-10-4-29 16,-14 2-65-16,-3-7-170 0,0-3-329 15,-3-10 146-15</inkml:trace>
  <inkml:trace contextRef="#ctx0" brushRef="#br0" timeOffset="33164.51">18910 1931 128 0,'-2'5'119'0,"-5"5"-10"0,0 7-18 16,-2 11-4-16,-2 5-3 0,0 17-18 0,-2 31 10 0,4 0 0 15,5-24-6-15,1 27 4 0,7-24-6 0,17 17 10 16,-2-23-11-16,8-3 2 0,10-5 3 0,23 14-3 16,-13-21-3-16,30 10 0 0,-21-23-5 0,29 9 1 15,-28-17-34-15,2-7-63 0,3 0-96 0,1-8-123 16,-4-1-274-16,-5-7 121 0</inkml:trace>
  <inkml:trace contextRef="#ctx0" brushRef="#br0" timeOffset="33786.25">20212 1647 166 0,'3'-2'246'0,"-2"-1"-22"0,2 0-19 15,0-1-27-15,3 3-14 0,-1-3-21 0,-5 4-11 16,10 0-22-16,-4 0-12 0,3 5-10 0,1 1-12 16,1-1-3-16,0 3-17 0,1 4-1 0,-1 2-6 0,-6 1-4 15,4 0-3-15,0 2-6 0,-5 2-7 0,-1-2 2 16,-1 1-3-16,2 2-5 0,-7-4-3 0,6 0 0 0,-3-4-4 16,-4-2-1-16,2-1-1 0,0-1-2 15,2-1-2-15,0-2-1 0,-1 0 2 0,-2-1-3 16,2 1 9-16,1-2-8 0,0-3 10 0,0 5 16 15,0-5 18-15,9 2 13 16,3-2 4-16,7-2-1 0,1 1-5 0,10-3-3 16,0-1 5-16,2 0-1 0,0-1-4 0,0 2-4 15,-1-5-8-15,-2 4 1 0,1 0-13 0,-10 0 5 16,-3 0-5-16,-5 4-4 0,-1-2-5 16,-4 1-2-16,0 1 0 0,-1-1-10 0,0 2-13 15,-2-2-25-15,-4 2-38 0,0 0-47 0,0 0-21 0,0 0-28 16,-9 9-64-16,-5-7-247 0,-1 4-505 0,-3-2 223 0</inkml:trace>
  <inkml:trace contextRef="#ctx0" brushRef="#br0" timeOffset="35873.87">20777 2505 92 0,'0'0'113'0,"0"0"-8"0,0 0-13 16,0 0-7-16,0 0-5 0,0 0-13 0,-8 3-6 15,8-3-7-15,0 0-5 0,0 0-7 0,0 0 2 16,0 0-16-16,0 0 6 0,0 0 1 16,0 0 6-16,0 0-9 0,0 0 9 0,0 0 12 0,0 0 1 15,0 0 13-15,0 0-6 0,0 0 2 0,0 0 7 16,0 0-2-16,29-5-2 0,-8 3-2 0,11-1-2 0,5 1-6 15,17-6-9-15,3 4-3 0,2 0-4 0,2-1-2 16,3 1-3-16,-1-3-6 0,-3 6 1 0,-4-2-6 16,-1 1-3-16,-18 2-2 0,-5 0-2 0,1-1-13 15,-4 1-23-15,-10 1-13 0,-5-1-30 0,-3 0-24 16,3 0-41-16,-9 0-29 0,-1 0-119 0,-4 0-297 16,0 0 132-16</inkml:trace>
  <inkml:trace contextRef="#ctx0" brushRef="#br0" timeOffset="36105.98">21254 2339 237 0,'-3'-8'247'0,"3"4"-6"0,0-2-15 16,0 6-17-16,0-8-22 0,0 8-25 0,-1-4-19 15,1 4-18-15,0 0-30 0,0 0-18 0,0 0-5 16,4 18-6-16,-4-1-10 0,-3 11 0 0,2 2-6 16,-2 6-1-16,-2 10-6 0,9 4-13 0,-3-3-16 0,-1 1-34 31,3-17-56-31,1 3-61 0,-2-3-222 0,1-1-389 16,-2-4 173-16</inkml:trace>
  <inkml:trace contextRef="#ctx0" brushRef="#br0" timeOffset="38094.83">23670 1670 123 0,'0'-6'195'16,"3"1"-2"-16,-1-1 5 0,-3 0-11 0,2 3-14 16,2 0-8-16,-3-2-14 0,0 5-13 0,1-6-19 15,-1 6-14-15,0 0-13 0,3-2-18 0,-3 2-37 16,0 0-36-16,0 0-2 0,0 0 1 0,2 17 2 15,-1-4-6-15,1 7 8 0,-2 7 2 0,1 2 1 16,-1 4 1-16,1 1-15 0,-1 2-25 0,0-4-38 16,2 4-43-16,-1-2-48 15,-4-2-104-15,5-1-288 0,-4-3 128 16</inkml:trace>
  <inkml:trace contextRef="#ctx0" brushRef="#br0" timeOffset="38658.67">22831 2319 28 0,'0'0'137'0,"-7"-2"-10"15,7 2-5-15,0 0-6 0,0 0-16 0,0 0-7 0,0 0-11 16,0 0-6-16,0 0-11 0,0 0-5 0,0 0-5 15,0 0-6-15,0 0-5 0,0 0-8 0,0 0-6 16,0 0 1-16,0 0-4 0,0 0-5 0,0 0 3 16,0 0-2-16,0 0-3 0,0 0 11 0,26 4 1 15,-6-5 4-15,14 1 0 0,16-3-5 0,17 0-1 16,36-1 0-16,11 3 1 0,9-5-2 0,7 4 9 0,13-2 1 0,-1 0-7 16,20 6 4-16,7 0 2 0,11-1-3 15,-5-1 5-15,3 4-1 0,3-3-5 0,-3 1-3 16,-12-2 0-16,-14 0-5 0,-9-2 0 0,-11 2-4 15,-8-5-3-15,-13 5 6 0,-11-1-11 0,-34 1 0 16,-2-1 0-16,-6 0-3 0,-5-3-3 0,-17 1-5 0,-3 2 1 16,-3-1 1-1,-11 0-2-15,0 1 3 0,-9-1 11 0,-1 2 2 16,-1-4 1-16,-2-1-2 0,-6 5-4 0,5-2-14 16,-5 2-18-16,-4-8-22 0,4 8-24 0,-20-4-37 15,-2 1-38-15,-7 3-52 0,-7 0-106 0,4-1-322 16,0 1 142-16</inkml:trace>
  <inkml:trace contextRef="#ctx0" brushRef="#br0" timeOffset="39760.08">22864 2784 117 0,'0'0'114'0,"-5"-2"6"0,5 2 4 16,0-5-7-16,0 5-1 0,0 0-16 15,0 0-5-15,0 0-9 0,0 0-12 0,5-5-6 16,1 4-6-16,4-1-9 0,2 0-3 0,0-1-5 0,0-1-10 0,2 4 2 16,5-2-3-16,-1 2-7 0,0-1-4 15,-4 1-1-15,4 3-7 0,0-1-4 0,-5 3 3 16,-1-1-2 0,0 1-1-16,-2 3-18 0,0 0 6 0,-3 1 3 15,-3 3-1-15,-2 0-6 0,-2 2 7 0,-4 3 0 16,-5 1 0-16,-5 7 5 0,-2 1-7 0,-9-2 1 15,3-1 0-15,-8-1-4 0,3 2 7 0,-3-4-4 16,0 0 8-16,-2-2-6 0,3 0 0 0,2 1-2 16,0-5-3-16,0-2 5 0,8-3 6 0,0-1 3 15,2 0-2-15,6-3 2 0,3-1-6 0,-1-2 5 0,4 1 4 0,0 0 7 16,-1-2 18-16,6-1 7 0,-5 2 8 16,5-2-5-16,0 0-5 0,0 0-5 0,19-6-4 15,-6 4-4-15,1-1-4 0,6-2-3 0,8 0 0 16,3 1-6-16,0-3 3 0,-3 3-4 0,1 2-1 0,4 0-4 0,-1 2 0 15,3 0-2-15,-1 0 0 0,-3 3 4 0,-2-1-1 16,-7 1-2-16,-2-3-2 0,-1 4 1 0,-6-1 0 16,1-2-7-16,-3 1-2 0,0-1-9 0,-7 0-10 15,4-1-9-15,-2 0-3 0,-6 0-13 0,6 1-6 16,-6-1 5-16,3 4-3 0,-3-4-6 0,0 0-20 16,0 0-13-16,-17 4-28 0,11-2-22 0,-2-2-125 15,1-2-281-15,7 2 126 0</inkml:trace>
  <inkml:trace contextRef="#ctx0" brushRef="#br0" timeOffset="42280.08">23754 2784 188 0,'-5'-3'191'0,"5"3"-12"0,0 0-12 16,0 0-24-16,0 0-9 0,9-5-16 0,-4 4-9 0,6-2-12 16,1 0-7-16,6 1-12 0,4-1 21 0,7-3-14 15,2 5-13-15,2-3-10 0,2 3-8 0,-1-1-20 16,2-1-14-16,-2 1-15 0,0 2-13 16,-12-2-12-16,-2 0-10 0,-7 3-10 0,1-2-19 15,-5 0-12-15,-3 1 3 0,-6 0 6 0,0 0 9 0,0 0-4 0,0 0 9 16,-32 2 7-16,12-2 2 0,-10 1 8 0,2 1-2 15,1 0 12-15,-3-2-4 0,9 0-3 0,-8 0 20 16,8-2 5-16,2 5 9 0,0-4-6 0,1 1 10 16,8 0-1-16,-3 0 5 0,5 0-2 0,8 0 2 15,-11 1-3-15,11-1 1 0,-9 2-8 0,9-2 5 16,0 0-4-16,0 0 6 16,-13 0-13-16,13 0 5 0,-5 3 1 0,5-3-5 15,0 0 3-15,0 0 0 0,-5 4-8 16,5-4 2-16,0 0 7 0,0 0-4 0,-2 5 4 15,2-5-3-15,-2 5 10 0,2-5 2 0,2 7-6 0,0-4 15 16,-1 4 3-16,3-2-4 0,1 2 6 0,3 1 1 16,-2 1-1-16,6 3-1 0,-1 0 0 15,2-1 6-15,1 3-4 0,-1-3 3 0,2 3-3 0,-2-1-5 0,-1 1-3 16,0-2-1-16,-3 3 1 0,0 0-2 0,-1-4 1 16,-3 6-6-16,-1-5-1 0,0-2 2 0,-6 2-3 15,0-2 0-15,-3 0-3 0,-3-1 5 0,-2-1-3 16,0-1 1-16,-7 1-1 0,5-3 3 0,1-1-3 15,-3-2 3-15,4 1 7 0,-2 0 16 0,3-3 24 16,3 0 9-16,6 0 21 16,-12-3 17-16,6-1 14 0,1 0 4 0,1 2-9 15,4 2-7-15,-4-12-8 0,4 7-15 0,1-2-10 16,7 0-11-16,0 2-13 0,3-1-18 16,-2 1-23-16,5 1-34 0,-1 2-37 0,0 2-28 15,1 0-45-15,5 2-49 0,-6 1-52 0,-3-1-169 16,3 2-437-16,-4-1 194 0</inkml:trace>
  <inkml:trace contextRef="#ctx0" brushRef="#br0" timeOffset="42586.5">23579 3288 16 0,'0'0'225'16,"-9"1"-6"-16,9-1 5 0,0 0-10 0,0 0-17 16,-9 0-15-16,9 0-21 0,0 0-17 0,0 0-12 15,42-7-15-15,-11 2-11 0,6 3-9 0,3-3-10 16,19-2-8-16,3 0-12 16,4 4-5-16,27-8-7 0,-32 6-5 0,2 0-5 15,-7 1-5-15,-17 2-3 0,-3 1-4 0,0-2-2 16,-8 1-3-16,-10-1 1 0,-3 3-9 0,-3-1-15 15,-1 1-11-15,-4-2-20 0,-7 2-17 16,6-1 1-16,-6 1-8 0,0 0-10 0,0 0-15 16,-33 7-19-16,13-6-28 0,-7 2-28 0,5-1-32 15,-7 2-127-15,6 0-335 0,2 0 148 0</inkml:trace>
  <inkml:trace contextRef="#ctx0" brushRef="#br0" timeOffset="42902.73">24005 3396 118 0,'0'0'188'0,"10"3"-14"0,-5-2-24 0,4 5-9 16,-4-3-16-16,2 1-2 0,-1 4-23 0,-1 1-12 15,-1-1-5-15,1 3-11 0,-4 2-7 0,-2 2-6 0,-7 2-9 0,3 1-7 16,-9 4-3-16,4-6 2 0,-3 1-8 0,0-1-2 16,-1-2-2-16,2-1-8 0,1 1 1 0,4-6-15 15,0 1 9-15,3-4 1 0,1-1-1 0,-4 3 1 16,2-3 16-16,5-4 3 0,-1 6 17 16,1-6 0-16,13 4-5 0,-1-4-3 0,11 0-7 0,9-1-5 15,4 1-23-15,0 0-31 0,1-3-50 0,4-1-57 0,-4 0-211 16,1-3-364-16,-2 1 162 0</inkml:trace>
  <inkml:trace contextRef="#ctx0" brushRef="#br0" timeOffset="43504.39">24945 2800 107 0,'12'-2'141'15,"-2"0"-13"-15,3 2-14 0,-3 0-10 0,4 2-20 0,-2-2-2 0,-3 3-10 16,2 1-11-16,-3 0-3 0,-1 0-9 0,-1 3-4 16,0-2-4-16,-4 1-8 0,0 5 3 0,-4-2-3 15,-2 0-4-15,-3 2-4 0,-5 2 2 0,0 0-6 0,-4-2-1 16,1 2 1-16,-2-4-7 0,2 3-2 0,6-4 5 16,0 1-5-16,0-1 3 0,3 0-6 15,-2-1 2 1,4 0-5-16,3 0 5 0,-2-1-1 0,6 1-2 15,1 2 4-15,2 1 1 0,3 0-3 0,5 2 2 16,-1-1 5-16,2 2-3 0,0-3 2 0,-2 0 1 0,0 2-8 0,-3-4 3 16,-3 3-7-16,-1-4 5 0,-2 0 0 0,-1 1 1 15,-3 0 10-15,-2-3-11 0,-5 3-3 0,-4-1-1 16,-5-1 3-16,-2 1-17 0,-4 0-9 0,-6-2-22 16,9 2-32-16,-3-4-48 0,0-1-119 0,2 0-256 15,3 1 113-15</inkml:trace>
  <inkml:trace contextRef="#ctx0" brushRef="#br0" timeOffset="43824.75">24625 3410 108 0,'-4'0'258'0,"4"0"-13"16,-5 3-16-16,5-3-24 0,0 0-21 0,0 0-17 0,24-4-17 0,-5 3-17 15,8-3-12-15,6-1-11 0,-1 2-11 0,8 2-13 16,11-3-10-16,1 0-3 0,-1-1-11 0,4 2-3 16,-5 1-9-16,-10 2 3 0,-6-3-14 0,-2-1-1 15,-14 4-4-15,1 0-4 0,-8 0-4 0,0-3-4 16,-2 2-13-16,-3 1-21 0,-2-2-16 15,-4 2-9-15,0 0-20 0,0 0-15 0,-22-2-23 0,7 3-23 0,-4 0-32 16,1-1-44 0,-4 2-124-16,6-2-343 0,-1 1 152 0</inkml:trace>
  <inkml:trace contextRef="#ctx0" brushRef="#br0" timeOffset="44138.1">24958 3481 52 0,'0'0'230'0,"0"0"-22"15,17-3-15-15,-12 5-18 0,1-2-12 0,1 1-13 16,4 1-13-16,-1 2-18 0,2 2-12 0,1-1-8 16,-4 0-12-16,0 2-9 0,-1 0-5 0,-1 3-6 0,-1 0-7 15,-4 1-3-15,-4 3-9 0,-2 1-1 0,-3 1-7 16,-2 1 1-16,-3 0-6 0,-7 2-5 0,6-3-4 0,-1-4 3 15,-1 1-4-15,3-1-2 0,1-2-5 0,3-2-3 16,-1 2 1-16,3-4-4 0,1 0 3 16,1-2-1-16,0 2-1 0,0-4 1 0,3 2 14 15,1-4 0-15,5 4 0 16,3-4-4-16,10 1 1 0,3-2-5 0,13-2-6 16,-1-2-20-16,1 1-33 0,2-1-39 0,-3-4-54 15,3 1-69-15,4-1-171 0,-4-6-402 0,3 2 179 16</inkml:trace>
  <inkml:trace contextRef="#ctx0" brushRef="#br0" timeOffset="44469.66">25741 2873 28 0,'0'-8'297'0,"0"2"-6"0,2 1-21 0,0-1-7 0,-2 2-19 16,0-1-22-16,0 1-24 0,0 4-19 0,0-5-27 15,0 5-20-15,4-3-17 16,-4 3-24-16,0 0-6 0,0 0-14 15,5 15-8-15,-3-4-8 0,5 5-4 0,-6 2-2 0,3 5-4 16,1 6-8-16,1 0-17 0,1 0-10 16,-2 4-19-16,0-5-28 0,0 5-25 0,-1-4-29 15,0 0-47-15,-1-3-45 0,-2-1-225 0,-2-8-442 16,-2-2 195-16</inkml:trace>
  <inkml:trace contextRef="#ctx0" brushRef="#br0" timeOffset="44754.96">25623 3357 274 0,'0'0'320'0,"0"0"-17"15,-7 0-20-15,7 0-32 0,0 0-26 0,0 0-22 16,0 0-19-16,36-5-18 0,-14 3-19 0,10 0-17 15,3-1-9-15,5 1-12 0,11 0-16 0,5-1-16 16,-1 2 3-16,-4-2-15 0,3 2-5 0,-18-1-5 16,-3-1-3-16,-3 1-6 0,-11 1-7 0,-4-1 2 0,-4 0-8 0,1 2-11 15,-6-1-21-15,3 0-24 0,-9 1-38 0,0 0-28 16,0 0-23-16,0 0-20 0,-28-5-33 0,8 4-40 16,-2 1-228-16,-4 0-467 0,5 2 207 0</inkml:trace>
  <inkml:trace contextRef="#ctx0" brushRef="#br0" timeOffset="45074.94">25874 3529 179 0,'0'0'356'0,"0"0"-27"0,0 0-33 16,-1 5-23-16,1-5-33 0,0 0-23 0,14 0-19 15,-2 3-22-15,5-3-24 0,1 5-12 0,3-2-26 16,-1 1 1-16,-4 2-15 0,1 2-18 0,0 0-9 16,-3 1-16-16,-5-1-20 0,-4 1-4 0,2 3-4 0,-4 0-6 15,-4 5-4-15,-8-3-10 0,0 4 4 0,-6 4-1 16,-2-2 4-16,-2-2-8 0,1 1 3 16,2-8 0-16,1 2-2 0,2-3-4 0,2-2-4 0,5-1 5 0,0-3-4 15,0 3 2-15,3-3-2 0,3-4 9 0,-6 7 2 16,6-7 3-16,13 5-5 0,8 1-1 0,15-3-4 15,17 0-27-15,2 0-54 0,1-5-64 0,2-2-98 32,-6-1-254-32,3-4-531 0,-1 1 235 0</inkml:trace>
  <inkml:trace contextRef="#ctx0" brushRef="#br0" timeOffset="45757.34">26723 2965 115 0,'0'-5'243'0,"0"1"-7"0,0 4-9 0,0 0-18 16,2-6-19-16,-2 6-22 0,0-6-18 0,0 6-20 16,0 0-14-16,0 0-24 0,0 0-13 0,0 0-11 0,0 0-8 15,0 0-9-15,0 19-3 0,0-7-5 0,0 5-5 16,-1 0-6-16,1 1-2 0,-1 0-5 0,-2 0 1 15,3 3-3-15,-2-2-4 0,-1 0 0 0,3-2-4 0,-2 0 5 16,0-5-5-16,1-2-2 0,-3 0 0 16,3 1-1-16,-2-5 1 0,3 0 1 0,0-1 4 15,-1-1 18-15,0 0 21 16,-2-2 33-16,3-2 13 0,-2 4 12 0,2-4-6 16,0 0-5-16,-12-18-13 0,4 4-5 0,3-3 7 15,-3-8 4-15,5 1 17 0,0-7-11 0,-1-1 0 16,7-3-10-16,1-10-8 0,1 10-4 0,1 0-10 15,3-1-6-15,0 2-1 0,5 0-3 0,-2 5 24 16,3 0-8-16,-3 7-8 0,1-3-12 0,-2 9-4 16,0 2-9-16,3 1-3 0,-2 2-5 0,8 1-27 0,-3 5-18 15,6-2-22-15,6 4-46 0,1 6-53 0,-2 2-45 16,-3 2-40-16,0 5-39 0,-1-1-40 0,-5 1-58 16,-9 1-203-16,3-1-600 0,-4 2 266 0</inkml:trace>
  <inkml:trace contextRef="#ctx0" brushRef="#br0" timeOffset="46058.09">27295 2731 42 0,'2'-6'304'15,"0"2"-17"-15,-1-1-16 0,2 0-16 0,-2 0-8 16,-1 2-11-16,4-1-26 0,-4 4-18 16,1-3-26-16,3 1-16 0,-4 2-19 0,1-5-12 15,-1 5-20-15,0 0-20 0,0 0-11 0,0 0-10 16,0 0-4-16,7 14-8 0,-5-3-5 0,1-1-8 16,-2 6-8-16,2 1-7 0,-2 1-2 0,-1 1-5 0,5 5-15 0,-5 2-2 15,1 0-19-15,-1-1-28 0,0-6-22 0,0 1-30 16,0 5-21-16,-1-7-46 0,-4-1-38 0,1-5-187 15,-1 0-431-15,0-3 191 0</inkml:trace>
  <inkml:trace contextRef="#ctx0" brushRef="#br0" timeOffset="46296.49">27115 3110 98 0,'-8'3'328'0,"8"-3"-14"0,0 0-18 0,0 0-26 16,0 0-31-16,0 0-25 0,0 0-17 0,36-3-25 0,-6-2-16 0,-1 1-13 15,9 2-17-15,1-3-13 0,16 3-13 0,-4 2-9 16,-12-3-12-16,16 1-10 0,-19-1-3 0,-2 0-9 16,-2 1-18-16,-11-1-9 0,-3 3-16 0,-5 0-22 15,-3-1-31-15,-4 0-42 0,-1-2-48 16,-5 3-59-16,0 0-36 0,0 0-200 0,-24-7-459 15,11 9 203-15</inkml:trace>
  <inkml:trace contextRef="#ctx0" brushRef="#br0" timeOffset="46612.85">27468 3222 228 0,'0'0'281'0,"0"0"-28"0,2 4-26 0,-2-4-26 16,0 0-20-16,7 4-21 0,-3-2-14 0,1 4-15 15,2-2-15-15,0 2-13 0,-1 2-10 0,-1 2-12 16,-1-1-9-16,1 1-8 0,-4 1-3 0,-1 2-12 16,0-1-7-16,-5 0-1 15,2 3-5-15,1-4-1 0,-5 0-7 0,3-1-2 16,2 1-6-16,-3-6 0 0,3 4 0 0,-3-4-4 15,2 3-2-15,1-4 0 0,0-1-2 0,2 2 2 16,0-5 2-16,-2 4 1 0,2-4 10 0,4 4 2 16,1-3 0-16,7-1-4 0,6 0-1 0,5 3-6 15,9-6-7-15,0 2-26 0,-2-4-36 16,0-1-42-16,-2 1-68 0,1-7-68 0,-12 2-177 0,5-6-439 0,0-1 195 16</inkml:trace>
  <inkml:trace contextRef="#ctx0" brushRef="#br0" timeOffset="46882.16">27860 2806 255 0,'1'-8'307'0,"1"3"-25"0,-2 0-31 32,1 1-26-32,0 1-26 0,2-1-22 0,-3 4-22 15,13 3-16-15,-2 1-13 0,1 4-14 0,9 8-9 16,2 1-12-16,-1 6-3 0,0 3-8 0,2 19-5 15,-5-1-4-15,-2 7-3 0,-3-3-9 0,-8 3-6 16,-10 2-4-16,-5 2-6 0,-6-3-3 0,-8-4-2 0,-5-3-13 16,-7-6-10-16,-2-2-10 0,-5-6-3 0,-1-6-7 15,-1-2-17-15,-3-3-15 0,-5-5-28 0,3-5-28 16,-2-3-45-16,11-5-68 0,0-4-223 0,-12-5-463 16,14-1 206-16</inkml:trace>
  <inkml:trace contextRef="#ctx0" brushRef="#br0" timeOffset="47149.51">27183 2696 132 0,'-3'-4'279'0,"2"-2"-33"0,0 1-28 15,-1 4-27-15,2 1-21 0,0 0-21 16,-10 6-15-16,4 5-18 0,-4 13-11 0,-3 5-11 0,-4 14-11 16,-5 3-4-16,3 12-5 0,-5 25 2 0,7-4-7 15,7-18-4-15,4-3-8 0,8 23 0 0,8-26-5 16,7-2-3-16,7-4-1 0,7-1 1 0,6-5-6 0,7-4 2 16,3-2-42-16,5-8-67 0,8-3-115 0,-1-12-228 15,-1 0-441-15,0-9 196 0</inkml:trace>
  <inkml:trace contextRef="#ctx0" brushRef="#br0" timeOffset="48593.86">28355 1855 59 0,'11'-3'118'0,"-1"3"-20"15,-1-2-7-15,5 2-20 16,-2 2 10-16,-2 1-20 0,3 0-5 0,-2 3-9 16,4 5 0-16,-3 0-19 0,-2 4 9 0,-2-2 2 15,-3 4-11-15,0 3 9 0,-7-2-9 0,2 5 0 16,-4-3 6-16,0-2 5 0,-7 4-16 0,-2 1 2 16,0 0-2-16,0-12-5 0,4 8 6 0,-5-9-3 15,5 2 14-15,0-4-1 0,-1-2 8 0,2 1 4 16,3-2 11-16,1 0 12 0,-2-1 21 0,2 2 27 0,2-1 33 15,2-5 0-15,0 0-14 0,0 0-12 0,0 0-7 16,0-21-13-16,6 10-8 0,4-2-14 0,3-3-2 16,5-6-8-16,0 1-9 0,4-1-9 0,-2 0-1 15,1 1-9-15,2-1 4 0,-3 2-11 0,-3-1-5 16,-5 8-4-16,1-2-3 0,-3 6 5 0,-3 0 2 16,0 4-3-16,-1-2-3 15,-3 3-7-15,2 0-7 0,-2 2-21 0,-1 0-36 16,-2 2 1-16,0 0 1 0,7 8 7 0,-7 0 1 15,0 1 7-15,0 7 1 0,-3 1 1 16,3 1-7-16,4 8-7 0,0-1-9 0,4 0-26 16,3 3-28-16,2-4-53 0,5 1-55 0,-1-2-178 0,3-2-422 15,0-4 186-15</inkml:trace>
  <inkml:trace contextRef="#ctx0" brushRef="#br0" timeOffset="49015.93">28209 2314 160 0,'-5'3'162'0,"-2"-3"-12"0,7 0-5 15,-5 2-14-15,5-2-10 0,-10 1-14 0,10-1-8 16,0 0-9-16,0 0-8 0,-8 1 2 0,8-1-21 0,0 0-5 0,0 0-4 16,0 0-1-16,0 0-1 0,0 0 3 0,-5 1-1 15,5-1-2-15,0 0 3 0,0 0-3 0,0 0 0 16,0 0 0-16,0 0 3 0,0 0 7 0,0 0 2 16,0 0-1-16,0 0 1 0,0 0-4 0,0 0-8 15,27-5-3-15,-5 2-6 0,7 2-4 0,7-3-5 16,19 2-4-16,1-3-1 0,6 3-4 0,3-2-5 0,25 1-1 15,-26-2 3-15,3 5 4 0,-5-3 2 0,-4 3-4 0,-8-2 0 16,-15 1-2-16,-3-1-3 0,-10 1-8 16,-3 2 7-16,-6-2-3 0,-1 2-11 0,-5-1-20 15,2-1-20-15,-9 1-29 0,0 0-21 0,0 0-17 16,0 0-14-16,0 0-34 0,0 0-32 0,-32 9-176 16,12-9-386-16,-1 3 170 15</inkml:trace>
  <inkml:trace contextRef="#ctx0" brushRef="#br0" timeOffset="49447.57">28659 2484 216 0,'0'0'228'0,"0"0"-23"0,15-4-24 0,-9 5-15 16,6-1-14-16,1 5-19 0,2-2-12 16,3 4-9-1,1 3-10-15,0-1-12 0,-5 3-8 0,0 2-9 16,-1 0-9-16,-4 2-4 0,0 1-7 0,-8 4-9 0,-2 0-1 16,-7 8-2-16,-3-4-6 0,-6 0-1 0,-3-2-5 15,-2 0-2-15,-1-3-1 0,-1 1-1 16,1-7-2-16,5-1-3 0,1-2 2 0,1-3 8 15,4-2 2-15,3-1 5 0,0 1 16 0,4-3 20 16,0 0 16-16,1 0 28 0,0-1 18 0,4-2 7 0,0 0-17 0,0 0-17 16,0 0-9-16,32-4-10 0,-9 2-8 0,4-3-9 15,3 0-5-15,-1 2-5 0,2-2-14 0,-2 3-1 16,-1-3-6-16,-6 3 0 0,-2 0-1 0,0-1 3 16,-8 1-13-16,1 2-2 0,-2 0 6 0,-4-3-5 15,1 3-8-15,-8 0-4 0,10-2-2 0,-10 2-10 16,10 0-28-16,-10 0-16 0,8 0-38 0,-8 0-40 0,0 0-61 15,0 0-71-15,0 0-347 0,0 0-646 0,-26-8 287 16</inkml:trace>
  <inkml:trace contextRef="#ctx0" brushRef="#br0" timeOffset="51897.75">28066 1842 191 0,'1'-7'231'0,"2"2"-17"0,-3 1-11 0,1-1-24 0,-1 5-23 16,0-5-21-16,0 5-28 0,0 0-42 0,0 0-6 15,0 0-6-15,-5 19-10 0,-3 5 0 0,2 6-11 0,-10 17 1 16,0 4-3-16,4 5-2 0,1 2-1 0,-1 27 5 16,8-1 4-16,7-24-8 0,2-1 0 0,7 1 0 15,17 17-2-15,-2-30 2 0,6 1-1 0,12-2 0 16,2-4-2-16,26 11-16 0,-20-22-57 0,10-6-73 16,-8-4-205-16,4-4-353 0,-4-3 156 0</inkml:trace>
  <inkml:trace contextRef="#ctx0" brushRef="#br0" timeOffset="52371.75">29057 1755 106 0,'0'0'181'0,"0"0"-13"0,8 12-25 16,2 2-14-16,6 13-12 0,0 5-13 0,10 13-8 15,0 4 0-15,13 26-12 0,-3 1 2 0,1 6-6 16,-5 0 10-16,-2-1-16 0,-4-2 2 0,-10-24-7 15,-5 6-6-15,0-3-2 0,-3-3-4 0,-9-1-5 16,-4-8-4 0,-4 3-5-16,-9-6-4 0,-8-2 0 0,-6-2-5 0,-11-1-14 15,-5-9-13-15,-3-2-18 0,-2-3-14 0,-6-7-38 16,-2-5-39-16,-5-7-74 0,1-3-122 0,6-2-323 16,1-7 144-16</inkml:trace>
  <inkml:trace contextRef="#ctx0" brushRef="#br0" timeOffset="52921.46">29569 1409 98 0,'0'0'208'0,"1"-4"-25"0,-1 4-21 16,0 0-19-16,0 0-14 0,0 0-17 0,0 0-18 15,0 0-8-15,0 0-14 0,0 0 1 0,-1 17-12 16,-1-5-6-16,-2 5-9 0,0 1 0 0,-1 9-7 0,-1 0-7 16,0-2 1-16,1 0-2 0,-3 5-4 0,1 1-1 15,1-1-4-15,2-2-1 0,-1 1-2 0,1-2 0 16,4-3-1-16,0-4 1 0,3 0-4 0,3-1 2 16,1 0 2-16,3-2 4 0,4 0-3 0,6 1-2 15,3-2-7-15,2-3-20 0,0 0-26 0,2-5-38 16,-8-3-33-16,1 1-32 15,-3-3-135-15,-4-6-296 0,2 1 131 0</inkml:trace>
  <inkml:trace contextRef="#ctx0" brushRef="#br0" timeOffset="53068.63">29832 1855 123 0,'0'0'158'16,"1"-3"-21"-16,-1 3-21 0,0 0-9 0,0 0-4 15,-1 20-19-15,-1-3-9 0,-2 8-6 0,0 5-3 16,-3 5 5-16,-1 15-5 0,2 5-4 0,-7 28-2 15,11-26 5-15,-1 4-24 0,2-2-43 0,0-1-64 16,-6-3-157-16,5-2-241 0,-2-19 107 0</inkml:trace>
  <inkml:trace contextRef="#ctx0" brushRef="#br0" timeOffset="58180.21">30324 2574 248 0,'0'0'260'16,"0"0"-18"-16,0 0-13 0,0 0-15 0,0 0-16 15,0 0-5-15,0 0-23 0,-2-3-19 0,2 3-12 16,0 0-17-16,0 0-2 0,0 0-20 0,0 0-9 16,0 0-6-16,0 0-9 0,0 0 2 15,0 0-20-15,0 0 2 16,0 0-6-16,0 0-5 0,0 0-6 0,9-1-5 15,5 0-7-15,3 0-3 0,2 2-5 0,11-1-1 16,0 1-8-16,2-1-1 0,-2 0-4 0,-2 0 0 16,2 0-2-16,-12 0 0 0,5 0-1 0,-4 0-6 15,-4 0 0-15,-2 0 2 0,-1 0 3 0,-2 0-3 16,-2 0 8-16,-2 0-7 0,-6 0-4 0,9 0 4 16,-9 0-2-16,7-1 0 0,-7 1-2 0,7 0-3 0,-7 0-3 0,0 0-2 15,0 0-16-15,0 0-10 0,0 0-17 0,0 0-10 16,0 0-20-16,0 0-17 0,0 0-21 15,0 0-21-15,0 0-32 0,0 0-28 0,0 0-166 16,0 0-399-16,0 0 177 0</inkml:trace>
  <inkml:trace contextRef="#ctx0" brushRef="#br0" timeOffset="58418.18">31246 2480 209 0,'3'-3'196'0,"-3"3"-19"15,1-5-24-15,4 3-42 0,-5 2-45 0,12-3-48 16,-6 3-66-16,7 0-99 0,-2 0-160 0,7 0 71 15</inkml:trace>
  <inkml:trace contextRef="#ctx0" brushRef="#br0" timeOffset="58565.35">31682 2458 61 0,'1'-1'177'0,"6"-1"-55"0,-1 2-48 0,3-2-72 16,1 1-75-16,3-1-79 0,2-1 35 0</inkml:trace>
  <inkml:trace contextRef="#ctx0" brushRef="#br0" timeOffset="59597.35">31770 1455 109 0,'0'0'119'0,"0"0"-14"0,0 0-10 16,0 0-20-16,0 0-7 0,0 0-8 0,0 0-2 16,10 8-3-16,-2-2-5 0,1 2-8 0,10 0 1 15,9 4-10-15,4-1-3 0,0 4-7 0,4-3-4 16,2-1-6-16,-1-2 0 0,0 0-9 0,-1-1 4 16,0 1-7-16,0-6 6 0,-6-3 4 0,-9 2-5 0,-1-2-5 15,-1-1 15-15,-2 0 12 0,-2-3 20 0,-3 3 17 16,-3-6 2-16,2 6 12 0,-4-3-4 0,-1 1-4 15,-1-2 6-15,2 1-9 0,-2-1 2 0,-3 1-9 16,3 0 1-16,-2 0-10 0,-2 1-3 0,3 1 1 16,-4-3-11-16,3 3-1 0,-1-1-1 0,-2 3-5 15,3-5-2 1,-3 5-8-16,2-2 2 0,-2 2-7 0,3-4-1 0,-3 4 4 16,0 0-9-16,0 0 1 0,0 0-3 0,4-3-7 15,-4 3-8-15,0 0-8 0,0 0-6 0,0 0-18 16,0 0-14-16,0 0-8 0,0 0 9 0,0 0 14 15,0 17-8-15,-2-5 10 0,2 6-2 16,0 2 3-16,-1 10 3 0,-3 14 12 0,-2 8 0 16,-2 1 4-16,-5 27 0 0,3-24-2 0,-8 31 11 0,3-7-2 0,-2 12 9 15,2-6 5-15,7 0 13 0,-1-2-11 0,4-2 1 16,4-24-1-16,-1 1-1 0,2 0 5 0,2-2-8 16,-1-2 7-16,-1 4 1 0,-1-4-3 0,1 3 3 15,-4-5 2-15,2-6-4 0,-3-1 1 0,-3-10 2 16,3-3-3-16,-3-2-2 0,3 1 1 0,0-3 0 15,-2-2 1 1,2-7-2-16,-2 4-4 0,2-6 5 0,0-1 4 16,2-4-10-16,-1-3 3 0,2 2 2 0,-1-4-2 15,-1 1-4-15,2-2 1 0,2-2 2 0,-3-3-1 16,3-2-1-16,-2 8 2 0,0-4-2 0,2-4 2 16,-1 6 2-16,1-6-2 0,0 0 3 0,0 4 23 15,0-4 8-15,0 0 4 0,0 0 1 0,-1 5-2 16,1-5-2-16,0 0-3 0,0 0-3 0,0 0-6 0,0 0 3 15,0 0-6-15,0 0-2 0,-4 2 1 0,4-2-5 16,-12-2-1-16,-8 0-2 0,-11-2-14 0,-6 1-7 16,-22-3-17-16,-3 0-33 0,-30-4-44 0,1-5-72 0,-10 0-196 15,1-1-397-15,7-4 176 0</inkml:trace>
  <inkml:trace contextRef="#ctx0" brushRef="#br0" timeOffset="66126.59">5987 6410 30 0,'0'0'167'0,"-3"-5"-12"0,3 5-8 0,0 0-7 16,0 0-14-16,0 0-6 0,0 0-12 0,-4-2-3 15,4 2-4-15,0 0-8 0,0 0-5 0,0 0 0 16,0 0-11-16,0 0-4 0,0 0-11 0,0 0-2 0,0 0-10 0,0 0-5 16,0 0 1-16,0 0-9 0,0 0-3 0,0 0-5 15,0 0-2-15,0 0-2 0,0 0-5 0,0 0 0 16,0 0-2-16,0 0-5 0,0 0 3 16,0 0-2-16,0 0 0 0,0 0 3 0,0 0 2 0,0 0 4 31,0 0 2-31,0 0 2 0,0 0 1 0,0 0-3 15,0 0-2-15,14-3-2 0,-1-1-2 0,7 2-6 0,7-5 1 16,4 4-1-16,7-2-4 0,0 0 2 0,17-3-1 16,-5 0 0-16,-9 3-4 0,11 0-3 0,-11 2-14 0,-2-1-26 15,-4 1-24-15,-4 6-27 0,1-3-42 16,-4 0-74-16,-9 0-119 0,0 1-349 0,-7 2 155 16</inkml:trace>
  <inkml:trace contextRef="#ctx0" brushRef="#br0" timeOffset="66550.03">6125 6629 80 0,'0'0'159'15,"-7"2"-6"-15,7-2-5 0,-7 1-13 0,7-1-10 16,-6 1-7-16,6-1-9 0,0 0-6 0,0 0-9 15,0 0-8-15,0 0-7 0,0 0-1 0,16 1-8 16,1-3-6 0,5-1-6-16,9 0-6 0,3-1-3 0,3-1-4 0,16-1-4 15,-1-1-4-15,-1 2 7 0,0-1-14 0,-12 1-2 16,13 0 5-16,-16 3-8 0,-2-1-3 0,-2-1-4 16,-4 2 1-16,-6 2-5 0,-4 0-4 15,-5 0 1-15,-3 0 0 0,-3-1-5 0,0 1-2 16,-1 1-4-16,-6-1-11 0,8 0-6 0,-8 0-7 0,0 5-15 15,0-5-24-15,0 0-44 0,-13 4-210 0,4-2-342 0,2 0 152 16</inkml:trace>
  <inkml:trace contextRef="#ctx0" brushRef="#br0" timeOffset="74860.25">7830 5904 78 0,'0'0'197'0,"-1"-5"-11"0,-1-1-8 0,1 4-10 0,1 2-11 16,1-8-7-16,-1 3 8 0,3 1-14 0,-3 1-13 0,3-1-15 15,-1-1-14-15,1 2-9 0,1-2-12 0,2 3-11 16,-1-1-6-16,0 1-9 0,3 0-2 0,0 0-11 16,3 1-5-16,-1 2-8 0,2 1 1 0,-1 3-4 15,1 2-6-15,0-2-2 0,1 7-2 0,1 0 8 16,-3 2-15-16,0 0-1 0,-1 4 1 0,-5-3-3 15,2 2-1-15,-3 2 2 16,-3 0-2-16,-1 0 3 0,-4 1-2 0,0-2 1 16,-1 9 0-16,-5-8-4 0,1-2 0 0,0-1 1 15,-2 0 0-15,-1 0 1 0,0-2 12 0,1-2-14 16,2-3 3-16,1-1 1 0,-2-1-1 0,5-2 4 16,1-1 5-16,-1-1 0 0,1 2 12 0,2 0 8 15,-1-3 13-15,3-2 26 0,-5 2 16 0,5-2 18 16,-2 1 18-16,2-1-15 0,0 0-6 0,0 0-18 0,8-18-5 0,0 6 5 15,2-2-13-15,7-10-17 0,0 2-6 0,0-4-10 16,1 3-3-16,-1-3-3 0,2 2 0 16,-1 2-8-16,0 0 7 0,-1 1-15 0,-6 6 0 15,1 0-11-15,0-1 3 0,-4 7 2 0,0 0-4 0,-3 0 2 0,0 3 2 16,0 1-4-16,0 0-3 0,-2 1-9 0,0 1 0 16,0 1-15-16,-3 2-25 0,0 0-10 0,0 0 4 15,0 0 2-15,5 10 8 0,-5 2 2 0,-2 2 2 16,4 4-1-16,-4 1 2 0,2 6 6 0,-2 2 5 0,6 1-2 15,-1-1 4-15,-2-5 0 0,5 6 3 16,1-5 1-16,2 0 2 0,7-2-17 0,1 2-24 16,10-6-44-16,-3 0-65 0,8-3-83 0,1-6-239 15,3-2-529-15,1-5 234 16</inkml:trace>
  <inkml:trace contextRef="#ctx0" brushRef="#br0" timeOffset="75475.75">7702 6382 111 0,'0'0'140'0,"0"0"-4"16,0 0 3-16,-4 2-9 0,4-2-4 0,0 0-3 15,0 0-11-15,0 0-3 0,0 0-6 0,0 0-1 16,0 0-14-16,0 0 6 0,0 0-5 0,0 0-7 0,0 0-9 16,0 0-4-16,0 0-9 0,0 0-3 0,0 0-4 0,0 0-5 15,0 0-7-15,0 0-2 0,0 0-3 0,0 0-2 16,0 0-4-16,0 0 3 0,0 0-3 0,0 0 0 15,0 0-1-15,0 0-2 0,0 0 0 0,0 0 0 16,0 0-7-16,0 0-1 0,0 0-5 0,26-9 2 16,-7 4-4-16,14 0-1 0,6-2-1 0,17-1-3 15,1-1 0-15,6 0 2 16,4 1-2-16,-1 0 1 0,27-5 5 0,-32 5 0 16,1 3 1-16,-6-2-2 0,-2 2 1 0,-16 0-2 15,-3-2-2-15,-6 5 2 0,-8 1 1 0,-2-1-3 16,-6 2-1-16,-1-2 4 0,-3 2 5 0,-4-1 5 15,4 1 0-15,-4-3 0 0,-5 3 0 0,8-1 3 0,-3 0-10 16,-5 1-5-16,0 0-13 0,0 0-12 0,0 0-2 16,0 0-28-16,0 0-19 0,-13 11-38 0,2-7-35 15,-2 3-31-15,-7-1-217 0,4-2-417 0,-3 3 185 0</inkml:trace>
  <inkml:trace contextRef="#ctx0" brushRef="#br0" timeOffset="76160.17">7996 6542 80 0,'0'0'228'0,"0"0"-17"0,0 0-7 15,0 0-23-15,0 0-16 0,0 0-15 0,0 0-16 16,0 0 0-16,0 0-16 0,0 0-12 0,0 0-11 15,0 0-5-15,0 0-14 0,0 0-12 16,23 3-3-16,-15 1-7 0,-2-2-6 0,3 2-7 16,-1 2-3-16,0-2-6 0,-1 3-2 0,-3-1-4 0,4 1-5 15,-3-2-1 1,0 4-6-16,0-1 2 0,-3-1-4 0,0 3-1 16,-2-1-2-16,-2 1-1 0,-1 0-1 0,-6 4 2 15,0 1 2-15,-4-2-1 0,-1 1-4 0,-1-2 8 16,-2-1-7-16,-2-3-1 0,4 4 0 0,-2-4-3 15,2 1 4-15,1-4-3 0,-2 2-2 0,4-2 0 16,1-2 1-16,2 2 2 0,4-3-2 0,-1 1 2 16,1-2-2-16,2 2 5 0,3-3 13 0,-8 1 11 0,8-1 6 0,-3 3 0 15,3-3-1-15,0 0-7 0,0 0-3 0,0 0 1 16,28-4-5-16,-10 0-5 0,2-1 2 0,8 1-4 16,4 0 0-16,0 2-1 0,0-3-5 0,1 3 0 15,3-4-1-15,-4 5 1 0,1 0 1 0,0-1-3 16,-1 1-5-16,0 0 3 0,-4 1 1 0,-10 0-3 15,0 0 4-15,-5 0-5 16,0 0-3-16,-6 0 0 0,-1 0 6 0,0 0-1 16,-6 0 16-16,10 0 5 0,-5-1 8 0,-5 1 4 15,8 0 2-15,-8 0 0 0,0 0-6 0,6 0-4 16,-6 0-3-16,0 0-4 0,0 0-7 0,7-2-7 16,-7 2-16-16,0 0-18 0,0 0-22 0,0 0-24 15,0 0-21-15,0 0-12 0,0 0-40 0,0 0-70 16,-21 7-235-16,9-6-486 0,1-1 215 0</inkml:trace>
  <inkml:trace contextRef="#ctx0" brushRef="#br0" timeOffset="76707.16">7315 6549 106 0,'0'0'276'0,"-3"-4"-20"15,3 4-22-15,0 0-24 0,0 0-20 0,-1-3-27 16,1 3-19-16,0 0-18 0,0 0-15 0,0 0-11 16,0 0-12-16,8 8-9 0,-3-3-11 0,-1 1-6 0,3 3-7 0,1-1-6 15,0 3-4-15,1 2-4 0,1 1-4 0,-1-2-2 16,0-2 0-16,1 5-2 0,0-3-5 0,1 1-1 16,-3-4-1-16,-1 0-2 0,-1-1 6 0,1-1-12 15,-3-2-3-15,1 0 0 0,0-1 1 16,-1-1 15-16,-2 0 36 0,1 0 34 0,-3-3 45 0,0 0 52 15,4 1 28 1,-4-1-20-16,1-7-21 0,0-5-20 0,-1-4-17 16,1-2-19-16,-1-9-13 0,2-2-15 0,-4-4-14 15,1-16-22-15,0-1-22 0,0-3 1 0,2-4-7 16,1-25-3-16,1 24-3 0,3 0-7 0,-6 0-8 16,4 7 3-16,0 2-5 0,-1 14 4 0,-2 3-6 15,-1 3-6-15,2 2 5 0,-3 10-4 0,1 0-2 16,0 5-3-16,0 5 2 0,-1 0-12 0,1 0-31 0,1 1-46 0,0 2-48 15,-1 0-50-15,0 4-30 0,6-1-10 0,-6 1-27 16,0 0-24-16,16 5-28 0,-11-1-253 0,4 2-602 16,0-1 266-16</inkml:trace>
  <inkml:trace contextRef="#ctx0" brushRef="#br0" timeOffset="77260.5">7550 5859 7 0,'0'0'196'0,"-9"0"-11"0,9 0-10 0,0 0-15 0,-5-2-12 16,5 2-16-16,0 0-10 0,0 0-11 15,0 0-8-15,0 0-7 0,-5-3-10 0,5 3-7 16,0 0 6-16,0 0-13 0,-4-1-5 0,4 1-9 16,0 0 1-16,0 0-5 0,0 0-1 0,0 0-3 0,0 0-3 0,0 0 1 15,0 0-1-15,0 0-6 0,0 0 4 0,0 0 1 16,0 0-4-16,0 0 0 0,0 0-1 0,0 0-5 16,0 0 4-16,0 0-8 0,0 0-4 0,0 0-4 15,0 0-1-15,0 0-1 0,0 0-2 0,0 0-3 16,0 0 1-16,0 0-3 0,0 0-2 0,0 0 3 15,0 0 6-15,0 0 4 16,0 0 5-16,0 0 1 0,0 0 9 0,0 0-3 16,0 0 1-16,0 0 0 0,0 0 0 0,0 0-3 15,0 0-4-15,0 0-1 0,0 0-2 0,0 0-8 16,0 0 1-16,0 0-4 0,9-5-4 0,5 2 0 0,8 0-6 16,14-3-4-16,14 0-2 0,7-1-2 0,4 0 3 15,33-3-3-15,-29 5 0 0,31-2 1 16,-34 4 1-16,2-4-1 0,0 2-2 0,-3 3 4 0,-6 0 0 0,-5-1-4 15,-14 1 1-15,1-3 0 0,-9 5 3 0,-7-1-3 0,-4 1-1 16,-5-1 3 0,-1 1 0-16,-3-1 1 0,0 1 4 0,-3 0 0 15,-5 0 0-15,10 0 9 0,-10 0-7 0,8 0-4 16,-8 0-8-16,0 0-17 0,0 0-28 0,0 0-28 0,0 0-37 16,0 0-36-16,-17 5-65 0,10-1-251 0,1-1-503 0,1-1 222 0</inkml:trace>
  <inkml:trace contextRef="#ctx0" brushRef="#br0" timeOffset="78763.13">9614 5750 24 0,'0'0'71'0,"0"0"-3"0,0 0 5 15,-1-4 0-15,1 4 4 16,0 0 1-16,-2-5 1 0,2 5 7 0,0 0 4 16,-1-5-1-16,1 1 6 0,0 4 0 0,0-7 5 15,0 3 5-15,0 4-5 0,0-6 3 0,0 6 3 16,-1-8-11-16,1 5-7 0,0 3-7 0,1-4-2 16,-1 4-5-16,0-5-9 0,0 5-2 0,0-3-9 15,0 3-5-15,0 0-8 0,0 0-3 0,0 0-10 16,0 0-6-16,0 0-3 0,0 0-7 0,0 0-2 0,0 0-3 15,3 20-1-15,-2-8 2 0,-1 2-4 0,2 5 0 0,0-2 2 16,-2 2-1-16,1 1 1 0,-1-2-1 0,1 1 0 16,2 0-1-16,-2-2 3 0,0 0-4 0,2-5 2 15,-2 0 0-15,1 2 0 0,-1-6 1 16,0 4 2-16,-1-5-18 0,0 0-11 0,1-1-25 16,-1 0-29-16,0 0-12 0,0-1-20 15,0 0-28-15,-3-1-190 0,3-4-352 0,-6 0 156 16</inkml:trace>
  <inkml:trace contextRef="#ctx0" brushRef="#br0" timeOffset="79542.48">9374 6259 148 0,'0'0'172'16,"0"0"-7"-16,0 0-3 0,-8 0-10 0,8 0-8 16,0 0-12-16,0 0-5 0,0 0-21 0,0 0-9 15,0 0-10-15,0 0-11 0,0 0-3 0,0 0-9 16,0 0-7-16,0 0 1 0,-9-1-12 0,9 1-5 16,0 0-3-16,0 0-4 15,0 0-3-15,0 0-3 0,0 0-5 0,0 0 8 16,0 0-9-16,0 0-4 0,0 0 1 0,0 0-6 15,0 0 0-15,0 0 1 0,0 0-4 0,0 0-4 16,0 0 0-16,0 0 2 0,0 0-1 0,0 0 0 16,0 0-5-16,0 0 0 0,0 0 3 0,0 0-3 15,0 0-2-15,0 0 2 0,0 0 1 0,0 0-4 16,0 0 2-16,0 0 1 0,0 0 0 0,-1 3 6 0,1-3 6 0,0 0 0 16,0 0 3-16,0 0-1 0,0 0-4 0,0 0 1 15,0 0 2-15,0 0-5 0,21-3-2 0,0-1 0 16,11 1 0-16,4 1-1 0,21-4 1 15,2 2-4-15,5-1-3 0,1 0 1 0,31-8-1 16,-31 13 1-16,27-11 3 0,-29 6-3 0,1 1 6 0,-2-1 9 16,-4 0 0-16,-6 1 2 0,-16-1 0 0,-3 2-3 0,-6 0 2 15,-8 1-3-15,-6 0-2 0,-2 1 5 0,-3 0-4 16,0-2-3-16,-2 3 3 0,-1-1-2 0,-5 1-8 16,0 0-5-16,0 0-13 0,0 0-9 0,0 0-16 15,-23 5-31-15,4 0-27 0,1-1-40 0,-5 0-59 16,1 1-149-16,1 2-374 0,-5 0 166 0</inkml:trace>
  <inkml:trace contextRef="#ctx0" brushRef="#br0" timeOffset="80080.78">9572 6674 205 0,'1'-7'245'0,"0"5"-8"15,-1 2-4-15,4-3-15 0,-4 3-17 16,3-4-18-16,-3 4-25 0,0 0-16 0,1-4-17 15,-1 4-15-15,0 0-14 0,0 0-19 0,0 0-13 16,0 0-10-16,5 9-5 0,-1-2-9 0,0 1-3 0,-2 2-7 16,1 1-3-16,1 1-2 0,1 5-4 15,-1 0 4-15,-1 3-6 0,1-1-2 0,-1 0-2 16,2 5 3-16,-2-5-3 0,-1 0-3 0,1-2 0 0,2-2-3 0,-4-5 1 16,0 5-1-16,0-1 0 0,1-5-2 0,-2 0 3 15,1-1-7-15,-1-3 6 0,1 0 0 0,1 1 2 16,-2-2 9-16,0-2 19 0,0-2 25 0,0 4 22 15,0-4 37-15,0 0 28 0,0 0 10 0,0 0-28 16,0 0-16-16,-8-14-9 0,2 0-10 0,1 2-7 16,-4-12 2-16,1-2-7 0,0 1 8 0,2-2-10 0,1-2-6 0,0-2-3 31,1-3-2-31,1-2-5 0,1 2 1 0,2 0 1 16,0 2 0-16,0 3 2 0,1 1 0 0,1 3-3 0,0 6-5 0,-1 4-5 0,3 3-3 0,-2 1-16 15,1 1-1-15,1 2-3 0,-2-2-7 0,5 4-5 16,0-2 0-16,5 4-14 0,7 0-25 0,0 2-23 31,12-2-36-31,-2 8-47 0,2-1-40 0,-1 1-36 0,-2 5-32 16,-2 0-37-16,-1 3-56 0,-8-3-348 0,4-1-725 15,-2-1 320-15</inkml:trace>
  <inkml:trace contextRef="#ctx0" brushRef="#br0" timeOffset="80466.92">10222 6428 316 0,'0'-7'303'0,"0"0"-17"0,3 3-16 0,-3-2-12 16,0 1-19-16,0 1-25 0,-3 1-21 0,3 3-26 0,3-5-20 0,-3 5-20 16,0 0-36-16,0 0-11 0,0 0-7 0,0 0-7 15,4 14-8-15,-4-4-6 0,1 1-4 0,0 7-7 16,2-2-1-16,-2 2-2 0,2-1-4 0,-1 1-4 15,-1 0 0-15,4-1-6 0,-2 0-1 0,-2 0 0 16,0-5-20-16,1 0-14 0,-1 0-26 0,-2-2-34 16,2-1-16-16,-2 1-38 15,-1-3-21-15,1-2-35 0,-1 2-255 0,-2-4-473 16,0-1 209-16</inkml:trace>
  <inkml:trace contextRef="#ctx0" brushRef="#br0" timeOffset="80751.48">10073 6745 39 0,'0'0'237'0,"-6"0"3"0,6 0 4 0,-3 2 0 0,3-2 1 16,0 0-16-16,0 0-13 0,0 0-18 0,0 0-19 15,0 0-18-15,0 0-15 0,0 0-18 16,25-7-9-16,-4 5-15 0,4-2-9 0,3-2-11 0,3-1-13 0,2 2-4 15,-2-1-7-15,1 0-5 0,-1 1-4 0,-1 1-3 16,-2 0-7-16,-6 0-6 0,-5 1-1 0,-6 1-6 16,-2 2-3-16,-1-3-5 0,-3 3-11 0,1 0-17 15,1-3-24-15,-4 2-35 0,-3 1-12 0,0 0-19 0,0 0-15 16,0 0-30-16,-13 7-49 0,1-5-68 0,-1 0-150 16,-1 0-445-1,4 1 197-15</inkml:trace>
  <inkml:trace contextRef="#ctx0" brushRef="#br0" timeOffset="81215.03">10257 6786 179 0,'-3'3'292'15,"3"-3"-31"1,0 0-21-16,0 0-26 0,0 0-22 0,0 0-22 0,0 0-18 0,0 0-15 16,6 4-12-16,0-3-10 0,0 0-19 15,3 2-4-15,1-1-12 0,0 2-12 0,2 2-4 16,-2-1-8-16,-1 0-6 0,-1 2-9 0,-1-2-5 16,1 4-11-16,-3 0 1 0,-1 2-9 0,-3 0-4 15,3 1-4-15,-9 2 0 0,1 2 0 0,-1-2-4 16,-4 2 1-16,-5-3 0 0,5 0 2 0,-4-1-3 15,2 1 0-15,3-6-2 0,0 0 3 0,3-1-1 16,-1-3-1-16,1 1-1 0,2 1 2 0,-1-4 4 0,2 4 19 0,-1-4 3 16,3-1 11-16,-4 4 11 0,4-4-5 0,0 0-3 15,0 0-4-15,19 0-5 0,-6-3 0 16,4 2-4-16,2-1-5 0,2-2-3 0,-1 1 2 16,-1-1-2-16,4-1-6 0,-6 2-1 0,2 0-5 0,-1-1 4 15,-5 2 0-15,-2 0-3 0,-2 0 7 0,-1 1 11 0,-2-2-5 16,-1 2 1-16,-5 1 3 0,9-1-2 0,-4-1-8 31,-5 2-7-31,5-1-9 0,-5 1-10 0,0 0-16 0,0 0-27 0,0 0-29 0,0 0-23 0,0 0-33 0,-7-7-31 16,7 7-22-16,-8-5-26 0,3 3-232 15,1-4-482-15,0 2 214 0</inkml:trace>
  <inkml:trace contextRef="#ctx0" brushRef="#br0" timeOffset="81499.82">10673 6447 154 0,'0'0'208'0,"0"0"-24"0,0 0-12 16,14 10-18-16,-6 2-9 0,3 2-12 0,2 6-12 15,4 6-6-15,-4 3-6 0,3 2-8 0,-3 4-8 16,3 8-8 0,-4 5-5-16,-4-3-3 0,-3 0-9 0,-5 2-9 15,-4-12-3-15,-4-1-3 0,-2 1-12 0,-4-4-16 16,0-2-4-16,-4-3-19 0,-5 2-13 0,-1-7-25 16,-4 3-62-16,-3-7-82 0,-2-3-143 0,-3-4-347 0,0-5 153 15</inkml:trace>
  <inkml:trace contextRef="#ctx0" brushRef="#br0" timeOffset="81932.52">10075 6331 116 0,'-1'-4'231'0,"1"4"-25"0,0 0-24 0,-1-3-22 0,1 3-13 15,0 0-18-15,-7 12-18 0,1 0-9 0,-2 6-13 16,-5 8-7-16,1 7-8 0,-5 11-5 0,2 2-5 0,2 0-5 16,-1 2-6-16,6-2-2 0,2 1-3 0,6-11-11 15,1 12 5-15,4-2-4 0,8-1-3 0,1-11-4 16,8-5 1-16,11 8 0 0,5-5-3 0,8-7 3 15,4-2-48-15,4-3-83 0,-3-11-262 0,1 0-392 16,1-8 174-16</inkml:trace>
  <inkml:trace contextRef="#ctx0" brushRef="#br0" timeOffset="89752.9">11427 5424 15 0,'0'-4'180'16,"3"0"-11"-16,-3-1-7 0,0 5 0 15,0-7-4-15,-3 5-9 0,3 2-13 0,3-6-13 16,-3 6-12-16,0 0-8 0,2-4-12 0,-2 4-14 0,0 0-12 0,0-5-24 15,0 5-24-15,0 0 6 0,0 0-2 0,4 17-6 0,-4-1 1 16,0 5-5-16,0 5 3 0,0 8-3 0,1 17-4 16,-2 2 4-16,-2 2-5 0,2 1 3 0,1 3-3 15,0-2 2-15,0 2 0 0,1 23 1 0,2-26 1 16,2-1 0-16,3 4-5 0,-3-2 2 0,1 2 2 16,2-6 4-16,1 2-5 0,-4-6-3 0,4 1 4 0,-4-3-1 15,3-11 1-15,-3-2 3 0,4 14 1 0,-2-12-3 16,-1-3 0-16,0 16 1 0,-2-15 0 0,4 12 4 15,-1 0-3-15,0 0-2 0,-2-11 0 0,-3 0 0 16,1-1 2-16,-1 3-2 0,0-1-4 0,-1-2 0 16,-1-3 1-16,1-4 1 0,-1 1-8 0,0-5 4 15,0-2 4 1,-1-4-5-16,1-4 0 0,-1-1 3 0,1-3-2 16,0 2-1-16,0-3-1 0,-2-2-2 0,1 1 3 15,1-1 2-15,0-3-2 0,0-3 1 0,0 7 3 0,-1-2 0 16,1-2-5-16,0-3 1 0,0 0-7 0,-1 3 5 15,1-3 6-15,0 0-3 0,0 0-1 0,0 5-1 16,0-5 3-16,0 0-4 0,0 0 1 0,0 5-1 16,0-5 3-16,0 0-3 0,0 0 0 0,0 0 0 0,0 0-5 0,0 0 9 31,0 0-6-31,0 0 4 0,0 0-5 0,0 0 3 16,0 0 0-16,0 0 0 0,0 0-2 0,0 0 7 15,0 0-5-15,0 0-1 0,0 0 0 0,0 0 2 16,0 0-1-16,-3 4 3 0,3-4-3 0,0 0-2 15,0 0 3-15,0 0 2 0,0 0 7 0,0 0 8 16,0 0 0-16,0 0 2 0,0 0 5 0,0 0 5 0,0 0 10 16,0 0 8-16,0 0-2 0,0 0-3 0,0 0-1 15,0 0-7-15,24-9-6 0,-3 3-9 0,13 1-8 16,3-4-13-16,22-5-19 0,2 5-27 0,2-4-52 16,0 0-82-16,-5-3-225 0,-4 1-438 0,-7-6 193 15</inkml:trace>
  <inkml:trace contextRef="#ctx0" brushRef="#br0" timeOffset="90589.7">11449 5470 80 0,'0'0'168'0,"0"0"-4"0,0 0-8 16,0 0-12-16,0 0-9 0,0 0-8 0,0 0-14 0,0 0-11 15,0 0-13-15,0 0-10 0,0 0-6 0,19-2 0 16,-2 1-17-16,6-2-6 0,13 3-17 16,18-2-11-16,3-1-20 0,8 2-18 0,-1 1-36 0,29-5-46 0,-33 2-152 15,4 0-272-15,2-1 121 0</inkml:trace>
  <inkml:trace contextRef="#ctx0" brushRef="#br0" timeOffset="91553.45">12430 5828 122 0,'3'-3'133'0,"-2"-1"-6"0,2 1-3 0,-1-1-9 31,2 1-15-31,0 0-9 0,2-2-8 0,4-2-14 16,-2 7 0-16,4-4-14 0,0 0-8 0,1 0 2 0,0 2 1 16,1 2-10-16,6 0 0 0,0 2-2 0,-1 3-12 0,-9-1 5 15,8 0-4-15,-4 7-2 0,1-3 0 16,-6 3-8-16,3 2-3 0,-2 1 6 0,-2 3-6 16,-2 0 3-16,-3 4-3 0,-3-1-5 0,-3 9 3 15,-3-1-2-15,-5 2-1 0,0-1 4 0,-8 2 0 0,-12 7 0 16,-2-3-1-16,6-10-3 0,-2 0 2 0,2-3-1 0,-1 0-7 15,0-4 6-15,1-2 3 0,0-1 9 0,3-3 3 16,7-5-2-16,2 2-3 0,3-5 4 0,3 1 14 16,-1-1 10-16,6-1 22 0,-1-1 26 0,1-2 1 15,4 0 1-15,-6-4-6 0,6 4-13 0,1-10-4 16,4 3-9-16,2-3-10 0,5 0-5 0,1-4-4 16,5 6-7-16,-4-4-3 15,5 2 3-15,-2 3-12 0,3-1-5 0,-2-1 2 16,4 7-7-16,0-1-4 0,6 1 0 0,-7 2-5 15,9 2 1-15,-11 1 0 0,13 4-3 0,-4 1 1 16,-1-4-2-16,0 5-1 0,0 0 0 0,-7-2 7 16,2 0-5-16,-2-2-2 0,-3 3 2 0,5-4-2 15,-2 1-4-15,-5-1-8 0,-2-1 1 0,-1-3 0 16,-2 2 1-16,-1-4 1 0,-4-1 1 0,1 2 2 0,0-4-3 0,-3 0 2 16,2 1-4-16,-2-2-2 0,-2 1-5 0,2-2 1 15,-2 2-10-15,0 0-8 0,-1-2-8 0,0 2-24 16,0 2-23-16,0 3-33 0,4-4-30 0,-3 1-34 15,-1 3-195-15,8-1-409 0,2 0 181 0</inkml:trace>
  <inkml:trace contextRef="#ctx0" brushRef="#br0" timeOffset="92756.43">13530 6096 78 0,'0'0'145'0,"0"0"-13"0,0 0-10 15,0 0-8-15,0 0-3 0,0 0-7 0,0 0 1 16,0 0-14-16,16-5 2 0,-16 5-6 0,6 0-4 0,-6 0-5 0,6-4-4 15,-2 3-5-15,-4 1-3 0,0 0-4 0,7-4-2 16,-7 4-5-16,4 0-4 0,-4 0-4 0,0 0-1 16,0 0-9-16,0 0 2 0,0 0-3 0,6-1-4 15,-6 1-2-15,0 0-1 0,0 0-3 0,0 0-4 16,0 0-3-16,0 0 4 0,0 0-2 0,0 0 3 16,1-4 0-16,-1 4 2 15,0 0 2-15,0 0-1 0,0 0 1 0,0 0-1 16,0 0-5-16,0 0 0 0,0 0-8 0,0 0 4 15,7 0-3-15,-7 0 0 0,0 0-1 0,0 0-2 16,0 0-2-16,0 0-1 0,0 0-1 0,6 0 0 16,-6 0-4-16,0 0 5 0,0 0-4 0,0 0 1 15,0 0-1-15,0 0 1 0,0 0-4 0,0 0 0 16,0 0 1-16,0 0-2 0,0 0 1 0,0 0 0 0,0 0 1 0,0 0-1 16,0 0-1-16,0 0-5 0,0 0 7 15,0 0 0-15,0 0-3 0,0 0 0 0,0 0 0 0,0 0-1 16,0 0 0-16,0 0 3 0,0 0-2 0,0 0 0 15,0 0-2-15,0 0 2 0,0 0-1 0,0 0 0 16,0 0 0-16,0 0-2 0,0 0 2 16,0 0-1-16,0 0 2 15,0 0 0-15,0 0 0 0,0 0-4 0,0 0 2 0,0 0 5 16,0 0-3-16,0 0-3 0,6-1 5 0,-6 1-3 16,9 1 2-16,0-2-1 0,4 1 2 15,5-1-3-15,1 1 4 0,11-5-3 0,3 5-2 0,1-3-1 16,7 1 3-16,14 0 2 0,-2-1-3 0,3-2 3 15,-3 0-4-15,1 4 8 0,-13-2-7 0,-3 0 0 16,1 1 3-16,-5-3-2 0,-6 5 0 0,-10-3 0 0,-4 2 2 16,-1 0-1-16,-5-1 0 0,-1 2 3 0,1-1-6 0,-3-1 0 15,-5 2-12-15,9 0-17 0,-5-1-20 16,-4 1-28-16,0 0-37 0,0 0-64 0,-17 4-174 16,7-2-382-16,-3-2 170 0</inkml:trace>
  <inkml:trace contextRef="#ctx0" brushRef="#br0" timeOffset="100762.48">15404 5404 123 0,'-3'-4'159'16,"2"0"-14"-16,1 4-6 0,0-4 2 0,0 4-10 0,0 0 2 15,0-6-4-15,0 6-5 0,-1-5-11 0,1 5-11 0,0 0-10 16,1-6-13-16,-1 6-6 0,4-5-4 0,2 1-9 16,-1 2-9-16,4 1-5 0,4-3-3 15,0 2-5-15,5 2-3 0,2-3-5 0,8 3-8 16,-9 2 3-16,4 0-8 0,-2 3 0 0,-1 1-2 0,-2 0-1 16,4 4 3-16,-3 0-9 0,-4 2 0 0,2 2 1 0,-4 1-2 15,-4 2-3-15,-2 0-4 0,-3 2 0 0,-4 6 1 16,-4 1-2-16,-5 0 21 0,-7-1-3 0,-5 1 1 15,-2 0-3-15,-5-3-3 0,0-3 3 0,-3 1-2 16,1 0-4-16,0-2-2 0,1-3 0 0,1 0 1 16,1 1-5-16,4-4 0 0,5-6 2 0,-1 2-1 15,7-3 4-15,1 1-1 16,-1-2 1-16,6-1 2 0,-1-1-4 0,0 1 0 16,3-1-1-16,-1-1 5 0,1-2 2 0,0 3 5 0,4-3 3 15,0 0-1-15,0 0 1 0,17 0 0 0,-3-1 8 16,7-1-10-16,8 0 1 0,-1-2 1 0,4 0 1 15,0 3 0-15,-1-2-4 0,3 1-3 0,-7 0-3 16,1 1 2-16,-5-1-5 0,-1 1 0 0,-5 0 2 16,-4 1-2-16,-1 0 0 0,-3 1-3 0,2-2 1 0,-4 1-6 15,-7 0-10-15,9 0-10 0,-9 0-19 0,7 0-26 16,-7 0-15-16,0 0-11 0,0 0-37 0,0 0-39 16,0 0-197-16,0 0-392 0,0 0 174 15</inkml:trace>
  <inkml:trace contextRef="#ctx0" brushRef="#br0" timeOffset="101312.9">16121 5504 1 0,'9'-5'178'0,"3"2"-10"0,4-3-9 16,-2 3-6-16,4 1-13 0,2 1-14 0,-1 1-15 16,-1 3-13-16,1 3-8 0,2 0-7 0,-3 3-14 0,-1 3-6 31,-2 1-2-31,4 6-10 0,-9-4-2 0,-1 2-2 0,-2 2-4 0,1-1 1 0,-8 2-6 0,0 5-2 15,-5-8-3-15,-4 7-4 0,0-6 3 0,-4 4-1 16,-3-2-2-16,-1-1-4 0,1-6 4 16,0 1-6-16,0-2 12 0,-2-1-3 0,2-2-1 0,1 0 2 15,4-4 5-15,4 2 2 16,-2-2 4-16,0-2 12 0,4-2 11 16,0 0 21-16,1 2 21 0,-1-1 21 0,5-2-2 15,0 0-16-15,-5-10-14 0,10 4-6 0,0-5-13 16,2-2-5-16,4-4-5 0,4-8-13 0,7 2-8 0,-4-3-1 15,5 0 0-15,0 1-11 0,-1 1-4 0,-2 0-3 16,2 2-3-16,-3 2-8 0,-3 4-1 0,-4 4-1 16,0 5-1-16,-2-2 0 0,-5 3-3 0,4 1-8 0,-6 0 12 15,0 1-17-15,1 1 0 0,0 2-21 0,-4 1-21 16,4-1 4-16,-4 1 2 0,1 8-5 0,2-2 0 16,-6 6 8-16,3 5 1 0,-1 0 4 0,-2 0 5 15,2 3 0-15,1 0-1 0,4-2 5 0,-4 2 0 16,4-3 4-16,1 1 4 0,1-2-12 0,3 0-19 15,0-1-25 1,5-1-34-16,-1-4-44 0,5-1-59 0,-5-5-258 0,4-4-501 16,0 0 221-16</inkml:trace>
  <inkml:trace contextRef="#ctx0" brushRef="#br0" timeOffset="101745.35">16661 5229 25 0,'1'-1'276'16,"-1"1"-10"-16,3-5-18 0,-3 5-16 0,1-3-22 15,-1 3-26-15,0 0-21 0,3-4-14 0,-3 4-22 16,0 0-14-16,0 0-12 0,0 0-15 0,15 4-7 0,-11 1-10 0,1-1-1 16,0 4-13-16,-1 0-6 0,4 1-7 0,-6 1-3 15,5 1-1-15,-6 2-2 0,0 1-9 0,-2 1 0 16,1-3-2-16,-1 5-2 15,-2 0-1-15,-1-6-4 0,4 1 0 0,-2-2-1 16,-1 1-2-16,3-5-1 0,-2 1-3 0,2-2 0 0,-3 1 3 16,3 1-7-16,0-4 6 0,4 1-2 0,5-1 8 0,1-1 9 0,13 1-5 0,6-3 1 15,3-3-4-15,4 0-2 0,0 2-9 0,1-4-28 16,0-2-38-16,-4 2-50 0,-1-3-74 16,-3 7-271-16,-2-5-487 0,-9 4 215 0</inkml:trace>
  <inkml:trace contextRef="#ctx0" brushRef="#br0" timeOffset="102816.61">15217 6304 164 0,'0'0'158'0,"0"0"-15"16,0 0-9-16,-5-2-13 0,5 2 0 0,0 0-2 15,0 0-5-15,0 0-8 0,0 0-5 0,10-7-8 16,-10 7-4-16,0 0-15 0,0 0-4 0,0 0-10 16,7 0-11-16,-7 0 0 15,0 0-4-15,0 0-8 0,0 0 0 0,0 0 0 16,0 0-9-16,0 0 2 0,0 0-5 0,0 0 0 15,0 0-6-15,0 0-4 0,0 0 2 0,0 0-5 16,0 0 5-16,0 0 3 0,0 0-4 0,0 0 4 16,0 0 0-16,0 0 4 0,0 0-6 0,0 0 1 15,0 0-7-15,0 0-1 0,0 0 0 0,0 0 3 16,0 0-5-16,0 0 1 0,0 0-1 0,0 0 0 0,0 0-1 0,0 0-2 16,0 0 2-16,0 0-2 0,9-2 2 0,-3 2 0 15,7-2 7-15,6-2-1 0,14 0 1 16,21-1-4-16,9 2 0 0,32-6 0 0,6 4 0 15,1-5 0-15,12 6 9 0,-1 3 4 0,8-8-3 0,4 1 8 16,2 1-4-16,3 2-2 0,-10 0 2 0,-5-4-6 16,-10-1 2-1,-9 3-3-15,-31 0 2 0,-1 2-6 0,-3-3 4 16,-7 3-2-16,-15-2 1 0,-1 1 9 0,-5 1 5 16,-6-1 8-16,-6 1 5 0,-4 1 12 0,-6 1 10 0,1-2 2 15,-7 1 1-15,4 2-2 0,-4 1-9 0,0-1-9 16,-1 1-14-16,1-1-3 0,-5 2-28 15,4-5-34-15,-4 5-44 0,0 0-38 0,0 0-31 16,-19 2-37-16,5-1-56 0,1 2-207 0,-5 1-479 0,0-3 213 0</inkml:trace>
  <inkml:trace contextRef="#ctx0" brushRef="#br0" timeOffset="104778.6">15807 6534 62 0,'0'0'95'0,"-1"-2"-2"0,1 2 3 16,0 0-10-16,0 0-5 0,0 0 2 0,0 0 1 0,0 0-3 16,0 0 2-16,0 0-6 0,0 0-6 0,0 0-2 15,0 0 3-15,0 0-3 0,-4-3-2 0,4 3-7 16,0 0-4-16,0 0-2 0,0 0 2 0,0 0 0 16,0 0-7-16,0 0 0 0,0 0-12 0,12-3-3 15,-12 3 1-15,13-1-8 0,-2-2-2 0,2 2-6 16,5 0-1-16,0 1-3 15,1 0-1-15,-1 1-3 0,0 0 3 0,0 2-2 16,0-2-3-16,1 2-4 0,1 0 4 0,-7 1-4 16,-3 1-1-16,3-2-2 0,-5 2 2 0,-2 1-7 15,-1 0 2-15,3-2-5 0,-6 3 5 0,-3-1-1 16,-3 4-3-16,-6 0-1 0,-4-1 3 0,-5 3 5 16,-1-3-2-16,-6 3 0 0,-2 1 0 0,2-4 2 15,6 0-4-15,2-2-4 0,-4-1 10 0,4 1-4 0,0-2-2 16,4 1 2-16,4-3 5 0,-2 1-2 0,6 0-5 15,1-1 0-15,-1-2 3 0,4 2-6 0,2-3 1 16,0 0 0-16,9 5-1 0,5 0 9 0,3-1-5 0,2-4 2 16,8 4-2-16,1-2 1 0,0 3-4 0,0-1 0 15,-1 1 1-15,1-2 7 0,0 4-3 0,3-1-4 16,-9 1 0-16,-2-3 0 0,7 4 2 0,-10-1 3 0,-1 0-2 16,-4 1-3-16,-5 1 0 0,2-2 0 0,-2 0 0 0,-4 2 0 15,-3-2 6-15,-1 3-3 0,-8 0 0 0,-1 0-2 16,-5 0 3-16,-12 2-2 0,0-2 6 15,-5-1-5-15,0-3 2 0,0 0 2 0,0-1-2 16,-4-3 1-16,1 1 2 0,2 0 4 0,-2-3-3 0,3-1 2 16,5 2 3-1,4-3 4-15,5 2 7 0,4-1-2 16,3-1 6-16,3 4 0 0,0-2-2 0,2 0 6 16,6 0-3-16,-9-2-3 0,7 0-12 0,2 2-8 15,0 0-14-15,0 0-9 0,12-5-15 0,0 4-18 16,-1-4-26-16,7 1-31 0,-5 1-72 0,2 2-100 15,-2 0-304-15,6-4 135 0</inkml:trace>
  <inkml:trace contextRef="#ctx0" brushRef="#br0" timeOffset="105104.85">16517 6564 76 0,'0'-3'253'0,"0"3"-15"0,0-5-22 0,0 5-20 0,0-5-20 16,0 5-21-16,0 0-19 0,1-2-16 0,-1 2-20 15,0 0-7-15,0 0-12 0,4 10-10 0,-3-4-9 0,2 6-6 16,3-1-6-16,-3 4-4 0,2 4-3 0,1 4-6 15,-2-3-1-15,1 4-2 0,1 2-6 0,-2-2-4 0,-1-4 2 16,-1 0-3-16,1 6-20 0,0 1-16 0,-5 1-24 16,1-1-24-16,-4 0-28 0,1 0-29 15,-2-3-47-15,-1-5-151 0,0 5-343 0,-1-7 152 16</inkml:trace>
  <inkml:trace contextRef="#ctx0" brushRef="#br0" timeOffset="105268.13">16549 7368 49 0,'1'3'337'0,"-1"-2"8"16,0-1-20-16,3 6-6 15,-3-6-12-15,0 4-16 0,0-4-20 0,0 0-20 16,1 4-25-16,-1-4-22 0,0 0-25 0,0 0-45 16,0 0-67-16,0 0-65 0,7-9-69 0,-3 3-100 15,1 3-120-15,3-8-178 0,-1 5-503 0,1-9 223 16</inkml:trace>
  <inkml:trace contextRef="#ctx0" brushRef="#br0" timeOffset="106301.13">18099 6096 63 0,'0'0'131'0,"-9"0"-19"15,9 0 14-15,0 0-9 0,0 0-3 0,-5 0-5 0,5 0 0 0,0 0-6 16,-4-3-6-16,4 3-7 0,0 0-4 0,0 0-3 15,0 0-6-15,0 0-3 0,0 0 3 0,0 0-1 16,0 0 1-16,0 0 0 0,0 0 1 0,0 0 0 16,0 0-7-16,0 0-3 0,0 0-6 0,0 0-2 15,0 0-3-15,0 0-6 0,0 0-4 0,0 0-3 16,0 0-8-16,-8 3-4 16,8-3-4-16,0 0-1 0,0 0-2 0,0 0-5 15,0 0-2-15,0 0-1 0,0 0 1 0,0 0-9 16,0 0 5-16,0 0-3 0,0 0-1 0,0 0 3 15,0 0-1-15,0 0-5 0,0 0 2 0,0 0 1 16,0 0-3-16,0 0 0 0,0 0-2 0,21-8 2 16,-10 6-5-16,8-2-1 0,8-1 2 0,5-1 1 15,1 2-1-15,3-3 2 0,19 0-1 0,1 2-5 0,-1-1 1 0,4 0 0 16,-5-1 0-16,1-1-2 0,-2 4 1 0,-21-1 0 16,1 3-1-16,-3-1-12 0,-11 0-11 0,-8 2-4 15,1 0-14-15,-4-1-26 0,-1 1-33 0,-3 0-39 16,-4 1-20-16,0 0-204 0,0 0-395 0,-21-7 175 15</inkml:trace>
  <inkml:trace contextRef="#ctx0" brushRef="#br0" timeOffset="106523.65">18333 5891 50 0,'-2'-5'282'0,"2"0"-4"0,-1-1 7 0,1 2-12 16,0 4-30-16,-1-7-35 0,1 4-20 15,0 3-27-15,0 0-23 0,0 0-11 0,0 0-21 16,2 23-8-16,0-4-13 0,-1 7-12 0,5 6-6 0,-2 5-6 16,1 11-3-16,5 2-23 0,-1-4-40 0,2 3-45 15,-3-4-65-15,0-8-105 0,-4-6-185 0,2-2-438 0,3-13 194 16</inkml:trace>
  <inkml:trace contextRef="#ctx0" brushRef="#br0" timeOffset="115922.31">20065 5357 22 0,'-1'-4'143'16,"1"4"-19"-16,0 0 16 15,-3-4-12-15,3 4 7 0,0 0-14 0,0-5-10 16,0 5-6-16,0 0-11 0,2-5-6 0,-2 5-10 16,1-4-9-16,2 3-6 0,2-2-6 0,1-1-7 15,2 3-8-15,3-3-2 0,0 2-7 0,5 2-3 16,-3 0 5-16,3 2-10 0,5 1-5 0,-3-1 0 16,0 3-3-16,-3-1-3 0,2 4-2 0,-2-1 0 15,0 5-2-15,-2-4-3 0,1 6 3 0,-5-1-1 0,-2 2-1 0,0 3 0 16,-4 1-3-16,-6 7 8 0,-6-3-10 0,-5 3 7 15,-6-1-1-15,-5 1 0 0,-10 6-1 16,-4 1-1-16,10-13 2 0,-6 0-3 0,-9 2 0 0,10-4-1 16,1-3-2-16,-1-3 2 0,0 0 1 0,8 2 2 15,0-6-1-15,6 2-2 16,3-3 1-16,1-2 1 0,5 2-3 0,1-4-1 16,2 2-1-16,2-4 0 0,0 2 9 0,-1-1 16 0,3 0-8 0,4-2 10 15,-6 1 2-15,6-1 3 0,0 0-2 0,0 0-7 16,0 0 5-16,0 0 3 0,22 0 13 15,-5 0-1-15,3-1 0 0,7-2 2 0,3 0-2 16,1 1-1-16,-2 1-5 0,3-1-5 0,0 2 3 16,-4-2-8-16,-1 2-4 0,-4 0-3 0,-5-1 1 15,1 1-5-15,-1 0-2 0,-8 0 1 0,2 0-4 16,-3 0 0-16,-3 0-2 0,-1 0-2 0,-5 0 0 16,12 0 1-16,-12 0-3 0,9-2-3 0,-9 2 2 15,6 0-2-15,-6 0-13 0,0 0-10 0,0 0-15 0,8 0-21 16,-8 0-26-16,0 0-36 0,0 0-34 15,5-1-26-15,-5 1-202 0,0 0-412 0,11 0 183 16</inkml:trace>
  <inkml:trace contextRef="#ctx0" brushRef="#br0" timeOffset="116562.03">20565 5496 46 0,'6'-2'174'16,"3"0"-15"-16,-4 0-13 0,9-1-14 0,-1 3-11 16,-1 2-10-16,-1-1-12 0,3 3-13 0,0 0-9 15,-2 1-5-15,3 5 1 0,-1 2-8 0,-1 1-2 16,-2 1-4-16,-2 1-3 0,-1 4-7 0,0-1-5 0,-4 2-4 0,-4 0 1 16,-2-1-3-16,-3-1-1 0,-2 1 3 0,-2 5-8 15,-2-7 2-15,0 0 3 0,-2 0 1 0,-2-3-6 16,2-1-3-16,-2-1 5 0,1 1 2 0,-3-3-1 15,7-2-1-15,-2-1 0 0,2-2 0 0,2-1 0 16,3 0-2-16,0 0 12 0,1-3 10 0,-2 0 14 16,2 2 19-16,4-3 30 15,-4 4 27-15,4-4-1 0,0 0-17 0,0 0-15 16,2-13-20-16,4 2 0 0,4-2-10 0,7-8-14 16,2 0-12-16,3-1-4 0,-1-1-7 0,4 1-3 15,-2-3-7-15,1 3-5 0,-4 0 0 0,2 0-3 16,1 2-4-16,-3-1-3 0,-4 7-2 0,-2 2 9 15,-4 0-17-15,-1 4 6 0,-1 2 0 0,-2 0-4 16,-1 2-5-16,0 1-3 0,-2-1-1 0,1 1-2 0,-2 0-14 0,-2 3-20 16,4-1-11-1,-4 1 5-15,0 0 1 0,-4 14 8 0,1-2 1 16,-4 4 3-16,1 2 3 0,-6 7 0 0,3 0 3 16,0 0 1-16,4-6 3 0,0 1 2 0,0-1 0 15,5 5 8-15,0-5 2 0,4 0-3 0,2-2 0 16,3 0 7-16,9 0-4 0,5-2-27 0,4-1-43 15,4-3-52-15,3 0-54 0,4-6-70 0,2-3-231 16,-3 1-520-16,-1-6 231 0</inkml:trace>
  <inkml:trace contextRef="#ctx0" brushRef="#br0" timeOffset="117198.92">21238 5116 122 0,'0'0'232'0,"0"0"-16"0,0-5-15 0,0 5-22 0,0 0-20 16,0 0-17-16,4-2-13 0,-4 2-17 15,0 0-11-15,0 0-14 0,0 0-10 0,0 0-10 16,0 0-11-16,0 0-2 15,0 12-8-15,0-5-4 0,0 3-2 0,0-1-8 16,0 2 2-16,-1 1-7 0,1 0-5 0,-3 2 4 16,3 3-4-16,0-2-1 0,0-2-3 0,-1 3-2 15,1-2 1-15,1 0-2 0,-2-6 3 0,1 4-7 16,0-5 1-16,0 3-2 0,0-3 3 0,-4-1-4 16,4 0-1-16,0 1-1 0,0-4-1 0,4 0 2 0,-8 1-2 15,4-4 2-15,4 5-2 0,-4-5 1 0,4 5-1 0,-2-3 4 16,5-1-4-16,-1 1-3 0,4-1-17 0,3-1-28 0,-1 0-19 15,0 1-17-15,1-2-33 0,3-2-23 0,-1 0-45 16,-1 1-130-16,-2 0-333 0,0-1 149 0</inkml:trace>
  <inkml:trace contextRef="#ctx0" brushRef="#br0" timeOffset="117394.95">21444 5264 202 0,'0'0'201'0,"0"0"-12"0,-1-3-17 16,1 3-19-16,0 0-20 0,0 0-18 0,0 0-10 16,0 0-12-16,-7 10-12 0,6-1-8 0,-1 3-5 15,0 4-8-15,1 5-5 0,-3 3-10 0,4 4-8 0,0 3 10 0,1 0-1 16,2 2-4-16,-2-1-4 0,3 1-9 0,1 0-26 16,4 1-35-16,-4-3-51 0,-1-4-57 15,1-1-149-15,-1-7-313 0,-3-6 139 0</inkml:trace>
  <inkml:trace contextRef="#ctx0" brushRef="#br0" timeOffset="118366.75">19599 6234 46 0,'0'0'162'16,"-5"-2"-15"-16,5 2-12 0,0 0-6 0,0 0-5 15,0 0-3-15,0 0-8 0,0 0-6 0,0 0-9 16,0 0-6-16,0 0-4 0,0 0-7 0,0 0-1 16,0 0-4-16,0 0-5 0,0 0 0 0,0 0-8 15,0 0 2-15,0 0-11 0,0 0-1 0,0 0-2 16,0 0-3-16,0 0-4 0,0 0-7 0,0 0 3 15,0 0-6-15,0 0-2 0,0 0 0 0,0 0-8 0,0 0 2 0,0 0-3 0,0 0 0 16,0 0 0-16,0 0-3 0,0 0-3 0,0 0-1 16,0 0-4-16,0 0 6 0,0 0-5 0,0 0-1 15,0 0 0-15,0 0-2 0,0 0-1 0,0 0-1 0,0 0-2 16,0 0 1-16,0 0-1 0,0 0-1 0,0 0-2 16,0 0 1-16,0 0-4 0,0 0 2 0,0 0-2 15,0 0 3-15,0 0-1 0,0 0-2 0,0 0 4 16,0 0-5-16,0 0 0 0,0 0 2 0,0 0 1 15,0 0-1-15,0 0 2 0,0 0 1 0,0 0-3 16,20-1-3-16,1-3 2 0,13 2 0 0,3-2 0 16,26 3-2-16,28-2 1 0,7-1-2 0,5-1 2 15,11 2 1-15,5 3 1 0,6-2-1 0,13-1 3 16,5 3-2-16,11 3 2 16,-10-6 1-16,-5 3 2 0,-2 3-3 0,-4-7 1 15,-6 3 3-15,-12-4-6 0,-6 3 4 0,-13 2 1 16,-32 0 13-16,-1-3 4 0,-4 1 1 0,-2-2 0 15,-20 0 1-15,5 0-2 0,-6 1-7 0,-3 2 1 16,-3-2 3-16,-10 2-4 0,-6-1 3 0,-4 0 8 16,2 2 6-16,-6-1 0 0,2-1-4 0,-3 2-3 15,-5 0-1-15,13 0-2 0,-13 0-16 0,6 0-23 0,-6 0-26 16,0 0-45-16,0 0-51 0,0 0-87 0,0 0-203 0,-23-6-464 16,14 0 205-16</inkml:trace>
  <inkml:trace contextRef="#ctx0" brushRef="#br0" timeOffset="122730.2">20458 6653 39 0,'-4'-3'126'0,"4"3"-2"0,0 0-10 0,0 0-3 0,0 0-9 16,0 0-8-16,0 0-2 0,-4-1-10 0,4 1 2 16,0 0-5-16,0 0-6 0,0 0 4 0,0 0-6 15,0 0-4-15,0 0-4 0,0 0-7 0,0 0 3 16,0 0-11-16,0 0 2 0,0 0-3 0,0 0-3 16,10-4-4-16,-1 4-1 0,4-2 0 0,5-1-1 0,5 1 4 0,6-2 4 15,-1 2 1-15,4-2-5 0,-1 2-6 0,-10 0-10 16,0 0 0-16,-1 1-7 0,0 0-5 0,-8-2-14 15,0 3-16-15,-2 0-15 0,-5 0-13 0,3 0-17 16,-8 0-1-16,5 2 6 0,-5-2 5 0,0 0 1 16,-20 3 5-16,2-1 1 0,-2 1-13 0,-8 1 18 15,7-1-2-15,-7-1 11 16,6-2 1-16,-6 4-2 0,1-1 8 16,5-1 2-16,-5 1 1 0,4-3 3 0,0 1 5 0,3 0 1 0,1 2 7 0,1-3 4 15,5 1 7-15,0 0-7 0,6 1 8 0,-5-2 4 16,7 1-4-16,-1-1 2 0,6 0 0 0,-8 0 5 15,4 3-3-15,4-3 2 0,0 0 0 0,-8 0 6 16,8 0-5-16,0 0-7 0,0 0 8 16,-5 2-6-16,5-2 1 0,0 0 0 0,0 0-5 0,0 0 4 15,0 0-5-15,0 0 1 0,0 0-2 16,0 0 14-16,-2 2 0 0,2-2 1 0,7 5-3 16,1-3 16-16,0 2-4 0,-1 2 4 0,6-2-1 15,4 2 3-15,-2 1-5 0,3 4-3 0,6 1 4 0,-2 1-4 16,-1-3-1-16,3 6-2 0,1 0-2 0,-11-3-2 15,8 7-1 1,-8-5-2-16,3 4-1 0,-8-2-5 0,1 7-6 16,-1-6 1-16,-5 0 0 0,-3-1-4 0,-5 1-2 15,-1 0-5-15,-5-1 5 0,-7 3-3 0,3-6 5 16,0 0-2-16,-4-1 1 0,0-3-7 0,-2-1 8 16,0 1 0-16,1-5-3 0,0-1 8 0,2 0 8 15,4-4 5-15,0 0 23 0,-1 0 20 0,6 0 23 16,-1-1 12-16,3-2 11 0,1 1 4 0,-2 0-7 0,6-3-19 0,0-2-5 15,2 4-8-15,0-3-9 0,3 0-2 0,4-1-9 0,3 2-12 0,2-2-9 16,4 1-10-16,1 0-13 0,9-1-8 0,-6 2-33 16,7 2-26-16,-1-1-35 0,-5 3-34 0,-2-1-42 15,10 1-56-15,-10-2-200 0,1 1-459 0,-1-2 204 16</inkml:trace>
  <inkml:trace contextRef="#ctx0" brushRef="#br0" timeOffset="123045.43">21179 6614 67 0,'0'-4'282'0,"-1"-2"-12"0,1 4-19 0,0 2-17 16,0 0-25-16,0-5-19 0,0 5-24 0,0 0-17 16,0-5-22-16,0 5-19 0,0 0-23 0,0 0-9 0,0 0-10 0,0 0-7 15,1 22-6-15,3-10-7 0,0 2-4 16,0 3 0-16,1 8-7 0,-1-7-4 0,-1 7-1 16,2 2-6-16,-2 3-12 0,1-1-17 0,-2-1-22 0,0 3-25 15,-4 1-26-15,0-1-18 0,-2 1-17 0,-1-2-26 16,-5 0-33-16,-3-1-157 0,1-1-357 0,-1-4 159 15</inkml:trace>
  <inkml:trace contextRef="#ctx0" brushRef="#br0" timeOffset="123192.3">21119 7349 51 0,'2'3'319'0,"0"-2"-3"0,-2-1 4 0,4 3 0 16,-4-3-8-16,3 4-2 0,-3-4-6 0,0 0-23 0,4 0-28 0,-4 0-21 15,0 0-26-15,0 0-29 0,0 0-60 0,0 0-69 16,0 0-79-16,0 0-105 0,0 0-431 0,0 0-613 16,0 0 271-16</inkml:trace>
  <inkml:trace contextRef="#ctx0" brushRef="#br0" timeOffset="124462.9">23090 6050 166 0,'0'0'222'0,"0"0"-9"0,0 0-5 0,0 0-15 16,0 0-13-16,-8 3-12 0,8-3-12 0,0 0-11 0,0 0-14 0,0 0-9 15,0 0-13-15,0 0-10 0,0 0-12 0,0 0-6 16,0 0-13-16,0 0-3 0,0 0-8 0,0 0-3 16,0 0-4-16,0 0-6 0,0 0 2 0,0 0-6 15,0 0-2-15,0 0-4 0,0 0-5 0,0 0 3 16,0 0 0-16,0 0-7 0,0 0-3 0,0 0 6 16,0 0-11-1,0 0 3-15,0 0-2 0,0 0 3 0,0 0-3 16,0 0-3-16,0 0 0 0,0 0 0 0,0 0-4 0,0 0 0 15,0 0 1-15,0 0-2 0,0 0-4 0,0 0 3 16,0 0-2-16,0 0-4 0,0 0 7 0,22-3-5 16,-2 3-4-16,7-4 4 0,3 1-3 15,4 1-1-15,3-1 1 0,0-1-2 0,-1 2-2 0,2-1 3 16,-2 0 2-16,-3 1-5 0,-3 2 2 0,-2-3 1 0,-10 3 1 16,0-2-1-16,-7 2 1 0,1 0-2 0,-2-2 0 15,-4 2 9-15,-1 0-9 0,-5 0 4 0,11-1 0 0,-11 1-1 16,7-1-3-16,-7 1 0 0,8 0 2 0,-8 0-7 15,0 0-4-15,0 0-7 0,0 0-7 0,5 1-11 16,-5-1-18-16,0 0-28 0,0 0-29 0,0 0-33 16,0 0-28-16,0 0-12 0,5 5-49 0,-5-5-129 0,0 0-388 15,0 0 173-15</inkml:trace>
  <inkml:trace contextRef="#ctx0" brushRef="#br0" timeOffset="124684.51">24323 6036 170 0,'0'0'277'0,"0"0"-26"0,4-3-23 16,-4 3-28-16,5-4-31 0,-5 4-34 0,6-4-27 0,-1 3-36 0,3 1-33 15,3-3-25 1,2 2-42-16,8 0-40 0,-1-2-75 0,3 2-95 16,4-4-257-16,4 2 114 0</inkml:trace>
  <inkml:trace contextRef="#ctx0" brushRef="#br0" timeOffset="124848.52">25083 6002 1 0,'9'-2'289'0,"-4"1"-30"0,0 0-26 16,3-2-23-16,-1 0-23 0,1 2-18 0,0 0-18 16,1-3-15-16,5-1-20 0,0 2-28 0,5 0-38 15,1-1-32-15,8 2-39 0,1-3-36 0,4 2-40 16,2 1-192-16,-1-4-313 0,2-1 139 0</inkml:trace>
  <inkml:trace contextRef="#ctx0" brushRef="#br0" timeOffset="125011.26">25768 5920 112 0,'0'0'310'0,"0"0"-25"0,8 0-19 16,-8 0-19-16,0 0-8 0,5 0-26 0,-5 0-20 0,5-5-22 15,0 3-6-15,0-1-35 0,-1 1-29 0,5-1-49 16,1 1-53-16,2-1-41 0,-2 2-56 0,8-3-61 16,-3 0-205-16,-1-1-395 0,3-2 175 0</inkml:trace>
  <inkml:trace contextRef="#ctx0" brushRef="#br0" timeOffset="126368.46">25934 5153 31 0,'0'0'208'0,"-2"-3"-4"0,2 3-12 0,-1-5-19 16,1 5-14-16,0 0-20 0,0 0-14 0,0 0-16 15,0 0-16-15,0 0-17 0,0 0-17 0,0 0-6 16,7-4-8-16,-7 4-4 0,14 2-11 0,-1 1-7 16,6 1-11-16,2-1-1 0,9 2-7 0,5-3 2 0,-2 3-6 15,0 0 0-15,2-2-4 0,-1 1-3 16,1-2-3-16,-6 1 3 0,2-1-1 0,0-2-1 15,-10 0 17-15,1 0-14 0,0-2-1 0,-6-1 3 16,-5 1 2-16,1-1 12 16,-3 2 16-16,0 0 17 0,-3-1 13 0,2 2 5 15,-3-3-7-15,-1 0-6 0,1-1 1 0,0 2-6 16,-1-1-2-16,-1 1-2 0,-3 2-5 0,5-7 2 16,-5 3-7-16,0 4-6 0,5-1-4 0,-4-2 1 15,-1 3-2-15,3-4-3 0,-3 4 2 0,0 0-6 16,1-5 0-16,-1 5 1 0,0 0 1 0,3-3-2 15,-3 3-1-15,0 0 0 0,0 0 0 0,0 0 6 16,0 0-13-16,0 0 6 0,0 0-8 0,0 0 2 0,0 0-2 0,0 0-3 16,0 0-1-16,0 0-15 0,0 0-5 0,0 0 2 15,0 0-5-15,6 15 12 0,-6-6-3 0,-4 8 1 16,2 8 0-16,-2 8 2 0,-4 16 4 0,2 2 0 16,-3 6 3-16,-5 28 3 0,-3-3 4 0,11-23 3 0,-7 21 0 15,5-25-3-15,-2 5 1 0,4-2-1 0,3 1 1 16,-1 23 4-16,2-31-3 0,2 2 2 0,2 2-1 0,2-3 1 15,3-1 0-15,5 0-2 0,-3-4 6 0,4-1 15 32,-3-12-6-32,-1-2 0 0,-1-2 3 0,0 0-10 15,-1-1 4-15,2-4-1 0,-2-4 0 0,-2-4-2 16,-1 1 1-16,-1-1 8 0,1-2-9 0,-1-3 0 16,-2-1-5-16,2-1 6 0,-1-1-2 0,-2 1 1 0,1-3-2 15,1-2-1-15,-1 3 0 0,-1-2 1 0,0 0-3 16,1-1 0-16,-1 0 0 0,2-1-1 0,-2 1-2 15,0-1 3-15,0-1-3 0,-2 1 0 0,2-4 1 16,0 0 1-16,0 6-4 0,0-6 3 0,-1 4-2 0,1-4 1 16,0 0-1-16,1 4-1 0,-1-4 3 0,0 0-5 15,3 1 2-15,-3-1 1 0,0 0 0 16,0 0 0-16,0 0-4 0,0 0 2 0,-1 6 4 0,1-6-4 0,0 0 2 16,0 4-2-16,0-4 5 0,0 5-5 0,0-5 4 15,0 2-1-15,0-2-2 0,0 7 3 0,0-2-2 16,0-2 0-16,0 1-1 0,0-4-2 0,-2 8 2 15,2-4 1-15,0-1-1 16,0-3 0-16,-1 9 1 0,1-6-3 0,0-3 1 0,0 6 2 16,-1-2-2-16,1 1 0 0,0-5-3 15,-2 4 2-15,2-4 2 0,0 3-2 0,0-3 1 16,0 5 0-16,0-5-2 0,0 0 1 0,0 6 1 16,-1-4 0-16,1-2 4 0,-1 4-2 0,1-4 0 15,0 4-2-15,0-4-3 0,0 0 4 0,0 0-1 16,0 5-2-16,-1-1 1 0,1-4 2 0,0 0 1 15,0 0-4-15,0 0 1 0,-2 4-1 0,2-4 1 16,0 4 2-16,0-4-2 0,0 0-2 0,-1 5 3 0,1-5 1 0,0 0 4 16,0 0-2-16,-3 3-3 0,3-3 3 0,0 0-3 15,0 0 3-15,0 0-3 0,0 0-1 0,0 0 1 16,0 0 2-16,0 0 2 0,0 4-1 0,0-4 3 16,0 0-1-16,0 0 9 0,0 0 19 0,0 0 10 0,0 0 10 15,0 0 6-15,0 0 0 0,0 0 6 0,0 0-5 16,0 0-1-16,0 0-1 0,0 0-7 0,0 0-1 0,0 0-2 15,0 0-10-15,0 0-1 0,0 0-4 0,0 0-7 16,0 0-4-16,0 0-1 0,0 0-3 0,0 0-9 16,0 0-5-16,0 0-8 0,0 0-4 15,0 0-1-15,-11 0 4 0,1 0 1 0,-11 1-1 16,-1 1 2-16,-11-2-2 0,-8 1 0 0,-15-2 2 0,1-1-1 16,2 2 2-1,13 0-4-15,0 0 1 0,3 0 2 0,0 0 1 16,4 2-2-16,2-1 6 0,4-1-4 0,8 2-3 15,6 1 4-15,0-2-3 0,4-1-2 0,1 0-16 16,-1 0-11-16,4 0-11 0,0 3-15 0,0-3 1 16,5 0 11-16,-7 3-3 0,7-3 6 0,-2 2 7 0,2-2 2 15,0 0 2-15,0 0-13 0,1 5-13 0,-1-5-20 16,5 4-22-16,-2-1-46 0,0-2-50 0,-3-1-211 0,0 0-442 16,0 0 196-16</inkml:trace>
  <inkml:trace contextRef="#ctx0" brushRef="#br0" timeOffset="132544.06">5622 9034 126 0,'0'0'140'15,"0"0"-6"-15,0 0-1 0,0 0-9 0,0 0-9 16,0 0-2-16,-9 0-7 0,9 0-12 0,0 0-3 16,0 0-13-16,0 0-9 0,0 0-2 0,0 0 0 0,0 0-10 0,0 0 3 15,0 0-7-15,0 0-3 0,0 0-9 0,0 0 8 16,0 0-12-16,0 0-3 0,0 0-2 0,0 0-2 15,0 0-7-15,0 0-3 0,0 0-1 0,0 0-1 16,31-5 5-16,-15 2-8 0,13 1 1 0,2-3-5 16,5 2 5-16,2-1-7 0,20-1 4 0,-3 0 3 15,1-3 1-15,-1 4 2 16,0 1-3-16,-19 1-2 0,-2-1 0 0,-3 2-3 16,-2-2 0-16,-7 3-5 0,-3 3 0 0,-2-3-17 15,-6 0-20-15,1 0-12 0,-4 0-33 0,-2 1-23 16,-1 0-14-16,0 1 10 0,-5-2 8 0,-1 7-13 15,1-7-148-15,-13 6-277 0,3-1 123 0</inkml:trace>
  <inkml:trace contextRef="#ctx0" brushRef="#br0" timeOffset="133035.1">5636 9377 55 0,'-10'0'147'0,"10"0"7"0,0 0-6 0,-8 0-7 16,8 0-7-16,0 0-7 0,0 0-13 0,0 0-6 16,-8-1-8-16,8 1-14 0,0 0-8 0,0 0-12 15,0 0 2-15,0 0-13 0,0 0-5 0,0 0-6 0,0 0 0 16,0 0-6-16,0 0-5 0,0 0-6 16,0 0-3-16,0 0-7 0,0 0 3 0,0 0-3 0,0 0-1 0,0 0-4 15,22-1 2-15,-4-2-3 0,14 1-3 0,1-3 4 16,20 0-3-16,3 1 2 0,5-2 3 0,4-3 0 15,30 4-2-15,-30-5 7 0,0 5-3 0,-1-1 7 16,-9-1-4-16,0 3-2 0,-17 3-8 0,-2-2-1 16,-7 1 6-16,-8 1-3 0,-2 1-2 0,-6 0-3 15,1-2 1-15,-9 2-17 16,3 0-2-16,-3-1-10 0,-5 1-4 0,10 0-4 16,-10 0-4-16,0 0-2 0,3 5 5 0,-3-5-50 15,-13 4-47-15,4-2-168 0,-1 3-321 0,-3-5 141 16</inkml:trace>
  <inkml:trace contextRef="#ctx0" brushRef="#br0" timeOffset="134699.85">7522 8725 35 0,'0'0'187'0,"-3"-3"-5"0,3 3-9 15,0 0-5-15,0 0-8 0,0-7-11 0,0 7-11 16,0 0-7-16,0-4-16 0,0 4-11 0,3-3-14 16,0 0-8-16,3 2-12 0,-2-1-5 0,1-2-10 15,1 3-3-15,2 0-12 0,1 1-1 0,1 0-8 16,3 2-8-16,-4 2-4 0,4-1-5 0,-3 2-7 16,-1 0 1-16,6 5-1 0,-2 3-9 0,-2 0 7 0,-2 0-1 0,0 3-4 15,-1 1-5-15,-2 0 4 0,-2 1 4 16,-1 0-6-16,-5 1-5 0,0 0 16 0,-2-1-6 0,-3 1-4 15,-5 3 2-15,3-4 2 0,-2-1 0 0,2 0 0 16,-3-2-3-16,1-3 0 0,2-2 5 0,-3 2-3 16,2-4-1-16,5 0-1 0,0-3 4 0,1 1-3 15,0-1 3 1,0-3 2-16,3 1 2 0,-3 1 0 0,3-1 12 16,1-3 14-16,-3 2 16 0,3-2 11 0,0 0-5 0,0 0-5 15,0 0-2-15,13-16-6 0,-5 6-10 0,2-2-2 16,8-8-2-16,-4-4 1 0,4-1-5 15,0 2-4-15,1-6-2 0,-1 3 1 0,0-2-5 16,2 2-3-16,-6-1 1 0,4 2 1 0,-4 3 4 0,-4 5 10 16,-1 2 12-16,-1 5 0 0,-3 1 5 0,0 1-3 0,0 1-7 15,-2 3-4-15,-2 0-7 0,2 0-7 0,-2 1-20 16,-1 3-18-16,0 0 1 0,0 0 4 0,0 0-1 16,-4 17 0-16,-1-2 0 0,0 4 4 0,-4 5 4 0,1 0 0 15,6 5 0-15,-1-3 1 0,2-1 0 16,1 2-7-16,4-1-5 0,1 0-5 0,5 1-4 15,4-4-7-15,2-2-23 16,5-1-26-16,2-1-38 0,4-5-51 0,0-3-216 16,-1-3-421-16,4 0 187 0</inkml:trace>
  <inkml:trace contextRef="#ctx0" brushRef="#br0" timeOffset="135216.26">7401 9276 170 0,'-7'-2'176'0,"7"2"-4"0,0 0-12 16,-10-1-8-16,10 1-7 0,0 0 1 0,-5-3-17 16,5 3-5-16,0 0-9 0,0 0-8 0,0 0-11 15,-4-2-7-15,4 2-6 16,0 0-7-16,0 0-6 0,0 0-5 0,0 0-6 16,0 0-6-16,0 0-7 0,0 0-4 0,0 0-6 15,0 0-2-15,0 0-5 0,0 0 0 0,0 0-8 16,0 0 10-16,0 0-14 0,0 0 6 0,0 0-10 15,0 0-1-15,0 0 0 0,0 0-2 0,0 0 3 16,0 0-7-16,0 0 3 0,20-2 0 0,-4 0-4 16,15-2 4-16,1 0-4 0,5 0 7 0,20-4 0 0,2 0 9 0,7 2 10 15,25-9 0-15,-23 6 8 0,-3-1-3 0,0 3-3 16,-2-1-1-16,-8-1-1 0,-3 3-5 0,-14 0-3 16,-3 0-1-16,-2 2-4 0,-3-1 0 0,-11 3-4 15,-3-4 1-15,-3 4-1 0,-3 2-4 0,-3-2 0 16,-1 0 1-16,2 2-2 0,-8 0-11 0,7 0-8 0,-7 0-10 15,0 0-9 1,0 0-14-16,0 0-14 0,-15 4-19 16,-2 1-25-16,0 2-31 0,-3-1-41 0,0 1-232 15,-7 4-437-15,8-6 195 0</inkml:trace>
  <inkml:trace contextRef="#ctx0" brushRef="#br0" timeOffset="135870.65">7774 9401 160 0,'0'0'225'0,"0"0"-14"16,0 0-18-16,0 0-22 0,0 0-16 0,0 0-15 16,0 0-19-16,10-7-11 0,-1 5-16 0,-4 0-8 15,4 2-10-15,4-1-5 16,-3 1-7-16,3 0-10 0,-3 1-8 0,4 1-2 16,0 0-7-16,-1 1-3 0,-1 1-9 0,0 1 6 15,1 0-9-15,-2 0 1 0,-2 2-9 0,-1 2-1 16,2-1-3-16,-6 4-5 0,0-2 2 0,-4 0-3 15,0 4 4-15,-4 3-2 0,-6 0-6 0,-3 5 7 16,-7 0-4-16,-3-1 3 0,0-2 0 0,-3-1-2 16,-2-1-3-16,5-3 1 0,-5 3 1 0,6-4-1 0,3-2-2 0,0-1 3 15,1-3-2-15,1 1-2 0,6-1 7 0,1-2-6 16,1 0 0-16,2-1-3 0,1-1 8 0,1-2-4 16,-1 2 1-16,2 0 4 0,0 0 12 0,4-3 4 15,-5 1 7-15,5-1 6 0,-6 1 12 0,6-1 8 16,0 0 1-16,0 0-1 0,0 0-8 0,0 0 2 15,0 0-8-15,0 0-2 16,0 0-7-16,13-5 3 0,-10 2-6 0,6 0-4 16,-2-1-2-16,4 1-4 0,-1 1 1 15,8-2-8-15,2-1-3 0,2 0 7 0,7 0-6 16,2 3-3-16,-1-1 0 0,2-1-3 0,-2 2 2 0,3-1-1 16,-1 2-2-16,-3-1 2 0,1 2 0 0,-11 0-4 15,11 0-1-15,-11 0 2 0,-3 0-1 0,0 0-4 16,-5 0 3-16,2 2 1 0,-3-2 1 0,-3 1-2 0,-1-1-1 15,2 0 10-15,-8 0-8 0,7 2 2 0,-7-2-1 16,7 0 1-16,-7 0-2 0,0 0 3 0,0 0 3 16,6 0-2-16,-6 0-5 0,0 0 0 0,0 0-7 15,10 0-12-15,-10 0-14 0,0 0-20 0,0 0-23 16,0 0-19-16,0 0-25 0,0 0-23 0,0 0-62 0,0 0-190 16,0 0-427-16,-28-5 189 0</inkml:trace>
  <inkml:trace contextRef="#ctx0" brushRef="#br0" timeOffset="136503.46">6959 9415 158 0,'1'-4'244'0,"-1"0"-21"0,0 4-15 15,0-8-14-15,0 6-18 0,0 2-19 0,3-4-21 16,-3 4-18-16,0 0-12 0,0 0-12 0,0 0-10 16,0 0-12-16,0 0-7 0,16 10-10 0,-6-2-6 15,0 1-1-15,3 6-8 0,1-1-6 0,0 1-2 16,1-2-1-16,2 8-4 0,-4-8-2 0,1 3-3 0,-4-1 0 0,3-2-12 15,0 0 9-15,-4-3-4 0,0-2 2 16,-3 1-6-16,1 0-1 0,-2-2 0 16,-1-1 5-16,-1-1-4 0,1-5 0 0,0 6 2 15,-1-2 14-15,-2-2 24 0,1 0 26 0,-2-2 30 0,0 0 31 16,3 3 31-16,-3-3 8 0,0 0-11 0,4-15-22 16,-4 5-9-16,-1-9-8 0,1-6-32 15,-3-6-2-15,3-2-23 0,-1-15-15 0,1 1-18 16,-2-6-18-16,2-5-11 0,3 0-8 0,0-1 14 15,-1-1-16-15,1 0-2 0,2 0 6 0,-2 4-2 16,1 3-4-16,-2 5 6 0,-1 16-7 0,0-1 7 16,0 5-7-16,1 4 2 0,-2 7 3 0,0 0-3 15,1 4 3-15,-1 0-5 0,0 5-15 0,1-4-22 16,-1 7-23-16,0-2-31 0,2 2-41 0,-1 1-52 0,-1 4-45 0,4-4-8 16,-4 4-23-16,0 0-228 0,11 6-534 0,-6-1 237 15</inkml:trace>
  <inkml:trace contextRef="#ctx0" brushRef="#br0" timeOffset="137190.29">7233 8560 191 0,'-3'-2'201'0,"3"2"-11"0,-4-1-12 16,4 1-9-16,0 0-15 0,0 0-10 15,0 0-13-15,-4-3-17 0,4 3-6 0,0 0-11 16,0 0-15-16,0 0-7 0,0 0-8 0,0 0-5 0,0 0-5 0,0 0-10 15,0 0-3-15,0 0-8 0,0 0 2 0,0 0-7 16,0 0-1-16,0 0-4 0,0 0-3 0,0 0-6 16,-4-2 1-16,4 2 2 0,0 0-8 0,0 0 4 15,0 0-7-15,0 0 2 0,0 0-4 0,0 0 1 16,0 0-3-16,0 0 1 0,0 0-1 0,0 0-1 16,0 0 3-16,0 0 2 15,0 0 0-15,0 0-1 0,0 0 1 0,0 0-2 16,0 0 3-16,0 0-2 0,0 0 0 0,0 0-5 15,0 0 3-15,0 0-4 0,0 0 1 0,0 0 0 16,0 0-3-16,0 0 1 0,0 0 1 0,0 0-2 16,0 0 0-16,0 0 4 0,0 0-2 0,0 0-2 15,0 0 2-15,0 0 0 0,0 0 0 0,0 0-1 16,0 0-1-16,0 0-1 0,0 0-1 0,0 0 0 0,0 0 4 0,0 0-4 16,0 0 0-16,0 0 2 0,0 0 1 0,0 0-3 15,0 0 1-15,0 0 5 0,18 1-2 0,-3-2 1 16,6-1-2-16,10 0 3 0,8 0-10 0,16-1 2 15,4 0 1-15,7-2-3 0,36-2 4 0,-2 3-1 16,-3-2 2-16,3 1 0 0,-8 3-2 0,-26-2 1 16,-4 3 3-16,0-1 2 0,-3-1 0 0,-7 1 0 0,-15 2 0 0,-1 0-7 15,-1-2 4-15,-6 2 3 0,-7 2-2 0,-3-2 0 16,-6 0-2-16,-2-2 5 0,-3 2 5 0,1 2 11 16,-4-2 9-16,1 0-1 0,-1 0 0 0,-5 0-1 15,0 0-3-15,12 0-7 0,-12 0-5 0,5-2-21 16,-5 2-41-1,0 0-21-15,4 4-25 0,-4-4-14 0,-1 7-22 16,-2-1-94-16,1-4-113 0,-1 5-367 0,0-5 162 0</inkml:trace>
  <inkml:trace contextRef="#ctx0" brushRef="#br0" timeOffset="142200.7">9527 8611 55 0,'0'-5'165'0,"0"5"-16"0,0-5-1 16,0 5-12-16,1-3-12 0,-1 3-6 0,4-6-10 0,0 3-5 15,0 0-13-15,-3-1-11 0,3 1-3 0,2-1-11 16,-2 3-11-16,4-4-4 0,-3 3-6 0,5 0-3 16,2 0-5-16,-1-1-6 0,1 1-4 0,-1 1-6 15,2 1 0-15,0 0-6 0,1 0 3 0,-2 1-7 0,0 1-7 16,2 0 3-16,-4 3-6 0,2 0-2 16,-1 2 2-16,-3 0 5 0,-3 5-13 0,0 3 4 15,3 0 1-15,-7 4-2 0,-1 0 0 0,-6 8 2 0,-2 1 1 0,-2-3 1 16,-4-1-1-16,-3 3-1 0,-2-3-4 0,-3 0 7 15,2 0 4-15,-1-4-9 0,0-3 7 0,4-4-4 16,2 0 7-16,1-1-5 0,0-3 5 0,2-1-7 16,3-1 5-16,4-2 2 0,-1-2 2 0,2 2 4 15,0-4 12-15,0 2 20 0,0-2 31 0,4-1 22 16,-5 2 16-16,5-2-2 16,0 0-11-16,0 0-7 0,0 0-13 0,1-10-8 15,7 3-6-15,0 0-6 0,2-1-3 0,0-1-12 16,2-2-3-16,-1 5-8 0,0-2 0 0,-1 1-6 15,1 2-5-15,-1 1 1 0,-1-1-8 0,2 5 0 16,-1-3-3-16,0 4-3 0,3 1-1 0,-2-2-1 16,2 3-3-16,1 2 2 0,-3-1-3 0,5 1 9 15,-3 0-11-15,-2-1 1 0,-2 1 0 0,0-1 2 0,3 0 2 0,-6 0-2 16,2-1-2-16,-3-1 0 0,0 1 2 0,3-2-3 16,-3 2-2-16,-5-3 3 0,9 0-3 0,-9 0-7 15,12-3-7-15,-6 1 0 0,0 0-8 0,-1 0-7 16,-1-3-3-16,6-2-13 0,-7 3-4 0,2 0-16 15,-4 0-12-15,-1 4-21 0,5-5-48 0,-1 5-31 16,-4 0-208 0,4-4-418-16,-4 4 185 0</inkml:trace>
  <inkml:trace contextRef="#ctx0" brushRef="#br0" timeOffset="142833.29">9256 9215 70 0,'0'0'177'0,"0"0"-5"15,-6 0-16-15,6 0-9 0,0 0-8 0,0 0-13 0,0 0-11 0,0 0-9 16,0 0-8-16,0 0-19 0,0 0-4 0,0 0-6 16,0 0-2-16,-6 3-13 0,6-3-2 15,0 0-6-15,0 0-2 0,0 0-6 0,0 0-7 0,0 0-2 16,0 0-5-16,0 0-3 0,0 0 1 0,25-5-5 15,-6 1 1-15,8 1-1 0,6 0-3 0,6-2 1 16,17-1 2 0,5 0-3-16,2 0 2 0,27 0 0 0,-30 1 1 15,3 3-3-15,-2 0 3 0,-2-3-2 0,-8-1-2 0,-15 4 2 16,2 0-3-16,-6 0-1 0,-2-2 3 16,-10 2-5-16,-7 0-1 0,0 0 2 0,-3 1-5 15,-1 0 5-15,1 0-4 0,-5 1-1 0,-1 0 0 16,-4 0 0-16,8 0-3 0,-8 0-7 0,0 0 2 0,0 0-5 15,0 0-14-15,-16 12-19 0,5-9-25 0,-1 2-28 0,-2 4-37 16,-5-2-190-16,0-1-348 0,1 3 154 0</inkml:trace>
  <inkml:trace contextRef="#ctx0" brushRef="#br0" timeOffset="143388.23">9735 9471 224 0,'0'0'208'0,"0"0"-17"16,4-4-24-16,-4 4-18 0,0 0-19 0,0 0-15 15,0 0-11-15,0 0-16 0,0 0-7 0,-4 14-8 16,4-7-10-16,-5 3-1 0,0 0-7 0,-4 2-9 15,0 3 0-15,-3 1-7 0,-3 5-2 0,4-5-4 0,-3 0-3 16,1-1-1 0,0-1-2-16,4-6-5 0,2 2 2 0,-2-3-9 15,4 0 1-15,1-2 4 0,0-2 3 0,0 2 19 16,1-2 19-16,2-1 22 0,1-2 27 16,-5 2 14-16,5-2-10 0,0 0-15 0,-5-9-5 0,5 1-10 15,0 0-6-15,1-3-8 0,1-2-10 0,3-2-7 16,-2-2-4-16,0 6-7 0,0 1-3 15,-1 1-2-15,-1 3-4 0,3-1-6 0,-2 3-5 0,-1-1-5 0,0 2-3 16,2 1-4-16,-1-1-4 0,-2 3 8 0,12 3-8 0,-6-1-3 16,3 3 0-16,2 0 1 0,0 0 0 15,-1 3-4-15,4 3-27 0,0-1-11 0,0 0-16 16,-4-2-23-16,3 2-25 0,-3 1-24 0,1-4-22 16,-5 2-29-16,3-1-20 0,-4-3-233 0,-1-1-464 0,-3-1 206 15</inkml:trace>
  <inkml:trace contextRef="#ctx0" brushRef="#br0" timeOffset="143776.44">9491 9499 20 0,'-6'-3'182'0,"6"3"-9"0,-4-3 1 0,4 3-5 0,-4-2-2 16,4 2-2-16,0 0-8 0,0 0-14 0,0 0-12 16,0-5-14-16,0 5-14 0,12-3-11 0,-1 1-10 15,8-5-6-15,11 4-8 0,2-3-10 0,3-1-3 16,15 1-8-16,4-3-1 0,2 4-9 0,-1 0-2 15,3-2-1-15,-6 2-6 0,-1-1-6 0,-9 5-2 16,-5-6 3 0,-1 5-5-16,-4-1-2 0,-13 0-3 0,-1 1 2 15,-5 2-3-15,-3-3-2 0,-2 3-2 0,1-1-2 16,-4 1-6-16,-1-1-8 0,-4 1-13 0,0 0 4 16,0 0-10-16,0 0-17 0,0 0-19 0,-22 2-15 0,9-2-38 0,-1 3-25 0,0-1-194 15,0 0-362-15,-1 0 160 0</inkml:trace>
  <inkml:trace contextRef="#ctx0" brushRef="#br0" timeOffset="144507.57">8948 9365 101 0,'-2'-2'203'0,"2"2"-12"15,0 0-19-15,0-5-19 0,0 5-17 0,0 0-11 16,0 0-19-16,0 0-15 0,0 0-8 0,0 0-13 16,0 0-3-16,0 0-7 0,12 12-10 0,-5-4-2 0,2 3-9 0,0 2 2 15,2 0-6-15,1 4 2 0,-1 0 1 0,2-2-8 16,-2 0 3-16,1-1-11 0,3 1 3 0,-3-2-4 16,-3-3 2-16,2 3-5 0,-2-5-2 0,-1 1 2 15,-2-4 0-15,-2 1-4 0,1-2-4 0,-1 2 3 0,0-3-2 16,0-1 17-16,-3 1 12 0,2 0 15 0,-3-3 16 15,0 0 18-15,6 2 17 0,-6-2 14 0,0 0 20 0,1 4 17 16,-1-4 1-16,0 0-21 0,3-11-3 0,-3 1-21 16,0-3-19-16,0-5-7 0,-2-9-9 0,2-4-11 15,2-4-13-15,-1-16-12 0,1-4-15 0,2-3-11 16,7-26-5-16,-5 27-9 0,2-5 1 0,4-23-5 16,4 2-9-16,-7 24-4 0,4-23-3 0,-3 29-3 15,-1 1 2-15,-2 1 3 16,-3 4 3-16,2 12 1 0,-2 3-3 0,0 2 1 15,-4 0-2-15,0 6 6 0,1 4 1 0,-2 3-1 16,1 1-1-16,0 2 4 0,0 2-1 0,0 2 0 16,0 2-2-16,0-1 1 0,0 4-11 0,0-1-21 15,-1 2-21-15,1-1-32 0,0 5-34 0,-3-5-29 16,3 5-24-16,0 0 6 0,0 0 23 0,0 0 0 16,0 0 5-16,0 0-4 0,-4 15-8 0,3-8-187 0,-2 0-374 0,3-1 165 15</inkml:trace>
  <inkml:trace contextRef="#ctx0" brushRef="#br0" timeOffset="145024.12">9201 8345 128 0,'0'0'139'15,"0"0"-20"-15,0 0-2 0,0 0-7 0,0 0-7 16,0 0-15-16,-5-3-8 0,5 3-8 0,0 0-6 0,0 0-10 15,0 0-6-15,0 0-10 0,0 0-1 0,0 0 0 0,0 0-5 16,0 0 0-16,0 0-7 0,0 0-3 0,0 0 0 16,0 0-3-16,0 0-9 0,0 0 2 0,0 0 0 15,0 0-2-15,0 0 2 0,0 0-4 0,0 0-8 0,0 0 7 16,0 0-3-16,0 0 6 0,0 0 0 16,0 0-1-16,0 0 2 0,0 0 0 0,32 4 2 15,-4-3 3-15,4-1 4 16,8-1-8-16,17 1 6 0,7 0 0 0,0 0 2 15,4-1-2-15,-3 0-3 0,0-1 5 0,1-1 0 16,-7-1-5-16,-4 4 0 0,-16-3 2 0,-1 2-4 0,-7 0-1 16,-5-1-2-16,-7 1 1 0,-7-1-3 0,-1 1 3 0,0 1 4 15,-5 0 8-15,1-1 2 0,-1 0 2 16,-6 1 2-16,8 1-1 0,-8-1-4 0,6-3-3 16,-6 3-7-16,0 0-13 0,5 0-33 0,-5 0-29 0,0 0-30 15,0 0-38-15,-8 10-178 0,3-8-331 0,0 5 147 16</inkml:trace>
  <inkml:trace contextRef="#ctx0" brushRef="#br0" timeOffset="148862.97">11050 8913 78 0,'0'-4'200'0,"0"4"-18"0,3-5-13 0,-3 5-15 0,0-3-14 15,0 3-17-15,0 0-14 0,0 0-15 0,1-4-17 16,-1 4-17-16,0 0-9 0,0 0-7 0,0 0-10 15,-8 9 1-15,3-5-6 0,0 4-1 0,-5 2-15 16,1 4 14-16,-5 1-6 0,-4 4-2 0,3-3-2 0,-2 4 2 16,-2 0-3-16,0 1-5 0,0-1-7 0,-1 0-2 0,4-2-22 15,-6 2-17-15,3-1-15 0,4-3-27 0,4-6-26 16,-4 3-140-16,7-5-263 0,3 1 117 0</inkml:trace>
  <inkml:trace contextRef="#ctx0" brushRef="#br0" timeOffset="149048.38">10784 9019 224 0,'3'-9'242'16,"2"2"-19"-16,-5 2-11 0,1-1-17 0,0 1-22 0,2 1-19 15,-2 2-19-15,-1 2-18 0,3-6-14 16,-3 6-14-16,0 0-5 0,0 0-12 0,10 6-12 16,-2-1-7-16,1 4-7 15,4 3-5-15,-3 0-24 0,4 5-1 0,-1 0-20 0,5 2-35 16,-3 3-24-16,0 0-29 0,3 0-31 15,-9-6-200-15,1-1-349 0,2-1 155 0</inkml:trace>
  <inkml:trace contextRef="#ctx0" brushRef="#br0" timeOffset="149696.26">11420 8685 132 0,'3'-4'155'16,"1"1"-22"-16,2 0-13 0,2 1-10 0,0 0-10 15,1 0-13-15,1 1-3 0,0 2-14 0,4 1-10 0,-2 3-5 16,1 1 7-16,1 2-20 0,-1 5-8 0,0-2 0 0,0 2 2 31,-1 1-10-31,-5 3-3 0,2 0 9 0,-2 2-11 16,-3 1-6-16,-4-1-2 0,0 6-3 0,-5-1-1 15,1-5-1-15,-7 5 3 0,-1 0-4 0,0-3 1 16,-4 3 0-16,-1-1-6 0,-1-4 6 0,4-6 1 0,-1 2-5 16,2-2 0-16,-1-3 1 0,5 0 2 15,-3-3-8-15,5 3 6 0,-1-6-3 0,2 1 3 0,0 0-1 0,3-2 3 16,0 1-1-16,-1-2 7 0,1 1 6 0,3-3 8 15,-4 4 1-15,2-1 3 0,2-3-1 0,0 0 7 16,0 0 5-16,6 3 6 0,2-1 4 0,5-2-1 16,5-3 2-16,1 2 0 0,3 1-4 0,2-1-6 15,-2-2-2-15,-1 2-9 0,-1 1-1 0,-2-3-3 16,-5 0 0-16,-1 3-5 0,0-1-1 0,-3 0 2 0,-3-1-6 0,2 2-3 16,-2-1 5-16,-6 1-4 0,9-1-2 0,-9 1-1 15,0 0-2-15,8 1-7 0,-8-1-3 0,0 0-13 16,5-1-8-16,-5 1-12 0,0 0-18 15,0 0-18-15,-17 5-25 0,7-4-43 0,-1-1-40 0,-2 1-141 16,1 1-344-16,3 0 152 0</inkml:trace>
  <inkml:trace contextRef="#ctx0" brushRef="#br0" timeOffset="150250.76">11892 8785 116 0,'1'-4'207'0,"-1"4"-23"0,3-3-21 0,-3 3-18 0,0 0-19 16,4-2-14-1,-4 2-13-15,0 0-10 0,9 9-5 0,-4-5-16 16,5 4-4-16,-2 3-6 0,1 1-8 0,0 4-11 16,-3 1 4-16,2-1-1 0,-3 1-12 0,-1 1 0 15,-1 0-9-15,0-1-1 0,-3 0 1 0,-1 2-2 16,-1-4-5-16,-1 2 4 0,-1 0-3 0,-1-2-3 16,-3 2 0-16,3-8-4 0,-2 4 3 0,0-2-1 0,1-1-3 15,-1 1 1-15,1-5 1 0,2 1-4 0,0-2-1 0,0-1 1 16,3 0 2-16,0 0 0 0,-2-1 24 0,3-3 21 15,0 0 24-15,-4 5 24 0,4-5 5 0,-1 2-1 16,1-2 1-16,0 0 2 0,4-12-16 0,1 5-9 16,-1-5-12-16,6-5 1 0,-1 0-13 0,5-4-13 15,0-4-5-15,2 3-2 0,-1-1 0 0,0-1-11 16,2 1 2-16,-2 3-3 0,-3 6-7 0,-1-2 1 0,0 3 2 0,-3 3 2 16,-1-1 6-16,-1 3 13 0,-1 2-9 0,0 0-4 15,0 3-7-15,-1-2 8 0,-3 1-14 0,2 1-7 16,-2 0-6-16,-1 3-18 0,4-5-16 0,-4 5-12 15,0 0 1-15,0 0 7 0,0 15 0 0,-1-4 4 16,-3 3 4-16,0 2 5 0,0 2 3 0,0 3 2 16,0 3 6-16,2 1-5 15,2-6 2-15,2 1 1 0,5-2 2 0,-2 0 1 16,4-1 6-16,9 5-2 0,6-6 0 0,6 4-8 16,5-6-42-16,14 3-70 0,2-7-97 0,-11-5-242 15,1-7-502-15,-6-2 222 0</inkml:trace>
  <inkml:trace contextRef="#ctx0" brushRef="#br0" timeOffset="152273.1">12163 8862 65 0,'0'0'131'0,"-1"-4"-23"0,-2 1-7 15,3 3-10-15,0 0 0 0,0 0-9 0,0 0-9 16,-3-3-5-16,3 3-2 0,0 0-9 0,0 0-3 0,-3-4-11 0,3 4 5 15,0 0-26-15,0 0 7 0,0 0 5 0,0 0-1 16,0 0-10-16,0 0-1 0,0 0-2 0,0 0-3 16,0 0-3-16,0 0 3 0,0 0-1 0,0 0-7 15,0-4 3-15,0 4-4 0,0 0-5 0,0 0 4 16,0 0-16-16,0 0-12 0,0 0-5 0,0 0-13 16,0 0-15-16,0 0-1 0,0 0-7 0,0 0 0 15,0 0 14-15,0 0-29 0,0 0-76 0,-9 8-164 16,9-8 74-16</inkml:trace>
  <inkml:trace contextRef="#ctx0" brushRef="#br0" timeOffset="153409.34">11441 8930 64 0,'0'0'116'16,"0"0"-6"-16,0 0-6 0,0 0-3 0,0 0-7 15,0 0 1-15,0 0-6 0,0 0-9 0,0 0-2 16,0 0-11-16,0 0-3 0,0 0-1 0,0 0-5 15,22-3-5-15,-4 2-1 0,9-3-4 0,3 1-4 16,4-1-2-16,3 0 3 16,3 1-6-16,0-2 3 0,12 0-1 0,-14 1-8 15,-4 0-4-15,1 2-1 0,-3-2-2 0,-3 1-5 16,-1 1 4-16,-9-2-2 0,3 3-1 0,-5-1-2 16,-2 1-2-16,-2-1-5 0,-2 2-5 0,1-2 8 15,-5 2-8-15,0-2-16 0,0 2-2 0,-7 0-17 16,9-1-16-16,-9 1-16 0,5 0-23 0,-5 0-3 15,6 5-16-15,-6-5-143 0,0 0-265 0,0 0 117 0</inkml:trace>
  <inkml:trace contextRef="#ctx0" brushRef="#br0" timeOffset="153780.87">11458 9007 107 0,'0'0'147'15,"-8"0"2"-15,8 0-9 0,0 0-7 0,0 0-7 16,0 0-10-16,0 0-13 0,0 0-9 15,0 0-10-15,36 0-7 0,-14-2-8 0,8 0-5 16,7-2-8-16,3 3-4 0,16-3-5 0,3-3 5 0,1 2 1 16,0-2 1-16,-1 0-4 0,-2 3-3 0,-6-2-6 15,-16 2-8-15,-4 1 3 0,-2 1-10 0,-10 0 1 0,-6 2-9 16,2 0-13-16,-6 0-32 16,-1 0-21-16,-2 0-8 0,1 2-18 0,-7-2 7 0,-4 5-1 15,4-5-30-15,-15 10-164 0,-2-8-283 0,-2 5 126 16</inkml:trace>
  <inkml:trace contextRef="#ctx0" brushRef="#br0" timeOffset="154089.49">11312 9252 129 0,'-10'0'220'0,"10"0"-9"0,0 0-18 0,0 0-12 0,0 0-9 15,0 0-12-15,0 0-17 0,0 0-15 16,16-8-17-16,5 4-11 0,10-4-3 0,8-1-15 16,16-1-7-16,6 1-11 0,2-1-7 0,2 0-4 0,2 1-6 15,-7 3-7-15,-1-1 3 0,-5 2-17 0,-14 3-4 0,-4 1-3 16,2-1-2-16,-8 2-6 0,-10-2-7 0,-1 1-18 15,-6 1-19-15,-2 0-25 0,-3 3-18 0,0-3-9 16,-3 1-2-16,0-1-22 0,-5 0 22 0,5 2-7 16,-5-2-8-16,0 0-63 0,-14 5-85 0,1-5-269 15,-1 0 119-15</inkml:trace>
  <inkml:trace contextRef="#ctx0" brushRef="#br0" timeOffset="154490.2">11341 8854 9 0,'0'0'166'0,"0"0"-18"0,0 0-10 0,0 0-10 16,21-5-14-16,-1 1-7 0,8-1-11 0,4 0-4 15,4 1-12-15,3-2-10 0,17-1-5 0,1 3 0 16,-2-4-6-16,-1 3-6 0,-3 1-2 0,-11 1-7 15,-6 3-10-15,2-3 3 0,-8 2-16 0,-6 1-4 0,-4 0-5 0,-3 0-10 16,-3 0-12-16,-3 0 0 0,-1 1-14 0,-1-1-13 16,-1 3-7-16,-1-3-6 0,-1 3 2 15,-4-3 4-15,3 2 5 0,-3-2-16 0,-9 4-45 16,2-1-92-16,-3 2-207 0,-3-2 93 0</inkml:trace>
  <inkml:trace contextRef="#ctx0" brushRef="#br0" timeOffset="154847.01">11477 9218 30 0,'0'0'181'16,"-5"0"-11"-16,5 0-2 0,0 0-8 0,0 0-8 15,0 0-22-15,0 0-11 0,28-5-12 0,0-2-12 0,7 0-8 0,0-1-9 16,19-2-9-16,2 0-8 0,3-1-13 0,2 1 0 16,2 3-8-16,-3-1-1 0,1-2-4 0,-6 3-5 15,-5 3-4-15,-14-1-5 0,0 2-1 0,-9-1 4 16,-8 4-7-16,-6-1 1 0,-1-1-5 0,-1 2 1 15,-5-2-11-15,0 2-16 0,-6 0-4 0,9 0-12 16,-9 0-7 0,5 2-3-16,-5-2-3 0,-1 4-8 0,1-4-27 0,-13 6-36 15,1-1-152-15,0-4-287 0,-1 2 128 0</inkml:trace>
  <inkml:trace contextRef="#ctx0" brushRef="#br0" timeOffset="155761.69">12973 8688 1 0,'9'-6'137'0,"3"2"-11"16,-2-3-16-16,4 1-3 0,-2 2-15 0,4 0-12 15,-3-1-4-15,1 2-9 0,-1 1-6 0,1 2-3 16,-3-2-17-16,1 4-2 0,2-2-7 0,-4 2-5 15,4 2 5-15,-5 2-18 0,0 0 4 0,0 5-3 0,1-2-18 0,-1 9 23 16,-1-2-16-16,-2 1 5 0,-1 8 5 0,-5-1-3 16,-2 2-1-16,-7-1-1 0,-3 3-4 0,-3 0 7 15,-2-2-3-15,-3 3-6 0,-1-6 4 16,0 2-3-16,-2-1-1 0,1-4 3 0,2 0-5 0,-1-2-4 16,8-5 5-16,-2-2 4 0,6-2-5 0,-1-1 11 15,1-1-1 1,5-4-5-16,0 2 16 0,-1-2 20 0,1 3 42 15,-1-4 22-15,1-1 26 0,4-1 8 0,0 0-4 0,0 0-3 16,0 0-13-16,0 0-12 0,3-13-9 16,4 2-14-16,5-1-9 0,1 0-12 0,5 0-10 15,-2 2-3-15,1 0-10 0,0 3-2 0,-5 2-9 16,1 1-1-16,-1 2-5 0,-1 1-3 0,4 1-8 0,1 5-1 16,2 0-2-16,-3 3 0 0,4 1-2 0,-5 3-1 0,3 0 0 15,-2-2-12-15,-3 4-11 0,-2 1 1 0,0-1-2 16,-1-4-2-16,-2-1-7 0,-2-1-5 0,0-2-6 15,-2 0 1-15,0-3 2 0,0 2 5 0,-1-3 6 16,-2-2 5-16,4 5 9 0,-3-3 13 0,-1-2 10 16,0 0-1-16,0 0-2 0,0 0 1 0,5-7-6 15,-2 2-1-15,-2 2-5 0,1-2-5 0,0 0-2 0,0-1-23 0,0 0-38 16,0 2-20-16,0-1-36 0,0 0-36 0,0 3-218 16,-1-2-408-16,-1 4 180 0</inkml:trace>
  <inkml:trace contextRef="#ctx0" brushRef="#br0" timeOffset="156231.21">12668 9464 157 0,'0'0'180'0,"0"0"-26"0,0 0-10 0,-9 0-5 16,9 0-5-16,0 0 0 0,-5-3-11 0,5 3-2 15,0 0-9-15,0 0-16 0,0 0-5 0,0 0-12 16,0 0-3-16,0 0-11 0,-3-4-5 16,3 4-8-16,0 0-5 0,0 0-7 0,0 0 0 15,0 0-9-15,0 0-1 16,0 0-1-16,0 0-1 0,0 0-3 0,0 0 1 15,0 0-4-15,0 0-8 0,0 0 5 0,0 0-7 16,0 0 14-16,0 0-4 0,0 0 3 0,0 0-7 16,0 0-2-16,0 0 0 0,16-4-3 0,-2 4 2 0,4-1-1 15,12-3 0-15,7-1 0 0,16-2-1 0,7 2-3 16,5 0 2-16,31-3-2 0,-32 1 3 16,29-2-2-16,-31 1 4 0,29 1-2 0,-32 1 8 0,1 1-1 0,-1-1-3 15,-7 4-2-15,-13-3 0 0,-5 2 0 0,-3 2-1 16,-12-2 0-16,-5 0-1 0,0 3-3 0,-3-2-2 15,-4 1 1-15,-1 1-1 0,0 0-1 0,-6 0-4 16,10-2-25-16,-7 1-26 0,-3 1-25 0,0 0-20 16,0 0-31-16,0 0-32 0,-19 11-219 0,1-5-404 15,-2 0 179-15</inkml:trace>
  <inkml:trace contextRef="#ctx0" brushRef="#br0" timeOffset="157633.01">13046 9704 137 0,'8'-2'153'0,"-3"1"-20"16,9-1-16-16,-3 2-10 0,2 0-20 0,1 3-1 15,3 1-15-15,0 1-11 0,-1 3-2 0,2 1-12 16,-3 3 1-16,2 2-11 0,-3-1-4 0,-1 4 2 16,-3 0-11-16,4 4 11 0,-7-1-14 0,-1 3-8 0,-2 5 5 0,-1-2-7 15,-5-2 1-15,-3 3 1 0,0-3 3 0,-6 0 0 16,0-2-2-16,-3 0-9 0,4-5 6 0,-3-1-1 16,0 1-2-16,-1-4 8 0,3-3 2 0,2-1 0 15,-1-1-3-15,3-1 9 0,2-2 8 0,0-1 10 16,2-1 20-16,-3 0 17 0,3-1 17 0,1 0 23 15,2-2 12-15,0 0 12 0,0 0 1 0,0 0-11 0,0 0-12 0,-3-12-11 16,7 1-11-16,6-5-7 0,-1-1-15 0,4-5-5 16,1-4-8-16,0-3-8 0,1 6-7 0,2-5-3 15,0 4-3-15,-2-2 1 0,2 3-10 0,-3-3-4 16,0 5-7-16,-5 6 1 0,2-1-3 0,-2 0-6 16,-2 6-1-16,-2-1-3 0,1 1 6 0,-1 1-5 15,0 4-1-15,-3-3 0 16,0 3-4-16,-1 1-4 0,3 0-6 0,-2 0-9 15,-2 4-25-15,2-2-11 0,-2 2 3 0,0 0 3 16,0 0 4-16,-6 17 3 0,1-3 6 0,-2 3-1 16,1 7 0-16,1 1 2 0,2 1 7 0,2 2 4 15,2-1 2-15,4-1 5 0,7 0-5 0,3-1 4 16,11-2 2-16,3 0 3 0,17-1-4 0,5 0-32 16,5-7-50-16,3-7-69 0,2-4-296 0,1-5-495 0,-3-7 220 0</inkml:trace>
  <inkml:trace contextRef="#ctx0" brushRef="#br0" timeOffset="158821.04">14528 8511 92 0,'0'0'110'0,"-1"-3"-21"15,1 3-12-15,0 0-8 16,0 0 0-16,4 15-11 0,-4-3-5 0,1 13-6 16,-1 4-5-16,3 6-4 0,-2 19-10 0,-1-1 2 15,3 5 1-15,-1 2-3 0,-2 21 3 0,3-24 4 16,-2 27-8-16,3 0-3 0,-1-24 1 0,-1 28 0 16,6-6-3-16,-5-27 0 0,0 6-3 0,2-5-4 15,-1 2 2-15,1-5-2 0,3 0-4 0,-2-3 0 16,1-3-5-16,-1 1 9 0,0-2-9 0,-1-10 6 0,0-3-1 0,-1 0 9 15,-1 0 8-15,1-2-3 0,-3 1-9 0,2-5 11 16,-1 0 4-16,-4-1-2 0,0-2-5 0,2-5-1 16,-1-1-6-16,0 1 3 0,0-2-9 0,-1-5 5 15,0 0-4-15,0 3-1 0,1-3-1 0,0 1 1 16,-2-3-6-16,2 1 3 0,1 0-2 0,-3-1 3 16,2 0-3-16,0-3 4 0,1 3-3 0,-3-2-9 0,1-3 8 0,1 2 1 15,-1 0-6-15,0-2-1 0,0 0 6 0,2-1 1 16,-1-1-2-16,1-3 0 0,-1 5-5 0,1-5 14 15,-1 5-3-15,1-5 6 0,-2 4 3 0,2-4 12 16,0 0-13-16,-1 3 0 0,1-3 1 0,0 0-6 16,0 0-4-16,0 0 2 0,0 0 0 0,0 0-2 15,0 0-2 1,0 5-3-16,0-5-4 0,0 0 9 0,0 0 0 0,0 0-6 16,0 0 3-16,0 0 0 0,0 0-3 0,0 0 1 15,0 0 2-15,0 0 1 0,0 0 8 0,0 0 8 16,0 0 3-16,0 0 6 0,0 0 1 15,0 0-6-15,0 0 2 0,10-1-5 0,0-1 1 0,8 0-9 16,13-3-20-16,20-3-43 0,5-1-41 0,6-4-56 16,-2-6-173-16,-4-4-342 0,-4-4 152 0</inkml:trace>
  <inkml:trace contextRef="#ctx0" brushRef="#br0" timeOffset="159354.01">14482 8623 151 0,'0'0'181'0,"0"0"-9"0,0 0-21 0,0 0-10 16,0 0-14-16,0 0-14 0,0 0-10 0,35 1-10 16,1-1-8-16,16-1-25 0,8 2-24 0,4 3-35 0,29-8-50 15,-33 2-179-15,4-2-246 0,3-3 108 0</inkml:trace>
  <inkml:trace contextRef="#ctx0" brushRef="#br0" timeOffset="160123.67">15428 8964 126 0,'9'-7'170'0,"-1"6"-22"0,-1-1-19 16,5 1-8-16,2 2-18 0,4 2-6 0,0 4-14 16,-1-2-8-16,1 4-10 0,0 0-6 0,5 9-8 0,-5 1-2 15,-1 1-7-15,-2 1 0 0,-2 6-10 0,-7 0-2 16,1 2-5-16,-6 2-4 0,-2-1-1 0,-6 0 0 16,1 0-4-16,-5 3-1 0,-2-6-2 0,-4 0-3 15,3-2 0-15,-4-1 5 0,4-1-4 0,-4-2 0 0,7-6-1 16,-1-3 1-16,3-2-7 0,0-2 5 15,1 1-5-15,4-4 15 16,-2 1 16-16,3-2 26 0,-1-2 29 0,0 1 26 16,1-1 12-16,3-2-3 0,0 0-21 0,0-10-5 15,4 1-10-15,6-6-12 0,2-4-4 0,5-3-11 16,4-5-8-16,2-2-2 0,9-7-9 0,0-3-8 16,-11 10-4-16,2 3 2 0,-2 0-5 0,-4 3-2 15,-3 7-3-15,-4 3 0 0,0 1 2 0,-1 2-1 16,-5 3-4-16,0 2-3 0,1 0-4 0,-4 1-10 0,2-1-15 0,1 3-9 15,-4 2-7-15,0 0-3 0,0 0 4 0,0 0 3 16,2 16-1-16,-7-6 5 0,4 4 0 0,-3 2-2 16,4 1-10-16,-2 0 2 0,4 1 4 0,2-1 1 15,6 4 0-15,4 0-14 0,8-2-22 0,5-2-33 16,2 0-42-16,6-8-44 0,0-1-204 0,3-3-414 16,1-3 184-16</inkml:trace>
  <inkml:trace contextRef="#ctx0" brushRef="#br0" timeOffset="160424.37">16413 9199 36 0,'-7'2'226'16,"7"-2"-10"-16,0 0-23 0,0 0-14 0,0 0-21 16,20-3-15-16,3-1-19 0,5 2-11 0,10-1-12 0,2 3-7 0,11-8-10 15,4 6-6-15,-6 0-10 0,-8 0-11 0,-3 1-2 16,-2-2-4-16,-2 1-5 0,-7 0-2 0,-5 1-4 16,-6 0-6-16,-4 1 2 0,-3-1-3 15,-1 1-5-15,-1-4-5 0,-2 4-9 0,-5 0-29 0,2-5-39 16,-2 5-45-16,-11-5-53 0,-3 0-174 0,0 2-353 15,-4-1 156 1</inkml:trace>
  <inkml:trace contextRef="#ctx0" brushRef="#br0" timeOffset="161525.97">17692 8742 132 0,'5'-1'124'0,"3"0"-14"16,4 1-7-16,-1 1-18 0,-1 1-3 0,3 2-24 16,0 2 3-16,2 5-7 0,-2 3-1 0,0-2-12 15,-2 4-7-15,-3 2 4 0,1 0-8 0,1 7-5 16,-5-1-2-16,-2 0 2 0,-2 3-6 0,0-4 0 0,-4-2 1 0,-4 3-5 16,-3 2 7-16,0-3-10 0,-2 0 4 15,1-4 0-15,3-4-1 0,-2 4 5 0,-2-5-8 16,7-5 10-16,-4 0 6 0,4 0-2 0,-5 1 1 15,6-5-4-15,0 1 6 0,-1-2 13 0,3 1 25 0,0-3 21 16,0 0 31 0,-1 1 18-16,3-3 14 0,0 0-14 0,0 0-13 15,0 0-13-15,5-22-10 0,3 7-13 0,1-1-8 16,6-6-6-16,-2-1-10 0,10-2 3 0,-5-1-15 0,0 1-7 16,0 0 1-16,1 3-12 0,-3-4-5 15,2 7-2-15,-4-3-6 0,-1 6 2 0,-3 1-5 16,2 2 0-16,-7 3-1 0,3-1-2 0,-2 5-5 15,-2 0-2-15,-3 1-2 0,3 0-12 0,0 2-19 0,-3 1-29 16,-1 2-9-16,0 0 10 0,0 0 3 0,4 12 5 0,-5 0 3 16,-2 2 3-16,-1 4 10 0,3-1-2 0,-4 9 0 15,1 0 3-15,1 1 6 0,2-2 2 0,1 4 2 16,4-4-3-16,1-7 11 0,4 7 1 0,4-1 2 16,1-10 4-16,9 6 0 0,6-6-15 0,5 0-51 15,3-4-66-15,15-5-104 0,-12-4-123 0,-1-4-391 16,-2-4 173-16</inkml:trace>
  <inkml:trace contextRef="#ctx0" brushRef="#br0" timeOffset="162073.57">18246 8342 146 0,'10'-2'149'0,"1"-3"-17"16,2 5-13-16,0 0-11 0,-3 2-11 0,3 1-14 16,0 2-9-16,-2-1-8 0,-2 5-6 0,0-2-6 15,0 6-8-15,-2-1 2 0,1 5-8 0,-8 0-8 16,0 0-3-16,0 2 2 0,-6-1 2 0,0 1-13 15,-1-2 3-15,-1-3-5 0,2-2 1 0,0 2-4 16,-1-4-3-16,2 0 0 0,1-3-2 0,0 2 3 0,2-3 1 0,-3-1-9 16,4 0 6-16,-1 0-5 0,2 2 3 0,2-3-3 15,2 2 0-15,2 1 10 0,0-1 4 0,3 2 3 16,6 2 1-16,0 0-8 0,1-1 7 0,-6 1-5 16,3 2-3-16,1-2-1 0,-6 0-4 0,1-1 5 15,0 1-4-15,-3 0-1 0,-2 0 0 0,-1 1-5 16,-2 0 0-16,-5 2 2 0,-1-4 1 0,-7 6-2 0,-4-1-5 0,-11 0-6 15,-2 0-40-15,-5 0-36 0,1 0-62 0,0-5-113 16,-3 0-275-16,4-2 122 0</inkml:trace>
  <inkml:trace contextRef="#ctx0" brushRef="#br0" timeOffset="162474.41">17492 9375 103 0,'-7'1'124'0,"2"-1"-7"0,5 0 3 0,-6 0-7 15,6 0 2-15,0 0-2 0,-8 1-9 0,8-1-3 16,0 0-11-16,0 0-10 0,0 0-1 0,0 0-19 16,0 0 5-1,0 0-9-15,23 0-7 0,-2-2-3 0,12-1-2 16,0 1-2-16,21-5 16 0,2 0 8 0,6 2 4 16,5-3 1-16,29-1 2 0,-3 0 3 0,2 3 1 15,-2 1-3-15,-29-1-5 0,1 1-6 0,-4 0-4 0,-11 1-7 16,-14 0-4-16,0 2-5 0,-11-1-4 0,-4 0-5 15,-7 3-1-15,-3-1-7 0,0-2 1 16,-5 1-6-16,2 2-13 0,-5-2-12 0,-3 2-15 0,0 0-14 0,0 0-23 0,0 0-19 16,0 0-20-16,-26 7-39 0,5-6-31 15,-6 2-190-15,-1 2-384 0,8 0 170 0</inkml:trace>
  <inkml:trace contextRef="#ctx0" brushRef="#br0" timeOffset="162975.65">17999 9587 190 0,'0'0'238'16,"0"0"-23"-16,0 0-21 0,0 0-21 0,0 0-17 15,0 0-19-15,0 0-13 0,23-1-14 0,-11 3-12 16,0 0-14-16,6 1-6 0,-4 2-10 0,2 0-22 16,-7-1-12-16,2 3-20 0,-1-2-14 0,-1 4-6 15,-3-1-4-15,0 0-2 0,-4 4-3 0,-1 0-2 16,-4 1 9-16,-3 0 0 0,0 3 1 0,0-5-3 0,-2-1 5 0,0-1 5 16,1 3-6-16,-1-4 6 0,0 1-6 15,2-2 5-15,0 0-1 0,1-1 0 0,0 0-4 0,1-2 0 16,2-2-1-16,0 5-3 0,0-4 5 0,2-3-1 15,3 7 0-15,1-4 0 0,1 1 2 0,3-2 3 16,3 3 0-16,2-2 3 0,1 2-5 0,3-1-1 16,3 2 7-1,-4-1-6-15,1 1 3 0,2 1 0 0,-2 1-2 0,-4-2 3 16,0 5-3-16,-3-5 4 0,-1 2-5 0,-2 4 2 16,0-5 8-16,-5 3-8 0,0-1 1 15,-2 2-3-15,-5-2 3 0,-3-1 6 0,-7 4 0 16,-1-3 2-16,-9 2-4 0,-2-2 4 0,5-1-2 0,-6-4 0 15,0 2-2-15,1-2 3 0,5-1-1 0,-2-2-5 16,5-1 2-16,0 0 0 0,5-1-1 0,2 0 10 0,3-2 2 16,0 1 3-16,4 0-10 0,1-3-29 0,3 1-56 0,6-4-49 15,4 1-152-15,5-1-302 0,4-2 134 0</inkml:trace>
  <inkml:trace contextRef="#ctx0" brushRef="#br0" timeOffset="163193.47">18552 9602 166 0,'0'-7'275'0,"0"7"-29"0,2-2-30 15,-2 2-23-15,0 0-43 0,0 0-22 0,0 0-19 16,2 12-7-16,-2 2-10 0,5 6-8 0,0 6-27 15,-2 6-14-15,-2 2-43 0,4 16-37 0,-1 1-55 0,-1 2-29 16,-1 3-148-16,2 0-291 0,-4-6 129 0</inkml:trace>
  <inkml:trace contextRef="#ctx0" brushRef="#br0" timeOffset="163344.88">18609 10502 126 0,'-2'3'344'16,"2"-3"-18"-16,0 0-12 0,0 0-21 0,0 0-13 15,0 0-19-15,0 0-38 0,0 0-16 0,0 0-25 16,0 0-27-16,9-11-33 0,-6 7-52 0,-2-2-79 16,4 0-105-16,4-5-126 15,-4 0-184-15,4-3-458 0,1 0 202 16</inkml:trace>
  <inkml:trace contextRef="#ctx0" brushRef="#br0" timeOffset="163830.51">19145 9283 208 0,'0'0'221'0,"0"0"-6"0,0 0-9 0,0 0-16 0,0 0-20 16,16-7-16-16,0 0-15 0,13 3-12 0,3-1-16 15,4-1-12-15,17-1-10 0,4-2-5 0,-4 3-12 0,3-1-6 16,-1 0-7-16,-6 3-16 0,-9-2-12 15,-3 1-15-15,-5 0-15 0,-5 0-18 0,-8 1-21 16,-6 4-13-16,-4-3-30 0,0 1-30 0,-5-1-37 16,-4 3-162-16,-6-5-334 15,-4 3 148-15</inkml:trace>
  <inkml:trace contextRef="#ctx0" brushRef="#br0" timeOffset="164024.41">19453 9087 191 0,'0'-2'285'0,"-4"-2"-7"0,4 4-11 0,0-4-14 0,0 4-18 0,-2-4-18 16,2 4-25-16,0 0-21 0,0 0-25 0,0 0-19 15,0 0-31-15,0 0-11 0,2 12-7 0,-2 0-15 16,4 14-2-16,-3 4-2 0,5 3-8 0,0 13-7 16,-3 3-17-16,-1-3-36 0,7 2-39 0,-4-2-56 15,-4-10-57-15,3-4-273 0,1-1-471 0,-1-11 209 16</inkml:trace>
  <inkml:trace contextRef="#ctx0" brushRef="#br0" timeOffset="164780.04">20345 8776 101 0,'4'-4'186'0,"2"0"-20"16,2 1-17-16,2-1-14 0,3 2-15 0,0 1-13 15,-3 2-15-15,9 3-7 0,-1 1-13 0,-3 5-7 16,2-1-9-16,-3 6-5 0,3 3-6 0,-2 4-4 16,-6-4-3-16,2 3-3 0,-3 4-6 0,-3 0 1 15,-3-7-3-15,-2 8-7 0,-2-6 0 0,-2-1-2 16,-1 3 1-1,-2 0-4-15,-5 1-2 0,4-7 4 0,1 1-4 0,-3-3-1 16,2-4-2-16,2 0 8 0,0-5 11 0,4 0 9 16,-2 1 22-16,0-1 26 0,2-2 20 0,-2 0 30 15,4-3 18-15,-3 2 5 0,3-2-18 0,0-10-14 16,5 1-15-16,4-5-10 0,3-2-15 0,4-8-7 16,0 2-13-16,4-4-6 0,-1 0-9 0,3-1-13 15,1 0-1-15,-1 0-8 0,-3 3 0 0,-1 3-6 0,-7 6 1 16,-2 1-6-16,-1 6-4 0,-3-2 1 0,0 6-4 0,-1-1-10 15,-1 0-21-15,1 2-22 0,-2 1-11 0,-2 2 3 16,0 0 4-16,0 0 8 0,-6 19 8 0,0-5-6 16,-1 1 6-16,-1 9 3 0,1-4 2 15,0 3 7-15,2 5-14 0,1-2 1 0,4 1 2 0,3-1 4 16,3 0 0-16,8 3-14 0,4-6-28 0,4 1-42 0,5-3-53 16,2-6-84-16,-1-4-171 15,3-5-451-15,-2-3 200 0</inkml:trace>
  <inkml:trace contextRef="#ctx0" brushRef="#br0" timeOffset="165363.18">20976 8376 181 0,'0'0'228'15,"0"0"-25"1,0 0-20-16,8-6-21 0,0 4-13 0,4-2-19 0,9 1-12 0,-3-1-11 16,9-4-12-16,-7 6-7 0,1 0-8 0,-1 1-12 15,-2-1-14-15,-1 1-14 16,-5 0-15-16,-5 0-8 0,-1-1-6 0,1 0-12 0,-2 2-9 15,-5 0 0-15,0 0-2 0,0 0-3 0,0 0 9 16,0 0 1-16,0 0-3 0,-27 0-1 0,13 0 1 0,-4 0 1 16,5 0 2-16,0 2-4 0,-1 0 5 15,3-1-1-15,-1 1-1 0,2 0 1 0,0-1 3 16,0 1-5-16,-1 0 4 0,6-2 3 0,-3 5-7 16,3-1-1-16,-4-1 6 0,4 1-1 0,1 5 1 15,1-4 0-15,0 2-4 0,-1-1 4 0,-1-1 0 0,4 3 7 0,1 1 6 16,0 1 3-16,0-1 6 0,4 4 2 0,-2-3 6 0,7 4-1 15,-4-3-2-15,4 5 3 0,5-2 1 0,-1 3 2 16,4-5-1-16,-3 5 2 0,4 1 1 0,0 0 0 16,-2-3-1-16,-3 0-8 0,2 1 1 0,-3-1-4 15,-1 2 2-15,-1 0-18 0,0-2 5 0,-5 1-2 16,0-5 0 0,-3 0 0-16,-2 1-2 0,-2-1-2 0,-3-2 2 15,0 0 1-15,-2 0 1 0,-1-1 0 0,-1-3-8 16,-1 2 10-16,0-4-3 0,1-2 6 0,1 2 14 15,2-2 9-15,1-1 16 0,5 0 4 0,-8-3 10 16,8 3 0-16,-6-2-4 0,6 2-7 0,-3-6-15 16,6 1-33-16,3 1-31 0,4-1-29 0,3 2-28 15,5 1-28-15,4 0-41 0,7 4-82 0,-11-2-133 0,4 0-395 0,-6 0 175 16</inkml:trace>
  <inkml:trace contextRef="#ctx0" brushRef="#br0" timeOffset="165748.26">20426 9394 23 0,'-8'3'155'0,"-1"-1"-1"0,3-2 6 0,2 0-3 16,-4 2 4-16,8-2 2 0,-5 1-2 0,5-1-8 16,0 0-4-16,-10 1-6 0,10-1 3 0,0 0-11 15,0 0-6-15,-7 0-9 0,7 0-5 0,0 0-17 16,0 0-7-16,21-6-13 0,7 1-7 0,4 1-8 16,19-4-7-16,13 0-9 0,32 0 5 0,2 0-11 15,-2 0-2-15,0 3-5 0,-3 1-3 0,2-3 1 0,-28 2 1 16,27 0-2-16,-36 2 0 0,-2 0-8 0,-16 1 2 0,-4-2-1 15,-7 2 0-15,-8-1 15 0,-8 3 4 0,-2-1-4 16,-2 0-1-16,-1 1-7 0,-2-3-1 0,-2 3-3 16,-4 0-29-16,1-3-26 0,-1 3-22 15,-25-5-19-15,-4 3-18 0,-1 4-32 0,-6 0-28 0,0 1-28 16,3 0-71 0,-1 0-166-16,-2 1-447 0,5 1 198 0</inkml:trace>
  <inkml:trace contextRef="#ctx0" brushRef="#br0" timeOffset="166365.34">20893 9726 123 0,'-5'0'319'0,"5"0"-22"0,-8 0-27 0,8 0-24 16,0 0-24-16,-6-3-22 0,6 3-22 0,0 0-23 0,19-9-19 0,-1 4-15 16,8-2-9-16,3-1-14 0,0 2-10 0,2 1-10 15,1 0-9-15,-3 2-19 0,1-2-19 0,-11 2-9 16,0 1-21-16,-7 0-7 0,-1-1-11 0,-2 2-5 16,-2 0-15-16,-1 1-11 0,0-2 2 0,-6 2-1 15,0 0 9-15,0 0 4 0,-21 0 4 0,0 0 0 16,-8 0 5-16,-2 3 5 15,-1-2-3-15,0 0 0 0,-1 1 8 0,1 0 0 16,0 1-1-16,1-3 2 0,5 3 6 0,5-1 7 16,2 1-2-16,1-1 2 0,5 1-2 0,3-1-7 15,1 0 4-15,1-2 1 0,3 0 1 0,-1 3-4 16,1-2 4-16,5-1 1 0,-8 4-2 0,3-3 2 16,3 2 4-16,2-3-4 0,-2 2-6 0,0 3 6 15,2-5-3-15,2 7 5 0,2-2 3 0,5 2-1 0,6 2 20 16,7 4 7-16,5-1-3 0,-1 2 1 0,2 1-6 0,2-1-3 15,-2 1 2-15,-1-3-2 0,1 3-3 0,-5 2-4 16,-6-5 0-16,2 5-1 0,-5-1-2 0,-5-1-6 16,1 5-7-16,-5-3-2 0,-1 2-2 15,-1 6-5-15,-8-6-2 0,-3 1 5 0,-7 1 1 16,-2-2 3-16,-6 2-4 0,0-6 6 16,-4-3 1-16,-1 0 1 0,4-4 1 0,2-4 2 15,3 1 10-15,1-2 4 0,4-1 17 16,4-2 16-16,2 0 14 0,-2 0 9 0,5 0 7 15,5 0 23-15,-12-1-3 0,12 1-6 0,-5-3-10 16,5 3-13-16,1-6-8 0,-1 6-11 0,12-7-2 0,0 2-10 16,2 1-13-16,6-1-16 0,7-4-18 15,5 5-23-15,2-3-25 0,-2 0-36 0,0 0-36 0,-4 2-2 0,-6 0-25 16,6-7-287-16,3 0-482 0,-2 0 214 0</inkml:trace>
  <inkml:trace contextRef="#ctx0" brushRef="#br0" timeOffset="166550.5">21369 9722 54 0,'0'0'354'16,"0"-8"-24"-16,0 5-23 0,0 3-29 0,0-5-27 16,0 5-28-16,0-4-31 0,0 4-13 0,0 0-33 15,0 0-36-15,0 0-28 0,0 0-9 0,9 12-17 16,-2 5-26-16,7 6-24 0,-5 9-43 0,5 0-45 15,-1 21-41-15,1 3-32 0,-9 4-224 0,-5 0-412 0,-1 22 183 0</inkml:trace>
  <inkml:trace contextRef="#ctx0" brushRef="#br0" timeOffset="166708.51">21417 10700 418 0,'0'7'400'0,"0"-7"-7"15,0 0 0-15,0 0-12 0,0 0-15 0,0 0-2 0,0 0-8 16,9-13-26-16,-5 8-32 15,1-5-33-15,-1 3-29 0,1-3-41 0,1 1-73 16,2-1-67-16,1-5-100 0,0 1-89 0,0 4-109 0,-1-6-170 0,-2 0-211 16,4 4-674-16,-3-6 299 0</inkml:trace>
  <inkml:trace contextRef="#ctx0" brushRef="#br0" timeOffset="167599.01">22177 9290 194 0,'0'0'234'0,"0"0"-3"0,0 0-9 0,0 0-4 0,0 0-11 16,0 0-13 0,0 0-13-16,0 0-13 0,0 0-16 0,0 0-15 15,0 0-14-15,31-5-15 0,-5 3-9 0,8 0-12 16,-2-1-8-16,5 1-10 0,2 0-8 0,-2 1-3 0,1 1-6 16,-4 0-7-16,-2 0-2 0,-1-2-4 15,-10 4-6-15,-1-2-1 0,-2 0-5 0,-7 0-3 16,0 0 2-16,-3-2-7 0,0 2-1 0,-3-1 4 15,-5 1-9-15,9 1 0 0,-9-1-8 0,9-1-2 0,-9 1-8 0,5-1-11 16,-5 1-9-16,0 0-10 0,0 0-13 0,7 4-15 16,-7-4-17-16,0 0-18 0,4 1-30 0,-4-1-29 15,0 0-52-15,0 0-187 0,1 7-428 0,-1-7 190 16</inkml:trace>
  <inkml:trace contextRef="#ctx0" brushRef="#br0" timeOffset="167953.7">24577 9135 31 0,'0'0'335'0,"9"0"-29"0,-9 0-30 0,7-4-33 16,-1 4-24-16,4-6-23 0,0 2-24 0,3 1-40 15,5-1-36 1,1-3-38-16,9 1-45 0,-2 2-41 0,2-1-53 0,0-2-77 16,0 0-144-16,0 0-327 0,-1 1 144 0</inkml:trace>
  <inkml:trace contextRef="#ctx0" brushRef="#br0" timeOffset="168100.81">25129 8999 187 0,'0'0'308'0,"0"0"-18"0,0 0-17 16,0 0-20-16,0 0-31 0,0 0-32 0,0 0-45 16,14-6-40-16,-2 1-37 0,1 2-41 0,-2 1-45 15,10 0-49-15,0-1-69 0,1-2-173 0,-3 1-333 16,3 0 149-16</inkml:trace>
  <inkml:trace contextRef="#ctx0" brushRef="#br0" timeOffset="168972.05">25640 8197 106 0,'-6'0'138'0,"6"0"-11"0,0 0-9 0,0 0-1 0,0 0-13 0,0 0-18 31,27 4-10-31,-13-4-2 0,5 1-17 0,2 0 1 0,2 0-4 0,5-1-1 15,1 0-12-15,-10 0 2 0,11-2-9 0,-10-1-11 0,2 1 11 16,-3-4 3 0,0 0 3-16,1-1 7 0,-3 2 9 0,-2-5 6 0,-2 4 11 15,1-4 3-15,-1-1 8 0,-4 4 2 0,1-3 3 16,-1 1-1-16,-1 0 9 0,0 1 1 0,-2-1 2 16,0 3-4-16,-1-3-8 0,1 3-10 15,-4 0-5-15,1 1-6 0,-1 2-7 0,2-1-11 0,-3 0-3 16,2 2-5-16,-1-2-8 0,-2 4-16 0,3-3-9 15,-3 3-25-15,1-4-21 0,-1 4-21 0,0 0-7 16,0 0 8-16,3 11 7 0,-2-5 1 0,0 10 4 0,1 4 8 16,-1 9 5-16,0 5-1 0,-1 19 9 0,-1 4-1 15,2 34 7-15,-1 0-1 0,0 1 6 0,2-2 3 16,-4 0 2-16,5-1-2 0,-1-9 0 0,0 4-4 16,3-2 4-16,0 3 6 0,-1-27-4 0,-2 25 6 0,5-23-2 15,-5 0 3-15,2 22-6 0,-4-28 7 0,0-3-5 16,0 4-2-16,-4-8 5 0,2 3 2 0,-2-13-7 15,-3-3 7-15,0 11-3 0,-1-8 1 0,0-4 8 16,1-2-6-16,-2 1 3 0,-1-3 1 0,1-4-4 16,2-7 1-16,2-2-7 0,-1-5 11 0,2 0-3 15,0-2 1 1,3 1 2-16,-2-4 1 0,3 0 6 0,-1-2 17 16,0 1 7-16,-1-2 5 0,2-3 1 0,-1 5-4 0,1-1 2 15,0-4-4-15,0 0-1 0,-4 5-4 0,4-5-3 16,0 0-3-16,0 3-4 0,0-3 4 0,0 0-2 15,0 0 0-15,0 0 4 0,0 0-5 0,0 4-8 16,0-4-10-16,0 0 0 0,-7 3 1 0,-5-3-3 16,-16 0-1-16,-27-3-31 0,-37-6-64 0,-10-4-83 0,-35-8-248 15,-4-8-462-15,-11-6 204 0</inkml:trace>
  <inkml:trace contextRef="#ctx0" brushRef="#br0" timeOffset="-208794.94">9403 8920 106 0,'-3'-2'133'0,"3"2"-18"16,0 0-5-16,0 0-12 0,0 0-7 0,0 0-10 15,0 0-5-15,0 0-5 0,0 0-3 0,0 0 1 16,0 0-1-16,0 0-4 0,0 0-1 0,0 0 8 15,0 0 3-15,0 0-8 0,0 0 0 0,0 0-1 16,0 0-1 0,0 0-3-16,0 0-2 0,0 0-5 0,0 0-3 15,0 0-1-15,0 0-1 0,0 0-1 0,0 0-5 0,0 0 1 16,0 0-1-16,0 0-8 0,0 0-4 0,0 0-5 16,0 0-1-16,0 0 6 0,0 0-4 0,0 0 3 15,0 0 5-15,0 0-3 0,0 0-1 16,0 0 14-16,0 0 0 0,0 0 2 0,0 0-5 0,0 0-4 15,6-7-2-15,-5 4-5 0,4-2-4 0,1-1-3 0,6-1-5 16,5-4-5-16,8-3-2 0,3 2-6 0,8-3-3 16,12-5-8-16,2 1-3 0,1 1-4 0,-1 1-1 0,-2-1-1 15,0 3 0-15,-15 3 3 0,1 0 0 16,-5 0 3-16,3 2 1 0,-5 1-1 0,-7 4 2 16,-7-1-1-16,-1 2 4 0,-2 1 0 0,-4-1 0 15,2 2 1-15,-3-1-3 16,1 1-3-16,-3 2-4 0,-3 0-8 0,0 0-10 15,0 0-18-15,0 0-21 0,-21 4-18 0,11 2-36 16,0-2-33-16,0 0-198 0,1 2-383 0,-1-1 170 16</inkml:trace>
  <inkml:trace contextRef="#ctx0" brushRef="#br0" timeOffset="-207994.92">10342 8563 47 0,'0'-6'203'0,"0"6"-9"0,0 0-6 0,0-3-7 16,0 3-7-16,0 0-4 0,-2-6-8 0,2 6-9 16,0 0-1-16,0 0-15 0,2-3-14 0,-2 3-8 15,0 0-11-15,0 0-10 0,0 0-11 0,0 0-7 16,0-5-11-16,0 5-11 0,0 0-4 0,0 0-8 16,0 0-8-16,0 0-14 0,0 0-9 0,0 0-5 0,0 0 2 0,1 13-5 15,-1-4 1-15,0 3-3 0,3 0 2 16,-3 8-3-16,-3-2 2 0,2 7-4 0,1 1 3 15,-2-1 1-15,2-1 0 0,-3 1-1 0,1 1 1 16,-1-7-1-16,3 1-1 0,0 6 3 0,-2-9-5 0,2 1 3 16,-2 0 0-16,1-2-4 0,0-2 6 0,-1-1-3 15,2-2 2-15,0-1-1 0,0-1 0 0,-1 1-2 0,1-3 3 16,0-2 1-16,0 0 0 0,0-1-5 0,0-1 1 16,0-3 3-16,0 7-5 0,0-7 5 0,0 3 5 15,0-3 2-15,0 4-7 0,0-4 7 0,0 0 13 16,0 0 3-16,0 7 1 0,0-7 0 0,0 0-1 15,0 0-2-15,0 0-1 0,0 0 2 0,0 0-3 16,0 0 2 0,0 0-4-16,1 3-2 0,-1-3-1 0,0 0-2 0,0 0-7 15,0 0-7-15,0 0-11 0,0 0-20 0,0 0-22 16,0 0-26-16,0 0-38 0,0 0-25 0,0 0-39 16,0 0-220-16,-1-14-433 0,1 14 192 0</inkml:trace>
  <inkml:trace contextRef="#ctx0" brushRef="#br0" timeOffset="-207109.34">9738 8453 8 0,'0'0'164'0,"0"0"-9"0,1-2-9 0,-1 2-16 16,0 0-16-16,0 0-12 0,0 0-15 0,0 0-7 16,0 0-10-16,0 0-9 0,-1 17-4 0,-2-7-7 15,-2 9 4-15,-5 10-12 0,1 2-5 0,-4 1-2 16,3 1-5-16,-8 13-2 0,4-1-2 0,2-11 3 16,1 0-12-16,0 0 4 0,0-1-6 0,-1-1-3 0,3-2 0 15,-3-1 2-15,5-3-6 0,0 2 6 0,2-11-2 0,0 2-9 16,0-4 7-16,-3 1 0 0,7-5-5 0,-3-2 0 15,0 0 4-15,3 1-16 0,-3-5 22 16,4 1-15-16,-3-1 4 0,2-1 5 0,1 0 0 16,0-4-13-16,-1 5 12 0,-2-2 6 0,3-3-5 0,-1 4 1 15,1-4-1 1,0 0-9-16,-9 0-15 0,9 0-24 0,0 0-20 16,-14-7-79-16,6-1-112 0,0 2-271 0,1-5 121 15</inkml:trace>
  <inkml:trace contextRef="#ctx0" brushRef="#br0" timeOffset="-206793.59">9431 8674 175 0,'0'-8'193'16,"1"6"-18"-16,1-4-17 0,-1 1-17 0,2 1-9 15,-3 4-20-15,6 0-8 0,-6 0-14 0,18 10-12 0,-5 0-7 0,3 4-3 16,6 7-3-16,1 1-11 0,1 3-6 0,0 4-6 16,2-1-1-16,-3-1-8 0,1 3-2 0,-2-3-4 15,2-1 3-15,-3 3-9 0,-2-8 1 16,-1 3 1-16,-2-2-5 0,-4-6-2 0,1-2-2 0,-4-4 4 16,2 1-8-16,-6 0 4 0,2-2-1 0,-3-5-3 15,1 1-1 1,-3 0-2-16,2-2 2 0,-2 1 4 0,1-1 3 15,0-1 2-15,-3-2 1 0,1 4-1 0,-1-4-7 16,0 0-27-16,0 0-46 0,0 0-48 0,0 0-84 0,-1-13-104 16,1 13-323-16,0-12 144 0</inkml:trace>
  <inkml:trace contextRef="#ctx0" brushRef="#br0" timeOffset="-202329.81">5897 12042 104 0,'0'0'131'0,"0"0"-7"0,0 0-12 0,0 0 0 16,0 0-7-16,0 0-6 0,0 0-6 0,0 0-6 0,0 0-15 16,0 0 6-1,0 0-9-15,0 0-3 0,0 0-13 0,0 0-1 16,0 0-7-16,0 0-3 0,0 0-5 0,0 0 1 16,0 0-5-16,0 0-6 0,0 0 3 0,0 0-7 15,0 0 3-15,0 0-2 0,0 0 1 0,0 0 2 0,0 0-4 16,0 0-1-16,0 0 3 0,0 0-7 15,0 0 7-15,12-6-3 0,-1 5-8 0,0-3 4 16,8 0-4-16,8-1 2 0,5 1-3 0,0-1-2 0,4-3 1 0,2 4-1 16,2-4 0-16,-2 2 4 0,1 2-9 0,0-3 2 15,-4 0 4-15,-4 3-7 0,-2 1 4 0,-10 0-1 16,-1 1 2-16,-7 2-4 0,1-2-3 0,-3 1-5 16,-2 0-21-16,1 1-16 0,-8 0 2 0,9 4-5 15,-8-3-2-15,-1-1-11 0,0 0-32 0,-12 11-22 16,3-7-164-16,-2 2-294 0,-3-1 130 0</inkml:trace>
  <inkml:trace contextRef="#ctx0" brushRef="#br0" timeOffset="-201881.89">5853 12318 37 0,'0'0'122'0,"0"0"-3"0,-5 2-5 0,5-2-11 16,0 0-14-1,0 0-6-15,0 0-23 0,0 0 15 0,0 0-11 16,28 0-1-16,-6-2-4 0,11-1 0 0,5-2-3 16,21 0 6-16,3-1-7 0,3-2 0 0,0 0-4 15,-1 1-1-15,-4 2-12 0,-4 0 1 0,-6 3-1 16,-12 0-7-16,-3-1-5 0,-3 1 1 0,-11 2-3 15,-3-2 2-15,-4 1-10 0,-2 1 4 0,0-1-4 0,-5 0 1 16,-2 1 4-16,0-1 1 0,-5 1-1 0,8 0-4 0,-8 0-2 16,8-1-10-16,-8 1 2 0,0 0-13 0,0 0-26 15,0 0-37-15,-16 5-46 0,5-3-149 0,-1 0-285 16,6 1 126-16</inkml:trace>
  <inkml:trace contextRef="#ctx0" brushRef="#br0" timeOffset="-196156.6">8121 11469 81 0,'0'0'89'0,"0"0"-4"16,0 0 1-16,0 0-16 0,0 0-5 0,0 0 2 15,0 0-14-15,0 0-8 0,0 0-2 0,0 0 0 0,0 0-14 16,0 0 9-16,0 0-4 0,0 0 16 0,0 0-18 15,0 0 3-15,0 0-18 0,0 0 17 0,-3-4-3 0,3 4 3 16,0 0-10-16,0 0 6 0,0 0 1 0,0 0 5 16,0 0-1-16,0 0 2 0,0 0 2 15,0 0 2-15,0 0-4 0,0 0-3 0,0 0-4 16,0 0 12-16,0 0-13 0,1-5-1 16,-1 5-1-16,0-5-6 0,0 5 2 15,5-7-4-15,-3 5-2 0,2-2-13 0,1 1 11 16,3-1 3-16,-3 0 1 0,4 2-2 0,-2-4-5 15,4 2 4-15,-1 0-1 0,1 1 1 0,0 1-7 0,3-1 2 16,-5-1-7-16,0 3 6 0,4-1-1 0,-4 2-4 16,1 0-2-16,4 1-2 0,-4 0 1 15,2 2 0-15,-2 0-8 0,0 2 2 0,0 1-1 0,-2 2 7 0,2 1-9 16,-3 3 0-16,0 4 0 0,-4 0-2 0,-1 9 3 16,-2 1 0-16,-4-5 1 0,-6 6 1 0,-4-1-2 15,-3 1 9-15,-3-1-9 0,-4 0 3 0,0 0 2 16,-2-1-1-16,3-3-3 0,-4 1 3 0,3-1-2 0,0-4 2 15,0-1 0-15,7-4 1 0,-1-3-2 0,2-1 4 16,0 1 1 0,7-4-10-16,-5-2 8 0,5 1 4 0,4-1 8 15,-3-1 11-15,2-1 25 0,1-1 19 0,-2-1 12 16,7 0 13-16,-6-3 3 0,2 0-11 0,1-3-6 0,3 0-8 0,-1-4-10 0,5 1-7 16,0-3 3-16,1 3-13 0,-1-1-4 0,2-1-3 15,3 2-8 1,0 1-1-16,-1 2-4 0,1 1-4 0,1 0-7 15,3 2 1-15,1 1-4 0,0 1 2 0,2 2-3 0,3 2-2 0,0 0 1 16,-1 4 0-16,2 0-1 0,6 2-4 0,-9 0 2 16,3-1 0-16,-1-1 0 0,-1 3-2 0,0-2 4 15,-2 1-3-15,1-1 2 0,-1-1 1 0,-2 0-3 16,-1-3-2-16,-3-1 1 0,1-1 4 0,0 1-5 16,-2-3 3-16,1 0 1 0,0-3 0 0,1 1-3 15,-2-2 1-15,2-1 9 0,-2 0-9 0,0-2-2 0,0 0 2 0,0-3 0 16,-1 3-1-16,-1-4 0 0,0 4-2 0,0 0 1 31,-2 1 0-31,-1 0-2 0,0 2-10 0,0-1-22 0,-1 2-32 0,-1 1-42 0,3-1-21 0,-5 3-35 16,0 0-70-16,0 0-133 0,9 5-397 0,-9-5 175 15</inkml:trace>
  <inkml:trace contextRef="#ctx0" brushRef="#br0" timeOffset="-189342.77">7672 12121 61 0,'0'0'165'0,"0"0"-11"0,-6 0-20 16,6 0-2-16,0 0-4 0,0 0-18 0,0 0-12 16,0 0-12-16,0 0-4 0,0 0-6 0,0 0-13 31,0 0-7-31,0 0 1 0,0 0-12 0,0 0 0 0,0 0-4 0,0 0-4 0,0 0 3 0,0 0-11 15,0 0-8-15,0 0 2 0,0 0-6 0,0 0-8 16,0 0 5-16,0 0-6 0,0 0 7 0,0 0-7 16,0 0 6-16,0 0-3 0,0 0-3 0,0 0 1 15,0 0-3-15,0 0 2 0,0 0-4 0,0 0 1 16,0 0 0-16,0 0-1 0,0 0-2 0,0 0 3 16,0 0-1-16,0 0-1 15,0 0-1-15,0 0 12 0,0 0-9 0,0 0 4 16,0 0-3-16,0 0 1 0,0 0 0 0,0 0 2 15,0 0 0-15,0 0 0 0,0 0-3 0,0 0-3 16,0 0 4-16,0 0 3 0,0 0-8 0,0 0-1 16,0 0 7-16,0 0-6 0,0 0-1 0,0 0 1 15,0 0 10-15,0 0-12 0,0 0 1 0,24-2 2 16,-4 0-4-16,9 0 0 0,7-1-4 0,15-1 8 0,4 0-3 16,6-2 7-16,7 2-1 0,23-3 2 0,2 2 5 0,-25-3 1 15,25 5 0-15,-2-3 3 0,-28 1-4 0,2-1-3 16,24 0 0-16,-27 4-3 0,-5-5 3 0,-5 4-2 15,-12-1-1-15,-3 1 2 0,-2-1-5 16,-5 1 1-16,-3-1 0 0,-6 0-3 0,-4 2 7 0,-4-2-4 16,1 4 2-16,-6-3 11 15,-3 3 8-15,3 0 2 0,-2-1 4 16,-6 1-1-16,9-1-4 0,-9 1-4 0,8-2-2 16,-8 2-3-16,4-1-6 0,-4 1-11 0,0 0-2 15,0 0-20-15,0 0-21 0,0 0-20 0,-17 5-39 0,7-2-37 16,-2 2-202-16,-1-3-367 0,2 1 163 0</inkml:trace>
  <inkml:trace contextRef="#ctx0" brushRef="#br0" timeOffset="-187586.14">8171 12446 151 0,'4'-5'203'0,"-4"5"-15"0,1-5-10 16,2 2-17-16,-3 3-15 0,1-3-13 0,-1 3-20 16,5-4-15-16,-5 4-22 0,0 0-17 0,0 0-3 15,0 0-16-15,0 0 2 0,4 15-5 0,-4-6-9 16,0 1-6-16,-4 7 1 0,-1 0-6 0,0 3-1 15,-1-2-1-15,-2 5-1 0,2-3-1 0,-3 3-7 16,-2 1 3-16,2-7 1 0,1 0-11 0,-1-1 14 0,1-2-8 0,0-3 2 16,2-1-2-16,1-2 2 0,1-2 2 0,0-1 6 15,2 0 13-15,-1-2 20 0,0 1 31 0,2-1 37 16,1-3 32-16,-4 2 19 0,4-2-11 0,0 0-14 16,-6-9-23-16,6 3-9 0,0-5-3 0,0-1-15 15,3-4-13-15,-1-2-2 0,0-2-10 0,2 0-5 16,2 1-8-16,-3 3-6 15,3-1-7-15,-3 5-6 0,1 2-5 0,1 3-1 16,-1-1 3-16,-1 1-10 0,-1 2 6 0,-1 2-14 16,3-1-9-16,0 2-4 0,-4 2 1 0,12 4-5 15,-6-2 3-15,4 6-1 0,1 0-1 0,0-1-2 16,-1 7-13-16,4-2-3 0,-1 3-5 0,-3-1-8 16,3 3-8-16,-4 0-11 0,0-1-17 0,1 0-11 15,-1-2-18-15,-5-2-12 0,0 0-21 0,0 0-15 0,-3 0-14 0,-2 1-31 16,-1-4-61-16,1-1-152 0,-4-1-435 0,4-2 192 15</inkml:trace>
  <inkml:trace contextRef="#ctx0" brushRef="#br0" timeOffset="-187269.56">7977 12519 124 0,'-4'-1'190'0,"4"1"-11"16,-4-3-11-1,4 3-14-15,0 0-11 0,-3-4-14 0,3 4-9 16,0 0-12-16,-2-3-13 0,2 3-10 0,0 0-7 0,0 0-9 0,13-2-5 16,0 2-5-16,7-1-6 0,7 0-8 0,9-4-5 15,1-1-1-15,19 2 4 0,-1-1-1 16,1-4-7-16,-17 6-2 0,14 1-3 0,-17-4-1 15,-4 2-4-15,-4 2-3 0,-6-1-4 0,-5 3 1 0,-4 0-2 16,-2 0-9-16,-4-1-15 0,0 1-18 0,-1-1-21 16,-6 1-7-16,7 2-1 0,-7-2-9 0,0 0-34 15,-11 5-38-15,2-2-163 0,-2 0-321 0,-3 1 142 16</inkml:trace>
  <inkml:trace contextRef="#ctx0" brushRef="#br0" timeOffset="-186784.22">8639 12385 7 0,'10'-5'177'0,"3"2"-10"0,1 2-21 16,-1 0-14-16,-1-1-15 0,0 4-10 0,1 1-10 15,3 4-10-15,-4-2-8 0,2 6-5 0,-2 2-11 16,-2-2-9-16,-3 3 7 0,0 2-11 0,-1 1-7 16,-2 0-6-16,-4 3-5 0,-2-1 6 0,0 1-6 15,-7 3-5-15,1-5-4 0,0-2-4 0,-1 1-1 16,1 0-3-16,-1-2-6 0,1-6 5 0,2 1 3 0,1-1-2 16,0-3-3-16,0-1 1 0,1 0-5 0,0-1 1 0,1 1 31 15,1-3 30-15,2-2 31 0,-4 5 22 0,4-5 21 16,0 0 10-16,0 0-3 0,0 0-11 0,0 0-19 15,9-21-8-15,4 5-16 0,2-3-5 16,2-6-11-16,-1 0-12 0,2 1-15 0,1 1-8 0,-2 0-6 16,-3 3 13-16,-4 3-13 15,-1 3-9-15,-1 2-3 0,-2 3-2 16,1 1-3-16,-5 4 0 0,2-4-3 0,0 5-3 16,-1-1-11-16,-1-1-6 0,3 3-20 0,-5 2-10 15,0 0-6-15,0 0 2 0,0 0 7 0,-1 17-4 16,-3-6 6-16,-1 8-12 0,1 6 4 0,3 1-1 15,-2 1 0-15,6-1 1 0,1-1 0 0,2 1 5 16,4-1 4-16,3-2 2 0,10-2-1 0,1 2-35 0,6-8-37 0,2 2-79 16,3-5-305-16,4-7-518 0,-3-4 229 0</inkml:trace>
  <inkml:trace contextRef="#ctx0" brushRef="#br0" timeOffset="-186013.43">7255 12398 37 0,'0'0'162'0,"-1"-3"-10"0,1 3-21 15,0 0-19-15,0 0-10 0,0 0-10 0,0 0-8 16,7 15 0-16,-1-6-12 0,2 6-8 0,0 4 10 0,1 3-12 0,2 4-4 16,1 0-4-16,-2-3-11 0,4 2 5 0,-2-2-1 15,-3-5-6-15,2-1-2 0,0 1-5 0,-5-3-3 16,4-1-3-16,-3-4-1 0,-1 0 1 0,-3-3-8 16,0 0 4-16,1-2 1 0,0-2 35 0,-2 3 26 15,0-3 30-15,0-1 30 0,-2-2 34 0,3 4 28 16,-3-4 25-16,0 0-22 15,4-8-17-15,-3-4-33 0,2-5-3 0,-1-3-23 16,1-6-13-16,-2-8-13 0,0-15-12 0,3-1-14 16,-1-8-10-16,2-1-8 0,2-23-28 0,1-2-23 0,2 25-9 15,-1-28-19-15,2 0-16 0,1-4-9 0,-2 2-3 16,2 3 1-16,-3 27 4 0,-3 3 5 0,2 1 8 16,0 3-2-16,-2 7 1 0,-5 12 6 0,3 1 0 15,-1 4 2-15,-2-1 1 0,0 9-3 0,2 2 9 0,-2 3-5 16,-1 2 7-16,0 1-1 0,3 3 0 0,-2-1-13 15,-1 4-18-15,0 1-26 0,0-2-31 0,0 5-37 16,3-1-46-16,-3 3-1 0,2-1 6 0,-2 1-22 0,13 2 0 31,-8 1-45-31,-1 1-139 0,1 1-413 0,-1-1 182 16</inkml:trace>
  <inkml:trace contextRef="#ctx0" brushRef="#br0" timeOffset="-185466.06">7603 11179 60 0,'-8'-1'120'0,"8"1"-16"0,0 0-6 16,0 0-15-1,-4-4-8-15,4 4-3 0,0 0-11 0,0 0 0 16,0 0-11-16,0 0-4 0,0 0-14 0,0 0 7 16,0 0-16-16,0 0 8 0,0 0-6 0,0 0 2 15,0 0-4-15,-5-1-6 0,5 1-5 0,0 0 4 16,0 0-10-16,0 0-3 0,0 0 14 0,0 0-3 16,17 7-1-16,-6-5-4 0,12 2-3 0,9 0 7 15,18 0 1-15,11-1 2 0,37-3 3 0,4 0 11 0,2-1-2 0,10-1-2 16,2 0 2-16,8 0 0 0,4-1 0 0,-1-1-6 15,-5 1 1-15,-8 2 0 0,-9 1 2 0,-16 0-10 16,-28 0-7-16,-8 0 12 0,-15 1-3 0,-2-1-5 16,-4 2 0-16,-14-2-4 0,-2 1 5 0,-3-1-1 15,-1 0-5-15,-5 0 8 0,0 0 5 0,-2 0 1 16,-5 0-2-16,11 0-2 16,-8 2-1-16,-3-2 2 0,0 0-16 0,0 0-3 15,0 0-25-15,-19 4-41 0,12-1-55 0,0 1-129 16,-3-3-271-16,6 3 120 0</inkml:trace>
  <inkml:trace contextRef="#ctx0" brushRef="#br0" timeOffset="-182913.77">10820 11405 117 0,'0'-5'163'0,"0"5"-9"0,-1-7-13 16,1 7-9-16,-4-4-15 0,3 0-7 0,1 4-17 0,0 0-5 15,-4-2-10-15,4 2-13 0,0 0-11 0,0-4-13 0,0 4-4 16,0 0-5-16,0 0-2 0,-16 10-5 15,5-3-2-15,-2 2 2 0,-3 3-5 0,-2 0-6 16,-5 2 5-16,-1 4-2 0,2 0-5 0,-1 0-1 16,1 2-3-16,-1-4 3 0,0 3-1 0,5 1-3 0,3-6 2 15,-1 6-3-15,3-5 3 0,2 0-6 0,1 1 6 0,2 0-7 16,2-1-2 0,2-2 3-16,2-1-3 0,2-1 3 0,1 6-3 15,3-5 4-15,2 5-9 0,4-2-7 0,3-1 15 16,9 4-2-16,2-4-4 0,1 3 7 0,1-5-2 15,4 5 9-15,-4-2-3 0,4-1 15 0,-2 0-16 16,-4-1 3-16,-6-3 0 0,0 0-9 0,1 1 4 16,-10-2 2-16,0-1-5 0,-4 2 1 0,3-3 2 0,-6 5-7 15,-2-2 5-15,-1 0-7 0,-9 4 12 0,-5-2-7 0,-10 3-1 0,-3-1 3 16,-5-1-1-16,-3-1-1 0,-1 0 2 0,-1-3-2 16,-2-1 1-16,3-1-4 0,1 0 4 0,2-1 6 15,2-5-7-15,2 2 0 0,10-3 5 0,2 2 0 16,7-4 10-16,0 2 5 0,5 0 14 0,0 0 0 15,6 0-6-15,-3-3-6 0,3 3-16 0,23-9-6 16,1-1-4-16,8 3-12 0,4-2-7 0,13-2-16 16,1 4-6-16,-11 2-9 0,15-4-13 0,-2 1-6 15,-2 1 4-15,-12 2 1 0,16-3 3 0,-14 3 8 16,-2 1 4-16,0-3 4 0,-1-1 8 0,-4 1 1 16,1 0 9-16,-5-2 3 0,-2 1 14 0,-10 0 25 15,0 2 18-15,-5 1 12 16,-1-5 20-16,0 6 20 0,-5-2 16 0,1 2 8 15,-1-1 0-15,-2 0-2 0,0 0-5 0,1 1-1 0,-3 1-8 16,0 0-13-16,1 1-4 0,-3 2-6 0,3-5-11 16,-2 3-3-16,-1 2-7 0,4-3-7 0,-4 3-8 0,0 0-3 15,5-2-6-15,-5 2-2 0,0 0-5 0,0 0-1 16,3 12-3-16,-1-9 0 0,-2 3-1 0,4 2 0 16,-3 2-5-16,-1-1 3 0,3 3-3 15,-2-2-1-15,1 2 2 0,-2 1-9 0,2-2-14 0,-1-1-5 16,-1-1-4-16,3-2-4 0,-3 1-1 0,0-3-3 15,-3 1-3-15,2 0-5 0,1-1-23 0,-4-4-34 16,-1 0-55-16,5-1-205 0,-16-7-390 16,9 0 173-16</inkml:trace>
  <inkml:trace contextRef="#ctx0" brushRef="#br0" timeOffset="-182776">11200 11679 149 0,'1'-7'200'0,"0"5"-20"0,1-1-18 0,-2 3-17 15,2-7-19-15,-2 7-9 0,0-2-20 16,0 2-15-16,0 0-14 16,0 0-3-16,0 0-18 0,9 9-20 0,-4-3-11 0,-5 4-26 15,3 3-40-15,0 1-57 0,-3 1-112 16,-1-1-238-16,1-2 105 0</inkml:trace>
  <inkml:trace contextRef="#ctx0" brushRef="#br0" timeOffset="-182390.06">11454 11928 76 0,'4'2'129'15,"-4"-2"-13"-15,2 5-11 16,-2-5-26-16,0 6 4 0,3 0-13 0,-3 0 5 15,0 1-9-15,0 1-6 0,0-1-3 0,1 4-13 16,-2-6-4-16,1 4-4 0,0-4 0 0,1 2-17 0,-1-2 10 16,0 0-3-16,0-2-1 0,-1 1-3 0,1-4 9 15,1 5 26-15,-1-2 25 0,0-3 24 0,0 0 24 0,0 4 8 16,0-4-1-16,0 0-22 0,8-9-18 0,-6 4 10 16,2 0-6-16,3-2-8 0,0 0-15 0,-3 0 4 15,4-1-17-15,-3 3-10 0,0 1-5 0,3-1-5 16,-5 2-6-16,0 0-9 0,1 1-6 0,-4 2-4 15,8-1-4-15,-8 1-5 0,9 2-8 0,-3 1-3 16,-1 1 0-16,3 4-8 0,-3-2-5 0,1 6-8 16,2 0-13-16,-2-2-17 0,2 5-18 0,-3-1-13 15,-1-2-19-15,1 0-44 16,-3-2-70-16,0 0-146 0,-1-3-392 0,-1-2 174 16</inkml:trace>
  <inkml:trace contextRef="#ctx0" brushRef="#br0" timeOffset="-181958.38">11817 11831 61 0,'11'-5'152'0,"0"1"-6"0,0 3-13 16,-1 0-21-16,1 1-1 0,-2 3-16 0,2 0-10 15,-1 7-11-15,-2-5-7 0,1 5-6 0,-3-1-7 16,2 3-6-16,-4 0-8 0,0 2 3 15,-2 3-2-15,-3-2-4 0,0 2-12 0,-3-2 6 0,-1 2-9 0,-2 1 5 16,-3-3-9-16,5-2-2 0,-3 3 7 0,-1-6-13 16,4-1 5-16,-2-1-5 0,4-3 4 0,-1 2-3 15,-1-2-11-15,5-3 11 0,-4 2 23 0,2-2 32 0,2-2 33 16,-4 4 19-16,4-4 15 0,0 0-2 0,0 0-10 16,0 0-9-16,10-12-14 0,-1 3-11 0,5-3-12 15,0-4-8 1,5-3 3-16,3-5-15 0,-2 5-9 0,1-5-3 15,-4 3-3-15,2-1-9 0,-5 7-2 0,-4 0-3 16,-4 5-1-16,1 0-2 0,0 1-2 0,-3 4-2 16,-1 0-3-16,1 1-7 0,-2-1-3 0,-1 3-4 15,-1 2-1-15,0 0 0 0,0 0 2 0,-5 16-4 16,-3-7-5-16,0 6 3 0,0 0-2 0,0 5-2 0,3-2 1 16,-1 2 4-16,5 4-1 0,1-3-1 0,7 4 3 0,7 1 0 15,9-2-1-15,8-3-18 0,15 6-52 0,10-8-93 16,4-3-319-16,4-7-524 0,1-5 232 0</inkml:trace>
  <inkml:trace contextRef="#ctx0" brushRef="#br0" timeOffset="-180802.13">4119 11621 135 0,'-1'-6'150'0,"-3"-3"-11"15,-1 1-12-15,1 4 3 0,2-4-6 0,-1 4-2 16,2-1-9-16,-2 1-14 0,2 0-7 0,1 0-6 16,0 4-10-16,-3-5-11 0,3 5-3 0,-1-2-8 15,1 2-6-15,0 0-11 16,0 0-1-16,9-3-3 0,3 3 1 0,4 5-4 16,8-5-8-16,6 2-2 0,6-2 1 0,2 0-1 15,14 0-3-15,-12 2 1 0,1-1-5 0,-2-3 1 16,-1 2-3-16,-4-1 0 0,-3-1-1 0,-4 0 0 15,-7 4-10-15,-2-4-14 0,-4 2-21 0,-4 0-15 16,2 2-33-16,-5-2-12 0,-3 2-15 0,-4-2-25 16,0 3-109-16,-6 1-262 0,-1 0 116 0</inkml:trace>
  <inkml:trace contextRef="#ctx0" brushRef="#br0" timeOffset="-180422.96">4398 11607 160 0,'0'0'181'0,"-3"-3"-5"0,3 3 4 15,0 0-10-15,-1-3-8 16,1 3-17-16,0 0-12 0,0 0-15 16,0 0-12-16,-3-4-18 0,3 4-24 0,0 0-13 0,0 0-10 15,0 0-5-15,0 14-3 0,2-1-5 0,-2 6 2 16,1 9-7-16,-2 6 0 0,1 1-2 0,-6 14-3 16,0-2 2-16,1 1 0 0,3-13-6 0,-2 0 2 15,0 2-3-15,-4 8 2 0,4-10 0 16,1-3-4-16,-1 2-1 0,-1-3-2 0,1-1 0 0,-3-1-1 0,1-5 1 15,2-5 2-15,2-3-1 0,-5 1-2 0,3-7 0 16,-1-1 4-16,1-4 1 0,-1 5 10 0,0-6 14 16,-5 2 1-16,-2-5-3 0,-3-1 2 0,-4-2-2 0,1-3 5 15,-2-4 6-15,-7-1 5 0,4-4 6 0,0-3 4 16,5 6 3-16,-4-7-4 0,8 4-6 16,0 1-5-16,0 0-6 0,5 4 8 0,1-3-15 0,0 3-4 0,1 3 0 15,2 1-5-15,1-1-1 0,0 3-6 0,2 1-5 16,-2-3-5-16,1 2-23 0,3 3-34 0,-3-4-10 15,3 4 0-15,0 0-18 0,0 0-16 0,-2 14-14 16,5-5-17-16,2 1-42 0,1 0-239 0,1-1-438 16,2-1 195-16</inkml:trace>
  <inkml:trace contextRef="#ctx0" brushRef="#br0" timeOffset="-180000.09">4620 12189 45 0,'1'-9'222'0,"1"1"-5"0,-1 1-3 0,0 0-6 16,1 2-14-16,-1-2 3 0,1 2-18 0,0 0-20 15,-1-1-16-15,0 5-15 0,0-3-12 0,-1 4-13 16,0-5-15-16,0 5-12 0,0 0-23 0,0 0-11 16,0 0 1-16,0 0-8 0,3 19-3 0,-3-5-6 15,-1 4 1-15,1 2-7 0,-3 5 1 0,1 2-2 16,2-1-5-16,0 1 0 0,-4-1-3 0,3-7 3 0,-1-1-3 0,1-2-2 15,0-5 0-15,1 0-4 0,-2 0 1 0,2-4 2 16,0-1 0-16,-1-1 1 0,1 1-1 0,-1-2-1 16,1 1 0-16,0-5-4 0,-1 2-1 15,1-2-7-15,1 5-13 0,-1-5-16 0,0 0-27 16,0 0-38-16,0 0-63 0,0 0-234 0,0 0-428 0,0 0 189 16</inkml:trace>
  <inkml:trace contextRef="#ctx0" brushRef="#br0" timeOffset="-179750.12">4371 12579 76 0,'0'0'254'0,"0"0"-13"0,-3 3-20 0,3-3-20 15,0 0-20-15,0 0-18 0,0 0-17 0,27-3-16 16,1-2-12-16,8 0-13 0,15-3-8 0,2-1-12 15,0 2-4-15,0-2-12 0,-14 6-7 0,1-3-5 0,-2 2-3 16,-7-1-6-16,-3 3-5 0,-9-1-7 0,-5 1-1 16,-1 0-10-16,-4 1-12 0,1-1-16 0,-3 2-18 0,-1 0-21 15,-6 0-21-15,6-1-23 0,-6 1-22 0,0 0-30 32,-14 10-209-32,-3-4-376 0,-4-1 167 0</inkml:trace>
  <inkml:trace contextRef="#ctx0" brushRef="#br0" timeOffset="-179452.26">4744 12707 215 0,'0'0'258'0,"0"0"-25"0,5 2-18 0,-5-2-17 16,0 0-17-16,0 0-23 0,9 0-18 0,-9 0-15 15,9 3-15-15,0-1-12 0,-1-1-9 0,-3 3-12 16,2 3-7-16,-1-3-11 0,0 4-8 0,-1 2-12 16,0 1-9-16,-1 5-6 0,-3 2-1 0,-2 2-1 15,-5 6-2-15,-2-6-2 0,-4 0-2 0,1 4-2 16,2-10 4-16,0-1-7 0,0 0-1 0,4-1 2 16,-1-4-4-16,-1 0 1 15,6-4 2-15,-3-1 4 0,4 1 6 0,0-1 2 16,0-3 0-16,14 2-1 0,22-9-16 0,18 2-38 15,36-9-79-15,0-5-311 0,3 2-457 0,-2-5 203 16</inkml:trace>
  <inkml:trace contextRef="#ctx0" brushRef="#br0" timeOffset="-176060.05">4495 14505 85 0,'3'-5'140'16,"-3"-3"1"-16,3-1-9 0,0 1-8 0,-3 1-8 16,1 1-10-16,3-2-6 0,-3 4-8 0,0-1-11 0,2 0-10 15,-3 2-8-15,0 3-9 0,0-3-14 0,0 3-9 0,0 0-7 16,4 8 4-16,-3 4-9 0,-1 4 0 0,0 9-5 15,-4 6 1-15,3 7-1 0,-4 14 1 0,-4 4 2 16,1-1-4-16,1 1-1 0,0-2-16 0,-3 0 2 0,1-3-4 16,3-5 5-16,-1-12 7 0,2-4 5 15,0 1-10-15,0-5 1 0,1-1-1 0,2-7-1 16,-1 0-4-16,0-6 8 0,2-1 4 0,1-2-2 0,-2-3-1 0,1-2 27 16,2 3 33-16,-2-5 27 0,1-2 26 0,0 0-5 15,-4 2-14-15,4-2-9 0,-4-11-10 0,0 1-9 16,0-5-9-1,-1-3-6-15,0-7-7 0,-4-3-13 0,3-2-10 16,-2-16-15-16,0-3-13 0,2-2-2 0,2-5-4 16,0 1-15-16,-1-5 8 0,1-23-3 15,-1 30 0-15,4 1 1 0,-4 0 4 0,1 3-2 0,0 15 5 16,-1-1-2-16,1 3 1 0,0 0 0 0,0 3 0 16,3 2 7-16,-3 8 5 0,3 2 1 0,1 3 0 0,-1 6-2 0,-2-3 1 15,2 6-1-15,1-3-6 0,0 3-5 0,1 2-3 16,3 2 0-16,-4 1 0 0,18 2-2 0,-4 5-2 15,5 2-1-15,-1 4-1 0,9 4 0 0,-3 5-2 16,3-2 2-16,-3 4 1 0,0 0 3 0,2 4 2 16,-7-3-3-16,2 4-3 0,-7 1 10 0,-2-2-4 15,-2 2 5-15,-4 0 2 0,-2 1-5 0,-8-4 6 16,-1 0 6-16,-6-3-10 0,-5-2-2 0,-3-1 3 16,-7-3 3-16,-2-1 1 0,-3 0-1 0,-1-2 3 15,2-6 1-15,0 1-4 0,1 0 0 0,1-5-2 16,10-1 5-16,0 1-1 15,4-2 3-15,1-1-2 0,2 1-13 16,1-2-30-16,3 2-51 0,2-3-37 0,1 4-148 0,0-3-306 16,4-1 135-16</inkml:trace>
  <inkml:trace contextRef="#ctx0" brushRef="#br0" timeOffset="-175458.2">4621 14762 140 0,'7'1'127'0,"-2"2"-14"15,0-1-15-15,1 1-5 0,1 2-11 0,1 2-3 16,3 0-12-16,-3 3-5 0,3 2-11 0,1 1-6 0,-2 1 3 0,0 0-3 31,-1 1-9-31,-3-1-3 0,2 2-6 0,-4-2 5 16,1-2-11-16,-4 0 4 0,3-3-2 0,-4 1-6 15,0-2-7-15,3 0 10 0,-3-3-3 0,0-1-4 0,1 1 13 0,-1-2 9 0,0-3 22 0,0 6 20 16,1-4 17-16,-1-2 11 0,0 0-11 0,0 0-9 16,0 0-17-1,13-14-13-15,4 3-7 0,-4-3-10 0,8-5-15 0,3 1-15 16,3 2-8-16,5-1-7 0,0 0-5 0,16-5-4 16,-13 8-2-16,2-1 6 0,0 3-2 0,-1 0 5 15,-4 3 0-15,0-2-1 0,-5 2 8 16,-8 4-11-16,-1 1 2 0,-5-1 8 0,-3 2 0 15,-1 1 5-15,-2-3 0 0,-1 5 7 0,-3-1-6 16,-3 1-1-16,6-2-1 0,-6 2-2 0,0 0 3 0,0 0-6 0,-21 15 8 16,7-8-6-16,-2 3 2 0,0 2-2 0,-7 5-3 15,4-1 2-15,4-2 1 0,2 1 0 0,0-1 6 16,0 0-11-16,3 3 3 0,1-3 0 0,4-2 2 16,1 0-2-16,-1-4 1 0,4 1 3 0,-1 0 0 15,2-1 0-15,2-2 3 0,0 0 4 0,5-4-4 16,3 1 9-16,5-2 6 15,3-2-1-15,5-2-2 0,4-2 0 0,-5-1 3 16,-3-1 0-16,0-1 5 0,-1-2 6 0,-4 0-1 16,0-2 2-16,-2 1-4 0,-6 0-4 0,0-1 0 15,1 0-10-15,-4 1 6 0,-3-3-5 0,0 0-1 16,-1 2-3-16,-5 0-5 0,-3 3 5 16,-3-3-4-16,1 4-2 0,1 2-5 0,-8-2 3 0,5 5-14 15,-6 1-22-15,1 2-19 0,0-2-51 0,7 5-35 0,-2-2-47 16,3 2-120-16,2-1-332 0,4 0 148 0</inkml:trace>
  <inkml:trace contextRef="#ctx0" brushRef="#br0" timeOffset="-175157.5">5503 14750 85 0,'0'0'127'0,"5"4"6"0,2-1-20 0,-4 1-3 16,3-1-12-16,-3 3-2 0,1-1-11 0,1 0-3 0,4 3-14 16,-5-1-7-16,3 1-4 0,-1-2-2 0,-1 2-11 15,-4-1-2-15,4-2-3 0,-1 0-8 0,0 2 2 0,-3-5-7 16,2 1 5-16,-2-1-9 0,-1-2 16 16,4 6 30-16,-4-5 24 0,0-1 25 0,4 3 28 15,-4-3 12-15,0 0-16 0,0 0-13 0,10-11-15 16,-9 3-8-16,3-2-15 0,0-1-11 0,0-4-8 0,0 3-3 15,-2 0-13-15,5-1-11 0,-1 4-12 0,-5-1-23 16,6 0-30-16,-3 0-38 0,2 3-32 0,0 0-32 0,2 2-27 16,1 4-24-16,4-1-30 0,-1 2-158 0,5-3-391 15,-3 5 173-15</inkml:trace>
  <inkml:trace contextRef="#ctx0" brushRef="#br0" timeOffset="-174857.35">5934 14848 73 0,'0'0'200'0,"0"0"-5"0,0 0-13 15,0 0-16-15,14-5-17 0,-8 3-14 16,2-5-15-16,3-1-11 0,1 1-9 0,-3 0-10 0,2-2-8 16,2-4-11-16,1-3-4 0,4-4-8 0,-5 5-6 15,-3-1-8-15,2 1-1 0,-5-2-8 0,1 1-3 0,-3 0-1 16,-2 0-1-16,-2 6-4 0,-1-2-1 0,-4 5-7 15,0 0-7-15,-2-1 2 0,-2 3 0 0,-2 3-5 16,0 2 2-16,-4 3-6 0,-6 6 1 0,-3 8-4 16,3 2 3-16,1 0 0 0,2 2-3 0,6 3-2 15,2-5 3-15,5 7 0 0,5 1-2 0,8 2 7 0,7-2 0 16,9 2 0 0,17 2-3-16,12-3-7 0,10-6-43 0,34-2-90 15,-34-16-213-15,31-4-376 0,-29-4 167 16</inkml:trace>
  <inkml:trace contextRef="#ctx0" brushRef="#br0" timeOffset="-174124.63">7640 14316 68 0,'0'0'140'0,"0"0"-22"0,0 0-3 16,0 0-7-16,0 0-11 0,0 0-13 0,0 0-9 15,0 0-5-15,0 0 9 0,18 0-9 0,1 0-10 16,11 0 4-16,6-3-21 0,18 1 7 0,1-2-8 15,2-1 0-15,0 0-9 0,3-2-4 0,-4 4 0 16,-17 0-3-16,-3-2 0 16,-4 3-15-16,0-2-4 0,-4 1-7 0,-9 3 0 15,-6-1-17-15,-3 1-16 0,2-2-14 0,-7 2-13 16,-5 0-8-16,0 0 0 0,0 0-10 0,0 0-18 16,-26 1-75-16,12 1-183 0,-5-2 81 0</inkml:trace>
  <inkml:trace contextRef="#ctx0" brushRef="#br0" timeOffset="-173770.23">8094 14286 51 0,'-6'0'50'0,"1"1"20"0,5-1 9 0,-8 0 7 0,8 0 1 16,-7 0 8-16,7 0-2 0,-6 0-3 0,6 0 6 16,0 0-4-16,0 0 5 0,-7 0-11 0,7 0-4 15,0 0-12-15,0 0-5 0,0 0-9 0,-5 2-11 16,5-2-3-16,0 0-5 0,-1 6-3 0,1-1-7 16,0 2-3-16,0 4 4 0,0 5-3 0,0 4-2 15,-3 8-1-15,3 1 1 0,-4 2-1 0,2 5 0 0,-2 9 3 0,0 4-1 31,-1-1-2-31,1-1-4 0,-1-1 4 0,4 2-4 16,-3-14 2-16,1 0 0 0,-1 0-4 0,3-3 1 16,-3-2-3-16,-1-5 0 0,4-5-4 0,-3-2 2 15,0-2 4-15,0-2-2 0,1-2 5 0,-3-3 2 16,2 2 13-16,-2-6 8 0,-4 1-12 0,0-3 6 16,-6-2-4-16,-2-2 5 0,-8-5 3 0,-1-3 9 0,0 0 17 15,3-4 2-15,-2 0-1 0,7-4-5 0,-1 1 3 16,1-1 2-16,2 0-5 0,3 2-6 0,2 1-2 0,3 7-2 0,0-3-10 15,2 6-3-15,2-4-2 0,1 5-7 0,0-1-2 16,0 2-14-16,3-1-49 0,-3 2-57 0,4 2 5 16,0 0 6-16,0 0-36 0,1 17-26 0,3-6-67 15,1-3-188-15,2 2-431 0,2-3 191 0</inkml:trace>
  <inkml:trace contextRef="#ctx0" brushRef="#br0" timeOffset="-173306.69">8258 14979 139 0,'0'0'153'0,"-5"3"-4"16,5-3-4-16,0 0-12 0,0 0-11 0,0 0-1 15,0 0-9-15,0 0-11 0,0 0-7 0,0 0 1 0,0 0-12 32,0 0-7-32,0 0 5 0,0 0-16 0,0 0-4 15,0 0-8-15,32-6-1 0,-10 1-6 0,-2 2-7 16,3 1-3-16,5-2-5 0,-5 1 1 0,5-2 15 16,-6 4-22-16,-1-2-1 0,-5-2-4 0,-3 3 5 0,-4 1 2 15,1-1-1-15,-2 2 1 0,-1-2-2 0,-1 1-1 16,-6 1-2-16,8-1-4 0,-8 1-6 0,7 0-8 15,-7 0-12-15,5-3-29 0,-5 3-51 0,0 0-43 16,0 0-69-16,0 0-114 0,0 0-340 0,0 0 151 16</inkml:trace>
  <inkml:trace contextRef="#ctx0" brushRef="#br0" timeOffset="-172967.97">8799 14774 89 0,'0'-5'305'0,"0"2"-17"0,-2-2-21 16,4 1-13-16,-2 4-23 0,0-7-14 16,0 7-22-16,0-3-19 0,0 3-20 0,0-6-18 15,0 6-17-15,2-2-16 0,-2 2-22 0,0 0-14 16,0 0-10-16,0 0-8 0,0 0-7 0,0 18-9 0,1-9-6 15,1 4-2-15,-1 3-3 0,-1 1-3 0,0 0-4 0,1 1-2 16,-1 2-4-16,2-3 0 0,-2 0 0 0,2-2-3 16,-2-3 1-16,2-2-2 0,-2-1-2 0,2-2 0 15,-2 1 2-15,0-3-6 0,0 0-6 0,0-1-7 16,0 0-1-16,0-4-8 0,0 6-12 0,0-4-16 16,0-2-1-16,0 0-38 0,0 0-27 0,-2 7-36 15,2-7-27-15,0 0-34 16,0 0-149-16,0 0-391 0,0 0 173 0</inkml:trace>
  <inkml:trace contextRef="#ctx0" brushRef="#br0" timeOffset="-172683.03">8553 15147 81 0,'-2'3'194'15,"2"-3"-10"-15,0 0-11 0,0 0-17 0,0 0-15 16,13 2-11-16,0-3-13 0,18-3-12 0,0 2-10 16,6-2-11-16,13 0-12 0,4-1-5 0,-1-1-6 15,2 1-1-15,0-1 2 0,-4 0-1 0,-15 2-5 0,-3 1-4 16,-6 1-7-16,-5-1 0 0,-4 1-8 0,-6-1-1 0,0 1-7 16,-2 0 0-16,-2 2-5 0,-2-1-1 15,0 1-9-15,-6 0-15 0,7-1-13 0,-7 1-24 16,0 0-40-16,0 0-36 0,0 0-61 0,-27 5-128 15,8-4-327-15,4 2 146 0</inkml:trace>
  <inkml:trace contextRef="#ctx0" brushRef="#br0" timeOffset="-172166.37">8873 15221 14 0,'0'0'171'0,"0"0"-16"16,0 0-5-16,0 0-3 0,10 7-8 0,-5-5-13 15,3 0-13-15,2 2-15 16,3 0-9-16,-3-1-10 0,4 4-5 0,-4 0-12 15,1 1-8-15,0-1-2 0,-2 1-10 0,-3 3 0 16,0-1-14-16,0 5 5 0,-2 1-4 0,-3 0-2 16,-1 2 0-16,-4-1 1 0,-1 0-5 0,-3 2-3 15,-2-2 1-15,-3-2-3 0,2 0-1 0,-10 6-3 16,2-4 3-16,4-6-1 0,2 1 4 0,-1-3-2 16,4-2 1-16,2 0-2 0,-1-3 1 0,4 0-4 0,0 0 2 0,-1-1-5 15,3-2 0-15,-1 3-2 0,0-2 7 0,4-2 7 16,-3 4 13-16,3-4-2 0,-3 3 3 0,3-3-6 15,0 0 0-15,0 0-1 0,23-2-6 0,-8-1 1 16,7-1-3-16,9-4-3 0,2 3-1 0,3-2-3 16,-1-1 0-16,1 2-2 0,0-1 0 0,-4 1 1 15,0-1-5-15,-1 3 0 0,-8 2-1 0,-3 0-3 0,-5 1-5 16,-2-4 6-16,-4 5 5 0,-2-2 12 0,-1 1 5 31,1 0 12-31,-3 0 10 0,-4 1 3 0,9-2-2 16,-6 0-1-16,-3 2-7 0,5 0-4 0,-5 0-6 0,0 0-12 0,4-2-6 0,-4 2-16 15,0 0-23-15,0 0-28 16,0 0-36-16,6-4-40 0,-6 4-39 0,0 0-44 16,0 0-176-16,-1-11-418 0,1 5 186 0</inkml:trace>
  <inkml:trace contextRef="#ctx0" brushRef="#br0" timeOffset="-171302.29">9907 14469 100 0,'0'0'163'0,"0"0"-1"0,0 0-2 0,0 0-8 16,0 0-2-16,0 0-7 0,-7-3-7 0,7 3-7 0,-2-2-14 0,2 2-11 16,0 0-2-16,0 0-15 0,0 0-11 0,12-3-6 15,1 0-9-15,-3 2-3 0,12-2-8 0,5-2-5 16,1 2-2-16,5-1-7 0,0 1-10 15,1 1-21-15,-1 1-19 0,-5-1-17 0,3 2-24 0,-11 0-28 16,2 3-18-16,-3-3-42 0,-6 0-148 0,-3 3-316 16,0-1 140-16</inkml:trace>
  <inkml:trace contextRef="#ctx0" brushRef="#br0" timeOffset="-171115.77">10048 14636 142 0,'0'0'187'15,"-1"2"-12"-15,1-2-5 0,0 0-12 0,26-1-13 16,-3-2-17-16,11 2-12 0,19 1-39 0,4 0-64 16,4-8-69-16,2 4-154 0,-3 1-226 0,-6-6 100 15</inkml:trace>
  <inkml:trace contextRef="#ctx0" brushRef="#br0" timeOffset="-170262.07">11818 13850 76 0,'9'-8'146'0,"-1"0"-5"0,1 2-25 16,2 1-13-16,-1 0-7 0,3 0-10 0,2 2 0 16,-2 1-10-16,4 1-8 0,0 1-4 0,-1 0-7 15,-3 1-8-15,2 4-2 0,-3 2-5 0,-1 1-8 16,1 5 1-16,-3 1-6 0,1 2-10 0,-5 3 8 0,-2 2-7 0,-2 4 1 15,-4 2-4-15,-1 1 6 0,-4 2-4 0,-5-1-13 16,-2 4 8-16,-9 6-3 0,4-7 2 0,-3-6 2 16,0 0-5-16,2-1 0 0,2-5-3 0,5-8 6 15,-1 0-10-15,7-3 4 0,-1-3 13 0,3-1 24 16,2 0 18-16,0-1 31 0,1-1 28 0,0-3 8 16,3 0-13-16,0 0-9 0,-3-8-12 0,5 1-12 0,2-1-8 0,1-4-7 15,1 2-8 1,7-1-8-16,-2-4 17 0,3 4-9 0,0 3-5 15,4-2-9-15,-1 3-5 0,-2 2-5 0,2-2-3 0,-3 4-5 16,-1 2-5-16,6 2-1 0,-2 1-5 16,-4 0-1-16,3 4-2 0,2-1-3 0,-2 1-9 15,-2 2-19-15,4 1-20 0,-5 1-16 0,1-2-24 16,-1 5-29-16,-4-5-41 0,2 2-50 0,-7-2-232 16,5 1-464-16,-5-3 206 0</inkml:trace>
  <inkml:trace contextRef="#ctx0" brushRef="#br0" timeOffset="-169844.95">11528 14536 13 0,'-6'2'140'0,"-2"-1"-17"16,-1 0-13-16,4 2-11 0,0-3-8 0,1 2-9 15,4-2-11-15,-10 1-7 0,6 1-7 0,4-2 6 0,-5 3-17 16,5-3-3-16,-4 1-4 0,4-1-7 0,0 0-3 16,0 0 3-16,0 0-8 0,0 0-5 0,0 0 6 15,0 0 3-15,13 3-2 0,-2-4 5 0,10 0-10 16,11-4 4-16,5 0 5 0,15-2-2 0,7 1 6 0,6-2 5 15,28 0 5-15,3-4 8 0,3 0 5 0,-1 2 6 16,-3 1 8-16,-6 1-6 0,-25 2 0 0,0 0-4 16,-3 0-6-16,-2 0-3 0,-9-1-7 0,-16 3-2 15,-2-1-4-15,-4 2-5 0,-9 1 11 0,-6-1-3 16,1 1-3-16,-2-3-5 0,-6 5 0 0,2-1-4 16,-2 1-5-16,-2-2-12 0,-4 2-8 0,0 0-36 0,0 0-19 0,0 0-35 15,0 0-51-15,-11 12-227 0,-6-9-392 0,-1 4 173 16</inkml:trace>
  <inkml:trace contextRef="#ctx0" brushRef="#br0" timeOffset="-169058.59">12071 14841 118 0,'0'0'211'15,"0"0"-15"-15,5-4-24 0,-5 4-19 0,0 0-14 16,0 0-17-16,0 0-16 0,0 0-15 0,0 0-7 16,4 10-12-16,-4 0-5 0,-2 2-10 0,0-2-2 15,-2 5-3-15,-1 4-5 0,-4 1-4 0,-2 5-6 16,-3-1-5-16,0 2 0 0,-3-4-3 0,3 2-2 0,-1-4-3 16,5-4-4-16,2-6-4 0,0-1 1 0,2 1 3 0,2-4-2 15,0-2 5-15,2 0 39 0,-1 0 44 0,2 0 36 16,-2-2 1-16,3-2-9 0,0 0-23 15,-4-13-8-15,4 7-9 0,4-6-12 0,-1 0-9 16,1-5-4-16,2 0-8 0,3 0-7 0,-1 0-4 0,-2 1-2 16,3 3-11-16,-2 1 4 0,1 4-12 0,-3 0-8 0,-2 1 0 15,1 2-4-15,1 1-6 0,-1 2 0 0,1 0-5 16,-5 2-2-16,11 4 2 0,-4-1-2 0,-1 6-3 16,3-1-33-16,-1 1-10 0,-1 1-1 0,2 5-14 0,0-2-9 15,-2 1-24-15,-1-2-12 0,-1-2-23 16,0 2-12-16,-1 0-24 0,0-1-9 0,-3-1-62 15,-2-4-162-15,-2 1-428 16,2-2 190-16</inkml:trace>
  <inkml:trace contextRef="#ctx0" brushRef="#br0" timeOffset="-168873.75">11809 14879 95 0,'-6'-4'248'0,"2"4"-13"0,0-2-17 16,4 2-15-16,-6-3-17 0,6 3-16 0,-4-2-19 16,1-2-13-16,3 4-11 0,0 0-19 0,17-2-7 15,1 1-12-15,10-1-7 0,5 4-11 0,7-4-23 0,11 1-26 16,3 1-31-16,-1-3-41 0,1 3-40 16,-3-1-65-16,-18 2-177 15,-1-3-358-15,-2-1 158 0</inkml:trace>
  <inkml:trace contextRef="#ctx0" brushRef="#br0" timeOffset="-168372.62">12433 14804 56 0,'10'-3'163'0,"2"-1"-6"0,1 2-10 0,4 0-14 16,1 0-14-16,-4 2-11 0,4 1-9 0,1 2-10 16,-1 2-11-16,-5 0-7 0,-3 2-5 0,6 0-3 0,-5 3-8 15,-3-2 2-15,-2 5-11 0,4 1 1 0,-3 4-4 16,-4-1 0-16,-4 0-5 0,-1 3 2 0,-5-1-1 16,-3 5-8-16,-3 0-1 0,2-7-4 0,-3 3 1 15,1-3-4-15,0-5 0 0,0-1 3 0,3-1-7 16,2-3 6-16,2 0-1 0,2-2 3 0,-1-2 7 31,0 2 8-31,3-3 23 0,-2 0 32 0,4-2 24 0,0 0-3 0,0 0-9 0,0 0-15 0,0 0-7 16,6-14-7-16,0 2-12 0,7-4-9 0,0 2-5 15,2-10-2-15,-2 2-6 0,5-2-7 0,1 0 2 16,-2 0-8-16,-1 3-5 0,-4 4-2 0,-2 2-4 16,-2 7 1-16,-2-3-3 0,-1 4-4 0,-1 0-1 15,-1 1-1-15,1 1-1 0,-1 0-4 0,0 1-3 16,-1 2-5-16,2-1-12 0,-4 3-16 0,3-2-4 15,-3 2 3-15,0 0 4 0,1 12 3 0,-1-3-5 16,1 3 8-16,1 3-2 0,0 2 0 16,3 2 6-16,5 4 2 0,3-1-4 0,6 1-5 15,7-4-15-15,3 2-26 0,4-1-38 0,14 0-74 0,-12-8-295 16,5-4-506-16,-3-3 224 0</inkml:trace>
  <inkml:trace contextRef="#ctx0" brushRef="#br0" timeOffset="-167692.68">11114 14621 130 0,'0'0'166'0,"1"-5"-15"15,-1 5-18-15,0 0-11 0,0 0-7 0,0 0-14 16,12 8-6-16,-6-2-5 0,1 4-5 0,-1 0-15 16,2 4-1-16,3 2-5 0,-1 4-3 0,3 0-4 0,0 2-4 15,1 0 12-15,0 0-3 0,0-3-3 0,-1-2-5 16,-4 0-6-16,1-2-6 0,0 0 1 16,1-2-7-16,-5-4-3 15,-1 1-2-15,0-4-6 0,-1 0 16 0,0-3 36 16,-2 2 37-16,1-1 46 0,0-1 34 0,-3-3 6 15,0 0-32-15,6-9 11 0,-5-3-54 0,3-5 9 16,-2-3-32-16,1-9 4 0,0-3-10 0,0-14-8 16,0 1-12-16,2-5-3 0,3-2-15 0,-1 0-1 15,2-5-18-15,10-27-8 0,2 3 1 0,-2-1-19 16,0 1-10-16,-1 0-3 0,3-1-2 0,-11 24-7 0,8-24-1 0,-8 31-4 16,0 2 4-16,0 3 15 0,-4 12-13 0,-1 4-4 15,-3 0 3-15,2 3-19 0,-1 6-14 0,-1 4-16 16,4 0-21-16,-4 0-26 0,2 5-32 0,1 3-35 15,0 0-40-15,0 1-35 0,4 0-267 0,1 3-555 16,-1 2 246-16</inkml:trace>
  <inkml:trace contextRef="#ctx0" brushRef="#br0" timeOffset="-167270.21">11528 13551 106 0,'0'0'108'0,"0"0"-14"0,0 0-5 0,-10 0-7 16,10 0-4-16,0 0 1 0,0 0-11 0,0 0-6 15,0 0-9-15,0 0 3 0,0 0 1 0,0 0-3 16,34 7 1-16,-4-6-2 0,5 2-10 0,18-3-2 16,11-3 0-16,30 2-3 15,5-3-7-15,7 1 4 0,4 1-3 0,1-3 0 16,-5 2 0-16,-8 1-3 0,-30 0 6 0,-8 2-7 15,-1 0-1-15,-8 0 8 0,-16 0-15 0,-2 0 1 16,-6 0-3-16,-7 0-6 0,-3 0 5 0,-6 0-2 16,-2 0-8-16,0 2-4 0,-4-2-8 0,-5 0-14 15,4 0-24-15,-4 0-30 0,0 0-185 0,-23 5-279 16,3-2 123-16</inkml:trace>
  <inkml:trace contextRef="#ctx0" brushRef="#br0" timeOffset="-165166.41">14090 13833 70 0,'-1'-3'96'0,"1"3"-15"0,0 0-8 16,0 0-7-16,0 0-7 0,-4-3-6 0,4 3-4 15,0 0-3-15,0 0-6 0,0 0 5 0,0 0-12 16,0 0-10-16,0 0 7 0,0 0 7 0,0 0-2 0,0 0-10 15,19 0-2-15,-14-2 4 0,7-1-2 16,-3 1 1-16,-3-2 4 0,3-1 2 0,0 1 5 16,0-1 4-16,0-1 9 15,-4 1 8-15,3 0-6 0,-4 0 17 0,2 1 1 16,-4-1-2-16,4 1 3 0,-6 2-12 0,1-2-6 16,-1 4-8-16,1-7 0 0,-5 3-8 0,-1 3-4 15,-5-2-1-15,-3 3-8 0,-5 0-1 0,-2 3-4 16,-8-1 1-16,-6 5-5 0,2 3-4 0,-2 5 1 15,1 2-4-15,-12 7 0 0,12-5 1 0,-9 8 3 16,11-5-10-16,2 3 6 0,3 3-8 0,-5 8 5 0,8-7-12 0,6 2 12 16,1 0-9-16,5 1 3 0,3 2-2 0,7-5 4 15,2 3-2-15,7-3 4 0,3-3 4 0,11 1-4 16,4-5 1-16,16 4 12 0,6-2-1 0,11-7-1 16,0 0-2-16,2-7 6 0,4-5-9 0,-2-1-3 15,-2-4-6-15,1-2 0 0,-9 0-6 0,-3-3 5 16,-13-2-5-1,-2-1 2-15,-5-3-2 0,-2 1 1 0,-5-5-1 16,-6 3 5-16,0 0-1 0,-6-2 0 0,1 0 4 0,-6 3 10 16,-3 0-3-16,-2 0 0 0,-1 1-1 0,-5-1 2 15,-3 4-6-15,-2-2 9 0,-3 3-6 0,-5 1-4 16,0 3-1-16,-3 2 3 0,-8 2-2 0,8 2-3 16,-9 4 1-16,1 2 0 0,1 4-3 0,5 1 6 15,1 0-4-15,8-3-1 0,0 3 0 0,5-2 2 0,0 1-1 0,4 2 1 16,3-4-2-16,4 5 0 0,1-6 4 0,4 1-1 15,6-1 3-15,6-2 0 0,4 1 3 16,4-3-3-16,4-4-1 0,-1-3 0 0,0 0-2 16,-3-3 0-16,-1-2 3 0,-4-2 3 0,-4-1-3 0,0-6 0 15,-4 5 0-15,0-3 0 0,-5-3 1 0,2 1 1 16,-7-3-5-16,0 0 4 0,-4 0-1 0,1 0-4 0,-4 0 0 16,-3 0-2-16,-1 0-1 0,-1 3-1 0,0 4-1 15,-3-2 1-15,-2 5 0 0,3 1 0 0,-3 2-2 16,3 1-11-16,-4 1-22 0,2 2-15 0,2 1-29 15,0 0-19-15,2 3-19 0,4 1-36 0,-1 1-124 16,3-1-303-16,0 2 134 0</inkml:trace>
  <inkml:trace contextRef="#ctx0" brushRef="#br0" timeOffset="-164787.56">15024 14057 29 0,'0'-5'190'16,"2"3"-23"-16,-2 2-12 0,1-5-15 0,-1 5-16 16,0 0-11-16,-13 0-11 0,13 0-14 0,-20 5-8 15,6 0-4-15,-2 6-9 0,-4-4-11 0,0 5-5 16,4-1-7-16,-1 1 0 15,1 2-9-15,2 0 7 0,0-1-12 16,2 1-4-16,2 1-4 0,2-1-3 0,2 1-4 16,3-3 1-16,2 5 0 0,2-3-3 0,3-1 0 0,3 2-1 15,2-2-1-15,3 0 9 0,1-1-9 0,5 0-4 16,-3-2-1-16,3 2-1 0,1-3 2 16,-5 0 1-16,4-1-4 0,-6 0 0 0,-2-3 0 15,-1 2 0-15,-1-1-5 0,-2-3-1 0,-2 0 7 0,0 4-5 0,-3-3-4 16,-1 0 2-16,-3 1 4 0,-3 1-4 0,-7-1 8 15,-3 1-6-15,-10 3-1 0,-1-1 3 0,0-2-16 16,-1 0-26-16,1-1-37 0,-1-1-44 0,0-2-151 16,5 1-294-16,5 0 131 0</inkml:trace>
  <inkml:trace contextRef="#ctx0" brushRef="#br0" timeOffset="-164316.69">15298 14115 97 0,'11'4'125'15,"3"0"-11"-15,-1 5-10 0,4 1-7 0,-5 2-7 16,5 4-7-16,0 2-8 0,-6-1-7 0,-2 1-5 15,-1 0-9-15,-3 3-2 0,0 4 4 0,-5-5-11 16,-2-2-4-16,-2 7-3 0,-3-7-6 0,-2 0 12 0,-2-1-19 0,-1 0 6 16,2-3-4-16,-4-1 5 0,2-1 13 15,3-5-5-15,-1 2 2 0,1-4 9 0,4 0 16 16,0 1 21-16,0-4 21 0,0 2 24 0,2-1 26 16,3-3-9-16,0 0-9 0,0 0-8 0,-3-12-15 15,6 4-10-15,5-3-13 0,2-4-11 0,4-5-4 16,8 0-9-16,-3-3-13 15,4-1-9-15,4-3-8 0,0 1-8 0,0 2-1 16,-3-1-7-16,0 1-3 0,-5 5 3 0,1 1-8 16,-9 5 5-16,-1 5-1 0,-5 1-3 0,2 2 1 15,-2 0-9-15,-1 2-7 0,-3 1-8 0,3 0-10 16,-4 2-3-16,0 0 3 0,-1 11 0 0,-3-1 4 16,-3 10-1-16,-2-3 0 0,3 5 1 0,-2 6-2 15,3-3-3-15,4 1 2 0,5 3 1 0,1-2 3 0,10 3-10 16,8-4-26-16,19 5-57 0,13-7-103 0,2-4-286 0,4-2-532 15,4-12 236-15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6:46:19.39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4223 2024 53 0,'0'0'202'0,"0"0"-3"0,0 0 2 0,0 0-7 15,-2-5 3-15,2 5-4 0,-1-6 0 0,1 6-9 16,-1-5-1-16,1 5-11 0,-1-6-12 0,1 6-5 16,1-6-6-16,-1 6-21 0,0-4-7 15,0 4-18-15,-1-4-9 0,1 4-13 0,0 0-9 16,1-4-9-16,-1 4-14 0,0 0-11 0,0 0-24 15,0 0-22-15,0 0-32 0,0 0-13 0,0 0-9 0,2 12 10 0,1-1 0 16,-2 4 9-16,2 5 6 0,0 3 1 0,-1 3 8 16,-2 4 3-16,4 6 2 0,-4-2 2 0,1-1 5 15,0-4 0-15,-1 0 0 0,4-4 4 0,-3-5-1 16,3 4 3-16,0-7-2 0,-4 0 4 0,4-1 1 16,-3-6 3-16,-1 0 1 0,2 0-2 0,-2-3 6 15,2-3 0 1,-2 3 2-16,0-3 6 0,0 0 20 0,0-4 13 15,0 0 16-15,0 7 9 0,0-7 10 0,0 0 4 16,0 0 8-16,0 0-11 0,0 0 3 0,0 0-13 16,0 0 0-16,0 0-26 0,0 0-14 0,0-21-16 15,0 13-30-15,0-7-28 0,0-4-32 0,0-2-21 16,0-6-2-16,0 0-3 0,0-8 0 0,0 1-4 16,0-1 10-16,1-11 8 0,-1 12 19 0,4-1 10 0,-8 3 19 0,3 0 20 15,1-1 20-15,0 2 14 0,-2 3 5 0,2-3 4 16,-3 4 6-16,3 1 10 0,-3 1 19 0,3 6 24 15,0 2 9-15,2 3-4 0,-2-1-8 0,1 2-12 16,0 1-2-16,3 0-10 0,2 1-4 0,2-4-7 0,5 3-8 16,1 2-4-16,0-2-11 0,13 2-8 15,-3-1-2 1,3 6-9-16,-6 1-5 0,7 3-5 0,-7 2-7 0,7 3-4 16,-6 3-7-16,-4 2-2 0,1 0-8 15,1 9-5-15,-8-2-10 0,1 6-2 0,-4 3 10 16,-8 4 5-16,-6 1 2 0,-4 1 3 0,-6 0 8 15,-7 1-2-15,-6 7 1 0,1-11 3 0,0-1 2 16,-2-3 1-16,1 0 7 0,2-2 1 0,1-5 5 16,-1 1-5-16,7-7 6 0,2 1 2 0,2-5 4 0,6 1-1 15,-1-3 3-15,2-1 0 0,3 0 3 0,1 0 19 0,-1-4 20 16,5 0 15-16,-8 4 5 0,8-4-10 0,-5 4-7 16,5-4-3-16,0 0-5 0,0 0-5 0,12 6-1 15,-3-2-6-15,3 0-6 0,5 5-1 0,2 2-1 16,8-2 0-16,4 3 1 0,1 0-5 0,-2 2-2 15,5 1 0-15,-2 2-1 0,-1 0 0 0,0-1-1 0,-4 1-1 16,-2 1 0-16,-1-2-2 0,-8-4 2 0,-1 1-2 16,1-1 0-16,-6-1 1 0,-2-3 0 0,-1-1-1 15,-3-4-4-15,0 2 2 0,-1 2 3 0,0-4 1 16,1-1 6-16,-5-2 3 0,4 5 8 0,0-2 12 16,-4-3 6-1,0 0 8-15,5 4 4 0,-5-4-6 0,0 0 12 16,0 0-5-16,0 0-5 0,0 0 0 0,0 0-3 0,0 0-3 15,0 0-8-15,0 0-10 0,0 0-13 0,0 0-40 16,0 0-56-16,0 0-68 0,14-12-67 16,-10 8-88-16,0-4-223 0,0 3-572 0,2 2 253 15</inkml:trace>
  <inkml:trace contextRef="#ctx0" brushRef="#br0" timeOffset="469.03">4934 2363 247 0,'0'0'286'0,"0"0"-9"15,0 0-18 1,0 0-11-16,0 0-11 0,0 0-20 0,0 0-20 16,0 0-14-16,0 0-23 0,0 0-15 0,0 0-19 15,0 0-17-15,25-15-11 0,-14 9-14 0,6-2-14 16,2-2-5-16,-2-1-9 0,1 1-3 0,-2-3-7 0,0-1-1 15,-3-1-10-15,-1-2-1 0,0 3-6 16,-4-1 0-16,1 2-5 0,-5 3 4 0,0-1 2 16,0 1 5-16,-3 1-11 0,-2 2 4 0,1 0-4 0,-8 2 0 15,-1 0-9-15,-2 2 0 0,-7 1-3 0,-1 2 0 0,-3 2-3 16,-5 1 1-16,-1 2 3 0,1 7-4 16,-1-3-3-16,5 4-3 0,-2 2-3 0,10-1 0 15,2 0 3-15,2 0 3 0,2 3-5 0,2 0-1 16,4 0-2-16,6-1 5 0,7 0 1 0,5 3 1 15,9 0 4-15,5-5 0 0,5 2 1 0,17-4 1 0,0-3-4 0,7-1 4 16,-3-3-4-16,0-3 6 0,-4 0-6 16,-17-2 3-16,0 0-5 0,-5-2 3 0,-14 2-1 15,-1-1 0-15,-1 1 0 0,-4 0 17 0,-9 0 10 16,14 0 8-16,-14 0 16 0,9-1 7 0,-9 1 5 16,0 0 0-16,10 1-11 0,-10-1-4 0,0 0-9 0,0 0-13 15,0 0-27 1,0 0-28-16,0 0-57 0,0 0-53 0,0 0-65 15,0 0-65-15,0 0-86 0,0 0-196 0,0 0-588 16,0 0 261-16</inkml:trace>
  <inkml:trace contextRef="#ctx0" brushRef="#br0" timeOffset="1416.45">5873 2120 90 0,'0'0'209'16,"0"0"-13"-16,0 0-12 0,0 0-17 0,0 0-15 16,0 0-20-16,-4-2-5 0,4 2-19 0,0 0-7 15,0 0-13-15,0 0-4 0,0 0-10 0,0 0-7 16,0 0-4-16,0 0-10 0,11-9-3 15,-2 7-5-15,-3 1-5 0,7 1-4 0,-3-4-2 16,2 3-4-16,1-2-3 0,-4-3-5 0,2 3-5 16,1-1 3-16,-2 0-1 0,-1 0-2 0,1 0-2 0,-4 0-2 0,0 0 13 15,0 2 7-15,-1-1 16 0,-4 0 1 0,3-1 9 16,-4 4 2-16,0-5-12 0,0 5-5 0,-4-5-10 16,4 5-1-16,-14-1-4 0,0 1-3 0,0 2 1 15,-6 0-10-15,-6 3-1 0,6 4 3 0,-11-2-5 16,3 6 4-16,-3-4-3 0,7 4-2 0,-5 4 0 15,5-1-4-15,2 2-1 0,1 1-2 0,7 3 1 0,3-6 0 16,3 4-4-16,3-3 6 0,2 4-3 0,4-2 3 16,5-1-2-16,3-1 4 0,12 4-2 0,10-4-4 15,6-4-15-15,14 0-40 0,9-3-54 0,-1-5-64 16,4-4-281-16,-2-6-485 0,-2-1 215 0</inkml:trace>
  <inkml:trace contextRef="#ctx0" brushRef="#br0" timeOffset="1902.88">6377 2080 61 0,'0'-6'330'0,"-1"2"-17"0,1 4-17 0,0 0-15 15,0-6-19-15,0 6-29 0,0 0-16 0,1-4-14 16,-1 4-32-16,0 0-18 0,0 0-23 0,0 0-15 16,0 0-20-16,0 0-18 0,0 0-2 0,0 0-19 15,0 0-9-15,4 12-6 16,-4-7-4-16,1 4-4 0,-1 4-2 0,2-3 1 16,-2 9-5-16,2-4-6 0,1 5-1 15,-1-3-1-15,3 4-3 0,-1-5 1 0,1 3 0 16,0-3-1-16,3 0-3 0,-3-8 1 0,1 4-2 15,0-4 3-15,4-1-5 0,-5-3 9 0,5 2 9 0,2-5-3 16,-1-1-3-16,2-1 4 0,9-5-4 16,-6-3-2-16,1-1 23 0,-2-2-1 0,1 2 8 0,-5-7 10 0,3 2-4 15,-2-2 0-15,4-4-5 0,-6 5-3 0,-2 0 14 16,0-1 13-16,-2 7-12 0,-1-3 16 0,-1 7-2 16,0-5 1-16,0 5 2 0,-3 2-14 0,0-1 0 15,2 0-9-15,-3 2-22 0,5 0-16 0,-5 3-35 16,0-4-30-16,0 4-13 0,0 0 2 0,0 0 12 15,5 14 18-15,-4-6-12 16,3 2 7-16,3 1-11 0,-1 7-13 0,3-3-28 16,-4 2-17-16,4-3-26 0,-2 3-30 15,3-4-20-15,-4-2-14 0,-1 0-42 0,2-3-42 16,-4 2-236-16,0-5-555 0,2-3 246 0</inkml:trace>
  <inkml:trace contextRef="#ctx0" brushRef="#br0" timeOffset="2240.1">6804 2081 129 0,'1'-6'316'0,"2"0"-13"0,-1 0-10 0,1 1-20 16,-2 2-16-16,3-1-33 0,-2 1-19 0,0-1-24 15,0 2-17-15,-2 2-26 0,6-4-16 0,-6 4-12 16,9 0-15-16,-9 0-11 0,12 4-14 0,-3 0-12 16,0 1-6-16,1 0-5 0,1 2-8 0,1 3-7 0,1 1-3 15,-1 3-1-15,-1-3-5 0,1 4-1 0,-6-1-7 16,3 6 2-16,-4-9-6 0,1 5 2 0,-3-5-7 15,0 1-3-15,-1-2 3 0,-1-1 2 0,1-1-6 16,-1-4-1-16,-1 3 3 0,0-2 14 0,0-2 22 0,0 0 36 16,0-3 42-16,1 4 36 0,-1-4 21 15,0 0-9-15,0 0-16 16,0 0-12-16,0-19-19 0,2 9-8 0,-1-3-20 16,6-3-8-16,0-3-18 0,1-1-17 0,1 3-11 15,2 0-5-15,-1 2-2 0,-1 1-13 0,3-1-22 16,-6 4-26-16,4-1-32 0,-1 4-27 0,0 1-39 0,-2 1-29 15,-1 2-41-15,1 0-46 0,1 4-12 16,-4 0-52-16,-4 0-285 0,0 0-643 0,9 4 284 16</inkml:trace>
  <inkml:trace contextRef="#ctx0" brushRef="#br0" timeOffset="2634.12">7297 2030 159 0,'0'0'339'0,"5"-5"-27"0,-1 4-24 0,-4 1-30 15,0-5-28-15,0 5-24 0,0 0-27 0,0 0-17 16,6-2-23-16,-6 2-11 0,0 0-23 16,12 7-12-16,-8-2-19 0,2 0-16 0,-2 3-8 15,4 1-12-15,-3 0-7 0,0 3-3 0,4 3 1 0,-3 2-4 16,-2-1 0-16,3 2-2 0,-5 1 2 0,2-1-4 0,1-2-3 15,-3-1 2-15,0-3-3 0,-2 0-3 0,0-3 2 16,1-4-4-16,-2 3 7 0,2-4 7 0,-1-1 35 16,0-3 45-16,0 9 47 0,0-7 29 0,0-2 9 15,0 0-21-15,0 0-18 0,4-17-16 0,0 6-8 16,1 1-18-16,0-5-7 0,5-4-17 0,0-5-10 16,1-2-11-16,0-1-15 0,3 3-9 0,3-3-8 0,-3 5-1 0,-3 8-9 15,-2-3-6-15,-1 8-28 0,-1-2-20 0,0 2-30 16,-2 1-45-16,0 4-38 0,-1-1-40 0,1 3-34 15,3 2-19-15,-8 0-17 0,14 2-34 16,-9 3-61-16,2 0-185 0,-5 2-577 0,6 2 255 16</inkml:trace>
  <inkml:trace contextRef="#ctx0" brushRef="#br0" timeOffset="3334.6">7738 2194 257 0,'0'0'306'16,"1"2"-11"-16,-1-2-14 0,0 0-15 0,0 0-15 16,0 0-13-16,0 0-22 0,0 0-29 0,0 0-22 0,0 0-27 15,13-4-16-15,-4-2-29 16,1 1-17-16,3 0-25 0,0 1-14 0,1-1-14 16,5-5-2-16,-3 0-6 0,1 1-1 0,-2-1-2 15,0-2 1-15,-2-1-2 0,-2 1-2 0,-1 2 2 16,-2-4-4-16,-1 4 6 0,-1-1 2 0,-3 0 9 15,1 2 8-15,0 0 2 0,-4-1 4 0,0-1-1 16,-2 3-1-16,-1 3-1 0,0-2-3 0,-2 1-4 16,0-1-4-16,-5 3-4 0,2-2-2 0,-1 4-3 15,-2 2-6-15,1 0-1 0,-2 1 4 0,1 3-5 16,-2 2 2-16,2 1-8 0,0 0 6 0,-3 5-9 16,3 0-6-16,2-2-8 0,1 4-3 0,-2 4-5 15,2-3-13-15,4 2 0 0,3-2-16 0,1 2 1 16,4 0-3-16,1-2 7 0,5 2 6 0,3-5 2 0,6-2-9 15,6 2-8-15,1-3-6 0,1-2-2 0,1-3-7 16,0-4 7-16,-1 0 3 0,4-6 7 0,-7-1 7 16,3-4 7-16,-4 0 16 0,-5 1 19 0,0-3 24 15,-4-1 20-15,-3-3 10 0,1 1 15 0,-2-2 16 16,-1 1 27-16,-2-1 5 0,1 2 28 0,-8 5 22 16,4-1 21-16,0 0 16 0,0 2-8 0,-2 1-2 0,2 4-7 0,0-1-16 15,-3 2-17-15,2-1-18 0,-2 1-15 0,-1 4-19 16,1-4-25-16,-1 4-35 0,3-2-46 0,-3 2-47 15,0 0-19-15,0 0 9 0,0 0 10 0,1 17 4 16,-1-6 4-16,0 0-6 0,0 7 19 16,0 1 2-16,0 5 8 0,-4 0-4 0,3-2 10 15,0-3 3-15,1 0 5 0,-3-3-3 16,3-4-5-16,-1-3 15 0,1 0 3 16,-3-1 0-16,2-3 0 0,1-1 11 0,0-4 38 15,0 7 25-15,0-7 34 0,0 0 30 0,1 5 19 16,-1-5-7-16,0 0-12 0,0 0-15 0,8-14-7 15,-3 2-17-15,2-2-12 0,4-3-8 0,2-6-14 16,0 0-20-16,2 1-7 0,-2 5-9 0,-1 1 1 16,-1 3-6-16,-3 4-1 0,-2 0-4 0,-1 5-6 0,-3-3 0 0,2 2-23 15,0 1-31-15,-1 0-29 0,1 2-36 0,-4 2-36 16,0 0 10-16,0 0 15 0,13 8 11 0,-6-1 11 16,-2 2-17-16,4 2-15 0,-1 2-21 0,2 1-21 15,-1 2-26-15,1 0-28 0,-2-2-30 16,-2-2-34-16,3 2-305 0,-4-6-643 0,4-3 285 15</inkml:trace>
  <inkml:trace contextRef="#ctx0" brushRef="#br0" timeOffset="3673.66">8653 1976 192 0,'0'0'196'0,"0"0"-16"15,0 0-19-15,0 0-18 0,0 0-13 0,0 0-15 16,0 0-5-16,0 0-11 0,0 0-4 0,0 0-4 16,0 0-4-16,24 4-13 0,-12-5 0 0,3 0-10 15,3-1-7-15,2 2-5 0,-1-3-3 0,0-1-8 16,-2 1-1-16,0-6-9 0,2 5 2 0,-6-3-6 16,1 0-2-16,-5 0-4 0,2 2 2 0,-3-3 9 0,-3 3 20 31,-1 1 9-31,-1 1-2 0,-2-2-8 0,-1 4-2 15,0-4-7-15,0 5-5 0,-9-3-5 0,1 3-1 16,-3 3-6-16,-1 2-5 0,-3 1-1 0,-2 6-4 0,2-1-5 0,2 0 6 0,-3 4-6 0,3-1-1 16,1 1 3-16,-2 7 2 0,7-7-3 0,0 2-23 15,1 0-17-15,6 0-15 16,0-1-19-16,5 1-16 0,3-3-23 0,1 1-32 16,0-10-51-16,2 2-177 0,1-4-392 0,1-1 174 15</inkml:trace>
  <inkml:trace contextRef="#ctx0" brushRef="#br0" timeOffset="4058.75">8933 2143 261 0,'0'0'265'16,"2"-5"-14"-16,-2 5-15 0,0 0-16 0,0 0-17 0,0 0-15 15,0 0-17-15,0 0-13 0,0 0-4 0,0 0 6 16,0 0-18-16,0 0-11 0,7-1-10 0,-7 1-9 16,7-2-11-16,0 0-7 0,4-1-10 0,2-3-14 15,4 2 3-15,1-1-12 0,1-4-8 0,-3 2 2 16,2-3-10-16,8-4-9 0,-2 2 2 0,-3-5-7 15,-5 5-3-15,-3-5-1 16,0 1-4-16,2-5-3 0,-6 7 2 0,0-3 0 16,-4 5 2-16,-1 0 1 0,-3 1 12 0,2 0-6 15,-2 4-3-15,-5-1-3 0,0 1 2 0,-1 3-8 16,-8 1 12-16,2 1-14 0,-4 2-5 0,-2 4-1 16,0 4-7-16,1-1-3 0,-2 3 0 15,0 3-3-15,5 0 2 0,3 4 0 0,-1-2 0 16,4 5 1-16,2-2-3 0,2 6 6 0,6-6 0 0,0 3 8 0,8-4-2 15,4 5 6-15,11-1-2 0,5-6 25 0,3-4-10 16,17 2 7-16,3-2 6 0,1-2 7 0,-3-7-10 16,-17 1 0-16,-1-3 4 0,-3 0-6 0,-8 0 19 15,-3-3 9-15,-7 3 5 0,-1 0-5 0,-1 0-8 16,-4 0 1-16,-7 0-16 0,11-2-4 0,-11 2-15 16,9-2-67-16,-9 2-114 15,0-5-109-15,0 5-119 0,-9-8-277 16,9 8-719-16,-11-4 318 0</inkml:trace>
  <inkml:trace contextRef="#ctx0" brushRef="#br0" timeOffset="5176.95">11363 1734 266 0,'2'-4'260'0,"-2"-2"-15"16,1 3-15-16,0-1-22 0,2 0-13 0,-3 4-25 15,1-4-21-15,-1 4-27 0,2-2-31 0,-2 2-21 16,0 0-4-16,2 12-7 0,-1 0-11 0,0 5-8 0,1 8-1 0,-2 3-6 16,0 2-7-16,0 1-4 0,-2 1 4 0,1 1-2 15,1-1 1-15,-1-1-6 0,1-2 5 0,1-2-3 16,-1 0 0-16,1-8-6 0,2-2 5 0,-2 0-4 15,-1-5 0-15,-1-2 0 0,2 1-1 16,-1 0-2-16,0-5 15 0,-1-1 37 0,1-5 45 16,0 0 23-16,0 0 0 0,0 0-22 0,0 0-16 0,0 0-10 0,-10-21-9 31,5 4-4-31,1 0-9 0,-1-3 3 0,-2-4-17 0,2-6-20 16,0-1-16-16,-1-3-13 0,-1-14-2 0,2-3 0 15,1 4-1-15,-1-3 0 0,2 14 4 0,-1-10 8 16,1 15 7-16,-1 2 12 0,4 4 36 15,-2 7 1-15,2 6 16 0,0-1 5 0,0 6 8 16,0 0-18-16,1 2-3 0,-1-1-13 0,1 0-5 0,3 1-6 16,5 0-13-16,0 0-4 0,4 0-10 0,4 3-5 15,5 2-10-15,-1-2-17 0,0 5-32 0,6 3-21 0,-4 1-6 16,0 3-11-16,3 2-6 0,-11 4 1 0,3 2-2 16,-3 3 2-16,-2 4 6 0,-4 1 12 0,-3 0 0 15,-6 4 13-15,-4-3-1 0,-3 2 6 0,-3-2 7 16,-3 1 4-16,-5-2 2 0,-2-3 4 0,2-1 5 0,-4 0 1 15,-1-1 1-15,5-6 7 0,0-1 1 0,4-2 2 16,0-2 2-16,4-3-1 0,1 1 5 0,0 0 4 16,3-4-6-16,0 1-2 0,3-4 6 0,0 6 3 15,2-3 0-15,1-4 11 0,5 9 0 0,3-1-5 16,8 1 12-16,2 0 2 0,10-1-6 0,0 4 0 16,4-4 0-16,-1 4-4 15,2 2 3-15,-1-3-1 0,-5 0-1 16,1-1 2-16,-9-2-3 0,-1 1-1 0,1-1-1 15,-1 1-3-15,-6-2 3 0,-3-5 1 0,-3 2 0 16,-1-1-3-16,1 0 15 0,-6-3 15 0,8 4 11 16,-8-4 6-16,0 0 8 0,8 3-1 0,-8-3-6 15,0 0-2-15,0 0-8 0,0 0-7 0,2 4 2 0,-2-4-5 16,0 0-13-16,0 0-18 0,0 0-27 0,0 0-44 0,0 0-62 16,0 0-107-16,0 0-334 0,8-12-620 0,-8 12 274 15</inkml:trace>
  <inkml:trace contextRef="#ctx0" brushRef="#br0" timeOffset="5828.09">11924 2152 61 0,'0'0'243'0,"0"0"-21"0,0 0-16 15,0 0-23-15,0 0-20 0,0 0-14 0,0 0-14 16,0 0-16-16,31-10-14 0,-20 6-8 0,2 1-12 0,0-2-9 0,3-2-12 16,0 3-2-16,-3-2-6 0,-1-4-5 0,-1 4-6 15,3-6-6-15,-7 4 3 0,5-6 4 0,-6 4 14 16,-2 1 8-16,0 0 5 0,-3-1 7 16,0 2-3-16,-1-2-10 0,-1 3-4 0,-3 0-10 0,0 2-5 15,-3 0-9-15,-5 2 0 0,2-1-7 0,-3 4-1 16,1 0-8-16,-6 2-1 0,0 1-3 0,-3 6-1 0,4-1-5 15,-1 2 1-15,-4 4-6 0,4-1 4 0,5 3-6 16,0-2 3-16,2 2 1 0,3 4-3 0,3-1-2 16,5-1 5-16,0 3-4 0,4-1 3 0,5-5 0 15,10 1-3-15,5 1 4 0,6-5-5 0,6 0 1 16,-1-7-3-16,20 3-4 0,-5-7 0 0,4-7 0 16,-3 0 2-1,-13-5-1-15,-1 0 0 0,-1-1 0 0,-4-5-3 0,-5 0 11 16,-3-4 17-16,-3 3-1 0,-1-7 0 0,-7 2 7 15,1-7 3-15,-8-2-3 0,3-3-5 16,-5-12 19-16,-3-4 2 0,-5 3 5 0,1-3 20 16,1 5 21-16,0 14 13 0,-3-1 27 0,2 6-9 0,-2 7 3 15,1 2 3-15,3 0-7 0,-2 6-15 0,1 3-6 16,-1 1-18-16,1 4-10 0,0-2-20 0,2 6-33 0,4-7-44 16,-4 7-42-16,0 0-26 0,0 0-1 0,0 0 10 15,0 0 0-15,-5 21 13 0,4-4 8 0,1 11 3 16,-3 5 11-16,2 1 6 0,0 3 6 0,-4-4 1 15,5 3 6-15,2-2 2 0,-2 0 7 0,4-3-4 16,-2 2 9-16,2-4 0 0,2-1 3 0,-1-3-1 16,-1-6 4-1,-1 0 2-15,4-1 5 0,-4-2-1 0,3 1 3 16,-3-5-14-16,5-4 5 0,-6 3-8 0,2-3-2 16,0 0-4-16,0-1-12 0,5 2-9 0,-4-2-18 0,8 1-15 15,-3-3-30-15,7 2-24 0,0-5-39 0,3 1-19 16,0-6-27-16,3 1-36 0,6 0-185 15,-1-3-470-15,1-3 208 0</inkml:trace>
  <inkml:trace contextRef="#ctx0" brushRef="#br0" timeOffset="6711.41">12950 2080 120 0,'9'-11'209'0,"-4"2"10"0,3 0 10 15,-7 1-2-15,2-1-8 0,-3 0-11 0,0 1-20 16,0 0-19-16,-4 1-12 0,0 1-13 0,-1 1-12 16,-4 2-11-16,-1-1-7 0,-3 1-14 0,0 3-13 15,-5 2-9-15,6 2-6 0,-4-1-9 0,1 3-4 16,-2 3-9-16,3 0-6 0,-5 2-5 0,5 0-4 0,1 4 1 15,3-3-9 1,0 2-4-16,1 0 2 0,5 1 10 0,-1-2-14 0,2-4-2 0,3-2-2 16,0-2 1-16,3 1-3 0,-2 1 8 0,3-3 5 0,4-2 6 15,1-1 2-15,2-1 2 0,2-3-1 0,5-2 9 16,-1-2-3-16,0-1-10 0,2-3 0 0,-3 0-7 0,0-2-3 16,0 0-3-1,-1 1-6-15,-1-1 4 0,0 1 1 0,-1 2-5 16,-6 2 0-16,1 1 2 0,0 1-3 0,-3 2 3 15,-1-1-3-15,1 1 0 0,-2 1-6 0,2 0-18 16,-5 3-14-16,6-1-3 0,-6 1 3 0,8 4-1 16,-4-2 4-16,1 1-3 0,5 4-1 0,-5 1-5 15,5-2 7-15,-1 2-5 0,3-1-4 0,-1 2-13 16,5-1-9-16,-5-2-3 0,6 2-1 0,-7-3 0 0,4-1-2 0,-3-1 6 16,1-1 5-16,-5-2 4 0,-7 0 7 0,16-5 6 15,-8 0 6-15,-3-1 12 0,-1-2 5 16,-2-2 15-16,1-3 6 0,-3 0 15 0,0-4-3 0,-3-2 13 31,-2-6 3-31,4-4 8 0,-3 1 1 0,0-5-4 16,0-2 5-16,3-13-11 0,-3 2-3 0,0 14 17 15,3 1 19-15,-4 6 21 0,5-1 2 0,0 12 1 0,0 4-12 16,0-1-10-16,-2 5-9 0,2 0-10 0,0 6-25 16,2-9-32-16,-2 9-39 0,0 0-5 0,0 0 11 15,-4 15 3-15,3 2 4 0,1 9 4 0,-4 3 0 16,0 5 6-16,2 2 10 0,-1 11-5 0,0-12 2 15,2-3 4-15,1 1-5 0,4-1 6 0,-4-3-2 16,3-4-5-16,-1 0-1 0,2-8 6 0,-3-1-6 0,2-7-2 16,-2 1 1-16,-1-5 5 0,0 2 2 0,2-2 17 15,0-1 44-15,-2-4 23 0,0 0 15 0,0 0-8 0,0 0-16 16,0 0-3-16,0 0-7 0,-13-12-5 16,8 3-9-16,-1 2-3 0,-2-3-8 0,-1 1 3 15,0 1-12-15,-2-1-1 0,2 2-7 0,0 1 5 16,0-1-13-16,1 3 5 15,3 1-3-15,0 1-20 0,1-3-21 0,0 4-17 16,4 1-20-16,-5-4-1 0,5 4 1 0,0 0 7 16,0 0 5-16,14-2 6 0,-1 2 6 0,7 0 3 0,11 0-1 0,-1 2 7 0,4-4 2 0,1 2 2 31,-1-2 5-31,6 1 2 0,-1-4 1 0,-7 2 4 16,3-1-3-16,-6 1 10 0,1-1 6 0,-11 1-3 15,-7 0 19-15,1-1 23 0,-4 3 18 0,1 0 12 0,-3-2 11 16,-2 1-9-16,-5 2 7 0,7-2-8 0,-7 2 4 15,0 0-12-15,10-1 8 0,-10 1-24 0,0 0-16 16,0 0-16-16,8 3 13 0,-4 2-16 0,-4-5-5 16,0 9 4-16,1-2-7 0,-1 3 5 0,2 0 0 15,-2 0-5-15,0 2 7 0,0 0 1 0,0-2-1 16,0 1 3-16,0 2-13 0,-2-4-29 0,5 1-7 0,-2 0-31 0,1-4-21 16,0 2-23-16,-2-4-24 0,1 2-11 0,-1-6-5 15,3 5 11-15,-3-5-5 0,0 0-92 0,0 0-234 16,0 0-519-16,-13-12 230 0</inkml:trace>
  <inkml:trace contextRef="#ctx0" brushRef="#br0" timeOffset="6849.23">13525 1714 67 0,'1'-5'315'0,"-1"-2"-19"0,-1 3-28 0,1-2-32 15,0 6-22-15,1-7-34 0,1 6-44 0,-2 1-35 16,0 0-29-16,0 0-36 0,10 6-39 0,-3-1-43 15,0 0-61-15,3 2-188 0,1-1-318 0,-2 0 141 16</inkml:trace>
  <inkml:trace contextRef="#ctx0" brushRef="#br0" timeOffset="7212.8">13938 1820 193 0,'-8'0'176'0,"-2"6"-12"0,-1-2-13 16,-5 4-10-16,0 1-19 0,-1 2-5 0,1 3-13 15,1 0-8-15,-4 5-9 0,4-4-11 0,1 6-3 16,4-6-11-16,0 5-3 0,2-6-5 0,4 3 16 16,1-5-2-16,2 4 12 0,2-3-12 0,6-3 12 15,-1 0 0-15,8 3 4 0,-2-7-7 0,4 1 2 0,6 0-5 0,6-6-1 16,-5 0 3-16,0-2 6 0,-4-2 8 0,2-4 13 15,-3 4 5-15,-3-5-1 0,-2 2 4 0,-3-2-14 16,-1-2-8-16,2-1-14 0,-3-4-5 16,-3-2-10-16,-1 0-10 0,-3 0-14 0,-2 1-2 15,-1-2-9-15,-2 3-2 0,-5-2-13 0,-3 4-2 16,-1 1-16-16,-3 4-2 0,-1-2-10 0,-1 6 2 0,-1-1-12 0,0 3-18 16,-1 0-16-16,0 3-23 0,3-2-26 0,5 3-27 15,-2 2-29-15,6-1-26 0,4 1-22 0,1 1-224 16,5-1-477-16,-2-4 211 0</inkml:trace>
  <inkml:trace contextRef="#ctx0" brushRef="#br0" timeOffset="7619.13">14195 1877 59 0,'1'-5'377'0,"-1"5"-28"15,0 0-23-15,1-8-32 0,-1 8-28 0,0 0-31 16,3-2-21-16,-3 2-28 0,0 0-26 0,0 0-25 0,0 0-8 0,0 0-15 16,0 0-4-16,3 22-21 0,-5-12-8 0,1 2-7 15,-2 0-6-15,1 4-10 0,-1 1-4 0,-3 1-16 16,1-3-4-16,-2 2-3 0,1-1-8 16,0-2 0-16,1-4-10 0,2-3 1 0,1 0-2 0,0-2 3 15,0-1 1-15,0 1 6 0,2-5 33 0,0 0 41 16,-4 6 17-1,4-6 13-15,0 0-14 0,0 0-13 0,0 0-6 16,13-15-13-16,-9 10-13 0,4-4-2 0,2-6-4 0,0 3-11 0,0-2-3 0,2 0-8 16,0 1-1-16,0 1-7 0,-3 2-1 0,-5 5-4 15,4-1-7-15,1-2 0 0,-3 3-7 0,-1 3-5 16,-1-1-6-16,-4 3-14 0,11 0 2 0,-11 0-7 16,21 5 11-16,-11-1-25 0,2 2-6 15,-2 3-17-15,3-3-13 0,-4 6-30 0,-2-3-25 16,3 1-30-16,-1 2-37 0,-2-3-31 0,-1 1-27 15,2 0-82-15,-6-5-199 0,1 2-575 0,0-4 254 16</inkml:trace>
  <inkml:trace contextRef="#ctx0" brushRef="#br0" timeOffset="8216.2">14698 1826 82 0,'0'0'296'15,"0"0"-20"-15,0 0-18 0,0-5-27 0,0 5-22 0,0 0-22 16,0 0-16-16,0 0-27 0,0 0-14 0,0 0-17 16,0 0-11-16,0 0-13 0,-16 9-8 0,8-4-14 15,0 0-5-15,2 2-1 0,0 1-10 0,-3-1-6 0,4 0-7 16,-2 5-2-16,3-3 0 0,0 2-3 0,2 1-4 15,1 5-2-15,3-2-3 0,3 1 2 0,3-1-5 16,5 2 1-16,-2-1-4 0,12 5 3 16,-9-9-5-16,4 1 0 0,-1-1-4 0,1 1-2 0,-8-7-2 15,0 2 6-15,-2 0-11 0,0-1 3 0,-3-3-11 16,-1 1-4 0,0-3-4-16,-2 1 4 0,-2-3 0 0,-12 7 2 15,-2-2 2-15,-7-2-5 0,-13 2-18 0,-1-1-63 16,-5-3-72-16,-12 4-291 0,-1-6-491 0,16 1 216 15</inkml:trace>
  <inkml:trace contextRef="#ctx0" brushRef="#br0" timeOffset="10001.2">4352 2942 40 0,'0'0'141'0,"0"0"-12"0,0 0-11 0,9-1-10 0,-8-2-15 0,-1 3-4 16,9-1-11-16,-3-2-6 0,1 3-9 0,4 0-1 15,-2-2-9-15,5 0 1 0,-2 2-8 0,4-3-6 16,4 2-7-16,0 1-2 0,-1-1 0 0,3 2-6 16,-2-2-8-16,3 0 2 0,-1-1-3 0,7 4 2 15,0-5-2-15,3 1-7 0,-3 0 5 16,4-3 5-16,8 2 5 16,-4 1 6-16,1-2 1 0,19-2 1 0,-4 0 0 0,5 3-11 15,2-3 33-15,-2-2-3 0,4 3-2 16,-1-2-4-16,0 1-4 0,2 3-5 0,-2-3-2 15,0 3-2-15,-1-2-3 0,0 3-5 0,-5 0 6 16,1-1-11-16,0 1-1 0,2-1-4 0,-1 3 0 16,3-2 3-16,0 0-8 0,-1 0-1 0,0 2 1 15,-2-1-1-15,-3-1-1 0,1 1 0 0,1 1 7 0,-1-2-14 16,0 1 6-16,-5 0-3 0,5-2 2 0,1 1-3 0,0 2 0 16,3-2-3-16,0 1 15 0,2 0-11 0,-1-2-6 15,-1 0 6-15,-4 1-2 0,4-2-2 0,-3 3 2 16,-1-2-4-16,-1 2 0 0,3 1 5 0,-16-3-1 15,14 3 2-15,1 0-4 0,3-4 1 16,-8 0 3-16,5 4-1 0,2-4-4 0,-2 3 4 0,4 0-1 0,-4-2-7 16,-6 3 7-16,-9-3-3 0,14 1 3 0,-5-1 5 15,3 3-6-15,-13-2-3 0,11 0 6 0,5 0-3 16,-16 1-2-16,12-1 3 0,2 0 1 0,1-3-2 16,1 4 1-16,-1-1-1 0,1 2 3 0,4-2-6 15,1 2 3-15,-3-1-1 0,5 1-3 0,0 0 7 16,2 0 3-16,-3 1 2 15,30-1 0-15,-33 2 0 0,4 0 3 0,1-2-4 16,2 1 0-16,-1 1 1 0,-1 0 2 16,1-4-6-16,0 2 3 0,-2 0 1 0,4 0-4 15,0-2-3-15,-3 7 3 0,3-6 2 0,-4 1-4 0,4-2 2 16,-2 4 4-16,-1-4-5 0,2 4-3 0,-2-6 2 16,3 6 1-16,-5-5-2 0,1 6-1 0,2-3 1 15,-5 0-1-15,0 0-1 0,2 3 4 0,-4-4-5 0,2 1 4 16,3-2-1-16,-3 5-2 0,3-1 2 0,-1-2 0 15,1 0 0-15,-4 0-1 0,-3-3-3 0,4 4 5 16,-6-4-2-16,1 1-1 0,-3 0 3 0,-12 1 0 16,12-1-2-16,2 1 2 0,-3-4-3 0,-13 5-1 15,13-4 0-15,1 4 4 0,0-4-4 0,-11 1 5 16,11 0-4-16,3-1 0 16,-3 0 0-16,3 3 3 0,-5-4-4 0,5 4 2 15,-3-4 0-15,0 4-3 0,3-4 3 16,-2 2 0-16,2 0 0 0,0-1 2 0,-2 2 0 15,4-3-3-15,-2 3 0 0,1-2-1 0,3 0-21 16,0 2-3-16,-1-1 5 0,1-1 1 0,-4 2 1 16,3-1 1-16,1 3 10 0,-6-5-7 0,6 3 5 15,0-3 0-15,1 4 0 0,-1-3 0 0,2 1 7 0,-1-1-4 0,6 2 0 16,1 1 4-16,-1-3-2 0,29 1 12 0,-34 0-13 16,32-2 5-16,-34 3 2 0,1 2 0 0,4-4 1 15,28 2 3-15,-29 2-4 0,2 1 1 0,27-1-1 16,-27 1 2-16,27 1-2 0,-28-2 1 0,1 0-2 15,4 2 0-15,21 0 2 0,-28-2 1 0,5 4-1 16,-1-3 4-16,-1 2-2 0,2-4-2 0,24 2 4 0,-30-1-1 16,-1-1-4-16,-2 1-1 0,-2 0-1 0,-4 1 6 15,-11-1 0-15,-5-1 7 0,2-1 5 0,-5 2 4 16,-5 0-2-16,-6-1 3 0,-4 1 6 0,1 1 2 16,-7-2 4-16,-2-2 4 0,0 6 8 0,-3-6 1 15,-2 3-1 1,-5 0 3-16,9-1-4 0,-9 1-5 0,8 0-4 15,-8 0-7-15,0 0-6 0,0 0-13 0,8-1-31 0,-8 1-34 16,0 0-49-16,0 0-132 0,0 0-159 0,-12-9-427 16,1 2 190-16</inkml:trace>
  <inkml:trace contextRef="#ctx0" brushRef="#br0" timeOffset="12838.27">3954 4452 160 0,'0'-3'308'0,"0"3"-9"0,2-7-11 0,-2 7-13 16,0-3-17-16,0 3-17 0,1-5-23 0,-1 5-22 16,0 0-19-16,0-4-25 0,0 4-21 0,0 0-15 15,0 0-22-15,0 0-32 0,0 0-24 0,0 0-8 16,0 0-1-16,3 16-3 0,0-4-4 0,0 4-1 16,-1 2 4-16,4 8-8 0,-3 1-4 0,1-2 6 0,1 0-10 0,3-1 5 15,-3-1-3-15,-1-4-5 0,-2-1 2 0,1-1 4 16,1-2-3-16,-1-3 0 0,0-1 0 0,0 0-2 15,1-2-4-15,-2-2 5 0,-2 1-4 16,0-3-1-16,0-1 6 0,0 1-3 0,0-1 3 16,0-4 13-16,3 5 12 0,1-2 8 0,-4-3 9 15,0 0 18-15,0 2-13 0,0-2 7 0,0 0-12 0,2 4 5 0,-2-4-7 16,0 0-2-16,0 0-8 0,0 0-2 0,0 0-7 16,0 0-9-16,0 0-8 0,0 0-10 0,0 0-17 15,0 0-81-15,0 0-60 0,-5-11-26 0,2 5-29 16,2 0-48-16,-3-1-263 0,2-3-563 0,-2 1 250 15</inkml:trace>
  <inkml:trace contextRef="#ctx0" brushRef="#br0" timeOffset="13323.92">3906 4282 142 0,'-3'-5'229'0,"-3"-1"-15"16,5 1-14-16,-3 0-17 0,0 1-14 0,3 2-17 16,1 2-14-16,-7-5-20 0,3 5-8 0,4 0-13 15,0 0-15-15,-11 6-5 0,2 0-12 0,1 4-1 16,-2 4-11-16,1 3-9 0,-5 5-4 0,0 5-5 0,0 4-1 16,1-1-5-16,-2 18 0 0,4-17-5 15,-1 5 1-15,-1 9-4 16,3-11-4-16,5 0-1 0,-4-1-2 0,5 3-2 15,-1-1 5-15,1-2-5 0,4-2-1 0,0 1-1 16,4-3 1-16,0-3 8 0,-1-6 0 0,3-3 2 16,1 1 3-16,1 2 3 0,5-5-1 0,-3-1 9 15,3 0-3-15,2-3 11 0,2 3 10 0,8-2 4 0,-8-2 11 16,11 0-2-16,0-3-4 0,1-2 0 16,3-1-1-16,0-1-1 0,-2-3-4 0,3 1 6 0,-4-5-9 15,1 2 7-15,-2-3 10 0,-6 3 3 0,-3-5 12 16,8 0 19-16,-10 1 20 0,0-2 3 0,-2-1 1 15,0-3-3-15,-2-7-4 0,0 0-2 0,1-9-7 0,-5-2-11 16,-5-3-16-16,4-15-16 0,-8-3-7 16,-4-1-18-16,-5 0-15 0,-5-4-5 0,-3-1-7 0,-6 4 0 15,-2 4-11 1,-2 6 0-16,-4 7-8 0,2 11-11 0,-12-3 2 16,7 11-21-16,-14 0-16 0,9 9-27 0,-12 7-25 15,-2 3-27-15,5 9-49 0,-2 7-33 0,6 7-52 16,14-2-85-16,-6 11-272 0,14-5-670 0,8-3 296 15</inkml:trace>
  <inkml:trace contextRef="#ctx0" brushRef="#br0" timeOffset="14632.79">6640 4535 41 0,'-11'-6'188'0,"-3"-2"-14"16,-4 3-12-16,-11-2-12 0,-2 4 5 0,-1 4-12 15,0 3-10-15,-5-2-7 0,2 2-15 0,-2 0-7 16,3 6-5-16,-2 0-10 0,4 1-4 0,4 2-12 16,1 1-5-16,5 0-5 0,7 0-8 0,2-2-7 0,1 2-2 15,4 3-5-15,3-6-4 0,2 6-3 0,5-6-6 0,3 5 4 16,2-1-24-16,6-1 5 0,3-2-3 0,6 0 5 15,4-1-3-15,2-2-2 0,0-4 0 16,-1-5-6-16,2-3 1 0,-2 1 2 0,0-5-3 16,0-1 5-16,-8-1 8 0,5-5 17 0,-3-3 14 15,-2 0 20-15,-5 0 4 16,0-4 5-16,-1-2 3 0,-3-6 7 0,-1 0 8 16,-3 0-2-16,-2-3-6 0,-2-3 2 0,-4-2 3 15,1 1 6-15,1-11 5 0,-3 10-3 0,1 2 11 16,-1 6 6-16,-2 0 2 0,0 2 2 0,4 8 0 15,-4 2-2-15,1 2-4 0,4 5-8 0,-1 3-11 16,-1 0-7-16,1 2-13 0,1 0-8 0,-1 1-8 16,0 1-12-16,1 3-24 0,-3-6-30 0,3 6-39 0,0-4-36 0,0 4-23 15,0 0 4-15,0 0 8 0,0 16 13 0,3-4 6 16,-2 4 14-16,-1 3-1 0,0 7 14 0,0 3 12 16,2-1-15-16,-2 2 14 0,-2-2 6 0,1 1 0 15,1 0 6-15,1 0 5 0,0-2 0 0,0 0 4 16,1-6 2-16,-1 3-1 0,3 3 1 0,-1-8 3 15,-1 0 0-15,2-2 2 0,-1-2 2 0,-1-1 0 0,-1-2-5 0,0 1 2 16,2-1 2-16,-1-3 3 0,0 0 0 16,0 1 3-1,-2-3 10-15,0-3-16 0,2 4 4 0,-1-2 1 16,0-2 4-16,2 3-7 0,-2-4 7 16,-1 1-3-16,1-1 0 0,0 1 5 0,-1-4-4 0,3 4 0 15,-3-4 7-15,0 4 1 0,0-4-2 0,0 0 10 16,0 0 8-16,0 0 6 0,0 0 11 0,0 0-1 0,6 4-6 15,-6-4 0-15,18-5-4 0,0-3-9 0,14-2-42 16,5 0-44-16,12-6-70 0,-12 6-89 0,13-4-123 0,-16 1-230 16,-2 1-623-16,0 4 275 0</inkml:trace>
  <inkml:trace contextRef="#ctx0" brushRef="#br0" timeOffset="15311.08">6087 5061 42 0,'-9'0'188'0,"4"0"-3"0,5 0-5 15,-9 0-1-15,9 0-5 0,0 0-13 0,-9 0-12 16,9 0-10-16,0 0-15 0,-5 3-15 0,5-3-11 16,0 0-9-16,0 0-4 0,-5 0-5 0,5 0-3 15,0 0-8-15,0 0-7 16,0 0 0-16,0 0-7 0,0 0-8 0,0 0-2 15,0 0-5-15,0 0 0 0,0 0-6 0,0 0-4 0,0 0-1 16,0 0 0-16,0 0 7 0,0 0-4 0,0 0 1 16,0 0 3-16,0 0-5 0,0 0-1 15,0 0-5-15,0 0-1 0,0 0-2 0,0 0-1 16,0 0 0-16,0 0-2 0,0 0-1 0,0 0-2 16,0 0 1-16,19-3-1 0,-1-1-2 0,13-2-2 0,7 1-1 0,17-1 1 15,14-2-1-15,-5-4 0 0,36 1 3 0,-7-5 19 16,1 4 1-16,-3-6 3 0,5 8 1 0,-31-1-3 15,-2 4 6-15,-6-3-7 0,-3 1 1 0,-16 4 7 16,-5-2 10-16,-2 3-5 0,-13-1 9 0,-4 2 1 16,-1 1 1-16,-1-1-4 0,-4 2-4 0,-1 0-1 15,-2 0-16-15,0 1-5 16,1-2-21-16,-6 2-28 0,5-1-23 0,-5 1-35 16,0 0-37-16,-21 6-42 0,2 1-71 0,-6 0-314 15,-4 1-588-15,3 1 260 0</inkml:trace>
  <inkml:trace contextRef="#ctx0" brushRef="#br0" timeOffset="15967.42">6731 5530 53 0,'-23'-12'225'0,"-5"7"-14"16,5-1-14-16,-5 2-13 0,-3 2-6 0,-2 4-14 15,-1 1-16-15,-1-1-5 0,0 3-13 0,2 1-7 0,-1 0-11 16,3 4-12-16,0 0-11 0,5-1-10 16,5 0-6-16,2 2-7 0,5 1-7 0,1-1-9 0,3 1-7 0,1-1-3 15,5-2-1-15,2 4-6 0,0-3-1 0,4 1 1 16,0-1-4-16,3 0 1 0,3-1-1 0,3 1 0 15,1-5 4-15,6 5 0 0,0-6-2 0,1-1 4 16,1-1-2-16,2-2 12 0,-2-1 9 0,2-3 9 16,-3-2 21-16,3-2 19 0,-8-1 12 0,4-2 7 15,-5-2 4-15,5-7 16 16,-3-2 3-16,-1-1-23 0,-6 0 10 16,1-2-8-16,-3-4-9 0,-1-4-12 0,2-2-12 0,-6-13-12 15,-2 2 0-15,-3 10-3 0,8 0 0 0,-7 1-3 16,-2 1 2-16,1 7 4 0,3 2-2 0,-1 7 5 15,1 9 4-15,-1-3-8 0,2 2-16 0,-1 3-1 16,1 2-15-16,0 0-42 0,-3 3-30 0,3 2-43 16,0 0 1-16,0 0 8 0,0 0 2 0,0 21 5 0,0-1 10 15,0 4 4-15,0 3 3 0,3 7 15 0,0-2-6 16,1 3 6-16,-1-3 1 0,-6 2 7 0,9-2-21 16,-2-2-31-16,1 2-10 0,-2-2-22 0,1-3-23 15,0-4-21-15,-2 4-28 16,1-12-27-16,-3 1-41 0,1-4-26 0,2-2-60 15,-3-5-233-15,1-1-601 0,-1-4 266 0</inkml:trace>
  <inkml:trace contextRef="#ctx0" brushRef="#br0" timeOffset="16583.27">6760 5352 56 0,'6'-3'260'0,"0"0"-16"0,0-2-19 0,0 3-19 15,1 2-19-15,0 0-16 0,-7 0-11 0,15 4-11 16,-4-3-18-16,0 4-7 0,-2 2-14 0,1 1-10 16,1 3-9-16,-2 2-11 0,0 1-4 0,0 1-8 15,-4-1-2-15,-1 3-7 0,-4 3-9 0,0-1 0 16,-1 1-2-16,-3-2-7 0,0-1-4 0,-1 0-2 16,-1 2-5-16,-2-2-3 0,-1-3 6 0,3-2-3 0,0-4-1 0,1 2 3 15,2-3-2-15,-1-2 4 0,1-2 5 0,2 3 8 31,-2-3 7-31,2 0 30 0,-1-1 31 0,2-2 33 16,-3 2 21-16,3-2 31 0,0 0 22 0,0 0-11 16,0 0-26-16,1-11-21 0,3-2-12 0,1-1-25 15,4-3-9-15,5-6-18 0,-1 1-15 0,1-3-11 16,0-1-7-16,0 1-6 0,-1 1-7 0,2-1-7 0,-2 4-5 16,4-3-5-16,-3 2-7 0,-7 8 3 0,2 3-8 15,-2 2-2-15,-2-1 1 0,0 3-2 0,-1 2 3 16,3 0-2-16,-7 0-4 0,3 1-2 0,-2 1-2 0,2 1-7 15,-3 2-4-15,2-6-13 0,-2 6-11 16,3-4-25-16,-3 4-17 0,0 0 3 0,0 0 2 16,-3 16 11-16,-1-5 2 0,-1 6 7 0,-3 2 6 0,-1 5-2 0,1 3 7 15,1-1 1-15,0 0 5 0,3-6 5 0,-1 5-3 16,4-6 5-16,-2-2 3 0,6 0-4 0,-2-4 5 16,3 3 8-16,0-5 13 0,4 0 6 0,1-2 9 15,6 0 11-15,1-3 6 0,4 3 5 0,7-4 7 16,4-3 3-16,-3-1-3 0,4-1 1 0,-4-1 1 15,2-1 6 1,-11 2 3-16,-1-3 3 0,-7 3 0 0,1-2-5 0,-1 0-1 16,-6 0 4-16,-1 2-7 0,3-1-8 0,-1 0 2 15,-6 1-7-15,10-1-3 0,-10 1 0 0,8-2-5 16,-8 2-4-16,0 0-13 0,2-1-15 0,-2 1-22 16,0 0-43-16,0 0-47 0,0 0-39 0,0 0-60 15,0 0-72-15,0 0-93 0,7-2-168 0,-7 2-298 16,5-8-903-16,1 2 400 0</inkml:trace>
  <inkml:trace contextRef="#ctx0" brushRef="#br0" timeOffset="18634.57">8094 4517 132 0,'2'-5'215'0,"2"-2"-22"0,-1 3-18 15,3-1-16-15,1-3-17 0,5 4-8 0,-1 3-19 16,3 0-8-16,0 2-9 0,-1-1-11 0,9 5-5 16,-3 4-10-16,5 5-7 0,-1 3-2 0,0 5-8 15,-5 2-2-15,-2 4 1 0,-4 0-9 0,-3 1-7 16,-4 7-2-16,-1-4-2 0,-4 4-2 0,-4-2-5 15,-2 3 1-15,-3-4 3 0,-6 1 1 0,-1-5 0 16,-4 0 0-16,6 0 0 0,-1-4 3 0,-6-4 2 16,8-6 1-16,-1-1 4 15,0-2 8-15,0 0 0 0,4-4 1 0,2 0 5 16,3-4 5-16,-2 0 12 0,3 1 26 0,-1-1 31 16,2-3 39-16,0 2 28 0,3-3 21 0,0 0-20 15,0 0-29-15,-1-12-20 0,8 2-16 0,0-4-15 16,6 0-12-16,1-8-14 0,5-1-10 0,-1-4-6 15,5-4-15-15,9-10-16 0,-5 1-8 0,1 0-12 16,-11 11-2-16,9-12-1 0,-8 12-7 0,0 0-4 0,-4 2 11 0,3 3-12 16,-7 2 3-16,-1 6 7 0,-4 4-15 0,0 4 21 15,-1-1-3-15,0 4-1 0,-1-1-1 0,-1 2-18 16,-2 1-16-16,0 3-25 0,3-2-22 16,-3 2 3-16,0 0 4 0,-5 15-1 0,-3 2 14 15,0 1 6-15,-3 7 7 0,2 4-3 0,-2-2 1 0,1 1 12 16,6 0 1-16,4 2-2 0,4-5 11 0,3 4-2 0,4-6-12 15,3 1-5-15,8-3-20 0,6-2-37 0,7-4-47 16,13-1-58-16,2-6-91 0,4-4-381 0,-15-6-715 16,2-3 316-16</inkml:trace>
  <inkml:trace contextRef="#ctx0" brushRef="#br0" timeOffset="19204.21">8644 4255 115 0,'0'-5'262'0,"1"1"-13"0,2 1-14 0,-3 3-20 15,1-4-21-15,-1 4-18 0,0 0-21 0,1-4-19 16,-1 4-17-16,0 0-12 0,0 0-11 0,0 0-13 0,7 13-6 0,-6-6-7 16,2 2-7-16,-2 2-3 0,0 2-9 0,2 3-3 15,-1 1-6-15,-2 0-3 0,0 1-1 0,0 1-5 16,-2-1-4-16,-2-1-3 0,4-2-1 0,0-3-3 16,0-3 3-16,-1 2-3 0,1-5-1 0,-3 1-1 15,3-2 2-15,0 0 23 0,0-5 47 0,0 5 32 16,0-1 36-16,0-4 3 0,0 0-25 0,0 0-12 0,10-11-12 15,-6 0-10-15,5-3-16 0,0-2-12 0,2 1-5 16,1-2-9-16,-2 0-4 0,7-3-7 0,-4 6-15 16,-2 2 4-16,-2 3 1 0,-2 1-9 0,-2 4-6 15,1-1-8-15,-1 2-14 0,0 1-3 0,2 2-19 0,-1 0-3 16,4 2-4-16,0 3-3 0,2 5-2 16,3 1-9-16,-2 1-18 15,4 3-20-15,-3 0-29 0,1-1-30 0,2 8-40 16,1-2-61-16,1 0-98 0,-8-7-209 0,1-1-588 15,-2-7 260-15</inkml:trace>
  <inkml:trace contextRef="#ctx0" brushRef="#br0" timeOffset="19567.09">9316 4235 48 0,'-6'-1'176'15,"6"1"-3"-15,0 0-15 0,0 0-4 0,-8-1-10 16,8 1-3-16,0 0 1 0,0 0-9 0,23-5-13 15,-9 1-14-15,4 1-8 0,9 0-7 0,2 1-8 16,3-3-6-16,5-1-7 0,16 1-2 0,-15 0-11 0,13-2-4 0,-11 4-8 16,-1 1-3-16,-2-1-4 0,-2-2-6 15,-7 2-6-15,-9 2-8 0,-1-2-11 0,-4 2-22 16,-6 0-22-16,-2 1-11 0,-6 0-7 0,5 1-10 0,-5-1-36 16,0 0-24-16,-16 7-15 0,3-3-31 0,-4 0-87 15,-4-3-278-15,-1 1 123 0</inkml:trace>
  <inkml:trace contextRef="#ctx0" brushRef="#br0" timeOffset="19922.02">9536 4235 112 0,'0'0'239'0,"-8"0"-15"0,8 0-8 0,0 0-18 16,0 0-17-16,0 0-17 0,-4 3-17 0,4-3-13 15,0 0-21-15,-1 3-8 0,0 0-7 0,1 3-14 0,0 4-10 0,0 1-4 16,0 4-4-16,1 5-5 0,-1 7-5 0,0 1 1 15,0 4-4-15,0 3-2 0,1 15 2 0,2 1-11 16,-3-1 6-16,0 1-3 0,5-6-4 0,-1 3-1 16,-3-14-4-16,6 1-1 0,-2-1-4 0,0 2-4 15,-1-4-1-15,0-1-3 0,-2-5 0 0,1-2-2 16,-2 3 0-16,-1-11-1 0,0 0 2 0,-1-5-4 0,-2 0 4 16,-1-1 0-16,-1-2 1 0,0-2 1 0,-5 1 1 15,-2-2 2-15,2-2-2 0,-4-1 1 0,-8-2-1 16,4-1 1-16,-2-3 7 0,-2 0 4 0,3-1 2 0,-3 0 8 31,2-3 7-31,5 1 1 0,-2 1 1 0,4 2 5 16,4-1-6-16,0 1-11 0,3 1 1 0,-2 1 1 15,4-1-11-15,4 3 12 0,-8-4-21 0,8 4-14 0,-7-3-21 16,5 3-32-16,2 0-43 0,0 0-48 0,-7-2-29 16,7 2-16-16,0 0-40 0,0 0-72 0,0 0-195 15,0 0-524-15,0 0 232 0</inkml:trace>
  <inkml:trace contextRef="#ctx0" brushRef="#br0" timeOffset="20392.18">9762 4949 90 0,'0'0'331'0,"-1"-7"-23"16,1 7-17-16,0-2-17 0,0 2-25 15,0 0-28-15,0 0-23 0,-4-4-21 0,4 4-16 16,0 0-21-16,0 0-16 0,0 0-14 0,0 0-14 16,0 0-4-16,5 13-6 0,-5-5-22 0,3 2-5 15,-3 2-6-15,0 0-5 0,1 4-4 0,-1 0-3 0,0 2-4 0,-4 0-6 16,4 1-1-16,-1-2-4 0,-3-5-2 0,3 1 2 0,-2-5-8 15,2 0-2-15,1-2 2 0,0 2 3 0,0-4-1 16,0 0 31-16,-1-2 33 0,1-2 34 0,0 5 28 16,0-5-15-16,0 0-15 0,11-10-13 0,-6 2-12 15,-1-1-8-15,5-1-10 0,0-5-7 0,1 2-4 16,0-2-8 0,3-1-4-16,-3 3-6 0,1-1-8 0,1 3 0 15,-4 0-5-15,-4 6-4 0,0-3-3 0,1 5-4 16,-2-1-9-16,1-1-3 0,0 1-7 0,0 4-11 0,-4 0-7 0,9 0-6 15,-9 0-4-15,9 9-4 16,-3-5 3-16,2 5-2 0,-3-2-1 0,3 4-21 0,-1-3-29 0,1 1-34 0,-4-1-44 0,0 2-46 16,1-2-54-16,-1 0-75 15,-3-2-264-15,3-2-649 0,-4-4 287 16</inkml:trace>
  <inkml:trace contextRef="#ctx0" brushRef="#br0" timeOffset="21717.14">10475 4063 62 0,'0'-7'176'0,"-1"0"-7"0,2-4 8 0,-1 3-1 0,1-2 4 16,-1 3-3-16,2-1-5 0,-2-1 3 0,1 4 1 15,-1 1-12-15,1-2-19 0,-1 2-18 0,0 4-12 16,2-4-14-16,-2 4-13 0,0 0-8 0,21 9-9 0,-2 10-12 0,2 5-1 0,-1 7-8 16,11 16-2-16,-3 6-7 0,4 26-4 0,-4-1-2 15,-8 2-1-15,-3 15 3 0,-4-8 3 0,-4 5-9 16,-8-6-6-16,-6-1 1 0,0-25-5 0,-6 20-3 16,-2-23 13-16,-3 0-14 0,0 1-2 0,-12 21-4 15,7-29 9-15,-3-2-4 0,-1-6 1 0,6-11 1 16,-10 7 16-16,9-14 4 15,-1 4 4-15,1-4 5 0,-2-3 5 16,3-4-2-16,2-4 7 0,7-2 6 0,0-3 10 16,2-1-3-16,0-3-2 0,6 1-4 0,-6-2 3 15,5 1 1-15,3-4 8 0,-6 5-3 0,5-4 11 0,1-1 4 16,-3 4 1-16,3-4-4 0,-3 3-2 16,3-3-4-16,0 0-8 0,-3 2-14 0,3-2-10 15,0 0-16-15,0 0-31 0,0 0-65 16,0 0-73-16,0-10-54 0,0 10-51 0,0-12-61 0,0 3-355 0,0-2-713 0,-4 2 315 15</inkml:trace>
  <inkml:trace contextRef="#ctx0" brushRef="#br0" timeOffset="22411.49">7922 4045 87 0,'0'-8'215'15,"0"1"-2"-15,1 2 5 0,-1-3-9 0,0 4-11 16,0 1-18-16,2-2-16 0,-2 5-22 0,0-5-21 16,0 5-32-16,0 0-19 0,0 0-9 0,0 0-7 15,-8 30-3-15,0 0-6 0,-7 17-7 0,-3 9-1 0,-8 29-1 0,0 2-6 16,0 10-2-16,3 5 6 0,5-3-7 0,8-4 3 15,4-2-1-15,6-8 11 0,7-27 9 0,11 23 2 16,0-30-4-16,22 25 4 0,-11-29 6 0,8-3-2 16,1 5-4-16,4-5-1 0,2-8-4 0,4 0-5 15,1-4-1-15,0-3-4 0,-3-4-3 0,-13-8-2 16,-1-1 1-16,1 0-9 16,-5-3 2-16,-1-1 1 0,-10-5-8 0,-6-2-2 15,3 0 3-15,-5-1-3 0,-4-1 12 0,2-1-12 0,-1 1 35 16,-2 0 14-16,-4-3 9 0,6 2 8 15,-6-2-3-15,7 3 3 0,-7-3-9 0,0 0-7 16,0 0-19-16,0 0-15 0,0 0-24 0,0 0-26 16,1-11-24-16,-1 11-24 0,0-6-31 0,0 2-42 0,0-3-43 15,1 1-49-15,8-2-63 0,4-4-189 0,3 2-522 16,6-3 232-16</inkml:trace>
  <inkml:trace contextRef="#ctx0" brushRef="#br0" timeOffset="23028.97">11293 4681 56 0,'0'0'235'0,"-4"2"-6"0,4-2-12 0,0 0-17 0,0 0-20 16,0 0-18-16,0 0-15 0,20-4-16 0,-8 3-14 16,8-3-13-16,9 1-10 0,2 0-7 0,0 2-10 15,5-3-8-15,1 0-6 0,-1 0-7 0,0 0-7 16,2 3 0-16,-5-4-1 0,-1 1-6 0,-11 0-3 15,-2 2-2-15,-1 2 6 0,-7-2-5 0,-2 2 3 16,0 0 1-16,-4-3-4 16,-5 3-9-16,8 0-10 0,-8 0-12 0,0 0-16 15,0 0-24-15,-19 3-27 0,5-1-32 0,-5 1-38 16,-1 0-36-16,2 1-211 0,3 0-406 0,-3-2 180 16</inkml:trace>
  <inkml:trace contextRef="#ctx0" brushRef="#br0" timeOffset="23298.23">11403 4909 251 0,'-2'2'333'0,"1"0"-22"0,1-2-14 16,-5 5-13-16,5-5-25 0,0 0-23 0,0 0-28 15,27-5-20-15,-12 3-18 0,8-3-24 0,3 0-2 16,6-1-23-16,-3 0-10 0,2 2-16 0,-2 1-9 16,0-2 5-16,-8 3-13 0,-2 0-7 0,-6 1-23 0,1 0-20 15,-5 0-24-15,-1-1-28 0,-3 1-35 16,0 1-29-16,-5 0-50 16,9 0-34-16,-9 0-65 0,0 0-237 0,0 0-513 15,0 0 227-15</inkml:trace>
  <inkml:trace contextRef="#ctx0" brushRef="#br0" timeOffset="24462.34">12632 4475 135 0,'9'-5'178'0,"1"-2"-24"0,2 3-5 0,3 1-13 16,4-1-12-16,3 1-9 0,1 3-16 0,-4 1-9 16,12 6-7-16,-3-1-3 0,0 5-7 0,-2 3-7 15,0-1-1-15,-3 7-5 0,-2 1-3 0,-2 2-7 16,-4 1-5-16,-2 0-2 0,-5 4-3 0,-4 2-1 16,-4-1-3-16,-4-1-1 0,-4 2 3 0,-5 0-1 15,2-1 5-15,-6-1-5 16,-4-3-1-16,-2 0 7 0,0-2 4 0,2-3-1 15,-1-4 5-15,6-2 4 0,2-4 4 0,-3 0-2 0,8-5 5 16,0 2 11-16,1-2 19 0,2-3 30 0,1 0 36 16,1-1 28-16,4-1 12 0,0 0-34 0,-5-6-19 15,5-1-27-15,4-4-2 0,5-4-19 0,5-10-8 16,0 2-28-16,8-5 8 0,2 0-6 0,8-11-16 16,5 1-8-16,-4 0 0 0,1 1-15 0,-1 2 5 15,-9 7-9-15,-1 0-4 0,0 5 0 0,-6 6-3 16,-5 3 18-16,-3 5-3 0,-2 3-5 0,0-2 0 15,-2 3 1-15,-1 1-10 0,0 1-22 0,0-1-30 16,-4 4-20-16,0 0 1 0,0 0 5 0,-1 12 9 16,-3 0 1-16,-3 4 8 0,-5 9-2 0,1-1 7 15,-1 1 2-15,1 4 4 0,4 2 4 0,2-2-1 0,2 0 6 0,3-1 1 16,5-3 2-16,4-2 8 0,3 2 0 0,6-5 1 16,3-3 10-16,6-2-11 0,5-3-20 0,1-4-39 15,6-2-64-15,13-3-77 0,-1-3-92 0,-10-4-283 16,8-2-625-16,-12-1 277 0</inkml:trace>
  <inkml:trace contextRef="#ctx0" brushRef="#br0" timeOffset="24979.95">13391 4059 6 0,'0'-5'312'0,"0"1"-19"0,0-1-17 16,1-1-34-16,2 2-29 0,-3 4-27 0,0 0-21 15,0 0-17-15,0 0-21 0,0 0-7 0,5 16-14 16,0-5-10-16,-1 4-7 0,-3 2-12 0,2 1-5 16,-2 7-5-16,0 1-4 0,2-4-10 0,-2 0-5 0,2-3-1 0,-2 1-5 15,-1 0-4-15,0-4-6 0,-1-3 9 0,2-2-12 16,-2-1-7-16,1-3 3 0,1 0-1 0,-1-4 5 15,0 1 40-15,0 0 30 0,0-4 7 0,0 0-11 16,0 0-7-16,0 0-15 0,14-16-7 16,-6 7-9-16,1-6-1 0,2 0-9 0,1 0-1 0,2-8-6 15,4 1-11-15,1 0-1 0,-8 5 0 0,2 4-10 0,1-2 3 16,-9 6-4-16,2 1-6 0,0 4-1 0,-3-2-1 16,1 3-5-16,3 2 3 0,-3 2-8 0,5 2-11 31,-1 4-5-31,4 3-6 0,1 3-4 0,0-1-21 0,0 3-22 15,2 5-31-15,1 1-37 0,0-1-46 0,4 0-67 16,-6-6-289-16,0-2-585 0,4 0 258 0</inkml:trace>
  <inkml:trace contextRef="#ctx0" brushRef="#br0" timeOffset="25300.94">14316 4096 56 0,'-6'-1'222'0,"6"1"-19"0,0 0-17 15,0 0-20-15,0 0-16 0,14-4-18 0,-1 1-12 16,7 0-8-16,2 2-17 0,7-2-4 0,3-1-9 16,0 2-10-16,5 1-5 0,2-2-9 0,1 3-7 15,12-3-1-15,-12 1-9 0,-2 0-11 0,-1 0-7 16,-8-1-11-16,-6 1-17 0,-5 1-27 0,-4 1-30 0,-5 0-29 16,-3-2-55-16,-4 0-135 0,-2 2-304 0,0 0 135 0</inkml:trace>
  <inkml:trace contextRef="#ctx0" brushRef="#br0" timeOffset="25664.1">14500 4079 112 0,'0'0'271'16,"0"0"-16"-16,0 0-26 0,0 0-22 0,0 0-22 16,-9 2-20-16,9-2-24 0,0 0-11 15,3 4-19-15,-3 4-6 0,0-2-15 0,0 7 1 16,0 5-11-16,-3 8-5 0,6 2-5 0,-3 6-3 31,0 1-2-31,0 12-7 0,-3 4-1 0,6 1-3 16,-3 2 4-16,5 1-9 0,0 0-3 0,-1-1-1 0,-3 0-4 0,4-1-5 15,3-6 0-15,2-1 1 0,-6-12-6 0,-1-3 1 16,2-1-6-16,-4-1 2 0,2-11-6 0,-3 3-2 16,-3-5 5-16,3-2 8 0,-1-4 5 0,1-3 15 15,-3 2 12-15,-2-4 10 0,0 0-1 0,-8-3-7 16,0-1-5-16,-6-4-13 0,-9-2-2 0,-1-4 7 15,-2-2-7-15,3 1 7 0,0-3 1 0,2-1 4 0,3 0-4 0,4 3-10 16,5 1 0-16,-2-1-4 0,7 6-6 0,-2 0-5 16,4 1 14-16,3 0-27 0,-3-1-15 0,5 2-41 15,-1 0-54-15,-1 1-59 0,4 2-71 16,0 0-57-16,0 0-306 0,0 0-633 0,0 0 281 16</inkml:trace>
  <inkml:trace contextRef="#ctx0" brushRef="#br0" timeOffset="26449.2">14917 5004 41 0,'0'-6'261'0,"0"0"-14"0,0 2-11 0,0-1-6 0,1-2-21 16,4 2-11-16,-5 5-6 0,1-7-19 16,2 5-19-16,-3 2-18 0,1-3-17 0,-1 3-12 0,0 0-16 15,0 0-5 1,0 0-5-16,12 10-11 0,-7-3-1 0,-1 8-9 15,1-4-1-15,0 5-4 0,-1 3-5 0,-3 1-7 0,2 5-5 16,-3 2-2-16,-3 2-2 0,2-2-4 0,-3-2-4 16,0-6 4-16,3 8-9 0,-4-9 3 0,1-1-4 15,3-3-2-15,-2-7-1 0,3 3-1 0,0-4 7 16,-1-1 29-16,-2 0 62 0,3-1 33 0,3-1 45 16,-3-3 1-16,0 0-23 0,0 0-16 0,5-16-14 0,1 7-16 15,2 0-13-15,0-8-13 0,1 2-8 0,5-7-11 16,0 1-10-16,2-1-8 0,0 0-5 0,-2 0-8 15,-1 8-5-15,-1-1-2 0,-3 6-7 0,-2 1 0 16,-1 0-9-16,0 4-3 0,-1 0-6 0,-1 2-9 16,0-2-24-16,1 4-15 0,-5 0 5 0,9 5-2 15,-4 0 0 1,-1 2-2-16,1 3 1 0,0 2 1 0,3-2-6 0,1 5-22 16,0 1-38-16,-1 1-32 0,-2 0-29 0,-1-2-34 15,3-1-33-15,-4 3-44 0,1-9-52 0,-4 1-303 16,3 3-672-16,-3-7 297 0</inkml:trace>
  <inkml:trace contextRef="#ctx0" brushRef="#br0" timeOffset="26987.98">15435 5204 283 0,'0'0'308'0,"0"0"-18"0,0 0-23 0,0 0-25 0,0 0-19 16,0 0-25-16,-7-1-20 0,7 1-16 0,0 0-17 16,0 0-17-16,0 0-11 0,0 0-14 0,0 0-11 15,0 0-10-15,0 0-8 0,0 0-8 0,0 0-6 16,0 0-4-16,0 0-5 0,0 0-5 0,0 0-5 16,0 0-3-16,0 0-5 0,0 0 7 0,0 0 1 15,0 0 4-15,0 0-2 16,0 0 2-16,0 0-6 0,0 0-4 0,0 0 2 15,0 0 3-15,0 0-8 0,-4 3 1 16,4-3 0-16,0 0-1 0,0 0-6 0,0 0-1 0,0 0 0 16,0 0 3-16,0 0-9 0,0 0 1 0,0 0-5 15,0 0-3-15,0 0 2 0,0 0 1 16,0 0 2-16,0 0-9 0,0 0-5 16,0 0 4-16,0 0-7 0,0 0 0 0,0 0 7 0,0 0-7 0,0 0 7 0,0 0 9 0,0 0 7 15,0 0-8-15,0 0 12 0,0 0 0 0,0 0 9 16,0 0-13-16,0 0 1 0,0 0 8 0,0 0-18 15,0 0 30-15,0 0-2 0,0 0-2 16,0 0 2-16,0 0-8 0,0 0-2 0,23-5-2 16,-10 3-1-16,5 2-6 0,2-3-2 0,1 1-4 0,2 0 2 15,6 1-6 1,-6 1-1-16,4-1-10 0,-8 0 14 0,0-2-1 16,-5 1-11-16,-1 2 11 0,-3 0-5 0,-2 0-1 15,0 0-3-15,-3 0 6 0,1-2-3 0,-6 2-4 16,8-1 0-16,-8 1-17 0,6 0-18 0,-6 0-12 15,0 0-12-15,0 0-23 0,0 0-38 0,0 0-38 16,0 0-41-16,0 0-41 0,0 0-44 0,0 0-70 16,-18-4-190-16,13 3-583 0,5 1 259 0</inkml:trace>
  <inkml:trace contextRef="#ctx0" brushRef="#br0" timeOffset="27235.21">15954 5039 312 0,'2'-5'420'0,"0"3"10"0,-2-1-3 0,0-2-15 0,0 5-14 15,0 0-27-15,2-6-36 0,-2 6-36 16,0 0-31-16,2-3-35 0,-2 3-30 0,0 0-40 16,0 0-26-16,0 0-17 0,5 12-11 0,-3-2-10 15,0 6-15-15,1 1-11 16,3 8-16-16,-6 1-22 0,5 0-58 0,0 3-60 15,4 2-72-15,-5 0-77 0,1 2-117 0,-1-4-342 16,-4-9-748-16,-4-4 331 0</inkml:trace>
  <inkml:trace contextRef="#ctx0" brushRef="#br0" timeOffset="39079.81">4577 8379 44 0,'-3'-4'181'0,"3"-2"-15"0,-1 1-8 16,-2-1-10-16,-3 1-16 0,1-1-15 0,-3 4-10 16,-2-2-11-16,-4 0-9 0,-2 2-12 0,-3 2-4 15,-2 0-9-15,0 4-6 0,-6-1-2 0,-1 2-6 16,-1 5-3 0,1-2-4-16,-2 5-3 0,2 1-6 0,1 1 0 0,3 2-3 15,4-2-6-15,-2 2-1 0,7-3-6 0,3-2 2 16,2 3-2-16,1 1-5 0,3-3 3 0,-1 3-11 15,6-5 12-15,0 0-3 0,-2-1 1 16,7 1-5-16,0-2 2 0,3 0 6 0,5-1 0 0,2-1-1 16,5-1 10-16,-1-3 6 0,9-6 10 0,-5 1 2 15,7-2 12-15,-1-6 6 0,-4-2 4 0,2-4 11 0,-3-1 0 16,1-1 12-16,-3-6 7 0,-2 0-4 0,-3-3 6 16,2-4-9-16,-5 2-9 0,0-3-6 0,2-14-6 0,-6 0 0 15,-1 12 10-15,2-11-1 0,-6-2 15 0,0 12 8 16,-3 0 9-16,-1 1-2 0,-1 0-12 15,-2 2 15-15,3 4 2 0,0 9-11 0,-1 1 8 16,-2 4 0-16,2 2-8 0,0 4-13 0,1 2-6 0,0-1-8 0,-3 1-14 16,3 2 1-16,0-2-11 0,0 6-15 0,-1-6-20 15,1 6-28-15,0-3-39 0,0 3-29 0,0 0-13 16,0 0-2-16,0 0 7 0,0 0 10 0,0 17 6 16,0-5 9-16,0 6 7 0,-4 1 3 0,8 7 8 0,-8-1 6 15,8 3 10-15,-3 2 3 0,2-2-5 16,-3 0 4-16,1 0 4 15,3 0 1-15,-3 0 4 0,3 1 7 0,1 0-1 16,-1-4 3-16,0 1 1 0,2 0 3 0,-2 2-1 16,-2-10-1-16,1 2 0 0,0-2 7 0,-2 0-2 15,2-3 2-15,-1 1 0 0,-1-4-4 0,1 0 3 16,-1-2 6-16,3 1-9 0,-3 0 4 0,0-2 0 16,-1-2 1-16,1 0-5 0,1 1 6 0,-2-3 1 15,1 0 1-15,-1 2-3 0,1-2 5 0,-1 2-3 0,0-5 0 0,2 1-3 16,-2-3 3-16,1 6 0 0,-2-2-2 0,1-4 2 15,0 0-2 1,1 5 3-16,-1-5-3 0,0 0 3 0,0 3 11 0,0-3-12 16,0 0 2-16,2 4 1 0,-2-4-1 0,0 0 2 15,0 0-2-15,0 0 9 0,0 0 3 0,0 0 9 0,0 0-2 16,4 1 6-16,-4-1-4 0,11-1-8 16,3-1 5-16,7 2-8 0,11-3 0 15,8 0-43-15,-3-5-71 0,15 2-87 0,-15 3-153 0,1-1-230 16,-8-1-618-16,-3 0 273 0</inkml:trace>
  <inkml:trace contextRef="#ctx0" brushRef="#br0" timeOffset="39878.25">3999 8978 187 0,'-6'0'208'0,"6"0"-7"0,-10 0-3 0,10 0-13 15,-8-2-4-15,8 2-7 0,-7 0-12 0,7 0-11 16,0 0-13-16,0 0-10 0,0 0-14 0,-6 2-10 15,6-2-12-15,0 0-10 0,0 0-9 0,0 0-5 16,0 0 4-16,0 0-8 0,-8 0-3 0,8 0 0 16,0 0-1-16,0 0-3 0,0 0-3 0,0 0-1 15,0 0-7-15,0 0 0 0,0 0-7 0,0 0-3 0,0 0-6 0,0 0-4 16,0 0-1-16,0 0-6 0,0 0 4 0,0 0-3 16,0 0 1-16,0 0-3 0,0 0 4 0,0 0-5 15,0 0 2-15,0 0-2 0,0 0-4 0,0 0 3 16,0 0-3-16,0 0 1 0,0 0-4 0,0 0-2 15,0 0 3-15,0 0-5 0,0 0 2 0,0 0-2 16,0 0 0-16,0 0 2 16,31-7-7-16,0 2 7 0,21 0-1 0,8-3-5 15,32-3 2-15,7-1 1 0,0 1-2 0,2 1 1 16,1 0 2-16,2 2 7 0,-8-1 3 0,-2 1 17 16,-30-1-14-16,-1 4 1 0,-8 2 1 0,-16 0 0 15,-4-1-6-15,-7 2-2 0,-9-1 2 0,-6 1 2 16,0 1-6-16,-6 1 2 0,0-2-1 0,-1 2-3 15,0 0-3-15,-6 0-13 0,7-2-4 0,-7 2-12 0,0 0-21 0,-18 8-36 16,-1 0-49-16,-9 0-71 0,-3-1-123 0,-4 1-169 16,3 1-532-16,2-6 236 0</inkml:trace>
  <inkml:trace contextRef="#ctx0" brushRef="#br0" timeOffset="40779.08">4651 9651 25 0,'-14'-10'205'0,"-4"1"-12"15,-8-2-17-15,0 1-12 0,-4 6-12 16,2 0-16-16,-6 3-8 0,2-1-12 0,-2 4-18 16,4 0 5-16,-1 1-9 0,3 4-11 0,1 0-5 0,6-3-10 15,4 5-7-15,1-2-5 0,1 3-6 0,5-2-6 0,-2 4-4 16,5-2-7-16,2 1 3 0,1-1-8 0,1 2-2 15,4 0-1-15,2-1 0 0,3 0 1 0,6 1-3 16,-1 0-1-16,6-1-2 0,2-5 2 0,1 0-4 16,11-2 2-16,-4-3 4 0,1 0 4 0,1-2 8 15,-8-3 13-15,-1-1 18 0,1 0 9 0,-2-4 7 16,-1-2-2-16,0-7 0 16,5 1 9-16,-13 1 19 0,4-6-17 0,-2-3-8 15,-4-4-8-15,-1 0 1 0,-2-3 22 0,-2-2-13 16,-2-1-4-16,2-12 4 0,-6 0 9 0,-1-4-1 15,1 2 6-15,0 0 3 0,0 18-2 0,2 0 8 16,-2 3-6-16,0 4-2 0,0 8 0 0,3 4-2 16,-1 2-11-16,1 2-13 0,-3 1-11 0,3 2-23 15,0 1-33-15,0 4-52 0,3-5-50 0,-3 5-3 0,0 0 5 0,1 12 12 16,-1 6 4-16,6 7 12 0,-3 7 8 0,-2 2 8 16,2 14 3-16,-2 0 4 0,4-12 6 0,-1 8 4 15,-1-8 1-15,0-1 7 0,4 0 2 0,-2-5 2 16,1-1 3-16,1-4 2 0,-2-7 7 0,-3 2-5 15,5-6-1-15,-5-1-6 0,1-1-6 0,-2-3-9 16,0 1-12 0,2-5-13-16,-3 2-2 0,1-2-21 0,-1 0-9 15,0-1-10-15,-1 1-7 0,1-5-9 0,0 3-59 0,0-3-73 16,0 0-244-16,0 0-534 0,-7-13 237 0</inkml:trace>
  <inkml:trace contextRef="#ctx0" brushRef="#br0" timeOffset="41213.8">4761 9397 25 0,'6'-7'229'0,"6"2"-17"0,-1 0-6 15,-2 1-3-15,4 0-7 0,-4 0-17 0,1 4-16 16,3-3-15-16,-2 6-12 0,2 0-8 0,0 1-12 0,-2 2-8 16,5 3-9-16,-4 3-3 0,0 2-2 0,-2 5-14 15,-1-1-8-15,-1 5-10 0,-2 4-3 0,-6 1-6 0,0-3-1 16,-5 1-5-16,-3-1-4 0,-1 1-6 0,-2-3 1 15,-1-1-5-15,-2-1-5 0,2-6 1 0,3-1-2 16,0-2-3-16,-1 0-2 0,3-4-1 0,2-2 7 16,0-3 7-16,2 0 16 0,1 2 27 0,-2-1 50 15,0-2 43-15,4-2 40 0,-4 1-13 0,4-1-15 16,0 0-22-16,4-12-15 16,0 0-17-16,4-3-9 0,1-2-12 0,5-5-11 15,3-3-20-15,0-5 2 0,1 0-23 0,6-13-11 16,-5 12-5-16,7-8-1 0,-7 7-6 0,-2 3-5 15,-3 3-3-15,-6 10 3 0,0 1 7 0,-3 6-1 16,-1-1-6-16,0 4-5 0,-1 0-1 0,-1 1-13 16,0 1-15-16,-1 0-11 0,-1 4-36 0,0 0 4 15,0 0 4-15,-1 13 1 0,-3 4 6 0,-3 6 6 0,1 6-2 0,-2 0 3 16,2 5-3-16,3-3 13 0,5 2 3 0,0-2 3 16,6 2 0-16,5-4-8 0,7-4-16 0,8-1-29 15,13 3-46-15,4-7-61 0,10-3-94 0,0-9-460 16,1-5-789-16,-4-4 349 0</inkml:trace>
  <inkml:trace contextRef="#ctx0" brushRef="#br0" timeOffset="49945.51">6428 8369 162 0,'-2'-5'223'0,"2"-1"-15"0,-2 1-17 15,2-1-15-15,2 1-9 0,0 0-12 0,-2 0-16 0,4 1-17 0,0-1-9 16,2 0-10-16,4 1-15 0,-2 0-11 15,4 2-9-15,0 2-6 0,1 3-8 0,8 1-11 0,-3 3-7 16,2-1 4-16,-1 6-6 0,3 4-5 0,-2 6 1 16,-2 1-8-16,-1 2 4 0,-2 2-5 0,-6 1-2 15,0 2 0-15,-5-1-2 0,-4 5-2 0,0 0 2 16,-5 0-2-16,-4 2 6 0,-1-3-4 0,-6-1 2 0,2-2 5 0,-7 0-4 16,-1-1-1-16,3-4 0 0,-3-2 1 15,3-2 1-15,1-4-3 0,1-3 4 0,4-2 1 16,2-4 4-16,2 1-1 0,1-5 8 0,2 0 20 0,1 2 17 15,1-3 35-15,0 0 26 0,2-2 39 0,2-1 1 16,0 0-26-16,0 0-13 0,0-16-18 0,6 2-8 16,3-3-20-1,5-9-13-15,5-3-5 0,3-11-15 0,10-3-22 16,-3-3-6-16,3 3 10 0,-2 1-24 0,-1 3-1 0,-6 8 0 16,0 3-3-16,-6 0 1 0,0 1 1 15,-2-1 5-15,-1 7-2 0,-5 6 6 0,-4 5 0 16,1 1-5-16,-1 1 8 0,-2 1-3 0,-2 3-9 15,2 0-9-15,0-1-20 0,0 1-23 0,-3 4-14 0,0 0 11 16,0 0-3-16,-6 17 12 0,0 0-2 0,0 2 5 0,-5 8-1 16,2 1 10-16,1-1 1 0,-1 3 4 0,7 0 0 15,2 0 0-15,2-1 0 0,6 1 0 0,1-4-5 16,5 0-4-16,4-4-6 0,6 0-25 0,5-3-31 16,7-7-39-16,14 0-62 0,2-5-83 0,-11-4-273 15,-3-6-591-15,2 0 262 0</inkml:trace>
  <inkml:trace contextRef="#ctx0" brushRef="#br0" timeOffset="50584.36">7123 8008 239 0,'3'-2'236'0,"-3"2"-21"0,1-6-20 0,-1 6-21 15,3-4-17-15,-3 4-20 0,0 0-13 0,0 0-14 16,0 0-10-16,1 12-9 16,0-5-10-16,2 5-8 0,-3-2-7 15,1 4-7-15,3 1-9 0,-4 2-2 0,0 1-5 0,3-1-3 0,-3 1-8 0,0 2 1 16,1-4-3-16,-1-6-5 0,0 4-4 16,0-2 1-16,0-4-2 0,0 0 0 0,0-1-1 15,-1-3-2-15,2 3 13 0,-2-4 36 0,2-1 30 0,-1-2 31 16,0 6 36-16,0-6 9 15,0 0-18-15,0 0-10 0,9-8-18 0,-4 0-12 0,0-1-20 16,3 0-1-16,2-6-12 0,1 1-11 0,0 1-3 16,-1-1-12-16,-3 4 3 0,0 1-10 0,-1 4-12 15,0-1-4-15,-2 3-5 0,0-1-1 0,-1 2-11 16,1 0-10-16,-4 2-6 0,9 0-5 0,-4 4 12 16,1 1-20-16,3 3-6 0,-2 1 2 0,0 1-11 15,7 6-19-15,-5 0-20 0,5 1-22 0,-5-1-25 0,4 6-29 0,1-6-34 16,-5 2-41-16,0-3-90 0,1-1-212 15,-6-2-564-15,1-2 250 0</inkml:trace>
  <inkml:trace contextRef="#ctx0" brushRef="#br0" timeOffset="51209.21">7834 8012 92 0,'0'0'144'0,"0"0"-3"0,0 0-7 0,0 0-10 0,0 0 1 16,-8-1-18-16,8 1-6 0,0 0-5 0,0 0-4 15,0 0-1-15,0 0-1 0,0 0 0 0,0 0-1 16,0 0-9-16,0 0-13 0,0 0-3 0,0 0-4 16,0 0-8-16,27-3-1 0,-9 2-6 0,4 0-5 15,6-5-2-15,2 4-4 0,1-2-6 0,4 0 0 16,-2 3-3-16,0-3-5 16,-2 1 0-16,-2 0-5 0,-8 2-1 0,-2 0-1 15,-4-2-2-15,-5 1-14 0,-1 2-16 0,-4 0-20 16,2 0-14-16,-7 0-5 0,0 0-23 0,0 0-38 0,0 0-190 0,-13 7-333 15,-1-5 147-15</inkml:trace>
  <inkml:trace contextRef="#ctx0" brushRef="#br0" timeOffset="51617.98">7941 8024 205 0,'-5'-1'236'15,"5"1"-7"-15,0 0-9 0,0 0-7 0,0 0-12 16,0 0-12-16,0 0-16 0,-4-3-18 0,4 3-19 15,0 0-15-15,0 0-14 0,0 0-12 0,0 0-16 16,0 0-13-16,0 0-6 0,2 9-11 0,-2-1-1 0,1 4-10 16,0 3-2-16,4 4 1 0,-2 5-3 0,1 5 0 31,-2 0-6-31,2 7-2 0,1-2 0 0,0 12 1 0,4 1-2 0,-5-11 0 0,2 11-1 0,2-2-1 0,-4-9-2 16,2 0 0-16,-3-1-2 0,2 12-2 15,-4-12-3-15,-1-1 10 0,0-2-9 0,0-3 0 16,0-1-6-16,-4 1 2 15,2-11 6-15,-2-1-6 0,-1-1-3 0,0-4 4 16,-3-1 1-16,0-1 3 0,-2-1-3 0,-4-1 6 16,3-2 5-16,-7-2-3 0,-1-3-1 0,-1-1-3 15,-9-3 3-15,3-4 2 0,0 0-1 0,0-1 3 16,-2-2 3-16,10 1 7 0,-1 1 9 0,2-3 1 0,2 1-1 16,-2 2-4-16,5-1-4 0,3 4-2 0,-1-1-1 15,2-1-3-15,3 3-5 0,-1 4 1 0,0-6 1 0,1 5-9 16,5 1 0-16,-2-4-9 0,2 4-26 0,-4-4-23 15,4 4-42-15,0 0-7 0,0 0-16 0,0 0-23 16,0 0-43-16,15 9-64 0,-10-6-266 0,5-3-543 16,3 3 239-16</inkml:trace>
  <inkml:trace contextRef="#ctx0" brushRef="#br0" timeOffset="52224.28">8203 8681 34 0,'3'-3'232'0,"-3"3"0"0,1-5-6 0,-1 5-11 0,0-7-18 15,0 7-18-15,5-1-17 0,-5 1-18 0,0 0-15 16,0 0-18-16,0 0-10 0,0 0-10 0,0 0-10 16,0 0-8-16,5 11-8 0,-5-5-3 0,4 2-9 15,-4 4-4-15,0-2 1 0,0 3-11 0,1 4 0 16,-2 1-6-16,1 2-3 0,0-1-4 0,-4 1 1 15,0 5-5-15,3-6-1 0,-3 0-4 0,2 0 1 0,-2-5-3 0,4-1 0 16,-3-2 3-16,2-3-7 0,1-3 2 0,-2 1 2 16,4 0 35-16,-4-2 30 0,2-4 30 0,2 5 33 15,-2-5 25-15,0 0-8 0,0 0-22 0,0 0-20 16,8-12-12-16,-6 2-3 0,6 1-19 0,-2-7-5 16,2-1-7-16,0 0-5 0,2-6 1 0,3 2-15 15,-6 4-11-15,2 0-12 0,-1 4 7 0,-2 2-4 0,1 3-2 16,-1 1-6-16,-3 0-13 0,2 3-2 0,-3-1 2 15,1 2-18-15,-3 3-8 0,8 0 1 0,-8 0-21 0,11 8 14 16,-7-4 3-16,1 6-2 0,0-2-1 0,4 3-6 16,-4 1 13-16,4 3-3 0,-2-1 1 15,-1 2 6 1,0-3 1-16,1-3-6 0,-1 1-21 0,-1-1-11 16,0-2-20-16,-1 0-4 0,0-3-10 0,-2 1-4 0,1-1-3 15,1-3 6-15,-3 3 5 0,-1-2 8 0,0-3 7 16,0 0-4-16,0 0-41 0,0 0-36 0,0 0-29 0,0 0-34 0,4-10-59 15,-4 2-191-15,-1-1-492 0,2 0 218 0</inkml:trace>
  <inkml:trace contextRef="#ctx0" brushRef="#br0" timeOffset="52658.05">8688 7821 46 0,'0'-4'212'0,"0"4"-24"0,0 0-17 16,0 0-16-16,0 0-15 0,12 13-18 0,-2 2-7 0,3 10-12 15,1 5-7-15,9 16-9 0,-5 5-4 0,5 6-2 16,0 25 0-16,-1 2 12 0,-3 7 8 0,-6 3-1 16,-3-2-6-16,-2 1-11 0,-4-4-9 0,-7-7-5 15,2-23-7-15,-4 1-7 0,-2-3-2 0,-4 4-6 0,-1-6 4 0,3-2-4 16,-6-2-4-16,-5-5-1 0,5-13-5 15,-7 7-5 1,3-11 0-16,-1 2-6 0,-4-3 0 16,0-3-1-16,-1 0 0 0,1-4-3 0,-3-3-4 15,-4-2 0-15,1-1-30 0,-1 0-43 0,-2-5-54 16,1-2-70-16,-5-7-255 0,3-2-469 0,4-5 207 0</inkml:trace>
  <inkml:trace contextRef="#ctx0" brushRef="#br0" timeOffset="53473.93">6543 7802 21 0,'-2'-3'203'0,"2"-1"-14"0,0 4-16 16,-1-5-19-16,-2 1-12 0,3 4-16 0,0 0-18 16,-1-3-7-16,1 3-12 0,0 0-14 0,-8 10-12 15,3 0-7-15,-9 11-4 0,-3 11-7 0,-7 11-4 0,-3 10-4 0,-14 27-2 16,-1 1 8-16,-1 7-4 0,0 7 2 0,5 4 20 16,0 3 4-16,10-3-8 0,5 0 9 0,10-12 11 15,8-26 3-15,9 19 3 0,1-21-4 16,10-3 2-16,6 0-4 0,5-1-2 0,6-5-4 0,8-2 3 15,2-5-6-15,3-6 6 0,1-4-2 0,1-1-5 16,4-9-4 0,-5-2-4-16,3 0-1 0,-16-9 0 0,-1-4-5 15,1 1-9-15,-7-3 3 0,-6 0-6 0,-8-4-5 16,-1 1 3-16,1-3 9 0,-5 3 12 0,1-3 8 16,-3 2 7-16,0-1 4 0,-5-1-3 0,9 0-8 15,-9 0-9-15,5 0-2 0,-5 0-9 0,0 0-21 16,0 0-19-16,8-3-62 0,-6 0-66 0,1 0-66 15,2-6-91-15,2 1-322 0,3-3-650 0,2 1 288 0</inkml:trace>
  <inkml:trace contextRef="#ctx0" brushRef="#br0" timeOffset="54159.17">9537 8375 127 0,'-6'0'160'0,"6"0"-8"0,-7 1 4 15,7-1-5-15,0 0 2 0,0 0-8 0,0 0-10 16,0 0-13-16,0 0-12 0,0 0-4 0,0 0-3 16,21-7-11-16,-2 3-10 0,10 2-10 0,5-3-7 15,0 4-5 1,17-7-6-16,-11 6-7 0,15-3-1 0,1 0-4 15,-5-1-9-15,-11 3-3 0,-2-2-3 0,-1 2-2 0,-5 1 2 16,-4-1-6-16,-6 3-2 0,-3-1-2 0,-6-2-3 0,-4 2 1 16,-2-1-10-16,0 2-7 0,-2 0-16 0,-5 0-13 15,9 2-10-15,-9-2-2 0,0 0-29 0,0 0-34 16,-13 5-46-16,4 0-173 0,-3-2-352 0,-4 2 156 16</inkml:trace>
  <inkml:trace contextRef="#ctx0" brushRef="#br0" timeOffset="54475.88">9688 8715 247 0,'-4'4'281'0,"0"-2"-9"15,4-2-19-15,-4 3-25 0,4-3-20 0,0 0-22 16,0 0-17 0,21-3-20-16,-1-1-18 0,15-2-10 0,2 2-12 15,18-6-11-15,1 1-11 0,4 3-6 0,-1-1-10 16,0-3-8-16,-4 9-8 0,-3-5-3 0,-16 2-10 0,-3 1 5 16,-6 1-8-16,-9 0-3 0,-4 2-5 15,-4-2-5-15,-1 1-2 0,-1-1-13 0,-2 1-11 16,-6 1-11-16,5-2-21 0,-5 2-35 0,0 0-37 15,0 0-55-15,-25 3-113 0,7-3-140 0,0 2-447 0,0-4 198 0</inkml:trace>
  <inkml:trace contextRef="#ctx0" brushRef="#br0" timeOffset="58214.93">11514 7858 92 0,'0'0'150'0,"-2"-2"-12"15,2 2-4-15,0 0-8 0,0 0-6 0,0 0-9 16,0 0-12-16,-4-3-8 0,4 3-5 0,0 0-8 16,0 0-4-16,0 0-10 0,0 0-1 0,0 0-8 15,0 0-2-15,0 0 1 0,0 0-3 0,0 0 0 16,0 0-3-16,0 0-6 0,0 0-4 0,0 0-1 0,0 0-9 0,0 0 0 15,0 0 6-15,0 0-5 0,0 0-5 0,0 0-3 16,0 0-2-16,29 0-2 0,-9 0 1 0,11 0-5 16,6-4 7-16,16 0-7 0,4-1 4 0,-2 1-5 15,5-3-1-15,-4 2 7 0,1 2-5 0,-4-5 2 16,-14 5-5-16,-4-3-3 0,1 4 3 0,-5 0-6 16,-9-1 2-16,-3 2-3 0,-8 0-8 0,1 1-6 0,-5 0-17 0,-2-2-6 15,-5 2-12-15,0 0-13 0,0 0-21 0,0 0-21 31,-19 4-66-31,0-2-119 0,-4 0-309 0,-5 1 136 16</inkml:trace>
  <inkml:trace contextRef="#ctx0" brushRef="#br0" timeOffset="58761.33">11514 7952 132 0,'0'0'186'0,"0"0"-20"0,0 0-10 15,0 0-25-15,0 0-18 0,0 0-6 0,18 0-6 16,-13 5-16-16,2 1-9 0,1 3-5 0,1-1-2 16,4 2-10-16,2 3-8 0,0-1-4 0,0 1-4 15,2 1-6-15,8 2-1 0,-6 0-6 0,9-4 0 0,-10-1-6 16,6 2 1-16,-6-4 0 0,0 0-9 0,1-2 2 15,-3-2 3 1,-2 1-5-16,-1-3-1 0,1-1 2 0,-3 3-1 16,-2-3-7-16,0-2 5 0,-4 2 0 0,3-1 20 0,-3-1 11 15,-5 0 10-15,10 2 9 0,-10-2 1 16,5 0 2-16,-5 0-5 0,9-2-8 0,-9 2-4 16,0 0-11-16,4 3-10 0,-4-3-18 0,4 4-3 15,-4 3-2-15,0 4 0 0,-4 7 1 0,-2 11-5 0,-5 3 2 16,-4 18-3-16,-3 8 3 0,-11 25 3 0,-7 1 0 0,4-4-1 15,0 2 0-15,3-6 3 0,8-19-4 0,-11 23-1 16,13-25-4-16,-2 1 8 0,5 0 5 0,1-3 9 16,3 0-1-16,2-6 3 0,4-13 3 0,1 1-5 15,-2 0-3-15,5-6-1 0,-1 0-7 0,0-5 1 16,1-5 0-16,2-1 1 0,-1-4-2 0,-1 0-1 16,2-6 0-16,-1 2 1 15,1-4 1-15,-2 1 0 0,2-3-5 0,2 0 4 16,-2-1 0-16,0 1 12 0,0-4 9 0,0 5 8 15,0-5 1-15,0 0-6 0,-2 5 0 0,2-5-2 16,0 0-12-16,0 0-8 0,0 0-13 0,0 0-22 16,0 0-25-16,-2 2-49 0,2-2-78 0,0 0-66 15,7-9-198-15,-4 5-474 0,1 0 210 0</inkml:trace>
  <inkml:trace contextRef="#ctx0" brushRef="#br0" timeOffset="59185.01">11592 9600 33 0,'-5'2'232'0,"1"-1"-21"0,4-1-16 16,-8 1-7-16,8-1-8 0,-6 1-13 15,6-1-11-15,-4 2-8 0,4-2-12 16,0 0-10-16,0 0-16 0,0 0-12 16,-5 0-11-16,5 0-10 0,0 0-8 0,0 0-5 15,0 0-7-15,0 0-4 0,0 0-6 0,0 0-7 16,0 0 0-16,0 0-3 0,0 0-1 0,0 0 1 0,0 0-3 16,0 0-1-16,0 0-2 0,0 0-3 0,0 0 5 15,33-3-12-15,-10 2-1 0,10-3-5 16,21-2 3-16,5-2 0 0,7 1-6 0,25-3 1 0,1 3 2 0,0-3 9 15,-28 3 6-15,28 1 2 0,-28 3-3 0,-3-2-2 16,-3 1-4-16,-20 3-1 0,1-3 1 0,-4 4-3 16,-4-3-3-16,-12 3-2 0,0-1-3 0,-9 1 3 15,2-2-1-15,-4 2 0 0,-2-1-2 0,-6 1 7 16,9-1 8-16,-4-1-15 0,-5 2-9 0,8 0-4 16,-8 0-12-16,6-1-20 15,-6 1-54-15,0 0-72 0,0 0-114 0,-18-7-184 16,9 2-495-16,0-1 220 0</inkml:trace>
  <inkml:trace contextRef="#ctx0" brushRef="#br0" timeOffset="71339.8">14084 8226 114 0,'-8'0'130'16,"8"0"-8"-16,-5 2-3 0,5-2-7 0,0 0 0 16,-9 0-10-16,9 0 7 0,0 0-6 0,0 0-8 15,0 0 3-15,0 0-17 16,0 0 2-16,0 0-7 0,-8-2-7 0,8 2-6 16,0 0-3-16,0 0-2 0,0 0-2 0,0 0-4 15,0 0-4-15,0 0-1 0,0 0-5 0,0 0 1 16,0 0-6-16,0 0 1 0,0 0-3 0,0 0-6 15,0 0-5-15,0 0 5 0,0 0-5 0,0 0-4 16,0 0 0-16,0 0 1 0,0 0 1 0,0 0 2 16,0 0 0-16,0 0 3 0,0 0 2 0,0 0-1 0,0 0-1 15,0 0-5-15,0 0 4 0,0 0-4 0,0 0 0 16,0 0-4-16,0 0 0 0,0 0-3 0,0 0-6 0,0 0 3 16,0 0-3-16,0 0-1 0,0 0 0 0,0 0-4 15,0 0 4-15,0 0-4 0,0 0 0 0,0 0 1 16,0 0 1-16,0 0-7 0,0 0 4 0,0 0 0 15,0 0 0-15,0 0-3 16,0 0 0-16,0 0 3 0,0 0-2 0,0 0 2 16,0 0 2-16,0 0-3 0,0 0-1 0,0 0 0 15,0 0 0-15,0 0 2 0,0 0 0 16,0 0-1-16,0 0 0 0,0 0 3 0,0 0-6 16,0 0 1-16,0 0 0 0,0 0-2 0,0 0 2 0,0 0 4 15,0 0-2-15,0 0-4 0,0 0 1 0,0 0 0 16,0 0-1-16,0 0 4 0,40-1-1 0,-18 0-1 0,6-3-1 15,5 2 6-15,2-2-4 0,3 1 2 0,4 0 5 0,13-3 0 16,-17 3 0-16,2 0 1 0,1-1 0 16,-3 1 1-16,-3 1-4 0,-3 0 1 0,-4-1-1 15,-8 3-3-15,-2-3 1 0,-4 2-1 0,-2 1-4 0,-5 0-8 16,2-1-3-16,-4 1-8 0,-5 0-11 0,11 0-4 0,-11 0-15 16,6-2 9-16,-6 2-8 0,0 0-10 0,0 0-18 31,0 0-20-31,-17 6-16 0,12-5-25 0,-4 3-60 15,2-4-115-15,0 1-337 0,2 1 150 0</inkml:trace>
  <inkml:trace contextRef="#ctx0" brushRef="#br0" timeOffset="71724.12">14940 8061 292 0,'0'-5'283'16,"1"0"-22"-16,-1 0-8 0,0 1-24 0,0 4-19 16,0-7-18-16,0 4-23 0,0 3-17 0,0 0-20 15,0-4-16-15,0 4-17 0,0 0-10 0,0 0-11 16,0 0-9-16,5 9-6 0,-2-2-8 0,-1 2-5 16,2 2 1-16,-4 0-11 0,4 6-6 0,-3 1-6 15,3 0-2-15,0 1-2 0,-4-1 0 0,3-1 0 16,-1 3-4-16,-2-1-4 0,4-2-1 0,-4-1 0 15,3-3 1 1,0-3-3-16,0 2-4 0,-3-3 0 0,1 1 1 16,2-4-1-16,-3 0-3 0,1-1 5 0,0 0-2 15,1-3-1-15,-2-2 2 0,1 7 0 0,-1-4-3 0,0-3 3 16,0 4-2-16,0-4 2 0,0 0 0 0,1 3-1 16,-1-3 0-16,0 0 2 0,0 0-3 0,0 0-2 15,3 2-1-15,-3-2 0 0,0 0-10 0,0 0-12 16,0 0-10-16,0 0-15 0,0 0-47 0,0 0-62 0,0 0-52 15,6-9-263-15,-3 2-505 0,2 3 225 0</inkml:trace>
  <inkml:trace contextRef="#ctx0" brushRef="#br0" timeOffset="72008.42">15208 7865 12 0,'0'0'253'0,"2"-5"-24"0,-2 5-31 0,2-2-19 16,-2 2-20-16,0 0-18 0,9 10-11 0,-1 1-11 0,-1 6-6 16,6 6-14-16,0 7 0 0,2 2-11 0,3 12-4 0,0 2-4 15,1-3-8-15,-5-9-4 0,-4 14-6 0,-2-13-6 16,-3 14-4-16,-2 1 1 0,-10-4-9 0,-2 2 0 15,-6-4-2-15,-7 2-4 0,-7-3-10 0,-8-4-10 16,-5 0-29-16,-3-5-35 0,-5-3-48 0,-1-7-70 16,-5-4-211-16,-2-3-405 0,2-6 180 0</inkml:trace>
  <inkml:trace contextRef="#ctx0" brushRef="#br0" timeOffset="72455.13">14109 7868 82 0,'-15'2'178'0,"-3"3"-17"0,-9 7-8 16,0 4-20-16,-3 6-8 0,-14 13-15 0,6 3-8 16,-3 6-9-16,5 2 2 0,2 5 3 0,4-1-3 15,5 3-8-15,3-1-8 0,11 3 8 0,3 1 4 16,12-5-8-16,2-1-6 0,11-4-4 0,8-1-1 0,11-3-9 16,11-5-5-16,29 8-2 0,9-13-7 0,-22-13-35 15,28 0-70-15,-2-9-96 0,-25-3-199 0,-2-6-381 0,-8-6 168 16</inkml:trace>
  <inkml:trace contextRef="#ctx0" brushRef="#br0" timeOffset="75347.67">15499 7586 211 0,'3'-7'202'0,"-2"2"-12"0,3-1-5 0,-1-1-16 16,-1 3-11-16,2-1-10 0,1-2-13 0,2 2-12 15,2 1-11-15,0-3-10 0,3 5-11 0,-3-3-6 16,4 4-3-16,-2 4-5 0,2 0-8 0,5 5-5 0,0-2 2 16,4 11-7-16,-3 0-5 0,-1 7-2 15,1-3-1-15,-3 4-5 0,-3 1-5 0,-2 3-3 16,0-2-5-16,-2 2 7 15,-4-1-11-15,-1 1-2 0,-4-2-4 0,0 3 1 16,0-5-5-16,-4-6 0 0,-1-1 0 0,-1-4 1 16,2 0 0-16,0-5 2 0,-1 1 1 0,1-3 13 15,0-2 15-15,0 1 25 0,2-4 18 0,-1 1 4 16,3-3-2-16,0 0-1 0,-14-12-10 0,12 1-7 16,-2-6-9-16,3-2-5 0,2-10-14 0,4-3-18 15,5-1-7-15,4-14-11 0,4 3-21 0,4 1-11 0,-3 9-14 0,-1 4-27 16,1 2-31-16,0 4-39 0,-7 7-46 0,-1 5-54 15,-2-2-297-15,-2 6-569 0,-5 3 252 0</inkml:trace>
  <inkml:trace contextRef="#ctx0" brushRef="#br0" timeOffset="76452.07">16974 7913 163 0,'2'-5'212'0,"-2"1"-22"0,0-1-21 0,3 0-19 0,0 0-16 15,3 1-12-15,3-3-15 0,0 4-10 16,3-2-11-16,-1 3-8 0,2-1-8 0,6 3-13 0,0 3-3 16,-2 3-5-16,-1 2-7 0,1 1 1 0,6 6 1 15,-3 3-12-15,-1 3 3 0,-3-1-4 0,-4 4-6 16,-1-1 3-16,-3 4-5 0,-4-1-1 0,-2-1-5 16,-3 0 2-16,-2-5 5 0,-1 5-9 0,-2 0 1 15,-5-2-2-15,2-5 2 0,-3-1 3 0,-2-2 0 16,1 1 2-1,-2-4 2-15,1 0 3 0,0-2 0 0,5-3 3 16,0 1 0-16,-2-3 10 0,5-2 9 0,1 1 17 16,0 0 25-16,1-2 20 0,0-1 25 0,4-1 29 15,0 0-1-15,0 0-18 0,-6-7 0 0,7 0-30 0,6-6-18 16,0-4-22-16,10-6-13 0,2-2-3 0,4-2-15 16,9-11-8-16,1 2-9 0,2 0 0 0,-11 9-6 15,2 2 1-15,-1-1-5 0,-3-1-1 0,0 8 1 0,-7-3-5 0,-1 7-3 16,-2 3 21-16,-4 3-15 0,-1 1 2 0,-2 0-7 15,0 4-3-15,-1 0-2 0,-1 1-4 16,-1 1-28-16,2-1-24 0,-4 3-10 0,0 0-1 16,0 0 6-16,-5 18 3 0,-2-3 7 0,1 3 1 15,-3 6 17-15,0 2-5 0,4 2 4 0,2-2-2 0,2 2 8 16,4 0 1 0,3-2 4-16,8 2 1 0,3-2 5 0,7-1 3 15,5-2-28-15,20-1-36 0,-3-5-52 0,13-1-97 16,-2-8-302-16,3-3-567 0,-1-8 251 0</inkml:trace>
  <inkml:trace contextRef="#ctx0" brushRef="#br0" timeOffset="77368.39">17635 7390 8 0,'0'0'217'0,"0"-4"-19"0,0 4-16 15,4-4-23-15,-3 0-17 0,3 3-12 0,1-2-16 16,4 1-14-16,-2 1-5 0,4 1-15 0,1 0-8 15,1 1-9-15,6 1-2 0,-1 2-2 0,4 4-7 16,-4-4-7-16,-8 4-4 16,7 2 0-16,-3 2-5 0,-3 0-7 15,-1 2 1-15,-2 1-11 0,-3 2 5 0,-2 0-2 0,-6 1-3 16,-2 8 2-16,-1-4-2 0,-9 3 0 0,-3-4 1 16,-3 0-6-16,1-4 3 0,-1 0 0 0,-2-2 2 15,7-3-2-15,-2-3 3 0,1 1 3 0,0 0-1 16,5-5 0-16,2 0-6 0,1-1 3 0,0-1-3 15,4 2-1-15,-1-3 0 0,3 1 9 0,0-2 12 0,-1 2 1 0,4-3-6 16,0 0-6-16,-1 3-1 0,1-3 3 16,10 2-2-16,-1 1 8 0,5-2-1 0,4 2 2 15,1-1-2-15,3 0-2 0,9 0 0 0,-1 0-2 0,2 2-1 16,-2-2-1-16,-2 1-1 0,-8-2 4 0,1 2-12 16,-7-2-1-16,0 1-3 0,-4-1 1 0,-2 1 0 15,0-1 0-15,0-1-2 0,-4 1-2 0,1-1-3 0,-5 0-4 16,9 2-4-16,-9-2-1 0,5 1-4 0,-5-1 0 0,0 0-10 15,0 0-19-15,0 0-29 0,0 0-33 16,0 0-40-16,-18-8-41 0,13 5-239 0,0-1-452 16,2 0 200-16</inkml:trace>
  <inkml:trace contextRef="#ctx0" brushRef="#br0" timeOffset="77669.75">18390 7321 239 0,'-3'-6'265'0,"6"2"-24"16,-3-2-23-16,0 4-24 0,0 2-20 0,0-4-21 15,0 4-33-15,0 0-10 0,0 0-15 0,-13 14-10 16,3 1-9-1,-3 8-6-15,-5 0-4 0,1 9-10 0,0-2-6 16,0 18-2-16,6-13-8 0,4-1-1 0,1 2-2 0,7 0 2 16,4 10-3-16,2-11-2 0,4-4-1 0,6 0 1 15,3 0-7-15,2-3-2 0,2-2-16 0,7-5-27 16,-3-1-52-16,0-3-48 0,7-4-99 0,-6-4-148 16,-1-2-396-16,-5-5 175 0</inkml:trace>
  <inkml:trace contextRef="#ctx0" brushRef="#br0" timeOffset="78139.06">18603 7499 95 0,'0'-4'293'0,"0"-1"-14"16,3 1-9-16,-2 1-18 0,-1 3-21 0,0-5-21 16,0 5-27-16,0-5-20 0,0 5-19 0,2-3-18 0,-2 3-15 15,0 0-13-15,0 0-13 0,0 0-7 0,2 11-7 16,-2-4-9 0,1 4-5-16,2 4-8 0,-3 0-3 0,-3 5-7 15,2 5 0-15,-3 0-6 0,4 1 0 0,-4 0-4 16,3 0-3-16,1-8-3 0,0 2-2 0,0-7-5 15,0 0 0-15,1-2 1 0,-1-2-3 0,-1-2 3 16,1-1 1-16,0-2-2 0,0 1 1 0,0-2 38 16,0 1 34-16,0-4 35 0,0 0-7 0,0 0-11 15,0 0-13-15,7-11-9 0,4-2-14 0,-1-1-5 0,3-2-6 0,5-5 5 16,-1-3-18-16,0 4-6 0,0 0-2 0,1 1-4 16,-8 7-2-16,0 3-7 0,-2 2-9 0,-2-1 8 15,0 4-16-15,-2-1 3 0,2 3-9 0,-1 0-20 16,-5 2-10-16,10 2-5 0,-5 2 6 0,4 3-10 15,0-1 0-15,1 8-12 0,0 2-19 0,2 1-27 16,-2 1-26-16,7 4-33 16,-3-1-40-16,0-3-60 0,-4-4-307 0,3 2-608 15,-4-6 269-15</inkml:trace>
  <inkml:trace contextRef="#ctx0" brushRef="#br0" timeOffset="78408.55">19149 7643 174 0,'0'0'214'0,"-4"-3"-13"0,4 3-15 15,-4-2-7 1,4 2-11-16,0 0-6 0,0 0-10 0,0 0-14 15,0 0-17-15,0 0-9 0,0 0-10 0,11-3-11 16,0 2-8-16,10 0-10 0,0-1-5 0,11-1-3 16,0 0-14-16,5 3-4 0,3-5-7 0,1 3-3 0,9-2-4 15,-10 1-2-15,-4 3-14 0,-4-3-14 0,-1 1-23 16,-14-1-22-16,-2 2-21 0,-5 1-35 16,-2-2-51-16,-3-2-214 0,-5 2-393 0,0 2 174 0</inkml:trace>
  <inkml:trace contextRef="#ctx0" brushRef="#br0" timeOffset="78640.28">19269 7522 180 0,'0'0'295'0,"-4"-3"-7"0,4 3-12 16,0-5-20-16,0 5-29 0,0 0-23 0,-1-4-21 16,1 4-24-16,0 0-19 0,0 0-17 0,0 0-12 15,0 0-12-15,5 14-11 0,-4-3-11 0,3-1-7 16,0 8-9-16,0 1-4 0,0-1-6 0,2 7-1 15,-2 1-13-15,1-3-32 0,-2-3-24 0,-2 1-30 16,0-4-26-16,-1 4-21 16,4-5-26-16,-4 3-12 0,-4-4-66 0,4-1-191 15,0-4-423-15,-5-2 188 0</inkml:trace>
  <inkml:trace contextRef="#ctx0" brushRef="#br0" timeOffset="79041.17">19689 7484 135 0,'3'-5'326'0,"-3"4"-27"0,0 1-34 0,0 0-18 15,0 0-39 1,1-6-21-16,-1 6-20 0,0 0-20 0,0 0-14 15,9 12-14-15,-1-6-14 0,1 10-11 0,1-2-8 16,-1 2-11-16,4 1-10 0,-3 9-1 0,2-1-6 16,-1 0-9-16,-3-7-2 0,-2 0-6 0,-2 3-7 15,0-4 0-15,-2 0-5 0,0-5-8 0,-1-2 1 16,-1 0-6-16,0-4-2 0,-1 1-1 0,1-3 4 16,0 1-3-16,-2-1 7 0,2-4 3 0,-5 4 4 0,5-4 6 0,0 0 8 15,0 0 11-15,-11-11-14 0,8 4 14 0,-2-4-2 16,5-1-8-16,0-5-3 0,0-1-4 0,5-10-5 15,3 3-11-15,0 0-8 0,3-1-3 0,2 2-10 0,1 3-3 16,-4 4-11-16,2 4-14 0,-1-1-18 16,1 3-21-16,-1 1-23 0,-5 4-33 0,2 1-33 15,1-1-35-15,1 2-49 0,-6 1-209 0,1 1-487 0,-1 0 215 0</inkml:trace>
  <inkml:trace contextRef="#ctx0" brushRef="#br0" timeOffset="79290">20067 7193 220 0,'2'-5'314'0,"-1"1"-31"0,1-3-30 15,0 3-27-15,0 2-27 0,-2 2-22 0,10 1-19 16,-1 5-17-16,2 1-16 0,3 9-10 0,6 5-9 15,-3 7-11-15,1 4-7 0,7 14-10 0,-12-2-1 0,-4 6-6 16,-2 0-7-16,-6-1-6 0,-5 5-6 0,-3-1-5 16,-9-7-13-16,-7 2-4 0,-5-6-8 0,-8 0-6 15,-4-7-20-15,-8 2-43 0,-7-4-49 0,-24 8-65 16,22-16-297-16,-1-5-494 0,0-7 219 0</inkml:trace>
  <inkml:trace contextRef="#ctx0" brushRef="#br0">14117 9157 94 0,'0'0'114'0,"0"0"0"0,0 0-15 16,0 0-1-16,0 0-14 0,0-4-2 0,0 4-10 16,0 0-10-16,0 0-6 0,0 0-9 0,0 0-3 0,0 0-5 0,0 0-3 31,0 0-3-31,0 0-5 0,0 0-2 0,0 0-3 16,0 0-4-16,0 0-4 0,0 0 1 0,0 0-2 15,15 7 1-15,-11-7-9 0,1 2 5 0,0 1 6 0,3-1-10 0,0 0 0 0,-1-2 2 0,6 0 2 16,0 0-9-16,4 0-1 0,2 0 3 0,0 0 6 31,1 0 3-31,10-3-7 0,-2 2 2 0,1 0-1 0,-2-3-5 0,4 4 3 16,-1-2 7-16,1 1-4 0,1 1 2 0,0-2-10 15,1 0 4-15,-1 1-2 0,3 1 1 0,-1-2-5 16,3 2 6-16,0-1-3 0,-5-1 1 0,4 0 7 16,-1 0-2-16,-2-1-3 0,-3 0-2 0,1 3-1 15,-3-1 0-15,3 0-1 0,-9 1 0 0,0 0 1 16,7-2-2-16,-9 1 7 0,8 0-5 0,-1 1-1 0,1 0 0 0,-5 0-1 15,9 0 5-15,-3 0-2 0,1 0 0 0,0-3-2 16,1 3 1-16,0 0 5 0,-2 3-8 0,3-3 0 16,-2 0 0-16,0 0 1 0,2 0 1 0,-4 0-1 0,3 2 6 15,0-2-6-15,-3 2 4 0,2-2-2 16,-2 1 0-16,3 0 0 0,1 0-5 0,0-2 6 16,0 0-6-16,4 0 7 15,0-1 1-15,-2 0-6 0,4 2 5 0,-2 0-5 16,0 0 2-16,-3 0 0 0,4 0-2 0,-3 0 1 15,2 0-5-15,0-3-5 0,4 3 3 0,-3-4 2 16,3 4-1-16,-1-3-1 0,0 2 6 0,-1-1-6 0,3-1 5 16,-3-1-8-16,-1 3 2 0,5-3-2 0,8-1 5 15,-13 3 1-15,3-3-1 0,-3 4-1 16,15-5 4-16,-15 4-3 0,2-1 2 0,0 2 1 0,-2-2 3 0,3 1-6 16,1-2 7-16,-3 1 2 0,2 2-7 0,0 1 3 15,12-4 2-15,-16 3-4 0,3-2 5 0,-3 3-3 16,0-1 2-16,0 0 0 0,-3-1-7 0,-1 2 3 15,1-2-1-15,0 2 4 0,-1 0 3 0,1-1-8 0,0 1 4 16,1 0-3-16,0-2 2 0,2 2-4 0,1-3 4 16,-1 2 3-1,3-2 2-15,11 2-6 0,-9-1 13 0,9-1-8 16,-9 1-3-16,9-4-3 0,2 5 5 0,-16-2-4 0,15 1 4 16,-10 0 2-16,-4-1 1 0,0 3-7 15,1-2 4-15,1 1 1 0,-6-1 3 0,5 1-2 16,1 1 0-16,-5 0-6 0,-1 0-3 0,-1-1 5 0,2-1 3 0,-2 2-8 15,-2 0 2-15,2 0-7 0,0-2-3 16,-2 2 4-16,5 0 7 0,-3-1-6 0,1-1 5 0,3 0-3 16,-1 1 2-16,1-2 4 0,-1 2-4 0,5-2 1 0,-2 1 8 15,-2-1-1-15,1 0 2 0,1 2-3 0,2 0 9 16,-7-2-12-16,2 2 14 0,-5-4-8 16,2 4-2-16,0-3-4 0,0 2 5 0,-2-2-3 15,-1 4 1-15,4-1-2 0</inkml:trace>
  <inkml:trace contextRef="#ctx0" brushRef="#br0" timeOffset="86703.17">15387 9948 64 0,'0'0'144'0,"0"0"-12"16,-4-3-5-16,4 3-6 0,0 0-7 0,0 0-5 15,0 0-6-15,-1-4-9 0,1 4 2 0,0 0-11 0,0 0-13 16,0 0-5-1,0 0-8-15,0 0-8 0,0 0-6 0,0 0-5 16,0 0-4-16,13-2-6 0,-8 2 0 0,5 0-5 16,2 0 0-16,1 0-8 0,8 0 5 0,7 0-2 15,2 0 7-15,2 4 0 0,1 1 1 0,-4-2-8 16,5 2-1-16,-5 2-4 0,-2 2-1 0,-1 2 1 16,-1 3-1-16,-9-1-6 0,2-1-3 0,-5 2-8 15,-3 2 0-15,-2 3-6 0,-4-3-6 0,-4 5 2 0,-8 3 4 0,-5 1 0 0,-5-1-6 0,-3 2 1 31,-6-1 5-31,-2-3-3 0,-2 2 7 0,-1-5-2 16,-3 0 3-16,3-1 1 0,0-3 0 0,0 1 0 16,3-3-3-16,0 0 7 0,3-1-4 0,7-4 7 15,1-1 0-15,4 0-2 0,4-3 1 0,2-3 4 16,4 4 7-16,-1-3 3 0,0-1-1 0,1 1 0 0,4-2 4 0,0 0-5 0,0 0 9 0,14 6 9 16,-1-8-2-16,6 0 17 0,11-1 1 0,-1-1 5 15,7 1-4-15,16-2 1 0,-2-1 1 0,-13 0-5 16,5 3-5-16,-2 1-4 0,-3 0-2 0,-1-2-5 15,-6 1-3-15,2 0-1 0,-12 1-5 0,-4 1-3 16,-3 0-1-16,0 0-2 0,-6 1 3 0,0 0-5 16,-1-2 1-1,-1 2-4-15,-5 0 8 0,10 0-1 0,-10 0-2 0,0 0-2 16,8 0-3-16,-8 0-2 0,5-1 0 16,-5 1-5-16,0 0-9 0,0 0-12 0,0 0-22 0,0 0-21 15,0 0-26-15,0 0-40 0,0 0-38 0,-23-1-215 16,18-4-410-16,1 2 181 0</inkml:trace>
  <inkml:trace contextRef="#ctx0" brushRef="#br0" timeOffset="87242.62">15940 9610 69 0,'-1'-6'263'0,"1"6"-18"0,1-2-15 0,-1 2-26 15,2-4-21-15,-2 4-19 0,0 0-21 0,0 0-17 16,0 0-19-16,2-4-33 0,-2 4-28 0,0 0-9 0,0 0-6 0,0 0-10 0,3 13 1 16,-2-6-2-16,-1 1-9 0,0 1 5 0,0 1-3 15,2 2-1-15,-4 3-3 0,4 2 1 0,-2-3 0 16,0 2-2-16,-2-3 1 0,2-1-5 0,0-2 2 0,0 0 1 15,0-3 0-15,-1-2-2 0,1 1 1 16,0 0 4-16,-1-4 8 0,1-2 26 0,1 5 27 16,0-1 27-16,-1-4 35 15,0 0 7-15,0 0-13 0,0 0-12 0,0 0 0 16,10-12-25-16,-3 1-10 0,0 5-7 0,1-3-9 16,-3 4-3-16,0-2-10 0,0 2-8 0,-1 1-3 15,0 0-5-15,0 0-8 0,1 2-4 0,-3 0-18 16,1 0-16-16,-3 2-9 0,9 1-6 0,-1 2-12 15,2-1-5-15,0 5-13 0,-1-2-9 0,5 2-25 16,0 6-19-16,0-1-33 0,2 2-44 0,-1-5-281 0,-2 2-503 0,0-2 222 16</inkml:trace>
  <inkml:trace contextRef="#ctx0" brushRef="#br0" timeOffset="87774.6">16467 9649 62 0,'0'0'106'0,"-8"0"-10"0,8 0-17 0,0 0-6 15,0 0-8-15,0 0-3 0,-4 2-13 0,4-2-3 16,0 0-3-16,0 0-8 0,0 0 0 0,0 0-4 16,0 0 0-16,0 0-3 0,0 0-10 0,-5 2 3 0,5-2 1 15,0 0-6-15,0 0-1 0,0 0 9 0,0 0-3 0,0 0 1 16,0 0 5-16,0 0-4 0,0 0 6 0,0 0 3 16,0 0 8-16,0 0 0 0,0 0 12 0,0 0 4 15,0 0 8-15,0 0 6 0,0 0-1 0,0 0-3 16,0 0-5-16,0 0-7 0,0 0-4 0,0 0-4 15,23-3-2-15,-5 2-3 0,12 0-5 0,0-4-1 16,2 1-8-16,3 1-1 0,4-2-6 0,-3-4 2 0,1 8-4 0,-1-5 0 16,-1 1-8-16,-1 0-16 0,-14 4-16 0,2-1-25 15,-12 2-20-15,3-2-37 0,-4 0-37 0,-4 2-141 16,-1-3-305-16,-4 3 136 0</inkml:trace>
  <inkml:trace contextRef="#ctx0" brushRef="#br0" timeOffset="88028.24">16712 9554 50 0,'0'-5'291'16,"0"0"-8"-16,0 0-9 0,0 1-12 0,3 0-12 16,-3 0-12-16,0 4-17 0,0-6-19 0,1 3-19 15,-1 3-24-15,0-4-16 0,0 4-19 0,0 0-34 0,0 0-27 0,0 0-36 16,0 0-17-16,0 0-3 0,0 0-4 0,4 18 2 15,-3-8-1-15,2 3 1 0,-2 4-2 0,4-1 1 16,-1 3-13-16,0-1-17 0,2 8-11 0,1-7-10 16,0 5-32-16,0-4-35 0,-1-3 2 0,0-1-31 15,-2-3-59-15,-3-2-154 0,2-1-384 0,-2-4 170 16</inkml:trace>
  <inkml:trace contextRef="#ctx0" brushRef="#br0" timeOffset="88376.02">16977 9443 135 0,'1'-3'239'0,"-1"3"-25"0,4-4-23 0,1 3-23 16,0 1-14-16,1 0-19 0,6 0-11 0,1 0-13 0,0 1-18 15,4 3-4-15,0 4-13 0,-2-2-7 0,2 5-8 16,-3 0-9-16,-5 2-12 0,4 2-8 0,-7-1-6 0,-1 3-5 16,-1 0-4-1,-4 0-4-15,0 0-2 0,-4 2-4 0,-5-2 0 0,-5 9 0 16,4-9-2-16,-4-2 7 0,1-1-4 0,-2 1-4 16,2-3 1-16,3-2-3 0,0-2 4 0,-1-3-7 15,5 4 5-15,1-5-5 0,-1-1 4 16,3 2 0-16,1-1-2 0,-1-2-2 0,2-1 7 0,1-1 1 15,0 0-2-15,9 6 0 0,2-6 0 0,1 4-4 16,7-4 2-16,0 0-17 0,1-1-32 0,3-2-34 16,7-1-54-16,-12 2-183 0,1-1-344 0,-1 0 153 15</inkml:trace>
  <inkml:trace contextRef="#ctx0" brushRef="#br0" timeOffset="88723.78">17373 9523 14 0,'0'-3'259'0,"0"3"-31"0,4-3-20 16,-4 3-27-16,6-3-17 16,-6 3-15-16,12 1-16 0,-2 2-14 0,1 4-8 15,1 0-12-15,3 4-7 0,-1 1-14 0,1 2-4 16,-3 2-10-16,0 1-6 0,0 0-4 15,-3 0-9-15,-1 0 2 0,-1 1-7 0,1-1-8 0,-4 0-1 16,-4-6-5-16,0 4-1 0,1-3-5 0,-2-2 1 16,0-3 0-16,-2 0-4 0,-1-2 2 0,3 0 7 15,-4-1 15-15,0-2 13 0,5-2 15 0,-9-1 12 0,5-4 10 0,0 0 6 16,-1-5-1-16,3 2-3 0,2-9-6 0,2-1-15 16,8-8-25-16,7-6-28 0,11-7-26 15,-1 2-28-15,5-4-37 0,4 7-40 0,1 1-43 16,-8 10-58-16,3 1-239 0,-4 1-488 0,3 4 216 0</inkml:trace>
  <inkml:trace contextRef="#ctx0" brushRef="#br0" timeOffset="89948.58">19424 9010 87 0,'0'0'157'0,"-9"2"-13"0,9-2-6 0,0 0-8 15,0 0-4-15,0 0-12 0,0 0-8 0,0 0-7 16,0 0-10-16,0 0-7 0,0 0-8 0,0 0-4 16,0 0-6-16,0 0-4 0,0 0-8 0,0 0-3 15,0 0-6-15,0 0-5 0,0 0-3 0,0 0-6 0,0 0-2 0,0 0-5 16,0 0 1-16,0 0-3 0,0 0-1 0,0 0-5 16,0 0 5-16,0 0-7 0,0 0-1 0,0 0-1 15,0 0 0-15,0 0 2 0,0 0 1 0,0 0-1 16,0 0-4-16,0 0 6 0,0 0-6 0,0 0 1 15,0 0-5 1,0 0 0-16,0 0 2 0,0 0 12 0,0 0-13 16,0 0-4-16,0 0 1 0,22 0 1 0,-8-2 4 0,7 0 2 15,10-1-2-15,9-2 2 0,16-2-2 0,10-1 3 0,30-4 8 16,8 3 5-16,6-2-2 0,3 0 4 0,9 1-4 16,2 1 5-16,11 0 0 0,4 4-5 0,-1-1-2 0,-2 1 1 15,-6-1-3-15,-3 2 5 0,-6-3-4 0,-1 1-1 16,-1-2-1-16,-3-1-5 0,-7 1-1 0,-11 0 1 15,-6-2-1-15,-1-1-2 0,-34 4-1 0,2-3-7 16,-3 3 3-16,-6-4 1 0,-14 5 0 0,1-4 2 16,-5 3 14-16,-5 0 16 0,-7-1 17 0,0 2 10 15,-4-1 13-15,-3 1 12 0,-3 2 12 0,-1 1 0 16,-1 0 1-16,-2-1-10 0,-1 2-5 0,1 0-13 16,-3 1-6-16,-3 1-12 0,8-3-27 0,-6 1-25 15,-2 2-37-15,4-2-43 16,-4 2-49-16,0 0-54 0,0 0-51 0,0 0-256 15,0 0-526-15,0 0 233 0</inkml:trace>
  <inkml:trace contextRef="#ctx0" brushRef="#br0" timeOffset="92855.02">18271 9637 132 0,'0'-3'227'0,"-1"0"-4"0,1 3-9 0,-1-9-8 15,1 9-13-15,0-1-18 0,0 1-11 0,-2-4-16 16,2 4-17-16,0 0-13 0,0 0-17 0,0 0-15 16,0 0-18-16,0 0-8 0,5-2-11 0,-5 2-12 0,0 0-8 15,15 7-6-15,-5 2-3 0,-1-3-2 0,4 7-3 0,3 0-2 16,4 4 1-16,-1 2-4 0,-2 1 1 0,0 1-1 15,2 0-2-15,-4 4-5 0,-2-1 2 16,3 1 2-16,-6 1 0 0,-3-1-3 0,0-1 1 16,-2 2-3-16,0 0 0 0,-4 0 1 0,-2 0 0 0,0-7-2 15,-4 0 2 1,1 1-3-16,0-3 2 0,-2 0-3 0,-2-2 1 16,-2-1 1-16,2-2 0 0,2-2 1 0,-2-1 4 15,-1-2-4-15,0 1 1 0,5-3 6 0,-1-1 7 0,1 0 19 16,-2 0 21-16,2-2 19 0,4-2 25 0,-5 3 21 15,5-3 9-15,0 0-6 0,0 0-3 0,-6-13-12 16,8 1-16-16,2-5 11 0,5-6-36 0,1-3-2 16,4-2-11-16,3-4-2 0,-2 1-8 0,11-10-2 0,-1 0-6 15,-6 12-16-15,-1 0 12 0,0-1-5 0,0 5-6 16,-4 2 3-16,-5 6-6 0,1 0-10 0,0 1-8 16,-2 3-7-16,-3 4-21 0,2 1-18 0,-2 0-19 15,-3 4-32-15,2-1-31 0,-1 1-36 0,1 1-31 16,-2 1-20-16,-2 2-39 0,11 0-247 0,-11 0-539 15,12 2 238-15</inkml:trace>
  <inkml:trace contextRef="#ctx0" brushRef="#br0" timeOffset="93186.27">19014 9615 54 0,'-3'-5'251'15,"3"0"-22"-15,1 2-8 0,-1 3-6 0,-1-9-14 16,1 6-17-16,0 3-13 0,0-5-17 0,0 5-8 16,0-4-16-16,0 4-11 0,1-5-11 0,-1 5-14 0,0 0-12 15,0-4-2-15,0 4-25 0,0 0-13 0,0 0-16 16,0 0-1-16,0 0-3 0,2 13-5 0,-2-8-2 0,0 8-3 15,2 3 0-15,-2 1-5 0,0 3 7 0,3 4-3 16,-1 1-1-16,-1-2-2 0,2 4 0 0,0-1 2 16,-1-6-4-16,-1 7-3 0,2-3-11 15,-3 2-12-15,0 0 0 0,0-6-13 16,0 0-10-16,0 1-16 0,-4-1-25 0,4-1-12 16,-2-1-33-16,0-1-63 0,1-1-151 15,-5-5-373-15,1 1 165 0</inkml:trace>
  <inkml:trace contextRef="#ctx0" brushRef="#br0" timeOffset="93355.38">19031 10372 163 0,'3'2'345'0,"-3"1"-14"16,0-3-23-16,5 4-27 0,-5-2-26 15,0-2-28-15,4 2-20 0,-4-2-17 0,0 0-22 0,1 4-16 16,-1-4-21-16,0 0-28 0,0 0-42 0,0 0-71 15,0 0-66 1,18-6-75-16,-5 1-63 0,-3 1-199 0,3-3-445 16,2 0 198-16</inkml:trace>
  <inkml:trace contextRef="#ctx0" brushRef="#br0" timeOffset="93855.65">19784 9726 107 0,'0'-8'289'0,"0"1"-21"16,-1 1-17-16,1 0-13 0,0 1-14 0,0 1-21 0,1 1-16 0,-1 3-24 15,-1-6-20-15,1 6-17 0,0 0-22 0,0-6-19 16,0 6-12-16,0 0-12 0,0 0-5 0,8 14-5 15,-7-4-2-15,4 5-13 0,-2 2-8 0,3 9 0 16,0-7-4-16,-3 8-3 0,2-2-3 0,-1 2-1 16,0-1-1-16,-3-5-2 0,2 5 0 0,0 2-2 15,1-4 1-15,0-5-4 16,0-3-3-16,-2 0 3 0,0-4 0 0,-1 0-4 16,0-3 0-16,-1-2 2 0,0-2 1 0,0 0-2 15,0 0 0-15,1-2 14 0,-1 1 14 0,0-4 20 16,0 0 25-16,-1 6 25 0,1-6 11 0,0 0-1 15,0 0-15-15,-8-12-2 0,5 1-19 0,-6-5 2 16,0-11-10-16,-2 3-2 0,3-5 8 0,0-6-16 16,-1-11-7-16,4-1-5 0,1-1 1 0,3-2-9 0,1 0-6 15,2 0-3-15,5 3-6 0,-2 12 5 0,0 1-8 0,3 2 7 16,0 2-10-16,1 4 2 0,2 0-6 0,-2 8-7 16,6-3 4-16,3 1-2 0,2 6-6 15,6 2-14-15,2 2-12 0,0 2-25 0,5 3-24 0,2 6-23 16,-1 3-32-16,1 2-27 0,-1 5-35 0,-3 4-42 15,0 2-58 1,-5 2-272-16,-1 2-607 0,-3-3 269 0</inkml:trace>
  <inkml:trace contextRef="#ctx0" brushRef="#br0" timeOffset="94434.54">20755 9599 225 0,'0'-6'273'0,"2"1"-14"16,-2 2-12-16,2-4-15 0,-2 7-17 0,0-5-22 16,1 2-19-16,-1 3-21 0,0 0-18 0,0-5-23 15,0 5-23-15,0 0-12 0,0 0-7 0,4 11-9 16,-4-1-9-16,0 3-4 0,2 3-5 0,-2 1-5 0,-2 2-5 0,2 0-2 15,0 5 2-15,-2-3-10 0,-1 4-4 0,3 1-2 16,-4-1 0-16,2-7 0 0,0-1 0 0,1-1-8 16,0-6 3-16,-2 2-1 0,2-4 1 0,1-2 0 15,0-1 2-15,-2 2-1 0,0-4 32 0,4 1 41 16,-2-4 46-16,-2 5 26 0,2-5 19 0,0 0-8 16,0 0-28-16,4-14-14 0,0 2-11 0,4-3-14 15,-1-2-12-15,6-6-7 0,1-2-11 0,-1 1-3 16,2-3-13-16,-2 6-5 0,-3 4-1 0,-1 3-7 15,-2 3-7-15,-2 2-11 16,1 1 1-16,-2 2 2 0,0 1-14 0,-1 2-16 16,0 0-22-16,0-1-40 0,-3 4 9 0,9 2 1 15,-5 2 2-15,3 0 9 0,1 5-9 0,-1 0-6 16,4 7-14-16,0-2-17 0,-1 2-27 0,0 1-22 16,5 8-28-16,-5-8-21 0,0 2-44 0,-1-5-105 15,-3-2-189-15,3-2-567 0,-5-5 252 0</inkml:trace>
  <inkml:trace contextRef="#ctx0" brushRef="#br0" timeOffset="94711.77">21301 9743 67 0,'0'0'237'0,"-4"-3"-10"0,4 3-9 0,0 0-18 16,0 0-4-16,0 0-16 0,0 0-16 16,0 0-10-16,0 0-21 0,0 0-12 0,0 0-16 15,10-5-6-15,1 2-12 16,3 2-8-16,2-2-5 0,6 1-11 0,7-3-7 16,5 2-5-16,0-1-10 0,3 1 0 0,4 2-10 0,-4-2-14 0,-2 1-22 15,-5 1-27-15,-2-2-30 0,-7 1-35 0,-6 0-30 16,-1 2-40-16,-5-4-192 0,-1 0-388 0,-4 0 172 15</inkml:trace>
  <inkml:trace contextRef="#ctx0" brushRef="#br0" timeOffset="94941.7">21495 9582 114 0,'-1'-4'266'0,"-2"2"-2"0,3 2-5 0,-5-6-7 16,1 2-14-16,4 4-12 0,-2-5-15 0,2 5-23 15,-4-2-14-15,4 2-19 16,0 0-16-16,0 0-20 0,0 0-13 0,0-4-15 16,0 4-23-16,0 0-15 0,0 0-6 0,0 0-9 15,-1 15 5-15,-2-3-9 0,7-1-5 0,1 7-4 16,-1 2-2-16,2 5-3 0,1 2 0 0,-1-1-5 16,6 0-14-16,-2 0-21 0,-1 0-36 0,2 0-31 15,1 1-36-15,2-3-54 0,-7-7-283 0,0-3-497 16,1-2 220-16</inkml:trace>
  <inkml:trace contextRef="#ctx0" brushRef="#br0" timeOffset="95436.06">22013 9582 244 0,'1'-4'259'0,"3"2"-24"0,-2-2-19 15,-2 4-18-15,4-6-19 0,-4 6-24 0,4-1-14 16,-4 1-16-16,8 4-13 0,-3 1-8 0,3 3-14 16,0 0-9-16,1 4-5 0,-1 2-9 0,1 2-5 0,1 2-6 0,-2 0-4 15,-2-1-6-15,3 3-8 0,-4-1-4 0,-1 5-3 16,1-3 1-16,-2-3-6 0,-2-2-3 0,2 1-2 16,-3-5-2-16,0-2-4 0,0-3-4 0,-3 0 2 15,3-2-1-15,0-1 2 0,0 2 8 0,0-3 26 16,0-3 26-16,0 0 17 0,-1 4 1 0,1-4-7 15,0 0-5 1,0-14 2-16,-3 6 3 0,3-4-6 0,3 1-12 16,-2-5-10-16,4-1-6 0,3-5-1 0,1-2-5 0,1-4-7 15,3 1 2-15,0 3-14 0,-1-1 0 0,-1 7-22 16,-4 1-4-16,4 1-27 0,0 2-26 16,-3 3-33-16,-1 2-43 0,3 3-33 0,-1 1-44 0,3 0-43 15,-7 3-255-15,7 2-544 0,-2 0 242 0</inkml:trace>
  <inkml:trace contextRef="#ctx0" brushRef="#br0" timeOffset="95736.45">22485 9685 57 0,'0'0'217'0,"0"0"-13"16,-5-2-13-16,5 2-8 0,0 0-6 0,0 0-8 15,0 0-7-15,0 0-20 0,0 0-13 0,0 0-12 16,0 0-13-16,0 0-12 0,0 0-9 0,13-3-7 0,1 1-9 0,4 1-6 16,2 0-13-16,7-2 4 0,3 2-4 0,-1-3-9 15,3 4-6-15,1-3-7 0,3-1-4 0,-3 2-14 16,2-1-16-16,-3 0-19 0,-3 0-30 0,-8 3-28 15,-9-1-38-15,1-2-32 0,-1 0-41 0,-6-1-114 16,-5 1-335-16,-1 1 149 0</inkml:trace>
  <inkml:trace contextRef="#ctx0" brushRef="#br0" timeOffset="95943.28">22649 9566 103 0,'-3'-2'243'0,"1"-3"2"0,1 0 0 16,-1 0-6-16,2 0-8 0,0 1-2 0,0 4-5 15,0-8-15-15,0 8-23 16,2-4-20-16,-2 4-11 0,1-3-21 0,-1 3-15 16,0 0-19-16,0 0-20 0,0 0-13 15,0 0-9-15,0 0-12 0,8 13-7 0,-4-2-7 0,3 4-4 16,-1 6 1-16,7-1-10 0,-1 6-13 0,-1-3-20 16,0 3-23-16,2 0-30 0,0-1-29 0,1-1-42 15,2-2-60-15,-10-7-249 0,4 2-485 0,-2-4 214 16</inkml:trace>
  <inkml:trace contextRef="#ctx0" brushRef="#br0" timeOffset="96275.7">23098 9518 152 0,'0'-8'335'0,"1"2"-23"0,0 1-21 0,0-1-23 16,1 2-25-16,-2 1-28 0,0 3-21 0,1-7-24 0,0 4-22 16,-1 3-31-16,0 0-17 0,0 0-10 15,0 0-7-15,3 18-8 0,-2-6-9 0,0 7-3 16,-2-1-12-16,1 0-3 0,-1 7-5 0,0 0-7 0,-1-4 0 0,2 0-3 16,-1-4-5-16,1 1 0 0,-1 0-5 0,1-1-2 15,0-1-7-15,0-3 8 0,0-3-10 0,0 0 3 16,0-5 0-16,0 4-3 0,0-4 2 0,1 0 9 0,-2-1-13 15,2-1-2-15,-1 0 2 0,0-3-4 0,0 5 4 16,0-5 3-16,0 0-2 0,0 4 2 0,0-4-36 16,0 0-38-16,0 0-43 0,0 0-55 0,5-15-66 0,-4 6-260 15,3 1-524-15,-1-4 232 0</inkml:trace>
  <inkml:trace contextRef="#ctx0" brushRef="#br0" timeOffset="96538.43">23363 9339 212 0,'2'-3'272'0,"0"1"-27"0,-2 2-27 0,5-2-22 16,-5 2-17-16,9 6-18 0,1 2-14 0,2 6-8 15,2 8-13-15,1 7-7 0,2 14-13 0,1 3-7 16,-7 1-7-16,-3-1-9 0,-4 0-11 0,-5 4-5 0,-5-2-10 15,-5-1-5-15,-2-1-9 0,-6-3-3 0,-4-2-5 16,5-10-8-16,-14 9-3 0,-1-6-8 0,-5-1-7 16,-1-3-23-16,-7-1-41 0,-1-5-40 0,-8-4-41 0,3-1-44 15,-38 0-213-15,1-2-426 0,29-13 189 0</inkml:trace>
  <inkml:trace contextRef="#ctx0" brushRef="#br0" timeOffset="97309.57">20642 9303 86 0,'1'-5'221'16,"-1"5"-17"-16,0-6-15 0,0 6-19 0,0 0-15 15,-1-5-15-15,1 5-20 0,0 0-14 0,0 0-14 16,0 0-7-16,-17 13-9 0,8 3-11 16,-9 7-5-16,-4 6-4 0,-6 18-9 0,-18 24-5 0,16-22 4 0,-1 3-3 0,-10 22-5 15,18-21 2 1,-1 2-7-16,7 1-10 0,3-3 5 0,7 6-3 0,3-3 0 0,6-4-2 0,3 2 0 16,9-6 7-16,3-2 1 0,6-6 0 0,4 0 3 15,-3-12 1-15,12 5 6 0,-3-14 4 0,12 6 1 16,1-4-2-16,1-5-1 0,-13-3-4 0,1-3-5 15,-4-2-6-15,-2-3 0 0,-13 0-1 0,-3-1 0 16,-1-3-4-16,-4 2 25 0,-1 0 16 0,1-3 12 16,-3 1 8-16,-1 0 1 15,-4-1-1-15,9 0 1 0,-9 0-12 0,6 2-3 16,-6-2-19-16,0 0-1 0,0 0-14 0,0 0-22 16,8-2-31-16,-8 2-32 0,0 0-42 0,0 0-61 15,0 0-56-15,0 0-80 0,5-5-189 0,-1 0-517 16,3-4 228-16</inkml:trace>
  <inkml:trace contextRef="#ctx0" brushRef="#br0" timeOffset="99418.05">11588 10123 22 0,'0'-3'186'0,"-1"0"-3"0,1-3-18 0,1 3-18 16,-1 3-4-16,1-7-12 0,1 5-10 0,0-3-11 15,1 2-12-15,-1 1-11 0,4-1-4 0,-6 3-12 0,8-4-6 16,-4 3-6-16,-4 1-4 0,10 3-6 0,-4-1 3 16,1 5-8-16,2 1-4 0,0 6-6 15,1 1 0-15,1 2-3 0,0 5-1 0,-2 3-5 0,0 3 2 16,1-1-5-16,-1 2 1 0,-5-1-2 0,1 1-4 0,-1-2 0 31,-3 2-4-31,-1-2 0 0,1-1-4 0,-3-2 2 16,1-6-2-16,-2 1 0 0,-2-5 0 0,3 2-2 15,-1-3-4-15,-1-3 7 0,3-4 2 0,-2 2 0 0,2-2 7 16,1-4 12-16,-1 3 21 0,-2-1 29 0,3 1 39 16,0-5 41-16,0 0 30 0,-4 3 11 0,4-3-22 15,0 0-18-15,3-18-11 0,-2 0-23 0,3 0-15 0,4-7-14 16,-2-4-7-16,5-1-11 0,1-2-5 0,6-14-6 16,0 1-11-16,-2-1-7 0,-1 14-2 0,-2-2-10 15,-1 3-3-15,1 2-8 0,-3 3 4 0,-1 3-9 0,-4 7 2 16,0 4-9-16,0-1 1 0,-1 4 1 15,0 0-3-15,0 0-7 0,-3 2 5 0,0 2-6 16,2 1-21-16,-3-1-33 0,4 3-47 0,-4 2-35 0,1-3-14 0,-1 3-2 0,0 0-14 16,10 7-5-16,-7 0-15 0,2 1-13 15,0 4-22-15,0-3-41 0,-1 1-254 0,0 3-550 16,2-1 244-16</inkml:trace>
  <inkml:trace contextRef="#ctx0" brushRef="#br0" timeOffset="99651.53">12297 10217 275 0,'0'0'251'0,"0"0"-22"0,4-7-25 16,0 3-21-16,1 0-19 0,4-3-16 0,0 2-23 16,1 1-16-16,8-1-35 0,4 0-33 0,-5 2-37 15,3-1-54-15,0 1-68 0,1 1-156 0,-7-1-295 16,4 1 131-16</inkml:trace>
  <inkml:trace contextRef="#ctx0" brushRef="#br0" timeOffset="99833.77">12407 10391 151 0,'-2'3'225'0,"2"-3"0"0,0 0-9 0,0 0-19 16,0 0-20-16,10 2-18 0,3-3-17 0,5-3-15 16,8 3-17-16,1-5-26 0,5 1-36 15,4 0-31-15,-3-2-54 0,3 1-60 0,-1 0-194 0,-5 0-315 16,2-3 139-16</inkml:trace>
  <inkml:trace contextRef="#ctx0" brushRef="#br0" timeOffset="100186.32">12983 10060 157 0,'-2'-4'225'0,"-3"3"-20"16,2-4-21-16,3 5-24 0,-5-3-12 0,5 3-13 16,0 0-15-16,-9 1-17 0,9-1-9 0,-8 9-10 0,2-1-7 15,-3 6-9-15,4 3-8 0,-3 2-5 0,0 4-6 16,-1 0-6-16,1 5-4 0,4-3-1 16,0 2-3-16,2-8 0 0,2 2-6 0,0-2-2 15,1 0 0-15,3 0-1 0,2-4 12 0,2 1 18 0,3-3 17 0,3 0 14 16,4-3 6-16,-1-3 0 0,6-1 2 0,-3-3-5 15,1-3 2-15,1-3-3 0,-2-2-9 0,-3 0 5 16,2-4 10-16,-4-1-16 0,-1-5-14 0,-4 1-7 16,-1-3-7-16,-2-2-4 0,-5-8-7 0,-2 1-8 0,-4-1-10 15,-4 2-12-15,-3-1-13 0,-7 1-21 0,-2 1-21 16,-6 7-31 0,0 5-31-16,-5 0-29 0,-5 5-52 0,4 5-81 15,-1 3-206-15,2 4-513 0,4 1 227 0</inkml:trace>
  <inkml:trace contextRef="#ctx0" brushRef="#br0" timeOffset="101655.9">11960 7235 93 0,'0'0'173'0,"0"0"-12"0,0 0-14 0,0 0-10 15,0 0-9-15,0 0-7 0,0 0-17 0,0 0-3 16,0 0-8-16,0 0-6 16,0 0-3-16,0 0 0 0,0 0 2 0,0 0 5 15,0 0 6-15,0 0 8 0,0 0 9 0,0 0 9 16,0 0 8-16,6-6 11 0,-6 6 7 0,0 0 1 15,0-5 0-15,0 5 11 0,2-6 6 0,-2-1-19 16,-2 0-13-16,4-2-16 0,-1-2-8 0,-1-1-8 16,0 1-12-16,3-5-12 0,-2-1-7 0,0 6-18 15,-1 0 27-15,0 1-13 0,2 0-3 0,-4 3-5 0,2-1-11 0,0 3-5 16,-1-2-14-16,1 1-10 0,-1 1-13 0,-2 0-8 16,3 2-13-16,-3-2-9 0,3 5-21 0,-6-2-19 15,2 1-11-15,-6 2 1 0,-8 5 4 0,-10 6 6 16,-4 3 5-16,-1 3 4 0,-16 9 9 0,3 0-1 15,-5 0 8-15,6 0 2 0,-2 2 3 0,5-1 2 0,5-10 3 16,5 1 3 0,0-1 5-16,0 0-2 0,3-4 6 0,2 2 0 15,8-8 4-15,0 1 10 0,3-1-12 0,6-3 9 16,1-1 0-16,1-1 6 0,3-2-6 0,0 2 9 16,0 0 25-16,5-3 26 0,-8 0 18 0,8 0 5 15,0 0 1-15,-5-5-1 0,0 3-6 0,5-4-8 16,-3-3-2-16,2 4-5 0,1-7-7 0,0 2-16 15,4-2-19-15,0-3-11 0,1 0-6 0,0 4 4 0,-1-1 0 16,5 2 1-16,-3 0-10 0,1 4 1 0,-1-2-4 0,5 0-8 16,-2 4-12-16,2 0-3 0,3 0-6 15,5 5 0-15,-1 3-4 0,3 2 1 0,0 1 1 16,6 7 5-16,-2-1 0 0,6 5 3 0,-3 2 0 16,-1-3 2-16,1 7 3 0,-1-2-1 0,0 2 2 0,1 0 7 15,-4-1-11-15,3-3-12 0,-1-1 1 0,-3-1-2 0,-8-6 1 16,8 2 1-16,-9-3 5 0,3-6 5 0,-6 1 8 15,-3-3 0-15,2-3 5 0,-1 0 0 0,5-3-1 0,-5-3 3 16,1 1 5-16,4-3-2 0,-5-1 3 16,4-3 0-16,-3 1-3 0,3-3-14 0,-2 0-28 15,1-1-46-15,1 4-73 0,-2-5-309 0,2 2-523 16,0-1 232-16</inkml:trace>
  <inkml:trace contextRef="#ctx0" brushRef="#br0" timeOffset="103592.17">10959 8453 143 0,'-2'-5'217'0,"-3"-4"-19"0,0 1-17 0,-2 2-19 0,0 1-20 0,-2-1-17 15,-4 2-8-15,0 2-13 0,-6 1-12 0,0 4-8 16,-3 2-11-16,-1-1-8 0,0 4-7 0,-3 4-8 15,2 0-8-15,5-2-3 0,4 3-3 0,-1-2-6 16,4 1-19-16,-1 2-4 0,5-4-23 0,2 2-6 16,1 0-12-16,-2 0-1 0,5-1-4 0,-2-2-1 15,4 4 1-15,0-4 4 0,4 1 8 0,1-1 4 0,2 1 4 0,2-3 13 16,7 2 18-16,-1-4 16 0,4-3 5 0,-1 0 4 16,-4-1 8-16,3-3 10 0,-2-1 8 0,4-2 16 15,-5-2 13-15,3-2 22 0,-8-1 1 0,1-2 12 16,3-4 9-16,-3 0 23 0,-3-1 8 0,-1-3 0 15,4-9-16-15,-6 2 2 0,0-3-12 0,0-1-12 16,-2 1-11-16,0-6-15 16,0 2-14-16,-1-1-6 0,-2 2-5 0,1 5-18 15,-1 0 0-15,0 9-6 0,-2 0-3 0,3 7-8 16,-1-1-9-16,-2 5-5 0,2 1-6 0,1 2-5 16,0 0-38-16,1 0-48 0,-1 5-4 0,0 0 9 0,0 0 5 15,0 19 5-15,0-2 5 0,1 8 5 16,-3 5-1-16,1 4 8 0,1 0 0 0,1 14 8 15,1 3 9-15,-2-5-1 0,0-10 12 0,3-1-10 0,1 1 2 0,0-3 4 16,-2-1 2-16,3-5 12 0,0-1-14 0,-1-6 1 16,-1-1 1-16,-2-2 6 0,-1-5 1 0,4-2-1 15,-3-3 1-15,-1 0-9 0,2-2 1 0,-4 0 1 16,2 0 9-16,0-3-13 0,2 1 0 0,-2 1 0 16,0-4-3-16,2 3-3 0,-2-3-11 0,0 5-17 15,0-5-22-15,0 0-30 16,0 0-37-16,0 0-37 0,0 0-44 0,0 0-55 15,0 0-162-15,-5 2-471 0,5-2 210 0</inkml:trace>
  <inkml:trace contextRef="#ctx0" brushRef="#br0" timeOffset="103849.08">10542 8997 37 0,'0'0'236'0,"-5"1"5"16,5-1-11-16,0 0-12 0,0 0-23 0,0 0-19 16,21-4-15-16,7-5-17 0,4 2-16 0,7-1-14 15,14-1-12-15,2-3-11 16,0 2-7-16,4 2-8 0,-4-3-9 0,-4 5-6 16,-18 1-7-16,-1 2-9 0,-5 0-10 0,-10 1-12 0,-3 0-28 0,-4 2-31 15,-1 0-37-15,-4 0-23 0,-1 2 6 0,-3 3 16 16,-1-5-13-16,-13 9-18 0,-2-1-37 0,-12 1-160 15,-2 6-327-15,-4-6 144 0</inkml:trace>
  <inkml:trace contextRef="#ctx0" brushRef="#br0" timeOffset="104478.11">10810 9458 109 0,'0'0'223'0,"0"0"-24"15,0 0-21-15,0 0-20 16,0 0-14-16,0 0-17 0,0 0-14 0,0 0-10 15,0 0-17-15,-13-1-7 0,3 5-9 0,1 0-6 16,-10 3-8-16,1 2-4 0,-8 3-6 0,0 1-1 16,-1-1-8-16,3 1-6 0,-1 0-3 0,6-1-1 15,-4 2-6-15,6-3-3 0,2-2-4 0,3 4-1 16,2-6-3-16,1 2-3 0,3-3 2 0,1 5-3 16,1-4 0-16,1 1-2 0,0 0 6 0,3-2 1 0,3 0 7 0,3 1 7 15,1 0 4-15,5-4 2 0,4 3 3 0,3-3-1 16,2-3 2-16,-2-3-6 0,3 3 6 0,-7-5 6 15,6 1 10-15,-6-5 9 0,4 1 11 0,-5-4 8 0,0-3 2 16,-1-1-5-16,2-6-5 0,-4-5-10 16,-2-5-1-16,-1 1-6 0,-2-15-8 0,-3-2-6 0,0 1-1 15,-2 1-7 1,-2-6-4-16,1 16 2 0,0 2 10 0,-4 2 28 16,4 3-1-16,-5 1-3 0,2 10-2 0,2 2 14 15,-4 4-10-15,4 6-4 0,0-1-19 0,1 0-6 16,-3 1-15-16,3 2-28 0,-2 3-29 0,2 1-3 15,0 0 4-15,0 0 4 0,-7 20 1 0,6 0 0 16,-3 8 12-16,3 4 1 0,-3 16 1 0,4-13 3 16,-4 10 2-16,2-8-2 0,5 10 1 0,-3-15-3 0,3 4 17 15,-1-2-9-15,1-2 1 0,1-2-1 0,0-4 6 0,0-6-3 16,-1-4 1-16,0 1-1 0,1-6 3 0,-1 1-19 16,-3-6-9-16,3 4-8 0,-2-6 2 0,1 1-2 15,0 2 11-15,-2-4-3 0,0 0 0 16,0-3 0-16,0 4-10 0,0-4-15 0,0 0-22 0,0 0-204 15,0 0-199-15,-11-17-516 0,4 9 228 0</inkml:trace>
  <inkml:trace contextRef="#ctx0" brushRef="#br0" timeOffset="104895.04">10933 9314 165 0,'4'-2'240'0,"-4"2"-27"0,7-2-29 16,-7 2-24-16,0 0-21 0,5 5-14 0,0-1-8 16,-1 4-16-16,-1 4-8 0,1 0-10 0,-2 5-8 15,3 2-6-15,2 5-5 0,-5 1-6 0,1 0-9 16,-3 0-2-16,1 0-5 0,-4-4-5 0,2-2-3 0,1 0 0 16,-4 1-4-16,-2-3-4 0,2-2-7 0,0-1 1 0,0-4 1 15,2 0-1-15,-1-1 0 0,1-4-2 0,0 1 14 16,1-1 23-16,-1-1 32 0,2-2 38 0,0-2 38 15,-3 2 17-15,3-2-11 0,0 0-17 0,0 0-22 16,8-16-17-16,-3 4-4 0,5-5-25 0,2-8-17 16,-1-4-16-16,2 0-17 0,2-1-15 0,-1-1-4 15,0 0-12-15,-1 0 2 16,1 3 1-16,-5 3-3 0,-1 8-4 0,-2 2 6 16,-1 1 2-16,-1 6 6 0,-1-1-3 0,-2 2-2 15,2 0-2-15,-1 2-13 0,-1 1-13 0,-1 2-17 16,0 2 5-16,0 0-4 0,0 0 11 0,-3 18 0 15,0-8-1-15,-1 6 3 0,0 2 5 0,3 1 5 16,-3 6 0-16,4 0 2 0,3 0 3 0,-2-1-1 16,1-3-1-16,5-5 2 0,-1 2-11 0,7-1-13 0,-3-2-23 0,5-1-35 15,0-4-55-15,5-3-92 0,-2-2-272 0,1-5-552 16,-2-2 244-16</inkml:trace>
  <inkml:trace contextRef="#ctx0" brushRef="#br0" timeOffset="105628.12">11285 8347 211 0,'0'0'236'0,"0"-6"-25"0,0 6-21 0,0 0-21 16,0 0-20-16,0 0-17 0,0 0-17 0,0 0-11 15,0 0-16-15,0 0-5 16,7 20-13-16,-2-6-7 0,0 9-1 16,2 6-7-16,-4 5-11 0,2 13-3 0,0 3 5 0,-2 3 1 15,0 1-4-15,-1 1-6 0,-1-5 8 0,-1 4-1 0,3-7-6 16,-3-12-2-16,3 11-5 0,-1-12 2 15,-1-1-7-15,-1 1 5 0,1-2-3 0,1-3 2 16,-1-3 2-16,-1 0 2 0,3-8-3 0,-2-1 4 0,0-5-5 16,0-2 1-16,1-1 3 0,-1 2-6 0,0-5-6 15,-1 1 2-15,0-2 1 0,2 0-1 0,-1 0-1 16,-1 0 2-16,1-3 1 0,-1-2 8 0,1 7 6 16,-1-7 7-16,2 1-2 0,-2-1 7 0,0 0-7 0,0 0 7 15,0 0-5-15,0 4 0 0,0-4-2 0,0 0-2 16,0 0 2-16,1 4-7 0,-1-4-6 15,0 0 4-15,0 0-1 16,0 0-5-16,0 0-8 0,0 0 0 0,0 0-2 16,0 5 4-16,0-5-8 0,0 0-6 0,0 0 2 15,0 0-2-15,0 0 0 0,0 0-8 0,0 0 6 16,0 0-1-16,0 0-2 0,0 0-5 0,0 0 2 16,0 0-3-16,0 0 6 0,0 0-3 0,0 0-4 15,0 0 9-15,0 0-3 0,0 0-1 0,0 0 0 0,0 0 1 16,0 0 1-16,0 0 11 0,0 0-3 0,0 0 3 0,0 0-3 15,0 0-4-15,15-5 0 0,-4-1-24 0,8 1-23 16,0-2-47-16,0 0-60 0,1-1-85 0,1-6-343 16,-2 2-621-16,-2-1 274 0</inkml:trace>
  <inkml:trace contextRef="#ctx0" brushRef="#br0" timeOffset="106044.65">11358 8332 234 0,'5'-4'210'0,"2"4"-20"0,3-3-21 0,10-2-18 16,-2 3-21-16,15-1-21 0,2 1-55 0,4-1-90 16,-5 1-167-16,-2 1-217 0,-2-3 96 0</inkml:trace>
  <inkml:trace contextRef="#ctx0" brushRef="#br0" timeOffset="108249.63">23611 7635 148 0,'0'-3'210'16,"0"3"-6"-16,0-7-12 0,0 7-12 0,-1-3-16 0,1 3-14 15,0 0-4-15,0 0-21 0,0-5-14 0,0 5-15 16,0 0-9-16,0 0-10 0,0 0-14 0,0 0-12 0,0 0-9 16,0 0-5-16,0 0-3 0,0 0-4 0,9 8-2 15,-4-4-2-15,5 2-3 0,4 4 2 0,4-3-5 16,-1 2-1-16,3 0 1 0,6-2-6 0,-1 2 1 16,2-2-1-1,0 0 0-15,-4-1-4 0,-3-4 0 0,1-2-8 16,-2 3 0-16,3-2 2 0,-5-2 2 0,0-2-4 15,-4 2 2-15,1-3 1 0,0-4-4 0,-2 4 3 0,-3 2-4 16,2-5 4-16,-1 2 9 0,-1-2-6 0,-4-1 14 16,3 3 6-16,-4 0-6 0,2 2 6 15,-2-3 8-15,0-1 0 0,0 3 1 0,-3-3 6 16,4 4 6-16,-5-3 0 0,4 3-1 0,0-2-7 0,-2 4-3 0,0-3-3 16,-2 4-7-16,1-4-2 0,-1 4 0 0,1-3-3 15,-1 3-3-15,0 0-6 0,0 0-5 0,0 0-4 16,3-4-7-16,-3 4-10 0,0 0-13 0,0 0-17 0,0 0 1 15,0 0 2-15,4 10 5 0,-3 1 5 0,-1 4 3 16,0 10 2-16,0 8-1 0,-1 13 4 16,1 10 8-16,-3 3 9 0,-1 29 2 0,0-1 2 0,-2-2-3 0,2-1 3 15,2 4 2-15,-1-2 0 0,3-2-1 0,0 0 4 16,3-24-1-16,3 23 3 0,0-25-2 0,-2-2 2 16,4 2-1-16,-7-5 3 0,3-2-1 0,1-1-2 15,-3-1 5-15,0-14 0 0,4 12 2 0,-6-11 0 16,2-4-2-16,-4 2-2 0,2-3 1 0,-1 3-1 15,1-3 0-15,0-2 1 16,1-2 0-16,-2-7-5 0,1 5 0 0,-1-7 0 16,1-1 0-16,-4 0 0 0,4-5-2 0,-1 0 1 15,0-2 0-15,1-1-1 0,0-4 2 0,-2 3 0 16,2-4-2-16,-1 3-1 0,1-3 5 0,0 0-5 16,0-4-1-16,0 5 3 0,0-1 1 0,0-4-3 15,0 0 2-15,0 6-1 0,0-6-3 0,-1 4 0 16,1-4 4-16,0 5-1 0,0-5-1 0,0 3 3 0,0-3-6 0,0 7 8 15,0-7-5-15,0 6-2 0,0-6 3 0,-3 5-1 16,3-5-1-16,3 3 2 0,-3-3-1 0,-3 4 0 16,3-4 2-16,0 0-3 0,3 4 3 0,-3-4-2 15,0 0 1-15,0 0-3 0,0 0 5 0,0 0-1 16,0 4-3-16,0-4 4 0,0 0-1 0,0 0 1 16,0 0-1-16,0 0 0 15,0 0-1-15,0 0 1 0,0 0 2 0,-4 3-2 16,4-3 1-16,0 0-3 0,0 0 2 15,0 0-2-15,0 0 1 0,0 0-1 0,0 0-1 16,0 0 3-16,0 0 3 0,0 0 2 0,0 0 3 0,0 0 4 16,0 0 0-16,0 0 1 0,0 0 8 0,0 0-7 15,0 0-7-15,0 0 3 0,0 0-1 0,0 0-1 16,0 0 0-16,0 0 0 0,0 0-3 0,0 0-4 0,0 0 4 0,0 0-2 16,0 0 0-16,0 0-5 0,0 0 3 15,0 0 2-15,0 0-4 0,0 0 2 0,0 0 2 16,0 0 0-16,0 0 5 0,0 0 2 0,0 0 1 15,0 0 2-15,0 0-3 0,0 0-1 0,0 0-5 0,0 0 3 0,0 0-2 16,0 0 1-16,0 0-2 0,0 0-4 0,0 0 1 16,0 0 3-16,0 0-2 0,0 0 0 0,0 0 2 15,0 0-9-15,0 0 6 0,0 0 1 0,0 0-1 16,0 0-3-16,0 0-2 0,0 0 16 0,0 0-13 16,0 0-4-16,0 0 5 0,0 0-1 0,0 0-3 15,0 0 1-15,0 0 3 0,0 0 1 0,0 0 1 16,0 0 0-16,0 0-2 0,0 0-2 0,0 0 5 15,0 0-2-15,0 0-4 16,0 0 14-16,0 0-15 0,0 0 0 0,0 0 3 16,0 0-1-16,0 0-1 0,0 0 9 0,-3-12-7 15,3 12-3-15,0 0-3 0,0 0 4 0,0 0 1 16,0 0-2-16,0 0-3 0,0 0 4 0,0 0-2 16,0 0-1-16,-6 0-2 0,1-3 3 0,-4 3 0 15,-3-3-1-15,3 3 1 0,-5 0-3 0,1-1 4 16,0 0-5-16,0-1 6 0,2 1-2 0,-1 1-1 0,0-1 0 0,1 1 1 15,4 0 4-15,0-3-3 0,0 3 1 0,7 0 2 16,-11 0 0-16,11 0-4 0,-8 0 0 0,8 0 1 16,-6-1 1-16,6 1 0 0,0 0 11 0,-7-1-10 15,7 1-3-15,0 0 3 0,0 0-2 0,0 0 6 16,0 0-6-16,0 0 3 0,-10 1-2 0,10-1 0 16,0 0 8-1,0 0-6-15,0 0 1 0,0 0-5 0,0 0 0 0,0 0-1 16,0 0 3-16,0 0 0 0,0 0 0 0,0 0-1 15,0 0 11-15,0 0-11 0,0 0-9 0,0 0-5 16,0 0-16-16,0 0-11 0,0 0-26 0,0 0-25 16,0 0-31-16,0 0-59 0,0 0-62 0,0 0-200 15,0 0-480-15,0 0 213 0</inkml:trace>
  <inkml:trace contextRef="#ctx0" brushRef="#br0" timeOffset="113459.53">7223 13378 33 0,'-3'-3'164'0,"3"3"-9"0,0 0-1 0,0 0-13 16,-6-3-2-16,6 3-1 0,0 0-11 0,0 0-9 0,0 0-9 16,0 0-5-16,0 0-7 0,0 0-9 0,0 0-11 15,0 0-4-15,0 0-2 0,-3-1-7 0,3 1-5 16,0 0-5-16,0 0-2 0,0 0-8 0,13-4-5 16,-1 3-5-16,8-2-3 0,8 1-1 0,3-1-4 0,6 3-13 15,2-4-10-15,12 0-19 0,-14 3-26 0,2 1-37 16,-3-3-38-16,0 3-55 0,-7 0-131 0,-11 0-326 15,0 2 144-15</inkml:trace>
  <inkml:trace contextRef="#ctx0" brushRef="#br0" timeOffset="113643.84">7231 13651 185 0,'-3'4'191'16,"1"-2"-15"-16,2-2-8 0,0 3-4 0,0-3-14 16,17 0-13-16,4-2-15 0,14 1-12 0,18-6-11 15,5 3-30-15,3-1-58 0,3-2-88 0,-8 2-175 16,-4 2-271-16,-16-4 121 0</inkml:trace>
  <inkml:trace contextRef="#ctx0" brushRef="#br0" timeOffset="115345.85">8718 12843 61 0,'-5'-1'154'16,"5"1"-10"-16,0 0-14 0,-4-4-7 0,4 4-20 16,0 0 1-16,0 0-12 0,0 0-5 0,0 0-13 0,0 0-6 15,0 0-12-15,0 0-5 0,0 0-3 0,22 1 3 16,-4-1-13-16,9 1-1 0,7 1-3 16,2-1-3-16,15 3-1 0,3-7-8 0,-3 2 8 0,3-2 1 0,-2 3-6 15,0-3-4-15,-2 1 0 0,-13 1-7 0,-4 1 0 16,2-1-11-16,-7 1-13 0,-10 0-8 0,1 0-18 15,-7 0-21-15,0 1-24 0,-5-1-9 0,-3 0-145 16,-4 0-253-16,0 0 112 0</inkml:trace>
  <inkml:trace contextRef="#ctx0" brushRef="#br0" timeOffset="115963.39">8776 12898 98 0,'0'0'202'0,"0"0"-18"0,0 0-21 0,0 0-14 0,0 0-28 15,0 0-5-15,0 0-7 0,0 0-22 0,0 0-7 16,0 0-7-16,0 0-6 0,9 11-9 0,-3-5-2 15,2 4-8-15,3 2-7 0,3 1-5 0,-1 0 2 0,6 8-11 16,-1 1-1-16,5 0 0 0,0 0 0 0,1 3-2 0,-2-1-1 16,1 0-2-16,1-2-2 0,-1 0-5 0,-1 2 2 15,1-4-4-15,0-2-3 0,-4 2 3 16,-2-8-8-16,-1 2 8 0,-1-4-5 0,-4-2-6 16,3 3-1-16,-5-6 3 0,1-2-2 0,-1 1 2 0,-4-1 0 15,3-1 4 1,-1-4-4-16,-7 2 4 0,12-3 6 0,-7-1-2 15,0 1 11-15,1 0 8 0,1-1 9 0,-3 0 9 16,-3 1 8-16,0 1 4 0,2-2-1 0,1-1-2 16,-4 5-5-16,4-4-5 0,-4 4-8 0,1 0-8 15,-1 0-6-15,0 0-14 0,0 0-2 0,0 0-1 16,4 9 1-16,-4 0-4 0,-5 7-2 0,-2 10 0 16,1 1-1-16,-8 5 0 0,-1 14 1 0,-3 0-4 0,-6 2 3 0,-2 7-2 15,0-3 0-15,-4 27-6 0,4-23 7 0,-2 20 3 16,6-22 0-16,3-2-1 0,1 3 14 0,-1-1-2 15,5-4-2-15,1-1-2 0,3-2-3 0,2-11-2 16,2-3 4-16,-2 1-3 0,2-1-3 0,-2-2 2 16,2-3-1-16,2 0 0 0,-1-1-2 0,0-8 5 15,1-2-8-15,0 0 4 0,0-2 3 0,3-3-7 0,-3-2 3 0,4-1 1 16,-1-3 0-16,-2 1-2 0,2-1 2 0,1-2 0 16,-3 0 0-16,1-1 2 0,2-3 3 0,0 5-6 15,0-5 1-15,0 0-17 0,-1 5-19 0,1-5-27 16,-3 2-39-16,3-2-43 0,0 0-45 0,0 5-203 15,0-5-420-15,0 4 186 0</inkml:trace>
  <inkml:trace contextRef="#ctx0" brushRef="#br0" timeOffset="116332.55">8857 14747 101 0,'0'0'222'0,"0"0"6"0,0 0-5 16,0 0-7-16,0 0-8 0,0 0-16 0,0 0-24 15,17-8-18-15,13 0-14 16,3-3-13-16,20-1-14 0,11-3-10 0,32-4-8 15,-4 3-9-15,4-5-9 0,0 0-5 0,-3 7-8 0,-2-4-8 16,-30 7-4-16,-2 5-8 0,-8-3-1 0,-13 5-6 16,-5-2-3-16,-6 1-2 0,-9 2-1 15,-4 2-3-15,-1-2 0 0,-5 2 7 0,-2 1 8 0,2-1 4 16,-6 0 0-16,5-3 4 0,-7 4-8 0,6 0-9 16,-6 0-12-16,5-3-36 0,-5 3-50 0,0 0-56 0,-14-8-100 15,8 6-235-15,-7-2-497 0,5-1 221 16</inkml:trace>
  <inkml:trace contextRef="#ctx0" brushRef="#br0" timeOffset="118789.61">11261 13106 25 0,'0'0'107'0,"-4"0"-7"0,4 0-8 15,0 0-17-15,0 0 3 0,0 0-6 16,0 0-8-16,0 0 4 0,-9-1-6 0,9 1 5 16,0 0 0-16,0 0-4 0,0 0 3 0,0 0-1 15,0 0-7-15,0 0-7 0,0 0 6 0,0 0-2 16,0 0 0-16,0 0-8 0,0 0-3 0,0 0-5 16,0 0-1-16,0 0 0 0,0 0-6 0,0 0-1 15,0 0-1-15,0 0-7 0,0 0-2 0,0 0 0 16,0 0-2-16,0 0 2 0,37-4-2 0,-10 2-7 0,5-3-1 0,5 3 4 15,14-1-2-15,4-2 1 0,3 0-2 0,3-2 5 16,-1 2-2-16,0-2-8 0,-4 2 8 0,-2-1-4 16,-17 3 0-16,-1 0-6 0,-5 3 6 0,-11 0-19 0,3 0-22 15,-6-4-8-15,-3 3-19 0,-3 0-19 0,1 0-20 16,-5-1-41-16,-2 1-113 0,-1-1-271 0,-4 2 121 16</inkml:trace>
  <inkml:trace contextRef="#ctx0" brushRef="#br0" timeOffset="119183.64">12244 12869 3 0,'0'-5'257'0,"-2"0"-13"0,2 5-9 16,-1-6-18-16,0 3-19 0,1 3-21 0,0-3-15 16,0 3-20-16,0-5-15 0,0 5-17 0,0 0-17 0,0 0-6 15,0 0-11-15,0 0-8 0,0 0-10 0,2 17-4 0,0-7-7 16,-1 5-6-16,-1 1-5 0,3 4-2 0,-3-3-1 16,3 7-7-16,0 3-3 0,-2 1-1 0,2-1 0 15,1 0-4-15,-3-8 0 0,1 1-6 16,0-1 2-16,2-2-3 0,-2-5 4 0,-2 0-4 15,3-2 0-15,-2-2-3 16,-1 1 2-16,1-4-1 0,2 2 1 0,-3-2-2 16,2 0-1-16,-2-1 1 0,1-1-1 0,-1 0 2 15,0-3 0-15,2 5 0 0,-2-5-1 0,0 4-5 16,0-4-4-16,0 0-22 0,0 0-31 0,-5-12-29 0,1 8-23 16,3-2-26-16,-1-1-32 0,1-2-210 15,-3-1-406-15,2 0 180 0</inkml:trace>
  <inkml:trace contextRef="#ctx0" brushRef="#br0" timeOffset="119437.29">12434 12726 30 0,'1'-2'172'0,"-1"2"-20"0,0 0-10 0,9 6-5 16,-5 0-14-16,3 4-5 0,3 6-5 0,3 6-3 15,-3 4-8-15,2 4 2 0,5 2-4 0,-5 14-5 16,0 2-5-16,1 6-8 0,-4-2-8 0,-9 1-8 16,-1-2-1-16,-3 1-3 0,-9 0-10 0,-1-3 0 15,-5-6-8-15,-6-1-6 16,-6 0-1-16,-6-7-7 0,-3-5-7 16,-3 3-26-16,-6-7-24 0,-5-5-33 0,1 0-36 15,-1-8-70-15,-1-4-145 0,-4-3-336 0,6-3 149 0</inkml:trace>
  <inkml:trace contextRef="#ctx0" brushRef="#br0" timeOffset="119791.9">11173 12719 93 0,'0'0'150'15,"0"0"-19"-15,0 0-22 0,-9 7 0 0,5-1-14 16,-3 5-5-16,0 5 3 0,-5 14-12 0,2 2 4 0,-4 13 5 0,3 6-8 15,-6 5 0-15,8 2-9 0,3-2-10 0,-2 1-5 16,6-2-2-16,-1-3-5 0,8 1 2 0,3-6 8 16,2-14-6-16,5-1 1 0,6-3 0 0,6-3 1 15,16 1-7-15,8-4-5 0,7-7-2 0,4-3-19 16,30-1-43-16,-25-11-48 0,30-2-58 0,-9-10-189 16,-19 2-339-16,-8-1 150 0</inkml:trace>
  <inkml:trace contextRef="#ctx0" brushRef="#br0" timeOffset="120292.43">12778 12414 148 0,'6'2'147'0,"2"3"-4"0,2 3-9 0,5 4-8 15,2 7-12-15,1 0-7 0,0 3-4 0,1 4-10 0,-2 2-9 0,-1 0-5 16,-2 2-8-16,0 0-5 0,-5 2-2 0,-1-3-12 0,-3-1-1 16,-1-2-5-16,-4-8-3 0,0 0-4 0,-4-1-2 15,-1-1 3-15,-1-5 0 16,-1-2 3-16,-6-1-6 0,1-2 2 0,-5-3 11 15,0-3 4-15,3-3 10 0,-2-3-2 0,-1-2 0 0,3-4 8 16,0-2 6-16,5-3-2 0,0 0-1 0,5-11-8 16,4 1-7-16,7-3-6 0,3-1-16 0,9-15-24 15,8 4-38-15,2-1-44 0,6 4-42 0,4-2-40 16,5 11-247-16,-6 0-433 0,-6 12 191 0</inkml:trace>
  <inkml:trace contextRef="#ctx0" brushRef="#br0" timeOffset="121293.89">14319 12587 125 0,'1'-5'167'0,"3"1"-17"16,0-2-12-16,2 1-10 0,2 0-10 0,2 0-14 15,2 1-2-15,2 1-9 0,4 0-6 0,-1 3-9 16,3 0-1-16,0 1-9 0,0 4-3 16,1 3-10-16,-2 1 0 0,0 2-11 0,2 7-1 0,-6-2-11 0,1 6 0 0,-4 1-3 31,-2 0 1-31,-2 3-4 0,-3-1-6 0,-5 1-1 16,-4 5-4-16,-2-1-1 0,-3-4 0 0,-7 5 3 15,-3-4-13-15,-1 2 6 0,-4 1 2 0,-1-4-3 16,-1-1 3-16,0-1-5 0,2-3 3 0,0-1-3 15,2-4 1-15,4-4 11 0,3-4 0 0,2 1 11 16,1-4 15-16,6-2 11 0,1 2 25 0,-3-1 24 0,3-3 18 16,1-1 2-16,4 0-3 0,0 0-18 0,-4-10-9 15,7 2-9-15,-1-4-10 0,6 3-14 0,4-8 2 16,-1 5-11-16,3-2-5 0,0 3-6 0,2 0-2 16,-1 1-7-16,-1 3-5 0,-1 0-1 0,3 3-3 15,-3 0-5-15,1 2-7 0,5 2 1 0,-2 0-2 0,2 2 0 16,4 2-1-16,-2 0-7 0,4 3 4 0,-3-1-2 0,-3-1 2 15,3 5-1-15,-4-4-4 0,-2-2 1 0,2 1-6 16,-4 3-5-16,-1-4-9 0,-7-2-8 0,2 1-4 16,-3-3 1-16,3 3 3 0,-2-2-9 0,-6-1-24 15,8-3-19-15,-4-1-16 0,0 0-17 0,1 1-19 16,-5-2-20-16,0-1-28 0,0-2-21 0,-3 1-216 16,1-3-448-16,-2 1 199 15</inkml:trace>
  <inkml:trace contextRef="#ctx0" brushRef="#br0" timeOffset="121593.74">15341 12426 35 0,'0'0'131'0,"-13"8"-12"0,8 1-21 0,-5 6-1 0,-3 4 7 15,-2 9-12-15,-2 3-5 0,0 15 3 0,-4 2-9 16,-3 5-3-16,2-4-4 0,4 2-10 0,0 1-7 16,7-3-3-16,3 0-3 0,9-2-10 0,9-1 6 15,10-1 0-15,5-5-8 0,9-3 4 0,9-2-3 16,8-6-22-16,4-4-31 0,5-8-74 0,-2-3-162 15,-1-2-268-15,2-3 120 16</inkml:trace>
  <inkml:trace contextRef="#ctx0" brushRef="#br0" timeOffset="122110.59">15575 12721 208 0,'0'-5'231'16,"0"3"-2"-16,1-3-18 0,-1 5-17 0,3-6-19 16,-3 6-18-16,1-5-19 0,-1 5-18 0,0 0-12 15,0 0-12-15,0 0-8 0,0 0-13 0,4 16-8 16,-3-10-6-16,-1 5-6 0,4 2-6 0,-3 3-6 0,-2 3-3 0,-3 2-3 16,3 5-3-16,-3-2-6 0,3 0 0 0,-3 3-6 15,0-7-3-15,0 0-1 0,0-1 2 0,3-2-5 16,-1-1 1-16,0-4-4 0,2-3 1 0,-3-3 1 15,3 0 3-15,0-3 22 0,-2 1 28 0,2-4 24 16,0 0-3-16,7 1-10 0,-7-1-6 0,12-11-8 16,1-1-9-16,1-1-4 0,3 0-10 0,2-6-2 0,1 0-6 15,0-1-5-15,-5 8-5 0,0-3-7 0,1 2 0 16,-3 2-1-16,-1 2-6 0,-3 3 1 0,0-2-4 0,-1 5-6 16,-1-2-2-16,1 4-8 0,-1 1-5 15,5 0-3-15,-3 3 9 0,0 2-16 0,4 0-8 0,-3 2-19 16,7 5-27-16,-3-1-33 0,1-2-36 15,-1 3-58-15,-2-4-256 16,2 2-500-16,0-2 221 0</inkml:trace>
  <inkml:trace contextRef="#ctx0" brushRef="#br0" timeOffset="122357.26">16166 12822 112 0,'0'0'225'16,"-6"-1"-19"-16,6 1-20 0,0 0-15 0,0 0-23 16,0 0-17-16,0 0-15 15,27-3-6-15,-13 0-10 0,4 2-10 16,10 0-7-16,3-1-12 0,3 2-5 0,2-1-8 0,1 0-18 15,1-2-18-15,-2 1-32 0,-1 2-26 0,-4-4-43 16,-10 1-53-16,-3-2-148 0,-5 2-303 0,-3 1 134 16</inkml:trace>
  <inkml:trace contextRef="#ctx0" brushRef="#br0" timeOffset="122595.73">16312 12676 59 0,'-2'-3'267'0,"-1"1"-11"0,1-3-16 0,-1 2-14 16,3 3-20-16,-3-3-19 0,3 3-22 0,0 0-20 16,-3-4-18-1,3 4-18-15,0 0-13 0,0 0-15 0,-3 10-10 16,3 1-7-16,0 0-7 0,-1 5-3 0,-2 4-10 16,3 6-1-16,0 0-4 0,0 3-9 0,4-1 1 15,-4 1 2-15,5 0-6 0,-2 0-1 0,3-2-4 16,1 1-19-16,0-3-31 0,1 1-29 0,-3-8-32 15,0 1-31-15,2-3-63 0,-1-3-190 0,0-4-402 0,-2-4 178 0</inkml:trace>
  <inkml:trace contextRef="#ctx0" brushRef="#br0" timeOffset="122996.5">16730 12616 228 0,'1'-4'249'0,"1"0"-25"0,-1 1-19 15,2 1-27 1,-3 2-15-16,6-4-18 0,0 4-15 0,1 4-15 16,0-2-18-16,5 6 3 0,-1 4-13 0,6 2-9 15,-4 1-2-15,2 6-13 0,-1 1-5 0,5 3-8 0,-6-1-4 16,-3 0-4-16,3-2-6 0,-4 1-7 0,0 2 1 15,-5-1-4-15,-2-5-1 0,-2-2-2 0,0 1-1 16,-2-2-3-16,-3 0-7 0,2-5 5 0,-2-1 0 16,4-4-3-16,-2-1 0 0,-2 1 3 0,0-4 0 15,-4 1 11-15,1-4 9 0,8 1 11 0,-13-7 1 0,6 2 0 16,3-4 8-16,-4-1-3 0,5-1 1 0,1-5 2 16,0-2-4-16,4-2-8 0,2-5-3 0,1-1-7 0,6-1-7 15,0-2-9-15,3 2-12 0,0 1-6 16,0 1-12-16,0 4-10 0,-1 4-20 0,-4 4-22 15,4-1-23-15,-7 7-38 16,1-2-45-16,0 1-48 0,-3 3-214 0,1 0-467 0,-1 1 207 16</inkml:trace>
  <inkml:trace contextRef="#ctx0" brushRef="#br0" timeOffset="123261.07">17043 12273 205 0,'3'-3'210'0,"0"-1"-19"0,1 3-23 16,-4 1-17-16,18 8-15 0,0 5-13 0,4 6-12 16,1 8-4-16,10 12-3 0,-5 6-8 0,2 9-5 15,3 21-2-15,-14-21-11 0,-6 3-7 0,-6 1-4 16,-3-2-8-16,-5 0-6 0,-5-3-5 0,-6-5-2 0,-5 0-2 0,2-14-7 31,-10 8-2-31,-6-4-4 0,-3-2-6 0,-5-5-3 16,-6-6-31-16,-2-1-41 0,-10 1-73 0,3-9-247 15,0-1-400-15,1-10 178 0</inkml:trace>
  <inkml:trace contextRef="#ctx0" brushRef="#br0" timeOffset="125076.84">18662 12412 20 0,'0'0'151'16,"0"-7"-19"-16,4 4-8 0,1-1-24 0,-1 1 0 16,6 1-14-16,-3 1-8 0,3-1-5 0,1 2-9 15,2 2-9-15,-1-1-13 0,7 3 4 0,-4 1-11 0,2 4-5 16,-2 0 2-16,0 3 3 0,0 2-7 0,2 6-2 16,-4-2-9-16,1 4 8 0,-5 2-4 0,4 0-3 0,-9 2 4 15,0-1-9-15,-2 1 2 0,-2-1-1 0,-2 1 0 16,-2-8-9-16,-4 2 7 0,-1 4-4 0,3-6 12 15,-3-3 2-15,1 0 7 0,-1-1-4 0,0-5 3 16,4 1-3-16,-4-2 17 0,2-1-13 0,4-2 6 16,-1 0 5-16,0 0 10 0,0-3 13 0,3 2 22 15,1-4 28-15,-5 3 16 0,5-3-3 0,0 0-21 16,0-12-13-16,5 4-11 0,0-2-8 0,4-6-6 0,5 2 0 0,4-13-14 16,1 3-5-16,5-1-8 0,-2-5-1 0,10-7-7 15,-10 7-2-15,6-8-2 0,-5 11-3 0,-4-2-4 16,3 3-2-16,-4 4 1 0,-5 5-4 0,-4 5 4 15,-2 2-5-15,0 1-2 0,-2 5-4 0,-1-4-6 16,0 4-12-16,-3 3-16 0,-1 1-3 0,0 0 1 16,4 10 4-1,-2 2 3-15,-6 5 1 0,2 9-2 0,-1 1 1 16,3 4 7-16,0 0 2 0,3-1-1 0,3 3 2 16,4-2 4-16,4-3-1 0,9 1 2 0,13 1-16 0,10 0-38 15,4-8-47-15,14-5-83 0,-5-8-243 0,4-1-467 16,0-8 208-16</inkml:trace>
  <inkml:trace contextRef="#ctx0" brushRef="#br0" timeOffset="128822.82">19430 11892 118 0,'-2'-3'155'0,"2"3"-6"0,0 0-8 0,-2-5-8 16,2 5-8-16,0 0-13 0,4-4-7 0,-4 4-15 15,9-4-4-15,-4 0-10 0,4 4-10 0,1 0-9 0,8 0-3 16,0 0-6-16,1 0-5 0,4 3-8 0,-3-1 0 16,0 3-3-16,2 0-4 0,-4 1 0 0,-2-1-9 0,3 4 0 15,-3 2-2-15,0-3-2 0,-3 3 1 16,-3 2-3-16,-1-4-5 0,-1 3-1 0,-3 1 2 15,-5-1-8-15,0 5-6 0,-5 0 3 0,-3 0 9 16,-6-1 1-16,-4 4-4 16,-5-1 5-16,2-1-7 0,-2-1-1 0,-1-1 1 15,0-2-2-15,6-6 4 0,-1 3-1 0,0-3 9 16,5 1-6-16,0-1-10 0,2-3 14 0,2-2-5 16,5 1 0-16,-3 0-2 0,5-3 3 0,-1 3 10 15,-1-3-1-15,5-1-4 0,-5 2 2 0,5-2-2 0,0 0 11 16,12 3 9-16,1-3 2 0,10-1 5 15,5 2-4-15,8-2-4 0,0 0 2 0,5 0-3 0,11 1-5 0,-11 0-7 16,9 0 8-16,-14 0-5 0,-2 0 0 0,-1-2-1 16,-5 2-3-16,-7 0 3 15,-2-1-3-15,-6 1-6 0,-2 1-5 0,-2 1-7 0,-2-2-5 16,-1 0-3-16,-6 0-3 0,10-2-1 0,-10 2-9 16,0 0-7-16,0 0-18 0,0 0-9 0,0 0-25 15,-19-3-16-15,13 1-10 0,-1 0-11 0,-3-1-16 0,5 1-145 0,0-1-302 0,1 0 133 16</inkml:trace>
  <inkml:trace contextRef="#ctx0" brushRef="#br0" timeOffset="129292.38">20236 11925 225 0,'-1'-4'249'0,"1"-1"-8"0,1 3-18 0,-1 2-12 0,-1-8-20 16,1 8-20-16,0-5-19 0,0 5-18 0,0-3-17 16,0 3-13-16,0 0-28 0,0 0-30 15,0 0-10-15,0 0-5 0,0 0-3 0,1 15-5 16,-2-5-1-16,0 2-5 0,0 3 0 0,-2 3-9 0,1 1 8 15,-2 6 1-15,-4-1-5 0,4 1 0 0,-1 0 4 16,-2-7-5 0,3 1-5-16,0-6 3 0,0 2-1 0,0-6 0 15,4 3 1-15,-1-5 0 0,-2-1-2 0,1-2 21 16,2-1 35-16,-3 1 30 0,3-2 26 0,0-2 21 0,0 0-6 16,0 0-16-16,0 0-9 0,13-14-1 15,-8 2-24-15,8-2-10 0,-3-1-5 0,10-5-4 16,-4 1-15-16,3 1 1 0,-6 3-6 0,2 0-1 15,-3 2-8-15,-5 4-6 0,3 0-2 0,-2 2-5 0,-3 2-4 0,-1 0-9 16,0 1-12-16,2 0-19 0,-2 2-19 0,-4 2 4 16,10 0 1-16,1 5-15 0,-1-3-15 0,0 8-13 15,3 0-19 1,1 4-33-16,-1 0-31 0,2 1-41 0,0-3-88 0,3-1-177 16,-4-1-503-16,3-2 222 0</inkml:trace>
  <inkml:trace contextRef="#ctx0" brushRef="#br0" timeOffset="129571.4">20846 12032 49 0,'-5'-2'207'16,"5"2"-13"-16,-4-3-17 0,4 3-11 0,0 0-14 15,0 0-14-15,0 0-14 0,0 0-10 0,-2-5-13 16,2 5-10-16,0 0 0 0,0 0-16 0,0 0-4 16,16 0-11-16,-2 0-6 0,5 0-1 0,2 0-2 15,7-4-10-15,1 3-1 0,3-2-6 0,0 2 0 0,0-4-3 0,-3 2-6 16,0 3-2-16,-10 0-14 0,-7 0-16 0,1-1-23 16,-2 1-30-16,-3 0-24 0,-2-3-56 0,-4 2-174 15,-2 1-341-15,0 0 151 0</inkml:trace>
  <inkml:trace contextRef="#ctx0" brushRef="#br0" timeOffset="129787.74">20910 11915 216 0,'0'-4'271'0,"-1"0"-15"0,1 4-20 15,1-6-20-15,-1 6-16 0,-1-3-30 0,1 3-21 16,0-5-36-16,0 5-20 0,0 0-14 0,0 0-12 0,5 17-4 15,-4-6-9-15,2 5-4 0,-1 2-7 0,-1 2-3 16,3 8 0-16,-1-4-3 0,2 4-7 0,-1-3 2 0,1 2-9 16,1-2-12-16,-2 1-14 0,1 0-25 15,0-7-14-15,-4-1-26 0,1-3-29 0,0-3-48 16,-2-1-206-16,0-1-381 0,2-4 168 0</inkml:trace>
  <inkml:trace contextRef="#ctx0" brushRef="#br0" timeOffset="130758.43">21215 11837 173 0,'0'-3'181'16,"0"3"-17"-16,8-8-16 0,-7 5-20 0,7 1-8 16,-2-1-10-16,2 1-4 0,0 2-19 0,-2-2-16 15,3 0 3-15,1 2-5 0,-2 2-8 0,3 0-5 0,-3 0-7 0,-2 0-2 16,2 1-5-16,0 0-5 0,1 4-4 0,-4-2-7 16,0 3-1-16,-1 1-1 0,2 1-8 15,-2 1-2-15,0 2 2 0,-2 1-2 0,-3 1-1 0,0 2 4 16,-3-1-7-16,-1 3 1 0,-3-2-12 0,1 0 5 15,-1-2 5-15,-4-2-1 0,3 1-8 0,2-5 6 16,-1 1-3 0,-1-1 3-16,3-1-3 0,-2-2 2 0,4 0 3 0,0 0-5 15,1-2-1-15,0 0 3 0,-1 2-4 0,3-5 5 16,-3 1-6-16,4-2 5 0,-4 5 1 0,4-2 5 16,0-3 8-16,-4 1 8 0,4-1-2 0,0 0 3 15,0 0 3-15,0 6-6 0,0-6-2 0,0 0 2 16,0 0-5-16,0 0 2 0,0 0-7 0,0 0-2 15,-5 2 1-15,5-2-3 0,0 0 1 0,0 0 0 0,0 0-7 16,0 0 3-16,0 0 2 0,0 0 0 0,0 0-1 0,0 0 0 16,0 0-7-16,0 0 1 0,0 0 5 0,0 0-2 15,0 0-5-15,0 0 3 0,0 0 1 16,0 0-1-16,0 0 4 0,0 0 1 0,0 0 5 16,0 0 6-16,0 0-2 0,0 0 2 0,0 0 1 0,0 0-2 15,0 0-1 1,0 0 3-16,0 0-2 0,0 0-4 0,0 0 0 15,0 0-4-15,0 0 1 0,0 0 1 0,0 0-4 16,0 0 5-16,0 0-11 0,0 0 2 0,0 0 1 16,0 0-3-16,0 0 1 0,0 0-2 0,0 0 1 15,0 0 1-15,0 0-6 0,0 0 8 0,0 0-6 16,0 0 2-16,0 0 1 0,0 0 0 0,0 0 3 16,0 0-3-16,0 0-1 0,0 0 3 0,0 0-2 0,0 0-2 0,0 0 3 15,0 0-2-15,0 0-2 0,0 0-1 0,0 0 2 16,0 0-2-16,0 0 4 0,0 0-4 0,0 0 0 15,0 0-1-15,0 0 3 0,0 0-3 0,0 0 0 16,0 0 3-16,0 0-3 0,0 0 2 0,0 0 0 16,0 0-2-16,0 0 5 0,0 0-4 0,0 0-2 15,0 0 6-15,0 0-7 16,0 0 4-16,0 0 4 0,0 0-2 0,0 0-1 16,0 0-2-16,0 0-1 0,0 0 4 0,0 0-4 0,0 0 1 15,0 0 2-15,0 0-2 0,0 0 1 0,0 0 1 16,0 0-1-16,0 0 0 0,0 0-2 0,0 0 2 15,0 0 2-15,0 0-1 0,0 0-5 0,0 0 3 16,0 0 1-16,0 0-2 0,0 0 4 0,0 0-3 0,0 0 4 16,0 0-4-16,0 0 3 0,0 0-3 0,0 0 2 15,0 0-3-15,0 0 4 0,0 0-1 0,0 0-2 16,0 0 3-16,0 0-3 0,0 0 1 0,0 0-2 16,0 0 6-16,0 0-1 0,0 0-3 0,0 0 3 15,0 0 0-15,0 0 0 0,0 0-4 0,0 0-1 16,0 0 4-16,0 0 2 0,0 0-3 0,0 0-1 15,0 0-1-15,0 0-1 0,0 0 0 0,0 0-2 0,0 0-3 0,0 0-6 16,0 0-13-16,0 0-10 0,0 0-24 0,0 0-70 16,0 0-65-16,-1-12-192 0,-3 10-419 0,3-2 187 15</inkml:trace>
  <inkml:trace contextRef="#ctx0" brushRef="#br0" timeOffset="131328.74">21237 11768 50 0,'0'0'169'0,"1"-4"-13"0,-1 4-13 31,0 0-13-31,5-1-16 0,-5 1-12 0,0 0-9 16,0 0-11-16,13 5-6 0,-9-1 3 0,2 2-13 15,1 1-7-15,-1 4-9 0,2 3 0 0,2 2-5 0,-1 4 1 16,-1 3-8-16,1 4 0 0,0-2-1 0,-2 1-5 15,0-1-3-15,-5 4-4 0,2-3 2 0,1 2-2 0,-2-3 1 16,-2-1-6-16,0-3-3 0,-2-3 3 0,-2 3-5 16,2 4 1-16,-3-10 1 0,2-3-3 0,-2 4-4 15,1-8 4-15,0 0-4 0,-1-2 2 0,1 0 5 16,-1-1-2-16,2-1 7 0,-3-1 10 0,1 0 3 16,-1-2 14-16,5-1 1 0,0 0 19 0,-13-5 13 15,9-1 4-15,-1 0-4 0,3-2 4 0,-1-3 0 16,-1-1-9-16,4 0-3 0,4-7-9 0,0-6-3 15,3-1-9-15,2-3-4 0,3-1-10 0,-1 1-1 0,5-4-3 0,0 5-6 16,0 0-1-16,0 1-4 0,-3 6 0 0,-2 6-3 16,-2 1 1-16,-1 4-7 0,0 0-1 0,-2 3 1 15,-1 0-7-15,-2 4 1 0,-1-1-15 0,2 1-19 16,0 1-32-16,-4-4-30 0,0 6-39 0,5-1 5 16,-5 1-3-16,0 0-8 0,9 7-32 0,-8-5-53 15,-1 2-168-15,0-1-415 16,0-3 184-16</inkml:trace>
  <inkml:trace contextRef="#ctx0" brushRef="#br0" timeOffset="131613.29">21678 11615 50 0,'0'0'183'0,"0"0"-21"16,4-4-12-16,-4 4-23 0,2 12-15 0,2 0-12 15,4 6-7 1,-2 13-8-16,1 3-6 0,-1 16 1 0,0 2-2 16,-2 3-1-16,-6 0-8 0,-2-1-4 0,-1 1-8 15,-4-3-4-15,-3 0-8 0,-3 2-1 0,-7-6-2 0,2-2-3 16,-6-5-11-16,-2-2-3 0,1-10-13 0,-10 3-20 15,-5 0-40-15,10-9-64 0,-4-6-170 16,1-3-304-16,-3-2 134 0</inkml:trace>
  <inkml:trace contextRef="#ctx0" brushRef="#br0" timeOffset="132145.67">20114 11621 111 0,'0'0'177'0,"0"0"-27"0,0 0-11 16,0 0-18-16,0 12-12 0,-2 5-10 0,0 12-2 15,-2 2-6-15,-3 15-9 0,-3 5 3 0,-2 2-7 16,0 2-7-16,3-2-4 0,1 1-8 0,4-2-5 15,4-3-8-15,7 3-4 0,3 0 1 0,6-3-2 16,4-3-10-16,12-2 8 0,8-7-3 0,2-3-1 16,4-5-8-16,8-2-31 0,3-2-47 0,4-11-85 0,2-2-155 0,2-4-313 15,-1-5 139-15</inkml:trace>
  <inkml:trace contextRef="#ctx0" brushRef="#br0" timeOffset="132762.26">22093 12080 22 0,'0'0'170'0,"0"0"-13"15,0 0-12-15,-4-3-12 0,4 3-3 0,0 0-15 16,0 0-6-16,0 0-6 0,0 0-1 0,0 0-1 16,0 0 3-16,0 0-1 0,0 0-2 0,0 0-1 0,0 0 1 0,0 0-8 15,0 0-10-15,9-6-8 0,0 4-17 0,1 1-1 16,10-1-9-16,-4-1-6 0,12-1-1 0,0 0-6 16,4 0-3-16,2 1-4 0,0-1-3 0,3 2-2 15,-1-1-1-15,-4-1 0 0,-1 0-5 0,-10 2-5 16,0-2 3-16,-5 1-1 0,-3 3-3 0,-4 0 1 15,0-1-4-15,-3-1-10 16,-1 2-9-16,2-1-6 0,-7 1-16 0,5-1-21 16,-5 1-14-16,0 0-16 0,0 0-11 0,0 0-23 15,-24-3-16-15,16 3-192 0,0 0-353 0,8 0 157 16</inkml:trace>
  <inkml:trace contextRef="#ctx0" brushRef="#br0" timeOffset="132993.81">22709 11855 145 0,'0'-4'280'0,"3"0"-16"0,-3 0-25 0,2 0-28 16,-2 4-24-16,2-3-24 0,-2 3-18 0,0 0-15 0,0 0-16 0,0 11-8 15,0 0-15-15,-2 8-10 0,-3 5-10 16,5 3-6-16,-4 3-6 0,0 3-5 0,2-2-10 15,2 6-19-15,-1 7-33 0,1 4-39 0,1-13-35 16,1 11-56-16,-2-14-229 0,-1-3-397 0,-1 0 176 0</inkml:trace>
  <inkml:trace contextRef="#ctx0" brushRef="#br0" timeOffset="135431.81">14347 13673 107 0,'0'0'144'0,"-5"-1"-18"0,5 1-11 0,0 0-19 0,0 0 2 16,0 0-10-16,0 0-20 0,-4-4-7 15,4 4-2-15,0 0-11 0,0 0-5 0,0 0 0 16,0 0-8-16,10-3 1 0,-3 3 7 0,-1-2-14 16,1 2-9-16,4 0-1 0,0-1-2 0,5 1 3 0,-3-1-4 0,6 0 5 15,1-1-12-15,7 2-1 0,2 0 2 0,2-1 0 16,1-1 0-16,4 2-5 0,1-2 4 0,1 0-2 16,-1 1 2-16,2 1-6 0,0 0-2 0,1-1-3 15,12 0 3-15,-15 1-3 0,2-2 3 0,-1 0-4 16,14-1 11-16,3 3-11 0,-4-2 10 0,2-2-2 0,2-2 2 15,0 4-1 1,1 1-3-16,-1-2-4 0,-1-1 5 0,-1 3-1 16,1 0-9-16,-14 1 2 0,0-1-3 0,10-3-5 15,-10 6 8-15,-2-4 5 0,-1 1-2 0,2 1 2 16,0-2-4-16,-1 0 4 0,2 1-7 0,-3-1-3 16,0-1 8-16,1 2 5 0,15-2-6 0,-15 3 1 15,2-4-1-15,13-4 11 0,0 6-7 0,-1-2 1 16,2-3-3-16,-3 3 8 0,1 2-8 0,-12 0-14 0,11 0 17 0,-14-2 1 15,3 1-6-15,13 2 6 0,-14-2 7 0,13 3-11 16,-16-1 4-16,4 1 2 0,-1-1-5 0,1-1 4 16,-2 1 2-16,13-1-7 0,-12 0-9 0,-1 1 9 15,3-1 7-15,10 0-5 0,-13-1 3 0,3 2 1 16,-2-3-6-16,13 0-10 0,0 1 16 0,-12 1-5 16,11-2 1-16,-13 0-3 0,15 0 6 0,-2-1-6 0,-9 1 2 15,8 1 0-15,2-2 2 0,-15 3-2 0,17-3-2 16,-3 0 14-16,-11 2-15 0,-2 0 0 0,4 1 0 15,8-4-4-15,-13 3 4 0,4 2-1 0,-1-1 4 16,0-5-2-16,0 5 1 0,11-4 5 0,-14 2 0 16,2 1-7-16,10-4-4 0,-9 5 11 0,11-4-10 15,-12 2 3-15,13 2 6 16,-12-2-3-16,13-2 3 0,-1 4-9 0,0-3 6 16,-13 2-3-16,2 1 6 0,10-3 1 0,-11 3-5 15,-3-1-1-15,0-1-8 0,3 2 11 0,-2-1-1 16,-1 0 0-16,0 1 1 0,3-1-2 0,-2 1 2 15,-1-2 7-15,3 1-12 0,-1-1 8 0,1-1-5 16,12 2 0-16,-13 1 1 0,14-3 0 0,1 0 2 16,-4 3-7-16,2-1 4 0,-15 0 0 0,18 1 2 0,-4 1 0 0,-12-3-4 15,14 1 9-15,-16 1 1 0,17-1 2 0,-16 1 3 16,0 2-5-16,-1-3-5 0,2 3 6 0,-2 0-6 16,-1-1 7-16,1 0-1 0,3-1-8 0,-1-2 6 15,-2 4-1-15,3 0-6 0,12-1 0 0,-13 1 6 16,2-2-7-16,-3 2 1 0,2 0 9 0,-1-2-6 15,1 1-2 1,-1 1 2-16,11-2 1 0,-13 1 4 0,2 0-7 0,0 1-2 16,-3-4-3-16,-2 5 6 0,2-3 6 0,-1 2-5 15,-2-3 0-15,1 3 0 0,-2-2 6 0,2 0-9 16,0 1 3-16,-1-2-12 0,3-1 15 16,1 2-3-16,0 0 7 0,0-1-7 0,-1 1-6 15,1-2 4-15,-1 3-2 0,3-2 0 0,-3 2 2 0,1 0-1 16,-1-1 1-16,5 1-3 0,-5 1 3 0,2 0-2 0,-1 0-2 15,0 3-7-15,2-5 6 0,-2 2 5 0,-1-1-6 16,-2 2 4-16,2 1-1 0,3-2 0 0,-3-3-3 16,1 6 3-16,3-2 0 0,-2 0-7 0,0-2 5 15,0 0 2-15,2-1-3 0,-1 1 4 0,-1 1 0 16,-5-3-2-16,2 2-3 0,-2-2 0 0,0 1 6 16,-1-1 4-16,1 3-1 0,1-2 0 0,-2 0-1 0,-2 0 0 0,-3 3-7 15,-8-3 4-15,4 0 0 0,7-1 1 0,-4 1-3 16,3-1 4-16,0 3-3 0,0-4 2 0,-2 2-8 15,3 1 8-15,-1-4-1 0,0 5 7 0,2-1-6 16,-2-3-2-16,1 3 1 0,-3-2 7 0,2 1-1 16,-1 1-6-16,2-1 0 0,-1 1 2 0,-2-2-1 15,1 0 2-15,1 2-4 16,-2-1-2-16,2 0 2 0,-7 2 0 0,10-1-1 16,-3 1 2-16,1-2 0 0,-1-1 7 0,0 1-9 15,-3-2 5-15,3-1 1 0,-3 2-6 16,1-1 6-16,2-1-5 0,-3-1-1 0,-3 5 2 0,3-3 5 15,3 2-5-15,-2-3 7 0,0 0-4 0,-7 3 2 16,-2-1 5-16,5-1-9 0,-1 2 5 0,-1 0 2 16,7-1-4-16,-8 0-2 0,7-1 8 0,-6 1-1 0,0-4 1 0,-1 5-3 15,3-3 1-15,5 2 6 0,2 3-2 0,-2-4-1 16,1 3-1-16,0-2-2 0,2 2-1 0,-1-2 4 16,0 2 1-16,1 0-1 0,0 2-5 15,-1-4-3-15,-2 1 7 0,-1-2-7 0,5 2 7 16,-4 0-4-16,2-1 7 0,-1-1-12 0,1 3 2 0,-1 0 2 15,-1-4 1 1,0 4-2-16,0-3 0 0,2 4-1 0,-1-3 3 16,6-1-9-16,0 1 9 0,6 0 0 0,-1 3 3 15,13-2 6-15,-4 0-11 0,3-1 5 0,2-1 2 0,0 0-3 16,-2-1 3-16,1 1 7 0,0 0-7 0,3 1-1 16,-2-3 3-16,1 1 8 0,3 1-1 15,-4 0 1-15,1-1 5 0,0 0 9 0,-1 0 4 16,1 0 1-16,-3 0-1 0,-11 0-1 0,10 1 3 0,-11 1 0 0,-3-2-1 15,1-2 2-15,-2 1-1 0,-4 0 2 0,-4 0-4 16,0 1 0-16,-6 0-6 0,-3 0 4 0,2 2 0 16,-5-2-3-16,1 0 0 0,-4 3-6 0,-1-1-1 15,-1-1-2-15,-4 3-5 0,2-1-12 0,-4-1-19 16,-1 2-29-16,-4 1-39 0,5-1-40 0,-5 1-19 16,0 0-18-16,0 0-219 0,0 0-406 0,0 0 179 0</inkml:trace>
  <inkml:trace contextRef="#ctx0" brushRef="#br0" timeOffset="137133.7">15461 14487 42 0,'0'0'157'0,"0"0"-13"0,-1-3-9 0,1 3-13 16,0 0-11-16,0 0-15 0,0 0-11 16,0 0-7-16,0 0-7 0,0 0-9 0,0 0-8 15,8-4-9-15,-8 4 3 0,14 3-9 0,-3-3-2 0,2 0-5 16,6 2 0-16,4 0-13 0,4 3 5 0,2-2 8 0,2 3-8 15,1 2 3-15,-3 1-3 0,2 2-3 0,-3-1-5 16,0 5 12-16,-5 0-4 0,-2 3 2 0,-3 2-23 16,-9-4 0-16,-3 2-6 0,2 0-2 0,-8 9-1 0,-8-2-5 15,-2 1 6-15,-7 0 0 0,-9 1 5 16,-2-2 1-16,-9 3 3 0,-6-1-6 0,11-6 0 0,0-3-1 16,-4-1 2-1,4-1 1-15,-2-3 8 0,0 0-11 0,5-1 4 16,1-1 3-16,9-4-5 0,0 0-6 0,2-1 6 15,3-1-1-15,5 1 3 0,0-5-4 0,1 2 7 16,2 1 2-16,1-2 8 0,1 3-1 0,2-2 4 16,2-3-2-16,2 6 5 0,3-2 15 0,5-2 3 15,7 3-16-15,6-3 3 0,9 1-3 0,4-3-4 16,0 4 4-16,17-4-4 0,-13 0-3 0,1 0-6 0,-2 3 3 0,-1-2-2 16,-3 0 3-16,-3-1-2 0,-4 2-3 0,-7-2-1 15,-2 0 1-15,-6 1-2 0,-3-1 1 0,-1 1 3 16,-1-1 7-16,-3 0 7 0,-5 0 7 15,10 0-1-15,-10 0 3 0,7-1-2 0,-7 1-7 16,0 0-7-16,0 0-13 0,0 0-29 0,0-4-31 16,0 4-46-16,0 0-54 0,-10-8-161 0,4 4-342 0,2-2 152 0</inkml:trace>
  <inkml:trace contextRef="#ctx0" brushRef="#br0" timeOffset="137750.54">16063 14120 184 0,'0'-2'210'0,"0"2"-20"0,0 0-20 0,3-6-19 15,-3 6-17-15,0 0-18 0,0 0-23 0,0 0-9 16,0 0-9-16,6 13-6 0,-2-4-13 0,-4 2-6 0,1 5-2 16,-1 1-4-16,0 0-8 0,0 2-4 0,0 6-1 15,0-1-7-15,-5 2 0 0,4-7-3 0,-3 6 3 16,3-7-4-16,-4-1-5 0,2-1 0 0,-1-4 3 0,0-3-1 15,3 0-1-15,0-4 0 0,-2-1 38 0,3 1 37 16,-1-1 30-16,1-4 12 0,0 0-7 0,0 0-15 16,0 0-10-16,13-13-10 0,-7 2-11 0,3 1-6 0,1-5-10 15,2-1-5-15,0-1-8 0,4-5-3 0,0-2 14 16,-4 7 0-16,1 2-10 0,-2 0-6 0,-4 8-6 16,-1-3-4-16,1 4-2 0,-1-2-9 0,-2 5-17 15,-1 1-13-15,3 0-3 0,-6 2 2 0,11 5-10 16,-2 4-4-16,-4-2 0 0,3 6-3 0,1 2-3 15,0-1-17-15,0 4-20 16,1 0-26-16,3 5-25 0,-3-2-43 0,1-4-63 16,-2-5-237-16,2 4-496 0,-4-5 220 0</inkml:trace>
  <inkml:trace contextRef="#ctx0" brushRef="#br0" timeOffset="138135.63">16636 14284 21 0,'0'0'198'0,"0"0"-6"0,0 0-7 0,0 0-16 0,0 0-16 16,0 0-15-16,0 0-13 0,0 0-11 0,17-5-12 15,-4 5-10-15,9-1-13 0,-3-2-3 0,12 3-7 16,2-2-11-16,1 1-3 0,0-1-11 0,0 2-12 15,-2-3-6-15,3 1-14 0,-5 2-21 0,-8-3-8 16,-1 2-22-16,-5 1-30 0,-3-1-14 0,-2-2-28 16,-5 1-158-16,-3 2-292 0,-3 0 130 0</inkml:trace>
  <inkml:trace contextRef="#ctx0" brushRef="#br0" timeOffset="138351.62">16780 14120 245 0,'0'-2'250'0,"1"-4"-14"16,0 2-14-16,-1 1-18 0,0 3-24 0,2-5-21 15,-2 5-11-15,0 0-27 0,0 0-11 0,0 0-16 16,0 0-10-16,5 8-10 0,-2 4-6 0,-1 4-8 0,2 2-4 16,1 6-5-16,0 0-2 0,-1 3-2 15,1-1-8-15,0 3-2 0,-2-4-3 0,1 1 1 16,3 1-25-16,-2-3-30 0,-1 1-32 0,-3-6-36 0,3 1-31 0,0-4-30 15,-6 1-216-15,2-5-394 0,-2-2 175 0</inkml:trace>
  <inkml:trace contextRef="#ctx0" brushRef="#br0" timeOffset="138752.84">17084 14016 50 0,'5'-4'211'0,"-1"-2"-19"15,1 1-19-15,5 1-5 0,3 1-25 0,-4-1-11 16,5 3-12-16,2 2-8 0,0 0-14 0,2 3-5 0,0 1-12 15,-2 3-5-15,0 0-8 0,-1 4-10 16,-1 0-5-16,-5 2-4 0,1 1-8 0,-5 2 0 16,-1 2-8-16,-2-1-4 15,-5 1-5-15,-3 7 0 0,-6-1-4 0,-3-2-2 16,-2-3 0-16,-1 2-6 0,-2-2-1 0,3-6 1 16,3 1-3-16,0-2 1 0,0-3 3 0,4 3-3 15,1-5-5-15,0 0-2 0,1 0 1 0,3-3-3 16,1-1 3-16,-1 4 0 0,4-4 0 0,1-1 3 15,-2 3 14-15,4-2 13 0,4 0 0 0,6-1-2 16,1 2-5-16,7-1 3 0,7-1-3 0,2 0-4 0,1-1-19 0,-1 0-34 16,3 0-41-16,-3-2-73 0,-7-1-227 0,0-4-401 15,-3 2 178-15</inkml:trace>
  <inkml:trace contextRef="#ctx0" brushRef="#br0" timeOffset="139100.47">17576 14030 220 0,'3'-4'233'0,"2"0"-20"16,-1 3-25-16,1-2-17 0,-5 3-14 0,11 3-19 16,-2 0-11-1,1 3-15-15,-1 2-10 0,2 4-10 0,2 5-7 16,-4 0-9-16,2 4-8 0,3 4-3 0,-5 1-9 0,0-2-2 15,-2 2-8-15,-3-1-6 0,-4-1-3 0,0-4-6 16,0-1 2-16,-2-1-5 0,0-1-1 16,-5-1 3-16,4-5-8 0,-2 0 5 0,1-4-1 15,3 2-5-15,-2-4 3 0,1-2 24 0,-1 3 28 16,2-3 30-16,1-3-2 0,0 0-8 0,0 0-10 0,-11-11-8 0,9 1 1 16,2-1-10-16,3-5-8 0,4-2-8 0,4-7-14 15,4 0-15-15,4-6-28 0,4 1-34 0,4-10-31 16,5 3-28-16,-9 11-28 0,3 4-43 0,-1-2-53 15,-1 6-237-15,-3 0-496 0,-6 9 219 0</inkml:trace>
  <inkml:trace contextRef="#ctx0" brushRef="#br0" timeOffset="140572.4">18730 14145 45 0,'4'-4'154'0,"1"2"-10"15,0 0-11-15,4 1-17 0,0 1-5 16,3 1-16-16,-1 1-5 15,2 1-7-15,5 6-6 0,-2 4-9 0,7 3 0 16,-4 4-10-16,1 1 7 0,-1 2-1 0,1 1-8 16,-2 0-7-16,-1 2-4 0,-3 1-5 0,2-3-2 15,-5 4-7-15,-4-2-4 0,2 0 1 0,-4-1-2 0,-4-4-8 16,2 2 0-16,-6 2 1 0,0-7-1 0,-3-1-1 16,0-1 2-16,-3-1 2 0,0-1 3 0,-5-1 0 15,5-4-2-15,-1 0 4 0,-1-1-1 0,0-4 3 0,0-1 14 16,-1 2 14-16,2-3 25 0,4-2 25 0,-3 0 23 15,1 0 6-15,3-4-4 0,-3-4-7 0,2-1 2 16,1-1 9-16,0-9-11 0,5 1-7 0,1-6-15 16,8-3-12-16,1-1-6 0,7-1-7 0,5-3-15 15,10-6-20-15,-10 10-17 0,12-6-15 0,-9 7-14 16,2 2-6-16,-4 4-15 0,-2 3-14 0,-5 3-27 0,-2 4-39 16,3-1-47-16,-3 6-47 0,2-3-59 0,-4 6-231 15,1-1-529-15,-2 3 234 0</inkml:trace>
  <inkml:trace contextRef="#ctx0" brushRef="#br0" timeOffset="140826.15">19447 14056 209 0,'2'-6'244'0,"0"3"-17"0,0-4-22 0,-1 4-23 0,1-1-18 16,0 1-24-16,-2 3-14 0,0 0-9 0,0 0-19 15,9 5-9-15,-5 5-11 0,2 1-9 0,0 6-5 16,4 10-10 0,-8 1-1-16,6 2-4 0,-3 3-9 0,0 0-4 15,-2 4-2-15,2 10-12 0,-1-10-24 0,-3 8-24 0,2 2-31 16,-2 0-33-16,0 3-40 0,-1-1-203 0,-2-16-360 15,-2-2 159-15</inkml:trace>
  <inkml:trace contextRef="#ctx0" brushRef="#br0" timeOffset="140983.34">19503 14950 326 0,'0'2'344'0,"0"-2"-3"15,0 0-10-15,0 0-13 0,0 0-24 0,0 0-32 0,0 0-18 16,0 0-27-16,0 0-24 0,0 0-32 0,0 0-46 0,0 0-55 15,0 0-75 1,0 0-88-16,14-7-108 0,-9 4-269 0,2-1-519 0,3 2 229 16</inkml:trace>
  <inkml:trace contextRef="#ctx0" brushRef="#br0" timeOffset="141874.71">20897 14205 217 0,'4'-5'253'0,"-3"-3"-20"0,2 1-15 0,-1 1-16 0,1 0-18 16,-2-1-10-16,2 3-10 0,-2-1-17 15,2 2-16-15,-2 0-12 0,-1 3-19 0,1-5-20 16,-1 5-16-16,0 0-11 0,0 0-8 0,7 10-7 0,-5 0-3 0,3 4-4 16,-1 6-8-16,0 4 0 0,0 4-1 0,-2 0-2 15,1 1 0-15,-2-3-3 0,0 6 1 0,-1-2-4 16,0 0-2-16,2 0 0 0,-2-4 1 0,-2 0-1 16,2-5-3-16,0 0-1 0,0-4 0 0,0-5 0 15,4 3-1-15,-4-3 1 0,0-3 0 0,0-2 1 16,0-2 0-16,0 0 8 0,0-1 35 0,0 1 33 15,0-5 33-15,0 3 29 0,0-3 28 0,0 0 5 16,0 0-11-16,0 0-16 0,-7-16-17 0,5 3-23 0,-3-4 0 0,0-10-15 16,0-2-10-16,-1-2-4 0,3-1-2 15,0-14-20-15,3-2-17 0,0-1 7 0,2-1-9 0,4-2-2 16,2 0-6-16,1-1-5 0,2 4-3 0,1 2 1 16,-3 14-6-16,1 3-4 0,0 0-1 0,3 3-2 15,-2 2 5-15,1 8-9 0,1 0 2 0,7 1-8 16,-2 2-2-1,5 2-5-15,5 1-21 0,2 3-22 0,5 5-32 0,5 2-33 16,-2 2-35-16,-1 6-38 0,-1 6-38 16,2 3-51-16,-6 3-66 0,-4-1-271 0,-2 1-658 15,-3 0 291-15</inkml:trace>
  <inkml:trace contextRef="#ctx0" brushRef="#br0" timeOffset="142428.44">22106 14071 188 0,'4'-5'264'0,"-3"-2"-14"16,3 0-16-16,-3 5-26 0,0-3-19 0,3 0-19 16,-4 5-23-16,0-3-22 0,0 3-22 0,0 0-10 15,0 0-15-15,4 10-8 0,-1-1-5 0,-2 4-8 16,-1 4-8-16,1 5-2 0,-1 3-8 0,-1 3 16 0,0-1-7 15,-2 3-5-15,2-2-6 0,-3 1 1 0,0-3-7 16,-1-2-1-16,1-6-2 0,0-2-6 0,2 1 10 0,-1-7-13 16,2 1 3-16,-3-5-2 0,4-1-3 0,0 1 35 15,-2-1 35-15,2-4 50 0,0-1 9 0,0 0-14 16,0 0-13-16,0 0-18 0,6-16 7 0,-1 5-30 16,3-3-4-16,2-6-9 0,-2 3 5 0,3-9-16 15,7 1-3-15,-6 2-3 0,3-1-8 0,-5 5-5 16,3 3-5-1,-4 4-4-15,-3 3-1 0,1 1 10 0,-2 1-18 16,2 0-22-16,-4 4-7 0,1 2 3 0,2 1 0 16,-6 0-2-16,11 4-3 0,-3 3-14 0,1 0-14 0,2 6-13 15,1 0-19-15,1 2-20 0,-3 0-32 16,3 3-37-16,1 3-41 0,0-6-76 0,-1-1-257 16,0 0-582-16,-2-2 257 0</inkml:trace>
  <inkml:trace contextRef="#ctx0" brushRef="#br0" timeOffset="142628.97">22673 14217 78 0,'4'-3'251'16,"3"-2"-26"-16,5 1-22 0,4 0-22 0,5 3-19 15,7-6-6-15,3 6-25 0,5 0-13 0,1 1-24 16,2-2-22-16,1 4-32 0,-4-4-34 0,1 4-51 16,-4-2-54-16,-3 0-164 0,-10-2-284 0,-1 1 126 0</inkml:trace>
  <inkml:trace contextRef="#ctx0" brushRef="#br0" timeOffset="142845.26">22893 14071 74 0,'-4'-3'246'0,"2"2"-19"16,2 1-21-16,-7-3-13 0,7 3-28 0,-4 0-20 0,4 0-15 31,0 0-18-31,0 0-11 0,0 0-13 0,-4 8-7 16,6 3-12-16,-2-3-6 0,0 9-1 0,2 2-5 0,-2 0-4 0,2 9-3 0,-1-1-4 0,-1 1-6 16,1-2 1-16,1 5-6 0,-1-4-2 0,-1 1-8 31,2-2-21-31,0-2-20 0,0-4-34 0,0-2-35 0,0-2-25 0,-2-4-76 15,-2-3-131-15,2-1-343 0,1-2 152 0</inkml:trace>
  <inkml:trace contextRef="#ctx0" brushRef="#br0" timeOffset="143193.28">23289 14040 216 0,'3'-3'254'0,"-2"0"-26"16,-1 3-25-16,0 0-18 0,0 0-21 16,14 9-15-16,-9-1-14 0,3 7-15 0,1 0-9 0,2 9-11 15,0 1-9-15,1 3-5 0,-3-2-9 0,0-1-9 16,0 2-8 0,-4-1-5-16,-1-1-6 0,0-5-5 0,-3-3-6 15,-1 1-2-15,0-6-5 0,0 0-2 0,0-4-2 16,0 1-1-16,-1-6-2 0,1 2 13 0,0 1 25 0,-3-3 6 15,3-3 0-15,0 0-9 0,0 0-5 16,-6-12-4-16,3 7-5 0,3-7 16 0,0 0-3 16,0-4-2-16,3-2 4 0,0 0-1 0,3-9-10 15,0 1-4-15,6-3-5 0,-2 4-2 0,3-4-6 0,2 4-12 0,1-1-15 16,1 8-18-16,-4 2-24 0,2 2-29 0,-2 1-32 16,3 4-44-16,-2 1-56 0,-3 3-58 0,1 1-205 15,-1 1-498-15,-1 3 220 0</inkml:trace>
  <inkml:trace contextRef="#ctx0" brushRef="#br0" timeOffset="143413.84">23744 14128 247 0,'0'0'259'0,"5"-6"-29"0,5 3-20 0,-1-1-23 16,9 0-17-16,0-2-18 0,10 6-17 16,3-3-14-16,2-1-10 0,2 4-16 0,2-2-15 0,2 2-25 15,-2 0-27-15,-1 0-32 0,-4 0-43 0,-4-2-54 16,-9 1-55-16,-7 2-140 0,-3-2-319 0,-7 1 141 16</inkml:trace>
  <inkml:trace contextRef="#ctx0" brushRef="#br0" timeOffset="143630.84">23913 13980 121 0,'0'0'277'0,"-2"-5"-19"0,1 2-17 0,1 3-23 16,0 0-24-16,0-6-22 16,0 6-21-16,0 0-15 0,0 0-18 0,0 0-15 15,0 0-10-15,1 18-13 0,2-5-6 0,0 6-10 16,-2-1-8-16,0 12-4 0,2-4-2 0,-1 4-8 15,4 0 0-15,-3 0-6 0,2 2-16 0,0-3-16 16,1 0-25-16,0 1-34 0,-1-2-30 0,0-5-37 16,2-3-74-16,-4-5-159 0,0-1-382 0,1-6 169 15</inkml:trace>
  <inkml:trace contextRef="#ctx0" brushRef="#br0" timeOffset="143946.73">24264 13999 78 0,'0'-5'313'0,"0"-2"-18"0,0 4-17 16,0 3-26-16,3-6-25 0,-3 6-26 0,0-5-21 15,0 5-17-15,0 0-23 0,1-3-15 0,-1 3-28 16,0 0-12-16,0 0-10 0,0 0-5 0,0 0-8 15,0 17-7-15,0-7-6 0,0 2-6 0,0 5-4 0,0 0-4 0,0 4-3 16,0 3-1-16,0 0-3 0,2 3-2 0,-2-8-6 16,3 6 2-16,-6 1-1 0,1-9-4 0,2 4 0 15,0-5-3-15,0 1 0 0,0-5-4 0,0 0-2 16,0-2 1-16,2-1-5 0,-2-2-10 0,4 0-9 16,-4-2-17-16,3 0-15 0,-2 0-25 0,2 1-31 15,-2-2-52-15,0-2-82 0,-1-2-175 0,4 2-445 0,-4-2 196 0</inkml:trace>
  <inkml:trace contextRef="#ctx0" brushRef="#br0" timeOffset="144296.75">24700 13799 199 0,'0'-3'180'0,"0"3"-22"0,0 0-12 15,0 0-29-15,9 12-6 0,-4 3-3 16,-1 9-15-16,0 7-5 0,-2 3-7 0,3 14 1 0,-5 3-6 15,0 5-1-15,-1 0 11 0,-5 1-8 0,-1 1-8 16,-7-5-3 0,0 1-10-16,-4-6-8 0,-11 4 1 0,-2-5-6 15,-3-1-5-15,-7-4-1 0,-4-6-4 0,-5-1-4 16,-30 10-23-16,25-18-25 0,-31 7-34 0,26-17-52 16,-4 2-228-16,4-3-359 0,-6-8 159 0</inkml:trace>
  <inkml:trace contextRef="#ctx0" brushRef="#br0" timeOffset="145312.26">22001 13725 103 0,'-1'-4'199'0,"0"-1"-23"0,-2 3-23 0,3 2-13 0,-5-2-19 16,5 2-14-16,-12 9-11 0,3 7-3 0,-7 13 0 15,-8 12-1-15,-2 7 0 0,-15 28-12 0,4 1 0 16,1 0-13-16,13-23 13 16,-6 23-5-16,12-23-9 0,2 2-6 15,7 0-3-15,8-1-7 0,9 3-1 0,9 2 9 0,19 18-5 16,13-9-2-16,10-8-5 0,9-3-1 0,12-7-45 16,8-3-76-16,15-9-109 0,-2-7-169 0,2-8-383 15,-4-9 170-15</inkml:trace>
  <inkml:trace contextRef="#ctx0" brushRef="#br0" timeOffset="146482.23">8824 15211 39 0,'-2'-7'320'0,"4"4"-20"0,-2 3-13 0,0-7-18 16,0 7-20-16,0-4-24 0,0 4-25 0,0-4-18 16,0 4-21-16,1-6-18 0,2 3-20 0,-3 3-13 15,6-1-12-15,-2 0-16 0,-4 1-15 16,14 5-17-16,-6 2-14 0,1-1-17 0,5 8-6 16,-1 0 2-16,2 7-7 0,-6-4 2 0,4 10-4 15,0-1-2-15,-7 4-2 0,2 2 1 0,-3-1-3 0,-3 1 1 16,2 1 0-16,-6-1 0 0,2-2 0 0,-2 0 0 15,0-12-1-15,1 0 2 0,-1-2 1 0,1-4-5 0,0-2 11 16,-1-3-8-16,1-2 10 0,1 1 20 0,-1-1 26 16,1-2 38-16,0-3 34 0,0 0 11 0,0 0 7 15,0 0-12-15,-3-17-16 0,6 1-19 0,1-5-12 16,2-4-8-16,3-5-5 0,2-2-8 0,1 1-13 16,7-18-15-16,-1 6-3 0,-4 11-10 0,1 2-8 15,-2 2-10-15,5 4-9 16,-4 2-18-16,-5 8 2 0,4-1-30 15,-2 2-25-15,-3 4-32 0,6-1-36 0,-2 3-29 16,0 5-28-16,1 0-24 0,2-1-40 0,2 3-280 0,-3 3-587 16,-4 0 260-16</inkml:trace>
  <inkml:trace contextRef="#ctx0" brushRef="#br0" timeOffset="146666.81">9582 15267 163 0,'0'0'319'0,"0"-8"-29"0,2 6-32 0,4-3-38 15,1-2-30-15,6 0-18 0,5 1-39 0,0-1-44 0,2 1-47 0,9 0-55 16,-8 5-60-16,7-4-74 0,-6 2-128 0,-4 3-295 16,1 0 130-16</inkml:trace>
  <inkml:trace contextRef="#ctx0" brushRef="#br0" timeOffset="146835.97">9673 15502 39 0,'-3'5'280'0,"2"-2"-15"16,1-3-26-16,0 0-15 0,-4 2-26 0,4-2-22 0,0 0-17 15,0 0-31-15,30-5-29 0,-9-3-41 16,7 2-59-16,7-3-77 0,-1 2-84 0,0 2-109 15,-2-4-293-15,-1 1 129 0</inkml:trace>
  <inkml:trace contextRef="#ctx0" brushRef="#br0" timeOffset="147152.06">10398 15172 163 0,'0'0'190'0,"-10"-3"-16"0,10 3-23 0,-9 1-13 0,9-1-19 16,-14 7-21-16,4 2-4 0,1-2-8 0,-5 7-6 15,-3 7-11-15,1 1-4 0,3 2-10 16,0-1-2-16,3 5-5 0,1-6-4 0,4-3 4 16,4 1 23-16,-1-1 2 0,5 0 5 0,1-5 9 0,5 1 9 0,0-6 8 15,6-1 9-15,4-3 2 0,8-5-5 0,3 0-6 16,-1-9 6-16,-1 1 6 0,0-2 10 0,-5-4 12 15,-1-1-2-15,-6-4-10 0,2-3-13 0,-9 4-6 16,-2-1-16-16,1-7-14 0,-5-1-27 0,-4 1-20 16,-3 1-40-16,-9-1-25 0,-2 2-43 0,-6 3-44 15,-5 3-41 1,-9 7-45-16,-1 3-53 0,-20 0-235 0,4 7-535 16,1 2 237-16</inkml:trace>
  <inkml:trace contextRef="#ctx0" brushRef="#br0" timeOffset="148401.41">9195 12209 14 0,'0'0'228'0,"0"0"-9"0,0 0-11 15,0 0-8-15,0 0-8 0,0 0-9 0,0 0-12 0,0 0-7 16,0 0-7-16,0 0-9 0,0 0-12 0,0 0-11 0,0 0-15 16,6-8-7-16,-5 4-9 0,-1-1-10 15,0 0-2-15,0-6 0 0,3 5-3 0,-2-6 2 16,1 0-2-16,-1-4-3 0,2 0-17 0,-1-1-5 0,0-2 2 16,1 1-6-16,0-7-4 0,-1-2-4 0,1 5-3 15,-2-5-3-15,2 3-9 0,-3-2 0 0,0 6-1 16,2 0-5-16,-2 1 0 0,0 2-4 0,-2 0-2 15,2 5-6-15,-3 1-2 0,2 3-2 0,-1 1-5 16,0 1-5-16,-2 2-12 0,-1 1-8 0,-8 3-1 16,0 3-1-16,-6 7 2 0,-9 5 7 0,-5 8-7 15,-8 9 5-15,-9 1 0 16,-20 16 4-16,16-13 0 0,-25 13-2 0,4 1 4 16,20-17 1-16,-24 15-3 0,4-2 5 0,23-12 4 15,-1-6 1-15,5 1-2 0,6-2 1 0,12-12-2 16,3-1 2-16,10-5 3 0,0-1 0 0,6-1 4 0,-1-2 10 0,7-2 24 15,-4-3 17-15,4-2-6 0,1-2-1 0,-4-5-7 16,4-4 13-16,3-3-15 0,1-1-6 0,5-7-5 16,4-3-3-16,5 0-3 0,3 0 3 0,2-2-7 15,3 1-1-15,1 0-3 0,1 1-2 0,2 5 4 16,-1-1-7-16,-8 6 3 0,-1 5-1 0,0 3-4 16,2 2 0-16,-3 0-3 0,3 4-3 0,1 3 1 15,2 4-3-15,7 4 2 0,0 1-4 0,1 4 2 16,4 3 0-16,2 2 0 0,-3 1 4 0,15 5-5 15,-3-2 6-15,-10 0 2 0,0-3-5 0,10 5 16 0,-16-6-14 0,0-5-8 32,0 2-14-32,-5-2-15 0,3-4-24 0,-7-2-29 15,0-3-39-15,-1-3-47 0,0-3-81 0,1-5-225 16,-6-2-521-16,0-1 231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6:50:00.40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4662 3967 30 0,'0'0'127'16,"0"0"-2"-16,0 0-16 0,0 0-10 0,0 0-6 16,0 0-9-16,0 0-4 0,0 0-11 0,0 0-1 15,0 0-9 1,0 0-8-16,0 0-10 0,0 0 4 0,0 0-9 16,0 0-1-16,0 0 5 0,0 0-7 0,0 0-8 15,0 0-2-15,0 0-10 0,0 0 0 0,0 0 0 16,0 0-3-16,0 0-8 0,0 0-4 0,0 0 9 15,0 0 5-15,0 0 0 0,0 0 11 0,0 0-4 16,-15 7 2-16,15-7 2 0,0 0-4 0,0 0 3 16,0 0 7-16,0 0-8 0,0 0 4 0,0 0-3 0,0 0 3 0,20 0 1 15,-7 1 11-15,8-1-3 0,0-1-7 0,15-1 2 16,2 0 1-16,1-2-4 0,13 1-3 0,-15 0-7 16,4-1 8-16,-4 3 2 0,0-2 2 0,-2-1 1 15,-2 2 8-15,-4 1-6 0,-7-1-6 0,1 1 3 16,-5-2-5-16,-4 2-1 0,-1 1-2 0,-4 0-3 15,0 0-14 1,-3-3-10-16,2 3-25 0,-8 0-30 0,8 0-20 0,-8 0 0 16,0 0-2-16,0 4-10 0,0-4-28 0,-11 5-145 15,1-1-288-15,0 1 128 0</inkml:trace>
  <inkml:trace contextRef="#ctx0" brushRef="#br0" timeOffset="385.46">4794 4188 64 0,'-5'1'154'16,"5"-1"-20"-16,0 0-2 0,0 0-7 0,0 0 2 15,7 6-4-15,-7-6-3 16,21 0-9-16,-1 0-7 0,9-3-9 0,5 0-5 16,4-1-9-16,16-1-4 0,0-1-6 0,1 0-2 15,-2 1-3-15,-3 5 4 0,-9-6-6 0,-7 2-7 0,1 0-1 16,-3 1-3-16,-4 0 0 0,-10 2 2 0,-4 1-1 15,-2-2-4-15,-2 2 1 0,-4 0-7 0,2-2-4 16,-3 2-6-16,1-1 0 0,-6 1-4 0,0 0-15 16,11-3-8-16,-11 3-14 0,0 0-17 0,0 0-23 15,0 0-18-15,0 0-29 0,0 0-47 0,-13 9-215 0,5-6-384 16,-1 0 170-16</inkml:trace>
  <inkml:trace contextRef="#ctx0" brushRef="#br0" timeOffset="1434.61">6285 3667 129 0,'0'0'248'0,"0"0"-5"16,3-4-10-16,-3 4-11 0,0 0-15 16,0-4-21-16,0 4-16 0,1-6-18 0,2 3-20 15,-3 3-10-15,6-5-16 0,-1 2-8 0,3 0-14 0,1-1-9 16,2 2-10-16,2 0-9 0,5-1-5 0,0 2-7 0,2 2-5 0,2 1-5 15,-2 2-5-15,-1 3-4 0,3 1-2 0,-4 0-17 16,5 5-6-16,-7 1-12 0,4 3-7 0,-2 5 2 16,-7 2-1-16,0 0-3 0,-5 1 3 0,-1 3-1 15,-6-2 2-15,-2 4 6 0,-3-1-3 0,-4 0 0 16,-3-3 5-16,-5 5 1 0,2-6 2 0,-1 0-2 16,-1-3 5-16,1-4-1 15,3-1-1-15,4-6-2 0,-2-2 5 0,2-1 7 16,1 0 8-16,4-3 7 0,1 1 9 0,-2-4 12 0,2 3 16 15,-1-3 32-15,1 2 29 0,0-3 18 0,4-1 29 16,0 0-15-16,0 0-4 0,-1-10-37 16,6 0-16-16,4-4-15 0,5-6-6 0,4-4-15 0,1-2-28 15,3-3-11-15,6-11-23 0,3-1-3 0,-2 2-4 16,-1-1-1-16,-9 10 10 0,3 1-9 0,-5 3 9 16,-2 1 14-16,0 2 6 0,-6 4 20 0,0 2-3 15,-1 3 16-15,-2 0 14 0,-2 4 10 0,2 2 14 16,-4 2 1-16,-1 0-2 0,2 1-9 0,-2 1-12 0,2 1-11 15,-2 0-19-15,-1 3-27 0,0-4-24 0,0 4-27 16,0 0-15-16,0 0 6 0,0 0 8 16,-11 19 2-16,1-6 5 0,0 2-12 0,1 5 0 0,0 6 15 0,0 6-10 15,5-5-3-15,-1 2 3 0,5-2-3 0,4 3 2 16,0-7 3-16,7 5 10 0,5-3-18 0,4-6-11 16,6-2-33-16,4-2-51 0,4-5-87 0,18-8-340 15,2 1-620-15,-2-4 275 0</inkml:trace>
  <inkml:trace contextRef="#ctx0" brushRef="#br0" timeOffset="2304.67">7024 3246 160 0,'0'0'211'16,"0"-4"-5"-16,1 1-9 0,-1 3-4 0,1-2-6 15,-1 2-6-15,0 0-9 0,0 0-10 0,3-6-18 16,-3 6-14-16,0 0-14 0,0 0-15 0,2-2-10 15,-2 2-16-15,0 0-9 16,0 0-9-16,3 9-7 0,-3-4-6 0,1 0-6 16,0 6-3-16,2 1 1 0,-2 5-6 15,2 1-4-15,-2 7-1 0,4 1 1 0,-1-2-4 16,-2 1 1-16,-1-4-6 0,2 3 3 0,-1-4-2 16,-2-3-2-16,1 1 0 0,0 0-1 0,1-3-2 0,-2-4 4 15,2 1-10-15,-2-4 5 0,0-1-1 0,0-2 0 16,0 1 34-16,0-2 48 0,0-4 34 0,1 5 40 0,-1-5 31 15,0 3 24-15,0-3-12 0,0 0-28 0,6-11-15 16,-3 2-23-16,3-5-15 0,1-2-10 0,6-6-14 16,-3-4-13-16,4 1-12 0,2-1-4 0,0 0-17 15,-3-1-7-15,4 4-2 0,-6-2-14 0,4 5 1 0,-7 5 1 16,-1 6-8-16,0-1-6 0,-2 3-3 0,0 0-3 16,-1 2-1-1,-1 1-11-15,-1 2-34 0,-2 2-14 0,5 0-1 16,-5 0 6-16,7 9-7 0,-2 3 11 0,1 5 4 15,1 0-6-15,-1 1 2 0,-1 8 7 16,1 0-1-16,-2 1-4 0,1-3 12 0,2-5-2 16,-4-1 6-16,0-2 4 0,1 0-2 0,1-5 5 15,-1-1 2-15,-4-1 4 0,1 0-7 0,3-2-24 0,-1-3-24 16,-3 2-11-16,0-6 0 0,1 8-13 0,-1-5-14 0,0-1-21 16,0-2-59-16,0 0-98 0,0 0-129 0,0 0-206 15,0 0-656-15,13-13 290 0</inkml:trace>
  <inkml:trace contextRef="#ctx0" brushRef="#br0" timeOffset="3192.54">8377 2954 103 0,'-5'-3'167'0,"5"3"-6"15,0 0-10-15,0 0-8 0,0 0-13 0,0 0-11 16,0 0-12-16,-3-2-11 0,3 2-9 0,0 0-11 16,0 0-3-16,-2-5-14 0,2 5-8 0,0 0-2 15,0 0-5-15,0 0-5 0,0 0-3 0,0 0-7 16,0 0 5-16,6 10-8 0,-6-10 3 0,12 2 3 0,-1 0-4 0,7 0 1 15,5-2 1-15,9 3-5 0,3-1-2 0,3-2 0 16,3 0-1-16,-3-2-5 0,2 2-2 0,-3 0 4 16,-4 0-6-16,-3-3 1 0,1 2-6 0,-4 0 0 15,-8-1 1-15,0 1 0 0,-7 0-3 0,3 1 0 16,-6 0-3-16,-1-1-9 0,-3 1 1 0,-5 0-20 16,10-3-12-1,-10 3-4-15,0 0-13 0,0 0-6 0,0 0-23 0,-19 5-19 16,9-4-12-16,-4 2-31 0,-6-2-101 0,1 2-267 15,0-1 118-15</inkml:trace>
  <inkml:trace contextRef="#ctx0" brushRef="#br0" timeOffset="3793.49">8339 3093 198 0,'0'0'193'0,"0"0"-8"16,0 0-30-16,-7-2-13 0,7 2-18 0,0 0-13 16,0 0-10-1,0 0-16-15,0 0-8 0,4 10-2 0,1-2-12 16,0 3-8-16,3 1-1 0,2 3-3 0,0 3-7 16,7 5-7-16,1 2 2 0,1 1-7 0,0 1 3 15,3 1-8-15,2-1-1 0,-3-1-1 0,6 2-1 16,-4-3-3-16,2 0-1 0,1-1-6 0,-1 0 4 15,-3-4 3-15,4-2-6 0,-10-3-2 16,6-2 1-16,-4-3 0 0,-3-1-2 0,-3-4-2 0,-2-1-3 0,0 4 1 0,-2-6 17 16,-2 1 15-16,-1-1 19 0,2-1 19 15,-2 1 13-15,-2 0 12 0,-3-2 2 0,8-2-4 16,-8 2 9-16,4-2-17 0,-4 2 0 0,5-1-2 16,-5 1-1-16,4-2-11 0,-4 2-7 0,0 0 3 15,0 0-23-15,0 0-8 0,6-3-2 0,-6 3-18 16,0 0-21-16,0 0-26 15,0 0 1-15,0 8 6 0,-5 2 3 0,-1 4 0 16,-6 9 1-16,-3 2-2 0,-2 6 1 0,-3 20 7 16,-3 3 0-16,2 2 2 0,-8 23 3 0,6-23 0 15,3 2-1-15,-10 17 2 0,11-22-1 0,0 4 7 16,-5 23-5-16,6-28 1 0,-1 6 1 0,3-1 2 16,1-2 0-16,5-2 2 0,-4-5-1 0,1 1-1 15,0-5-1-15,4-10 0 0,3-1 3 0,-5-2-4 0,4-4 2 0,-1 3-4 16,0-5 1-16,3-5 2 0,0-2-3 0,-1 0 5 15,2-2-2-15,0-3-1 0,0-1-3 0,0 1 9 16,3-4-9-16,-1 0 6 0,0-4-6 0,-1 1 6 16,3-2-4-16,0-4 2 0,-3 8-5 0,3-8-7 15,0 5-16-15,0-5-11 0,-2 5-16 0,2-5-21 0,0 0-19 16,0 0-22-16,-3 5-20 0,3-5-27 0,0 0-33 16,0 0-40-16,0 0-179 0,0 0-444 0,0 0 197 15</inkml:trace>
  <inkml:trace contextRef="#ctx0" brushRef="#br0" timeOffset="4162.95">8367 5130 84 0,'0'0'223'15,"-12"4"-14"-15,12-4-9 0,-6 2-7 0,6-2-12 16,0 0-10-16,-8 2 1 0,8-2-8 0,0 0-6 16,0 0-7-16,0 0-13 0,0 0-11 0,0 0-10 15,31-4-12-15,-1-1-14 0,9 0-7 0,16-5-9 16,6 5-6-16,30-8-8 15,-27 5-4-15,0 0-4 0,-2 3-8 0,0 0 0 16,-6-1-4-16,-16 3-6 0,-6 0-4 0,0 2-2 16,-3-3-1-16,-13 3-4 0,-5-1 2 0,0 1-6 15,-4 0 2-15,-1-1-2 0,-3 1-4 0,-5 1-3 16,11-3-15-16,-11 3-33 0,4-2-39 0,-4 2-52 16,0 0-75-16,0 0-273 0,-17-8-513 0,7 5 227 15</inkml:trace>
  <inkml:trace contextRef="#ctx0" brushRef="#br0" timeOffset="7030.98">10432 3478 154 0,'0'0'175'0,"0"0"-7"0,-9-1-14 0,9 1-11 16,0 0-20-16,0 0-8 0,0 0-13 0,0 0-6 16,0 0-15-16,0 0-9 0,0 0-7 15,0 0-6 1,-8 1 0-16,8-1-14 0,0 0-1 0,0 0-8 16,0 0-1-16,0 0-4 0,0 0-4 0,0 0 0 0,0 0-4 15,0 0 0-15,0 0-1 0,0 0-1 0,0 0-8 16,0 0 1-16,0 0 4 0,0 0 8 0,0 0-5 15,0 0 10-15,0 0 0 0,0 0 4 0,0 0-4 16,0 0 3-16,0 0-1 0,0 0-3 0,0 0-4 16,0 0-3-16,0 0-2 0,0 0 0 0,0 0-3 15,0 0 2-15,0 0-4 0,0 0-3 0,0 0 6 0,23 2-4 0,-6-4-1 16,10 0 3-16,7 1 0 0,4-1-5 0,15-3-4 16,0 2 1-16,0-2-3 0,-1 1 5 0,-15 4-8 15,-1-1 5-15,1 0-2 0,-5-1-2 16,0 1-1-16,-10-1 1 0,-2 0-1 0,-2 1-2 15,-4 1 3-15,-4-1 0 16,-2-1-3-16,1 1 3 0,-4 1-2 0,-5 0 0 0,9 0-1 16,-9 0-12-16,9-3-10 0,-9 3-3 15,0 0-21-15,0 0-13 0,0 0-11 0,0 0-26 16,-19 4-17-16,11-4-26 0,8 0-15 0,-13 0-152 16,8-1-330-16,0-2 146 0</inkml:trace>
  <inkml:trace contextRef="#ctx0" brushRef="#br0" timeOffset="7400.41">11195 3224 127 0,'0'-8'294'0,"0"2"0"0,0-1-15 15,0 4-11-15,0-2-18 0,0 5-26 0,0-7-23 0,0 4-23 16,0 3-21-1,2-3-17-15,-2 3-21 0,0 0-11 0,0 0-15 0,0 0-14 16,0 0-5-16,1 17-8 0,2-4-4 0,2 4-10 16,-2 8-2-16,1 1-6 0,3 0-7 0,-4 1-2 15,3 1 0-15,-2 2-4 0,1-4-3 0,0 2-1 16,1-2-1-16,1-8-5 0,-3 0 0 0,-3 2-5 16,4-4 0-16,-1 0 1 0,-3-5-1 15,2-1-2-15,-2-1-5 0,3-1 4 0,-3-3-2 0,-1-1 2 16,3 0-2-16,-3 0 1 0,1 0-2 0,-1-4 3 15,0 5 2-15,0-5-4 0,0 3 1 0,0-3-4 16,0 4 1-16,0-4 11 0,0 0-11 0,0 0-1 16,0 0-5-16,0 0-17 0,0 0-37 0,0 0-40 15,0 0-37-15,-10-9-37 0,5 2-51 0,1 2-50 0,-1-4-194 0,1-2-497 16,0 4 220-16</inkml:trace>
  <inkml:trace contextRef="#ctx0" brushRef="#br0" timeOffset="7685.59">11386 3062 101 0,'0'-4'210'0,"0"4"-22"16,5-1-17-16,-5 1-19 0,0 0-16 0,18 6 0 15,-9 3-4-15,5 7-8 0,4 6-8 0,0 7-2 0,-1 2-8 16,3 13-1-16,-2 5-3 0,-1-2-10 0,-6 2-6 0,-5 0-4 16,1-3-5-16,-8-11-10 0,-2 2 0 0,-3-3-7 15,-4-1-4-15,-10 12-4 0,-3-4-2 16,-1-11-4-16,-8 4-6 0,5-9-8 0,-15 5-12 16,-3-4-21-16,-2-4-25 0,-3-5-46 0,-3 0-58 15,-4-8-66-15,-5-1-187 0,3-4-414 0,-2-4 183 0</inkml:trace>
  <inkml:trace contextRef="#ctx0" brushRef="#br0" timeOffset="8001.52">10315 3155 177 0,'-5'-4'227'0,"0"0"-19"0,1 1-24 16,1 3-20-16,3 0-21 0,-15 7-12 0,3 4-16 16,-4 9-9-16,-1 8-13 0,-9 16-6 0,4 8-11 15,-2 1-5 1,-7 26-5-16,16-25-8 0,2 4-4 0,4 2 0 15,7 0 10-15,5-3 0 0,6-3-5 0,9-5-1 16,13-1-3-16,2-9-3 0,15-3-1 0,33 3-11 16,5-13-23-16,8-9-54 0,2-5-94 0,1-14-254 15,5-5-416-15,-3-3 185 0</inkml:trace>
  <inkml:trace contextRef="#ctx0" brushRef="#br0" timeOffset="12642.13">11730 2732 43 0,'4'-4'192'0,"-3"1"-14"0,3 1-19 16,-4 2-11-16,8-3-18 0,-5 3-12 0,-3 0-13 15,9 0 1-15,-1 1 13 16,-2 1-5-16,3 2-9 0,3 4-8 0,-2-2-12 16,2 6-6-16,2 2-8 0,-2 1-6 0,8 4-4 15,-4 3-4-15,2 1-6 0,-4 1-4 0,3 3 0 16,-4-2-7-16,-2 3-2 0,1-1-4 0,-2 2-4 15,-4-4-4-15,1 1 4 0,-4-7-4 0,-1-1-1 16,-2 1-3-16,-4-5-1 0,0 3-1 0,-3-2 5 16,-1-1 1-16,-1-4 4 0,-4 0 1 0,0-3 2 0,-1 0 2 0,0-2 3 15,-4-3 16-15,-1 0 10 0,6-4 9 0,-5-1 20 16,1-6 13-16,2-1 16 0,1-4 10 16,4-1 4-16,0-9 3 0,3-5 0 0,0-2-10 15,6-1-10-15,7-16-5 0,3 13-13 0,2-12-12 16,7 1-13-16,3 5-6 0,-3 9-11 0,3 1 2 15,-4 2-15-15,2 1 3 16,-1 4-15-16,1 2 1 0,-1 4-4 0,-6 3-3 16,-3 6-4-16,-2 1-17 0,-2 2-27 0,-1 1-64 15,-1 2-68-15,-1-2-76 0,-2 5-20 0,0 0-41 16,0 0-64-16,0 0-225 0,-13 18-625 0,2-11 277 16</inkml:trace>
  <inkml:trace contextRef="#ctx0" brushRef="#br0" timeOffset="17580.8">12627 3977 93 0,'0'0'138'0,"-6"-2"-10"0,6 2-15 32,0 0-5-32,0 0-15 0,0 0-6 0,0 0-13 15,0 0-10-15,0 0-8 0,0 0 0 0,0 0-8 0,0 0-17 0,0 0 11 16,0 0-6-16,0 0-4 0,0 0-1 0,0 0-9 15,0 0-2-15,0 0 5 0,0 0-7 0,0 0 1 16,0 0-8-16,0 0 1 0,0 0 2 0,21 3-7 16,-13-2 5-16,0-1 3 0,1-1-7 0,3 2 3 15,1-1 1-15,5 1-16 0,0-1 10 0,1 0-4 16,4-1 5-16,8 0 1 0,-2-3-2 0,3 2-4 0,1 1-3 16,3 0 6-16,0-2-5 0,1 3 0 0,3-1 1 0,-3-1 6 15,1 2-5-15,0-2-7 0,3 1 7 0,-4 2-1 16,3-2-7-16,1 2 3 0,-2-2-7 15,1 1 11-15,1 1 7 0,-3-2-13 0,2 1 7 16,12-4-9-16,-16 4 3 0,2-2-4 0,2-1 4 16,-3 1 5-16,4 0-7 15,0-1-5-15,10 2 7 0,-14 0 1 0,0 0 5 16,-1-2-10-16,2 2 4 0,-1 1 5 0,0-4-25 16,0 0 6-16,0 1 7 0,-1 1-3 0,-3 1-2 15,2-2 5-15,2 0 0 0,-4 2-4 0,-1 0 3 16,1-2-10-16,1 2 10 0,-1-1 4 0,-3 1 8 15,2-2-3-15,-1 3-6 0,1-1-2 0,1-3 0 16,-1 4-1-16,0-2 13 0,0 0-10 0,-1 2 10 0,-2-2-2 0,2-1 1 16,0 0-7-16,-1 3 7 0,3-1-1 0,-3-3 3 15,0 2-4-15,2-2 5 0,-1 4-7 0,1-3-6 16,-4-1 13-16,1 1-1 0,2 1-7 16,2-1 7-16,-2 3 3 0,1-5-7 0,0 2-1 0,-1-2 2 15,0 4-5-15,0-3 5 0,1-1-8 0,3-1 10 0,-3 4-4 31,0 1 2-31,2 0-2 0,-1-2-2 0,3 0 5 16,-9 1 3-16,7-3-9 0,-4 2 9 0,0 2 8 16,-4-1-9-16,2 2 15 0,-7-2-16 0,9-2-6 15,0 1-4-15,-2 6-2 0,-8-6 17 0,-1 6-5 0,2-6-5 16,2 3-1-16,-3 0 4 0,-1 0-10 16,3-2 14-16,-4 2-3 0,5-4 5 0,-4 4-3 15,0 0-7-15,3-1 8 0,0 0-8 0,-2 1 2 0,8-2 4 0,-6 2-7 16,6-1 18-16,0-2-8 0,3 3 3 0,-9-3-1 15,8 0-1-15,0 2-2 0,0-2 6 0,-3 0 5 0,3 3-1 16,-5-2 0-16,5-3 2 0,-2 5 9 0,-1-2-3 16,-5 0-14-16,7-2-3 0,-9 4 6 0,8-1 2 15,-1-2-7-15,-5 3 14 0,1 0-17 0,-3-1-3 16,10 0-5-16,-4-1 3 0,-4 1 2 0,1-1 11 16,-1-1-7-16,1 3-4 0,-3-1 8 0,2-2-9 0,5 3 2 15,-8 0-1-15,1 0 18 0,0-3-12 0,1 2-7 16,1 0 5-16,-4 2 1 0,5-5-6 0,-4 4-5 15,4 0 6-15,-4-1 0 0,3 1 2 0,0-1 3 16,-4 2-11-16,3-1 8 0,2-1-9 0,-2 1 10 16,-1 0-3-16,3-2-4 15,-3 4 5-15,0-4 0 0,2 2-1 16,-3 0 6-16,3 0-7 0,-1 0 6 0,-3-3-4 16,3 3 9-16,0 0-13 0,-3 0 2 0,3 0 3 15,-1 0 0-15,-2-2 0 0,4 2-2 0,-2 0-2 16,-1 0 14-16,2 0-10 0,0 0-4 0,-3-2-4 0,2 2 9 15,0-1-3-15,-2 2-1 0,1-2 3 16,-6 0 2-16,2 1-6 0,2-3 9 0,-2 2-7 0,-2-3 10 0,5 4-10 16,-5 0 8-16,4-3-20 0,-4 1 13 0,5-2-7 15,-4 4 11-15,5-1-3 0,-6 1 1 0,5 0 13 16,-4 0-7-16,3-2-9 0,-4 1 5 0,0 0-1 16,0 1-4-16,1 0-1 0,-1 0 5 0,2 0-7 15,2 0 6-15,0-3-4 0,-1 3 4 0,2 0-2 16,-5 0-2-16,1 0 1 15,3 0-6-15,-2 0 8 0,-2 0-1 0,1-1 2 16,0 1 3-16,2 0 2 0,-3-3-14 16,1 3 17-16,-2-1-1 0,1 1-7 0,4-4 2 0,-5 4 6 15,3 0-3-15,2-3-1 0,2 3 8 0,-4-3-5 16,3 2-15-16,1 1 6 0,1 0 1 0,-1 0 4 16,2 1-4-16,0-3 5 0,2 0 1 0,-3 2 3 15,3-3-8-15,4 2 6 0,-5-1-7 0,0 1 3 0,-1-2 8 16,0 2 13-16,-1 2 5 0,1-2-12 0,-1-3 0 15,-2 3 2-15,1 0-7 0,-2 0 8 0,2-1-3 16,-7 1 1-16,3 1-5 0,-4 0 2 0,1 0 0 16,-1-1-1-16,1 1-4 0,-6 0 1 0,3-2-3 15,-2 2 4-15,-7 0 9 0,9 0 8 0,-6 2-3 0,-3-2 1 16,9 0-7-16,-9 0 8 0,0 0 4 0,0 0-2 0,7-2 2 16,-7 2-7-16,0 0 2 0,0 0-5 0,6-1-3 15,-6 1-1-15,0 0 2 0,0 0-2 0,0 0-6 16,0 0-1-16,0 0-4 0,5-2 4 0,-5 2-1 15,0 0-3-15,0 0 1 0,0 0-6 0,0 0 3 16,0 0-2 0,0 0 1-16,0 0 3 0,0 0-5 0,0 0 2 15,0 0 3-15,0 0-2 0,0 0-10 0,0 0 6 0,0 0 1 16,0 0-1-16,0 0 3 0,0 0 0 0,0 0-3 16,0 0-3-16,0 0 1 0,0 0 2 15,0 0-5-15,0 0 1 0,0 0-8 0,0 0-6 16,0 0-8-16,0 0-12 0,0 0-27 0,0 0-39 0,-28 2-49 15,18-4-170-15,1 4-348 0,-4-1 154 0</inkml:trace>
  <inkml:trace contextRef="#ctx0" brushRef="#br0" timeOffset="47909.51">13939 2758 96 0,'0'0'129'0,"0"-3"-15"0,0 3-15 15,2-3-10-15,-2 3 0 0,0 0-11 0,1-4-7 16,-1 4-3-16,0 0-4 0,3-5-8 0,-3 5 1 15,0 0 14-15,0 0-16 0,0 0 10 0,1-3-4 16,-1 3 5-16,0 0 1 0,0 0-6 0,0 0 3 0,0 0-2 16,0 0 11-16,0 0-11 0,0 0-1 0,0 0-4 15,0 0 1-15,0 0-7 0,0 0-6 0,2-2-5 16,3 1-7-16,-5 1-2 0,12-2-2 0,-6 2-7 16,6 0-1-16,-2-3-5 0,0 6-3 0,4-3-3 15,-1 3-1-15,1-3-3 0,2 4 2 0,-3 1-6 16,4 1 1-1,0 1 1-15,-2 3 3 0,2-3-6 0,-4 5 1 16,-1 0-4-16,-2 1 4 0,-2 3-4 0,-1 1 2 0,-1 1-2 16,-4 5 1-16,0 3 3 0,-5 2 3 15,-6-5-1-15,-2 4 2 0,-6-1-4 0,2-1 4 16,-3-2-1-16,-4-1 1 0,-2-1 0 0,-2-3-4 0,6-1 4 0,-1 1 0 16,5-9-6-16,2 1 6 0,2-3-6 0,2 0-1 15,2-2 4-15,2 0 6 0,1-2 20 0,0 1 29 16,1-2 32-16,0 0 19 0,4-2-11 0,0 0-11 15,0 0-7-15,10-22-16 0,3 6-5 0,6-3-9 16,4-5-5-16,4-1-6 0,-4-1-5 0,5 0-1 16,-2 3-4-16,1 0-5 0,-3 0-3 0,0 1-7 0,0 1 0 15,-3 1 0-15,-6 4-3 0,-1 3 5 0,0-1-6 16,1 2 29-16,-4 4 20 0,-5-1 14 0,2 2 15 16,-4 2 1-16,1 2-6 0,0-1-16 0,-5 4-7 15,5-5-11-15,-5 5-8 0,5-3-24 0,-5 3-29 16,0 0-12-16,0 0-5 0,0 0 4 0,-5 15 5 15,0-5 2 1,-8 6 3-16,-1 4 1 0,2 6 4 0,1 2 5 0,2 0 1 16,-1-1 3-16,4 2-3 0,1-2-13 0,5-3-16 15,2 5-5-15,5-4-16 0,3-1-23 0,1-8-50 16,8 1-59-16,3-2-98 0,5-5-218 0,-3 2-543 16,-2-9 239-16</inkml:trace>
  <inkml:trace contextRef="#ctx0" brushRef="#br0" timeOffset="48326.27">14733 2985 250 0,'0'-4'282'16,"1"0"-6"-16,2 2-12 0,-3 2-32 0,2-4-27 15,-2 4-17-15,3-6-24 0,-3 6-23 0,0 0-16 16,0 0-12-16,0 0-11 0,-17 22-9 0,4-10-11 16,-7 12-9-16,-4 3-8 0,-8 15-6 0,-4-2-2 15,1 4-8-15,1 1 0 0,-1-3-10 0,7 1 1 0,-5-2-6 16,8-1-4-16,0-14-1 15,4 3-1-15,4-3 0 0,2 0-7 0,2-4-4 0,4-6 4 16,0 0-1-16,0-1-2 0,1-3-7 0,2-3 5 16,2-1-2-16,4-3-5 0,-5 2 6 0,5-2-3 15,-4-2 2-15,4 1-1 0,-2-2-3 0,2-2 4 16,-3 6-2-16,3-6-2 0,-3 3 5 0,3-3 0 0,-1 3-1 0,1-3 1 0,0 0-3 31,0 0 2-31,0 0-3 0,0 0-15 0,0 0-37 0,0 0-42 0,0 0-39 0,0 0-51 0,0 0-63 16,5-16-228-16,0 12-502 0,2 0 222 0</inkml:trace>
  <inkml:trace contextRef="#ctx0" brushRef="#br0" timeOffset="48842.66">14728 3292 19 0,'-4'-5'303'0,"4"5"-19"0,-3-6-23 0,3 6-25 16,0 0-25-16,0 0-22 0,3-4-23 16,-3 4-15-16,0 0-13 0,0 0-16 0,24 7-13 0,-15-3-12 15,4 2-7-15,1 5-13 0,-1-2-3 0,1 3-12 16,-3 0-6-1,-1 0-5-15,-1 5-12 0,-2 0-7 0,-2-3-2 16,-2 4-7-16,-2-4-5 0,-2 4-3 0,-4-1-1 16,-3-1 1-16,-3-2-4 0,-1 1 2 0,-1-1-4 15,-2-4 4-15,-1 2-5 0,1-2 1 0,-3 0-1 16,4-1 5-16,1-4 1 0,2 2-1 0,-1-5-2 16,5 2 1-16,0 0-4 0,2 0 3 0,-1-1 1 15,3-1-3-15,-2 1 1 0,5-3 4 0,-6 3 18 0,3-2 15 16,3-1 3-16,0 0 10 0,0 0-7 0,0 0-10 15,0 0-2-15,19-4-2 0,-5 1-7 0,7 2 5 0,-1-2-10 16,2 1-1-16,1-2-8 0,4 1 2 0,1 2-3 16,-1-2-2-16,-7 1-4 0,0 2-4 0,-1-2 1 15,-6 1 2-15,-1 1 8 0,-4-2 5 0,-1 2 10 16,0 0 12 0,-7 0 0-16,9 0 16 0,-9 0-16 0,6-2 2 15,-6 2-10-15,7 0 5 0,-7 0-11 0,0 0-8 16,0 0-17-16,7 0-15 0,-7 0-14 0,0 0-33 15,0 0-15-15,4-3-45 0,-4 3-48 0,0 0-58 16,0 0-62-16,0 0-247 0,-14-10-575 0,14 10 254 16</inkml:trace>
  <inkml:trace contextRef="#ctx0" brushRef="#br0" timeOffset="49180.71">15257 2759 9 0,'2'-2'188'0,"-2"2"-22"0,0 0-3 0,8 10-13 16,-3-2-13-1,2 8-4-15,-1 3-13 0,2 10-4 0,-1 6-9 16,6 15 0-16,-5-1-6 0,1 5-4 0,-3-1-2 16,-1 4-5-16,-5-6-9 0,0 2-5 0,0-6-9 0,-2-12-1 15,-3-1-7-15,-2-3-2 0,-2-1-5 16,-6-3-5-16,-1-1-5 0,-4-4-3 0,-2-1-3 16,-4-1-19-16,-1-3-34 0,-4-1-39 0,-1 0-74 15,-2-3-240-15,-2-5-399 0,-1-2 177 0</inkml:trace>
  <inkml:trace contextRef="#ctx0" brushRef="#br0" timeOffset="49696.85">13791 2637 14 0,'-2'-3'185'15,"0"-1"-19"1,2 4-15-16,-2-5-20 0,2 5-18 0,-3-3-15 0,3 3-5 15,0 0-13-15,-11 14-18 0,-2 1 3 0,-1 9-6 16,-5 4-10-16,-7 14-7 0,-6 9-1 0,-5 24 5 16,0 4-14-16,2-1 14 0,-1-1 14 0,18-19 5 15,-4 21-3-15,9-27-7 0,9-3 1 0,8 1 3 16,5-4 15-16,14-1 2 0,8 0-1 0,12-4 0 16,30 10-1-16,8-6-6 0,9-1-5 0,5-9-5 15,-4-7-7-15,2-8-44 0,-29-8-76 0,1-4-142 0,-4-4-152 16,-7-8-391-16,-13 0 173 0</inkml:trace>
  <inkml:trace contextRef="#ctx0" brushRef="#br0" timeOffset="51430.18">15621 2385 126 0,'0'-5'261'15,"0"1"-15"-15,0 4-20 0,1-6-25 0,-1 6-14 16,0-3-32-16,0 3-14 0,3-3-23 0,-3 3-12 16,0 0-18-16,0 0-6 0,4 16-10 0,-2-7-9 15,-2 6-7-15,0 2-5 0,4 11-3 0,-1-1-9 0,-2-1-1 0,2 2-1 16,-2-1-1-16,0 1-5 0,-1-5-4 0,0-2-2 15,3-4-2-15,-1 0-1 0,-2-5-3 0,1 0 2 16,-1-5-7-16,2 0 3 0,-2-1 1 16,0 0 26-16,2-1 40 0,-2-2 45 0,0-3 48 15,0 0-7-15,0 0-17 0,0 0-19 0,10-15-17 16,-4 5 2-16,0-5-20 16,4-2-11-16,4-5-8 0,-1-3-14 0,0-4 2 15,3 1-20-15,-3-2-2 0,1 3-7 0,0 3 0 16,-1 2-3-16,-3 5 7 0,-5 8 1 0,2-1 6 15,-2 0-6-15,-1 5-9 0,1 0-8 0,-4 0-15 16,3 3-3-16,-3 0-19 0,-1 2-5 0,0 0 7 16,9 11-8-16,-2-1-11 0,-4 0 4 0,4 5 2 15,-1 2 4-15,1 2 1 0,-2-2-11 0,0 1-13 0,0 0-17 16,0-1-27-16,0 0-33 0,-1-2-34 0,-1-3-34 16,0 3-41-16,3-4-48 0,-4 0-273 0,3-5-592 0,-2 0 261 15</inkml:trace>
  <inkml:trace contextRef="#ctx0" brushRef="#br0" timeOffset="52185.28">16309 2520 24 0,'-8'0'153'0,"3"2"-6"0,-2-2-11 16,7 0-10-16,-7 0-6 0,7 0-1 0,0 0-5 16,0 0-9-16,-9 1 3 0,9-1-12 0,0 0-7 0,0 0-8 15,-7 0-4-15,7 0-3 0,0 0-8 0,0 0-6 16,0 0-4-16,0 0-13 0,0 0 1 0,0 0-3 15,0 0-1-15,0 0-5 0,0 0-4 0,0 0-2 16,0 0-4-16,0 0-3 0,0 0-4 0,0 0 3 16,0 0 2-16,0 0-8 0,0 0 7 0,0 0-6 15,0 0 5-15,0 0 2 0,0 0-3 0,0 0 2 0,0 0 2 16,0 0 1-16,0 0-3 0,0 0-1 0,0 0-2 16,0 0 1-1,0 0-6-15,0 0 1 0,0 0-3 0,0 0-1 0,0 0-4 0,0 0 6 0,-9 0-6 0,9 0 1 16,0 0-5-16,0 0 3 0,0 0 2 0,0 0-5 15,0 0 2 1,0 0 1-16,0 0-3 0,0 0 8 0,0 0 6 16,0 0 2-16,0 0-4 0,0 0 3 0,0 0-6 15,0 0 0-15,0 0-5 0,0 0 7 0,0 0-6 16,0 0 5-16,0 0 2 0,0 0 2 0,0 0 1 16,0 0 3-16,0 0-2 0,0 0-1 0,0 0 4 15,0 0-5-15,0 0 3 0,0 0-6 0,0 0 2 16,32-1-2-16,-14-2-1 0,10 3 2 0,3-2-5 15,5 2 2-15,16-3 0 0,-1 2-3 0,2 1 3 0,0-3-4 16,-12 3 3-16,-4 0-4 0,-5-1 2 0,0-2 0 16,-4 3-2-16,-6-1 6 0,-5-1-5 0,-3 2-2 15,-3-1 2-15,-2 1 1 0,-2-1-5 0,0 1 1 16,-2 0 0-16,-5 0-10 0,11 0-12 0,-9-3-20 16,-2 3-23-16,0 0-32 0,0 0-35 0,0 0-37 15,0 0-28-15,4-4-45 0,-4 4-119 0,0 0-384 0,0 0 170 0</inkml:trace>
  <inkml:trace contextRef="#ctx0" brushRef="#br0" timeOffset="52563.98">17097 2285 127 0,'0'-9'330'0,"0"1"-11"0,0-1-5 16,0 4-22-16,1 2-8 0,-1 3-22 0,0-10-28 0,0 10-28 15,0-5-22-15,0 5-22 0,0-5-22 0,0 5-20 0,0 0-32 16,0 0-27-16,0 0-8 0,0 0 5 0,2 22-17 16,0-4 0-16,-1-1-12 0,4 12 3 0,-5-2-2 15,4 2-3-15,-4 0-1 0,4 1-6 0,0-4 1 16,-3 3-3-16,3-3 2 0,-3-7 1 0,3 0-6 15,-4-1 2-15,3-6-4 0,-2-1 3 16,-1-1 3-16,0-2-8 16,4-1-2-16,-3-2 1 0,-2 0 2 0,1-2 1 15,1 1 0-15,-1-4 1 0,1 5-2 0,-1-5 7 0,0 4-2 16,0-4-2-16,0 0-8 0,0 3-1 0,0-3-17 16,0 0-17-16,0 0-28 0,0 0-59 15,0 0-66-15,0 0-76 0,0 0-268 0,9-12-569 16,-2 8 251-16</inkml:trace>
  <inkml:trace contextRef="#ctx0" brushRef="#br0" timeOffset="52887.43">17459 2472 76 0,'0'0'178'0,"0"0"-10"0,-9-1-10 0,9 1-12 15,0 0-8-15,0 0-14 0,0 0-12 0,0 0-4 16,0 0-9-16,0 0-4 0,0 0-1 0,0 0-11 16,0 0-1-16,-6-1-1 0,6 1 0 0,0 0-1 0,0 0 1 0,0 0-10 15,0 0-6-15,0 0-8 0,22-3-7 0,-4 0-2 16,4 3-9-16,11-2 0 0,0-2-3 0,3 3-6 15,4-1 0-15,-1-2-5 0,-2 3 0 0,0-6-7 16,-1 6 1-16,-4-1-5 0,-2 0-10 0,-9 2-10 0,-8-1-19 16,0-1-13-16,-3 2-24 0,-4-2-24 15,1 1-41-15,-5-3-44 0,-2 4-170 0,0 0-367 0,-20-8 163 16</inkml:trace>
  <inkml:trace contextRef="#ctx0" brushRef="#br0" timeOffset="53102.82">17576 2327 13 0,'0'-3'307'0,"0"-1"5"0,0 4 11 0,0-6-30 0,0 6-25 16,0-5-30-16,3 1-27 0,-3 4-19 0,0 0-30 16,0 0-24-16,0 0-17 0,0 0-13 15,2 12-12-15,1 1-10 0,1 3-13 0,1 3-6 16,-3 7-8-16,5 3-4 0,-4 0-7 0,4 1-10 15,-2 0 0-15,5-2-26 0,-5 3-29 0,4-6-36 0,-2 6-69 0,-1-4-48 16,-2-8-78-16,-3-2-194 0,2-1-478 0,0-6 212 16</inkml:trace>
  <inkml:trace contextRef="#ctx0" brushRef="#br0" timeOffset="54305.11">18260 2158 206 0,'-3'-3'211'0,"3"3"-15"0,0 0-23 0,0 0-15 15,0 0-14-15,0 0-17 0,0 0-14 16,0 0-15-16,0 0-7 0,14 0-12 0,-6 0-9 0,3 3-2 16,0 1-2-16,1-2-15 0,6 5-3 0,-5-2-7 0,6 3-2 15,-5 2-6-15,4 4-1 0,-5-3-3 0,2 4-4 16,4 4 0-16,-8-2-7 0,0 0 0 0,-4 1-6 16,0 1 2-16,-6 0-3 0,-2 7 1 0,-1-6-2 15,-11 5-1-15,0-1 1 0,-6 0 2 0,-4-2-6 16,1-3 2-16,-6 0-1 0,3 0 2 0,-5-4-4 15,6-1-1-15,-4-1 2 0,1-5 6 0,5 4-2 0,3-6 3 0,3 2-4 16,5-3 1-16,-2 2 1 0,3-5-6 0,3 3 4 16,0-3-3-16,2 1 2 0,0-1 0 0,0 1-1 15,5-3 1-15,0 0 6 0,-7 2 11 16,7-2 5-16,0 0 5 0,0 0-3 0,23-2 3 16,-4 2-6-16,9-2 1 0,2-1-2 0,3 0-2 15,3 1 2-15,0 2-1 16,-3-2 0-16,2 2 0 0,-5 0-2 0,2 0-1 15,-11 0-4-15,-1-3 0 0,1 3 0 0,-7 0-3 16,0 0 4-16,-5 0 0 0,2 0 2 0,-5 0 1 16,2 0 0-16,-4 0 5 0,-4 0 3 0,10 0-9 15,-10 0-1-15,9-1 0 0,-9 1-4 0,4-1-5 16,-4 1-15-16,0 0-14 0,0 0-16 0,0 0-8 16,0 0-23-16,0 0-20 0,0 0-30 0,0 0-36 0,0 0-53 15,0 0-216-15,-22-3-451 0,17-1 200 0</inkml:trace>
  <inkml:trace contextRef="#ctx0" brushRef="#br0" timeOffset="54790.52">18767 2175 267 0,'0'-5'255'0,"0"5"-29"0,0 0-21 0,3-3-22 0,-3 3-21 16,6-3-18-16,-6 3-14 0,10 5-16 0,-1-2-6 16,0 2-7-16,5 2-12 0,0 3-3 0,8 6-4 15,-2 1-10-15,0 3-4 0,-1 2-4 0,0-3-8 16,-2 7-3-16,-1-2-7 0,1 1 2 0,-3-1-7 15,-1 5-3-15,-1-5-5 0,-3 3-1 0,-5-3-4 0,1 0 0 16,-3-4-4-16,-2-1-5 0,2-2 3 0,-4 0-4 16,0-3-3-16,-3-3 2 0,1-2 0 0,-1 0-2 15,-1-1 9-15,-1-1 7 0,0-2 10 0,0-3 19 0,0-1 21 16,-2-1 13-16,1-3 16 0,-1-2 8 16,-1-2 7-16,2-2-3 0,3-7 9 0,-1-3-17 15,2-5 17-15,1-3-10 16,4-3-5-16,6-3-20 0,1 2-3 0,7-3-12 15,0 0-11-15,3 3-4 0,0 2-8 0,-3 0-7 16,2 6-5-16,1 4-5 0,-8 2-2 0,4 3-4 16,-5 4-5-16,-2 3-3 0,-2 2-17 0,0-1-31 15,-3 2-44-15,2 0-63 0,-4 1-58 0,0 3-58 16,0 0 5-16,0 0-14 0,0 0-25 0,-10 13-37 16,2-4-242-16,-6 2-603 0,4-1 267 0</inkml:trace>
  <inkml:trace contextRef="#ctx0" brushRef="#br0" timeOffset="61139.4">13345 4735 117 0,'0'0'161'0,"-1"-6"-2"0,-1 2-5 15,0 1-6-15,2-2-6 0,0 5-1 0,0-6 0 16,0 6 0-16,0-6-13 0,0 6 1 0,0-5 3 16,0 5-6-16,-1-4-7 0,1 4-5 0,0 0-12 0,1-5-11 15,-1 5-5-15,0 0-15 0,0 0-8 0,0 0-10 0,6-3-6 16,-6 3-6-16,11 5-6 0,-2 0-9 0,3 0-3 15,2 5 1-15,7 1-4 0,3 7-3 0,-2 1-1 16,4 3-2-16,-2 4-2 0,-1 1-1 0,1-1 0 16,-2 1-1-16,-2 0-1 0,1 2 2 0,-1 0-3 15,-6-1 3-15,0-1-2 0,-1-3-2 0,-4 2-1 16,-4 2 1 0,0-5-3-16,-5-3 2 0,0-2-1 0,-2 0 0 15,-6-2 0-15,0-2-1 0,3 1 2 0,-4-1 2 16,0-5-2-16,3-2 1 0,-6-1-1 0,3-2 1 0,3 1 10 15,-7-3 9-15,3-1 16 0,0-5 12 0,3 3 13 16,-3-7 8-16,2 1 11 0,1-7-3 0,-1 0 0 0,4-4-11 16,2-9-4-16,6-1-1 0,3-2-22 0,2-3 7 15,4-1-6-15,4 2-5 0,6-13-2 0,-4 12 2 16,1 3-12-16,-2 0-4 0,3 4-5 0,-4 0 3 16,3 3-4-16,-1-1 9 0,-1 5-11 0,-7 4 17 15,2 2-3-15,-2 2 4 0,-3 0 1 0,1 2-10 16,-4 1 1-16,0 2-3 0,-1 3-1 0,1-3-2 0,-3 3-11 15,0 1-10-15,2 0-24 0,-4 2-22 0,4-4-26 16,-4 4-30-16,1-5-28 0,-1 5-22 0,0 0 17 0,0 0 5 16,0 0-8-16,0 0-10 0,-8 16-18 0,7-9-31 31,-3-2-21-31,4 2-238 0,0 0-494 0,0-3 218 16</inkml:trace>
  <inkml:trace contextRef="#ctx0" brushRef="#br0" timeOffset="61491.51">14162 4640 297 0,'0'-6'294'0,"0"2"-8"0,1-1-6 15,0 0-18-15,-1 1-7 0,1-1-21 16,-1 2-8-16,0 3-13 0,2-7-24 0,-2 7-14 16,1-5-24-16,-1 5-19 0,1-3-10 0,-1 3-19 15,0 0-18-15,0 0-21 0,0 0-39 0,0 0-9 0,0 0 5 16,7 18-2 0,-6-8-5-16,3 9-5 0,-2 7 2 0,1 1-1 15,0 4 1-15,-2 2-3 0,-1 0 5 0,4 1-2 16,-2-1 2-16,-1 1 2 0,2-2-9 0,0-1-23 15,-1 3-17-15,1-4-16 0,-3-2-17 0,-2 1-24 16,4-1-19-16,-1-2-25 0,0 0-11 0,1 0-26 16,-1-8-24-16,-1-1-40 0,0-2-150 0,0-1-419 15,1-5 186-15</inkml:trace>
  <inkml:trace contextRef="#ctx0" brushRef="#br0" timeOffset="61638.33">14257 5392 125 0,'0'0'376'0,"3"3"18"0,-3-3-9 15,0 0 19-15,5 1 3 0,-5-1-8 0,0 0-17 16,0 0-22-16,0 0-30 0,0 0-32 0,9-5-30 0,-9 5-25 16,0-4-28-16,2 0-35 0,-2 4-57 0,2-3-69 0,3-2-101 15,-5 3-130-15,0 2-154 0,0 0-401 0,-9-10-792 16,5 3 351-16</inkml:trace>
  <inkml:trace contextRef="#ctx0" brushRef="#br0" timeOffset="75382.2">16372 4742 203 0,'-2'-11'290'0,"2"0"-4"0,0-1-5 0,1 4-6 0,0-4-11 16,-1 3 4-16,2-2-39 0,-1 6-28 0,-1-3-5 15,0 3-12-15,0 0-20 0,1 1-24 0,-1 4-10 16,0-7-23-16,0 3-32 0,0 4-33 16,0 0-41-16,0 0-7 0,0 0 0 0,0 0 1 0,3 21 2 15,-3-4-2-15,2 10 1 0,-3 1 2 0,0 2-2 16,-2 3 3-16,-1 2-1 0,2 0 3 0,-1 0 0 0,-1-1 1 16,2-5-2-16,-1 5 7 0,1-7-2 0,0-1-5 15,1-1 2-15,0-9 0 0,-3 1 1 0,4-4-5 0,-2-4 2 16,2 1 1-16,0-3 7 0,0-2 0 0,0 2 20 15,-2-4 29-15,2 1 46 0,0-4 43 0,2 3 36 16,-2-3 15-16,0 0-20 0,0 0-22 0,-6-17-17 16,5 0-12-1,-1 0-13-15,0-12-9 0,0-1-12 0,0-17-15 16,0-5-5-16,3-4-11 0,0-27-10 0,5 23-4 16,5-25-8-16,1 2-3 0,-6 29-3 0,4-1-6 15,2 4-6-15,2 3 1 0,-7 13-3 0,0 2-5 16,0 5-2-16,1 4 0 0,-4 6-5 0,2 1 7 15,-2 5-10-15,0 3 0 0,-3 1-7 0,2 1-9 16,-1 4-46-16,9 1-27 0,4 2-33 0,12 3-32 0,5 9-49 0,14 7-31 16,0 5-32-16,1 5-47 0,-2 3-61 0,-7-1-252 15,-8-7-673-15,-2 1 297 0</inkml:trace>
  <inkml:trace contextRef="#ctx0" brushRef="#br0" timeOffset="76082.37">17264 4504 258 0,'3'-7'291'0,"-3"-1"-15"16,1 2-10-16,0 1-14 0,-1-2-14 0,2 2-17 15,0 0-24-15,-2 2-26 0,0 3-21 0,2-5-25 16,-2 5-35-16,0 0-3 0,0 0-14 0,2 13-7 0,-2-4-7 0,3 8-5 16,-1 2-6-16,2 0-3 0,-4 8-6 0,0 0-3 15,1 2-4-15,-1 0-4 0,-1 0 1 16,-1 0-4-16,0-4-1 0,2 1-3 0,-2-8-2 16,0-3 2-16,2 2-7 0,-1-6 2 0,1-2-2 15,0-2 4-15,0 0 1 0,-2-3 2 0,2-1 53 0,0-3 62 16,0 6 27-16,0-6-16 0,0 0-15 0,2-12-11 0,1 0-15 15,3-3-13 1,0-2-5-16,3-6-10 0,3-4-23 0,-1-1 4 0,2-3-7 16,1-1-3-16,0 0-4 0,-1 5-3 0,4 3-7 15,-10 6-7-15,2 4-2 0,-4 4-2 0,-1 1-6 0,0 4-10 16,0-1-3-16,-2 2-25 0,1 3-33 0,-3 1 8 16,10 0 0-16,-5 5-5 0,0 3-25 15,2 2-15-15,1 7-18 0,0 0-19 0,5 7-23 16,-4 1-22-16,-1-2-34 0,-1 1-28 0,2-7-55 15,-2 0-256-15,-1 0-588 0,-1-7 261 0</inkml:trace>
  <inkml:trace contextRef="#ctx0" brushRef="#br0" timeOffset="76698.73">17891 4655 79 0,'-7'0'183'0,"1"-1"-9"0,6 1-12 15,-8 1-12-15,8-1-14 0,0 0-16 0,-10-1-10 16,10 1-2-16,0 0-13 0,0 0 4 0,-8 0-4 16,8 0-2-16,0 0-9 0,0 0-2 0,0 0-8 15,0 0-4-15,-6-2 3 0,6 2-2 0,0 0 5 16,0 0-9-16,0 0-2 0,0 0-7 0,0 0-4 0,0 0-6 31,0 0-3-31,0 0-6 0,0 0-3 0,0 0-4 16,0 0-5-16,0 0-2 0,0 0-5 0,0 0-1 0,0 0-2 15,0 0 0-15,0 0-3 0,0 0 1 0,0 0 3 16,0 0-8-16,0 0 7 0,0 0 4 16,0 0 0-16,0 0 1 0,0 0-3 0,0 0-2 15,-6-1 3-15,6 1-4 0,0 0-2 0,0 0 1 0,0 0-3 0,0 0 1 16,0 0-3-16,0 0 0 0,0 0-3 0,0 0 1 15,0 0 0-15,0 0 2 0,0 0 0 0,0 0-1 16,0 0 1-16,0 0-1 16,0 0 3-16,0 0 0 0,31 0-3 0,-17-1 3 15,4-2 2-15,3 1-3 0,8-1-2 0,-1-2-1 0,4 2 1 16,-2-1-3-16,-1-1 1 0,0 3-1 0,-8-1-2 0,0 2 2 0,-3-2-3 0,-4 3 4 16,0 0-5-16,-1-3-3 0,-4 1-15 0,-1 2-22 15,-2-2-22-15,-1 2-25 0,-5 0-24 0,8-1-27 16,-8 1-37-16,0 0-31 0,0 0-192 0,0 0-428 15,0 0 189-15</inkml:trace>
  <inkml:trace contextRef="#ctx0" brushRef="#br0" timeOffset="77068.11">18471 4488 2190 0,'-3'-5'216'0,"3"-3"-8"16,0 1-45-16,-1 0-18 0,1 0 5 0,-1-1-11 15,1 3-10-15,1 0-4 0,-1-1-11 0,0 0 4 16,0 3-5-16,-1-1-19 0,1 4-7 0,0-6-11 16,0 6-18-16,0-5-9 15,0 5-30-15,0 0-25 0,0 0-3 0,0 0 2 16,0 0 12-16,5 23-15 0,-2-3 4 0,1 5 4 15,0 2-7-15,-3 2 5 0,2 1 6 0,-1-1-3 16,2-1 15-16,0 4-19 0,0-7 5 0,1 3 0 16,-1-3 4-16,-2-6-7 0,0-4-3 0,-1 2 0 15,0-5 3-15,1-1-2 0,-1-3 1 0,-1 0 3 16,1-4-2-16,0 1-3 0,1 3 6 0,-2-4 1 0,0-4 8 16,-3 3 3-16,4 1-8 0,-1-4-22 0,0 0-22 15,-2 5-36-15,2-5-40 0,-3 2-74 0,3-2-114 0,0 0-264 16,0 0-614-16,0 0 271 0</inkml:trace>
  <inkml:trace contextRef="#ctx0" brushRef="#br0" timeOffset="78085.17">18900 4592 163 0,'0'0'163'0,"0"0"-2"16,0 0-1-16,-9 0 2 0,9 0-5 0,0 0-1 16,0 0-10-16,0 0-9 0,0 0-14 0,0 0-12 15,0 0-10-15,0 0-12 0,27-7-9 0,-8 2-12 16,9 0-1-16,1 0-7 0,7 2-8 0,-4-2-6 16,3 0-4-16,17 1-6 0,-16 1-2 0,2-2-5 15,-2 5-2-15,-2-7-10 0,0 7-5 0,-15-2-18 0,0 1-13 16,-1-3-21-16,-7 4-25 0,-3 0-36 0,1-1-37 15,-3 1-201-15,-6 0-367 0,0 0 164 0</inkml:trace>
  <inkml:trace contextRef="#ctx0" brushRef="#br0" timeOffset="78316.7">19116 4461 233 0,'0'-7'276'0,"0"2"-8"0,1-1-12 0,-1 3-12 0,3-3-14 15,-2 4-16-15,-1 2-22 0,0-7-16 0,0 7-26 16,0 0-19-16,3-3-15 0,-3 3-18 0,0 0-11 16,7 8-15-16,-4-2-9 15,1 4-9-15,1 2-6 0,-2 4-4 0,3 2-3 16,-1 8-5-16,-1 2-6 0,-2-2 2 0,2-2-4 16,1 0 0-16,0 3-1 0,-1-7-37 0,0-1-14 15,1 0-19-15,-1-2-20 0,1-2-19 0,-1-2-33 16,1-2-36-16,1-2-53 0,-4-4-210 0,0 0-448 15,3-3 198-15</inkml:trace>
  <inkml:trace contextRef="#ctx0" brushRef="#br0" timeOffset="78724.58">19601 4351 290 0,'3'-4'287'16,"-3"4"-32"-16,1-2-26 0,-1 2-26 0,0 0-22 15,0 0-11-15,12 5-20 0,-3 0-14 0,-2 4-13 16,5 2-10-16,1 3-10 0,-1 2-6 0,6 6-8 16,-1-3-10-16,-2 6-10 0,-1 0-5 0,0 0-5 15,-2-1-4-15,-4-7-6 0,2 8-6 0,-5-6-1 0,-1-1-3 0,0-2-8 16,-3-5 0-16,0 2-5 0,0-4-9 0,-1-1-5 15,0-1-1-15,-1-2 2 0,1 0 8 0,1-1 17 16,-1-4 9 0,-3 3 3-16,3-3 4 0,0 0 7 0,-11-12 14 15,5 4 10-15,2-4 13 0,0-2 4 0,-1-4-6 16,4-3 9-16,1-4-14 0,1-3-9 0,2-1-1 16,3 3-5-16,3-3-7 0,0 2-1 0,-1 8-7 0,-1 3-27 15,3 0 8-15,-2 2-5 0,-1 3-6 0,-1 2-31 16,2 1-42-16,-2 1-52 0,4 2-66 0,-2 0-38 15,3 1-32-15,0 3-63 0,0 1-300 0,-5 0-641 16,2 0 284-16</inkml:trace>
  <inkml:trace contextRef="#ctx0" brushRef="#br0" timeOffset="79071.95">20130 4556 39 0,'0'0'279'0,"-3"2"-15"0,3-2-14 16,0 0-21-16,-3 3-14 0,3-3-24 0,0 0-19 16,0 0-18-1,0 0-18-15,0 0-10 0,0 0-15 0,0 0-11 16,0 0-11-16,0 0-9 0,0 0-4 0,0 0-8 15,0 0-7-15,0 6-5 0,0-6 0 0,0 0-3 0,0 0-4 16,0 0-9-16,14-7-3 0,-4 2-6 0,3 2-7 16,5-1 1-16,0 1-1 0,9-4-7 0,1 0 1 15,1-1-2-15,3 3-3 0,0 3 1 0,0-5-4 16,-4 3-1-16,-1 1 1 0,-3 2-4 0,-6-1-1 16,-4 0 0-16,-2 1-7 0,-1 0-15 0,-3 1-21 15,-2 0-29-15,-2-3-25 0,-4 3-37 0,0 0-36 0,0 0-45 0,0 0-197 16,0 0-440-16,-17-1 195 0</inkml:trace>
  <inkml:trace contextRef="#ctx0" brushRef="#br0" timeOffset="79419.89">20634 4330 34 0,'0'-6'348'0,"1"-1"7"16,-1 3-11-16,0-1-9 0,0 0-17 0,0 1-40 16,0 4-27-16,3-4-31 0,-2 1-22 0,-1 3-18 15,0 0-33-15,0 0-42 0,0 0-11 0,0 0-11 0,6 11-5 16,-3-1-11-16,1 1-9 0,2 6-9 0,0 3-3 16,1 4-7-16,-1 1 3 0,2 0-9 0,-2 3 0 15,2-2-3-15,-2 2-9 0,1-3 6 0,-3-6-2 16,-1-1 0-16,1-1-4 0,-1-5-3 0,-1 0-6 15,0-4 0-15,0-2 5 0,0 2-17 0,-2-3-4 16,1 0 1-16,0 0 4 0,-1-3 3 0,1 2-4 0,-1-4 6 0,0 0 2 16,0 5-4-16,0-5-8 0,0 0-26 0,0 0-41 15,0 0-28-15,-3-13-30 0,1 7-45 0,0-6-44 16,2 0-49-16,-3-5-228 0,3-1-535 0,5-8 236 16</inkml:trace>
  <inkml:trace contextRef="#ctx0" brushRef="#br0" timeOffset="79642.39">20952 4157 144 0,'0'0'242'0,"5"-3"-30"0,-5 3-22 0,0 0-15 16,12 8-10-16,-3-3-9 0,2 11-10 15,7 5-8-15,0 3-7 0,0 8-7 0,5 11-7 0,1 4-2 0,-3 5-7 16,-2 3-8-16,-4 0-5 0,-5 1-7 0,-3-4-5 15,-7 1-7-15,-4-5-9 0,-3-13-5 0,-4-1-12 16,-4 0-6-16,-6-3-5 0,-13 5-5 0,-6-3-21 16,-5-4-28-16,-5-4-41 0,-6-1-53 0,-4-6-66 15,-2-3-252 1,-2-2-462-16,0-5 204 0</inkml:trace>
  <inkml:trace contextRef="#ctx0" brushRef="#br0" timeOffset="80791.17">17113 4171 109 0,'0'0'167'0,"0"-8"-20"0,0 4 4 16,0 4-5-16,0-6-7 16,0 6-16-16,-1-7-12 0,1 7-5 0,0-3-16 15,0 3-9-15,0 0-12 0,0 0-4 0,0 0-15 16,-18 11-5-16,8 2-1 0,-10 9-6 0,-2 6-6 0,-10 12-1 0,0 6-5 15,-2 5 2-15,-10 20-5 0,8 5 2 0,13-22-2 16,3 0-6-16,3 4 3 0,5-3-5 0,2-2-3 16,8-2 3-16,3-3-1 0,6-2 3 0,2-12 0 15,5 0-4-15,4-4 2 0,7 0 0 16,12 1 4-16,8-3-19 0,10-5-46 0,6-6-80 16,4-4-189-16,0-5-341 0,1-4 152 0</inkml:trace>
  <inkml:trace contextRef="#ctx0" brushRef="#br0" timeOffset="92155.39">20281 4378 159 0,'0'0'159'0,"0"0"-18"0,0 0-12 0,0 0-12 0,-1-4-3 16,1 4-4-16,0 0-9 16,-1-3-7-16,1 3-8 0,-2-5-1 15,2 5 0-15,0 0 0 0,0 0-2 0,-3-3-9 16,3 3 1-16,0 0-8 0,0-6 7 0,0 6 2 0,0 0 0 16,1-5-2-16,-1 5 6 0,0 0 5 15,0 0 3-15,-1-3-4 0,1 3-2 0,0 0-8 16,0-4-2-16,0 4 0 0,0 0-2 0,0 0-5 15,0 0-6-15,0 0-12 0,0 0-7 0,0-7-14 0,0 7-9 0,0 0-6 16,3 13-2-16,-1-3-5 0,-2 7 2 0,1 2 4 16,0 8-6-16,1 7 6 0,3 13 2 0,-5-11-6 15,4 12 3-15,-1-2-28 0,-2 4-28 0,3-1-40 16,4-3-43 0,0-10-55-16,-2-4-255 0,6 0-477 0,0-6 212 0</inkml:trace>
  <inkml:trace contextRef="#ctx0" brushRef="#br0" timeOffset="111877.54">2771 8235 167 0,'0'0'173'16,"1"-6"3"-16,-1 6-5 0,0 0-8 0,3-4-13 15,-3 4-4-15,0 0-9 0,0-4-1 0,0 4-2 16,0 0-7-16,0 0-10 0,0 0-4 0,0-5-9 0,0 5-7 16,0 0-9-16,0 0-12 0,0 0-8 0,0 0-8 0,0 0-8 15,0 0-5-15,-3-3-2 0,3 3-7 0,0 0-2 16,0 0-6-16,0 0-1 0,0 0-6 0,0 0-4 15,0 0 0-15,0 0-5 0,0 0 1 16,0 0-1-16,0 0-3 0,0 0 0 0,0 0-4 16,0 0 1-16,0 0-3 0,0 0-2 0,0 0 0 0,0 0 2 0,17 0-1 15,-4-2-4-15,6-1 3 0,9 2-1 0,4-2 0 16,1 0-3-16,3-2 0 0,1 3 1 0,17-3 0 16,-15 2-3-1,1-2 2-15,11 1-2 0,-14 1 2 0,-1 1-2 0,-5-2 0 16,-2 4 1-16,-12-3 3 0,-2 3-3 0,-4 0 0 15,-2-1-2-15,-2 1-3 0,-1 0-3 0,-6 0-6 16,7-1-15-16,-7 1-6 0,0 0-13 0,0 0-12 16,-17 5-13-16,5-1-19 0,1-1-23 0,-2 0-34 15,0 0-60-15,0-2-116 0,1 4-355 0,-1-1 157 16</inkml:trace>
  <inkml:trace contextRef="#ctx0" brushRef="#br0" timeOffset="112247.23">2794 8415 5 0,'-4'2'225'0,"4"-2"-20"0,0 0-18 0,0 0-21 15,0 0-17-15,0 0-13 0,0 0-14 0,36 0-7 16,-16 0-10-16,12-2-11 0,2-1-10 0,1 4-5 0,4-1-7 16,13-2-5-16,1 1 2 0,-16 1-9 0,-3 0-1 15,-1-3-6-15,-2 3-9 0,-8 0 1 0,-4 0-4 16,-6-2-6-16,1 2-8 0,-5 0 0 0,-1-1-8 15,-3 1-1-15,-5 0-1 0,9-2-13 0,-9 2-5 16,0 0-11-16,0 0-12 0,0 0-4 0,-29 2-11 16,17-2-15-16,-1 0-16 0,3 0-29 0,-3-2-25 0,3 0-189 0,-4-1-340 15,1 1 151-15</inkml:trace>
  <inkml:trace contextRef="#ctx0" brushRef="#br0" timeOffset="112811.49">3285 8000 68 0,'-1'-3'309'0,"-2"-1"-17"0,3 1-27 15,0 3-25-15,0-5-29 0,0 5-24 0,-1-5-25 16,1 5-30-16,0 0-30 0,0 0-8 0,0 0-13 0,0 0-7 15,10 10-9-15,-5-1-5 0,4-1-6 0,1 0-3 16,3 5-2-16,1-2-8 0,1 1-5 0,1 0-9 0,0-1-9 16,1 0-4-16,-2 1-11 0,2-1-4 15,-2 0-11-15,-6-2 0 0,3-4 0 0,-1 2-2 16,-3-1 6-16,-3-3 0 0,1 1 2 0,-1-1 14 16,-1-1 20-16,0 0 17 15,-1-1 15-15,-3-1 16 0,3 3 18 0,-3-3 3 16,0 0-10-16,0 0-11 0,0 0-2 0,10-4-5 15,-10 4 0-15,0 0-16 0,0 0-13 0,0 0-1 16,0 0-8-16,0 0-14 0,0 0-20 0,0 0-5 16,0 0 2-16,-21 14-1 0,4-1 3 0,-3 8-4 15,-6 4 2-15,-6 12 0 0,3 4 3 0,-2 6 6 16,3 0-6-16,0-1-1 0,0 7 2 0,5-4 1 0,3-1 2 0,4-2-1 16,2-14 0-16,1-1-2 0,3-1 1 0,0-5 1 15,4-8-2-15,3 0 2 0,-1-2-2 0,0-5 1 16,0-2 4-16,4-2 0 0,-1 0 2 0,0-1 29 15,-1-1 33-15,2 0 38 16,0-4 38-16,-3 3 18 0,3-3 20 0,-1 3 12 16,1-3 2-16,0 0-1 0,0 0-23 0,0 0-12 15,0 0-16-15,0 0-18 0,0 0-9 0,0 0-22 16,0 0-17-16,-2-11-38 0,2 11-39 0,0 0-34 16,2-7-60-16,0 5-62 0,-2 2-62 0,2-3-60 15,-2 3-62-15,6-5-62 0,0 3-289 0,1 0-750 16,0-1 332-16</inkml:trace>
  <inkml:trace contextRef="#ctx0" brushRef="#br0" timeOffset="114151.01">5076 8250 121 0,'3'-5'227'0,"-2"0"-7"0,2-1-19 0,-3 1-13 0,1 0-12 16,1 0-14-16,-2-1-17 0,-2 1-14 0,2-1-13 15,-4 1-11-15,-1 0-15 0,-3 0-8 0,-1 0-7 16,-5 4-14-16,-5-1-8 0,-1 2-2 0,-11 2-7 0,8 2-3 16,-5 0-7-16,0 3-2 0,-1 0-3 0,0 1-8 15,4 4 1-15,-2-2-3 0,8 0 1 0,1-1-8 16,1 4-5-16,2-1 2 0,3 0-3 0,6-2-4 15,-3-1-2-15,5 5-2 0,1-4-3 0,3 2 6 16,3 2-3-16,4-2 3 0,2 0 1 0,3 1 0 16,5-3-1-1,1-4 5-15,0 0-6 0,2-3 2 0,1 1-1 0,-2-4 2 16,0-4 1-16,2-1 10 0,-4-2 10 0,0-1 12 16,-2-4 13-16,2 0 9 0,-3-1 8 0,4-9-2 15,-4-1 0-15,-5 6 0 0,1-9-4 16,-2-3-5-16,-2-1-5 0,-2-4-5 0,0 0-1 0,-4-2-10 15,2-11 12-15,0 10-8 0,-6 3 10 0,4 2-4 16,-4 1-1-16,3 0 14 0,-2 4-11 0,-2 2 2 0,5 6 6 16,-1 1 6-16,1 6-3 0,-3 1 6 0,3 1 9 15,-1 0-12-15,0 3-5 0,1 2-7 0,-3-1-4 0,3 2-11 16,0 2-11-16,0 2-24 0,0-7-30 0,0 7-26 16,0 0-23-16,0 0 6 0,0 0 4 0,0 0 17 15,0 21-2-15,3-4 8 0,-3 1 2 16,1 10 8-16,-1-2 0 0,-1 4 4 0,1-1 4 0,-3 0 0 0,2 0 3 15,2-2 4-15,-2 6 4 0,1-5 2 0,1-2 0 16,-1-1 4 0,3 2 0-16,-6-8 0 0,6 0 2 0,-2 0 3 15,0-2-2-15,2 2 2 0,-3-4 1 0,0 1 2 0,0-3 0 16,1-1 1-16,2-2-3 0,-3 2 2 16,1-5 3-16,0 3-1 0,-1-3-2 0,0 0 0 15,0 0 3-15,1-2 3 0,-1-2-6 0,0 1 4 0,0 1-2 16,2-3 1-16,-2-2 0 0,-2 7 3 0,4-4 0 15,-2-3-3-15,0 0 5 0,1 3 10 0,-1-3-8 16,0 0 8-16,0 5 7 0,0-5 18 0,0 0-7 16,0 0 10-16,0 0-4 0,0 0-6 0,14-1-2 15,-1-4-3-15,14-2-23 0,5 0-45 0,2 0-55 16,2-1-71-16,5 2-93 0,-5 1-282 0,-6 2-584 0,0-4 259 0</inkml:trace>
  <inkml:trace contextRef="#ctx0" brushRef="#br0" timeOffset="114852.65">4504 8803 56 0,'-13'0'180'0,"1"0"-1"0,2 1 2 0,5-2-5 16,-1 1 2-16,6 0-7 0,-12 0-5 0,12 0-12 15,-7-1-9-15,7 1-10 0,-5-1-18 0,5 1-12 0,0 0-8 16,0 0-11-16,0 0-8 0,-8 0-9 0,8 0-6 16,0 0-7-16,0 0-4 0,0 0-4 0,0 0-2 15,0 0-5-15,0 0-2 0,0 0-4 16,0 0 1-16,0 0-6 0,0 0-3 0,0 0 8 0,0 0-11 0,-10 1 1 16,10-1-3-16,0 0-2 0,0 0 2 0,0 0-4 15,0 0 3-15,0 0-3 0,0 0-1 0,0 0 0 16,0 0-1-16,0 0-2 0,30-5-2 0,2-1-2 15,4 2-5-15,20-3 2 0,9-3 1 0,30-4-3 0,7 0 5 16,4 2 5-16,6-3 2 0,4 4 4 0,-5 0 0 16,-5 0 1-1,-11 3-3-15,-30-1 1 0,-9 3-2 0,-15 4 1 16,-4-6 4-16,-6 6-8 0,-11 2-2 0,-3-3-1 16,-3 0 0-16,-4 1 0 0,-4 0-1 0,3 1-5 15,-5 1-2-15,-4 0-4 0,6-1 3 0,-6 1-2 16,0 0-14-16,-28 7-22 0,9-2-25 0,-8 5-32 15,-2-2-49-15,1 2-74 0,-3 0-252 0,3 0-506 16,-1 2 225-16</inkml:trace>
  <inkml:trace contextRef="#ctx0" brushRef="#br0" timeOffset="115731.45">5057 9343 81 0,'0'-10'228'0,"-5"-1"-21"0,1-1-17 0,-3 2-19 15,-5-3-18-15,-2 2-15 0,0 0-12 0,-4 2-14 16,-9 0-14-16,-1 1-7 0,-2 5-6 0,-4 2-14 0,4 1-7 0,-5 0-7 16,6 4-4-16,-2 1-7 0,-1 3-8 0,4 0-5 15,2 1 0-15,7 0-6 0,3 1-3 0,0 4 1 16,1-1-8-16,2 3 1 0,3 0-5 0,1 1 4 16,5 1-8-16,0-1 4 0,3-1-2 0,5 2 0 15,1-1 2-15,3-2-9 0,3 1 4 0,2-4-3 16,3 1-1-16,0-1 5 15,2-3 1-15,1-1 1 0,1-5-4 0,-1 1 15 16,-1-3 8-16,4-1 14 0,-4-3 4 0,3-2 8 16,-1-2 10-16,-5-3 12 0,1-2-1 0,-4-3 4 15,6-4 17-15,-6 1 5 0,-1-4-1 0,-2-4 3 16,-2 0 5-16,-1-7 5 0,-2-2-11 0,-2-1-11 16,2-10-13-16,-3-1 1 0,-2-1-9 0,2 12-16 15,-2 1-5-15,1 2-2 0,0 1-6 0,-5 2-8 0,1 4-8 0,3 8 5 16,1 1-2-16,-2 5-3 0,2 2-5 15,-2 0 4-15,2 5-10 0,0-1-11 0,0 3-43 16,-1-1-38-16,1 4-20 0,0 0 9 0,0 0 17 0,1 19-1 16,3 0 8-16,-4 7 8 0,4 4 4 0,-2 5 9 15,2 12 1-15,-3-1 6 0,2-11 7 0,0 12 1 16,0-12 2-16,0-1 3 0,0-4 0 0,0 1 3 0,0-4 7 0,2-7-2 16,-4-3 3-16,1 0-1 0,0-5 6 0,-2 0 4 15,4 0-3-15,-4-5-1 0,0 1-4 0,1-4-4 16,-1 3-2-16,0-5-2 0,3 1-2 15,-3-3-4-15,0 5-30 0,0-5-62 0,0 0-46 0,0 0-54 16,0 0-240-16,1-17-492 0,3 9 219 0</inkml:trace>
  <inkml:trace contextRef="#ctx0" brushRef="#br0" timeOffset="116160.89">5062 9128 230 0,'5'-10'243'0,"-1"6"-10"0,3-6-11 0,-2 5-19 16,1 0-24-16,0 3-18 0,5-3-16 0,0 3-19 0,2-1-12 0,3 6-13 16,-3 1-11-16,5 1-6 0,-1 5-11 0,-2 1-12 15,3 9-5-15,0 0-4 0,-4 2-5 0,-1 2-8 16,-3 2-2-16,-2 0-5 0,-4 3-1 0,-3-1-5 16,-1 1 0-16,-4 0-3 0,0-3-5 0,-1 0-2 15,-3 2-1-15,-2-5-4 0,4-6 1 0,-1-2-1 16,1-4-4-16,2 0 1 15,-2-1 2-15,2-3-3 0,0-2 16 0,2-1 26 16,-1 1 34-16,2-1 20 0,-2-3 41 0,3-1 37 16,-2 4 32-16,2-4-24 0,0 0-9 0,0 0-27 15,5-21-16-15,-1 9-11 0,5-3-16 0,2-9-14 16,2-2-9-16,1-5-8 0,3 1-8 0,5-13-14 16,1-5-21-16,-1 6 3 0,0 0-10 0,-7 10-1 15,-2 4-9-15,1-1 6 0,-1 2-8 0,-8 9-5 0,3 3 1 0,-2 2 1 16,-2 4-6-16,0 2-2 0,-3 0-4 0,2 0-7 15,-2 4-34-15,0-1-17 0,-1 4 4 16,0 0 0-16,-9 12 5 0,-1 2 1 0,-3 9 6 0,0 3 3 16,3 3 7-16,1 7-1 0,3-2 0 0,3 16-4 15,6-3-1-15,6 1 8 0,6-5-10 0,9 0-12 16,6-8-17-16,11-1-23 0,3-5-31 0,7-5-55 0,3-5-73 0,2-10-372 31,5-2-672-31,-4-6 298 0</inkml:trace>
  <inkml:trace contextRef="#ctx0" brushRef="#br0" timeOffset="117185.99">6404 8208 17 0,'3'-1'188'0,"-1"-2"-15"0,-2 3-21 16,9-2-16-16,-4 1-8 0,0-1-23 15,3 2-10-15,1 2-6 0,1 1-11 0,0 1-11 16,2 2-11-16,3 3 0 0,-6-1-8 0,5 6-9 0,-1 1-4 0,0 6 1 16,-4 4-4-16,-2 0-5 0,-2 2 0 0,-1 5-6 15,-4-2 9-15,0 1-13 0,-2 0-2 0,-3 1 4 16,-7-1-4-16,5-2-7 0,-5-2 5 0,3 0-1 16,-5-3 13-16,4 2 2 0,-1-11-4 0,1 0-2 15,5-2 10-15,-3-4 1 0,2 0-1 0,-1-1 1 16,4-2 8-16,0-3 21 15,2 2 23-15,-4-2 35 0,4 1 25 0,1-4 31 16,-3 4 25-16,3-4-17 0,0 0-14 0,0 0-23 16,4-19-15-16,1 7-23 0,4-4-3 0,0-2-12 15,5-8-12-15,0-6-6 0,3 3-5 0,3-14-31 16,3 2-9-16,-2-1-5 0,-6 13-6 0,3 3 3 16,-3-1-3-16,-2 2-8 0,0 3 3 0,-6 4 0 15,-1 6 0-15,0 4-5 0,0-4 2 0,-5 7 2 0,2-2 0 0,-2 3-5 16,3-1-15-16,-3 1-16 0,2 3-14 0,-3 1 3 15,0 0 6-15,0 0 1 0,-9 19 2 16,0 0 5-16,0 5-2 0,0 3 2 0,0 2 15 16,0 0-11-16,3 3 1 0,-2 1 5 0,6 1 1 0,4-4 3 15,2-1-4-15,3-1 8 0,5-1-1 0,6-3 0 16,5-2-1-16,5-5-8 0,8-3-36 0,19 0-53 0,2-6-64 16,6-7-86-16,-8-2-299 0,0-4-595 0,-4-2 262 0</inkml:trace>
  <inkml:trace contextRef="#ctx0" brushRef="#br0" timeOffset="117853.34">6817 7882 156 0,'2'-5'229'16,"-1"0"-10"-16,1 1-7 0,-1-1-13 0,0 2-16 15,-1 3-19-15,2-3-17 0,-2 3-18 0,1-4-14 16,-1 4-15-16,0 0-13 0,0 0-10 0,0 0-5 0,0 0-15 16,6 12 5-16,-4-4-12 0,-1 4-6 0,-1-1-6 15,1 4-2-15,1 3-6 0,-2-1-4 0,0 2 0 16,-2 6-1-16,1-5-4 0,1-3 3 0,-1-4-8 0,1 0 2 16,-2-2-2-16,2-1-2 0,0-5-2 0,-1 1 3 15,1-1 4-15,0 0 30 0,0-2 49 0,0-3 29 16,1 4 21-16,-1-4-22 0,0 0-11 0,11-9-12 15,-3-1-11-15,0 1-7 0,5-4-10 0,1-3-5 16,0-1-7-16,1-4-9 0,2-1-9 0,1 1 1 16,-5 6-7-16,-1-1-9 15,-1 2 2-15,-4 6-6 0,2 0 8 0,-2 1-21 16,-3 1 8-16,-1 1-8 0,1-1-11 0,-1 4-5 16,-1 0-19-16,-2 2 0 0,9 4 1 0,-1 4 6 15,-2 0-6-15,1 3-12 0,2 4 2 0,-4 4-25 16,1-1-21-16,3 5-24 0,-4 2-26 0,0 1-25 15,0 0-29-15,-1-6-53 0,0-3-274 0,0-2-551 16,-3-5 244-16</inkml:trace>
  <inkml:trace contextRef="#ctx0" brushRef="#br0" timeOffset="118717.71">7619 7829 161 0,'0'0'152'0,"0"0"1"16,0 0-17-16,-6-2-11 15,6 2-11-15,0 0-10 0,0 0 12 0,0 0 0 16,0 0-4-16,0 0-8 0,32 0-10 0,-13 0-8 16,9 0-6-16,4 0-16 0,2 0-3 0,5-3-2 15,-1 3-10-15,2 0-5 0,-1-2-3 0,1 1-5 16,-7-1-11-16,2 1-10 0,-6-2-13 0,-8 3-19 15,-9 0-5-15,1 0-13 0,-1 0-6 0,-6 0-10 16,2 0-16-16,-8 0-12 0,0 0 3 0,0 0-4 0,0 0-1 16,-25-3 8-16,11 2 3 0,2 1 5 0,-8-1 15 15,1 2 6-15,4-2 8 0,-2-2-6 0,-2 2 8 16,6 1 6-16,-2-2 14 0,5 1 13 0,-2 1 22 0,5 0 15 16,0-1 0-16,1 0 34 0,6 1-9 0,-13-1 12 15,13 1 4-15,-6-1 3 0,6 1-1 0,-7-2-3 16,7 2-7-1,0 0-8-15,-6-1-5 0,6 1-8 0,0 0-6 16,0 0-6-16,0 0-6 0,-5 4-5 0,4-1-6 0,-1 1 4 16,1 6-6-16,-2 2-1 0,0 4-8 0,1 13 4 15,-3 3-2-15,0 2 0 0,1 15-2 16,-2-1 26-16,6 1-8 0,-4 1 4 0,4 0-7 16,4 4 7-16,3-5 2 0,0-1 6 0,1 3-5 0,5-3-3 15,-1-2-2-15,-5-8 0 0,6 5-5 0,-6-10 0 0,3-1 0 16,-6-3-4-16,-1-3-5 0,-1-2 0 0,1-7 1 15,-3 0-4-15,-3-7 0 0,2 2 2 0,-3-3 2 0,0-1 16 16,-4-3 0-16,-2-1 6 0,-4-2 0 16,-5-3 3-16,-8-2-9 0,-6-2-1 0,1 1-5 15,0-9-4-15,-2 1-2 0,0-2 3 0,2-1-3 16,0-2-6-16,-1 2 1 16,5 1-1-16,1-3-2 0,9 8 0 0,1 2-3 15,6-2-1-15,0 4-2 0,2-3 0 0,1 5-21 16,3 1-37-16,-1-1-36 0,3 2-14 0,3 1-14 15,0 0-35-15,14 6-64 0,-1-3-175 0,5 1-421 16,2-3 187-16</inkml:trace>
  <inkml:trace contextRef="#ctx0" brushRef="#br0" timeOffset="119256.22">8045 8531 230 0,'1'-6'268'0,"2"4"-10"16,-3 2-7-16,1-5-17 0,-1 5-17 0,2-3-25 0,-2 3-20 16,0 0-19-16,0 0-21 0,3-2-15 0,-3 2-15 15,0 0-8-15,6 7-11 0,-3-2-9 16,-2 1-10-16,2 3-16 0,1 1-4 0,-2 5-4 0,-1 1-6 16,1 1-2-16,-1 0-2 0,0 0-5 0,1 3 0 15,-1-1-5-15,-1 0-2 0,1-4 1 0,-1-3-2 0,0-3-2 16,0 1 0-16,1-3-4 0,-1-2 12 0,0 0-7 15,0 0 7-15,0-3 45 0,2 2 44 0,-2-4 38 0,0 0-2 16,0 0-11-16,0 0-19 0,10-16-13 0,-5 8-11 16,1-2-9-16,0-1-13 0,2-4-3 15,0-2-10-15,2 1-9 0,-2 2-8 0,2 1 0 16,-3 1-6-16,-1 2-4 16,-1 2 0-16,-1 3-7 0,2-1-1 0,-2 2-10 15,-3 1-13-15,3 0-28 0,-4 3 4 0,8 1 1 16,-2 2 4-16,3 1-4 0,-4 1-1 0,6 4-3 0,-5-1 0 15,4 1-8-15,-1 4-12 0,0 0-7 0,2-2-21 16,-4-1-18-16,1 1-22 0,-2-1-18 0,2-2-18 16,-5-1-20-16,1 0-26 0,-1-3-19 0,1-1-11 15,-3-1-55-15,-1-2-160 0,0 0-476 0,0 0 210 0</inkml:trace>
  <inkml:trace contextRef="#ctx0" brushRef="#br0" timeOffset="119572.81">8543 7746 70 0,'0'0'163'0,"0"0"-14"0,15 12-11 0,-8-1-18 16,3 5-6-16,4 12-6 0,0 6 1 0,4 18 4 16,-4 7-9-16,5 24 1 0,-1 2-5 0,-5 2-9 15,-4 1 1-15,0 7-6 0,-4-6-9 0,0-3-6 16,-2-6-8-16,-1-24-5 0,-2-3-7 0,0 1-6 16,-2-6-3-16,-4-2-1 0,-1-11-1 0,-8 9-7 15,-5-1 2-15,1-13-9 0,-4-1-5 0,-11 7-9 0,3-11-31 0,-16 4-39 16,-2-10-53-16,-15-3-238 0,-1-5-376 0,-27 2 166 15</inkml:trace>
  <inkml:trace contextRef="#ctx0" brushRef="#br0" timeOffset="120159.06">6432 7761 168 0,'0'-4'216'16,"0"4"-18"-16,0-5-20 0,0 5-19 0,0-3-26 16,0 3-15-16,0 0-17 0,0 0-8 0,-4 15-10 15,-5 4-9-15,-1 10-8 0,-5 16-7 0,-8 9-8 16,-9 26-4-16,-4 7 3 0,-1 3-2 0,0 3-5 16,1 9 4-16,5-1-4 0,6-3-6 0,9-11 1 15,6 0-6-15,10-32-2 0,8 0 0 0,4-4-4 0,8 1 3 0,7-4 26 16,6-6 4-16,8 0-3 0,9-5-1 0,2-6 3 15,31 6-4-15,-23-19-1 0,3-1-6 0,-4-2-5 16,-1-4 1-16,0-5-5 0,-18-3-4 0,-3 0-4 16,-3-2 1-16,-6-2-8 0,-6-1 1 0,-4 2-3 15,-8 0 0-15,3-1-14 0,-7-1-19 0,-2 0-47 16,1-1-76-16,-5 1-121 16,-1-5-159-16,-7-1-449 0,2 4 199 0</inkml:trace>
  <inkml:trace contextRef="#ctx0" brushRef="#br0" timeOffset="122347.03">8562 5424 15 0,'0'-8'211'0,"3"-1"-9"0,-2 2-5 16,0 2-7-16,2 0-17 0,0-2-15 0,-1 2-16 15,2 2-18-15,-3-1-16 0,4 2-11 0,-5 2-11 16,8 1-12-16,-2 3-8 0,3 4-9 16,1 5-3-16,-1 1-7 0,8 8-1 0,-8 2-4 0,1 5-4 0,3-5-11 0,-5 5 5 15,2 1 15-15,-4 0-5 0,2 0-5 0,-4-3-4 16,0 0 4-16,-3-6-10 0,0-4-2 0,-2 0-2 15,2-6 0-15,-1 0-3 0,-1-2 2 0,1-2 16 16,-1-2 31-16,1 0 29 0,-3 0 37 0,3-2 38 0,0-3 6 16,0 0-24-16,0 0-13 0,-1-13 15 15,-1 4-23-15,2-4-11 0,2-6-13 0,-1-7-9 0,4 0-13 16,2-1-8-16,0-3-13 0,1-2-7 0,3 1-1 16,2 0-10-16,-1-1-4 0,2 4 4 0,-2-1-17 15,0 7-18-15,-2 5-19 0,-1 1-31 0,0 0-35 16,-4 10-43-16,4-2-43 0,0 1-38 0,0 4-35 15,4 1-35-15,0 2-41 0,1 3-244 0,-3-1-597 16,7 2 264-16</inkml:trace>
  <inkml:trace contextRef="#ctx0" brushRef="#br0" timeOffset="122509.81">9200 5477 124 0,'1'-3'274'0,"2"-4"-21"0,-2-1-23 0,2 2-21 16,-2-1-23-16,6-1-15 0,-1 0-37 0,1-1-39 16,4 4-42-16,5-2-48 0,-3 2-55 15,3 0-58-15,-4 4-155 0,2-1-285 0,-5 1 127 16</inkml:trace>
  <inkml:trace contextRef="#ctx0" brushRef="#br0" timeOffset="122663.49">9283 5678 7 0,'18'-3'158'0,"10"-3"-28"0,3 0-21 16,2-6-44-16,4 2-36 0,10-5-19 0,-11 2-36 16,5 0-55-16,-5-1-87 0,10-3 39 0</inkml:trace>
  <inkml:trace contextRef="#ctx0" brushRef="#br0" timeOffset="122895.12">9799 5374 154 0,'-6'-4'176'0,"1"0"-19"0,-3-1-14 16,-1 3-11-16,0 1-15 0,-1 1-10 0,-2 5-14 15,2-2-6-15,-3 4-8 0,3 1-1 0,-2-1-13 0,2 3-9 0,1 3-3 16,2 0-5-16,1-1-5 0,2 0-4 0,4-1 0 16,1 2 4-16,4 2 5 0,5-1 16 0,4-2 4 15,4-2-3-15,1-3-1 0,8-2-8 16,4-4 5-16,0-4-13 0,-5-2-7 0,0-3-2 15,-8 1-1-15,-3-7 3 0,0 1 2 0,-3-1-3 0,-3-4-1 16,-2-7-3 0,-7 5-4-16,-2-4-9 0,-7-2-5 0,-8 3-9 15,-4 4-21-15,-7 0-24 0,-8 6-32 0,-17-1-26 16,-4 4-49-16,1 3-229 0,2 2-402 0,-5 5 177 16</inkml:trace>
  <inkml:trace contextRef="#ctx0" brushRef="#br0" timeOffset="124007.99">8786 2520 56 0,'0'0'209'0,"0"0"-15"0,0 0-14 0,0 0-14 16,0 0-10-16,1-3-12 0,-1 3-7 0,0 0-8 0,0 0-3 0,0 0-9 15,0 0-3-15,0 0-4 0,0 0-6 0,4-4-13 16,-4 4-9-16,1-7-8 0,-2-1-6 0,2 3-10 15,-2-7-5-15,1 2-4 0,1-6-8 0,-2-1-2 16,1-1-5-16,-4-1-5 0,3-7 0 0,-2-3-2 16,1 3 2-16,-1-4 2 0,1 6-1 15,0-1-2-15,0-1-4 16,1 9-2-16,-3 0 6 0,1 3-1 0,2 2 0 0,-2 2-5 16,-2 2 0-16,4 0-6 0,0 2-5 0,-2 3-11 15,-1-1-9-15,-5 6-1 0,-9 1-1 0,-7 9-1 16,-6 5 4-16,-1 2-1 0,-13 10 3 0,1 7 4 15,-2-1-1-15,0-1-2 0,-3 5 4 0,3-4 1 16,5 6 2-16,3-8-1 0,0 2-1 0,12-11 0 16,3 0 2-16,0-4-1 0,7-4 2 0,3-5 0 0,4-4-3 15,2 3 6-15,1-7-1 0,1 3 6 0,1-5 27 16,0 1 28-16,0 1-3 0,4-3-9 0,-2-8-5 16,4-4-18-16,3 4-1 0,3-9-6 0,10-7-1 15,-4 0-4-15,5 2-6 0,-1 3 6 0,4-2-9 16,2 4 1-16,3 2-6 0,0 3 2 0,0 1-3 15,5 2-3 1,1 4 5-16,1 3-3 0,6 4-5 0,12 5-7 0,-17 0-9 0,2 6-16 0,11 2-19 16,-13-3-36-16,0 7-35 0,9 3-44 0,1-1-68 15,-20-4-203-15,-3-3-477 0,-8-4 211 16</inkml:trace>
  <inkml:trace contextRef="#ctx0" brushRef="#br0" timeOffset="129893.32">9720 8269 53 0,'-4'-2'181'0,"4"2"-2"0,0 0-7 0,0 0-1 16,-4-3-4-16,4 3-9 0,0 0-9 0,0 0-11 0,0 0-12 16,0 0-11-16,0 0-7 0,0 0-13 0,0 0-7 15,-4-2-7-15,4 2-7 0,0 0-6 0,0 0-6 16,0 0-6-16,0 0-3 0,0 0-10 0,0 0-4 15,12-1-3-15,-1 1-2 0,9-1-6 0,8-2 0 16,2 3-17-16,4-5-21 0,-2 1-34 0,7 2-27 16,-3 1-34-1,0 1-36-15,-3-3-38 0,-2 3-149 0,-10-2-354 16,-3 2 157-16</inkml:trace>
  <inkml:trace contextRef="#ctx0" brushRef="#br0" timeOffset="130039.7">9845 8424 73 0,'-5'2'170'0,"0"2"-2"16,1-2-9-16,0 1-11 0,4-3-9 0,-4 4-14 15,4-4-9-15,0 0-11 0,20 0-11 0,1-6-12 16,9 5-5-16,6-4-27 0,2 0-39 0,17-4-44 0,-3 3-78 16,-15-1-119-16,3 2-247 0,-2-2 110 15</inkml:trace>
  <inkml:trace contextRef="#ctx0" brushRef="#br0" timeOffset="130662.74">10861 8063 33 0,'8'-5'170'0,"-1"5"-19"0,5-2-19 0,1 0-15 16,4 2-11-16,2 0-8 0,2 3-8 0,0 3-18 15,-1 1-1-15,7 5-9 0,-3 1-6 0,-1 2-8 16,0 4-2-16,-4-1-15 0,-2 0 7 0,-3 6-2 0,-5-7-4 16,-1 2 1-1,-5 1-8-15,-3 4 3 0,-1-4-8 0,-4 6-5 16,-5-1 6-16,-2 0-3 0,-2-3-8 0,0-1 4 16,-4 0 5-16,-1-2 10 0,4-4-2 0,-2-3 3 15,2 0 1-15,-2-2 8 0,2 0 9 0,2-6 0 16,2 1 8-16,-1 2 10 0,3-4 15 0,2-1 20 15,2 1 22-15,1-3 10 0,4 0 5 0,0 0-3 16,-7-6-27-16,7-1-7 0,5-3-14 0,2-4-10 0,7-10-8 0,1 1-4 16,6 1 3-16,0-6-16 0,11-8-10 0,3 0-12 15,-3 0-5-15,2 0-3 0,-6 11-3 0,8-9-1 16,-8 8-6-16,-2 1-1 0,-3 4 2 0,-4 2-1 16,-4 6 5-16,-6 4 2 0,-1 1 2 0,-1-1 1 15,0 3-4-15,-3 1-5 0,1 1 6 0,-3 1-19 16,1 1-12-16,0-1-14 15,-3 3-2-15,0 0 4 0,-6 13 1 16,4-2 3-16,-7 5 2 0,0 1 3 0,-4 7 2 16,4 0 1-16,1 2-2 0,1-1 0 0,3 3-3 0,4-1 6 15,4-2-7-15,6 1 3 0,6-2-3 0,4-2-2 16,9 3-16-16,16-2-32 0,6-5-50 16,3-1-59-16,-2-5-91 0,3-8-174 0,-1-5-480 15,-16-4 213-15</inkml:trace>
  <inkml:trace contextRef="#ctx0" brushRef="#br0" timeOffset="131243.74">11584 7628 66 0,'0'-5'242'0,"0"5"-15"0,-1-5-16 0,1 5-24 15,1-3-20-15,-1 3-24 0,0 0-16 0,0 0-15 16,1-4-13-16,-1 4-10 0,0 0-11 0,0 0-8 16,6 14-8-16,-5-6-8 0,0-1-1 0,-1 4-8 15,0 0-1-15,3 1-7 0,-3 3-2 0,-1-4-3 16,1 4-2-1,-2-2-5-15,2-2-2 0,0-1-8 0,-1-1 0 16,1-2-8-16,-1-1 8 0,1-2-2 0,-2 2 3 16,4-2 35-16,-2-4 38 0,-2 7 37 0,2-7 12 0,0 0-7 15,0 0-18-15,0 0-7 0,11-17-12 0,-5 7-15 16,4-5-6-16,-1 1-8 0,2-2-8 16,1-2 0-16,1-4-10 0,-4 5-8 0,6 3-5 15,-7-1-1-15,0 6-2 0,-1 1 0 0,-3 2-3 0,1 1-5 0,-2-1-8 16,-2 2-25-16,4 4-17 0,-5 0 1 0,0 0 3 0,15 11 0 15,-6 2 5-15,-1 3 4 0,2 8-24 0,-1 2-26 16,-2 3-35-16,-1 1-39 0,2 0-36 0,-2 2-54 16,1-4-259-16,-5-3-526 0,3-7 233 0</inkml:trace>
  <inkml:trace contextRef="#ctx0" brushRef="#br0" timeOffset="131981.56">12532 7483 106 0,'0'0'133'0,"0"0"-6"0,0 0-14 0,0 0-12 15,0 0-3-15,0 0-8 0,0 0-10 0,0 0 12 16,0 0-2-16,17-1-5 0,-7 1 0 0,7 0-7 16,11-1-12-16,4-1-5 0,3 1-2 0,5-3-3 15,15 0-7-15,-1 0-1 0,1 1-4 0,1-2-7 16,-1 0 2-16,-18 2-2 0,2-1-7 0,-7 2 3 15,-6 0-8-15,-5 1-5 0,-8 1-8 0,0-1-21 16,-5 1-15-16,0-3-19 0,-8 3-14 0,0 0-6 0,0 0-36 0,0 0-168 16,-29 7-288-16,9-5 127 0</inkml:trace>
  <inkml:trace contextRef="#ctx0" brushRef="#br0" timeOffset="132413.01">12802 7521 166 0,'0'0'228'0,"-4"-7"-11"15,4 7-8-15,0-4-10 0,0 4-16 0,0 0-17 16,0 0-21-16,0-3-13 0,0 3-16 0,0 0-16 16,0 0-13-16,0 0-18 0,0 0-8 0,0 0-8 15,-1 14-4-15,1-6-6 0,0 11-4 0,-4 0-2 0,2 13-4 16,-1 2-3-16,-1 13-4 0,3 2-1 0,-3 5 3 0,0-1-3 15,4 3 0-15,3-2-3 0,-6 0-4 0,7-1 1 16,-3-4-2-16,3 0 0 0,0-11-1 16,0 10-2-16,5-3-1 0,-5-9-1 0,-2-3 0 15,5 13 0-15,-6-16 0 0,1-1-4 0,-3-3 1 0,0-6 2 16,1-1-3 0,-1-2 0-16,-2-5-2 0,-1-1 12 0,2-1-1 15,-5-2 11-15,0-2 4 0,-6-1-3 0,-5-5-4 16,-4-4-1-16,-5-1 3 0,-3-5 7 0,-2-3 10 0,1 0 0 15,2-4 7-15,-1 0 3 0,2 0-1 16,1-5-1-16,3 3 4 0,4 2 6 0,6 5-16 16,3 3-2-16,3 1 1 0,-2 1-8 0,4 0-2 15,1 2-9-15,1 2-29 0,-2-3-39 0,2 5-52 0,4 1-34 0,-4 0-8 16,4 0-26-16,0 9-29 0,4-3-285 0,5 2-514 16,0-2 227-16</inkml:trace>
  <inkml:trace contextRef="#ctx0" brushRef="#br0" timeOffset="133235.87">13031 8444 250 0,'0'-5'263'0,"1"2"-10"15,-1 3-8-15,0-7-15 0,-1 3-28 16,1 4-20-16,1-3-21 0,-1 3-18 0,0 0-20 0,0 0-20 15,0 0-17-15,0 0-7 16,0 0-9-16,4 14-7 0,0-3-7 16,0 7-6-16,-2 2-5 0,2 6-15 0,-3 0-1 15,2 0-4-15,-1 2-2 0,-2-1-1 0,2 2-4 0,-1-2 3 16,-2-1-9-16,1-6 2 0,0-1 0 0,1-2-4 16,-2-1 3-16,2-3-4 0,-2-1 2 15,1-6-3-15,0 2 3 0,0-4 1 0,1 0 31 16,-1 1 32-16,0-1 44 0,0-4 29 0,0 0 1 0,0 0-8 0,0 0-24 15,8-17-14-15,-2 5-10 0,-2-2-8 0,3-6-10 16,1-2-7-16,4-1-6 0,-2-2-9 0,1-4 0 16,2 7-12-16,-3-2-3 0,-2 7-8 0,0 3-5 0,-2 2 1 15,-1 3-2-15,-1-1-6 0,-3 5-6 16,3-1-3-16,-2 4-37 0,0-3-25 0,-2 5 11 16,0 0-1-16,10 6 3 0,-6 1 21 0,0 3-18 15,0 1 1-15,-3 5 10 0,4 0 2 0,0 5 1 0,-1-1 4 0,-3-3 4 16,2 2 1-1,1 0-17-15,-3-2-17 0,-1-1-12 0,4 0-9 0,-3-4-18 16,-1 0-18-16,0-2-17 0,0 2-23 16,0-6-20-16,0 2-25 0,3-3-16 0,-3-1-57 15,1 1-168-15,-1-5-466 0,3 1 206 0</inkml:trace>
  <inkml:trace contextRef="#ctx0" brushRef="#br0" timeOffset="133746.41">13523 8748 25 0,'-9'-1'194'0,"9"1"-5"0,-7-1-6 15,7 1-9-15,-6 0-13 0,6 0-12 0,-6-2-11 16,6 2-8 0,0 0-12-16,0 0-12 0,0 0-3 0,-8-1-3 15,8 1-2-15,0 0-4 0,0 0-1 0,0 0-3 16,0 0-1-16,0 0-5 0,0 0-5 0,0 0-5 0,0 0-4 16,-5-2-7-16,5 2-6 0,0 0-6 15,0 0-4-15,0 0-7 0,0 0-3 0,0 0-5 16,0 0-6-16,0 0-1 0,0 0-1 0,0 0-3 0,0 0-4 15,0 0 0-15,0 0-6 0,0 0 4 0,0 0-4 0,0 0 0 16,0 0-1-16,0 0 1 0,0 0-7 0,0 0 5 16,0 0-1-16,0 0 0 0,0 0-1 0,0 0 6 15,0 0-1-15,0 0 4 0,0 0 1 0,0 0 6 0,0 0-6 16,0 0-4-16,0 0-1 0,16-2-1 16,-4-1-1-16,6 1-2 0,1 0 5 0,3 0-7 15,7-1 0-15,-1 0 2 0,-6 3-1 0,0-4-3 0,-2 4-1 0,-1-3-1 16,-1-1-6-16,0 2-6 0,-8 1-10 0,2-2-7 15,-5 1-12-15,-1 2-19 0,-1-2-19 0,1 2-33 16,-4-3-47-16,-2 3-58 0,1-5-217 0,-1 5-467 16,-8-3 208-16</inkml:trace>
  <inkml:trace contextRef="#ctx0" brushRef="#br0" timeOffset="134030.94">13887 8537 84 0,'0'-6'315'0,"0"-1"-10"0,0-1-8 0,0 3-17 0,0 0-8 16,0-2-17-16,0 3-17 0,0 0-26 0,0-2-21 0,4 3-31 16,-4 3-10-16,0 0-28 0,0-4-39 0,0 4-12 15,0 0-9-15,2 12-6 0,0-3-5 0,-1 5-3 16,0 2-9-16,3 3-2 0,-1 7-5 0,-2-2-2 15,3 2-4-15,-3-1 0 0,2-5-8 0,-1 6 5 16,2-8-6-16,-3 0 4 16,2-2-5-16,-2-3 1 0,3 3 2 15,-3-6-32-15,0 3-17 0,1-1-30 0,-2-5-37 16,1 3-30-16,0-3-45 0,1 0-48 0,-2-4-256 0,1 0-516 16,-1-3 229-16</inkml:trace>
  <inkml:trace contextRef="#ctx0" brushRef="#br0" timeOffset="134970.41">14030 7702 58 0,'1'-6'184'0,"3"4"-14"16,0-1-18-16,4 2-16 0,-1 0-11 16,1 1-19-16,3 0-12 0,1 0-9 0,1 2-5 15,-2 5-3-15,5 3-13 0,-5 4-10 0,2 1-4 0,-4 1-2 0,5 6-5 16,-5 2-3-16,-3-1-3 0,-1 2-13 0,-2 1 8 15,-4 1-11-15,-3 1 3 0,0-5-5 0,-5 0 2 16,1-4-4-16,-2-1-1 0,0-1 6 0,0-1 3 16,-3-3 6-16,4-1 6 0,0-3 0 0,0-2 13 15,3 0 12-15,-1-3 11 0,5 0 21 0,-2-1 18 16,0 1 24-16,0-1 27 16,4-3 15-16,0 0-13 0,0 0-18 0,-6-8-4 15,7 1-15-15,3-4-20 0,-2 0 10 0,6-6-33 16,5-4-5-16,-3-6-10 0,6 1-15 0,-1 0 2 15,0-1-7-15,2 1 0 0,-3 1-11 0,1 3-3 16,-3 5-3-16,-3 0-8 0,-2 8 1 0,0-1-4 16,-1 2-7-16,-3 2-1 0,1 0-6 0,-2 1-4 15,-1 2-14-15,2 1-23 0,-3 2-15 0,6 0 3 0,-6 0 2 0,1 9 6 16,-1-1 6-16,-1 3-2 0,1 5 9 0,0 0-3 16,-2 4 10-16,4-1-2 0,-2 5-2 0,4-5-2 15,-1 6 2-15,-1-5-18 0,6-1-16 0,-3-2-14 16,5-1-23-16,-1 0-18 0,-1-2-25 0,-2-4-32 15,6-1-54-15,-6-1-272 0,3-3-534 0,0-4 237 16</inkml:trace>
  <inkml:trace contextRef="#ctx0" brushRef="#br0" timeOffset="135204.47">14541 7645 25 0,'0'-2'222'0,"4"-1"-22"0,0 2-21 0,-4 1-11 16,0 0-15-16,19 7-2 0,-5 4-15 15,0 4-8-15,4 6-8 0,0 4-12 0,0 2-9 16,-2 2-8-16,0 0-7 0,-3 7-11 0,-3-2-4 0,1 10-10 16,-7-11-10-16,-4 2 4 0,-2-2-5 0,-5-2-8 15,-3-1 0 1,-3-2-15-16,-6-2-3 0,1-1-15 0,-5-4-14 15,-2-3-15-15,-4 1-26 0,-1-4-39 0,-2-3-51 0,-4-5-204 16,0-3-369-16,-16 2 163 0</inkml:trace>
  <inkml:trace contextRef="#ctx0" brushRef="#br0" timeOffset="135672.91">14098 7385 70 0,'-1'-4'244'0,"-2"0"-25"0,3 4-22 0,-4-6-24 0,4 6-21 16,0 0-19-16,-18 10-11 0,3-1-15 0,-8 9-7 15,-4 9-7-15,-10 11-5 0,0 9-3 0,-18 22-4 16,9-1-5-16,13-14-3 0,-7 23-4 0,18-25-7 16,2 5-10-16,11-4-1 0,1-3-6 0,8-1 2 15,8-13-4-15,1-3-4 0,15 9 4 0,-3-11 26 16,16 3 1-16,8-6 14 0,7-1-5 0,4-6 5 15,3-4-7-15,1 0-6 0,-5-6-9 0,-3-3-6 0,-15-4-4 0,2 1-4 16,-6-3 1-16,-5-2-10 0,-9 4 4 0,-6-4 8 16,0 0 10-16,-3-1 11 0,-1 1 4 0,-3 1 9 15,-6-1-13-15,11 0-14 0,-11 0-1 0,7-4-22 16,-3 4-27-16,-4 0-32 0,0 0-51 0,0-4-66 16,0 4-89-16,0 0-106 0,0 0-184 0,-27 2-562 15,27-2 248-15</inkml:trace>
  <inkml:trace contextRef="#ctx0" brushRef="#br0" timeOffset="138179.41">4041 7432 98 0,'0'0'161'0,"0"-4"-1"16,-1-1-14-16,1 5-8 0,0-6-7 0,0 6-13 16,0-5-6-16,0 5-12 0,-3-4-10 0,3 4-10 0,0 0-9 0,-1-2-9 15,1 2-6-15,0 0-16 0,0 0-17 0,0 0-1 16,0 0 0-16,0 0 0 0,4 14-8 0,-3-5 2 15,2 3-6-15,2 5-2 0,-4 10 3 0,1 6-4 16,1 2 5-16,1 12-1 0,-3 5 2 0,2 4-7 16,-3 1-1-16,0 26 3 0,0-25-4 0,0 22 4 0,0-22 7 15,1 0-8 1,3 1-2-16,0 26-2 0,-3-3 1 0,4-25 3 16,3-1-3-16,1 26 5 0,-4-25-4 0,4 0 0 15,1 1 3-15,-1 0-7 0,-1 3 2 0,2-6 2 16,-1 1-3-16,-4 1 2 0,3-3-1 0,2 4-5 15,-2-3 4-15,-1-1 3 0,0 2-5 0,2-3 3 16,-4 3 3-16,-1-4-5 0,-1 4 1 0,4-5 3 16,-3-2 3-16,-2-3-5 0,7 0 3 0,-6-10-4 0,3 8-1 0,-6-6 7 15,3 8-2-15,-1-10 0 0,0 0 1 0,0 10 0 16,-2-14-2-16,0 0 5 0,0-3 9 0,1 2-17 16,-1-2 4-16,-1 0 2 0,6-1-2 0,-5 0 2 15,0-4-5-15,1 4-3 0,-1-3 6 0,3 0 4 16,-2 1-13-16,0-7 5 0,3 1-1 0,-1-1 2 15,-2 1-2-15,3-1-3 16,-4 3 1-16,4-5 3 0,-3 2 2 0,2-2 2 16,-2-2-5-16,0-2 2 0,3-2-2 0,-4 1-1 15,0-2 1-15,0-2 2 0,0-2-1 16,0 1-4-16,0 0 6 0,0-5 3 0,0 4-4 0,0-3 0 16,0-3 5-16,0 4 3 0,0-4-8 0,0 0-2 15,-4 4-42-15,4-4-302 0,-12-9-371 0,5 1 164 16</inkml:trace>
  <inkml:trace contextRef="#ctx0" brushRef="#br0" timeOffset="140245.78">4228 7222 45 0,'-3'-1'201'0,"3"1"-18"0,0 0-14 0,-4-3-15 0,4 3-7 16,-2-4-10-16,2 4-16 0,-3-4-11 16,3 4-9-16,0 0-10 0,0-7-11 0,0 7-7 0,0-2-10 0,0 2-10 15,0 0-2-15,5-6 1 0,-1 3-11 0,-4 3-7 16,9-2-3-16,0 2-3 0,1-1-3 0,4 0-5 16,3 0 13-16,5 1-19 0,-3-2 0 0,10 1 1 15,2-1-5-15,2-1 1 0,-1 2-4 0,4-2 2 16,0-1-1-16,2-1-3 0,2 2 4 0,-2-1 0 15,-1-2-5-15,18-1-2 16,-18 2 0-16,15-2 3 0,-13 5-4 0,13-3 0 16,3-1 1-16,-2 0 0 0,0 3 0 0,2-2 0 15,-1 1-4-15,-3 0 2 0,1 1 4 0,1-2-6 16,-2 2 5-16,4-1-1 0,-3-2 1 0,2 0-1 0,-3 2-2 16,4-3 0-16,2 0 4 0,-4 4-3 0,-1-5 2 15,-3 2-5-15,4 3 1 0,-14 1-2 0,2-2-4 16,10 0 5-16,-13 1-9 0,-1 0-2 0,1 1 0 0,0-1 2 15,-3 3 4-15,1-3 1 0,0 1-2 16,-2 2 2-16,-2-2 1 0,0 0 1 0,4 1 0 16,0-2-1-16,-3 2 5 0,4-2-1 0,3 2 1 15,-4-2-3-15,2 2-2 0,1-2 1 0,1 1 2 0,1 0 4 16,11-3-3-16,-15 4 1 0,4-2 0 0,-2 2-2 16,0-1 0-1,1 0 2-15,-2-3-2 0,1 1 0 0,-1 3 2 16,0-2 1-16,-3 0 0 0,2 3-2 0,-4-1-4 15,2-2 6-15,0 1-1 0,3 2-2 0,1-2 3 16,1 1-4-16,11 0 2 0,-13 1-2 0,2-3-2 16,12 1 1-16,-14-1-3 0,16 1 5 0,0 1-4 0,-17 0-1 15,1 0 3-15,3-2-3 0,11 2 1 0,-15 1 2 16,3-5-1-16,-3 4 2 0,3 0-1 0,-3-2-1 0,-1 3 4 16,2 0-6-16,-1-1 3 0,2 0 2 0,-3 2 2 15,1 0-2-15,3 2-1 0,-2-4 2 0,14-1-3 16,-13 2 3-16,1 2-2 0,12-2 1 0,-2-2-2 15,-12 2 0-15,1-1-1 0,0 1 0 0,-2-1-4 16,4 1 3-16,-3-3 1 0,0 2 7 0,0 0-7 0,0 1 1 0,-2-3-1 16,1 0 0-16,-1 5 2 0,2-4-1 0,-2 1-1 15,-2 1 0-15,2 0 2 0,-1-1-3 0,-2 1 4 16,5 0-2-16,-1-1-3 0,0-1-1 0,3 4-4 16,1-4 0-16,-2 1 7 0,0 1 0 0,13-3 0 15,-16-2 0-15,0 5-5 0,2-3 2 0,-2 0 6 16,-2 1-2-16,-2-5-3 0,2 6 3 0,0-1 0 15,-2 1 6 1,0-3-3-16,4 2 1 0,-9-3-2 0,5 4-1 16,2-4 2-16,-5 4 1 0,2-3 0 0,1 1 2 0,0-2 1 15,1 1 4-15,0 3-3 0,2-3-5 0,1 1 4 16,0 2-5-16,-1-3 1 0,2 1 1 0,0-3-1 16,-1 3 0-16,3 2-2 0,-3-2 5 15,-2-1-4-15,1 3 3 0,0-3-4 0,-3 1 2 16,-4 1-3-16,4-1 2 0,0 1 2 0,0 1 2 0,-1-1 3 0,-1 0 1 15,2 2 3-15,4-1-2 0,-3 0-2 0,3 0 3 16,0-1-8-16,0 1 3 0,-1 0 3 0,1 1 1 16,4-3-1-16,-3 3 1 0,0-3-1 0,-1 2 4 15,3-3 1-15,-2 3 0 0,0-3 2 0,2 2-3 16,-1-1 11-16,-1-1-6 0,0 1 2 0,3-1-2 16,-1 4 9-16,0-2-7 15,-1-2 0-15,0 0-3 0,2 1 1 0,-3-1-1 16,14-1 1-16,-14 3-4 0,-1-1 0 0,2 1-3 15,16 1-6-15,-16-3 8 0,13 3-8 0,3-3 6 16,-18 1-6-16,17-1-1 0,-3 4-2 0,-11-4 1 16,17 0 3-16,-20 1 2 0,2 2-1 0,2-2 6 0,0 1 0 15,0 2 1-15,1-3-1 0,10-1-3 0,-12 5 4 16,10-6 1-16,-9 5 4 0,-3-1-2 0,5-2-2 0,-5 1-3 16,2-1 1-16,0 2 2 0,11-3-8 0,-13 1 3 15,1 2-7-15,-1-2 8 0,1 1-4 0,1 0-5 16,-1-1-1-16,2-2 2 0,12 0-4 0,0 3-4 15,-12-3 8-15,12 1 3 0,-13 2-5 0,12-3 1 16,-10 2 7-16,-4 1 2 0,18-4 0 0,-6 4 1 0,-12-1 5 16,1-1-3-16,-1 2 3 0,2 1-4 0,0-3 0 15,-2 1 1-15,0 1-4 0,2 2-2 0,0-2 3 16,-3 1-2-16,-2-2-1 0,1 0 1 0,-2 1-2 31,-1 0 3-31,-1-3-1 0,-3 4 1 0,0-2 6 0,1 0 4 0,-7-1 2 0,0 1 2 0,4-2-5 16,0 2 0-16,1 1-2 0,1-1 0 0,2-1-5 15,-7 4 0-15,3-2 1 16,-5 2-2-16,1 0-4 0,6-3 7 0,-8 3-6 16,-2 0-1-16,1 0 2 0,-6-2-2 0,6 4-2 15,-1-2 0-15,-5-2 0 0,5 1 2 0,1 1-2 16,-1-1 0-16,1 1-3 0,-1 0 0 0,2 0 5 16,-4 0 1-16,4 0-8 0,-3 1 5 0,-1 0 0 15,-3-1-1-15,1 0 1 0,-2 0-1 0,-1 0 0 16,-3 0 4-16,-2-1-5 0,1 1 4 0,-7 0-2 0,14-1 1 0,-14 1-6 15,5 0 5-15,-5 0-8 0,7 0-16 0,-7 0-14 16,0 0-36-16,0 0-27 0,7-1-48 0,-7 1-51 16,0 0-156-16,0 0-383 0,0 0 169 0</inkml:trace>
  <inkml:trace contextRef="#ctx0" brushRef="#br0" timeOffset="141114.82">15419 6551 137 0,'0'0'219'0,"0"0"-23"0,0 0-21 0,0 0-18 16,0 0-22-16,3 3-9 0,-3-3-13 0,0 0-17 0,0 0-12 16,0 0-14-16,0 0-11 0,0 0-10 0,0 7-7 0,1-4-5 15,0 3-6-15,-1 2-6 0,0 2 0 16,2 4-9-16,-5 5 1 0,2 0 0 0,-2 8-3 15,-1 1-3-15,-1 2 10 0,0 2-9 0,0 4-1 16,1-1 3-16,-4 10-3 0,6-11-3 0,-5 2 1 0,5-2 0 16,-2 0 2-1,3 0-7-15,-3 0-2 0,4-1-1 0,0-4 5 16,0-2-2-16,0 0 1 0,0-1-1 0,1-8 1 16,-1 1-4-16,-1-2 0 0,5 0 5 0,-3-2-9 15,-1-1 5-15,0 0-4 0,4 3 4 0,-3-8 3 16,-1 4 2-16,1-1-2 0,3 2 4 0,-4-2-1 15,4 4-3-15,-4-4-1 0,5 4 2 0,-2 1-3 16,-2-1 0-16,2-1 4 0,-1 2-3 0,2 1 1 0,1 0 1 0,-1-1 0 16,0 0-2-16,-3 0 3 0,3 0 0 0,0 3-1 15,1-2 0-15,0 1-1 0,-1 2 2 0,1-4-2 16,0 2 4-16,0-1-2 0,-1 0 0 0,1 0 1 16,1 1 1-16,0 0 2 0,-1-1-1 0,-1 1 3 15,-1-1-2-15,3 0 4 0,-2 2 1 0,-1-1-3 16,0-1 8-16,-2 2-4 0,0-1-3 0,0 1-1 0,1 1 1 0,-1-1-5 15,-1-2 2-15,3 7 0 0,-1-7-2 16,0 0-3-16,-1 3 3 0,1-3-2 0,2 0-3 16,1 8 2-16,-1-7 0 0,1-1 1 0,2 5-2 15,-1-5-2-15,4 8-2 0,-5-4 4 0,0-2-2 0,3 6 0 16,1-8-1-16,-4 8-2 0,3-1 0 0,-3-7-3 16,0 8 4-1,-2-6 2-15,-1 6-1 0,3-3 1 0,-1 3-3 16,-4-1-2-16,4-1 5 0,-3 2-2 0,3-1 2 15,-4-4 0-15,0-3-3 0,0 8 1 0,0-8-4 16,0 10 1-16,0-10 1 0,4 2 3 0,-4-3 0 16,1 4 6-16,2 3-9 0,-3-6 1 0,1 2 0 15,2 1 2-15,0 4-2 0,-1-1 1 0,-1 0-3 16,0 3 5-16,0-8-2 0,1 3 3 0,-4 1-4 0,4 2-3 0,-2-6 6 16,0 3-5-16,0-4 4 0,0 1 0 0,1 1-1 15,0-2 0-15,-1 2-1 0,0-2-1 0,2-1 1 16,-2-2-2-16,1 2 1 0,0 0 7 0,2 0-7 15,-2-5 2-15,-1 1-2 0,3-1-2 0,-3 2 1 16,1-2 0-16,-1-2 0 0,0 4 3 0,0-2-1 16,0-1-3-16,-1-2 6 15,1 0-2-15,0-1-1 0,-3-3 0 0,3 2 2 16,0-3 6-16,0 0 16 0,0 1 9 0,0-1 6 16,0-4 9-16,0 4 8 0,0-4 9 15,0 5 5-15,0-5 2 0,0 0-1 0,0 3 2 0,0-3-2 16,0 0-5-16,0 0-10 0,0 0-5 0,0 0-9 15,0 0-24-15,0 0-37 0,0 0-95 0,0 0-119 16,0 0-262-16,-6-15-536 0,3 6 239 0</inkml:trace>
  <inkml:trace contextRef="#ctx0" brushRef="#br0" timeOffset="143265.97">4491 10405 21 0,'0'0'125'0,"0"0"-10"0,0 0-8 0,0 0-17 16,0 0-5-16,14-5-9 0,0 3-2 0,-1 0-10 15,6-1-2-15,4 3-5 0,6-4-7 0,3-1 1 16,0 3-17-16,4-4 6 0,0 4-6 0,1-6-2 16,22 2-6-16,-4-1 2 0,1 1-3 0,-1-1 1 15,1 1-6-15,-1 0-5 0,4-1 0 0,4 0 6 16,-2-3-3-16,0 2 1 0,3 0 2 0,0-1-3 0,-4 1-8 0,1 2 1 16,30-6 4-16,-31 5-6 0,4 2 3 15,0-1 4-15,-2-1-8 0,5 1-1 0,-3 0 0 0,-4 1-2 16,-1 1 2-16,-3-1-6 0,0-2 5 0,-2 2-3 15,-2 1-3 1,-1 0 3-16,3 0 2 0,0 0-4 0,-3 1 6 0,-10-1-6 0,10 1 2 16,-10 0-1-16,9-3-1 15,1 6-3-15,-13-4 11 0,13 0-3 0,-11 1 0 0,11-1-6 16,-13 3 3-16,3-3-1 0,10 0 13 0,-15 0-13 16,3-1 1-16,11 1-4 0,-10-2 3 15,10 0 2-15,-13 3-5 0,2 0 4 0,0-3-1 16,1 1-5-16,9-2 6 0,-9 2 3 0,14-1-4 0,-1 0 1 15,-3 1-2-15,-10 1 0 0,12 0 3 0,2-5-5 16,-1 4 9-16,1-1-4 0,0 0 1 0,-2 1-5 0,1-1 4 16,3 2-2-16,-1 0 2 0,0 1 1 0,5-2-2 15,-4 0 7-15,5 1-7 0,-2-1-4 0,5 2-3 0,-1-2 4 16,-3 0 0-16,1 0-2 0,-1 1 2 0,0-1 5 16,-2-2-5-16,0 0 2 0,2 2-4 15,0 2 5-15,-1-5 0 0,1 4 4 0,4-1-9 16,0 0 16-16,0 1-13 15,1 0-1-15,-2 0 5 0,1-3-5 0,2 5 8 16,-1-2 0-16,0-2-3 0,26 1 3 0,-29 5 7 16,1-6-3-16,3 3 3 0,23-5-3 0,-23 6 0 15,25-3 3-15,-26 2-11 0,3-1 7 0,23 1-8 16,-26 2 4-16,27-5-1 0,-26 4-2 0,25 0 0 0,1-1 8 0,-28 1-8 0,30 1 1 0,-4-1 0 16,0 3 0-16,-27-2 0 15,5 2 0-15,24 0 7 0,0 2-3 0,-31-1 0 16,5-2-6-16,28-4-1 0,-2 4 1 0,-24 0-3 15,28 2 9-15,-32-2-7 0,26 3 3 0,-26-3 2 16,-1 2 0-16,30-2 8 0,-32 0-9 0,3 0-1 16,0 0-1-16,4 0-2 0,22-2-4 0,-27 2 5 15,0 2 7-15,3-2-4 0,-2 0 0 0,0 2 0 16,1-1-1-16,-1-1 3 0,3 0-2 0,-6-3 2 0,0 1-2 0,-2 2 0 16,1 0-2-16,-2 2 0 0,-3-2 2 0,-1 0 1 15,-2-3-6-15,-11 3 7 0,-2 0-8 0,12-4 0 16,-14 1 2-16,-1 1 0 0,0 1 1 0,2-1 1 15,-5 0 0-15,3-1 1 0,-4 1 8 0,-4-1-4 16,2 2 1-16,-11-2 3 0,4 1 0 0,-3-1-4 16,1 2 0-16,-3 0 0 15,1-3 2-15,-2 0-2 0,2 2 3 0,-2-1-3 16,0 1-1-16,2 0 3 0,-2-2-4 0,1 2-3 16,-1-2 4-16,3 4-6 0,1-1 4 0,-1 1 1 15,9-4-3-15,3 2-2 0,-1-1 3 0,2 1-8 16,-1 2 2-16,0-3 3 0,1 6 0 0,-2-3-1 15,-1-3-3-15,1 3 4 0,0 0-1 0,1 0 0 16,-3 0-2-16,-7 0 3 0,6-2-4 0,0 2 0 0,0 0 3 0,-6 0 3 16,-2-1 1-16,1 0-6 0,-2-2 2 0,1 1 0 15,-3 2 0-15,1-3 0 0,-1 3-1 16,2-1-3-16,-6 0 6 0,4 1-3 0,-4 0-1 16,1-3-1-16,-1 3 5 0,2 0-1 0,-2-1-3 0,1-1 1 15,-1 1 1-15,0 0-2 0,-2 1 3 0,-1 0 0 16,0-3-3-1,1 2 3-15,-3 1-2 0,-1-3 1 0,3 3 1 16,-1 0-2-16,2-2 0 0,-4 0 2 0,2 1-1 16,-4 0-1-16,3 1-3 0,2 0 3 0,-10 0 0 0,13-1 1 15,-8 1-2-15,5-2 3 0,-1 2-3 16,2 0-5-16,-3-1 5 0,1 1 2 0,2 0-1 16,0 0 4-16,-2 1-3 0,1-2-2 0,0 1-1 15,-2 1 0-15,0-2 4 0,0 1-2 0,0 0 2 0,-8 0-3 0,13-2-2 16,-8 2 8-16,0-1-7 0,4 0 4 0,-9 1 0 15,9 0 1-15,-9 0 14 0,9-3 8 0,-9 3 5 16,5 0 3-16,-5 0 2 0,9-2 1 0,-9 2-1 16,0 0-1-16,4-3-3 0,-4 3 0 0,0 0-4 15,5-2 0-15,-5 2-2 0,0 0-5 0,0 0-2 16,4-2 3-16,-4 2-6 0,0 0-2 0,0 0-1 0,0 0-1 0,0 0-1 16,0 0-3-16,0 0-2 0,0 0 3 0,0 0 2 15,0 0-5-15,0 0-2 0,0 0 1 0,0 0 0 16,0 0-2-16,5-1-1 0,-5 1 2 0,0 0-1 15,0 0-1-15,0 0-1 0,0 0 2 0,0 0-4 16,0 0 2-16,0 0-2 0,0 0 4 0,0 0 0 16,0 0-2-16,0 0 0 15,0 0-1-15,0 0 2 0,0 0-3 0,0 0 4 16,0 0-2-16,0 0 2 0,0 0-4 0,0 0 0 16,0 0 4-16,0 0-3 0,0 0 2 0,0 0 0 15,0 0-2-15,0 0 1 0,0 0 0 0,0 0 3 16,0 0-6-16,0 0 0 0,0 0 4 0,0 0-1 15,0 0 7-15,0 0-3 0,0 0-2 0,0 0-4 16,0 0 1-16,0 0-1 0,0 0 1 0,0 0-1 0,0 0 2 16,0 0-2-16,0 0 1 0,0 0 1 0,0 0 3 0,0 0-4 15,0 0 0-15,0 0 4 0,0 0-4 0,0 0 4 16,0 0-3-16,0 0 1 0,0 0 0 0,0 0 0 16,0 0-1-16,0 0 2 0,0 0-1 15,0 0 8-15,0 0-2 0,0 0 6 0,0 0 9 0,0 0 7 16,0 0 6-1,0 0 8-15,0 0 2 0,-4-7 0 0,4 7-4 16,-1-6-4-16,1 3-9 0,-4-4 0 0,-1-1-2 16,1-2-4-16,-1 1-15 0,-4-6-16 0,0 3-27 15,2-2-37-15,-5 2-41 0,3-1-70 0,-1-3-296 0,0 7-519 16,-1-2 230-16</inkml:trace>
  <inkml:trace contextRef="#ctx0" brushRef="#br0" timeOffset="-192594.28">4302 12308 23 0,'0'0'106'0,"5"-4"-7"0,-1-1-7 16,-3 2-2-16,3 0-2 0,0 1-3 0,0-2-2 15,1 3 11-15,-4-4-18 16,4 0-3-16,-5 5 6 0,4-4-9 16,-1 3 1-16,-3 1 0 0,2-5 10 0,2 4-2 15,-4 1-3-15,3-3 1 0,-3 3 5 0,1-4-4 16,-1 4 5-16,0 0-8 0,5-3-5 0,-5 3 0 0,0 0 0 16,0 0-2-16,1-2-4 0,-1 2-7 0,0 0-6 15,0 0-7-15,0 0-5 0,0 0-2 16,0 0-7-16,0 0-2 0,0 0-7 0,0 0-4 0,0 0-3 0,0 0-4 15,0 0-9-15,-15 7 4 0,3-1-1 0,-3 1 6 0,-3 6-6 16,-5-2-4-16,-4 4 3 0,-1 2 3 16,0 0-7-16,3 0 5 0,-2 0-2 0,1 0-4 15,2 0 2-15,0 1 0 0,-2-1 2 0,3-2-1 16,2 3-2-16,-1-1 1 0,6-3-3 0,2-1 2 0,3 1-1 16,1-1 14-1,2-2-3-15,3-1-5 0,1 0 2 0,1-1-2 16,6 3 2-16,2-1-4 0,3-2 0 0,7 3 5 15,8 2-4-15,5-4 4 0,4 2-1 0,3-1-2 16,3-1 0-16,-1-2-1 0,1 2 1 0,2-1 1 16,-2 0 1-16,-6 0-1 0,-1 2-1 0,-3-1-4 15,-4 2 1-15,-7-5 1 0,-5 1-12 0,-3-2-7 16,-2 2-2-16,-4-1 4 0,-3 3 3 0,-7-2-1 0,-7 3 2 0,-9 2 2 16,-9-4 4-16,-4 2 2 0,-1-2 9 0,-2-1 3 15,-12 1 5-15,12-5 13 0,-12 1 5 0,14-2 7 16,-1 0 0-16,2-2 0 0,5-1 1 0,3 0 7 15,5-1 4-15,8-1 5 0,3 1 9 0,3 1 3 16,-2 0 5-16,4-3 6 0,1 2-8 0,2 1-9 16,4 0-19-16,-4-4-21 0,4 4-21 0,8-6-20 0,2 3-32 0,3-2-34 15,5 1-49-15,0 0-51 0,10-2-84 0,-10 4-179 16,4-2-485-16,-1 0 215 0</inkml:trace>
  <inkml:trace contextRef="#ctx0" brushRef="#br0" timeOffset="-192239.72">4663 12697 21 0,'0'-5'322'15,"0"5"-17"-15,0 0-28 0,2-4-20 0,-2 4-18 16,0 0-24-16,1-4-30 0,-1 4-17 0,0 0-20 16,0 0-22-16,0 0-13 0,0 0-14 0,0 0-9 15,0 0-9-15,4 16-11 0,-4-11-7 0,3 4-6 16,-2-1-7-16,0 2-3 0,2-1 1 0,-2 0-8 16,-1 0-5-16,1-1-4 15,1 1-5-15,-2-1-5 0,2 0 4 0,-4-2-4 16,2 1 1-16,2-2-1 0,-2-1-4 0,0 3 2 15,0-7 2-15,0 5 1 0,-2-3-2 0,2-2 0 16,0 0 2-16,0 0 2 0,0 0-10 0,0 0-28 16,0 0-34-16,0 0-40 0,-13-17-45 0,7 3-56 0,2-6-54 15,-4-6-206-15,3-1-484 0,0-3 215 0</inkml:trace>
  <inkml:trace contextRef="#ctx0" brushRef="#br0" timeOffset="-192107.96">4618 12553 197 0,'-4'-18'152'0,"1"1"30"0,1 0 21 0,-2 3 17 15,2 2 9-15,1 0 9 0,-1 4 12 0,-2 1 1 16,4 0-6-16,0 0-5 0,0 2-25 0,0-2-15 15,0 4-25-15,0-1-19 0,0 4-40 0,0-5-1 16,0 5-40-16,0 0-37 0,5-3-27 0,-5 3-34 16,9 7-44-16,-4-4-38 0,3 6-44 0,-1 2-52 0,4 2-88 15,-5-3-157-15,2 2-483 0,-1-4 213 0</inkml:trace>
  <inkml:trace contextRef="#ctx0" brushRef="#br0" timeOffset="-191190.18">4891 12668 22 0,'0'0'334'0,"0"0"-9"0,0 0-7 16,0 0-9-16,0 0-3 0,0 0-14 0,0 0-22 16,4-10-17-16,-4 10-35 0,0 0-22 0,0 0-22 15,0 0-23-15,0 0-16 0,0 0-23 0,0 0-22 16,0 0-17-16,0 0-7 0,5 10-5 0,-4-5-10 16,2 5-6-16,-3 0-3 15,1 1-7-15,-1 2 0 0,0 0-3 0,-1 5-7 16,1-4-2-16,0 1 2 0,0-1-9 0,-3-1-1 0,3-4 15 0,0 1-17 15,-1-3 1-15,1 1-4 0,0-3 4 0,0-1 5 16,0-1 3-16,0 2 2 0,0-5 46 0,1 4 42 16,-1-4 5-16,0 0-8 0,0 0-11 0,9-11-10 15,-5 2-6-15,2 0-12 0,1-7-6 0,3 0-4 16,0 1-9-16,3-1-6 0,-3 2-9 16,-2 0-5-16,1 5-8 0,-4 1-4 0,3 1 3 15,-3 1-1-15,-1 2-8 0,-1 1-7 0,3 1-18 0,-1 0-23 16,-5 2 13-16,11 2-2 0,-6-2-6 0,0 5-3 15,2-1-7-15,-1 2 7 0,0 3 9 0,0-1-6 16,0 3-2-16,-1 0 3 0,3 0-1 16,-2-1-1-16,1 2-1 0,-4-3-6 15,1 0 4-15,0-3-3 0,1 1 1 0,-4 0 2 16,2-2 6-16,0-2 22 0,-1 1-13 16,-1-2 7-16,-1-2 36 0,6 3 3 0,-6-3-1 15,0 0-4-15,16-8 0 0,-7 2-5 0,-1-1 3 0,1 0-1 16,1-2-2-16,-1-4-4 0,5-2 0 0,-4 1-7 0,2 1 4 15,0 1 2-15,-3 3-7 0,0-1 4 0,0 3-6 16,-4 0-2-16,0 2 2 0,1 2-2 0,-2 0-23 16,-1-1 16-16,4 3-8 0,-2 0-3 0,-5 1-9 15,10 2-5-15,-4 1-10 0,2 1-5 0,0 1-4 16,1 2 0-16,-2-1-1 0,6 3-3 0,-4-1-8 16,1 1-7-16,4 0-2 0,-2-1-6 0,-2 0-6 15,3-2 3-15,-3-1 8 16,3 1 7-16,-2-2 8 0,3 0 0 0,-3-3 11 0,-1-1 4 0,3-1 7 0,-3-3 3 0,0-1 3 15,-1-2 9-15,0 0 24 0,0-2 16 0,1 0 16 16,-5 0 23-16,4 0-12 0,-4-1 38 0,-1 2 1 16,0-1 8-16,1 2-6 0,-1 2-2 0,-2 0-13 15,1-1 12-15,1 2-12 0,-3 2-11 0,-1-2-12 16,0 4-16-16,3-4 7 0,-3 4-29 0,1-3-18 16,-1 3-10-16,0 0 14 15,0 0-15-15,10 10 1 0,-10-5 3 0,4 3 1 16,-3 1 1-16,3-1 2 0,0 3-2 0,-4 1 0 15,4-2 0-15,-3 1 4 0,-1-1-1 0,4 3 7 16,-1-3 1-16,-2 0-1 0,0-2 4 0,0-2-5 16,2-1-18-16,-3-1 10 0,0 2 2 0,0-4 3 15,0-2 7-15,0 7-4 0,0-4 4 0,0-3-4 16,0 0-27-16,0 0-36 0,0 0-34 0,-9-10-30 0,5 1-49 0,-1 0-39 16,-3-3-28-16,3-5-42 0,-5-1-248 0,1-4-579 15,1-2 255-15</inkml:trace>
  <inkml:trace contextRef="#ctx0" brushRef="#br0" timeOffset="-191074.45">5515 12489 106 0,'-7'-17'209'0,"2"0"13"0,3 5 4 0,-2 3-1 0,1 0 2 31,2-1-14-31,0 3-17 0,1 0-16 0,-2 0-17 16,2 0-18-16,0 2-13 0,0 0-23 0,2 1-30 16,-2 4-34-16,3-5-35 0,-3 5-37 0,7 0-58 15,-7 0-52-15,11 3-236 0,-4-1-405 0,-1 1 179 0</inkml:trace>
  <inkml:trace contextRef="#ctx0" brushRef="#br0" timeOffset="-190301.66">5745 12808 18 0,'0'0'221'16,"2"2"1"-16,-2-2 1 0,0 0 0 0,0 0 6 16,0 0-11-16,0 0-9 0,10-1-1 0,-10 1-17 15,7-5-10-15,-3 2-7 0,2-2-5 0,-2 0-9 32,2-3 1-32,1-3 11 0,-1 1-50 0,0-4-1 15,3-4-18-15,3-5-5 0,-3-1-10 0,-3-4-8 0,3-2-6 16,0 1-11-16,0-3-15 0,-2 0 3 0,-1 4-6 15,-1-4-5-15,-3 3 3 0,0 3 3 0,-2 3 7 0,1 4 1 16,-2-2-4-16,-1 4 3 0,0-2-1 0,1 2-5 16,-2 5 13-16,2-1-21 15,-2 4-5-15,2 2-2 0,1 1-20 0,0 2 19 16,-2-1-12-16,2 1 2 0,0 4-42 0,-3-6-27 0,3 6-11 0,0 0 1 0,0 0 5 0,-6 13 11 16,-1-3 2-16,2 5 4 0,-3 3 2 15,-2 11 3-15,0-3 3 0,-2 3 8 0,3-1-3 16,-1 3-3-16,1-1 10 0,3 0 5 0,2 1-3 0,0-3 6 15,3-1-4-15,4-2-2 0,-1 1 1 0,1-6-4 16,4 0 4-16,2-3-1 0,0-3 1 0,5-1 1 16,-1 1 4-1,6-5 1-15,-1-1 0 0,4-1 1 0,5-2 2 16,2-3 1-16,4 0-4 0,-1-5-4 0,1-1-3 0,2-2 2 16,-3-2-4-16,1-1 7 0,-1-3-4 15,-4 1 1-15,-1-1 3 0,-3-1 4 0,-7 4 1 16,-3-1 11-16,-4 1 12 0,-1 2 9 0,-4 1 6 15,-1 2 0-15,1-4-8 0,-4 3 4 0,-1 1-7 16,0 4-11-16,-6-6 2 0,0 3-1 0,-6 2 4 0,-2 1-10 0,-4 4 3 16,0 2-4-16,0-2-1 0,2 4-2 0,-3 0-3 15,1 4 5-15,0-3 0 0,1 4-6 0,0-1 8 0,1 0-2 16,3 2-15-16,-2-2-4 0,2 1-11 0,3-4 1 0,5 1-3 16,-3-2 0-16,4-2-2 0,0-2 2 0,3 2 3 15,-3-1 7-15,4-3 4 0,-1 1 4 16,1-3 11-1,5 2 13-15,-5-2 2 0,13-1 5 0,-3 0 0 16,3 1 3-16,-3-3-2 0,3 1 6 0,-2-2 10 16,2 1-1-16,1 0-1 0,-2 1 6 0,0-1-29 15,0 3 13-15,-2-2-15 0,2-1 1 0,-5 3 3 16,1-1-1-16,1 1 1 0,-3 0-5 0,2 0-28 16,-1 1-14-16,0 0-20 0,-1 3-25 0,1-4-32 15,-2 3-36-15,-1-1-21 0,1 3-31 0,0 0-32 0,-4-3-59 0,-1 1-202 16,0-3-529-16,0 0 234 0</inkml:trace>
  <inkml:trace contextRef="#ctx0" brushRef="#br0" timeOffset="-189718.73">6256 12672 11 0,'5'-7'228'0,"0"-2"-10"16,5 2-11-16,-2 1-1 0,1 2-21 0,4-1-10 15,-2 2-17-15,3-1-12 0,-1 4-11 0,6 0-11 16,-2 3-14-16,3 1-3 0,-2 1-11 0,-4 2-9 15,4 1-9-15,-4 1-7 0,-1 3-9 0,-3-4-3 16,0 4-7-16,-2-3-8 0,2 4-5 0,-3-1 1 16,-1 3-5-16,-2-4-3 15,-2 1-3-15,1 1-3 0,-3-1-12 0,0-3-5 16,0 1-2-16,0 0-1 0,0-1 5 0,-1-2-6 16,1-2 1-16,0-2 4 0,-2 0 10 0,2-3 25 15,2 7 39-15,-2-7 36 0,0 0-5 0,0 0-16 16,0 0 6-16,7-12-27 0,-4 3-7 0,4 0-4 15,-1-5-13-15,3-3-12 0,6-5-11 0,-4-2-23 16,6 0-18-16,0-3-12 0,-1-2-14 0,1-5-5 0,2 3-6 0,-1-2 3 16,-5-1 2-16,-3 2 6 0,4 0 4 0,-5 1 2 15,0 0 4-15,-2-2 6 0,-4 4 13 16,3 3 9-16,-6 0 15 0,0 6 7 0,0 2 2 16,-3 0 0-16,0 3 2 0,-2 3-3 0,0 0-4 0,1 0-4 15,-1 3-1-15,1 1-3 0,1 1 4 0,1 2-8 16,-2 0-1-1,0 4-5-15,2-2-24 0,2 3 3 0,0 0-5 16,0 0-1-16,-14 7 6 0,10 5-2 0,0 2 1 16,1 3-1-16,1 7 6 0,-2 1 2 0,0 4 0 0,4 2 0 15,0 1 3-15,4 3-2 0,-4-2-1 0,4 0 3 16,-3-1-2-16,0-1 3 0,2-2 5 0,2 0-3 16,-1-5-1-16,-3-4 1 0,3-3 0 15,-4 0-1-15,4-4 6 0,0-3 9 0,-4-3 2 0,1 1 0 0,-1-2 0 16,1 0 3-16,-1-1 6 0,0-2 3 0,3 0 1 15,-3-3 7-15,0 6 1 0,1-3 4 0,-1-3-5 16,0 0 3-16,0 0 2 0,0 4-9 0,0-4-6 16,0 0 3-16,0 4-8 0,0-4-15 0,0 0-24 15,0 0-20-15,0 0-39 0,0 0-41 0,0 0-50 0,0 0-49 16,0 0-73-16,0 0-161 0,-4 2-496 0,4-2 220 0</inkml:trace>
  <inkml:trace contextRef="#ctx0" brushRef="#br0" timeOffset="-189117.16">6852 12545 162 0,'2'-5'237'16,"-2"5"-26"-16,1-4-19 0,-1 4-21 0,0 0-18 16,0 0-24-16,0 0-17 0,0 0-11 0,0 0-8 15,9 11-8-15,-6-8-7 0,0 4-11 0,0 2-9 16,3 0-15-16,-1 2-4 0,1-1-5 0,0-1-6 15,-1 2-19-15,4-2-8 0,-4 0-5 0,0-1-2 16,-1-3 3-16,0 2-2 0,1-5-2 0,0 1 2 0,0-1 3 0,-1-2 1 16,-4 0 1-16,9-2 7 0,-2-1 9 0,-1-2 7 15,-1 0 4-15,0-2 10 0,0-5 6 0,2 5 3 16,-2-4 11-16,2 1 9 0,-3 0 6 16,1 0 3-16,0 0 0 0,1 2 1 0,-3 0 6 15,2 2-4-15,-1 1-4 0,-1-1-7 0,-1 3-8 0,1 0-14 16,-1 0-18-1,-2 3-6-15,0 0-3 0,0 0-5 0,14 9-1 16,-6 0-4-16,-3 6-2 0,3 1 2 0,2 6-5 16,0 2-2-16,-2 3 2 0,1 1-1 0,0 4 0 15,-4-3-2-15,0 3 0 0,2 2 2 0,0-4 0 16,-3 1-3-16,1 0 4 0,-2 2 2 0,-2 2-2 16,-1 1 0-16,-4-2 0 0,-1 2-1 0,1-7-1 15,-6-5 1-15,5-5 0 0,-3-2 1 0,-2-2-4 0,-3-3 2 0,0 1 1 16,-2-4-1-16,-4 0 2 0,1-1 1 0,-4-4 5 15,1-3 13-15,1-1 10 0,0-1 20 0,7 0 16 16,-1-2 11-16,1-4 21 0,2 1 0 0,-2-6 14 16,4-1-10-16,0-5-10 0,8-8-26 0,2-6-13 0,12-1-22 15,11-12 1-15,7 1-10 0,3-1-16 0,6 2 1 0,3 1-5 16,1 4 6-16,1 1-5 0,-1 6-1 0,0 2 5 16,-1 2 0-16,-11 7 8 0,0 4 9 15,-5-1 0-15,-3 6 31 0,-7 0 12 0,-4 9 8 0,-4-6 1 16,1 4-4-16,-5-1-4 0,3 2-10 0,-5-1-7 15,3 4-12-15,-3-3-20 0,-3 3-26 0,0 0-9 16,0 0-14-16,-12 7-63 0,-4 1-45 0,-3 4-41 16,-5-3-49-1,-2 4-71-15,1-1-353 0,7-3-705 0,1-1 312 16</inkml:trace>
  <inkml:trace contextRef="#ctx0" brushRef="#br0" timeOffset="-187452.27">10741 12411 30 0,'4'-6'185'0,"0"2"-15"0,0 0-14 0,-3-1-8 0,-1-2-15 16,-1 2-7-16,-1 1-16 0,-3-4-11 0,-1 3-6 15,-4 0-15-15,-1 0-7 0,-4-1-6 0,-6 1-6 16,1 2-3-16,-8 1-9 0,0-1-7 0,-3 1 1 16,3 4-4-16,-4 1-6 0,-1 1-3 0,1 2-1 15,-4 3-6-15,4 1 2 0,4 1 0 0,1 0-3 16,3 3-7-16,6-2 2 15,2-2-3-15,3 2-1 0,0 2 0 0,3-1 2 16,3-1-4-16,2 4-3 0,2-3-1 0,5 2 4 16,-1-1 2-16,7-3-4 0,2 2 3 0,7-3 2 15,3-1-3-15,6 1 2 0,3-3 2 0,3-4 0 16,2-3 6-16,0-3 4 0,0 1 12 0,-3-7 2 0,-1-1 8 16,1-2 9-16,0-3 8 0,-7-2 8 0,-2-2-6 15,-3-3 2-15,3-2-1 0,-6-2-5 0,0-1 0 16,-2-5-3-16,-3-3-6 0,-1-11-5 0,-2 13-2 0,-3-4-4 15,4-9-4-15,-5 11 2 0,-7 3 1 0,2-2-1 16,-5 5-4-16,2 0 1 0,0 0 6 0,-2 6-4 16,1 4-4-16,-1 3 0 0,0-1 18 15,5 6-4-15,-3 2-9 0,2 0 0 0,0 2-3 0,1 2 5 16,0 0-17 0,-1 2-7-16,1-1-5 0,1 4-34 0,0 0-1 15,0 0 1-15,0 0 5 0,-2 16 1 0,0-4 1 16,2 8 2-16,0-1 3 0,-1 6 0 0,1 2 3 0,0 2-1 15,-1 1 1-15,1 1 2 0,1 0-2 16,-2 3 0-16,2 2 2 0,0 11 4 0,-1-15-2 16,0 3-1-16,2-2-1 0,-1 3 1 0,0-4 3 15,2 0 1-15,-2-4 0 0,-1-1-2 0,1 0 0 0,1-6 1 0,0-3 0 16,-1 0 3-16,2-3-4 0,-3-2 4 0,3-1-2 16,-3-1 1-16,0-1-3 0,3-1 3 0,-3-1-4 15,1-1 2-15,1 1 1 0,-2-3 1 0,1 1-2 16,-1 0 4-16,0-2-2 0,1-1 0 0,1 1 0 15,-2-1-3-15,0-3 3 0,0 7 3 0,0-7-2 16,1 5 1-16,0-4 4 0,-1-1 10 0,0 0 23 0,0 0 11 0,3 4 10 16,-3-4 2-16,0 0-7 0,20-5-7 0,-2 1-3 15,9-3-7-15,5 1-2 0,4-3-37 0,14-1-49 16,3-2-61-16,-16 5-76 0,17 2-110 0,-16-5-240 16,15 0-582-16,-19 2 257 0</inkml:trace>
  <inkml:trace contextRef="#ctx0" brushRef="#br0" timeOffset="-186783.33">9978 13000 193 0,'0'0'200'0,"0"0"-14"15,-9 2-11-15,9-2-14 0,0 0-9 0,0 0-14 16,-5-2-17-16,5 2-14 0,0 0-6 0,0 0-12 0,0 0-12 0,0 0-6 16,0 0-7-16,0 0-5 0,-5 2-8 0,5-2-5 15,0 0-2-15,0 0-7 0,0 0-2 0,0 0-3 16,0 0-2-16,0 0-5 0,0 0 2 0,0 0 1 16,0 0 3-16,0 0-3 0,0 0-2 0,0 0 7 15,0 0-3-15,0 0 3 0,0 0 0 0,0 0 1 16,0 0 1-1,0 0-2-15,19-4-2 0,2 1 1 0,14 1 2 16,19-4 3-16,15-1-10 0,33-5 3 0,9 3 7 0,8 1 1 16,0 0 7-16,6 2 1 0,-2-6 2 0,2 4-1 15,-7-1 0-15,-8 2-6 0,-8 0-5 0,-37 2-3 16,-2-1-1-16,-10 2-4 0,-14 3-3 0,-6-3-4 16,-4 0 4-16,-8-1-5 0,-7 4 0 0,-3 1 7 15,-2-2-1-15,-2-1-3 0,-1 3-4 0,-2-2-9 0,-4 2-20 16,0 0-32-16,0 0-26 0,-33-1-33 0,6 4-37 15,-6 0-48-15,-3 0-299 0,0 1-524 0,0-1 232 16</inkml:trace>
  <inkml:trace contextRef="#ctx0" brushRef="#br0" timeOffset="-185851.7">10920 13614 168 0,'-3'-10'197'0,"-3"1"-22"0,-2-2-11 0,1 4-15 31,-4-2-19-31,0 3-10 0,-7-1-13 0,-1 3-13 16,-2 2-7-16,-1 0-9 0,2 4-3 0,-9 0-12 15,-1 3-5-15,4 5 0 0,-1 0-8 0,0 1-2 0,5 3-8 16,-1 2-5-16,5-2 1 0,4-1-6 0,2 1-2 15,1 3 0-15,2 0-8 0,-1 0-3 0,6 0-2 16,2 4 4-16,2-6-2 0,2 2 0 0,3-2-5 16,4-1-1-16,-2-4 2 0,4 4-2 0,-1-5 4 15,7-1-4-15,-3-2 1 0,0 0 9 0,4-4 19 0,-1-3 18 0,3 0 18 16,-3-6 8-16,1-1 8 0,-1-4 3 16,-1 0-4-16,2-7-2 0,-2-1-4 0,2-2-6 15,-4-5-6-15,0-1-11 0,-1-1-8 0,-3-4-6 0,2-14-3 16,-2-1-3-16,0-3-8 0,-2 3 1 0,-7-1-3 15,3 13-11-15,-4 2 17 0,4 1 7 0,1 3-2 16,-8 5 0-16,2 7 4 0,1-2 4 0,-1 11-8 0,0-4-5 16,1 8-6-16,-3-2-12 0,3 1-1 0,0 2-29 15,0 4-16-15,0 0 2 0,0 0 2 0,0 0-1 16,-5 25 3-16,1-1 2 0,3 5 4 0,2 4 2 31,-2 2-3-31,-2 13 2 0,2-12 4 0,2 10-2 16,-1-11 5-16,3-2 0 0,-2-1 3 0,2-3 0 15,3-1 1-15,-2-3 6 0,-2-4-1 0,0-4-7 0,-1-1 3 0,-1-5 2 16,3 1-4-16,-3-3 0 0,0 2-12 0,0-6-4 16,2 3 8-16,-2-4-4 0,0-3-5 0,1 4-6 15,-1-5-9-15,0 7-17 0,0-7-37 0,-6 1-52 16,6-1-87-16,0 0-271 0,-5-12-540 0,1 7 238 16</inkml:trace>
  <inkml:trace contextRef="#ctx0" brushRef="#br0" timeOffset="-185382.38">11092 13457 24 0,'8'-5'214'0,"1"3"-8"16,0-1-9 0,2 0-16-16,1 2-18 0,-2 2-17 0,2 0-12 0,-1 4-13 15,-1 0-10-15,3 1-10 0,0 6-12 0,-2-1-5 16,1 4-10-16,-3 1-11 0,-3 2-2 0,-1 0-7 15,-1 2-8-15,0 4-4 0,-4 0-5 16,-5 3-6-16,-2-8-2 0,0 5-1 0,-1-7-1 16,-1 2-3-16,-1-1-4 0,1-2 1 0,0 1-1 0,-1-3-5 15,1-5-2-15,3 0-1 0,-2-1 1 0,1-1 2 0,4-1 10 16,-1-1 14-16,1-2 23 0,1 1 26 0,-1-1 41 16,3-3 30-16,0 0 16 0,0 0-16 0,0 0-10 0,0 0-12 15,5-21 1-15,5 6-36 0,3-7-6 16,4 0-17-16,0-5 11 0,4-1-28 0,0 1 0 15,-1-4-9-15,3 2-6 0,-1 0-6 0,-4-1-5 0,-2 4-5 16,0 0 3 0,-5 8-6-16,-2 2-3 0,-2 1-2 0,-2 3-3 15,-1 4-2-15,-1-1 0 0,1 4-17 0,-1-1 10 16,-1 2-12-16,-2 2-15 0,0 2 2 0,0 0-6 16,-9 14 8-16,-5-1-1 0,1 3 1 0,-4 4-5 15,2 8 1-15,2-1 0 0,2 1 3 0,5 3 5 16,0-5 3-16,3 6-1 0,12 0-3 0,4-2 6 15,4 0 2-15,7-5-7 0,16 6-24 0,5-8-28 0,6 0-51 0,0-4-62 16,2 0-106-16,3-12-339 0,-5-1-670 16,-13-9 296-16</inkml:trace>
  <inkml:trace contextRef="#ctx0" brushRef="#br0" timeOffset="-184334.82">12590 12480 25 0,'1'-3'203'0,"-1"3"-21"0,4-5-12 15,1 3-13-15,-1-2-14 0,4 1-18 0,1 0-10 16,1 3-3-16,-1 2-12 0,4 2-11 0,-1 1-6 16,1-1-12-16,3 6-6 0,-4-1-8 0,1 6-3 15,-4 2-9-15,5 4-2 0,-5 3-8 0,-3 3-1 0,1-3-4 0,-4 3-3 16,0 0-8-16,-7-3-1 0,-2 4 2 0,-2-3 0 16,3-6-3-16,-6 6-1 0,0-1 1 0,2-7-1 15,0 0 1-15,-2-3-3 0,3 0 3 0,2-4 0 16,-1 1-1-16,0-4 5 0,2-1-1 0,1-1 5 15,3-1 9-15,-4 2 19 0,2-4 31 0,0 1 31 16,1-1 34-16,2-2 40 16,-4 3 22-16,4-3 4 0,0 0-15 0,0 0-24 15,5-13-5-15,-1 4-32 0,5-6-11 0,1-3-14 16,8-5-16-16,1-6-16 0,0 0-14 0,11-11-28 16,-10 8-6-16,3 2-23 0,-4 2-3 0,2-1 2 15,-6 4 4-15,-3 8-6 0,-3 3-1 0,-2 1 0 16,1 2-3-16,-3 5-2 0,-2-1-10 0,0 3-26 15,0 1-26-15,0 1-13 0,-3 2 7 0,0 0 7 0,-3 12 4 0,0-2 7 16,0 5 6-16,-3 3 3 0,0 3 2 0,0 1 6 16,1 6 5-16,2-2 2 0,2-2-1 0,1 1 9 15,5 1-6-15,1-7 6 0,4-1-11 0,5 1-14 16,6 0-19-16,6-5-44 0,1-1-61 0,8-5-84 16,0-3-302-16,-2-4-594 0,2-3 262 0</inkml:trace>
  <inkml:trace contextRef="#ctx0" brushRef="#br0" timeOffset="-183561.82">12964 12225 121 0,'0'0'131'0,"0"0"-5"0,0 0-7 0,0 0-6 15,0 0-11-15,0 0-1 0,0 0-11 0,0 0-5 16,0 0-11-16,0 0-9 0,-5 1-2 0,5-1-4 16,0 0-9-16,0 0-2 0,0 0-4 0,0 0-11 15,0 0 1-15,0 0 9 0,0 0-4 0,0 0 10 16,0 0 0-16,0 0 0 16,0 0 2-16,0 0 6 0,0 0 2 0,0 0 1 15,0 0-1-15,0 0-8 0,17-4-3 0,-7 1-3 16,4 2-2-16,8-1-6 0,7-1-2 0,3 0-6 15,5-1-2-15,18 2 2 0,-4-4-4 0,-12 4-2 16,-1-2 2-16,1 3-5 0,-4-1-2 0,-3-2-4 16,-4 3 2-16,-7-1-2 0,-2 1-6 0,-6 0 5 15,-2 0-3-15,1-2-1 0,-6 3-1 0,0-1-11 0,1 1-3 0,-7 0-7 16,0 0-7-16,4-3-12 0,-4 3-5 0,0 0-12 16,0 0-22-16,0 0-21 0,-30 3 2 0,24-3-27 15,-3 1-18-15,3 2-175 0,-2-3-334 0,8 0 148 0</inkml:trace>
  <inkml:trace contextRef="#ctx0" brushRef="#br0" timeOffset="-183095.77">13787 12053 254 0,'0'0'247'15,"2"-6"-17"-15,0 3-11 0,-2 3-12 0,0-3-25 16,0 3-15-16,0 0-20 0,3-4-17 0,-3 4-12 0,0 0-13 16,0 0-17-16,0 0-9 0,0 0-12 0,0 0-5 15,9 11-5-15,-9-5-3 0,0 0-11 0,2 3-6 0,-2 2-3 16,0 1-3-16,-2 5-2 0,2-5-4 0,2 4-3 0,-2 2-1 15,0-2-2-15,0 0 1 0,0-5-4 16,0 1-2-16,0-4 0 0,0 0-4 0,1-1 3 16,-1-4 7-16,2 2 17 0,-2 1 22 0,0-6 28 15,0 5 37-15,0-5 44 0,0 0-13 0,0 0-13 0,0 0-15 16,20-14-16 0,-7 4-12-16,0-2-1 0,2 0-25 0,-1-1-3 15,8-6-6-15,-8 5-6 0,1-1-5 0,-2 1-6 16,2 1-5-16,-6 5 3 0,0 0-10 0,-1 0-5 0,0 2 1 15,-3 2-8-15,-1 2-9 0,2-2-9 16,-2 2-22-16,-4 2 3 0,11 4-9 0,-6 3 7 16,3 1 2-16,2 6 2 0,-1-1 3 0,0 4-16 15,0 1-3-15,-1 7-18 0,1-1-20 0,-4 2-37 0,-4-1-43 0,4 1-46 16,-2-2-49-16,-6-4-364 0,7-3-654 0,-3-6 289 16</inkml:trace>
  <inkml:trace contextRef="#ctx0" brushRef="#br0" timeOffset="-174545.8">14633 11960 140 0,'-1'-3'158'0,"1"3"-2"0,0 0-13 15,0 0-10-15,0 0-4 0,0 0-14 0,0 0-5 0,0 0-12 16,0 0-3-16,-1-5-14 0,1 5-9 0,0 0-5 16,0 0-5-16,0 0-11 0,0 0-2 0,0 0-9 15,0 0 3-15,0 0-9 0,0 0-2 16,0 0-1-16,0 0-4 0,0 0-5 0,0 0-5 0,0 0-1 0,0 0-2 0,0 0-1 16,0 0 0-16,0 0 1 0,0 0-7 15,0 0 7-15,6-2 3 0,-6 2 4 0,0 0 0 16,22 2-1-16,-9-2 3 0,7 0-5 0,8-1 0 0,4 2-2 15,0-2-7-15,4 1 15 0,0-1-10 0,0 1 2 16,0-2-5-16,-1 1 7 0,-6 1-5 16,1 0-3-16,-10 0-3 15,-1-4 0-15,-3 4-6 0,-5-1-6 0,-2 1-13 16,-3 0-16-16,-6 0-16 0,8-1-9 0,-8 1-6 16,0 0-1-16,0 0-12 0,-25-3 9 0,9 2-6 15,0 0 15-15,-2 0 3 0,-2 1 15 0,0 0-6 16,1 0 5-16,1 0 15 0,-1 0-7 0,0 0 1 15,6 0 10-15,0 0 2 0,0 0 0 0,3-2 4 0,4 2 5 16,-2 0 10-16,8 0-2 0,-10-1 15 0,10 1 8 0,-5 0 12 16,5 0 13-16,-7-2 7 0,7 2 5 0,0 0 9 15,-6 0 9-15,6 0 0 0,0 0-6 0,0 0-3 16,0 0-6-16,0 0-6 0,0 0-3 0,0 0-4 16,-9 0-9-16,9 0-3 0,0 0-4 0,-1 5-5 15,0-2 0-15,-1 2-2 0,2 3-4 0,-1 3 0 16,0 0 3-16,-2 7-1 15,-1 3 0-15,2 6 1 0,-2 0-4 0,-2 4-2 16,2 1 3-16,-1 4-2 0,-2 12 0 0,1-2-1 16,2-9-1-16,-2 10 0 0,2-10-3 0,0-2 0 15,0 0-1-15,0 2 1 0,3-1-1 0,-2 0-3 16,1-2 0-16,-1-2 0 0,-2 1 0 0,1-2-1 16,-1-3-3-16,0-2 2 0,0-2-2 0,-4-4 3 15,4-3 0-15,-1-3-2 0,0-2 0 0,-1-3-4 0,-1-1 3 0,0 0-6 16,1-1 10-16,-6-3-1 0,2-1 1 0,-6-3 1 15,-4 0 13-15,0-3 13 0,-1 1 4 0,3-5 8 16,-7-3 1-16,7 1-1 0,1 1 4 0,-1-1 3 16,4-1 4-16,1 3-4 0,2-1 4 0,1 1-2 15,2 2 6-15,2 1 1 0,2 0 0 0,1 0-1 16,-1 0-11-16,2 2-8 0,0-1-1 0,3 3-8 0,-5-4-5 0,2 3-26 16,3 1-21-16,0 0-28 0,0 0-15 0,0 0-20 15,0 0-25-15,0 0-39 0,0 0-43 0,18 7-61 16,-13-6-202-16,3 0-490 0,1-1 216 15</inkml:trace>
  <inkml:trace contextRef="#ctx0" brushRef="#br0" timeOffset="-173841.29">14963 12656 166 0,'1'-2'222'0,"-1"2"-2"15,3-8-9-15,-2 5-10 0,-1 3-10 0,4-2-18 16,-4 2-17-16,0 0-18 0,1-4-14 16,-1 4-15-16,0 0-11 0,0 0-13 0,0 0-11 0,0 0-10 15,0 0-7-15,4 9-6 0,-4-1-4 0,0-1-4 0,0 5-2 0,-1 0-9 16,-2 1-4-16,3 4 1 0,-5 0-2 0,1 2-4 15,3 0-3-15,-4 0-1 0,1-3-2 0,-1 1-3 16,1-1 0-16,3-4-2 0,-2-3-1 0,3 1-3 16,-4-3 1-16,3-2-1 0,1 0 3 0,0 0 38 15,0-2 38-15,-3-1 39 0,3-2 32 0,0 0 24 16,0 0-10 0,0 0-27-16,0 0-13 0,8-12-25 0,-3 4 0 15,4-4-15-15,0-2-13 0,3-2-5 0,-1 0-3 16,2-8-13-16,2 7-4 0,-3 2-9 0,1-1-2 15,-6 6-4-15,1 0 1 0,0 0-17 0,-3 3 3 16,0 1 0-16,-1 1-14 0,-2 2-7 0,3 0-9 16,-3 1-23-16,-2 2-2 0,7 0 0 0,-7 0 4 15,10 7-1-15,-6-2 2 0,0 2 0 0,1 3 2 0,0 1 5 0,-1 0-4 16,1 1 2-16,0 0-4 0,-1 0 8 0,0 2-3 16,-3-1 1-16,3-4 2 0,-3 3 4 0,2-3-15 15,1 0 14-15,-3-4 2 0,2 0-3 0,-2 1 4 16,-1-1 7-16,5-3 0 0,-5 1-4 0,1 0 3 15,-1-3 10-15,3 4 2 0,-3-4-13 0,1 3 9 16,-1-3-4-16,0 0 0 0,0 0-4 0,0 0 17 0,0 0-13 0,0 0 0 16,0 0-9-16,9-5-23 0,-9 5-23 0,4-7-28 15,1 4-30-15,-2-2-33 0,-1 1-41 0,2-4-41 16,1 0-53-16,-5-1-248 0,8-3-571 0,-3-2 254 31</inkml:trace>
  <inkml:trace contextRef="#ctx0" brushRef="#br0" timeOffset="-173404.87">15699 11822 64 0,'3'19'145'0,"2"12"4"0,1 6-9 0,0 13-1 0,-2 9 1 16,1 21-11-16,-6 4-2 0,-4 3-7 0,-3-1-9 0,-4 0-10 15,-1-2-15-15,1-28-3 0,-1 0-12 0,-2 0-4 0,-3-3-8 16,3-5-8-16,-2-2-4 0,-3-3-3 0,3-10-6 16,-1 0-7-16,-1-4 2 0,1 2 0 15,-2-7-6-15,-2-2 1 0,4-2-4 0,-1-6 0 16,6-2 10-16,-6-2 4 0,2 0 11 0,-2-4 11 16,2-1 1-16,-2 1-7 0,2-2-3 0,0-2-4 15,3 1-5-15,2-3-4 0,3 0-2 0,-2 0 0 16,6 0-7-16,-2 0-7 15,7 0-5-15,-12-2-34 0,4 0-73 0,6-2-108 0,-5-3-206 16,6-2-436-16,-2-3 193 0</inkml:trace>
  <inkml:trace contextRef="#ctx0" brushRef="#br0" timeOffset="-172622.42">12883 11801 81 0,'0'-5'186'0,"1"0"-14"0,-1 0-8 15,0 5-16-15,0-6-9 0,0 2-13 0,0 4-18 0,0 0-10 16,-5-4-7-16,5 4-11 0,-14 6-8 0,1 2-11 16,-6 8-5-16,-7 5-3 0,-7 16-12 0,-5 1-4 15,-2 6 0-15,-17 24-2 0,3 2 1 0,-2 0 2 16,5 7 3-16,6 1 2 0,0 2 4 0,12-5-7 15,11-20-5-15,5 0 3 0,2 0-4 0,4 0-3 0,4-5-4 16,2-3-5-16,10-10 3 0,-2-1-2 0,7-4-7 16,4-1 9-16,5 11 8 0,4-17 1 0,4 4 1 0,2-7 3 15,3 0 0-15,13 4-2 0,-9-9 5 0,1-3-4 16,-4-1 0-16,-1-1-9 0,-4-2 3 0,-10-3 0 16,0-2-2-16,-5 0 2 0,-3-3 19 0,-2 0 13 15,-2-1 17-15,-1 3 8 0,2-3 2 0,-4 0-7 0,-3-1 0 16,8 0-13-16,-8 0-5 0,0 0-8 0,0 0-7 31,5-4-14-31,-5 4-24 0,4-3-32 0,-4 1-48 16,1-3-92-16,2 0-100 0,-3-1-258 0,6 1-560 15,2-3 248-15</inkml:trace>
  <inkml:trace contextRef="#ctx0" brushRef="#br0" timeOffset="-171839.42">16450 12260 30 0,'0'0'138'0,"0"0"0"15,0 0 3-15,0 0-8 0,0 0-4 0,0 0-2 0,0 0-6 16,0 0-3-16,0 0 0 0,0 0-5 0,28 0-12 16,-7-2-6-16,6-1-7 0,5 1-9 0,3 1-6 15,2-3-6-15,17-1-9 0,-14 2-6 0,12-2-3 0,-14 5-4 16,0-2 0-16,-4-1-6 0,-2 3-3 15,-4-2-7-15,-7 1-2 0,-7 0-1 0,0 0-6 16,-4 1 1-16,1-2-5 16,-4 2-4-16,-1 0-7 0,-6 0-11 0,9 0-8 15,-9 0-5-15,0 0-4 0,0 0-11 0,0 0-20 16,0 0-23-16,-23 7-25 0,10-2-27 0,2-4-52 16,-3 1-94-16,1 1-299 0,-5 1 133 0</inkml:trace>
  <inkml:trace contextRef="#ctx0" brushRef="#br0" timeOffset="-171539.02">16522 12501 174 0,'0'0'248'0,"-4"3"-3"0,4-3-18 16,0 0-12-16,0 0-25 0,0 0-20 0,22-3-19 15,6-2-11-15,2 2-16 0,5-1-15 0,17 0-8 0,-12-1-9 16,14 0-12-16,-16 2-8 0,3-5-5 0,-3 4-6 16,-7-1-11-16,-3 3-1 0,-11-2 2 0,-6 3-7 0,2-1-4 15,-5 2-3-15,-1-3-3 0,1 3-4 0,-4 0-10 16,-4 0-16-16,7-2-18 0,-7 2-22 0,0 0-37 15,0 0-29-15,0 0-84 0,-21 2-217 0,8 1-436 16,0 0 194-16</inkml:trace>
  <inkml:trace contextRef="#ctx0" brushRef="#br0" timeOffset="-167932.43">18018 12289 72 0,'-10'0'172'0,"5"-1"-3"0,5 1-11 0,-12 0-11 0,8 3-12 16,4-3-9-16,0 0-7 0,-10 0-10 0,10 0-3 15,0 0-9 1,-5 0-5-16,5 0-4 0,0 0 2 0,0 0 0 0,0 0-5 16,0 0 2-16,-8-2-6 0,8 2-3 0,0 0-4 15,0 0-3-15,0 0-3 0,0 0-7 16,0 0-3-16,0 0-6 0,0 0-4 0,0 0-5 0,0 0-4 15,0 0 2-15,0 0-1 0,0 0-3 0,0 0-1 16,0 0-4-16,0 0-6 0,0 0 3 0,0 0-4 16,0 0-3-16,0 0-2 0,0 0 0 0,0 0-3 0,0 0-1 0,0 0 2 15,0 0 0-15,0 0 1 0,0 0-4 0,0 0 1 16,0 0-2-16,0 0-3 0,0 0-1 0,0 0 0 16,0 0-3-16,0 0-2 0,0 0 1 0,0 0 5 15,0 0-8-15,0 0 0 0,0 0 5 0,0 0-2 16,0 0-1-16,0 0 1 0,0 0-5 0,0 0 4 15,0 0-2 1,0 0-3-16,0 0 1 0,0 0 0 0,0 0 2 16,21-3-1-16,-21 3-2 0,5-3 1 0,-5 3 3 0,4-1-2 15,-4 1-2-15,0 0 2 0,0 0-3 0,0 0 0 16,0 0 7-16,0 0-4 0,5-1-2 16,-5 1 6-16,0 0 1 0,0 0 2 0,0 0-3 0,0 0 3 15,0 0 1-15,0 0-6 0,0 0 2 0,0 0-4 16,0 0 1-16,0 0-1 0,0 0 0 0,0 0 0 0,0 0 1 15,0 0-3-15,0 0 1 0,0 0-2 0,0 0-2 0,0 0 2 16,0 0-1-16,0 0-5 0,0 0 2 0,0 0 0 16,0 0-5-16,0 0 4 0,0 0-2 15,0 0 1-15,0 0 0 0,0 0 2 0,0 0 0 0,0 0-2 16,0 0 1-16,0 0 4 0,0 0 0 0,0 0 0 16,0 0 3-16,0 0-2 0,0 0 0 0,0 0 2 0,9 0 1 15,4-1-4-15,2-3 3 0,9 4-1 0,8-4 1 0,2-1-1 16,5 2 0-16,12-3 0 0,4-1 3 15,1 1 6-15,-4 1 5 0,1 0-1 0,-12 2 0 16,-4 1-3-16,0-2 2 0,-2 0-1 0,-6 0-2 16,-10 2 4-16,-1 1-4 0,-4 1-2 0,-2-1-3 0,-4 1 7 15,-1-1-9 1,-2 1-1-16,-5 0-2 0,8 0-8 0,-8 0-6 16,5-2-21-16,-5 2-24 0,0 0-44 0,0 0-45 15,0 0-68-15,-25 4-239 0,13-1-493 0,0-3 219 16</inkml:trace>
  <inkml:trace contextRef="#ctx0" brushRef="#br0" timeOffset="-166961.19">19357 11855 11 0,'2'-5'227'0,"0"1"-23"0,2-3-20 15,2 4-14-15,6-3-17 0,1 2-13 0,6-2-10 16,0 4-11-16,10-2-10 0,2 6-12 0,1 2-8 15,0 2-6-15,-1 6-9 16,-2 1-15-16,-3 3 2 0,-3 1-11 0,-1 4-1 16,-5-1-8-16,-3 3-3 0,-2 1-6 0,-6 1-4 15,-3 0-7-15,-7 4-2 0,-4-2 2 0,-6 0-5 16,0 2 0-16,-4-3-6 0,2 1 4 0,-7 0-4 16,2-4 0-16,1-1 0 0,-5-1-2 0,2-4 0 15,7-4-3-15,-1-1 0 0,-2-2 6 0,6 0 5 16,3-4-2-16,-1 1 6 0,2-2 11 0,2 0 13 0,3-2 22 0,-1 0 27 15,0-3 42-15,5 0 17 0,-7 2 20 0,7-2-3 16,0 0-16-16,-2-7-11 0,5-3-22 0,11-4-16 16,1-6-4-16,8-5-10 0,0-1-7 0,14-10-13 15,0-1-9-15,-1 1-9 0,2 0-9 0,-2 2 5 16,1 0-17-16,-1-2-9 0,-9 12 1 0,-2-2-6 16,-2 1-1-16,-5 4-1 0,-4 8-6 0,-1-2 6 0,-6 6 4 15,0 1-11-15,-2-1-2 0,-1 6-9 0,-1-2-6 16,-1 1-18-16,-2 4-10 0,0 0 2 0,0 0 4 0,-23 19 4 15,0-1 1-15,1 3 3 0,1-1 1 0,0 4-2 16,2 0 1-16,1 2-14 0,4-1-6 16,0 1 13-16,5-2-10 0,4 3 1 0,2-2 8 15,7 1-3-15,0-6 2 16,9 4-5-16,9-3-12 0,6-4-33 0,5 0-37 16,16-5-61-16,9-2-78 0,-4-8-275 0,5-3-576 15,-2-6 255-15</inkml:trace>
  <inkml:trace contextRef="#ctx0" brushRef="#br0" timeOffset="-166212.87">19788 11548 5 0,'0'0'128'0,"0"0"-7"15,0 0-9-15,0 0-5 0,-7-1-1 0,7 1-3 16,0 0-5-16,0 0-3 0,0 0-5 0,0 0-5 15,0 0-7-15,0 0-6 0,0 0-10 0,0 0-5 16,0 0-4-16,-2-1-4 0,2 1-4 0,0 0 1 16,0 0-9-16,0 0-6 0,0 0-6 0,0 0-3 0,0 0-2 15,0 0 2-15,0 0-2 0,0 0 0 0,0 0 3 0,0 0 8 16,0 0 5-16,0 0 9 0,0 0 6 0,0 0 5 16,0 0 3-16,0 0-2 0,0 0-4 15,29-4-4-15,-8-2-5 0,7 1-4 0,5 0-2 0,1 0-2 16,4 1-2-16,-1-4-2 0,1 1-5 0,13-4-3 15,-18 7 3 1,2-3-5-16,-7 2 0 0,-5 2-3 0,-4-1-2 16,0 1-2-16,-7 2 0 0,-1-1-5 0,0 1 0 0,-5 0-2 15,-1-1-10-15,0 1-8 0,-5 1-17 0,0 0-3 16,0 0-2-16,0 0-16 0,0 0-22 16,0 0-21-16,-18 8-23 0,12-5-30 0,-1 0-56 15,-3 0-108-15,1 1-331 0,4-2 146 0</inkml:trace>
  <inkml:trace contextRef="#ctx0" brushRef="#br0" timeOffset="-165627.04">20584 11367 18 0,'0'0'217'0,"4"-6"-8"0,-4 6-6 0,1-4-17 16,-1 4-11-16,0 0-18 0,3-4-15 15,-3 4-13-15,0 0-14 0,0 0-11 0,1-3-16 16,-1 3-11-16,0 0-8 0,0 0-8 0,0 0-6 15,0 0-9-15,0 14-3 0,0-7-11 0,0 3 2 16,-1 2-4-16,-2 5-4 0,2 0-2 0,-3 3-3 16,0 6-2-16,-1 1-2 0,0-1-2 0,0-1-1 0,-1 0 0 0,3-5-1 31,-1-1 0-31,-2-2-6 0,3-2 0 0,1-2 2 0,0-2-2 16,2-1-1-16,-5-3-1 0,4 1 6 0,-2-3 20 15,2-1 28-15,1 1 32 0,0-2 38 0,0-3 31 16,0 0 18-16,0 0-19 0,0 0-18 0,10-11-9 15,-5 1-18-15,3-3-11 0,2-6-15 0,7-6-3 16,-3-1-11-16,5 1-18 0,3-4 6 0,-2-3-9 0,2 2-16 16,-2 2 13-16,-3 5-7 0,2 0-1 0,-2 2-10 15,-7 8 0-15,-1 3-5 0,-4 2-5 0,4 1-10 16,-5 0 4-16,-3 4-18 0,4 0-22 0,-1 0-24 16,0 1 1-16,-4 2 6 0,8 8 0 0,-2 2 4 15,-1-1 6-15,-1 8 4 0,1 4 4 0,-1-2-3 16,1 11 9-16,3 0 2 0,-3 1 0 0,0-2 3 0,-2-6 4 0,-1-2-1 15,1-3 1-15,1-1-17 0,-2 0-26 0,2-1-24 16,-3-4-28-16,-1 1-29 0,0 0-26 0,3-4-39 16,-3 1-36-16,-3-3-275 0,3-2-548 0,0-1 243 15</inkml:trace>
  <inkml:trace contextRef="#ctx0" brushRef="#br0" timeOffset="-164607.24">21562 11372 97 0,'-4'3'160'0,"4"-3"-8"0,0 0-7 0,0 0-9 15,0 0-7-15,0 0-10 0,0 0-10 0,0 0-12 0,-7-6-6 16,7 6-11-16,0 0-5 0,0 0-7 0,0 0-10 0,0 0-2 16,0 0-8-16,0 0-1 0,0 0-6 0,0 0-6 15,0 0 2-15,0 0 3 0,0 0 2 0,0 0 0 16,0 0 2-16,0 0-5 0,0 0-3 0,0 0 0 16,0 0-6-16,21-2 1 0,-2 2 3 0,10-3-6 15,3 0 2-15,8 1-1 0,-2-3-1 0,17 1-3 16,-2 0 4-16,4-2 1 0,3 2-1 0,-4-2 1 0,-2 2-4 0,-17 1 2 15,-1 1-2-15,-3-1-14 0,-3-1-2 0,-10 3-1 32,-6 0-2-32,0 0-3 0,-4 0-17 0,-1 1-18 15,-2-2-20-15,-7 2-15 0,0 0-14 0,0 0-20 0,0 0-18 16,-21 6-34-16,2-5-169 0,-1 2-347 0,-9 1 153 16</inkml:trace>
  <inkml:trace contextRef="#ctx0" brushRef="#br0" timeOffset="-164155.56">21895 11417 112 0,'0'-5'204'16,"0"5"-14"-16,0-5-4 0,0 5-11 0,0-5-4 16,0 5-17-16,-1-4-15 0,1 4-12 0,0 0-18 15,-3-2-8-15,3 2-14 0,0 0-12 0,0 0-15 16,0 0-4-16,0 0-3 0,-4 11-8 0,3-6-9 15,-3 5-2-15,3 8-3 0,-7 7-5 0,2 7-4 16,-3 0 2-16,-6 14 0 0,-2 5 2 0,1 2-7 16,-1 0-2-1,2 0 4-15,0 1-6 0,5 0-3 0,-1 0 0 0,3-3-1 16,2 2-2-16,1-4-3 0,-3 4 2 0,8-5 2 16,-4 1-2-16,3-3 0 0,1-10-2 0,-1 0-1 15,-1-2-1-15,0-3-2 0,-2 0 4 16,0-2-4-16,-5-3 4 0,5-5-4 0,2-4 1 0,-6-2 1 15,4-1 2-15,0-4 5 0,-2-1 7 0,-3-1 9 16,0 0 13-16,0-4 14 0,-9 0-4 0,-3-6-6 0,-9 0 9 16,1-3 5-16,0-7 12 0,-1 2 13 0,-2-5-19 0,6 2-3 15,0-2 3-15,0 2 0 0,3-2-6 0,4 3-1 16,4-2-7-16,2 4-5 0,-4-2-3 16,4 5-4-16,3-3-5 0,1 3-3 0,0 2-5 15,3 1 4-15,2-1-6 0,-1 2-1 0,1 1-2 16,0-1-20-16,4 3-26 0,-5-3-33 0,5 3-35 0,-4-4-29 0,4 4-34 15,0 0-28-15,0 0-58 0,0 0-227 0,0 0-508 16,0 0 225-16</inkml:trace>
  <inkml:trace contextRef="#ctx0" brushRef="#br0" timeOffset="-160959.75">22097 12351 103 0,'0'0'181'0,"1"-8"-7"0,-1 6-5 0,3-4 0 0,-2 2-5 16,0-2-2-16,3 3-9 0,-4-2-7 0,4-2-11 16,0 2-11-1,-3 5-7-15,-1-4-12 0,0 4-11 0,4-5-10 16,-3 2-11-16,-1 3-22 0,0 0-9 0,0 0-6 0,0 0-7 16,0 11-2-16,0-5-6 0,0 6 5 0,-4 5-7 15,2 4 0-15,-6 4-7 0,3 2 1 0,0-1-11 16,-3 2-2-16,-2-2 3 0,2 1-1 0,3 1 1 15,-4-6 2-15,7-3-5 0,-2-2 3 0,2 0-3 16,0-6 7-16,-2-2-4 0,3 0-4 0,1-4 5 0,-1 0 13 16,0 0 33-16,-1 0 32 0,2-5 38 0,0 2 23 15,0-2-9-15,0 0-10 0,0 0-21 0,5-12-5 0,1 2-11 16,2 0-15-16,0-6-1 0,4-6-5 0,4 0-13 16,1 0-6-16,2-1-6 0,-5 2 1 0,-4 5-5 15,2 2-9-15,-4 1 5 0,0 5-1 16,-1 2-12-16,-2-2 13 0,-1 4-16 15,0-1-15-15,-2 1-20 0,2 1-11 0,-4 3 2 16,0 0 4-16,0 0 1 0,10 12-2 0,-7-3 4 16,1 0 7-16,-2 2 0 0,2 6-3 15,0-1-5-15,1-1-9 0,-1 4 2 0,1-2-19 16,-1-2-22-16,0-2-20 0,-2-1-24 0,5 4-22 0,-1-6-15 16,0 2-50-16,-1-5-41 0,3 3-210 0,-3-6-488 15,5-2 216-15</inkml:trace>
  <inkml:trace contextRef="#ctx0" brushRef="#br0" timeOffset="-160543.29">22512 12505 42 0,'-9'-1'162'0,"9"1"-13"16,-3-3-18-16,3 3 3 15,-6-2-10-15,6 2-11 0,0 0-6 0,0 0-12 16,0 0 3-16,0 0-4 0,-5-1-4 0,5 1-8 16,0 0-3-16,0 0-2 0,0 0-1 0,0 0-6 15,0 0-6-15,0 0-2 0,0 0-2 0,0 0-2 16,0 0-1-16,0 0 2 0,0 0 0 0,0 0 0 15,0 0 0-15,0 0 0 0,0 0-2 0,0 0-1 16,0 0-2-16,0 0-4 0,9-6-4 0,0 6-5 0,5-3-4 0,8 1-2 16,7-5-6-16,3 2-2 0,4 1 3 0,4-4 1 15,-2 3 0-15,0 2-2 0,-6-3-4 0,-1 0-1 16,-3 2-2-16,-10 1-1 0,0 0-4 0,-5 2-1 16,-2 1-7-16,-4-2-16 0,0 2-14 0,-2 0-16 15,1-1-14-15,-6 1-24 0,0 0-18 0,0 0-19 16,0 0-18-1,-20 2-19-15,9-1-25 0,-2-1-186 0,-5 0-389 0,5 1 172 16</inkml:trace>
  <inkml:trace contextRef="#ctx0" brushRef="#br0" timeOffset="-160257.93">22676 12359 152 0,'-3'-11'250'0,"-1"6"-8"0,3-1-4 16,-1-5-3-16,0 7-12 0,1-1-15 0,0-2-8 0,-2 5-13 16,2-2-19-16,0-1-13 0,1 5-20 15,0-6-18-15,0 6-9 0,-3-5-14 0,3 5-29 16,0 0-15-16,0 0-7 0,0 0-5 0,0 0 0 0,-1 20-8 0,1-6-5 16,-1 1-5-16,-1 4 2 0,1 1-3 0,-2 6-6 15,2 1 1-15,-3-1 0 0,3-1-8 0,-2 3-10 16,1-1-2-1,1-3-26-15,-2 0-15 0,3-4-31 0,-2-1-21 16,0-2-36-16,2 0-22 0,0-5-66 0,0 0-165 16,2-3-421-16,1-3 186 0</inkml:trace>
  <inkml:trace contextRef="#ctx0" brushRef="#br0" timeOffset="-159863.28">23142 12252 157 0,'0'-2'251'0,"0"-3"-9"0,0 5-15 15,2-5-22-15,-2 5-20 0,0-5-20 0,0 5-22 0,3-2-15 0,-3 2-21 16,0 0-13-16,0 0-11 0,0 18-9 0,0-5-8 15,0 5-9-15,0 8-8 0,0 3 1 0,0 2-11 16,0 1 2-16,0 2-5 0,-3 4 1 16,1 8-8-16,2-12-37 0,-1-2-28 0,-3 4-48 0,2-2-51 15,-4-6-232-15,1-1-399 0,0-8 177 0</inkml:trace>
  <inkml:trace contextRef="#ctx0" brushRef="#br0" timeOffset="-157353.63">9218 11350 131 0,'0'-6'118'15,"0"-1"-1"-15,-2 0-5 0,2 3-7 0,0-1-1 16,0 2-14-16,0 3-8 0,-1-8-6 0,1 8-9 16,0-5-5-16,0 5-14 0,0 0-3 0,0 0-3 15,0 0-6-15,0 0 1 0,0 0-5 0,-5 16-10 0,5-5-2 0,-2 7 2 16,-2 11-5-16,-1 0-3 0,-2 7 6 0,3 17-4 16,-3 2-5-16,3 1 1 0,-1 26 1 0,-2-24-8 15,5 1 3-15,0-1-3 0,1 2 5 0,1 1-6 16,-4-4-2-16,7 1-3 0,-1 1 9 0,1-1-6 15,-2-1 0-15,3-1 2 0,0-2-2 0,-1-1 0 16,1 0-3-16,4-2-1 16,-3-2 7-16,2-1-4 0,-6-14-2 0,2 13-11 15,-1-12 10-15,2 16-2 0,0-18 2 0,-3 14 2 16,2 1 0-16,-3 2-3 0,0-2 5 0,0-2-1 16,0 2-1-16,-2-1-5 0,1-12 1 0,-2 17 7 15,3-3-6-15,-3-1-1 0,2-1-1 0,-1 0 10 16,0-10-3-16,0 9 6 0,2-12-6 0,3 15 5 15,-3-4-9-15,3-10 1 0,-2 1 13 0,0-2-9 0,1 15 6 0,0-18-14 16,-1 2 11-16,0-2-4 0,2-3-5 0,0 3 7 16,-2-2 5-16,3 1-11 0,-4-2 3 15,1 1 2-15,0-3-3 0,3 1-4 0,-4-3 5 0,3-4 6 16,-2-2 1-16,4 0-9 0,-5 2-3 0,5-4 6 16,-4-1 2-16,3 1-6 0,-4-6 8 0,4 2-4 15,-4-2-1-15,1 0-6 0,-1-1 9 0,2-1-9 0,-1-3 5 16,-1 1-3-16,1 0 8 0,-1-2 2 0,2-2-1 0,-2 2-7 15,0-4-1-15,2 4 4 0,-2-4 4 0,-2 6 5 16,2-6 15-16,0 0 10 0,2 3-3 0,-2-3-2 16,0 0-13-16,0 0-42 0,0 0-116 0,0-14-123 15,0 2-284-15,1-7 126 0</inkml:trace>
  <inkml:trace contextRef="#ctx0" brushRef="#br0" timeOffset="-155173.12">9068 11130 106 0,'0'0'127'0,"-4"-4"-4"0,4 4-18 0,0 0-9 16,-1-4-17-16,1 4-3 0,0 0-6 0,5-4-5 15,-5 4-11-15,5-4 1 0,2 3-8 0,-2 0-9 16,5-1 1-16,-1 2-5 0,4-3-1 0,1 3-7 16,4-2 7-16,4-1-13 0,-2 2-2 0,9-3 3 15,3 3-1-15,0-2 0 0,3 0-8 0,-3 2 5 0,4-3-8 0,1 3 9 16,2-2-10-16,-1 0 5 0,2 1-11 0,0-1 1 16,-2 3 3-16,0-1 0 0,0 0 1 0,1-2-3 15,-2 2-1-15,3 1 5 0,-4 0 1 0,3 0-4 16,11 0 0-16,-12 0 2 0,15-3-5 0,-14 3-1 15,15-4 12-15,-3 2-15 0,3 1 3 0,2 0-2 16,-2-4 7-16,3 1-3 16,1 3-4-16,-1-3 2 0,-1-1 8 15,3 3-10-15,1-3-5 0,-2 4 4 0,-1 1 3 0,3-1 3 16,-1-2-4-16,0 1 0 0,2 1-3 0,2 2 8 16,-3-1-5-16,2 0-1 0,0 0 3 0,3 0-2 15,-4-1 0-15,3 1 1 0,-1-1-3 0,-2 2 3 16,0-2 2-16,2-1-3 0,1 2 0 0,1 0 0 15,3 0-8-15,22-1 10 0,-27 1-4 0,1 0 4 0,0 0-7 16,-1 0 4-16,-1 0-1 0,2 3-7 0,-4-5 15 16,-2 2-11-16,4 0 5 0,-4 0 5 0,0 2-7 0,0-2 3 15,-2 2 0-15,-1 0-1 0,3 0-3 0,-2-1 3 16,-2-1 0-16,0 0 0 0,-2 0-3 0,0 1 2 16,2 0 2-16,-2-1-1 0,-14 0 1 15,13-1-5-15,2 1 10 0,-12 0-6 0,11-1 2 0,-1 1-4 0,-11 0 0 16,15-1 2-16,-4 1-3 0,0-2 2 0,0 0-4 15,0 2 7-15,-11-1-2 0,15-2 7 0,-3 2-8 16,-2-2-1-16,0 1-2 0,4-3 3 0,-15 3 2 0,16-3 4 16,-4 1 5-16,2 1-5 0,-1-1-2 0,3 0-4 15,-4-1 2-15,-10 2-3 0,14-3-4 0,-2 3 11 16,0-5-5 0,1 2 2-16,-2 1-1 0,-1-2-1 0,-10 2 6 0,12-3-2 15,-14 4-1-15,12-1-5 0,0-4 6 16,-12 5 1-16,12-3-3 0,0 0-4 0,-13 3 1 15,13-6 3-15,-1 7-5 0,1-9 4 0,2 7-3 16,-3-4-1-16,-10 4-4 0,12-2 7 0,-13 2-1 0,12-3 3 16,-10 4 4-16,9-4 3 0,-9 4-12 0,10-3 5 15,-13 1-2-15,3-1 2 0,9 0-1 0,-13 2-4 0,4 1 3 16,-4-2 3-16,16 2 2 0,0-3-5 0,-2-1-7 16,-14 5 6-16,14-5-4 0,-1 0 7 0,-10 6-3 15,-1-4-1-15,11-2 0 0,-9 4 3 0,14-5-2 16,-2 6 4-1,-14-2 0-15,-1 1-9 0,0-2 8 0,15-1-4 16,-13 3 2-16,-2-1 3 0,15-1-3 0,-13 5 1 16,10-4 6-16,3 1-7 0,-2-2 12 0,-14 4-10 0,1-1-5 15,2-1-2-15,1 1-1 0,-3-1 3 0,0 1 6 16,3-1-7-16,-1-1 0 0,12-1 7 0,-16 2-4 16,2 1 2-16,-1-4 2 0,-1 4 2 0,5-2 2 15,-4 1-9-15,0-1 5 0,-1 4-2 0,2-3-6 16,-2 0 7-16,0 0-2 0,0 0 1 0,4 1 1 15,0-1 0-15,-1-1 1 0,0 3-3 0,14-4-4 0,-15 2 3 0,-1-1 1 16,1-1 3-16,-1 2 2 0,-1 2-5 0,2-2 1 16,-1 0 0-16,0 0 0 0,-2 1-2 0,2 1 4 15,1-1-1-15,-4 1-1 0,1-1-1 0,0 1-2 16,1 2 4-16,0-2 0 0,3 2-5 0,-2 0 7 16,0-3-5-16,0 3 2 0,0 0 4 0,0-1 2 15,-1 0-5-15,1 1-3 16,0 0 0-16,0-3-2 0,-1 2 2 0,1 1 3 15,-1-1-6-15,1-1 1 0,0 1 2 0,-3-1 1 16,2 2 1-16,-4 0 5 0,3 0-8 0,1 0 3 16,-1-2 0-16,2 2-4 0,0 2 2 0,1-2 5 15,2 0-4-15,-1 0 6 0,0 0-4 0,14 0-2 16,-15 0 0-16,2 2 0 0,-1-1-2 0,11-2 4 16,-12 1-3-16,-1 0 3 0,2 1 0 0,1-1-6 0,-2 0 5 0,-2 0 0 15,1 0 1-15,1 0 5 0,-5 0-3 0,2 0-4 16,-2 0 0-16,-1 0 0 0,-2 0-2 0,2 0 4 15,-1 0 2-15,0 0 4 0,1 2-11 0,-2-4 3 16,1 2-2-16,4 0 1 0,-1-1 0 0,-4-1 0 16,4 2 0-16,-2 0 1 0,-1 0-3 0,-1-2 6 15,2 2-1-15,-1 0-5 0,-2 0 10 0,1 0-7 0,-1 2-9 0,2-4 11 16,-4 4-1-16,3-2 3 0,-3-2 5 0,1 4-10 16,0 0 3-16,-1-2-3 0,2 1 4 15,0 1-2-15,-3-1-5 0,0-1 4 0,2 0-3 16,3 1 4-16,-2 0 2 0,-2-1-9 0,4 2 8 0,-1-2-1 15,2 1-2-15,0 0 3 0,0 2 5 0,0-3-3 16,3 1-4 0,-2 2-1-16,1-2 3 0,0 3 0 0,0-3-6 15,-2 1 5-15,3-2-5 0,-2 2 6 0,-2 1 2 0,0-3-1 16,0 2-2-16,-1 0-4 0,0-1 5 16,1-1-2-16,-2 0-1 0,1 1 2 0,-4-1-2 0,3 0 3 15,1 0 3-15,-2 0-2 0,-6 0 0 0,10 0 1 16,-1 2 0-16,-2-1 3 0,0-2-6 0,-1 2-3 15,3 2 13-15,-3-1-8 0,3-2-1 0,-3 2 1 0,-6-1 5 16,5 0-6-16,1 0 0 16,-7 1 6-16,2-4-5 0,3 1-3 0,-3 2-4 15,0-2 6-15,4 1-2 0,1 0 2 0,-7 0-7 16,7 1 8-16,-2-2 0 0,2 1-4 0,-6 1 2 16,6 1 3-16,0-2 2 0,-1 1-3 0,-6 1 0 15,7-2-3-15,1 0 6 0,-1 2-7 0,-6 1 4 16,1 0-2-16,3-1 5 0,0 0-3 0,1 0-1 15,1 1 3-15,-1-3-5 0,1 5 4 0,-5-3 4 16,5 2 0-16,-8-3-3 0,8 4-2 0,0-2-4 16,-1 1 7-16,1 0 1 0,-7-3 0 0,1 1-1 15,0 3 1-15,6-2 5 0,-9 1-4 0,10-2 0 16,-8-1 5-16,-2 2-5 0,2-1-2 0,-2 1-1 16,-3-1 0-16,-1 1 7 0,-2-3-5 0,0 2-2 0,-1 0-5 0,-1-2 1 15,2 0 4-15,1 0-2 0,-2 0 2 0,-2 0-2 16,3 0-3-16,-4 0 6 0,-2 0-11 0,2 0 8 15,-2 0 2-15,-7 0-3 0,11-2 9 0,-6 1-8 16,-5 1 6-16,9 0 1 0,-9 0-5 0,9 1 2 16,-9-1 5-16,8-2-7 0,-1 3-6 0,-7-1 5 15,7-2-1-15,-7 2 2 0,10-3 1 0,-7 1-8 0,3 2 8 0,-6 0 0 16,10-3-1-16,-10 3-4 0,5-1 5 0,-5 1 1 16,8-3-4-16,-8 3-1 0,0 0-2 15,5 0-19-15,-5 0-24 0,0 0-15 0,0 0-22 0,6 0-37 16,-6 0-163-16,0 0-302 0,0 0 133 0</inkml:trace>
  <inkml:trace contextRef="#ctx0" brushRef="#br0" timeOffset="-153847.43">24009 10563 38 0,'0'4'57'0,"0"3"-5"16,0 1-3-16,-2 4-9 0,2-1-1 0,-4 1-2 16,3 5-1-16,-3 4-7 0,-1 2-2 0,3 5-3 0,1-2-2 0,-1 3 1 15,-3-1-7-15,4 0-3 0,0-1 7 0,-1 1-5 16,0-1-6-16,0 0 5 0,1-2-5 0,0 0-4 15,-2-5-1-15,2 5 3 0,-4-5-3 0,2-1 7 16,1 0-6-16,-1-2 6 0,-2 1-9 0,3-1 9 16,-2-2-4-16,0 1-1 0,0-3 2 0,0-1-2 15,1 2 5-15,-1-1-8 0,1-1 0 0,-1 0 0 0,2 0-4 16,-1-2 7-16,-1-1-2 0,2 3-5 0,-2-1 5 16,3-2-1-16,-2 1 3 0,1 0-7 0,0-2 4 0,0 2 0 15,2-2 3-15,-3-4-4 0,3 5-6 0,0-2 16 16,-2 2-11-16,0-2 1 0,2 3-4 0,-1-5 12 15,0 2-14-15,-2 2 8 0,3 0-3 0,-1 2-2 16,-2-3 4 0,3 3-3-16,-1-3 3 0,1 2-4 0,-1-1 0 0,-2 2 7 15,2-1-5-15,0 1-2 0,-2-1 2 0,2 1 2 16,-2-1-10-16,3-1 8 0,-1 2-2 16,0-2 2-16,-2 3 4 0,2-3-3 0,-2 1 0 15,3 0 0-15,0 0 0 0,-1 0-5 0,-2-1 6 0,3 1 1 16,-1 0 3-16,1-2-11 0,0 2 9 0,0-3-14 15,-1 2 10-15,-2-3-1 0,3 2 3 0,0 1 5 0,0-1-16 16,0 1 15-16,-2 1-6 0,-1-2 22 0,2 2-12 16,1-1 4-16,0 1-2 0,-2-1 6 0,0 2-8 0,2-2 8 15,-1 2-9-15,-2 0 4 0,3 1 0 16,0-3-5-16,-1 4-2 0,1-2 9 0,-3 1-13 16,2-2-4-16,1 3 17 0,0-2-9 0,0 0 0 15,0 0 6-15,0 0-5 16,0 0-9-16,0-1 9 0,0 2-5 0,-1-2-1 15,1-1-4-15,-3 3 7 0,3-2 2 0,0 0-6 16,-1 1 0-16,-2 1 0 0,2 0 4 0,1-1-4 16,-5 2 2-16,4 0 3 0,-2-1-7 0,0 3 12 15,1-1-2-15,-3 2 11 0,3-5-5 0,-2 3 1 16,1 1-9-16,0 2 3 0,2-5 0 0,-2 1-6 16,3 3 11-16,-2-3-9 0,2-2-4 0,-2 1 6 0,4 0-11 0,-4-2 3 15,4 2 6-15,-2 0-1 0,-2-2-10 0,2 0 6 16,2 2-2-16,-2-1 1 0,-2-1 9 0,0 2-10 0,4-2 6 15,-4 2 4-15,4-1-8 0,-4 0-2 0,0 1 2 16,-1 0 3-16,-1-3-6 0,1 4 5 0,1-1-7 16,0 0 5-16,-2 1-9 0,1-2 9 0,-2 4 3 15,3-2-4 1,0-2 2-16,-1 4-10 0,0-1 13 0,0 1-2 16,-2-1-1-16,1-4 0 0,2 6 3 0,-2-3-13 15,3 1 8-15,-2 2 3 0,3-3-6 0,-2 3 2 16,2-3 5-16,0 0-1 0,-3-1-7 0,2 1 1 15,1 0 4-15,-1 0 4 0,1-1-1 0,-2 0-1 16,2 3-5-16,-2-4 13 0,-1 1-11 0,2 1 13 16,0-1 1-16,-1 1 8 0,1 2-5 0,0-5-5 0,-2 3-2 0,1-1-2 15,-1-1 16-15,2-1-19 0,1 7 6 0,-3-5 12 16,3 0-12-16,-2 3 2 0,3-2-6 0,-2-1 2 16,2 4-4-16,-2-2-3 0,1 1 4 0,0-3 4 15,-1 3-10-15,1-1 6 0,0-2-19 0,-2 1 16 16,1-2 2-16,0 4-4 0,-2 0 4 0,2-2-3 15,0-1 2-15,-1 1-1 0,1 2-3 0,0-1 3 0,-3 1-3 0,0-1-1 16,3 0 0-16,0-1 1 0,-2 1-1 0,-1 2 1 16,3-4 20-16,-2-1-23 0,2 4 1 0,-3-3-4 15,0-1 5-15,4 1 6 0,-5-1-2 0,0 1 4 16,5 0 18-16,-4 0-20 0,3 0 12 0,-3 0-5 16,4 0 0-16,-1-1-2 0,-2 1-4 0,2-3 8 15,-2 3-5 1,2-1 4-16,1-3 7 0,-1 4-7 0,-2-3 11 15,3-3-10-15,-1 3 4 0,2-4 12 0,-2 2-8 0,2-2 1 16,-1 0-6-16,0 1 9 0,-1-2-4 16,2-1-4-16,-1-3 2 0,0 6 5 0,0-2-3 15,0-4-3-15,0 0 0 0,-1 6 5 0,1-6-9 16,0 0-25-16,-3 2-28 0,3-2-34 0,0 0-52 0,-6 4-169 16,6-4-315-16,-9-3 140 0</inkml:trace>
  <inkml:trace contextRef="#ctx0" brushRef="#br0" timeOffset="-151463.93">9578 14374 39 0,'-5'-2'109'0,"5"2"-7"0,0 0 4 0,-5-4-6 16,5 4-3-16,0 0-8 0,0 0-9 0,-4 0-3 0,4 0-15 15,0 0 1 1,0 0-15-16,0 0-5 0,-4-2-8 0,4 2 10 15,0 0-17-15,0 0-8 0,0 0 6 0,0 0-9 0,0 0 3 16,0 0 1-16,0 0-10 0,0 0-2 0,13 8 1 16,-5-6 0-16,1 1 1 0,2-3 3 15,7 4-2-15,4-4-5 0,0 0 4 0,8-1-2 16,2 1 2-16,5-3-5 0,-1 0 3 0,2 1-2 0,-1 1 2 0,20 1-8 16,-18-2 8-16,16 0-4 0,1 1-1 15,1 0-1-15,0 0-2 0,3-1 1 0,0 0 1 0,1-1 7 0,2 0-2 16,4-2-6-16,-5 4 6 0,5-6-6 0,0 2-4 15,-2 0-4-15,3-2 7 0,26-1-1 0,-28 3 2 16,26-4-1-16,0 5 5 0,-28-2-6 0,27-1 0 16,-31 0 5-16,2 2-3 0,7 0-1 0,-5 2-6 15,-3-2 4-15,2 3-1 0,-2-1 1 0,-2-1 2 16,0 6-1-16,1-4 11 0,-3 1-8 0,2 0-6 16,0 0 3-16,0-1-1 0,-3 1 0 0,-1-2 1 15,4 0-2-15,-6 2 5 0,5 0-2 0,-5-4-6 16,3 2 2-16,-1-2 6 0,2 3-2 0,1-1 3 15,-1-1-4 1,7-1 0-16,-3 2 0 0,3 1-3 0,1-1 4 0,-5 0-4 0,-1 2 2 0,0 1-10 16,-2-3 8-16,-2 1-3 0,2 0-4 0,-2 1 14 15,2-3-9-15,1 3 2 0,-2-3-7 0,-1 1 7 16,2 3-1-16,3-4 0 0,-1 1-3 0,1 1 5 16,-2-1 1-16,1 1 4 0,3-2-8 0,-2 0 0 15,-1 0-1-15,6 0 3 0,-7 0 3 16,3 0-3-16,0 2 0 0,2-2 3 0,-2 0 3 15,0 0-4-15,-1-2 8 0,1 3-8 0,-2-3 1 16,4 3-3-16,-3-2 3 0,-2 2-3 0,2-1-1 16,0-3 12-16,5 2 5 0,-1-1-4 0,1 0 2 15,-1 3-1-15,1-1 1 0,27 3-1 0,-29-1-1 16,1-3-3-16,0 3-4 0,28-1 4 0,-30 0 8 0,3 2-10 16,26-4 3-16,-27 3 0 0,3-1 6 0,27 0 2 0,-29 1 3 15,26 0 0-15,-27-1 0 0,28 1-7 0,-27 2 2 16,28-3 0-16,-29 3-1 0,27 1 2 0,-26-2-3 15,27 1-3-15,-27 1 6 0,29 1-5 0,-4-2-9 16,-26-2 12-16,0 4-9 0,28-4 0 0,-28 2 1 16,-1 2-4-16,4-4 3 0,-3 2 1 0,1-2 2 15,26-1-3-15,-28 0 5 16,1 1-6-16,1-2-4 0,0 1 3 0,-2-2 2 16,4 2 0-16,-2 1-5 0,1-2 1 0,-4 1 3 15,2-2 4-15,4 1-4 0,-4-2 3 0,2 0-4 16,-1-2-2-16,27 3 0 0,-28 0 0 0,0 0 1 15,-2 1 0-15,3-4 3 0,-1 1 2 0,25 1 0 16,-31 1 11-16,2 1-4 0,1 1 4 0,0-4 2 16,3 3-9-16,4 1 6 0,-1-1-1 0,26-2 2 0,-32 2 1 0,1 1-2 15,2 1-2-15,0-3-1 0,-1 0 4 0,-2 1-2 16,1-2 6-16,-1-1-2 0,-2 1 1 16,2 1-5-16,4 2 3 0,-1 0 0 0,4-4-1 15,20 1-1-15,-28-2-4 0,2 3 1 0,1 0-2 0,-3-2 1 16,-2 1 0-16,-1 0-2 0,0 1 0 0,-4-2 0 15,2 2-2 1,0-1-1-16,-4-4 0 0,0 6 0 0,6 0 1 16,-6-1 0-16,1 0 1 0,-1 1 3 0,-10-2 0 15,11 1-2-15,-14 1 2 0,1-1-3 0,-2 0-1 0,0 0 1 0,2 2 3 16,-5-1 3-16,-3 1-6 0,2-2-2 0,-1 1-3 16,-4 1 1-16,3-1 4 0,-3-1-6 0,-6 3 7 15,-1-2-7-15,7 0-1 0,-1 1 4 0,-8 3-5 16,3-6 7-16,1 5-3 0,-1-1 8 0,1-1-10 15,5 0 4-15,-6-1 1 0,8 0-1 0,-7 3 0 16,3-1 2-16,-7-1-2 0,5 1 0 0,-2 1-1 16,0 0 2-16,6 1 1 0,-1-3-2 0,-6 3-1 0,0 0 9 15,7 0-4-15,-5 0 7 0,-3 0 1 0,11-2 4 0,-3 2-7 16,0 0 3-16,2-1 1 0,-10-1-1 0,7 0 0 16,-4 2-2-16,4 0-3 0,1-1 0 0,0-1-6 15,-7 4 5-15,0-4 0 0,7 4-3 0,-5-2-1 16,-3 1-2-16,1-1-2 0,-3-1 4 0,0-1-2 15,1 2-1-15,-6 0 3 0,4-2-2 0,-5 2-1 16,8-3 1-16,-3 1-3 0,0 1-1 0,2 1-1 16,-1-1 1-16,3 1-2 0,-1 0 3 0,-2 0-2 15,2 0 2 1,-3 0-1-16,1 0 2 0,0 0-4 0,-2-3 1 16,2 1 1-16,-1 1-1 0,-3 1-1 0,-1 0 0 0,1 0 3 15,-1-1-1-15,-2 0 2 0,0-2-4 0,0 2 3 16,-5 0 1-16,3-1-3 0,-4 2 2 0,0-1 4 15,2 0 0-15,-7 1 0 0,10-3 0 0,-6 3-3 16,-4 0 2-16,0 0-2 0,13 0 6 0,-10 0-8 16,-3 0 1-16,12-1-1 0,-5 1 1 0,0 0-3 0,1-2 0 15,0 1 2-15,-8 1-4 0,11-3 5 0,-5 6 0 16,-6-3-2-16,12 0 1 0,-7-3-2 0,-5 3 2 16,11 0 0-16,-6-1-1 0,-5 1 0 0,9-1 0 15,-9 1 0-15,9 0-1 0,-9 0 0 0,7 0-2 16,-7 0 0-16,6-3 3 0,-6 3 0 0,5 0 5 15,-5 0 9-15,0 0 3 16,0 0 6-16,0 0 5 0,0 0 2 0,6-2 0 16,-6 2-3-16,0 0 3 0,0 0-9 0,0 0 1 15,0 0-3-15,0 0-6 0,0 0-4 0,0 0-20 16,0 0-27-16,0 0-30 0,0 0-40 0,0 0-63 16,0 0-296-16,0 0-504 0,0 0 224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6:58:51.77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4374 2457 98 0,'0'0'193'0,"0"0"-11"15,-3-5-19-15,3 5-6 0,0-6-16 0,-1 2-9 0,1 4-10 0,-3-4-10 16,-2 3-11-16,1-1-17 0,-2 0-10 0,-2 1-12 16,-1 1-3-16,-5 0-7 0,-1 3-2 15,-7 0-8-15,-9 2-3 0,-1 5-5 0,3 0-3 0,-8-1-7 16,5 6 0-16,0-1-7 0,1 0 0 0,2 3 0 16,1 2-4-16,0 0 1 0,4-1-4 0,2 1 0 15,3 0 2-15,1 1-6 0,5-3-1 0,-1-3-2 0,6 3 1 16,1-2 5-16,4-3-4 0,3 2-2 0,0-4 3 15,1 2 1-15,4-2 0 0,3-1-1 0,6 1 4 32,-1-5-3-32,6 0 4 0,8-1-2 0,2-4 3 15,2-4 2-15,2 0 11 0,-1-4 5 0,4-2 5 16,-5-4 13-16,-2 1 8 0,0-4 20 0,-3-3 9 0,-4-1 2 16,1-5-3-16,-6-1-5 0,-1-4 3 0,3-14-16 0,-5 0-3 15,-1-3-9-15,-8 0-6 0,-5-6-7 0,0 20 6 16,0-12 28-16,-1 12-10 0,-3-2-8 15,-1 5-5-15,-3 0-4 0,3 1-5 0,-3 5 13 16,3-1 0-16,0 2-9 0,-1 7-6 0,-1 0 4 16,4 6 8-16,0-1-10 0,3 2 5 0,-4-1-2 15,1 5 2-15,2-2-10 0,-1 3-2 0,0-1 2 0,1 0-8 0,1 3-3 16,0 3-3-16,0-6-5 0,0 6 3 0,-4-5-13 16,4 5-4-16,0-3-17 0,0 3-12 0,0 0-13 15,0 0-12-15,0 0 0 0,0 0-7 0,0 0 3 16,0 0 9-16,0 0-1 0,0 0 5 0,5 15 3 15,-1-7 6-15,-3 1 5 0,2 5-1 0,1-1 2 16,-1 4 6 0,-1 2 3-16,2 6-1 0,1 2 6 0,0 2 2 0,-1 2 0 15,-3 4-1-15,4-1 5 0,-2 2 2 0,2 12-1 16,-2-16 2-16,-2 2 7 0,0 0-9 0,3 2 2 16,1-3-1-16,-1-3 3 0,-3-1-1 0,3 2 2 15,-4-4-4-15,4-4 4 0,-3-1-3 16,3-4 5-16,-1-1 2 0,0-1-8 0,1-3 4 15,-4-3-2-15,3 1-1 0,-2-3 5 0,-1 0-3 0,3-2 5 0,-3-2-3 16,1 2 1-16,-1-6-3 0,1 8 6 0,-1-8-3 16,1 3 3-16,-1-3-8 0,2 6 6 0,-2-6-4 15,0 5 0-15,0-5 7 0,0 0-4 0,0 0 0 16,0 0-2-16,0 0 1 0,0 0 0 0,1 5-4 16,-1-5 0-16,0 0 4 0,0 0-4 0,0 0-4 15,0 0 5-15,3 3 5 0,-3-3-7 0,0 0 3 0,0 0-2 31,0 0 1-31,0 0-2 0,0 7 6 0,0-7-7 0,0 0 4 16,0 0-1-16,-3 7-1 0,3-7 2 0,0 0 0 16,0 0-1-16,0 6 4 0,0-6-6 0,0 0 7 15,0 0-3-15,0 6-1 0,0-6 4 0,0 0-2 16,3 5 2-16,-3-5-3 0,0 0 5 0,0 0-3 16,2 5-2-16,-2-5 3 0,0 0-1 0,3 2 6 0,-3-2-6 15,0 0 5-15,0 0 2 0,0 0 1 0,0 0 11 16,0 0 6-16,0 0-1 0,0 0-1 15,0 0 10-15,20-6-26 0,-10 2-32 0,3 2-44 16,-1-2-72-16,3 3-99 0,0-4-332 0,7 1-615 16,6-2 273-16</inkml:trace>
  <inkml:trace contextRef="#ctx0" brushRef="#br0" timeOffset="1355.3">3645 3222 73 0,'0'0'197'0,"0"0"-10"0,-8 0-8 0,8 0-12 0,0 0-13 16,0 0-8-16,0 0-10 0,0 0-10 16,-5 3-5-16,5-3-5 0,0 0-8 0,0 0-5 15,0 0-4-15,0 0-1 0,0 0-2 0,0 0-5 0,0 0-8 16,0 0-1-16,0 0-6 0,0 0-8 0,0 0-4 16,0 0-6-16,0 0-5 0,0 0-7 15,0 0-2-15,0 0-5 16,-6 0-6-16,6 0-4 0,0 0 4 0,0 0-10 15,0 0-1-15,0 0-4 0,0 0 2 0,0 0-7 16,0 0 2-16,0 0-10 0,0 0 5 0,0 0-1 16,0 0-2-16,0 0 1 0,0 0-1 0,0 0 0 15,0 0-6-15,0 0 5 0,0 0-1 0,0 0 0 16,0 0-3-16,0 0-2 0,0 0 6 0,0 0-6 16,0 0 3-16,0 0-3 0,0 0 4 0,0 0-2 0,0 0-4 0,0 0 5 15,0 0-2-15,0 0 0 0,0 0-2 16,0 0 7-16,0 0-6 0,0 0 0 0,0 0 1 15,0 0-4-15,0 0 3 0,0 0-6 0,0 0 8 16,0 0-2-16,0 0 3 0,0 0-5 0,0 0 3 0,0 0-2 16,0 0 0-16,0 0 1 0,0 0-4 0,0 0 5 15,0 0-4-15,0 0 2 0,0 0 3 0,0 0-5 0,0 0 6 16,0 0-3-16,0 0 1 0,0 0 0 0,0 0 2 16,0 0-3-16,0 0 2 0,0 0-3 0,0 0 0 15,0 0 2-15,0 0 1 0,0 0-4 0,0 0 3 16,0 0 2-16,0 0-4 0,0 0 0 0,0 0 3 15,0 0-2-15,0 0-1 0,0 0 2 0,0 0-2 16,0 0 1-16,0 0 3 16,0 0-3-16,0 0-1 0,0 0 4 0,0 0-1 15,0 0-2-15,0 0 0 0,0 0 1 0,0 0-3 16,0 0 1-16,14 3 2 0,-14-3-5 0,0 0 5 16,9 1 0-16,-9-1-2 0,11 0 4 15,1 0-3-15,0 0 3 0,7 0-4 0,10-1-1 16,3-1 4-16,5 0-4 0,18-5 1 0,4 2 4 0,2 0-2 15,29-4-1-15,-24 4 1 0,31-7 1 0,-1 4 1 0,-2-1 4 16,-28 4-7-16,23-8 7 0,-28 9-3 0,2-1 4 16,-12-1-4-16,3 2 4 0,-18-1-3 0,2 0 2 15,-5 1-9-15,-1 0 18 0,-5 0 5 0,-9 0 9 16,-3 3 0-16,-3-3 9 0,-1 4 3 0,-4-2-2 16,-1 2 5-16,-1-1-6 0,0 0-2 0,-5 1-9 15,9-1-8-15,-9 1-13 16,6-2-14-16,-6 2-28 0,0 0-21 0,0 0-32 15,0 0-47-15,-16 12-64 0,4-8-309 0,2 1-550 16,-4-2 244-16</inkml:trace>
  <inkml:trace contextRef="#ctx0" brushRef="#br0" timeOffset="2358.17">4233 3892 142 0,'-1'-8'233'0,"-2"2"-15"0,-2-5-8 15,-1 3-22-15,0-1-19 0,0 2-14 0,-3-2-18 16,0 3-14-16,-2 0-10 0,-7-2-16 0,0 4-7 16,0 1-8-16,-1 2-12 0,1 0-5 0,0 1-8 0,2 2-6 15,-2 1-5-15,4 0-20 0,-1 4-6 0,4-2-4 16,0 2-4-16,-2 6 0 0,5-5-5 0,-2 5-7 15,1 3 9-15,1-2-2 0,6 2 0 0,-3-1 4 16,1 1 0-16,4 0-8 0,0-3-3 0,1-1 3 16,2-1-1-16,3 1 2 0,-1-2 1 0,1 3 2 15,3-5 1 1,1-1 0-16,1-1 2 0,-1-3 2 0,4 0 6 16,-1-3 9-16,2 0 17 0,-2-3 20 0,1 0 18 0,0-6 18 15,-1 0 20-15,-3 1 20 0,3-4 9 0,0-6-3 16,-4 1-9-16,1-8 1 0,-1-2-12 15,0-2-9-15,-3-5-14 0,2-15-11 0,-1 3-14 16,0-4-5-16,-2 2-14 0,-1-1-3 0,-3 1-12 16,-1 2-4-16,3 13-12 0,-3-1 4 0,0 6-7 0,1 0 1 0,-2 6-2 15,-1 6 8-15,1 0 5 0,1 5-8 0,-1 4 2 16,1 0-1-16,0 2-8 0,1 0-17 0,-1 0-34 16,0 1-53-16,0 4-30 0,0 0 13 0,0 0 8 15,1 25 13-15,5 3 7 0,-4 5 8 0,-1 14 10 16,3 2 2-16,0 4 7 0,0-2 5 0,0 0 7 15,2 1 5-15,2-4 1 0,-1 0 6 0,0-14 3 0,3 1-1 0,-4-3 6 16,3-1-2-16,0-4 4 0,-4-2 1 0,-2-5 3 16,3-7-3-16,-2-1 6 0,1-2-1 0,-5-3-3 15,4 1 4-15,-4-2 5 0,1-1 2 0,2-1 2 16,-3 0 19-16,0 0 23 0,0-4-4 0,1 3 10 16,-1-3 0-16,0 0-2 0,4 5 0 0,-4-5-12 15,0 0 4-15,0 0-7 16,0 0-11-16,0 0-16 0,0 0-23 0,0 0-30 15,0 0-67-15,0 0-74 0,0 0-74 16,-10-12-340-16,3 2-646 0,1 5 286 0</inkml:trace>
  <inkml:trace contextRef="#ctx0" brushRef="#br0" timeOffset="2975.26">4357 3695 87 0,'5'-4'222'0,"0"-3"-8"0,2 1-18 16,-2 1-21-16,0 2-14 0,1 0-21 0,3 3-17 16,-1 0-6-16,4 3-6 0,1 1-7 0,4 1-10 15,-2 4-7-15,3 2-10 16,-5 3-7-16,2 3-10 0,-1 4 2 0,-2 2-9 16,2 1-4-16,-6 1-3 0,-2-2-4 0,0 2-6 15,-5-4-4-15,-1 5 0 0,0-6-5 0,-3-1 0 16,-1 1-2-16,0-2-2 0,-1 0-1 15,1-3-1-15,-1-4-1 0,0 1-1 0,0-3-6 16,0-1 4-16,2-1-3 0,3-3 6 0,-4 2 8 0,3-3 20 0,1 1 24 16,0-4 30-16,-1 3 41 0,1-3 38 0,0 0 29 15,-3 4 22-15,3-4 22 0,0 0 3 0,0 0-26 16,3-14-24-16,-2 3-26 0,7-7-18 0,6-8-23 16,-4-3-23-16,5 1-19 0,-1-4-16 0,5 0-9 15,-4 1-9-15,1-2-8 0,1 4-6 0,-3 2-7 16,1 1-4-16,0 2 1 0,-6 7-9 0,0-1-5 0,-1 6 0 15,-3 0-1-15,0 3-3 0,0 1-3 0,-2 4-3 0,-2-2-7 16,3 1-1-16,0 1-15 0,-4 2-23 16,0 2-38-16,1-4-45 0,-1 4-17 0,0 0 10 15,4 10 18-15,-8-1 8 0,2 7 10 0,-2 6 8 16,-3 6 16-16,1 3-6 0,2 3 10 0,-1-2 14 0,0 1 3 16,2-2 5-16,1 1 2 0,4-2 4 0,1-2 1 15,2-3 3 1,0 1 3-16,-1-9 4 0,5 0 6 0,-1-1-3 15,3-3 7-15,1-2 15 0,-6-3-11 0,5-1 6 16,-2 0 2-16,2-3 4 0,-1 1 22 0,0-1 8 16,-2 0 11-16,-4-2 5 0,8 0 9 0,-6 1 11 15,-3-2-8-15,1-1-5 0,-4 0 2 0,7 3-7 16,-2-2-2-16,-5-1-8 0,0 0-3 0,0 0-4 16,6 1-7-16,-6-1 1 0,0 0-9 0,0 0-17 0,4 2-29 0,-4-2-19 15,0 0-44-15,0 0-54 0,0 0-42 0,0 0-51 16,0 0-70-16,8 1-84 0,-8-1-303 0,0 0-743 15,12-5 329-15</inkml:trace>
  <inkml:trace contextRef="#ctx0" brushRef="#br0" timeOffset="3892.91">5706 2101 64 0,'0'-4'245'0,"0"-2"-5"0,2 1-9 16,-2 5-15-16,1-5-13 0,0 1-18 0,-1 1-19 0,0 3-18 15,0 0-22-15,0 0-18 0,0 0-30 0,0 0-10 16,0 0-9-16,-6 13-3 0,-2 2-8 0,-6 18-5 16,-4 17 1-16,-5 7-7 0,-9 35-4 0,-2 0-1 15,2 8 1-15,4-9-2 0,-1 6 2 0,10 2-7 16,3-4 6-16,3-7-4 0,9-7 2 0,4-23-4 15,8-1-1-15,1 4 0 16,4-9-4-16,3-2-2 0,7-6 1 0,-1 0-1 16,-3-12-1-16,2-4 1 0,0-1 9 0,2-2 1 15,0-3 1-15,-1 0 1 0,1-6-1 0,-5-4 2 16,-4 0 5-16,1-1 6 0,-5-4 2 0,1-1-7 16,-1 1 2-16,-4-3-5 0,1 0 0 0,-1-1 6 15,-6-3 13-15,7 6 5 0,-7-6 7 0,7 1 4 16,-7-1 8-16,5 5 5 0,-5-5-3 0,0 0 1 0,0 0-12 15,0 0 8-15,9 2-13 0,-9-2-7 0,0 0 2 16,0 0-6-16,0 0-7 0,0 0-24 0,0 0-16 16,0 0-12-16,0 0-25 0,0 0-107 0,0 0-160 15,5-18-349-15,-1 5-701 0,2 2 311 0</inkml:trace>
  <inkml:trace contextRef="#ctx0" brushRef="#br0" timeOffset="4547.79">5929 2644 11 0,'1'-3'222'0,"2"0"-15"0,1-1-20 0,0 1-19 0,1-1-21 15,1 3-13-15,4 0-14 0,1 0-13 0,1 3-11 16,1 2-14-16,-2 3-2 0,2 2-17 0,5 5 0 15,-8 1-9-15,7 7-2 16,-6 1-4-16,2 4 2 0,-8 0-11 16,1 3-1-16,-3 0-10 0,-6 0 2 0,2 5-7 15,-4-4 6-15,-4 2-7 0,-1-2 3 0,2 0-5 16,-1-3 1-16,-1-2-2 0,1-1-5 0,0-7 1 16,4-3 0-16,-4-1 3 0,4-5 3 0,1 1 5 15,0-4 10-15,3-1 21 0,-2-1 26 0,2 2 40 0,-3-3 30 0,4-3 37 16,-5 5 24-16,5-5 23 0,-1 1 19 0,1-1-8 15,0 0-29-15,4-17-27 0,2 3-18 0,-1-7-21 16,8-4-22-16,2-6-30 0,7-13-18 0,1-1-28 16,4 2-15-16,0 3-11 0,-8 8-5 0,-1 3-2 15,2 0 0-15,-3 3-2 0,-2 2-6 0,-1 1 2 16,-4 6 1-16,-3 2-1 0,-2 6-1 16,-1 2 4-16,-3 1-5 0,3 0-1 15,1 1-6-15,-4 2-15 0,2 0-31 0,-2 1-36 0,-1 2-1 16,0 0 6-16,0 0 4 0,-6 18 9 15,-2-2 3-15,2 3 9 0,-2 6 9 0,-1 2 4 0,2 1-4 0,0-1 5 0,5 0 6 32,-1 1 9-32,6-1 2 0,0 0-2 0,5-3 4 0,2 0 5 0,3-2 4 0,1-7 0 15,8 4-28-15,2-7-28 0,-4-5-53 16,9 4-51-16,-1-6-60 0,1-5-91 0,-2-4-297 16,5 0-662-16,-13 0 294 0</inkml:trace>
  <inkml:trace contextRef="#ctx0" brushRef="#br0" timeOffset="5116.6">6501 2215 199 0,'0'0'292'0,"0"-5"-19"15,0 5-23-15,0 0-28 0,0-5-27 0,0 5-18 16,0 0-25-16,0 0-16 0,0 0-19 0,0 0-6 16,3 13-17-16,-2-6-7 0,2 4-10 0,-2 5-3 15,-1 2-8-15,5 7-6 0,-4-1-8 0,-1 3-3 16,3-1-3-16,-3 0-5 0,0-1-4 0,1-6 1 0,-1 1-7 31,0-3 0-31,3-7-2 0,-2 2-5 0,-2-4-3 16,2-2-1-16,-2 1 5 0,2-2 4 0,-1-2 50 0,-1 2 32 15,1-5 48-15,0 0-16 0,0 0-14 0,12-10-16 16,-5-2-16-16,5 0-5 0,0-5-7 16,5-3-11-16,-3-4-8 0,2 2-2 0,-2 0-29 15,-2 6 11-15,-2 0-1 0,-1 3-6 0,-1 3-1 16,-5 3-5-16,4-1-4 0,-5 3 0 0,1 1-3 0,1 1-7 0,-3 1-15 0,-1 2-28 16,0 0 9-16,14 5-3 0,-9-1-2 0,3 5 0 0,-3 2-6 15,3-1 8-15,1 8-4 0,-3 2-7 0,3 5-16 16,1-1-22-16,-1 2-18 0,-2-1-34 0,-1 0-25 15,-1-4-34-15,1-2-35 0,-2-2-55 16,-1-3-283-16,1-4-594 0,2 0 262 0</inkml:trace>
  <inkml:trace contextRef="#ctx0" brushRef="#br0" timeOffset="5595.52">7250 2283 90 0,'-7'0'139'16,"7"0"-3"-16,0 0-14 0,0 0-2 0,0 0-11 15,0 0-6-15,0 0 0 0,0 0 8 0,0 0-3 0,0 0 4 16,21 2-6-16,-6-2-7 0,2-3-14 0,6 1-4 16,5 1-13-16,7 1-2 0,0-3-8 0,2-2-5 15,0 5-3-15,13-1 1 0,-10 1-3 16,-4-1-3-16,-4-3-6 0,-3 3-4 0,-7-4-4 0,-4 5-1 0,-4-2-3 16,-3 2-3-16,-3 0-17 0,-2 2-19 0,-6-2-19 15,9 2 4-15,-9-2-5 0,0 0-19 0,-15 9-18 16,-2-5-22-16,-1 2-17 0,0-1-20 0,-3 0-13 15,0 2-120-15,2-2-283 0,-4 0 125 0</inkml:trace>
  <inkml:trace contextRef="#ctx0" brushRef="#br0" timeOffset="5981.29">7440 2352 228 0,'0'0'250'0,"0"0"-9"15,-2-1-20-15,2 1-7 0,0 0-23 0,0 0-13 16,0 0-18-1,0 0-16-15,0 0-17 0,0 0-16 0,0 0-17 0,0 0-10 16,0 0-9-16,1 9-6 0,-1-4-13 0,-1 5-3 16,-2 1-2-16,1 7-2 0,-1 1-4 0,2 13-5 15,-3 0 4-15,-4 3-2 0,2 13-2 0,0 2-4 16,-1-3 0-16,10-1-4 0,-6 0 2 0,2-9-6 16,2 11-4-16,-1 3 5 0,0-4-3 0,4 0-1 15,1-13-3-15,-1 0-1 0,0 0-1 0,0-3-1 16,-4-4 3-16,-2 1-7 0,0-8-4 0,-2 4-3 0,1-7-2 15,-3-1-2-15,2-4 9 0,-1-1-2 0,-4-1-5 0,0-3 12 16,0 0 3-16,-2-2 2 0,-6-2 6 0,-2-3 5 16,-3 1 7-16,-6-6-5 0,0-2 0 15,-2-2 2-15,1-3 6 0,1 2 13 0,4-2 6 16,3 1 10-16,-2-3-1 0,9 4 0 0,-3-2-5 16,6 4-12-16,0-4 16 15,-1 7 2-15,6 0 0 0,1 2-11 0,-1-1-1 16,1 1-8-16,0-1-4 0,5 4-29 0,-5-4-28 15,5 4-54-15,0 0-49 0,-5-1-50 0,5 1-17 16,0 0-27-16,0 0-57 0,0 0-324 0,24 10-633 16,-11-9 281-16</inkml:trace>
  <inkml:trace contextRef="#ctx0" brushRef="#br0" timeOffset="6866.95">7649 3114 71 0,'1'-4'275'0,"-1"4"-3"16,2-5-6-16,-2 1-7 0,0 4-15 0,3-5-15 16,-3 5-15-16,1-2-26 0,-1 2-15 0,0 0-21 15,0 0-15-15,2-5-20 0,-2 5-13 0,0 0-17 16,0 0-9-16,0 0-11 0,3 14-8 0,0-7-7 0,1 4 4 16,-3 0-20-16,3 6 0 0,-2 2-3 0,1-3-6 15,0 3 4-15,-1 3-9 0,1 1 4 0,-3-3-4 16,2 0-1-16,0-2 0 0,-2-3-6 0,1-3-1 15,0 0-1-15,-1-4 6 16,0 0-12-16,0-2 2 0,0-1 4 0,0 0 2 0,0-2 55 0,1 1 32 16,-1-4 47-16,0 0 37 0,0 5 32 0,0-5 18 0,0 0-15 0,0 0-21 31,4-11-22-31,0 3-18 0,1-5-20 0,2-2-13 0,0-4-14 0,5 2-16 0,-3 0-7 0,-2 3-12 31,2-1-8-31,-2 5-6 0,-1 1-9 0,-1-1-5 0,-4 5-1 0,6 1-10 0,-6-2-14 0,4 2-8 16,-1 0-30-16,0 3-34 0,-4 1-3 0,10 4 6 31,-6-1-5-31,6 5-16 0,-2 1-2 0,-1 2-1 0,5 2-6 0,-4 0-6 16,1 1 9-16,0 1-4 0,-1 0 15 15,0-1-8-15,-1-3 9 0,-2 0-13 0,-1-2 10 16,0 1 5-16,-2-3-2 0,2-1-12 0,-1-2 5 16,0 3 6-16,-2-3 2 0,1-3 15 0,0 2 2 0,-2-3 3 15,1 6 9-15,-1-6 1 0,3 4 2 0,-3-4 8 16,0 0 3-16,0 4-4 0,0-4 1 0,0 0-58 0,0 0-82 15,0 0-68-15,5-17-104 0,-5 10-296 0,5-5-678 16,-2-3 300-16</inkml:trace>
  <inkml:trace contextRef="#ctx0" brushRef="#br0" timeOffset="9002.01">7927 2010 90 0,'0'0'122'0,"0"0"-4"0,0-5-18 16,0 5-13-16,0 0-7 0,0 0-12 0,0 0-7 15,9 12-2-15,-1-4-16 0,-1 2 2 0,6 6-4 16,9 10-1-16,-2 3-12 0,11 16 16 0,1 2 1 15,13 25 3-15,-4 0-5 0,-2 5 4 0,0-2 0 16,-10 1-12-16,0 2 3 0,-7-22 2 0,-3 26 0 0,0-2-8 16,-5 3 4-16,-10-23-4 0,-4 23-4 0,0-24-2 15,-7 22-2-15,0-25-4 0,0-5 5 0,-6 1-4 16,-3-5-1-16,-3-4-1 0,7-11 0 0,-6 0-7 16,0-2-1-16,-1-3 3 0,-1-1-5 0,1 1 0 15,-4-2-3-15,4-4 4 0,-3 3 0 0,3-6 4 16,4-2 0-16,2-4 6 15,-1-2 2-15,5-3 5 0,-1 0 6 0,2-2 7 16,3 1 12-16,1-2 6 0,-2-1 10 16,6-3 14-16,-4 4 13 0,4-4 12 0,0 0 6 15,-6 6-1-15,6-6-3 0,0 0-9 0,0 0-3 16,0 0-13-16,-7 5-5 0,7-5-10 0,0 0-7 0,0 0-3 16,0 0-10-16,0 0 3 0,0 0-14 0,0 0 0 15,0 0-5-15,0 0-2 0,0 0-3 0,0 0-7 0,0 0 2 16,-5 3-7-16,5-3-7 0,0 0-3 0,0 0-5 15,0 0-16-15,0 0-6 0,0 0-20 0,0 0-23 16,0 0-30-16,0 0-45 0,0 0-47 0,0 0-330 16,0 0-558-16,-10-14 246 0</inkml:trace>
  <inkml:trace contextRef="#ctx0" brushRef="#br0" timeOffset="9940.7">8765 2735 65 0,'0'0'165'0,"0"0"-8"16,0 0-10-16,-6 0 5 15,6 0-18-15,0 0-1 0,0 0-5 16,0 0-5-16,0 0-13 0,0 0-5 0,0 0-11 16,-6 0-3-16,6 0-10 0,0 0-4 0,0 0-13 15,0 0-3-15,29-4-5 0,-9 4-2 0,2-3-10 16,6 2-3-16,0-2-9 0,3 2-4 0,1 1-22 16,-3 0-28-16,-8 0-26 0,3 0-35 0,-3 0-44 15,-1 0-49-15,-6 0-106 0,-1 1-306 0,6 0 135 0</inkml:trace>
  <inkml:trace contextRef="#ctx0" brushRef="#br0" timeOffset="10125.6">8893 2942 24 0,'0'0'250'0,"-1"4"-6"0,1-4-14 0,0 0-14 0,12 3-15 0,4-6-20 0,16 1-16 15,2 0-20-15,20-3-15 0,1 0-36 0,0 2-51 32,-3 0-70-32,2-1-94 0,-22-1-176 0,1 2-320 15,1-1 143-15</inkml:trace>
  <inkml:trace contextRef="#ctx0" brushRef="#br0" timeOffset="12569.58">9776 2435 47 0,'4'-7'172'0,"0"5"-16"0,1-1-19 16,5 1-14-16,0 2-8 0,3 0-16 0,0 3-4 15,6 5-9-15,0-2-4 0,6 7-9 16,-4 3-5-16,0 1-9 0,3 5-9 0,-5-1-1 0,-6 5-2 15,6 1-10-15,-7 0 0 0,-2 0-5 0,-4 3-4 16,-5 0-6 0,-1 0 6-16,-5 1-6 0,-5 0 0 0,-1-3 12 15,-6 2-10-15,-1-3-3 0,-2 2 4 0,3-2 1 16,-2 0 5-16,-4-6 2 0,4-2 2 0,-3 1 4 16,6-6-3-16,3-4 4 0,-3 2-2 0,5-3 5 15,1-1-3-15,2-4 5 0,2 0 7 0,2-2 12 16,-1 2 15-16,1-1 19 0,4-3 23 0,0 0 24 15,-8 4 17-15,8-4 12 0,0 0-10 0,0 0-7 0,0 0-30 16,5-25-15-16,8 7-16 0,4-4 0 0,1 1-14 16,3-6-9-16,2-2-13 0,9-9-12 0,0 0 0 15,0 0-11-15,-1 0-5 0,-2 1-6 0,-10 8-2 16,1-2-6-16,1 2-2 0,-2-1-3 0,-3 1-2 16,0 5-5-16,-3-2 13 0,-4 9-13 0,-4 2-7 15,1 2 18-15,-3 2 4 0,2 4 1 0,-1-1-5 0,-3 1-9 0,-1 3-7 16,4 1-18-16,-4 3-23 0,0-3 0 0,0 3 3 15,-6 10 0-15,-2 5 9 0,-6 7 8 0,-1 4-5 16,2 0 6-16,-2 3-1 0,-1 1 6 16,5 0 0-16,2 0 0 0,0 1-1 0,5-1 2 0,3-3-8 15,5 1 3-15,-2-2-3 0,8-3 5 0,1-6-13 16,6 3-12 0,5-3-21-16,6-4-35 0,6 0-46 0,2-6-56 15,17-6-75-15,-15-5-256 0,14 0-572 0,1-8 254 0</inkml:trace>
  <inkml:trace contextRef="#ctx0" brushRef="#br0" timeOffset="13194.57">10337 2092 41 0,'3'-3'230'0,"-1"-1"-5"0,2 0-3 0,-4 0-7 0,3 0 4 16,-1 0-13-16,-2 4-7 0,1-6-22 15,2 3-17-15,-3 3-19 0,1-3-14 0,-1 3-20 0,0 0-16 0,0 0-21 16,0 0-8-16,0 0-6 0,8 12-4 0,-8-1-9 15,1-2-3-15,3 8-6 0,-3-2 1 0,-2 7-4 16,5 2-4-16,-3 2 0 0,-1 0-4 0,0-1 1 16,0 2-3-16,0-10 2 0,0 2-6 0,0-4-3 15,0-2 0-15,0 0 0 0,-1-5-3 0,2-1 3 16,-1-1 0-16,0 1 3 16,0-3 55-16,0-2 59 0,0-2 27 0,0 0 6 15,0 0-22-15,0 0-17 0,12-17-15 0,-3 4-11 16,2-1-5-16,-2-2-10 0,5-5-8 15,2 0-10-15,-4-3-3 0,2 3-11 0,-5 5-2 16,0 6-7-16,-2-1 0 0,-1 1-8 0,0 3-4 0,1 0-3 0,-5 2-6 16,2 0-31-16,1 3 7 0,-5-2-35 0,4 3-13 15,-4 1 7-15,9 5-6 0,-4 3 7 0,4-1-11 16,1 7 3-16,-1 1-21 0,1 2-10 0,-2-1-23 16,5 11-29-16,-3-5-25 0,-1 4-34 0,0-1-47 15,1-1-90-15,-3-7-187 0,-1-1-557 0,3-6 248 16</inkml:trace>
  <inkml:trace contextRef="#ctx0" brushRef="#br0" timeOffset="13781.09">11104 2101 27 0,'0'0'152'0,"0"0"3"0,0 0-16 0,-5 2-4 15,5-2 6-15,0 0-12 0,0 0-10 0,0 0-10 0,0 0-5 0,0 0-7 16,0 0-11-16,0 0-1 0,16-2-9 16,-2 2-6-16,3-4-10 0,12-1 1 0,2 2-13 15,1 1 0-15,1-1-13 0,7 0-3 0,-2-1-3 16,-1 1 0-16,0-1-7 0,0 1 2 0,-5-1-5 15,-2 1-1-15,-11 1 1 0,1 0-7 0,-7 2-6 16,0 0-6-16,-7-1-18 16,1-1-20-16,-7 2-16 0,5 2-6 0,-5-2-4 15,0 0-26-15,0 0-27 0,-28 5-14 0,12 0-18 16,-5-2-79-16,-6 3-246 0,0-3 108 0</inkml:trace>
  <inkml:trace contextRef="#ctx0" brushRef="#br0" timeOffset="14213.08">11261 2120 121 0,'0'0'233'0,"-4"1"-14"0,4-1-17 0,0 0-16 15,0 0-17-15,0 0-16 0,0 0-22 0,0 0-17 16,0 0-13-16,0 0-10 0,3 7-13 0,-3-2-9 16,0 0-7-16,0 8-6 0,-3 5-5 0,3 9-4 15,-4-3-2-15,3 7 6 16,-3 3-9-16,-2 15 1 0,2-2-4 0,0 5-1 15,0-1-3-15,0 0-1 0,1-1-4 0,0-1 1 16,-2-1-1-16,3-2-7 0,2 1 1 16,2-13-4-16,-2 1 2 0,5 11-4 0,-4 1 3 15,1-13-1-15,0-3 0 0,-2 2-3 0,0 2-3 16,-2-6 1-16,-1-1-4 0,-2 1 2 0,-1-5-1 16,1-6-1-16,-1-3 1 0,1 1 4 0,-1-3 4 0,-2-2 2 0,-2-1 1 15,2 2 10-15,0-7 4 0,-3 2 11 0,0-5 8 16,-5 1 3-16,-3-3 7 0,0-3-11 0,-1-4 4 15,-7-2 2-15,0-4 5 0,-4-3 5 0,8 2 8 16,-2-6 1-16,-2-2-8 0,5 2 11 0,2-2 1 0,3 1 10 16,3 1-15-16,1 7 5 0,3-3-6 0,2 1-3 15,2 4-19-15,0 2 18 0,3 1-4 0,-1 2-1 16,-1 0-11-16,4 1-3 0,1 5-8 0,-3-7-41 0,3 7-10 31,-5-7-33-31,5 7-58 0,-2-3-37 0,2 3-13 16,0 0-9-16,0 0-17 0,0 0-19 0,0 0-29 0,14 22-44 0,-8-12-288 0,-1-1-594 15,0 0 262-15</inkml:trace>
  <inkml:trace contextRef="#ctx0" brushRef="#br0" timeOffset="14783.52">11418 3081 224 0,'0'-4'358'0,"0"4"-15"15,2-5-25-15,-2 5-26 0,-2-6-26 0,2 6-33 16,0 0-26-16,0-5-18 0,0 5-25 0,0 0-18 16,0 0-23-16,0 0-8 0,0 0-19 0,0 15-5 0,2-3-7 0,-2 0-11 15,-2 6-20-15,0 2 8 0,-4 6-7 0,3 1-3 16,-3-1-5-16,-1 1-5 0,1-1-6 15,2-7 1-15,0-2-6 0,0 0 7 0,1-5-15 16,1-2 2-16,2 0-1 0,-1-4-5 0,-2 0 5 16,2-3 3-16,0 2 41 0,1-2 32 0,0-3 43 15,-2 4 32-15,2-4 18 16,0 0-18-16,0 0-19 0,0 0-16 0,9-21-14 16,-4 10-13-16,3-6-12 0,0 0-11 0,2 0-10 15,1 2-9-15,-3 1-7 0,2 0-8 0,-3 2-8 16,-1 5-3-16,-1-2-9 0,-1 5-2 0,2-3-11 15,-2 3-23-15,-3 2-29 0,2-1-34 0,-3 3-10 16,0 0 8-16,13 5 4 0,-7 3-24 0,3-1-14 16,-4 3-12-16,3 5-16 0,-3-1-25 0,5 1-27 0,-3 2-27 0,-1 1-33 15,-1 0-31-15,4-3-36 0,-3 2-333 0,-2-5-693 16,3-2 307-16</inkml:trace>
  <inkml:trace contextRef="#ctx0" brushRef="#br0" timeOffset="15269.05">11842 3327 92 0,'0'0'192'0,"0"0"-15"16,0 0-16-16,0 0-12 0,-7 0-15 0,7 0-12 0,0 0-13 15,0 0 2-15,0 0-14 0,0 0-4 0,0 0 2 16,0 0-2-16,0 0 2 0,0 0 1 0,0 0 4 0,0 0 3 16,0 0-2-16,0 0-1 0,0 0-2 0,0 0-3 15,0 0-11-15,0 0-3 0,0 0-8 0,0 0-9 16,0 0-4-16,0 0-8 0,0 0-3 0,0 0-9 16,0 0-5-16,0 0-1 0,0 0-6 0,0 0 0 0,0 0-15 15,0 0 9-15,0 0 1 0,0 0-4 0,0 0-4 16,0 0 2-16,0 0-3 0,0 0-2 0,0 0-1 15,0 0 2-15,0 0-1 0,0 0 3 0,0 0 11 16,0 0 4-16,0 0 4 0,0 0-5 0,0 0 6 0,0 0-8 16,15-4-3-16,-5 4-1 0,3-3 2 0,10 0-8 15,-1 1-3 1,7-3-1-16,2 4-12 0,1-4 12 0,-4 2-1 16,-2-1-2-16,-6 3 0 0,-1-1 1 15,-5 0 0-15,-5-1-1 0,0 3-2 0,-1 0 0 0,-2-1 10 16,-6 1-11-16,10-1-4 0,-10 1-6 0,8 0-11 15,-8 0-9-15,4-3-19 0,-4 3-22 0,0 0-26 16,0 0-20-16,0 0-24 0,-19-2-25 16,19 2-27-16,-13-1-25 0,5 1-39 0,2-1-144 0,1 1-426 0,1-3 189 15</inkml:trace>
  <inkml:trace contextRef="#ctx0" brushRef="#br0" timeOffset="15468.99">12236 3208 191 0,'0'0'395'0,"1"-6"1"0,-1 6-11 16,2-3-16-16,-2 3-20 0,0 0-22 15,2-4-32-15,-2 4-36 0,0 0-25 0,0 0-33 16,0 0-22-16,0 0-37 0,0 0-28 0,0 0-17 0,0 0-1 16,3 19-17-16,-2-3-6 0,-1 0-18 0,0 10-14 15,0-1-30 1,0 1-30-16,0-1-44 0,-1 1-44 0,-1-2-62 15,0 3-62-15,-1-3-73 0,-3-6-263 0,-1-3-612 16,2-5 271-16</inkml:trace>
  <inkml:trace contextRef="#ctx0" brushRef="#br0" timeOffset="17171.03">13023 2677 36 0,'0'0'146'0,"-6"0"-13"0,6 0-2 16,0 0-2-16,0 0-4 0,0 0-3 0,0 0-7 16,0 0 2-16,0 0-5 0,0 0 0 0,0 0-13 15,0 0-9-15,0 0-8 0,0 0-9 0,0 0-5 16,15-5-13-16,-1 3-3 0,4 0-5 0,9 2-4 16,4-4-4-16,-1 3-3 0,6-2-4 0,2 2-2 0,1-3-2 15,-1 3-2-15,-1-2 0 0,-1 0-4 0,-3 1 0 16,-1 2-6-16,-4 0-1 0,-10 0 2 0,1 0-5 15,-5 0-1-15,-2 0-1 0,-3 0-7 0,-2-2-7 16,0 4-11-16,-1-2-13 0,-6 0 2 0,0 0 1 16,5 0-1-16,-5 0-10 0,0 0-9 0,0 0-16 15,-23 2-23-15,16 1-24 16,-1-3-26-16,-1 0-140 0,9 0-296 0,-18 0 132 16</inkml:trace>
  <inkml:trace contextRef="#ctx0" brushRef="#br0" timeOffset="17487.73">13571 2441 186 0,'0'0'228'0,"-1"-3"-26"15,1 3-19-15,0 0-22 0,0 0-15 0,0 0-15 16,0 0-8-16,0 0-10 0,20 9-5 0,-8-4-11 15,2 6-4 1,0-2-12-16,0 3-5 0,4 0-8 0,5 7-6 16,-9-4-6-16,4 3-2 0,0 4-7 0,0-4-4 0,-8 1-1 15,0-2-5-15,-3 1-4 0,-2-2-3 0,-1 1 1 16,-2-3-7-16,-6 3-6 0,3-5-1 16,-3 0-2-16,-2-2-4 0,-2 0 0 0,-1-2 1 15,-1 1-5-15,0 0 4 0,-3-3 1 0,1 0-3 16,-4 0-2-16,3-2-1 0,4 2-4 0,-1-4-13 0,5 2-14 0,-3-1-15 15,4-2-25-15,4-1-33 0,0 0-77 0,0 0-189 16,0 0-393-16,0 0 174 0</inkml:trace>
  <inkml:trace contextRef="#ctx0" brushRef="#br0" timeOffset="18073.3">14257 2402 49 0,'0'0'207'0,"0"0"-14"0,0 0-23 0,0 0-10 0,0 0-22 16,0 0-9-16,0 0-19 0,19 0-8 16,-19 0-10-16,16 1-8 0,-7 2-6 0,5-2-8 0,-1 1-3 0,1 3-9 15,1 1-1-15,4-5-5 0,-1 6-5 0,0 0-7 16,-2-2 1-16,0 4-5 0,-2-1-6 0,-4-1-1 16,-2 4-2-16,-2-2-1 0,2 1-5 0,-4 2-3 15,1 2-4-15,-8 2 1 0,-3 0-3 0,-2 1-2 16,-1-1 2-16,-2-1 0 0,-1-1-3 0,-2 1-1 15,-7 0 3-15,5-3-3 16,-2 0-1-16,-3 4 1 0,3-8-4 16,4 2 4-16,2-3-2 0,2-1 4 0,0-1-1 15,-2-4-3-15,6 3 2 0,2-1-1 0,-1 0 1 16,1 1 10-16,4-4 32 0,-5 2 13 0,1-1 3 16,4-1-1-16,0 0-2 0,0 0-7 0,0 0-7 15,0 0-4-15,28 0-4 0,-15 0-4 0,9-1-2 0,-3-1-8 16,8-1-3-16,1 3-1 0,0-1-3 0,1 0-1 0,0-1-3 15,0 1-2-15,-10 1 3 0,-1-2-3 0,-4 1-1 16,-2 1 12-16,-1-1 13 0,-2 1-1 16,-3 0 20-16,1-2 4 0,-7 2 15 0,9 0-10 15,-4 0 1-15,-5 0-11 0,5-1-7 0,-5 1-2 16,0 0-18-16,5-2-19 0,-5 2-26 0,0 0-21 16,0 0-24-16,0 0-32 15,-10-8-29-15,4 7-25 0,6 1-44 0,-13-5-40 0,6 3-239 16,0-1-509-16,2 0 225 0</inkml:trace>
  <inkml:trace contextRef="#ctx0" brushRef="#br0" timeOffset="18658.34">14324 2138 95 0,'-14'0'112'0,"4"2"-6"0,-2 0-17 0,-2 2-4 16,3 0-9-16,-1-1-8 0,3 3-9 0,-5 4-4 0,-1 1-4 16,1 2 6-16,1 0-3 0,-1 8 11 0,-1 1-11 15,3 3 1-15,-4 3 1 0,0 1-2 0,2 0 2 16,1 5-7-16,0-2 1 0,2 0-3 0,2 4-4 0,3-3 1 16,-2 0-7-16,3-1 14 0,5 2 0 15,-3-4 5-15,6-1-10 0,2-1-2 0,0-3 7 16,5 4-1-16,2-4 0 0,-1 0 5 0,6-3 5 0,1 1 6 0,2-4 5 15,0-1 1-15,0 2 3 0,5-2 1 16,-1-4 13-16,2 0-2 0,1-2 5 0,0 0-1 16,1-4 3-16,1-1-7 0,2-2-1 0,-1-1-6 0,-2-1 9 15,1 2 0-15,-11-6 4 0,5 0 4 0,-1-2 13 16,-7 1 16-16,7-6 2 0,-2 1 4 0,-1 0 5 16,1-4 0-1,2-3-7-15,1-3-2 0,-2-3-4 0,-4-2-14 16,4-4-12-16,-3-3-13 0,8-11-10 0,-3-3-9 0,-7-6-10 15,2 3-14-15,-7 1 0 0,-6 8-4 0,-3 5-11 16,-2-2-3-16,-1 3-8 0,-7 2-10 0,-3 0-22 16,-8 0-20-16,-10 5-25 0,-4 4-35 0,-19 1-38 15,-8 7-40-15,2 7-54 0,-7 3-57 0,1 6-104 16,0 3-259-16,8 3-701 0,18-2 311 0</inkml:trace>
  <inkml:trace contextRef="#ctx0" brushRef="#br0" timeOffset="23113.03">21373 2341 109 0,'-4'-7'127'0,"-3"3"-7"16,-3-1-11-16,-1-1-6 0,-2 1-8 0,-6 1-11 0,-3-1-9 0,-5 1-3 15,-1 3 15-15,-3-1-24 0,4 2-2 0,-3 2-6 16,-2 0 4-16,4 1-1 0,-3-1-10 15,0 5-2-15,3-1-7 0,-1 1-2 0,3 2-4 16,7-2 0-16,2 2-7 0,1-1-1 0,3 4-7 16,3-4 13-16,1 3-12 0,4-1-7 0,0 0 3 15,2 2 4-15,3 2-3 0,3-2-4 0,3 3 5 16,3-2-2-16,4 1 1 0,4-3-2 0,2 0-3 0,5-1 6 0,5-3 2 16,-2-1-3-16,1-3 2 0,2 0 4 0,-1-6 2 15,-2 1 9-15,-5-4 7 0,-1 1 19 0,-3-7 11 16,5-1-1-16,-9-2 7 0,8-7 4 0,-7-2 5 15,1 3-8-15,-4-9 1 0,0 0-3 0,-4-4-7 16,-2-15-3-16,0 15-8 0,1-14-1 0,-5 0-11 16,-2 11 5-1,0 2 4-15,0 3 10 0,2-2 11 0,-4 4-5 16,1 3-9-16,-3-1 9 0,2 10 9 0,-1-1-5 16,2 8 5-16,1-2-9 0,-4 3 0 0,4 1-12 15,0 4-4-15,-1 0-5 0,1-2-13 0,0 7 3 16,0-7-11-16,-1 4-33 0,1 3-20 0,0 0-31 15,0 0-20-15,0 0 0 0,0 0 6 0,0 0 9 16,0 18 9-16,0-7 0 0,-2 6 7 0,2 2 5 0,-1 7 5 0,1 3 3 16,0 5 3-16,-1-1 5 0,-2 2 7 0,2 16 1 15,1-2 1-15,-3 1 5 0,3-15-2 0,0 12 7 16,0-14-3 0,0-1 3-16,0 0 1 0,3-3 0 0,-2-2 1 0,2 0-1 0,-2-7 3 0,-1-3 1 15,0-1 1-15,1-4-2 0,-1 0-1 0,0-2-1 16,0-3 5-1,-1 0-3-15,1-2-6 0,0 0 8 0,0-5 0 16,1 9 5-16,1-8-4 0,-2-1 16 0,0 0 9 16,0 7 8-16,0-7 2 0,0 0 2 0,1 7-3 0,-1-7 2 15,0 0-5-15,0 0-16 0,0 0 13 16,0 0-2-16,0 0-2 0,0 0-4 0,1 3 3 16,-1-3 14-16,0 0 2 0,0 0 7 0,0 0 9 15,0 0 5-15,0 0-9 0,0 0 6 0,0 0 2 0,0 0-3 0,0 0-5 16,0 0-15-16,0 0 0 0,24-5-33 0,-3 0-24 15,9 0-37-15,6 2-51 0,1-3-67 0,3 3-75 16,-4-2-359-16,-1 2-658 0,-3-2 292 16</inkml:trace>
  <inkml:trace contextRef="#ctx0" brushRef="#br0" timeOffset="23851.92">20493 2888 18 0,'-10'0'152'0,"1"0"-5"0,3 0-8 15,1 0-15-15,5 0 2 0,-8 0-7 0,8 0-7 16,-6 0-10-16,6 0-9 0,0 0-5 0,-8 2 0 16,8-2-2-16,0 0 1 0,0 0-2 0,0 0-3 15,0 0 0-15,0 0-3 0,0 0-2 0,0 0-4 0,0 0-7 0,0 0-8 16,0 0-5-16,0 0-7 0,0 0-4 0,0 0-5 15,0 0-4-15,0 0-2 0,0 0-5 0,0 0 1 16,0 0-1-16,0 0-1 0,0 0-2 0,0 0 5 16,0 0-3-16,0 0-1 0,0 0 1 0,0 0 0 15,0 0-1-15,-5-2-1 0,5 2-3 0,0 0 3 16,0 0-4-16,0 0 0 16,0 0 2-16,0 0 2 0,0 0 4 0,0 0 1 15,0 0-6-15,0 0-1 0,0 0-7 16,34-5 4-16,-12 4 1 0,13-3-1 0,17-3-2 15,8 2 9-15,31-5 3 0,3 2 6 0,7 2 3 16,8-4 5-16,-7 1-2 0,9 1 2 0,-6 3-13 16,-3 1 6-16,-7 1-2 0,-33 1-4 0,1-1-3 0,-7 3-3 15,-5-2-3-15,-17 2 0 0,-4-3-3 0,-12 3 4 0,1-1-4 16,-7 0-6-16,-1 1 1 0,-3 0-2 0,-3 0-8 16,2 0-7-16,-7 0 8 0,6-2-9 0,-6 2-21 15,0 0-14-15,0 0-28 0,-26 0-18 0,7 3-35 16,0-1-41-16,1 0-61 0,0 0-234 0,5 3-496 15,-4-3 219-15</inkml:trace>
  <inkml:trace contextRef="#ctx0" brushRef="#br0" timeOffset="24783.54">21095 3400 103 0,'-34'-2'125'0,"-1"0"-3"0,-2 2-15 16,5 2-1-16,0 0-9 0,2 2-18 0,2 2 2 15,2 2-9-15,4-1-7 0,3 1-7 0,6 1-4 16,-1 3-19-1,5-4 12-15,4 3 2 0,-1-1-13 0,3 2-1 16,3 2-11-16,3-3 7 0,4 3 0 0,6 0 7 0,2 1 2 16,8-1-3-16,3-2 5 0,1 1-7 15,1-3 2-15,3-4-1 0,-2-1 4 0,-1-1-10 16,-5-3 9-16,0-1 11 0,-5 0 7 0,4-3 23 16,-4-1 17-16,-3-5 2 0,0-2 6 0,1-2 3 15,1-5 6-15,-5-1-1 0,-2-4-6 0,-1-2 5 0,0-2-9 0,-5-3 0 16,1-3-9-16,-1-3-5 0,-4-13-8 0,0 1-12 15,1-1 0 1,4 1-7-16,-5 0-7 0,0 1 3 0,0 12 1 0,4 3 9 0,-6 5-1 16,2 8-6-16,-2 0-5 0,2 7 1 0,0 2-6 15,0 2-5-15,0 2-12 0,4 0-36 0,-4 1-40 16,0 3-31-16,0 2 5 16,0 0 7-16,-2 17 8 0,2 1 7 0,-2 12 4 15,-1 7 7-15,0 12 5 0,-1 3 2 0,-1 2 1 16,1-2 7-16,0-1 5 0,2-2 0 0,4-3 8 15,-2-12-1-15,2 0 5 0,0-4-2 0,2 1 1 16,-1-5-1-16,-1-6 3 0,2-1 5 0,-6-3-1 16,4-5-14-16,-1 1-8 0,4-3-8 0,-3-1-15 0,0-2-7 15,-2 0-6-15,1-3-6 0,-1 1-4 0,3-1-1 0,-3-3-44 16,0 0-59-16,0 0-53 0,0 0-205 0,0 0-461 16,3-16 204-16</inkml:trace>
  <inkml:trace contextRef="#ctx0" brushRef="#br0" timeOffset="25230.21">21412 3284 168 0,'10'-7'202'0,"-1"5"-19"0,-4-1-20 16,3 2-17-16,2 1-17 0,-1 0-11 0,0 2-3 16,5 2-12-16,-5 3-9 0,5 3-9 0,-5 5-10 15,1-1-2-15,-3 4-6 0,0 5-6 0,-1 4-6 16,-5-2-2-16,-2 1-7 15,-2-1-6-15,-2 2-3 0,-4-1-12 0,0-3 13 16,1-3-8-16,0-3-1 0,-3 0-4 0,5 0-2 16,-1-7 1-16,0 0 5 0,-1 1-2 0,4-4 3 15,3-2 9-15,-3 0 19 0,0-1 22 0,3 0 32 16,1-4 33-16,-4 4 42 0,4-4 32 0,-5 3 30 16,5-3-12-16,0 0-33 0,0 0-26 0,10-22-15 15,-5 12-17-15,3-7-17 0,6 1-18 0,0-9-21 0,5 0-15 0,1-7-22 16,5-7-15-16,-6 8-15 0,2 1-11 0,-5-4 2 15,2 5-7-15,-4 3-2 0,-1 2 1 16,-7 9-3-16,2 1-1 0,-3 3 2 0,-1 4 3 16,-4 0-12-16,4 3-6 0,-3-1-34 0,3 2-45 15,-4 3 6-15,0 0 5 0,0 0 12 0,-13 21 3 0,4-5 9 16,-5 6 5 0,1 3 6-16,3 1 6 0,-4 4 3 0,5-3 7 15,1 2 3-15,7 0 5 0,1 0 0 0,7-2 11 16,4 1 2-16,6-5-5 0,8 0-4 0,2-3-24 15,19 3-43-15,4-5-57 0,1-6-64 0,0-4-99 16,0-8-250-16,-12 1-599 0,-1-2 266 0</inkml:trace>
  <inkml:trace contextRef="#ctx0" brushRef="#br0" timeOffset="27951.31">22382 2367 99 0,'3'-7'213'16,"-2"5"-13"-16,1-4-18 0,2 2-12 0,1 2-22 15,0-2-15-15,2 0-14 16,4 1-13-16,0 3-11 0,0 1-10 0,7 4-7 15,2 5-11-15,-4-2-4 0,9 9-8 0,-2 1-4 16,-1 6-2-16,-3-1-8 0,2 8-5 0,-10 0 5 16,4 3-8-16,-6 0-3 0,-4 2 4 0,-2 0-11 0,-3-2-3 0,-3 10 2 0,-4-10-6 0,0 0 3 15,-5-2-1-15,1-1-3 0,-1-5-7 0,0 3 7 16,-2-6-3-16,0 1 8 16,5-7-12-16,-1-3 2 0,1-1 1 15,1-5-3-15,0 0 12 0,5-1-3 0,-1-2 19 16,0-1 21-16,4-4 27 0,-6 5 29 0,4 0 35 15,2-5 26-15,0 0 23 0,0 0 12 16,0 0 2-16,0 0-29 0,0 0-25 0,4-24-12 0,5 10-15 16,-3-1-19-16,10-9-9 0,-1-5-25 0,3 0-15 15,10-14-12-15,0 3-15 0,0-1-11 0,-7 10-1 0,8-12-1 0,1 3-6 16,-10 9-7-16,-1 2 0 0,-3-2 5 0,-1 6 1 16,-3 1-3-16,-2 7 4 0,-1 3-1 0,-3 5 2 15,-3 1-2 1,1-1 0-16,-2 3-4 0,2 0-13 0,-2 3-27 15,0 1-33-15,-2 2-22 0,0 0 14 0,0 0 0 16,-8 18 11-16,-1-1 4 0,-4 8 3 0,-2 4 4 16,1 0 12-16,0 5 2 0,1-1-4 0,-1-1 11 15,3 0-12-15,4 1 22 0,-1-4 3 0,7 1-14 16,2-2 19-16,3-2 8 0,5-1-1 0,4-1-15 16,6-4-11-16,4-3-34 0,5-3-56 0,3-2-57 15,5-5-94-15,2-4-308 0,-1-5-624 0,4-1 277 16</inkml:trace>
  <inkml:trace contextRef="#ctx0" brushRef="#br0" timeOffset="28790.86">22772 2175 36 0,'-7'0'168'0,"7"0"-15"15,-5 1-12-15,5-1-6 0,0 0-13 0,-9 1 0 16,9-1-3-16,0 0 2 0,0 0 2 0,0 0-6 16,0 0-3-16,0 0 3 0,0 0-8 0,0 0-3 15,0 0 1-15,0 0-13 0,0 0 3 0,0 0-13 0,0 0-2 16,0 0-8-16,0 0-7 0,0 0-5 16,0 0-5-16,0 0-7 15,0 0-3-15,0 0-6 0,0 0-6 0,0 0-1 16,0 0-4-16,0 0-3 0,0 0-7 0,0 0-2 15,0 0 0-15,0 0 4 0,0 0-10 0,0 0 3 16,0 0-6-16,0 0 5 0,0 0-4 0,0 0 1 16,0 0-3-16,0 0-2 0,0 0 2 0,0 0-4 15,0 0 4-15,0 0-1 0,0 0 5 0,0 0-4 16,0 0-8-16,0 0 6 0,23-2-2 0,-9-1 2 16,3 2 2-16,2-3-1 0,9 1-1 0,0-2-3 0,4 1 1 0,0 2 0 15,-4-3-3-15,4 3 3 0,-5 1-5 16,2-4 3-16,-9 3-2 0,-6 2 3 0,0-1-2 15,-3 2 0-15,1-2 2 0,-2-1-1 0,-4 2-1 0,-1 0 1 16,-5 0 0-16,6-4 0 0,-6 4-2 0,7-1-6 16,-7 1-5-16,0 0-9 0,4-1-11 0,-4 1-6 15,0 0-11-15,0 0-14 0,0 0-21 0,0 0-17 0,-18 8-29 16,18-8-36-16,-9 1-36 0,4 1-163 0,5-2-393 16,0 0 174-16</inkml:trace>
  <inkml:trace contextRef="#ctx0" brushRef="#br0" timeOffset="29308.24">23386 2019 228 0,'0'0'263'0,"0"-2"-20"0,0 2-25 16,0 0-22-16,0 0-18 0,5-3-24 0,-5 3-18 16,0 0-13-16,0 0-19 0,0 0-10 15,0 0-7-15,0 0-15 0,4 10-2 0,0-4-14 0,-4 3-2 16,4 4-9-16,-3-1-4 0,-1 1 1 0,3 4-8 16,-2 4 3-16,-1-1-10 0,0 7 9 0,0-3-15 15,5 0 4 1,-5-4-2-16,0 1-5 0,3-2 0 0,-2-4-4 15,-1 1 1-15,-1-7-1 0,2 1-3 0,-1-3 1 16,0 0 2-16,0-3 4 0,0 1 15 0,0-5 42 16,4 5 39-16,-4-5 35 0,0 0 26 0,0 0-8 15,0 0-21-15,0 0-13 0,9-14-17 0,-3 2-12 16,3-3-10-16,1-2-3 0,2-4-6 0,-2-6-11 16,5 3-15-16,1-2-3 0,-1 4-9 0,-3 5-2 0,-2 2-13 0,-1 0 4 15,-4 7-5-15,1-3-5 0,-1 5-8 0,0 0 14 16,-1 1-19-16,0 0-12 0,-3 3-23 0,-1 2-40 15,8-3-16-15,-8 3 15 0,0 0 1 0,5 10 6 16,-1 0 2 0,1 6 12-16,-4-5 0 0,4 16 11 0,2-2-2 15,-3 0 15-15,-3-6-7 0,4 7 8 0,-5-7-5 16,4-1-8-16,-4 0 3 0,0-5-26 0,2 4-20 0,-2-5-23 16,0 0-33-16,0-2-22 0,3 1-32 15,-6-5-21-15,6 1-30 0,-3 0-247 0,1-2-522 16,-1-5 231-16</inkml:trace>
  <inkml:trace contextRef="#ctx0" brushRef="#br0" timeOffset="29726.38">24093 2191 253 0,'-4'-2'234'0,"4"2"-16"0,0 0-20 0,0 0-15 0,0 0-21 16,0 0-17-16,0 0-15 0,27 0-13 15,-9 3-10-15,9-3-12 0,3-1-8 0,6 1-9 16,-3 0-7-16,6-2-7 0,-2 2-9 0,0-1-12 16,-3 1-14-16,-6-2-10 0,-6 2-13 0,-3-1-7 0,-5 0-9 0,-5 1-10 15,-1 0-24-15,1 0-14 0,-9 0-14 0,4-3-24 16,-4 3-16-16,0 0-8 0,0 0-15 0,-30-2-8 15,16 3-105-15,-4-4-268 0,-3 2 119 0</inkml:trace>
  <inkml:trace contextRef="#ctx0" brushRef="#br0" timeOffset="30163.23">24287 2176 61 0,'-13'1'120'16,"13"-1"15"-16,0 0 10 0,0 0 15 0,-7 0-1 15,7 0 9-15,0 0-7 0,0 0-1 0,0 0-10 16,0 0-15-16,0 0-11 0,0 0-16 0,0 0-11 15,0 0-15-15,0 0-12 0,-4 3-8 0,4-3-8 16,-3 6-1-16,2 2-8 0,-1 4-5 0,-4 4-4 16,-1 9-7-16,-1 1 3 0,-1 6 5 0,0 2 0 0,-7 13-2 15,4 2 0-15,-2-3-6 0,5 4 2 0,-1 0 2 16,-1 0 4-16,3-4-8 0,3 1 3 0,1-13-4 16,1 4-2-16,3 10 3 0,3-2-5 0,-2 1-3 15,2-13 0-15,-2-1 0 0,1 1-4 0,1-1 0 16,-2-3 0-16,2-1-6 0,-2-3 4 0,-1-1-2 15,0-7 1-15,-1-1 1 0,0-4-4 0,-1-1 2 0,0-3-5 0,0 1 2 16,1-4 2-16,1 0 1 0,-1-1 16 0,0-2 8 16,1 1 15-16,0-4 13 0,-4 5 8 15,4-5-8-15,0 0-5 0,-28-12-1 0,10 6-13 0,-4-9 0 16,-5 0-5-16,0-4-23 0,-2-1 13 16,1-1 0-16,0 0-1 0,2 3 10 0,1-2 22 15,5 2 19-15,5 3-6 16,2 2-1-16,2 1-5 0,3 5 3 0,1-1 16 15,1 2-2-15,2-2-4 0,0 5-4 0,4 3-8 16,-9-7-8-16,9 7-8 0,-6-5-5 0,6 5-17 16,-3-5-15-16,3 5-15 0,0 0-21 0,0 0-32 15,0 0-29-15,-4-6-27 0,4 6-38 0,0 0-22 16,0 0-23-16,0 0-24 0,0 0-32 0,0 0-75 16,0 0-232-16,0 0-597 0,0 0 264 0</inkml:trace>
  <inkml:trace contextRef="#ctx0" brushRef="#br0" timeOffset="33347.68">24486 3033 45 0,'0'-3'199'0,"3"-2"-11"0,-3 1-7 15,1-2-5-15,-1 3-3 0,3 0-6 0,-3 3-7 16,1-7-10-16,-1 7-14 0,3-3-14 0,-3 3-19 16,0 0-8-16,0 0-11 0,1-5-11 0,-1 5-18 15,0 0-11-15,0 0 4 0,0 0-15 16,1 19-3-16,-1-7-3 0,3 3-2 0,-7 4-4 0,4 1-7 15,-4 1 6 1,3 4-1-16,-6 1-6 0,5 0 7 0,-3-3-8 16,1-2 4-16,4-4-6 0,-4 3 0 0,3-1-1 15,-3 0 3-15,2-2 0 0,0-5-3 0,2 0-2 16,-4-1 0-16,3-2 2 0,1-3 2 0,-2-2-4 16,0 3 3-16,2-3 1 0,0-1 37 0,0 0 35 0,0-3 40 15,0 0 30-15,0 7 41 0,0-7 24 16,0 0-24-16,0 0-19 0,11-16-20 0,-5 4-20 0,4-3-11 0,4-8-20 15,3 3-19-15,1-5-1 0,-2-1-10 0,4 1-10 16,-5 4-7-16,-4 5-8 0,2 1-3 0,-3 2-6 16,-3 4-4-16,-1-2-7 0,-1 6 2 0,0 0-9 15,-2 1-1-15,-1-1-18 0,2 2-32 0,0 1-35 16,-4 2-11-16,0 0 10 0,9 5-1 0,-6 0 8 16,0 4 8-1,1-1 7-15,-3 4-1 0,5 0 3 0,-4 2 6 16,0 3-4-16,0-2 3 0,2 5 4 0,-3-4 3 15,-1-2 2-15,2-1 6 0,0-1 4 0,-1-3-1 0,3 0 6 16,-3 0 3-16,-1-3 0 0,3-1-1 0,-2-2-2 16,-1 2 1-16,0-1 4 0,0-4 9 15,0 6 0-15,0-6-2 0,1 2 7 0,-1-2-8 16,3 5 4-16,-3-5 21 0,0 0-22 0,0 4 5 0,0-4 0 0,0 0 14 16,0 0-20-16,0 0 3 0,0 0 1 0,0 0-9 15,0 0-46-15,0 0-46 0,0 0-50 0,0 0-37 16,0-16-38-16,1 10-50 0,-1-4-258 0,3-1-574 15,-2 1 254-15</inkml:trace>
  <inkml:trace contextRef="#ctx0" brushRef="#br0" timeOffset="33886.33">25133 2077 36 0,'0'0'148'0,"0"0"-18"16,0 0-15-16,5 24-12 15,-1-6-3-15,1 11-8 0,0 7 4 0,4 19 2 16,0 26-8-16,-5 5 6 0,-4-1 2 15,-4 2-6-15,-1-1-8 0,-5 5-6 0,-7-4-2 0,1 3-4 0,-5-2-2 0,-4-3-4 0,0-5-8 16,6-24-2-16,-3-5-2 0,2 1-4 0,3-4 9 16,-3-6-7-16,2-12-2 0,4 0-5 0,1-4 4 15,-3-1-4-15,5-7 2 0,-3-4 4 16,5 1 0-16,3-5-3 0,-3 1-2 0,5-6-5 16,0 2 5-16,-1-1 15 0,1-3 10 0,2 1 16 15,2-4 6-15,-5 7 12 0,5-7 4 0,0 0-19 16,-5 5 18-16,5-5-5 0,0 0-8 0,0 0 1 15,0 0-15-15,-5 5-1 0,5-5-1 0,0 0-19 16,0 0-19-16,0 0-18 0,0 0-42 0,0 0-78 16,0 0-60-1,0 0-73-15,0 0-78 0,1-21-219 0,0 12-570 16,-3-1 252-16</inkml:trace>
  <inkml:trace contextRef="#ctx0" brushRef="#br0" timeOffset="34786.54">22328 1919 106 0,'0'0'130'15,"0"0"-16"-15,0 0-16 0,0 0-9 0,0 0-12 0,0 0-5 16,0 0-12-16,0 0-15 0,-11 15 7 0,1 0-12 16,-2 6-14-16,-5 7-4 0,2 5 3 0,-7 17 7 15,-15 32-7-15,7 1 11 0,3 2 1 16,1 5 3-16,-2-1 1 0,9 0 2 0,2-4 8 0,9 0 3 0,2-1-6 15,14 1 7-15,0-25-2 0,7 21-4 0,4-22 15 16,-1-3-2 0,24 20 3-16,-7-30 3 0,3 0 5 15,4-4-8-15,3-4-5 0,-3-4-3 0,-4-3-7 0,-8-8-2 0,-2-4-4 0,-4 2-2 16,-1-7-5-16,-5-3-5 0,-5-4-5 0,-2 0 1 16,-2-1 12-16,-5-3 22 15,4 2 21-15,-3-3 17 0,-5-2 12 0,9 5 16 16,-9-5-2-16,5 2 12 0,-5-2-3 0,0 0-11 15,5 3-4-15,-5-3-23 0,0 0 4 0,0 0-14 16,0 0-9-16,0 0-3 0,9 3-9 0,-9-3-14 16,0 0-30-16,0 0-9 0,0 0-63 0,0 0-46 15,0 0-35-15,17-10-35 0,-10 8-24 0,2-1-32 16,4-2-44-16,-3 0-231 0,4 1-539 0,-3 0 239 0</inkml:trace>
  <inkml:trace contextRef="#ctx0" brushRef="#br0" timeOffset="36705.82">25718 2714 114 0,'0'0'249'0,"0"0"-10"0,0 0-12 15,0 0-12-15,0 0-12 0,0 0-14 0,0 0-13 16,0 0-14-16,0 0-14 0,0 0-18 0,0 0-13 16,0 0-11-16,18-7-13 0,-7 5-22 0,10-1-19 15,-3 2-32-15,10-2-35 0,7 2-37 0,-16-2-44 0,3 3-54 0,-1-2-55 16,-4 2-128-16,-2-3-359 0,-2 6 159 0</inkml:trace>
  <inkml:trace contextRef="#ctx0" brushRef="#br0" timeOffset="36853.26">25813 2859 68 0,'0'0'162'0,"0"0"11"0,0 0-10 16,13 6-12-16,0-6-21 0,9 1-9 0,8 1-23 15,1-1-50-15,3 0-81 0,1-1-148 0,-2-1-194 16,-4 0 86-16</inkml:trace>
  <inkml:trace contextRef="#ctx0" brushRef="#br0" timeOffset="37407.85">26490 2782 66 0,'-14'-1'173'0,"14"1"-14"0,-9 0-7 0,9 0-15 15,0 0-11-15,-10 1-11 0,10-1-16 0,0 0-6 0,0 0-7 0,0 0 0 16,-10-1-6-16,10 1 0 0,0 0-3 0,0 0 0 15,0 0-1-15,0 0 0 0,0 0-6 16,0 0 0-16,0 0-6 0,0 0 2 0,0 0 1 16,0 0 2-16,0 0-2 0,-4-1-1 0,4 1 5 15,0 0-5-15,0 0-4 0,0 0-9 0,0 0 1 16,0 0-8-16,0 0-6 16,27-4-1-16,-8 4-8 0,0 0 2 0,9-2-7 15,3 0-5-15,-2 1 1 0,3 0 3 0,0 0-8 16,-4 1-3-16,-6-2 1 0,0 2-4 0,-6 0-3 0,-3 0 0 15,-3-1-3-15,-2 1 3 0,-2 0-7 0,1 1 1 16,-7-1-1-16,9-1-8 0,-9 1-11 0,6 0-13 16,-6 0 1-16,0 0-12 0,0 0-5 0,0 0-21 15,0 0-23-15,0 0-36 0,-24 3-37 0,14-3-54 16,-1 0-138-16,11 0-385 0,-14 1 171 0</inkml:trace>
  <inkml:trace contextRef="#ctx0" brushRef="#br0" timeOffset="38555.51">27143 2451 56 0,'0'0'222'0,"3"-9"-22"0,-2 7-18 0,7-1-18 15,-3-1-15-15,1 2-14 0,3-3-11 0,5 2-18 0,-1 1-8 0,1 2-11 16,3 3-11-16,4-1-9 0,-5 5-6 0,2 0-9 15,-2 6-4-15,-2-2-3 0,5 9-7 0,-10-3-5 16,2 9-4-16,-6 0-1 0,0 1-6 0,-5 0 3 16,-4 2-4-16,-1-2-3 0,-4 2-4 15,-3-1 3-15,1 0-2 0,-5-2-4 0,1 1 2 16,1-3-4-16,-4-1 3 16,2-3-4-16,-2 0 2 0,6-8-1 0,2 2 0 15,1-4-3-15,0 0 3 0,2-5 5 0,0 2-6 16,3-3 13-16,0 1 25 0,2-2 24 0,2-3 41 15,-8 2 28-15,8-2 34 0,-2 3 24 0,2-3 18 0,0 0 9 16,0 0-18-16,0 0-18 0,0 0-20 0,9-22-19 16,1 7-17-16,4-3-9 0,1-2-10 0,4-5-22 15,4-4-7-15,-1 0-16 0,8-9-10 0,0-2-20 0,-3 2-2 16,-5 9-10-16,-3 0-1 0,0 5-6 0,-2 0-3 16,-5 2 4-16,-4 7-1 0,0 4-4 0,-2 3 0 15,-1 1-8-15,-2 1-2 0,-1 1-22 0,2 1-23 16,0 0-35-16,-4 4-29 0,0 0 9 0,0 0 4 15,-4 13 13-15,-3-1 4 0,-2 6 11 16,-5 6 5-16,2-1 8 0,-1 5 0 0,3 1 6 0,1-2 3 0,3 0 7 16,-2 1 1-16,6-1 4 0,3 0-1 0,3-3 5 15,7-1-2-15,1 0 2 0,2-7-20 0,8 2-31 16,8 1-48-16,8-6-61 0,16-4-96 0,2-4-265 16,-3 3-591-16,0-12 262 0</inkml:trace>
  <inkml:trace contextRef="#ctx0" brushRef="#br0" timeOffset="39225.32">27547 2188 17 0,'0'0'168'0,"-8"0"-7"0,8 0-16 15,0 0-19-15,0 0-12 0,-6 1-9 0,6-1-7 16,0 0 0-16,0 0-7 0,-8 0-3 0,8 0-10 15,0 0-2-15,0 0-8 0,0 0 0 0,0 0 0 16,0 0-11-16,0 0 2 0,0 0-5 0,0 0 1 0,0 0-10 0,0 0-2 16,-4 2-8-16,4-2-4 0,0 0-1 0,0 0-2 15,0 0-5-15,0 0 6 0,0 0-11 0,0 0-5 16,0 0 4-16,0 0-6 0,0 0-1 0,0 0-5 16,0 0 7-16,0 0-8 0,0 0 8 15,0 0 0-15,0 0 1 0,0 0 1 0,0 0 0 0,0 0 0 16,0 0 2-1,0 0 1-15,0 0 4 0,0 0-2 0,0 0 3 16,0 0-3-16,0 0 1 0,22-7 1 0,-8 8 1 16,4-2-8-16,5-2 3 0,-1 2-2 0,8-2-3 15,-1 1 0-15,-7-1 0 0,9 1-1 0,-13 1-4 16,4-1 1-16,-9 2 0 0,1 0-1 0,-3-3-4 16,-3 3 3-16,1 0-5 0,-4 0-2 0,-5 0-12 15,0 0-4-15,15 0-14 0,-15 0-11 0,0 0-9 0,0 0-6 0,0 0-13 16,0 0-17-16,0 0-37 0,0 0-27 0,-22 7-165 15,22-7-342-15,-15 1 151 0</inkml:trace>
  <inkml:trace contextRef="#ctx0" brushRef="#br0" timeOffset="40427.28">28148 2041 156 0,'0'0'169'15,"0"0"-15"-15,0 0-13 0,0 0-13 0,0 0-15 0,0 0 0 16,0 0-23-16,0 0 4 0,0 0-16 0,0 0-14 16,0 0 1-16,0 0-10 0,0 0-4 31,0 0-5-31,0 0-9 0,0 0 2 0,0 0-14 15,0 0 6-15,0 0-6 0,0 0 1 0,0 0-3 0,0 0-1 0,2-3-9 16,-2 3 1-16,0 0-1 0,0 0-5 0,0 0 3 16,0 0-3-16,0 0-3 0,0 0 11 0,0 0-8 15,0 0 0-15,0 0 1 0,0 0-1 0,0 0 6 16,0 0 6-16,0 0 0 0,0 0-1 0,0 0-2 16,0 0 0-16,0 0-3 0,0 0-5 0,0 0 3 15,0 0-3-15,0 0-2 0,0 0-3 0,0 0 1 0,0 0-2 16,0 0 2-16,0 0-5 0,0 0 3 0,0 0 0 15,0 0-1-15,0 0 6 0,0 0 5 0,0 0 0 16,0 0 4-16,0 0 8 0,0 0-4 0,0 0-2 16,0 0 4-16,0 0-3 0,0 0 0 0,0 0-1 15,0 0-5-15,0 0 4 0,0 0-3 0,0 0 4 16,0 0-7-16,0 0 5 16,0 0 2-16,0 0-5 0,0 0 1 0,0 0 2 15,0 0-3-15,0 0 6 0,0 0-6 0,0 0 0 16,-2-4-3-16,2 4 3 0,0 0-4 0,0 0 1 0,-2-4-2 15,2 4 1-15,0 0 1 0,0 0-3 0,0 0-2 16,0 0 2-16,-1-6 3 0,1 6 7 0,0 0 6 16,0 0 4-16,0 0 5 0,1-5-2 0,-1 5 7 15,0 0-7-15,0 0 2 0,0-5-2 0,0 5 6 0,0 0 0 16,0 0 9-16,0 0 1 0,0 0 7 16,0 0-6-16,0-4 1 0,0 4-3 0,0 0-3 15,0 0-4-15,0 0-1 0,0-5 6 0,0 5-6 16,0 0-5-16,0 0 2 0,0 0-9 0,0 0-5 15,0 0-1-15,0-3-5 0,0 3-5 0,0 0-6 16,0 0-18-16,0 0-10 16,0 0 1-16,0 0 3 0,0 12 0 0,0-5 3 15,0 3 0-15,0 2 7 0,-1 0-2 0,1 5 3 16,-3 0-5-16,0 3 6 0,1 6 0 0,-2 3 13 16,3-9-8-16,-3 6 3 0,2-6-1 0,-1 3-2 15,2-3 2-15,-1-5 2 0,2 4-3 0,-2-7 0 16,2 0 5-16,-2-4-3 0,2 1 1 0,0-2 1 15,-2-2 1-15,2-1 2 0,0 0-4 16,-2 0 8-16,2-4-5 0,0 5 21 0,0-5-1 0,0 0 44 16,0 0 12-16,0 0 13 0,0 8 25 0,0-8 11 15,0 0-11-15,0 0-18 0,0 0-3 0,8-20-17 16,-5 11-11-16,6-6-6 0,-4-2-9 0,8-6-27 16,-1-2 2-16,0 3 1 0,1-2-1 0,1 0-12 15,-1 2 2-15,-3 7-4 0,2-3-1 0,-3 2 0 0,2 1-3 0,-2 1-5 0,-5 6 0 16,2-1 8-16,1 2-7 0,-4 2-3 15,0 1-7-15,1 0 5 16,-1 0-4-16,-1 2 1 0,2-1-15 0,-4 3-32 16,7 0-19-16,-7 0 37 0,8 5-27 0,-1 4 26 15,-2-1-1-15,-1 2 4 0,2 7 5 0,-2 0 1 16,2 3 1-16,-1 4 5 0,0 0 6 0,-1-4-5 16,-2 0 4-16,0-1 2 0,-1-2 1 0,4 1-4 15,-3-5 6-15,0-1 2 0,-2-3-3 0,4-1 2 16,-4-3 5-16,0 2-5 0,1-3 2 0,-1 1 7 0,0-1 2 15,0 0-3-15,0-4 13 0,0 0 12 16,0 0 5-16,0 6 12 0,3-3 0 0,-3-3 3 16,0 0-4-16,0 0-6 0,0 0-2 0,0 0-10 15,0 0-9-15,0 0-12 0,0 0-8 0,5-13-26 0,-1 9-18 0,-3-1-37 16,-1 1-23-16,5 0-43 0,-5 0-41 0,4-1-53 16,1-2-58-16,-1 4-283 0,1-4-634 0,4 0 281 15</inkml:trace>
  <inkml:trace contextRef="#ctx0" brushRef="#br0" timeOffset="40881.4">28967 2056 32 0,'0'0'163'15,"0"0"-7"-15,0 0-3 0,0 0-4 0,0 0-6 0,0 0 2 0,0 0-8 16,0 0-8-16,0 0 0 0,0 0-10 0,0 0-6 15,0 0-1-15,0 0-16 0,0 0-9 0,0 0-9 16,15-4-13-16,-5 4-3 0,4-1-9 0,4 1-4 16,3 0-7-16,9 0-2 0,2-3-3 0,0 3-4 15,5 3 1-15,2-6-13 0,14 3-24 0,-17 0-2 16,-3 3 2 0,0-3-6-16,-6 0 10 0,-9 0-3 0,-4 0 2 0,-2 1-2 15,-3-2-4-15,-2 1-7 0,0 0-13 0,-1 1-11 16,-6-1-3-16,0 0-11 0,0 0-18 0,0 0-2 15,0 0-22-15,-34 0-11 0,16 0-7 0,-1 1-5 16,1 1-7-16,-3-1 7 0,2 3-7 0,-1-4 5 16,-1 3-72-16,3-2-206 0,4 0 92 0</inkml:trace>
  <inkml:trace contextRef="#ctx0" brushRef="#br0" timeOffset="41260.56">29174 2081 22 0,'0'0'84'0,"0"0"24"15,0 0 17-15,0 0 16 0,0 0 8 0,0 0 4 16,0 0 3-16,0 0-6 0,0 0-5 0,-8 0-10 15,8 0-6-15,0 0-14 0,0 0-10 0,0 0-12 16,0 0-15 0,0 0-8-16,0 0-15 0,0 0-4 0,0 5-5 15,0 0-5-15,-3 2-7 0,3 1-1 0,-2 6-10 16,-3 4 2-16,2 8-2 0,1 6-1 0,-3 2 8 16,-2 12-5-16,1 7 5 0,2-5 1 0,-2 7 0 15,4-6-6-15,1 4 2 0,0-2-5 0,2-2 1 0,-2-15-2 16,3 12-1-16,1-10-1 0,-2-2-3 0,3 2 1 15,-8-4 1-15,7 3-5 0,-3-5 3 0,1-1 0 0,-6-2-2 16,2-2 1-16,2-8-2 0,-3-6-5 0,2 1-3 16,0-1 3-16,-3-5 5 0,1 1 4 0,-1-2 19 15,-2-2 9-15,-4-3-2 0,-4-3 10 16,5-2-9-16,-6-2 0 0,-3-4-1 0,2-1 8 16,-5-4 9-16,-1-2-7 0,2 1-5 0,6 3-3 0,0 1-3 15,-1 0-5 1,2 1-3-16,0 2 1 0,5 0-10 0,-1 6 2 15,2-2-1-15,3 2-5 0,1-1-7 0,-1 3-1 16,5 2-21-16,-3-4-32 0,3 4-39 0,0 0-14 16,0 0-6-16,0 0-21 0,0 0-24 0,0 0-34 15,-15 11-15-15,15-4-71 0,0-7-141 0,0 7-437 16,0-7 193-16</inkml:trace>
  <inkml:trace contextRef="#ctx0" brushRef="#br0" timeOffset="42315.11">29291 2852 19 0,'0'-5'276'0,"0"5"-15"0,3-3-19 0,-3 3-21 15,0 0-21-15,0 0-15 0,0 0-23 16,0 0-19-16,0 0-17 16,0 0-13-16,0 0-15 0,0 0-15 0,0 0-16 15,0 0-7-15,0 0-8 0,0 0-6 0,5 15-4 16,-4-10-4-16,-1 5-3 0,0 0-3 0,0 3-4 16,0-1-1-16,-4 8 0 0,2 0-6 0,-1 4 0 15,2 0 0-15,-2-3-4 0,1-1 0 0,-1-1 0 16,2-1 0-16,-3 0-9 0,3-2 4 0,-3-4-2 15,3-2-2-15,-2 1 1 0,3-5-2 0,-1 1 1 0,-2-3 3 0,3 1 15 16,0 0 34-16,0-5 53 0,0 6 46 16,0-6 31-16,0 0 28 0,0 0 18 0,0 0 5 0,0 0-29 15,0 0-27-15,8-16-13 0,-3 6-18 0,5-2-18 16,-1-3-12-16,2-2-13 0,0 1-14 0,3-6-11 16,-3 5-7-16,1 5-11 0,-2-3-9 0,-2 7-4 15,0-1-6 1,-3 1-6-16,0 4-8 0,-2 2-15 0,0-1-21 15,-3 3-32-15,7-5-40 0,-7 5-10 0,0 0 8 16,12 8 7-16,-8-3 11 0,0 4 9 0,1 0 0 16,-2 3 13-16,4 4 0 0,-5-1-5 0,2 3-11 15,-2-6-20-15,-2 4-12 0,3-4-17 0,1-1-21 16,-2 1-27-16,-2 0-21 0,0-3-28 0,5 1-24 16,-4 0-32-16,1-5-62 0,0 1-250 0,2-4-613 0,-4-2 271 0</inkml:trace>
  <inkml:trace contextRef="#ctx0" brushRef="#br0" timeOffset="42762.82">29772 3127 120 0,'0'0'221'16,"0"0"-8"-16,0 0-9 0,0 0-15 0,0 0-17 16,0 0-9-16,0 0-17 0,0 0-13 0,0 0-11 0,0 0-1 15,0 0-1-15,0 0-9 0,0 0-3 0,0 0-5 16,0 0-4-16,0 0 3 0,0 0-2 0,0 0-3 16,0 0-4-16,0 0-5 0,0 0-6 0,0 0-8 15,0 0 0-15,0 0-11 0,0 0-5 0,0 0-4 16,0 0-9-16,0 0-3 0,0 0-10 0,0 0 1 15,0 0-4-15,0 0-4 0,0 0 0 0,0 0-2 0,0 0-2 0,0 0-3 16,0 0-5-16,0 0 4 0,-7-2-6 0,7 2 6 16,0 0 1-16,0 0-10 0,0 0 20 0,0 0 1 15,0 0 11-15,0 0 1 0,0 0-7 16,0 0 1-16,0 0-11 0,31-7 11 0,-18 5-17 16,6 0 0-16,1-2-2 0,11 2 1 0,-2-3-3 0,6-2-3 15,1 5 0 1,1 0-2-16,-1-2-1 0,-1 3-2 0,-4-2 0 15,-8-1-2-15,-4 3-6 0,-2-1-2 0,-7 0-15 16,3 3-18-16,-8-1-26 0,1-2-29 0,-6 2-30 16,0 0-65-16,0 0-43 0,0 0-44 0,-18-7-224 15,-2 3-538-15,-2 3 239 0</inkml:trace>
  <inkml:trace contextRef="#ctx0" brushRef="#br0" timeOffset="43001.14">29917 3013 270 0,'0'-7'359'0,"0"7"-12"16,0-7-12-16,0 7-16 0,0 0-20 15,0-7-48-15,0 7-17 16,0 0-3-16,0 0-30 0,0 0-46 0,0 0 2 16,0 0-15-16,0-4-26 0,0 4-36 0,0 0-31 15,0 0 14-15,0 0-5 0,-5 24-29 0,5-11 20 16,-4 2-9-16,3 3-1 0,1 8-5 0,0-6 3 15,0 6-6-15,1-1-40 0,2 0 6 0,-2-5-25 16,6 6-25-16,-1-8-29 0,0 8-35 0,1-8-43 16,-2-2-69-16,1-4-312 0,2-2-586 0,0-2 260 0</inkml:trace>
  <inkml:trace contextRef="#ctx0" brushRef="#br0" timeOffset="43301.51">30429 2938 340 0,'0'-4'406'16,"1"0"-1"-16,-1 0-16 0,0 4-29 0,1-5-28 15,-1 5-38-15,2-4-28 0,-2 4-28 0,2-3-30 16,-2 3-34-16,0 0-44 0,0 0-36 0,0 0 9 0,4 13-14 16,-6 4-4-16,2 9-14 0,0 3-14 15,-1 3-4-15,0 1-11 0,-4 3-6 0,4-1-23 16,-2 11-24-16,0-13-31 0,2 1-43 0,-1-1-60 16,-4 0-70-16,5-2-84 0,-4-4-266 0,-4-8-612 0,7-10 271 0</inkml:trace>
  <inkml:trace contextRef="#ctx0" brushRef="#br0" timeOffset="46893.08">30890 2484 53 0,'0'0'189'0,"0"0"-10"15,-8 0-4-15,8 0-14 0,0 0-9 0,0 0-13 16,0 0-11-16,0 0-12 0,0 0-13 0,0 0-13 0,0 0-10 15,0 0-6-15,0 0-7 16,0 0-5-16,0 0-12 0,0 0-4 0,0 0-2 16,0 0-10-16,0 0 3 0,0 0-6 0,0 0 8 15,0 0-1-15,0 0-3 0,0 0-4 0,0 0-2 16,0 0 2-16,0 0-7 0,33 0-3 0,-10 0-4 16,9 3 1-16,5-2-6 0,4 2 5 0,14-7-8 15,0 5 0-15,-17 0-1 0,-2-1 1 0,-4 0 0 16,4 2-1-16,-8-4-1 0,-6 2-4 0,-2 2 2 15,-8-4-4-15,-3 2 10 0,-2 0-5 0,2 0-3 16,-4 0 3-16,3-1-14 0,-8 1-3 0,5 0-14 16,-5 0-13-16,0 0-24 0,0 0-28 0,0 0-23 15,-17-7-22-15,6 7-26 0,-2-1-135 0,-1-2-320 0,3 0 142 16</inkml:trace>
  <inkml:trace contextRef="#ctx0" brushRef="#br0" timeOffset="47225.1">31444 2290 98 0,'0'0'241'0,"0"0"-26"15,0 0-23-15,0 0-26 0,0 0-17 0,0 0-16 16,0 0-9-16,13 8-16 0,-3-1-12 0,2 5-7 0,1 0-11 15,3 2-8 1,3 6-5-16,-1-2-9 0,1 2 1 0,-6-5-12 16,3 7-6-16,-6-7-4 0,-2 2 1 0,0-3-4 15,0 3-6-15,-5-3-6 0,-1 2-1 0,-4-3-2 16,0-2 1-16,-3 3-7 0,-4-2 4 0,2-2-2 16,-4 4-1-16,-4-3 0 0,0-2-2 0,-2 0 6 15,2-4-4-15,0 2-3 0,-2 1-19 0,4-3-15 16,3-1-20-16,1 0-26 0,-4 1-30 0,9-2-29 0,-1-3-37 0,0 2-131 15,5-2-323-15,0 0 144 0</inkml:trace>
  <inkml:trace contextRef="#ctx0" brushRef="#br0" timeOffset="47726.37">32109 2276 123 0,'13'3'121'0,"6"-2"-12"0,-1 6-18 16,-2-3-5-16,3 5-11 0,-3 0-3 0,-1-1-15 16,-5 0-3-16,-1 1-12 15,1 0 3-15,-2 0 2 0,-3-1-10 16,-5 2-11-16,0 1 7 0,-2 0-12 0,-5 0 7 16,-3 2 5-16,-3-1-12 0,-1-2 8 0,-4 1-5 0,-1-2 2 15,3 2-7-15,-2-3 6 0,2-1-4 0,6 0-7 16,0-2 1-16,2 0 1 0,-1-1-12 0,4 0 5 15,1 0-8-15,1-2 7 0,1 3 6 16,2 1-4-16,2-1 3 0,1 1-3 0,5 3-4 0,6 1 15 0,-4-1-12 16,8 2-4-16,-2 1-6 0,0 0 8 0,1-5-1 15,1 5 0-15,-4-1-3 0,2 0 2 0,-7-4-4 16,3 4-7-16,-5-3 10 0,1 0-9 16,-5-1 3-16,1 0-2 0,-2-2 8 0,-2 2 2 0,0-2 3 15,-6 2-4-15,-1-2 8 0,-4-2 7 0,-6 1-10 16,-1 2 6-16,-5-2-9 0,4-4-8 0,-9 2-19 0,8-4-39 15,-1-1-56-15,-7-2-107 0,10-1-240 0,5 5 107 16</inkml:trace>
  <inkml:trace contextRef="#ctx0" brushRef="#br0" timeOffset="48141.71">32131 2058 2 0,'-12'-1'149'0,"-1"1"-17"16,2 3-16-16,-6 2-17 0,-1 4-12 0,2 4-2 15,-9 7-5-15,0 8-11 0,-6 16 1 0,-2 1-4 16,2 4 7-16,4 4-1 0,-2 1-10 15,2 1 0-15,7-4-6 0,6-2 9 0,5-3 3 16,2-10 0-16,6 1 5 0,5-2 0 0,5-3 7 16,2 4 9-16,16 5 10 15,3-2 19-15,8-5-2 0,7-5 7 0,3-3 2 16,7-1 5-16,1-6 5 0,7-9 2 0,-2-2 9 16,1-7-5-16,-5-1 1 0,1-9 4 0,-5 0-4 15,-5-6 2-15,-14 1 0 0,2-4-15 0,3-12-6 16,-3-2-12-16,-13 2-18 0,3-11-11 0,-11-8-20 15,-8-6-12-15,-4-2-16 0,-8-2-10 0,-8 1-13 16,-2 2-3-16,-9 5-10 0,-6 4-15 0,-9 5-31 0,-7 5-32 16,-31-11-29-16,-12 17-32 0,-10 7-42 0,-9 16-56 15,-5-2-77-15,1 9-247 0,10 7-610 0,39-3 271 16</inkml:trace>
  <inkml:trace contextRef="#ctx0" brushRef="#br0" timeOffset="67432.27">1299 7074 50 0,'0'0'147'0,"0"0"-13"0,0 0-17 16,0 0 6-16,0 0-6 16,0 0-6-16,0 0-7 0,0 0-3 0,0 0-8 15,0 0-2-15,0 0-8 0,0 0 2 0,0 0-14 16,0 0-1-16,0 0-5 0,0 0-11 0,0 0-2 16,0 0-7-16,0 0 2 0,0 0 6 0,0 0-5 15,0 0 0-15,0 0-3 0,0 0-3 16,0 0-8-16,0 0-2 0,0 0-5 0,22 0 8 0,-9-2-9 15,3 2 0-15,3-1-6 0,9-2 2 0,-6 1-3 0,0 1-1 16,-3-2-2-16,0 0-1 0,-2 1-4 0,-2 2 0 16,-2 0-2-16,-3 0-1 15,-1-1 1-15,-1 1-3 0,-4-2 0 0,-4 2 0 16,10 0-4-16,-10 0-13 0,5 2-14 0,-5-2-24 0,0 0-18 16,8-2-30-16,-8 2-32 0,0 0 5 0,2 3 12 0,-2-3-14 15,-4 8-143-15,4-8-292 16,-10 4 129-16</inkml:trace>
  <inkml:trace contextRef="#ctx0" brushRef="#br0" timeOffset="67895.45">1294 7218 112 0,'0'0'145'15,"0"0"-14"-15,0 0-4 0,0 0-2 0,18 1-5 16,-3-3-8-16,6 0-5 0,9-3-6 0,0 1-13 16,3 1-7-16,0-1-7 0,-6 0-7 0,2-1-7 15,-3 3-6-15,-4-1-2 0,-5 2-7 0,-4 1-8 16,-2-2-3-16,-3 1-1 0,1 1-1 0,-1-2-7 0,-4 2 1 15,-4 0 0-15,10-1 2 0,-6 0-1 0,-4 1-2 0,0 0-6 16,0 0-5-16,0 0-4 0,0 0-5 0,0 0-7 16,0 0-15-16,-24 4-11 0,17-3-26 0,-3 1-25 15,4-2-24-15,-2 0-28 0,0 0-124 0,8 0-276 16,-16 0 122-16</inkml:trace>
  <inkml:trace contextRef="#ctx0" brushRef="#br0" timeOffset="68449.75">1602 6860 331 0,'0'0'308'0,"-1"-5"-27"0,1 5-16 15,0 0-37-15,0 0-23 0,0 0-22 0,1-6-22 16,-1 6-17-16,0 0-19 0,0 0-14 0,0 0-29 16,0 0-26-16,0 0-3 0,0 0-8 0,0 0-2 15,14 17-3-15,-4-10-3 0,-1 4-6 0,1-5-3 0,6 6-1 0,-1 0-4 16,0-4-6-16,2 2-12 0,1-1-10 16,-4 0-5-16,4 1-3 0,-4-3-8 0,4 0-4 15,-3-2 1-15,-2 0-10 0,-3-1 4 0,3-1 2 16,-6 0 5-16,0-1 3 0,1-2-3 0,-1 4 9 15,-3-4 22-15,0 2 18 0,-4-2 12 0,5 1 6 16,-5-1 9-16,0 0-1 16,0 0 4-16,9 0-8 0,-9 0-7 0,1 2-12 15,-1-2-7-15,0 0-16 0,0 5-12 0,0-5 0 16,-6 14 0-16,-3 0 4 0,-6 9-1 0,-2 2 0 16,-3 6-5-16,2 1 3 0,-8 8-2 0,2 3 4 15,6-12-3-15,4 2 1 0,-4-1 4 0,1 0-1 16,3-3 0-16,1-1 0 0,2-1 1 0,2-4 0 15,-1 0-1-15,3-6 4 0,1-4-4 0,2-5-2 0,2 3 6 0,-1-5 1 16,1 2 5-16,0-4 5 0,1 0 6 0,-2 0 8 16,3-4 8-16,-1 7 9 0,1-7 14 0,0 0 4 15,-2 6 8-15,2-6 3 0,0 0-2 16,0 0-5-16,-2 4-10 0,2-4-7 0,0 0 3 16,0 0-12-16,0 0-12 0,0 0-27 0,0 0-31 15,0 0-44-15,0 0-52 16,0 0-60-16,0 0-72 0,0 0-244 0,0 0-543 15,0 0 239-15</inkml:trace>
  <inkml:trace contextRef="#ctx0" brushRef="#br0" timeOffset="70254.07">2753 6723 124 0,'0'0'232'0,"1"-7"-12"0,-1 2-19 15,0 2-12-15,3-2-21 0,-2 1-17 0,3-1-12 16,1 2-18-16,0-2-10 0,7 1-14 0,-3 0-10 15,1 0-12-15,3 0-3 0,-3 4-11 0,7 0-9 0,-7 0-5 16,5 2-9-16,-2 4-4 0,2 0-4 0,-3 3-2 16,1 4-8-16,-1 2-2 0,1 4-3 0,-2 6-3 15,-1 3 2-15,-4-1-3 0,-3 2-2 0,-1 4 3 0,-4-3 1 16,-4 3-5-16,0 0-1 0,-4-2-1 16,1 0 0-16,-3-1-1 0,-2-1 0 0,3-1 0 15,-2-2-1-15,0-5 1 16,4-2 0-16,-2-2 4 0,2-3-6 0,5-2 0 15,-2-3-4-15,2-1 2 0,-1-1 2 0,1-2-3 16,4 0 5-16,-4-1 2 0,4-1 4 0,0-3 26 16,-5 5 23-16,5-4 22 0,0-1 25 0,0 0 31 15,-4 4 22-15,4-4 24 0,0 0 22 0,0 0-18 0,0 0-19 0,8-15-23 16,0 0-11-16,2-2-14 0,0-5-18 0,3-6-13 16,2 1-16-16,0-7-19 0,10-7-16 0,-4-4 0 15,2 1-12-15,-1 1 3 0,-4 11-2 0,0 0-6 16,-4 1-5-16,1 6 3 0,-3 0 3 0,-5 7 1 15,0 2 3-15,3 1 6 0,-5 5 4 0,-2 1-6 16,-1 1 2-16,2 4-4 0,-1-2-10 0,-1 2-4 16,0 1-10-16,-2 3-24 0,1-3-33 0,-1 3-40 15,0 0-7-15,0 0 10 16,0 0 6-16,-4 20 7 0,-1-1 8 16,-2 6 5-16,0 8 3 0,-2 1 12 0,2 2 4 15,-3 9 6-15,5-11 0 0,1 0 6 0,-2-4 0 0,6-1 10 16,0-1-1-16,9-2 2 0,-5-6 3 0,5 4 6 15,0-10 1-15,7 7 6 0,7-6 14 0,4-2-7 16,6-6 1-16,17 2 0 0,5-7-31 0,4-3-59 16,-3-4-77-16,4-3-133 0,-3-5-278 0,-5-3-622 0,-15 5 275 0</inkml:trace>
  <inkml:trace contextRef="#ctx0" brushRef="#br0" timeOffset="71318.57">3350 6299 205 0,'-1'-4'231'0,"1"4"-3"0,0-8 7 16,1 4-16-16,-1 1-3 0,0 3-7 0,1-5-13 15,-1 5-11-15,0-4-15 0,0 4-15 0,0 0-14 16,2-5-19-16,-2 5-11 0,0 0-15 0,0 0-19 16,0 0-19-16,0 0-19 0,0 0-6 0,0 0-3 15,0 0-7-15,3 17-1 0,0-7-2 0,-2 1-6 16,0 2 1-16,1 6-4 0,-2 0 3 0,2 0-1 0,0 2-3 0,0 2-1 15,-1-3-1-15,1-2 1 0,-1-3-2 0,0 2-2 16,-1 2 0-16,2-6 1 0,-2-1-1 0,2-3-1 16,-2 0 2-16,0-3-2 0,0-1 2 15,0-1 0-15,0 2 3 0,0-3 25 0,0 1 39 0,0 0 46 16,0-4 30-16,0 0 30 0,0 0 19 0,0 0 20 16,0 0 13-16,0 0-12 0,0 0-21 0,5-10-22 0,0 1-20 15,-1-3-26-15,3-2-9 0,0-3-14 0,1-3-16 16,2 3-14-16,-2 0-6 0,1 0-8 0,-2 0-7 0,0 5-2 15,-2 2-7-15,0-1-3 0,-1 6-6 16,-3-2-7-16,2 2-3 0,-2 0-10 0,3 0-16 16,-3 3-26-16,2-1-38 0,-3 3-34 0,0 0 9 15,0 0 4-15,11 9 10 16,-4-1 7-16,0 3-4 0,-2 0 13 0,3 5-2 16,-2 2 2-16,1-1-10 0,0 0 21 0,0 2-5 15,-2-1 9-15,1 0 5 0,-2-2 0 0,0 0 5 16,1-4 5-16,-2 0-4 0,-1-2 5 0,-1-3 8 15,1 1 1-15,0-2-4 0,-2-1-7 0,2 0 19 16,-1-2 0-16,1 0 8 0,-2 1 4 0,0-4 4 16,2 4 11-16,-2-4 22 0,1 3 5 0,-1-3 4 0,0 0 0 0,0 0-6 15,1 3-2-15,-1-3-7 0,0 0 3 0,0 0-8 16,0 0-2-16,0 0-10 0,0 0-26 0,0 0-27 16,0 0-41-16,0 0-70 0,2 4-60 0,-2-4-72 15,0 0-93-15,0 0-327 0,2 3-758 0,-2-3 335 16</inkml:trace>
  <inkml:trace contextRef="#ctx0" brushRef="#br0" timeOffset="72489.61">4135 6469 124 0,'0'0'132'0,"-8"1"-4"0,8-1 0 0,0 0-7 16,0 0-3-16,0 0-12 0,0 0 1 0,0 0-10 16,0 0-12-16,0 0-4 0,0 0-4 0,0 0-2 15,0 0-10 1,0 0-9-16,0 0-7 0,0 0 1 0,0 0-3 15,0 0-4-15,0 0-4 0,0 0-5 0,0 0-1 16,0 0 5-16,23-4-1 0,-5 3 3 0,2 0-1 0,10-3 12 16,2 3-4-16,3-2 3 0,5-3-10 0,14 1-4 15,-3 0-7-15,-13 1 0 0,-2 1 0 0,2 0-6 16,-6 1-1-16,-3 1-2 0,-9-5-2 0,-2 6 1 16,-4-1-2-16,-2-1-6 0,-1 2-15 0,-5-2-20 15,-1 2-13-15,-5 0-15 0,9 2 8 0,-9-2-3 16,0 0-5-16,0 0-12 0,-24 10-22 0,11-7-8 0,-5-1-16 15,-1 3-11-15,0-1-25 0,0-1-106 0,-3 0-272 16,4-1 120-16</inkml:trace>
  <inkml:trace contextRef="#ctx0" brushRef="#br0" timeOffset="72921.86">4395 6477 78 0,'0'0'237'0,"0"0"-4"0,0 0-11 0,0 0-10 15,0 0-12-15,0 0-15 0,0 0-12 0,0 0-10 16,0 0-15-16,-2-3-14 0,2 3-11 0,0 0-14 16,0 0-15-16,0 0-12 0,0 0-10 0,0 0-13 15,0 0-6-15,-2 12-8 0,1-5-4 0,1 3-2 16,-3 7-7-16,1 2-4 0,1 9-3 0,-3 2 0 0,1 1-5 0,2 6-3 16,-4 8 1-16,4 7 0 0,1-1 5 0,-2-4-7 15,2 4 0-15,2 0-3 0,-1-2 0 0,-1-3 0 16,4 0-2-16,-2-11 3 0,0 0-5 0,0-1-1 15,0-3-1-15,-2-2 3 0,1-1-6 0,2-5 0 16,-3-5 1-16,0-1 4 0,-2-2-8 0,1-6 4 16,0 3 3-16,-1-5 2 0,1 3 6 0,-2-4 6 0,1-1 11 0,1 1 6 15,-2-2 16-15,-1-2 10 0,-1 2 11 0,0-2 17 16,-8-2-7-16,4 0-1 0,-5-3-3 0,4 0 9 16,-8-1-2-16,0-1-10 0,4 0-7 0,-4-4-7 15,2 2-11-15,0-2 3 0,-2 1-3 0,0-3-6 16,3 6-8-16,5-4-10 0,-2 4-2 0,2-2-11 15,1 2 6 1,-1 0-2-16,1 1-2 0,1 1 0 0,3 0-17 0,-1 0 14 16,2 1-1-16,0 0-2 0,4 2-26 15,-7-3-46-15,5 1-45 0,2 2-45 0,0 0-58 16,0 0-17-16,0 0 2 0,0 0-21 0,0 0-77 16,8 10-189-16,-2-9-549 0,7 0 244 0</inkml:trace>
  <inkml:trace contextRef="#ctx0" brushRef="#br0" timeOffset="73702.73">4601 7332 256 0,'0'0'305'0,"0"-7"-8"16,0 7-7-1,0 0 0-15,1-4-31 0,-1 4-17 0,0 0-19 0,1-3-25 0,-1 3-24 16,0 0-18-16,0 0-17 0,0 0-18 16,0 0-16-16,0 0-12 0,0 0-12 0,0 0-28 0,0 0-7 15,6 10-6-15,-6-7-7 0,2 4 3 0,-1 1-7 0,2 3-8 16,-2 2-4-16,1 3-2 15,-1 0-1-15,1 2-2 0,-3-2-1 0,0 0-4 0,1-1 4 16,0 2-4-16,0-5 4 0,0-1-4 16,-1 2 2-16,1-6-5 0,0 5 0 0,-2-8 1 15,5 2-1-15,-3-2 7 0,-1 0-4 0,1-1 0 16,0-3 29-16,0 5 38 0,0-5 43 0,0 0 29 16,0 5 32-16,0-5 30 0,0 0 20 0,0 0 0 15,0 0-25-15,3-12-20 0,1 6-20 0,3-6-17 16,-2-1-15-16,4-3-18 0,0 1-18 0,1-2-12 15,-2 2-12-15,1 0-7 0,-2 5-9 0,2 0-4 0,-4 3-6 0,-1 0-7 16,0 3-17-16,1-1-21 0,-4 2-34 0,3 2-47 16,-4 1-13-16,0 0 0 0,0 0 5 0,14 5 6 15,-9 1-14-15,2 3-4 0,-1 1 13 0,-1 0 7 16,3 2 8-16,-3 2 7 0,0 2 0 0,4 0 13 16,-4 2 4-16,-1-3 0 0,1-4 2 0,-2 3 5 15,2-2 1-15,0-3 12 0,-4-2 8 0,-1-1-7 0,4 1 7 0,-3-2 2 16,0-1 6-16,-1-1-1 0,0-3 20 0,2 6-10 15,-2-6 5-15,1 3-3 0,-1 0 12 16,0-3 12-16,0 0 9 0,1 5 3 0,-1-5 4 0,0 0-6 16,0 0-6-16,0 0 0 0,3 1-6 0,-3-1-2 15,0 0-14-15,0 0-20 0,0 0-16 0,0 0-63 16,0 0-109 0,0 0-110-16,-4-15-112 0,4 5-246 0,-1 2-727 15,1-3 321-15</inkml:trace>
  <inkml:trace contextRef="#ctx0" brushRef="#br0" timeOffset="74535.92">4910 5951 292 0,'0'0'310'0,"0"0"-5"0,0-5-24 0,0 5-19 15,0 0-18-15,0 0-22 0,4 0-26 0,-4 0-21 16,0 0-24-16,0 0-16 16,0 0-21-16,0 0-29 0,0 0-16 0,0 0-8 15,-8 10-6-15,6-2-4 0,-6 8-8 0,2-1-4 16,-3 4-3-16,-3 5-4 0,1-2-3 0,1 2-4 16,-1 2 1-16,6-8-1 0,-1 1 1 0,-1-4-15 15,4-3 6-15,-1 0-6 0,-1-5 3 0,1 3-6 16,3-4 0-16,-2 1-1 0,3-3 8 0,0 0-4 15,-1-1 20-15,1-3 11 0,-4 5 10 0,4-5 12 0,0 4 12 0,0-4 4 16,-1 3-3-16,1-3 11 0,-3 4-21 0,3-4-13 16,0 0-4-16,0 0-26 0,0 0-35 0,0 0-40 15,0 0-58-15,0 0-70 0,0 0-92 0,-1 3-31 16,-1 2-228-16,1 2-572 0,1-4 254 0</inkml:trace>
  <inkml:trace contextRef="#ctx0" brushRef="#br0" timeOffset="76108.28">5618 6915 30 0,'0'0'181'0,"-5"-3"-6"0,5 3-1 16,0 0-19-16,0 0-9 0,0 0-13 0,-4 4-10 0,4-4-7 0,0 0-3 15,0 0-1-15,0 0-10 0,0 0-2 0,0 0-7 16,0 0-8-16,0 0-1 0,0 0-5 0,0 0-6 15,0 0-5-15,0 0-6 0,0 0-8 0,0 0-11 16,0 0 4-16,0 0-6 0,-4 3-6 0,4-3-4 16,0 0 3-16,0 0-9 0,0 0-2 0,0 0-3 15,0 0-2-15,0 0-2 16,0 0 0-16,0 0-2 0,0 0-2 0,0 0-2 16,0 0 6-16,0 0-3 0,0 0 0 0,17-4-4 15,-17 4 2-15,8 0-2 0,-8 0-3 0,0 0-1 16,0 0 1-16,6 1-1 0,-6-1-3 0,0 0 2 0,0 0 2 15,8 0-5-15,-8 0 3 0,0 0-3 0,0 0 1 16,0 0 4-16,0 0-2 0,0 0-3 0,0 0 0 16,0 0 1-16,0 0 1 0,0 0-6 0,0 0 3 0,0 0 3 15,0 0-1-15,0 0-2 0,0 0 1 16,0 0-1-16,0 0 2 0,0 0 0 0,0 0-1 0,0 0 0 16,0 0 4-16,0 0-3 0,0 0 5 0,0 0-4 15,0 0 2-15,0 0 1 0,0 0-3 0,0 0 1 16,0 0 2-16,0 0-4 0,0 0 3 0,0 0-2 15,0 0-1-15,0 0 1 0,0 0 0 0,0 0 0 0,0 0-1 0,0 0 2 16,0 0-3-16,0 0 5 0,6 1-3 16,2-1 5-16,1-1 4 0,1-1 5 0,10-2-4 15,1 1 3-15,6-1 0 0,0 2-1 0,3-4 2 16,2 1 3-16,0 2 1 0,4 0-5 0,-4-1 5 0,1-2-4 16,-2 3-2-16,-1-3 6 0,-4-1-11 0,-7 3 0 15,0 2-12 1,-7 0-18-16,-1 1-23 0,-3-2-25 0,0 3-29 15,-3-2-17-15,0 2-35 0,-5 0-29 0,2-2-231 16,-2 2-444-16,0 0 197 0</inkml:trace>
  <inkml:trace contextRef="#ctx0" brushRef="#br0" timeOffset="76355.62">5884 6800 315 0,'-4'-2'318'0,"3"-2"0"0,-2 1 4 16,3 3 2-16,-3-7 0 0,0 6-16 0,3 1-27 16,0-5-29-16,0 5-21 0,0-4-32 0,0 4-28 15,0 0-20-15,0 0-27 16,0 0-36-16,0 0-22 0,0 0-7 0,-4 12-15 16,7-2 3-16,-2 9-1 0,-1 5-8 0,5 3 16 15,-4-1-26-15,3 3-28 0,0 0-22 0,-2 0-24 16,4-3-31-16,-3 3-26 0,0-6-29 0,1 6-41 15,0 0-47-15,-2-2-79 0,-3-8-207 0,-4-2-549 16,5-7 243-16</inkml:trace>
  <inkml:trace contextRef="#ctx0" brushRef="#br0" timeOffset="77442.66">6790 6556 191 0,'-1'-3'255'0,"1"3"-11"16,-2-8 0-16,2 5-13 0,0 3-14 0,2-6-20 15,-2 6-5-15,1-4-13 16,-1 4-18-16,1-5-22 0,-1 5-16 0,0 0-16 16,0 0-14-16,0 0-11 0,0 0 2 0,0 0-18 15,3 14-6-15,-1-5-8 0,1 5-7 0,-1 0-6 16,1 6-3-16,1 4-7 0,-2-5 2 0,5 10-6 16,-4-4 1-16,1 4-4 0,0-1-5 0,-1-3 3 15,-1 1-1-15,0-7-4 0,0 1-1 0,1-1-4 16,-2-2-6-16,0-5 4 0,4 5-1 0,-3-5 5 0,0-3 0 0,-2-1 4 15,1-1-10-15,1-2 2 0,-2 0 1 0,0-1-2 16,1 0 9-16,-1 0 39 0,0-4 24 0,1 5 26 16,-1-5 33-16,0 0 21 0,0 0 29 0,2 1 23 15,-2-1 18-15,0 0 19 0,0 0 7 0,0 0-27 16,3-14-26-16,0 3-18 0,2-7-35 0,0-8-28 16,4-3-22-16,4-1-23 0,-2-1-16 0,2 1-5 0,0 0-8 15,1 3-7-15,-2 4 0 0,2-1-4 0,-8 7-5 0,3 1-4 16,-3 5-4-16,1 1-5 0,-2 2 5 0,-1 2-11 15,1-1-7-15,-3 4-35 0,0 0-40 16,0 1-39-16,-2 2-2 0,0 0 11 0,10 5 7 16,-5 4 13-16,2 1 0 0,-2 2 20 0,2 3-2 0,-1 4 1 15,3 4 12 1,-2 2-1-16,1 0 3 0,-2-1 1 0,-2-7 4 16,4 9 4-16,-3-2 2 0,-1-4 1 0,1-4 7 15,-3 2 1-15,1-6 9 0,1-4 0 0,-3 3 1 0,2-5-6 16,-2 1 12-16,-1-3 0 0,1 1 0 15,-1-2 4-15,3 1 14 0,-3-2-5 0,0-2 2 16,0 0 1-16,1 5-7 0,-1-5 7 0,0 0 2 16,0 0 1-16,0 4 4 0,0-4 1 0,3 3-7 0,-3-3 4 0,0 0 1 15,0 0-2-15,0 0 3 0,0 0-1 0,0 0-16 16,0 0-14-16,0 0-21 0,0 5-27 0,0-5-28 16,0 0-26-16,0 0-26 0,0 0-19 0,0 0-107 15,0 0-135-15,-8-9-246 0,8 4-708 0,-1-2 313 16</inkml:trace>
  <inkml:trace contextRef="#ctx0" brushRef="#br0" timeOffset="77981.69">7406 6539 200 0,'5'-2'213'0,"-1"1"-24"16,-4 1-15-16,11-2-19 0,-4 2-19 0,0 0-12 15,2 3-11-15,3 1-10 0,-3 1-2 0,2 4-10 16,3 3-7-16,-1 2-10 0,-3 0-4 0,-1 2-8 16,0 1-6-16,4 8-3 0,-8-2-4 0,1 1-9 0,-3-4-2 15,-2 0-1-15,2 0-6 0,-6 8 0 0,2-4-3 16,-3-4-1-16,-1-2-6 0,1 0 4 0,-5-2 5 15,3 1-3-15,2-6 0 0,-5 4-4 0,5-6 2 0,-2-1-3 16,2-2 2-16,2 0 3 0,-1-1-4 16,0-1 16-16,2-2 4 0,-1 2 19 0,2-4 27 15,-3 6 21-15,2-4 33 16,1-2 33-16,0 0 34 0,0 0 17 0,0 0 15 16,0 0-23-16,0 0-18 0,1-21-30 0,3 9-20 15,2-5-26-15,6-9-14 0,-1 0-20 0,2-1-19 16,2-1-18-16,2 1-13 0,-2-1-13 0,3 0-8 0,-1 4-3 15,-2 0-4-15,-2 0 5 0,-3 10-9 0,-1-1 4 16,-1 5 3-16,-4 2-6 0,1-1-4 0,-1 5 1 16,-2-1-1-16,-1 0-6 0,3 1-17 0,-4 4-40 0,4-3-34 15,-4 3 4-15,0 0 10 0,0 0 1 0,-3 17 10 16,1-5 10-16,-3 5 2 0,1 0 3 0,0 0 10 16,2 8 5-16,2-4 0 0,0-2 1 0,1 7 3 15,4-1 11-15,5 1 4 0,-2-4-1 0,6 2 6 16,1-10 1-16,9 4-2 0,2-1-15 0,5-4-50 15,2-4-49-15,3 0-65 16,-2-7-88-16,2-2-334 0,-3-4-666 0,-1 0 295 16</inkml:trace>
  <inkml:trace contextRef="#ctx0" brushRef="#br0" timeOffset="78639.59">7794 6113 4 0,'3'-4'238'0,"-3"-2"-6"15,0 0 8-15,1 3 0 0,-1-3-9 0,0 2 4 16,0-1-13-16,0 5-19 0,3-4-14 0,-3 4-23 15,0-5-15-15,0 5-20 0,1-3-12 0,-1 3-18 16,0 0-14-16,0 0-13 0,0 0-9 0,5 10-7 16,-2-3-7-16,-2 5-3 0,3 3-10 0,2 5 0 0,-2 3-6 0,-2 2 1 15,0 0-7-15,-1 3 1 0,-1 0-2 0,3-3-1 16,-6 4-2-16,6-2-6 0,-6-8 4 0,3 0-3 16,-1-3-4-16,1-3 1 0,0-3-1 0,-2 0-2 15,2-3 0-15,0-1 4 0,0-2 6 0,0 0 37 16,0 1 49-16,0-5 47 0,2 3 29 0,-2-3 28 15,0 0-8-15,0 0-23 16,0 0-13-16,7-15-21 0,-1 5-16 0,2-8-11 16,1 0-15-16,4-7-13 0,3 2-11 0,-1-4-9 15,1 3-8-15,-1 4-6 0,-5 4-7 0,0 1-7 16,-1 3 0-16,-3 3-7 0,-2 1-5 0,0 3-7 16,1-2-5-16,-1 5-13 0,-3-2-31 0,2 3-34 15,-3 1-16-15,0 0 8 0,11 5-3 0,-6 0-7 16,3 4-10-16,1 3 11 0,5 5-14 0,-5-3-14 0,-1 3-7 0,-1-1-20 15,1 1-12 1,-2 1-19-16,0-1-20 0,-1-2-28 0,1 1-27 0,-1-1-40 16,-1-6-78-16,0 1-202 0,0-6-603 0,0-2 267 15</inkml:trace>
  <inkml:trace contextRef="#ctx0" brushRef="#br0" timeOffset="79046.98">8221 6264 219 0,'0'0'217'0,"-4"2"-9"16,4-2-9-16,0 0-14 0,0 0-6 15,0 0-12-15,0 0-7 0,0 0-14 0,0 0-13 16,0 0-9-16,0 0-6 0,0 0-7 0,0 0-6 16,0 0-4-16,0 0-8 0,0 0-5 0,0 0-7 0,0 0-6 0,0 0-2 15,0 0-8-15,0 0-3 0,0 0-5 0,0 0-6 16,0 0-8-16,12 2 7 0,-12-2-14 0,16-2-4 16,0 0-5-16,3 1-5 0,8-1 14 0,1 0-16 15,1-2-3-15,-2 3-4 0,1-4 2 0,-5 3 0 16,0 2-3-16,-1-1-3 0,-4-1 1 0,0 0 2 15,-7-1-6-15,-1 2-1 16,-1 0 2-16,-1 0-2 0,-3 1 4 0,0-2-3 16,-5 2-7-16,10 0-4 0,-10 0-9 0,5-3-10 15,-5 3-14-15,0 0-17 0,0 0-20 0,0 0-15 16,0 0-11-16,0 0-9 0,0 0-27 0,-22-2-28 16,22 2-20-16,-7 0-219 0,3-2-438 0,2 0 193 15</inkml:trace>
  <inkml:trace contextRef="#ctx0" brushRef="#br0" timeOffset="79416.56">8703 6021 144 0,'1'-4'346'0,"-1"1"-3"0,0-1-14 0,3 1-14 16,-2-1-16-16,-1 4-6 0,1-6-23 0,0 2-25 0,-1 4-16 16,0-3-20-16,0 3-22 0,0 0-21 0,0 0-23 15,0 0-14-15,0-5-18 0,0 5-22 16,0 0-27-16,0 0-4 0,0 0-20 0,0 0-3 0,7 14-1 0,-5-3-8 16,1 3 13-16,1 0-16 0,2 6-1 0,-2-1-2 15,2 7-3-15,1-1-3 0,-2 0-4 0,2-7 0 16,0 6 6-16,-1-4-8 0,3-3 4 0,-2 0 2 0,-2 0-9 15,1-1 4-15,-2-5-1 0,1 0-2 0,-1-3 8 16,-1 1-7-16,0-3 4 0,1-1-6 0,-4-1-3 0,1 1 0 31,2-4 2-31,-3 3-7 0,1 0-9 0,-1-4-23 16,2 3-21-16,-2-3-18 0,2 4-48 0,-2-4-55 16,0 0-56-16,-2 5-96 0,2-5-228 0,0 0-602 15,0 0 267-15</inkml:trace>
  <inkml:trace contextRef="#ctx0" brushRef="#br0" timeOffset="80708.36">9316 6181 41 0,'0'0'141'0,"0"0"-3"0,-5-2-7 16,5 2-8-16,0 0 5 0,0 0-8 0,0 0-6 16,0 0 0-16,0 0-7 0,0 0-2 0,0 0-5 15,0 0 3-15,0 0-6 0,0 0-4 0,-4-2-4 16,4 2-7-16,0 0-4 0,0 0-9 0,18-6-7 0,-5 6-9 0,6-5 0 15,3 1-4-15,10 1-7 0,1-2-5 0,4 0-3 16,14-4 0-16,-12 6-1 0,-1-1-9 0,-1-1-4 16,-3 2 4-16,-3 0 1 0,-7-1-5 0,-6 0 0 15,-4 4-1-15,2-1-7 0,-5-1-10 0,-3 1-16 16,-3 1-22-16,1-1-14 0,-6 1-21 0,0 0-5 16,0 0-17-16,0 0-23 15,-19 4-34-15,5-3-32 0,-4 5-110 0,-5-3-315 16,4 2 139-16</inkml:trace>
  <inkml:trace contextRef="#ctx0" brushRef="#br0" timeOffset="81135.17">9519 6192 55 0,'0'0'219'0,"0"0"-15"16,0 0-13-16,0 0-19 0,0 0-16 0,0 0-16 15,0 0-17-15,0 0-22 0,0 0-8 0,-7 1-9 16,7-1-9-16,-3 6-7 0,3-2-7 0,0 2-7 15,0 5-5-15,0 0-8 0,0 4-1 0,-1 5 10 16,-2 7-3-16,2 4-7 0,-3 0 3 0,4 3-4 16,-1 13-2-1,-3-9-3-15,0 8-1 0,0 2-2 0,2-13 0 16,-2 12-3-16,2-10-3 0,0 10-2 0,4-10-1 0,0 9-1 16,-2-11 4-16,1 0-7 0,2-1 0 0,-3-2-3 15,2-3 0-15,-4-1-5 0,2-3 2 16,0-4-2-16,-3-3 0 0,2-2 2 0,-1 1 0 15,-1-7 11-15,0 1 0 0,2-2 6 0,-2-2 6 0,2-2 11 16,-4 0 16-16,1-2 7 0,-2-1-1 0,-2-2 4 0,-2-2-3 16,-3 0 12-16,0-3-5 0,-4 0 6 0,0-4 9 15,0 0 7-15,2-3-8 0,-8-3-10 0,10 3-2 16,-5-2 11-16,8 5 2 0,-4-4 4 0,5 4-3 16,1 3-10-16,0-3 2 0,-1 4-12 0,5 0-7 15,0 2-13-15,0-1 1 0,0 1-8 0,1 0-3 16,0 1 5-16,3 2-17 15,-4-4-29-15,4 4-30 0,-1-3-31 0,1 3-27 16,0 0-31-16,0 0-33 0,0 0-9 0,0 0 4 16,0 0-22-16,0 0-21 0,0 0-33 0,5 13-28 15,0-11-252-15,1 3-554 0,1-1 245 0</inkml:trace>
  <inkml:trace contextRef="#ctx0" brushRef="#br0" timeOffset="81652.55">9725 6982 308 0,'0'0'376'0,"1"-5"-16"0,-1 5-12 0,4-7-11 0,-4 4-10 16,0 3-16-16,0-4-20 0,0 4-26 0,0-3-24 15,0 3-24-15,0 0-25 0,0 0-21 0,1-6-25 16,-1 6-15-16,0 0-22 0,0 0-36 0,0 0-28 16,0 0-18-16,0 0-7 15,4 13-2-15,-4-8-6 0,3 5-7 16,-3 0 7-16,1 2-7 0,-1 6-2 0,0-1-3 16,0 1 0-16,0-1-4 0,-1 4 2 0,-2-1 1 15,3-3-2-15,0 0-4 0,0-1 1 0,0-4-2 16,-1-2 8-16,1-4-8 0,0 3 9 0,0-5-1 0,0 0 10 15,0 3-2-15,0-4 7 0,0-3 34 0,0 4 33 16,0-4 26-16,0 4 26 0,0-4 14 0,0 0-16 0,0 0-9 16,10-13-15-16,-2 2-7 0,2-3-20 0,4-1-2 0,3-5-11 15,-1-1-7-15,2 0-6 0,-5 7-5 16,1 1-9-16,-2-1-3 0,-3 7-8 0,-1-2 2 16,1 5-5-16,-5-1-13 0,0-2-13 0,0 6-22 15,1-1-12-15,-5 2-13 0,10 3 0 0,-2 0-2 0,-2 5 8 16,2-2-24-1,1 5-6-15,-4 3-4 0,4-1 0 0,0 3 6 16,-4-2-4-16,0 3-21 0,2-3-7 0,-5 0-14 16,1-2-11-16,2-1-11 0,-1 0-20 0,-2 2-30 15,-2-6-31-15,3 5-25 0,-2-8-42 0,3 2-316 0,-2-2-650 16,-2-4 288-16</inkml:trace>
  <inkml:trace contextRef="#ctx0" brushRef="#br0" timeOffset="82105.61">10446 6653 46 0,'0'0'246'0,"0"0"0"0,0 0-9 0,0 0-7 16,0 0-10-16,0 0-15 0,0 0-16 0,0 0-18 15,0 0-14-15,0 0-17 0,0 0-14 0,0 0-11 16,0 0-11-16,28-3-13 15,-9 3-21-15,3 0-28 0,5 0-36 0,2 0-39 16,-9 0-39-16,11 0-49 0,-3-1-36 0,-1 1-220 16,-6-3-407-16,-4 5 180 0</inkml:trace>
  <inkml:trace contextRef="#ctx0" brushRef="#br0" timeOffset="82268.33">10634 6777 157 0,'-8'4'168'0,"4"-1"5"0,-1 1 3 15,1-2 0-15,-1 2 1 0,5-4 3 0,0 4 9 16,0-4-7-16,17 5-18 0,-1-5-14 0,14 0-19 16,0 0-24-16,3 0-47 0,3-3-70 0,4 1-95 15,-4-3-242-15,0-2-373 0,-7 0 165 0</inkml:trace>
  <inkml:trace contextRef="#ctx0" brushRef="#br0" timeOffset="83858.36">11485 6353 60 0,'1'-4'211'0,"-1"-1"-11"15,1 2-27-15,3-2-15 0,0 1-13 0,1 0-15 16,0 0-16-16,4 4-9 0,0-3-13 0,2 3-11 0,1 3-10 0,2 0-4 16,3 6-8-16,-1 0-8 0,-2 3-3 0,4 2-3 15,-1 9-8-15,-2-3 2 0,-2 7-8 0,-3-3-5 16,-2 1 2-16,-3 2-3 0,0-1-4 0,-2 1 0 16,-6 2-4-16,2-1 5 0,-6-2-5 0,1 3-2 15,-3-5 1-15,-1 2 0 0,-2-4-5 0,1-5 1 16,-2 8-1-16,3-9-1 15,-2-1 1-15,2-1 1 0,2-3 5 16,1-2 6-16,-1-2 3 0,3-2 5 0,2 0 15 0,1 1 8 16,-1-2 15-16,1-2 14 0,-1 0 26 0,3-2 23 15,-1 5 30-15,1-5 27 0,0 0-2 0,0 0-20 16,0 0-34-16,1-20-2 0,3 9-22 0,2-3-5 16,3-4-7-16,1 1-21 0,3-10-19 0,4 2-15 15,2-2-9-15,-1 0-8 0,0 0-8 0,1-2-5 0,-1 5-1 16,-4-4 0-16,3 5-2 0,-3 1 2 0,-5 5-3 15,0 2-1-15,0 1-3 0,-4 2 12 0,-1 3-7 16,-1 2 7-16,0 1-4 0,-2 2-3 0,3 0-19 0,-3 0-22 16,-1 4-33-16,3-2-4 0,-3 2 2 0,0 0 8 15,-2 13 2-15,0-2 7 0,1 4 6 16,-2 2 9-16,-2 1 1 16,1 8 1-16,4-2 7 0,0 2-4 0,5-2 11 0,3 3 1 15,0 0 2-15,7-4 4 0,4-1 3 16,5 0 2-16,7-4-18 0,1-4-38 0,4 0-60 0,12 1-74 15,-9-8-102-15,-1-5-212 0,4-2-553 0,-3-2 245 16</inkml:trace>
  <inkml:trace contextRef="#ctx0" brushRef="#br0" timeOffset="84625.34">11966 5884 138 0,'2'-3'245'0,"-1"-2"0"0,-1 5-12 0,0-5-12 15,0 5-20-15,0-4-23 0,0 4-17 0,3-3-18 16,-3 3-26-16,2-5-10 0,-2 5-14 0,0 0-8 16,0 0-8-16,0 0-12 0,6 12-11 0,-4-4-3 15,2 1-2-15,-3 3-9 0,1 0-1 0,0 5-2 0,-1 1-7 0,0 10-1 16,-1-4-5-16,-2 2 3 0,0 2-2 0,0-4-5 16,-1-5-2-16,2-1-2 0,0-2 6 0,-1-4-7 15,1-4-3-15,1 1 2 0,0-3-2 0,0-2 2 16,0 1 6-16,0-2 63 0,-1 1 20 0,1-4 55 15,1 3 31-15,-1-3 0 0,0 0-19 0,4-10-21 16,1 3-15-16,2-1-16 0,3-8-1 0,1 1-21 0,-2-2-10 16,4 2-8-16,6-9-10 0,-5 5-7 0,-2 4-4 0,-2 1-13 31,0 5 2-31,-5 1-6 0,3 0-2 0,-2 1-9 16,-2 3-9-16,1 1-6 0,-2-1-17 0,-2 1-19 15,-1 3-33-15,0 0-3 0,12 4 18 16,-7 1-12-16,2 3-9 0,1 1 8 0,-3 6-18 0,5 0-8 15,0 4-18-15,-2-2-16 0,3 9-25 0,-3-9-26 0,1 7-38 16,-1-4-37-16,0-3-59 0,1-3-239 0,-3 1-581 16,0-6 257-16</inkml:trace>
  <inkml:trace contextRef="#ctx0" brushRef="#br0" timeOffset="85095.11">12752 5971 47 0,'0'0'208'0,"0"0"-6"16,-7 0-9-16,7 0-11 0,0 0-12 0,0 0-13 0,0 0-10 0,0 0-14 16,0 0-16-16,0 0-12 0,0 0-7 0,33-2-10 15,-14 1-14-15,1-1-4 0,9-1-5 0,0 3-10 16,2-2-8-16,3 2-3 0,-1-1-2 0,2 1-7 31,-7-1-17-31,0 2-7 0,-6-2-5 0,-2 1-13 16,-3-1-3-16,-3 1-12 0,-4-2-15 0,0 1-22 0,-3 1-12 0,-7 0-19 15,3-2-27-15,-3 2-51 0,0 0-122 0,0 0-312 16,-26-6 139-16</inkml:trace>
  <inkml:trace contextRef="#ctx0" brushRef="#br0" timeOffset="85542.75">12911 5988 76 0,'0'0'247'0,"0"0"-11"15,0 0-16-15,0 0-23 0,0 0-19 0,0 0-19 16,-11-2-19-16,11 2-17 0,0 0-16 0,0 0-13 16,0 7-11-16,0 0-6 0,0 2-7 0,-2 3-9 15,2 5-6-15,-5 9 6 0,1 6-7 0,-2 0-2 16,1 15 1-16,-1 2-5 16,1 2 2-16,-1-2-1 0,0-1-3 0,-1 1-2 15,5-1-6-15,-1-13-1 0,2 11-1 0,1-11-6 16,0 1-2-16,-2-2-2 0,4 2 0 15,-1-5-2-15,-1 3-4 0,4-1-2 0,-3-2-1 0,0-5 2 16,-1 0-2-16,0-6-2 0,-1-1-4 0,0-2 13 16,0 0-6-16,-2-5-4 0,2 1 4 15,-2-1-4-15,-2-5 4 0,1 3 0 0,2-3 11 0,-6-2-6 0,3-1 8 16,-4-2 2-16,-5-2 0 0,-3-2 4 0,-2-3 8 0,1-2-11 16,-1-1 7-16,-1-1 0 0,-6-5 7 15,3 0-7-15,0-3-6 0,0 0-2 0,0 0 0 16,5 0-7-16,3 5 0 0,-1 0 1 0,3 1-4 15,3 5 11-15,1-2 4 0,3 1-11 0,0 2 9 0,1 1-4 16,1 0-2 0,1 0-8-16,-1 2-14 0,2 0-18 0,2 2-19 15,-4-3-26-15,4 3-27 0,0 0-8 0,0 0-21 16,0 0-21-16,0 0-28 0,12 7-34 0,-3-4-58 16,1-2-218-16,-1 3-509 0,2 0 226 0</inkml:trace>
  <inkml:trace contextRef="#ctx0" brushRef="#br0" timeOffset="86054.35">12982 6789 274 0,'4'-3'348'0,"-4"-2"-16"0,4 1-27 16,-3-2-4-16,2 5-20 0,-2-3-16 0,-1 4-27 16,1-5-22-1,-1 5-26-15,3-4-22 0,-3 4-23 0,0 0-26 16,1-3-15-16,-1 3-14 0,0 0-14 0,4 11-7 16,0-5-15-16,-3 2-6 0,0 6-2 0,-1 4-7 15,0 7-3-15,0-1 1 0,0 3-5 0,-2 0-7 0,-2-2 2 16,0 3-3-16,-1 0-4 0,0-5-2 0,1-3-2 15,0-2-2-15,0-5 13 0,2-1-14 0,-1-2-7 16,2-2 9-16,-1-1 0 0,0-2 1 0,1-1 12 16,1 1 39-16,0-2 41 0,0-3 42 0,-3 5 40 15,3-5 33-15,0 0-14 0,0 0-19 0,0 0-21 0,9-21-20 16,0 7-14-16,3-2-16 0,4-8-14 0,-3 3-20 16,5-5-14-16,-3 4-10 0,1 1-6 0,-5 7-7 0,-4 3-4 15,0 0-6-15,1 4-4 0,-2-2-6 0,-2 2-8 16,0 2-20-16,-1 3-33 0,-1 0-39 15,2-1-13-15,-4 3 7 0,9 10 2 0,-4-2 14 16,0 2 5-16,-1 1-9 16,1 6 4-16,0 0 0 0,0-3-3 0,0 6-11 15,1-3-12-15,0 1-22 0,-1 0-38 0,1-1-25 0,-2-5-12 0,-3 0-29 0,-1 1-26 16,3-4-34-16,-3 0-35 0,0 1-63 0,0-7-206 16,0 1-627-16,0-4 278 0</inkml:trace>
  <inkml:trace contextRef="#ctx0" brushRef="#br0" timeOffset="86514.38">13422 7004 198 0,'0'0'268'0,"-4"2"-11"0,4-2-7 0,0 0-1 0,0 0-28 31,0 0-10-31,0 0-10 0,0 0-14 0,0 0-18 16,0 0-10-16,0 0-8 0,0 0-7 0,0 0-13 16,0 0-14-16,0 7-6 0,0-7-14 0,0 0-4 0,0 0-5 15,0 0-12-15,0 0-3 0,0 0-13 0,0 0 1 16,0 0 3-16,0 0-22 0,0 0-4 0,0 0-1 16,0 0-9-16,0 0 5 0,0 0-7 0,0 0-5 0,0 0-2 15,0 0 1-15,0 0-4 0,0 0-5 0,0 0 4 16,0 0-4-16,0 0 0 0,0 0-1 0,0 0 2 15,0 0-6-15,0 0 0 0,0 0-7 0,0 0 8 16,0 0 10-16,0 0-3 0,0 0 12 0,0 0 4 16,0 0-2-16,0 0 9 0,0 0-4 0,0 0-2 15,19-5-5-15,-10 3-6 0,4 0-1 0,10 1-3 0,5 0 1 0,1-1-10 16,-2 1 3-16,-4-2 1 0,-1 2-3 0,-3 1-1 16,0-3 2-16,-6 2 4 0,1 1-4 0,-6-2-4 15,-2 1-3-15,1 1 2 0,-1-1 0 0,-6 1 2 16,11-1-9-16,-11 1-17 0,7 0-8 0,-7 0 2 15,4-2-21-15,-4 2-9 0,0 0-10 0,0 0-16 16,0 0-18 0,0 0-19-16,0 0-17 0,-22 2-24 0,22-2-18 0,-12 0-27 15,6-2-21-15,6 2-268 0,-9-2-535 0,4 2 237 16</inkml:trace>
  <inkml:trace contextRef="#ctx0" brushRef="#br0" timeOffset="86752">13910 6829 333 0,'3'-2'385'0,"-3"2"4"0,1-7-4 0,0 4-16 0,-1 3-24 16,0-5-36-16,0 5-31 0,0 0-38 0,4-4-33 15,-4 4-20 1,0 0-29-16,0 0-14 0,1 17-14 0,-2 2-11 15,-4 8-16-15,1 3-22 0,3 2-11 0,-2 2-36 16,1 2-68-16,-1 11-57 0,-1 1-66 0,0-2-77 16,-2-13-132-16,2 0-198 0,2-7-611 0,-1-9 270 0</inkml:trace>
  <inkml:trace contextRef="#ctx0" brushRef="#br0" timeOffset="90420.38">17222 2208 90 0,'1'-6'185'0,"1"2"-6"0,-2 4-11 0,0-5-6 0,0 5-9 16,3-7-6-16,-3 5-10 0,0 2-11 0,0 0-17 0,4-3-6 15,-4 3-11-15,0 0-11 0,0 0 4 0,2-4-21 16,-2 4-11-16,0 0-3 0,0 0-11 0,0 0-3 15,0 0-3-15,0 0-2 0,6 14-5 16,-5-9 1-16,1 4-4 0,-1 4-6 0,0-1 6 16,0 4-5-16,1 3-2 15,0 1-5-15,0 2 2 0,-1 5-3 0,0-9-2 16,0 7 2-16,-1 4 0 0,4-2 0 0,-3-2 1 16,1 1-7-16,0 0 4 0,-2 1-2 0,1-1 3 15,1-1-3-15,-2-6-1 0,1 1-2 0,0-1 2 16,1 0 0-16,0 2-1 0,-2-3-1 0,0 1 2 15,0-1 0-15,0 1-2 0,0 1 2 0,0-2 7 16,0-2-8-16,0 1-4 0,0 0 2 0,-2 0 0 16,4 0 2-16,-4 0-2 0,2-6 0 0,0 8 1 0,-2-2 2 15,2-4-1-15,2 3 1 0,-4-3-2 0,4-2 0 16,-2 2-2-16,-3-2-1 0,3-1 1 0,1 1 1 16,-1 0 2-16,2-2-3 0,-2 2 1 0,-2-2 0 15,4 1-4-15,-2 0 2 0,0-1 0 0,0-2 0 16,0 3 3-16,2-3-3 0,-4 2 2 0,2-1 0 15,2 1 3-15,-4-3-5 0,2 3 4 0,0-2-3 0,0 3-2 0,0-2 2 16,0 2-1-16,0-1 2 0,0 1-1 0,0 1-1 16,2-3-2-16,-2 4 5 0,0-2 0 0,2-1 0 15,-2 3-2-15,2 0-2 0,-2-1 2 0,1 0-1 16,1 0 2-16,-2-1-2 0,2 2 5 16,-4-1-5-16,2-1 2 0,2 3 3 0,-4 0-2 0,2-1 1 15,-2 0 1 1,1-1 0-16,1 5 0 0,-4-4-2 0,4 0-2 15,-2 4 2-15,0-3-1 0,1 3 1 0,1-2 0 16,-3-5 2-16,3 7-1 0,-1 4-5 0,-1-8 7 16,0 4-2-16,1 0-2 0,1-1-1 0,0-1 3 15,-1-3-1-15,-3 6-2 0,5-1 3 0,-2 2-2 16,-1-1 0-16,0 0 2 0,2 1-3 0,0-1 2 16,0 1 0-16,0 0 1 0,-2 0-4 0,2 0 2 0,-2 2-2 0,1-2 0 15,0 2 5-15,-2 0-5 0,5-1 2 0,-5 5 2 16,0-5-3-16,2 0 1 0,0 4 0 0,0-5 0 15,-2 0 0-15,2 3-1 0,-3-2 0 0,6 0-1 16,-4 0 3-16,2 2 0 0,0-2 1 16,0 0-5-16,0 1 2 0,2-2 2 0,-2 0-3 15,-2 0 2-15,2 1 2 16,2 0-3-16,-4-2 3 0,2 2-1 0,0 0 1 16,-3 1-3-16,3-3 4 0,-3 7-1 0,1-4 3 15,1-1-2-15,-3 1-3 0,2-1-1 0,-1 2 6 16,2 2-4-16,-4 1-1 0,1-5-2 0,-1 7 4 15,2-6-1-15,1-2-2 0,-2 3 1 0,-1 3 0 16,1 1 1-16,2-7 1 0,1 2-2 0,1 6-1 16,-1-7 2-16,0 8-1 0,-2-9 0 0,3 1 1 0,3 0-1 15,-6 0 0-15,1 2-1 0,2-3 1 0,-3 1 3 16,2-1-3-16,1 1-1 0,1 1 0 0,-1-2 0 0,0-1 3 16,0 3 2-16,0 0-1 0,-1-2 1 0,1 1-2 15,-3 0-3-15,2 1 2 0,0-2 3 16,2 6-3-16,-1 1 3 0,-1 0 0 0,-2-5-2 15,3 6 0-15,-1-7 1 0,2 6 1 0,-2-7 2 0,-2 3-5 0,2 3 0 16,1 0 3-16,-1-4-3 0,1 6 0 0,0-7 5 16,1 0-5-16,-2 1 2 0,-2-1 1 0,3 0-5 15,0 0 2-15,0-1-3 0,-1 1 1 0,1-1 0 16,-3 1 0-16,3 0 3 0,0-2-3 0,0 0 1 16,0 2-1-16,0 0-1 0,0-2 0 0,0-1-1 15,0 2 1-15,-1-1 0 16,1 0 0-16,-1 2 2 0,-3-1-1 0,4 0-1 15,-1 0 0-15,-2 3 1 0,2 4 1 16,1-5-2-16,-3 6 0 0,2-3-1 0,1 4 4 16,0-4-3-16,0 3 2 0,-4-1 2 0,4 1-4 0,-4-1 0 0,4-2 3 15,0 4-3-15,-1-1 0 0,-2-2 3 0,2 1-2 16,0 1 1-16,-2-1-1 0,2-1 2 0,1 2-2 16,-4-6-3-16,4 0 2 0,0 5 3 0,-1-6-5 15,-1 0 2-15,2 7 1 0,-2-2-4 0,1-4 4 16,-3 5 1-16,1-5-1 0,2-1-2 0,-4 6 1 15,2-6 1-15,2 8 2 0,-5 0-3 0,6-1 1 16,-6-1 0-16,4 0-1 0,2 2-1 0,-2-3 2 16,-3 3-1-16,5-1 0 0,-4 1-1 0,1-2 2 15,2 0 2 1,-2-2-1-16,-2 4 0 0,3 0-3 0,2-4 1 0,0 4-1 16,0-3 2-16,1 1 0 0,-2-4 2 0,-1-2-2 15,1 8-4-15,0-8 4 0,1 0 1 16,-3 0-3-16,1 4 2 0,-1-3-1 0,2 1-1 15,0-2 2-15,-2 1 4 0,0 1-6 0,0 4 0 16,-2-1 4-16,1-3-4 0,1 7 2 0,-1-10-1 0,0 7 2 16,2-1-2-16,-5 0 3 0,5-4-3 0,-2 4-1 0,0-4 2 15,4 1 1-15,-1-3 0 0,-1 0 2 0,-1 7-6 16,3-5 4-16,0-1-2 0,-3 6-2 0,2-7 4 16,0 3-2-16,0 2 1 0,-1-4-1 0,2 0 0 15,-2 2-1-15,-1-3 0 0,3 1 3 0,-3 1-1 16,2-3 0-16,-2 2 4 0,0 0 0 0,-1-2 1 15,2 1-2 1,0-3 4-16,-3 3-5 0,5-1-1 0,-1-1 1 16,-2 1 1-16,2-1-3 0,1 0 1 0,-1 1 4 15,1-2-5-15,-4-1 0 0,1 1 1 0,3-2 0 16,-2 3 1-16,1 1-3 0,1-3 1 0,-3 3-1 0,2 0 0 16,2 0 1-16,-2-2 0 0,-2 2 3 15,3 2-2-15,0-2 2 0,0 0-3 0,0 0 0 0,0-2 0 0,0 2-1 16,0 0 3-16,0-1-4 0,0-1 3 0,3 1-2 15,-3-4 1-15,0 1-1 0,1-1 0 0,-1 0 0 16,0-2 1-16,0 3-2 0,0 0 4 0,0-3-3 16,0 0 0-16,3 1 3 0,-3-1-5 0,0 0 4 15,1 0-2-15,-2-1 0 0,1 1 3 16,1-3 2-16,-1-7 1 0,2 17 1 0,-2-12 0 0,0-5-1 16,-2 12 1-16,2-4-1 0,0-8-2 0,2 9 0 0,-2-9-3 15,3 10 3-15,-3-10 2 0,0 7-2 0,0-7 5 16,0 0-4-16,1 8-1 0,-1-8 3 0,0 0-1 15,0 0 3-15,0 0 13 0,0 0 1 0,0 9 8 16,0-9 10-16,0 0 10 0,0 0-3 0,0 0 7 16,0 0 1-16,0 0 10 0,0 0-5 0,0 0-8 15,0 0-8 1,0 0 3-16,0 0-20 0,0 0-14 0,0 0-21 0,0 0-28 16,0 0-92-16,0 0-107 0,0 0-333 0,32-23-614 15,-14 14 273-15</inkml:trace>
  <inkml:trace contextRef="#ctx0" brushRef="#br0" timeOffset="91839.97">17468 5545 114 0,'0'0'170'0,"0"0"-10"0,0 0-8 0,0 0-2 15,0 0-7-15,0 0-13 0,0 0-7 0,0 0-8 16,0 0-11-16,8-3-14 0,-8 3-15 0,11 0-7 16,0-2-3-16,1 2-7 0,3-3-12 0,5 2-19 0,-2 0-18 15,0 1-21-15,3 0-22 0,-3 0-32 0,-2 2-24 0,3-2-28 31,-6 1-129-31,-1 1-267 0,0-1 118 0</inkml:trace>
  <inkml:trace contextRef="#ctx0" brushRef="#br0" timeOffset="92022.83">17476 5779 87 0,'-1'3'170'0,"1"-3"6"0,0 0-4 0,8 4-13 15,-2-2-15-15,6-2-11 0,0-2-12 0,5-2-18 0,2 1-6 16,3 1-16-16,-3 1-23 0,-1-4-27 16,2 1-38-16,-3 0-41 0,2-1-36 0,-7 0-149 0,-1-2-251 0,-1 2 112 15</inkml:trace>
  <inkml:trace contextRef="#ctx0" brushRef="#br0" timeOffset="92354.08">17732 5446 59 0,'0'0'243'16,"-3"-5"-13"-16,2 2-17 0,1 3-18 0,1-5-18 16,-1 5-19-16,0 0-17 0,0 0-17 0,-1-7-16 15,1 7-10-15,0 0-10 0,4-2-11 0,-4 2-12 16,0 0-7-16,0 0-6 0,0 0-9 0,5 10-3 0,-4-3-3 0,3 0-2 15,2 3-3-15,2 2-5 0,0 3 1 16,3 1 1-16,-3 1-10 0,5 6 2 0,-3 2-3 16,2 0-2-16,-1 1-9 0,-1 3 9 0,-1 2-3 15,-2-1 3-15,-1-1-3 0,-1 5-3 0,-2-5 1 0,-1 0-3 16,-3 0 4-16,-2 0-4 0,-3-1 0 0,-4-3 0 16,2-1 2-1,-3-1 3-15,2-5-2 0,-3-2 1 0,-2 0 1 16,0 3-3-16,-4-4 1 0,1-3-17 0,2 2-22 15,-3-1-31-15,3-2-37 0,1-1-59 0,1-4-229 16,3 1-414-16,5-3 184 0</inkml:trace>
  <inkml:trace contextRef="#ctx0" brushRef="#br0" timeOffset="93941.52">18459 5463 25 0,'7'-4'169'0,"-2"3"-12"0,2-2-15 0,0 2-22 16,-1 0-10-16,2 1-10 0,3 2-17 16,-3 2-6-16,2 2-2 0,4 6-8 0,-5 3-10 15,1 3-3-15,0 4-6 0,-2 5 2 0,-1 5-2 16,-4-6-6-16,0 9 3 0,-1-4-4 0,-7 1-2 15,-1-1-2-15,2 2 3 16,-7-2-2-16,-1-3 9 0,-1 1-3 0,-1 0 3 16,2-5-2-16,-5 0 1 0,4-7 6 0,3 0 2 15,-3-2 4-15,3-1-7 0,2-4-2 0,-2-2-5 0,5 0 1 16,0 0-4-16,1-4 10 0,0 1 15 16,0-2 20-16,3-1 16 0,-3 2 18 0,3-1 23 15,1-3 17-15,0 0 17 0,0 0 13 0,0 0 1 16,0 0-16-16,0 0-18 0,0 0-16 0,6-16-12 0,-1 6-16 0,4-2-9 15,3-3-11-15,6-6-11 0,2-3-13 0,-1 1-19 16,6-5-19-16,7-11-17 0,0 3-3 0,2 1-6 16,-11 9-2-16,4-3 2 0,-2 2-4 0,-2-2-2 15,-3 3 7-15,-1 4-7 0,-4 2-1 0,-2 4 5 16,-3 1 10-16,-5 6 11 0,4-1-6 0,-6 5 3 16,3-3-3-16,-2 4-7 15,-1-1-6-15,-1 1-11 0,2 1-22 0,-4 3-42 16,3-3 2-16,-3 3-12 0,0 0 11 0,-6 17 5 0,1-5 7 15,-6 12 9-15,-2 2-2 0,0-1 9 0,-1 4 8 16,1 0 1-16,2 3 11 0,1-3-3 0,2 2 4 16,4-4-2-16,1-1 8 0,3 0 0 0,4-1 3 15,3-5 5-15,5 3 0 0,5-2 1 0,6-4-6 16,5-1-25-16,4-1-40 0,7-3-57 0,12-2-60 0,4-3-83 16,-16-7-284-16,1-3-606 0,-4-1 268 0</inkml:trace>
  <inkml:trace contextRef="#ctx0" brushRef="#br0" timeOffset="94690.28">18929 5262 101 0,'0'0'153'0,"-11"0"-11"16,11 0-11-16,-8 0-3 0,8 0-6 0,0 0-8 0,-6 0-6 0,6 0-4 16,0 0-18-16,0 0-3 0,-6 1 3 0,6-1-11 15,0 0 4-15,0 0-5 0,0 0-6 0,0 0 0 16,0 0-1-16,0 0-12 0,0 0-7 0,0 0 2 15,0 0-8-15,0 0-2 0,0 0-9 0,-7-2-5 16,7 2 1-16,0 0-4 0,0 0 1 0,0 0-5 16,0 0-5-16,0 0-1 15,0 0-1-15,0 0-1 0,0 0 3 0,0 0 8 16,0 0 4-16,0 0 2 0,0 0 6 0,0 0 4 16,0 0-1-16,0 0-1 0,0 0 5 0,0 0 1 15,0 0-3-15,0 0-1 0,19-2-3 0,-6 0-7 16,5-1-1-16,9 3-6 0,3-2 0 0,-2-1 0 15,8-1-5-15,-4 1 0 0,3 1 0 0,-2-1-3 16,-4 1 2-16,1-1-8 0,-9 3 4 0,-3-1-4 0,-1-1 0 0,-7 2 0 16,0-1-1-16,-2-2-5 0,-3 3-11 0,-5 0-14 15,9 0-21-15,-9 0-7 0,0 0-8 0,0 0-22 16,0 0-9-16,0 0-18 0,-19 6-32 16,5-5-23-16,2 0-189 0,2 2-383 0,-3-2 170 15</inkml:trace>
  <inkml:trace contextRef="#ctx0" brushRef="#br0" timeOffset="95213.61">19531 5109 151 0,'5'-2'246'0,"-5"2"-6"15,0-4-13-15,3 1-11 0,-3 3-3 0,0 0-20 16,4-3-21-16,-4 3-18 0,0 0-18 0,0 0-15 0,0 0-14 0,0 0-12 0,2-2-10 16,-2 2-12-16,0 0-11 0,0 0-6 0,0 0-7 15,3 8-8-15,-3-8-3 0,-3 9-2 0,3 0-6 16,-1-1-6-16,0 4 1 0,-1 0-3 0,0 0 0 15,-2 5-4-15,0 0-1 0,3-2 0 16,0 2-3-16,-3-2 1 0,1-2-2 0,-1 3 2 0,4-5-2 16,-1-2-2-16,0-1 0 15,-2-3-1-15,3-3 4 0,0 5 1 16,0-4 38-16,0-3 44 0,0 6 50 0,0-6 30 16,0 0 17-16,0 0-16 0,0 0-17 0,0 0-18 15,8-16-20-15,-3 8-14 0,0-3-4 0,3 0-13 0,-2 2-12 16,6-5-4-16,0-1-8 0,1 1-10 0,-1-1-6 15,2 1-4-15,-3 2-7 0,-2 4-5 16,-2-1-6-16,-2 6 3 0,1-4-7 0,-2 4-10 0,2 0-11 0,-3 1-31 16,-1 0-32-16,-2 2-9 0,0 0 14 0,11 8-1 15,-5-4 13-15,-2 7 1 0,-1 0 6 0,4 4 18 16,-2 0-19-16,-1 3 4 0,1 0-3 0,-1 3-2 16,1-1 7-16,0 3-29 0,-1-3-18 0,-3-3-23 15,3 0-30-15,-4-4-31 0,3-2-32 0,-2 4-37 16,-1-5-40-16,0-1-298 15,1-2-613-15,2-2 271 0</inkml:trace>
  <inkml:trace contextRef="#ctx0" brushRef="#br0" timeOffset="95629.84">20180 5246 42 0,'0'0'210'0,"0"0"-18"16,0 0-19-16,0 0-13 15,0 0-14-15,0 0-11 0,0 0-8 0,0 0-6 16,0 0-15-16,0 0-8 0,0 0-9 0,0 0-2 16,0 0-9-16,0 0-8 0,32 1-6 0,-14-2-7 15,3 1-6-15,5 0-4 0,-4-1-8 0,6 1-3 16,0 0 1-16,-1 0-9 0,3 0 3 0,-10 0-4 15,0-3-10-15,-2 3-10 0,-5 0-9 0,-1 0-24 16,-6 0-21-16,2 0-29 0,-1 0-24 0,-7 0-25 0,0 0-49 0,0 0-114 16,0 0-311-16,0 0 137 0</inkml:trace>
  <inkml:trace contextRef="#ctx0" brushRef="#br0" timeOffset="96050.13">20286 5271 123 0,'0'0'228'0,"0"0"-25"0,0 0-20 0,0 0-21 15,0 0-17-15,0 0-15 0,-3 3-17 0,3-3-10 0,-2 9-12 0,0-1-7 0,0-2-8 16,0 6 1-16,-1 6 1 0,-3 7-8 0,-3 1-4 16,4 3-1-16,-4 5-1 0,2 0-2 15,-5 15 1-15,0 1-3 0,-2-2 1 0,3 0-11 16,2-1-4-16,-3-1-3 0,3-12 0 0,3 14-4 0,2-11 1 15,0 8-2-15,-1-11 3 0,4 2-3 0,-2 9-7 16,2-11 1-16,-3 0-3 0,4-3-4 0,-5-3 1 16,1-4 1-16,0-4-6 0,0-4 4 0,-2 1 13 15,1-5 11-15,1-4 10 0,-2 1 9 0,-2-3 6 16,-1-2 5-16,-1-2-2 0,-3-2 0 0,-2-4-10 0,-4-1-2 16,-1-5-3-16,-5-3-6 0,1-3 14 0,-2 1 14 15,6-5-23-15,-1 0 7 0,-2 0-17 0,5-1-12 16,-2 1 7-16,2 2-10 0,5 4-4 0,-2 0-2 15,2 0-2-15,4 5-1 0,3 3 0 0,-2 0-6 16,3 2 0-16,4 0-7 0,-6 1 5 0,6-2-1 16,-3 3-15-16,4 2-37 15,-5-4-28-15,5 4-30 0,-4-1-5 0,4 1-17 16,0 0-20-16,0 0-31 0,9 9-36 16,-4-5-41-16,2 0-296 0,2 1-582 0,2 0 257 0</inkml:trace>
  <inkml:trace contextRef="#ctx0" brushRef="#br0" timeOffset="96601.04">20345 6142 273 0,'0'0'300'16,"1"-4"-22"-16,-1 4-22 0,0 0-28 0,3-5-24 15,-3 5-18-15,0 0-28 0,0 0-18 0,0 0-13 16,0 0-13-16,0 0-10 0,6 12-15 16,-8-5-8-16,4 2-6 0,-4 1-7 0,-2 3-6 0,1 3-9 15,0 1-2-15,-4 2-4 0,1 0-6 0,-4 4-5 16,-1 2-1-16,2-7-4 0,-1-1-4 0,5 2-2 0,-1-5-3 16,1-3 0-16,1-2 1 0,2-4-2 0,0 2 0 15,-3 0 23-15,5-4 42 0,0 0 42 0,-1 1 41 0,1-4 35 16,0 0-7-16,0 0-24 0,0 0-19 15,8-10-15-15,-1 1-14 0,-1 0-14 0,7-4-11 16,1 1-9-16,-4-2-15 0,6 2-6 0,-5 0-14 16,4 0-6-16,-6 5-4 15,2-1-13-15,0 1-4 0,-6 2 2 0,3 2-6 16,-3-2-5-16,1 3-16 0,-2 0-12 0,4 2-5 16,-8 0-10-16,13 2-10 0,-3 1 2 0,-4 5-18 15,3-2-9-15,-2 1-14 0,0 1-17 0,0 1-22 16,-1 1-23-16,2-3-26 0,-1 4-28 0,-4-6-33 0,1 3-35 15,0-3-52-15,-1-2-294 0,-1-1-650 0,-2-2 288 16</inkml:trace>
  <inkml:trace contextRef="#ctx0" brushRef="#br0" timeOffset="97218.66">20972 4795 216 0,'0'0'233'0,"3"-4"-21"15,-3 4-24-15,0 0-15 0,0 0-22 0,0-5-20 0,0 5-14 16,0 0-10-16,0 0-17 0,0 0-7 0,-12 15-11 15,4-7-4-15,-4 7-11 0,-7 9-4 0,0-1-6 16,-3 1-6-16,-1 2 3 0,4-2-7 0,-3 0-3 0,3-2-6 16,5 2 1-16,1-7-3 0,0-3-5 0,3 1 2 15,1-3-5-15,3-3-1 0,3 1-2 0,-2-5-3 0,1 2 6 16,0-2-1-16,1-1 1 0,0 1 1 16,2-2 18-16,1-3 14 0,-5 0-1 0,5 0 1 15,-3 4-3-15,3-4-4 0,0 0-13 0,0 0-38 16,0 0-53-16,0 0-52 15,11 1-66-15,-11-1-217 0,10 0-429 0,-10 0 190 16</inkml:trace>
  <inkml:trace contextRef="#ctx0" brushRef="#br0" timeOffset="98320.63">21158 5747 24 0,'-11'1'171'16,"3"-1"-11"-16,1 0-14 0,0 0-19 0,1 2-2 0,6-2-11 16,-10 0-8-16,10 0-7 0,-6 0-4 15,6 0-4-15,0 0 1 0,0 0-6 0,-9 0-5 0,9 0-6 0,0 0-5 16,0 0-1-16,0 0-2 0,0 0 3 0,-7 0-1 16,7 0-3-16,0 0 0 0,0 0-1 0,0 0-5 15,0 0 0-15,0 0-4 0,0 0-3 0,0 0 0 16,0 0-11-16,0 0-3 0,0 0-2 0,0 0-6 15,0 0-1-15,0 0-6 0,0 0-2 0,0 0 0 16,0 0-5 0,0 0-1-16,0 0-1 0,0 0 2 0,0 0-6 0,-2-4-1 15,2 4-1-15,0 0-3 0,0 0 1 0,0 0 0 16,0 0 4-16,0 0-5 0,0 0 0 0,0 0 1 16,0 0 2-16,0 0-5 0,0 0 2 0,0 0 1 15,0 0 0-15,0 0-2 0,29 0-3 16,-11 0 5-16,4-1-5 0,7-1-1 0,3 1 3 0,0 1 0 15,4-1 17-15,1-2 0 0,1 1 0 0,1 0-2 0,-1 1 2 16,-1 1 2-16,-6-3-3 0,-3 3-5 0,-9 0 1 16,-6-1 1-16,-2 0-2 0,-3 1-1 0,-2-2-1 15,2 2-1-15,-8 0-9 0,10 0-9 0,-10 0-11 0,9 0-10 16,-9 0 1-16,0 0-1 0,0 0-6 0,0 0-9 16,0 0-20-16,-21 6-22 0,14-4-23 15,1 0-23-15,-1 0-19 0,2-2-52 0,-1 3-167 0,6-3-399 0,-8 0 177 16</inkml:trace>
  <inkml:trace contextRef="#ctx0" brushRef="#br0" timeOffset="99422.38">22075 5549 64 0,'0'0'150'0,"0"-4"-10"0,0 4-5 0,0 0-5 16,0 0-3-16,0 0-3 0,0 0-3 0,4-3-2 15,-4 3-1-15,0 0-6 0,0 0 1 0,0 0 2 0,0 0-16 16,0 0-3-16,0 0-7 0,0 0-6 0,0 0-2 15,0 0-4-15,0 0-6 0,0 0-6 0,2-2-5 16,-2 2-2-16,0 0-1 0,0 0-2 0,0 0-2 16,0 0-2-16,0 0-1 0,0 0 0 0,0 0 0 15,0 0-1-15,0 0-5 0,0 0-1 0,0 0-1 16,0 0-8-16,0 0-1 16,0 0-4-16,0 0-4 0,0 0-5 0,0 0-1 15,0 0 1-15,0 0-9 0,0 0-2 0,0 0-3 16,0 0-2-16,0 0-3 0,0 0-1 0,0 0 1 15,0 10-2-15,-2-3 1 0,2 2-2 0,0 3 2 16,-4 3-5-16,3 2 12 0,-3 2-10 0,-4 8 1 16,3-3 2-16,-3 0 2 0,2-4-3 0,1 6 1 15,-1-1-1-15,-1-3-2 0,1-1 6 0,2-4-2 0,-1 0 1 0,3 0-2 16,-1-2 2-16,-1 1 3 0,2-6-4 0,-2 1-1 16,1 0 0-16,2-2 1 0,0-4-2 15,-2 0 2-15,1 2 4 0,2-4-1 0,-2 0-3 16,1 1 7-16,1-4 2 0,0 5 18 0,0-5 17 0,0 5 21 15,0-5 18-15,0 0 22 0,0 0 15 0,0 0-2 16,0 0 37 0,0 0-5-16,0 0-22 0,0 0-7 0,3-14-18 15,2 5-6-15,4-7-11 0,1 1-9 0,5-9-17 16,-1-2-11-16,5-3-19 0,-2 0-14 0,6-1-1 0,-3-2 0 16,2 2-8-16,-4 4 1 0,1 2 2 15,-3 1-7-15,-5 7 2 0,1 1-1 0,-2 3-3 16,-2 0 5-16,0 4-7 0,-4-1 5 0,0 1-1 15,1 6-2-15,-2-4 1 0,-1 4-22 0,2-2 14 0,-2 1-17 0,-2 3-35 16,8 0 4-16,-8 0 6 0,4 12 6 0,1-4 2 16,-3 4 5-16,1 6-3 0,0 2 4 0,0-1 3 15,-1 7 4-15,-2 0 4 0,3 0 8 0,-6-1-3 16,3 0 0-16,0 0 7 0,-2 0-2 0,0-5 6 16,1-2-2-16,1-1 4 0,-3 0-1 0,2-2-1 15,1-3-1-15,0-3-8 0,0 4 12 0,0-8 5 0,0 4-3 0,0-4 4 31,0 0-1-31,0 0 3 0,-2-1-4 0,2-4 7 16,-2 5 8-16,2-5 24 0,0 5 15 0,0-5 8 16,0 0 17-16,0 3-8 0,0-3 5 0,0 0-7 15,0 0-8-15,0 0-7 0,0 0-3 0,0 0-10 16,0 0-25-16,0 0-25 0,0 0-39 0,0 0-38 16,0 0-38-16,0 0-45 0,11-7-49 0,-11 7-57 0,2-3-68 15,3 0-284-15,-5 3-679 0,5-4 301 0</inkml:trace>
  <inkml:trace contextRef="#ctx0" brushRef="#br0" timeOffset="100770.79">22893 5441 138 0,'5'-3'169'0,"1"-2"-9"0,2 0-16 0,-4 2-12 15,3-1-15-15,0 2-9 0,-1 2-10 0,3-2-15 16,3 4-7-16,-2-1-6 0,0 0-10 0,1 4-5 16,0 3-9-16,-2 0-5 0,-1 3 3 15,2 3-9-15,-2 4-3 0,-2 5-1 0,1 2-12 0,-5 1 8 16,-2 6-1-16,-1-6-3 0,-4 5 0 0,-1 1-2 16,-4-3-3-16,-4 3-7 0,0-3 11 0,-4-2-4 0,2 0 1 15,-1-3-8-15,-5-1 9 0,6-3 17 0,-3 1-3 16,4-6 2-16,0 0 1 0,4-2-3 0,-2-2 6 0,3-2 1 15,3-2-6-15,2-2 2 0,-2 0 21 16,3-2 4-16,-1 1 15 0,2-1 20 0,-1-1 12 16,3 1 24-16,-2 0 18 0,3-3 13 0,0 0 4 0,0 0-17 15,0 0-19-15,0-11-10 0,4 4-15 0,4-3-12 0,0-3-5 16,4-1-14-16,1-2-5 0,6-8-5 0,3-3-14 16,2 1-5-16,-1-3-11 0,10-8-14 0,-2 0 3 15,-8 12-8-15,4-2 2 0,-4 0-2 0,0 1 0 16,-1 3-4-16,-1 0 0 0,-4 3-7 0,-4 6 10 15,-2-1-3-15,-2 1-4 0,0 6 8 0,-1-1-1 16,-3 5-10-16,-1-1-5 16,-3 2-1-16,4 0-3 0,-5-2-21 0,5 4-28 15,-5 1-18-15,0 0 1 0,0 0 10 0,-1 13 6 16,-8-3 5-16,0 7 6 0,-5 7 3 0,-4 2 5 16,-1 3 5-16,2 1-4 0,-3 0 8 0,3-1-3 15,1-1 8-15,5 1 4 0,-1-2 10 0,4-1-5 16,2-2 1-16,4-4-1 0,2-3 1 0,4 0 8 15,4 1 3-15,7 4 4 0,3-5 1 0,10-2-6 0,4-3-9 0,5-1-37 16,16 1-45-16,-2-2-57 0,-14-6-59 0,1-4-67 16,3 0-237-16,-8-3-553 0,-1-2 245 15</inkml:trace>
  <inkml:trace contextRef="#ctx0" brushRef="#br0" timeOffset="101505.03">23265 5173 8 0,'0'0'154'0,"-6"-1"-7"15,6 1-15-15,0 0-10 0,0 0-13 0,-4-2-12 16,4 2-14-16,0 0-1 0,0 0-4 0,0 0-6 16,0 0-1-16,0 0 1 0,0 0-9 0,0 0-3 15,0 0 2-15,0 0-2 16,0 0 0-16,0 0 0 0,0 0 3 0,0 0 2 15,0 0-3-15,0 0 7 0,0 0 0 0,0 0 21 16,0 0-1-16,0 0-4 0,0 0 0 0,0 0-9 16,0 0-6-16,0 0-9 0,20-3-5 0,-3 1-6 15,3-1-7-15,10 1-2 0,0 2-7 0,2 0-3 16,-1-1-2-16,2 0-1 0,-1 1-5 0,-2-1 0 16,-1-1-5-16,-9 1-1 0,0 0 0 0,-8 1-1 0,0 0-2 0,-6-1-2 15,3 1-2-15,-9 0-1 0,10 0-2 16,-10 0-6-16,7 0-8 0,-7 0-12 0,5-2-13 0,-5 2-6 15,0 0-8-15,0 0-14 0,0 0-20 16,0 0-25-16,-17 7-21 0,13-6-27 0,-1-1-39 0,5 0-158 16,-10 2-379-16,6 0 168 0</inkml:trace>
  <inkml:trace contextRef="#ctx0" brushRef="#br0" timeOffset="102073.27">23850 5035 230 0,'1'-3'281'15,"-1"3"-13"-15,3-5-14 0,-3 5-20 0,1-3-23 16,-1 3-23-16,0 0-19 0,0 0-24 0,3-4-13 15,-3 4-17-15,0 0-15 0,0 0-11 0,0 0-9 0,0 0-9 0,0 0-6 16,1 14-11-16,-1-9-4 0,0 4-5 0,-1 0-5 16,-2 2-4-16,2-1-4 0,-2 4-4 0,1 3 1 15,-3-1-5-15,1 1 0 0,0 0 3 16,0 1-8-16,-1-3 0 0,1-3-4 0,4 0 0 16,-4 0-1-16,3-2 0 0,1-1-3 0,-5-2-2 0,5-2-1 15,-1 0 0 1,1 0 5-16,-4-3 9 0,4-2 43 0,0 5 43 15,0-5 43-15,0 0 30 0,0 0 3 0,0 0-21 16,0 0-12-16,0 0-12 0,14-17-29 0,-9 10-1 16,3-4-15-16,-3 1-7 0,9-5-10 0,-4 1-1 0,4-2-17 15,-1 2-6-15,-4 0-8 0,6-2-5 16,-2 3-4-16,-3 5-2 0,-2-2-3 0,0 3-5 16,-4 2-1-16,1 1-7 0,0 1-4 0,-1-1-4 0,-2 3-13 0,2-3-25 15,-4 4-20-15,5-3-28 0,-5 3 4 0,0 0 6 16,8 8 6-16,-6-1 7 0,3-2 10 0,-1 4-1 15,-3 3 4-15,3-2 12 0,-2 2-3 0,0 2 0 16,-1-3 9-16,2 2 0 0,-2-2 6 0,3 1 3 16,-4 0-18-16,0-3 17 0,2 1-24 0,-2-3 3 15,0 0-10-15,-2-2-17 16,2 0-19-16,0-2-4 0,0 4-16 0,2-5-10 16,-2-2-13-16,0 4-11 0,0-4-6 0,0 6-5 15,0-6-49-15,2 2-66 0,-2-2-235 0,0 0-537 16,0 0 238-16</inkml:trace>
  <inkml:trace contextRef="#ctx0" brushRef="#br0" timeOffset="102490.1">24301 5138 39 0,'0'0'162'0,"0"0"-19"0,0 0-12 0,0 0-12 16,0 0-12-16,-7 0-4 0,7 0-12 0,0 0-9 15,0 0 8-15,0 0 5 16,0 0-8-16,0 0 9 0,0 0 1 0,0 0 5 15,0 0 0-15,0 0 3 0,0 0 1 0,0 0 1 16,0 0-2-16,0 0 2 0,0 0-6 0,0 0-8 16,0 0-9-16,25-2-7 0,-12 1-8 0,4 1-9 15,2-1-3-15,0-2-6 0,8 2-8 0,-6-1 3 16,1 0-9-16,-3 1-6 0,-5 1 3 0,3-1-2 16,-4 1 10-16,-7-3 2 0,3 3 0 0,-4 0-5 0,3 0-9 0,-8 0-2 15,8 0-4-15,-8 0 3 0,0 0-16 0,9 0-11 16,-9 0-22-16,0 0-23 0,5-1-24 15,-5 1-20-15,0 0-27 0,0 0-23 0,0 0-32 16,0 0-41-16,0 0-192 0,-21 1-435 0,21-1 192 16</inkml:trace>
  <inkml:trace contextRef="#ctx0" brushRef="#br0" timeOffset="103129.36">24784 4920 222 0,'0'0'224'0,"0"0"-14"0,3-2-11 0,-3 2-13 16,0 0-11-16,0 0-4 0,0 0-17 0,0 0-4 16,0 0-6-16,0 0-11 0,0 0-2 0,0 0-12 0,0 0-9 15,0 0-9-15,0 0-10 0,0 0-9 0,0 0-15 16,0 0-8-16,0 0-7 0,0 0-8 0,0 0-10 0,0 0-3 15,0 0-4-15,-3 15-4 0,0-3 0 0,0-3-6 16,-1 8-1-16,-2 3 0 0,-2 6-1 0,-1-2-5 16,3 3 0-16,-1 0 4 0,1-1-3 15,-3 3-2-15,4-5 3 16,-3 1-5-16,4-1 1 0,-1-5 2 0,4-2-2 16,-3 0 1-16,0-2-3 0,3-3 2 0,-1-2-2 15,0-3 3-15,1 0-3 0,1 0 1 0,-3-1-2 16,3-2 0-16,-1 1 2 0,1-2 2 0,0-3-1 15,0 6 6-15,0-6-6 0,0 0 4 0,0 0-1 16,0 0-2-16,0 6-2 0,0-6-18 0,0 0-32 16,0 0-55-16,0 0-74 0,0 0-81 0,0 0-196 0,0 0-487 0,0 0 215 15</inkml:trace>
  <inkml:trace contextRef="#ctx0" brushRef="#br0" timeOffset="104715.86">25087 5190 111 0,'0'0'203'0,"0"0"-8"16,0 0-12-16,0 0-8 0,0 0-17 0,0 0-12 0,0 0-11 15,0 0-16-15,0 0-12 0,-2-3-9 16,2 3-15-16,0 0-2 0,0 0-11 0,0 0-6 15,0 0-7-15,0 0-7 0,0 0-3 0,0 0-8 0,0 0 2 16,0 0-8-16,0 0-1 0,0 0-2 0,0 0-4 31,0 0-2-31,0 0-8 0,0 0 3 0,0 0 3 16,0 0 1-16,0 0 0 0,0 0-4 0,0 0 1 0,0 0 0 16,0 0-6-16,0 0 0 0,0 0-1 0,0 0-4 0,0 0 8 15,0 0-7-15,0 0 8 0,0 0 2 0,0 0-2 16,0 0 1-16,0 0 5 0,0 0-1 15,0 0-4-15,0 0 1 0,0 0-3 0,14-2-5 16,-2 1 2-16,6 1 0 0,0-2-7 0,13 1 2 16,1-3 4-16,0 3-5 0,0-1-2 0,2 0-2 0,3 0 2 0,3 0-1 15,-3-1 0-15,0 0-4 0,-4 0 2 0,-3 2 3 16,-10 0-3-16,-1-2 0 0,-7 2-5 0,-1-2-9 16,-2 3-11-16,-4-3-16 0,3 3-23 0,-4-1-13 15,-4 1-28 1,0 0-21-16,0 0-18 0,0 0-20 0,-26 0-191 0,12 0-380 15,1 1 168-15</inkml:trace>
  <inkml:trace contextRef="#ctx0" brushRef="#br0" timeOffset="105179.29">25347 5216 40 0,'0'0'254'0,"0"0"-7"15,-2-5-14-15,2 5-15 0,0 0-19 0,0 0-18 0,0 0-23 16,0 0-17-16,0 0-11 0,0 0-20 0,0 0-15 16,0 0-10-16,0 0-10 0,0 0-9 15,-5 10-6-15,5-3-7 0,-2 5-7 0,0 5 1 16,-7 12-5-16,2-2-9 0,-2 8-1 0,-5 9 0 16,2 5-7-16,-3-1 0 0,1 5-1 0,-3-2 14 0,3 2-2 0,-1-2-2 31,-2-2-5-31,3 1-2 0,4-4-1 0,-2-2-2 15,2-10-4-15,1 12-2 0,0-1 4 0,0-10-2 16,3-2-6-16,-2 2 4 0,-1-4-4 0,2-1-1 16,-2-2 1-16,0-4-3 0,2-5 3 0,0-2-1 0,-2-2-2 0,2-3-5 0,2-2 12 0,-2-1 16 15,-2-1 20-15,4-4 20 16,-1-1 21-16,-1 0 11 0,-2-4-7 0,-1-4-6 16,-1 1 5-16,0-3 0 0,-2-6-3 0,-1-1-2 15,1 0-6-15,0 0 2 0,-2-7-9 0,4 4-4 16,1 0-1-16,-1 1-15 0,5 1-6 0,-1-1-4 15,-4 3-4-15,6 3-3 0,1 5 8 0,-1-6-7 16,2 7-17-16,-1-3-2 0,1 1-4 0,0 5-7 16,1-2 5-16,2 3-22 0,-3-6-46 0,3 6-12 0,-1-5-27 0,1 5-14 15,0 0 5-15,-7 0-16 0,7 0-15 0,0 0-19 16,-9 11-24-16,4-8-25 0,2 0-35 0,0 4-25 16,-1-2-286-16,4-5-587 0,-1 7 260 15</inkml:trace>
  <inkml:trace contextRef="#ctx0" brushRef="#br0" timeOffset="106051.01">25469 6153 202 0,'2'-4'243'0,"0"0"-8"16,-2 0-8-16,0 4-14 0,4-5-21 0,-3 2-18 16,-1 3-20-16,4-2-22 0,-4 2-12 0,4-3-11 15,-4 3-14-15,0 0-11 0,2 10-9 0,-2-3-8 16,-1 2-9-16,-3 3 2 0,1 4-10 0,0 2-5 15,-2-1-4 1,0 3-10-16,-1 6 3 0,-1 0-3 0,-3-1-5 0,1-1-2 16,1-5-1-16,-3 3-2 0,4-4-3 0,2-2 0 15,0-4-2-15,1-2-4 0,3 2-2 0,-3-5 2 16,0-1 0-16,4 0 14 0,-1-1 35 0,1-2 35 16,0 1 43-16,0-4 51 0,-4 4 41 0,4-4 4 15,0 0-26-15,0 0-24 0,9-16-17 0,1 7-16 16,-1-5-20-16,1-1-8 0,4-2-17 0,2-5-9 0,3 3-6 15,0-3-11-15,-2-2-9 0,2 3-11 0,-4-1-6 16,-1 7-5-16,-3 3-6 0,-1 4 2 0,-3-1-14 16,1 6-2-16,-4-2-7 0,1 0-7 0,-4 1-18 15,3 1-28-15,-4 3-34 0,8 0 0 0,-8 0 8 16,5 5 2-16,-4 2 4 0,2 2 6 0,-2 2-1 16,-1 1 2-16,3 5 4 15,-3 0 1-15,0 0 5 0,-2 0 4 0,1-1-15 16,1 1 20-16,-1 0 6 0,1-4 3 0,-3-2-2 15,3 0 3-15,0 0 3 0,0-5 2 0,0 1 5 16,0-2-3-16,-1 0 0 0,1-1 8 0,0 0 1 16,0-4 5-16,0 6-5 0,0-6 6 0,0 4 7 15,0-4-15-15,0 4-8 0,0-4-15 0,0 0-22 16,1 4-47-16,-1-4-61 0,0 0-50 0,0 0-40 0,9-3-38 0,-9 3-60 16,0 0-243-16,7-2-633 0,-6-2 279 0</inkml:trace>
  <inkml:trace contextRef="#ctx0" brushRef="#br0" timeOffset="116185.25">26196 5620 21 0,'0'-3'170'0,"0"3"-5"0,-5-4 3 16,5 4-4-16,0-5-1 0,0 5 2 0,0 0 0 0,0-3 0 15,0 3-2-15,0 0-3 0,0 0-8 0,0 0-3 0,-2-5-7 16,2 5-8-16,0 0-12 0,0 0-10 0,0 0-6 15,0 0-15-15,0 0 2 0,0 0-20 16,0 0-8-16,0 0-6 0,3-3-8 0,-3 3-3 16,0 0-6-16,0 0-4 0,9 0-6 0,4 1-1 15,0-1-6-15,10 2-4 16,8-2-14-16,-1 3-28 0,5-2-27 0,-5 3-32 16,1-3-33-16,-3 2-41 0,3-2-35 0,-11 1-50 15,0 0-164-15,-1 1-438 0,-6-1 194 0</inkml:trace>
  <inkml:trace contextRef="#ctx0" brushRef="#br0" timeOffset="116354.04">26329 5804 233 0,'-4'4'246'0,"2"-2"-16"0,2-2-13 15,-4 3-10-15,4-3-19 0,0 0-19 0,12 0-12 16,4 0-21-16,4 1-13 0,9-2-12 0,2 1-32 15,4 1-44 1,1 1-58-16,0-2-67 0,0-2-104 0,4 1-110 16,-4-3-330-16,-3-1 146 0</inkml:trace>
  <inkml:trace contextRef="#ctx0" brushRef="#br0" timeOffset="116855.2">27248 5711 74 0,'0'0'194'0,"-14"0"-10"0,9-2-1 0,5 2-7 15,-9 0-7-15,9 0-5 0,-5 0-6 0,5 0-4 16,0 0-7-16,0 0-11 0,0 0-1 0,0 0-13 16,0 0-6-16,0 0-15 0,0 0-8 0,35-5-11 0,-8 4-7 0,6 0 13 15,3-2-8-15,3 2-7 0,14-2-8 0,0 3-8 16,-1-3-6-16,-11 2-6 0,-4 0-3 0,-2-2-2 16,-5 1-8-16,-7 0 1 0,-3 1-4 0,-4 0-2 15,-6 1-2-15,0-1-5 0,-2-1-3 0,0 4-17 16,-3-2-21-16,-5 0-28 0,6-2-19 0,-6 2-31 15,0 0-53-15,0 0-60 16,-23 0-219-16,12 0-468 0,-1 0 208 0</inkml:trace>
  <inkml:trace contextRef="#ctx0" brushRef="#br0" timeOffset="118210.39">28204 5291 92 0,'6'-3'179'0,"2"0"-14"16,-2-1-21-16,3-1-14 0,3 3-11 15,0 2-11-15,0-3-16 0,2 6-8 0,3-2-8 16,0 3-10-16,0 5-1 0,-3-1-9 0,0 4-3 16,0 5-7-16,-1-2 4 0,-3 8-8 0,-5-5-3 0,2 8-2 15,-7 3-3-15,-3-1-5 0,-6 2-2 16,-3 0-2-16,-3 3-1 0,-2-2-2 0,-4 1-8 0,-1-4 7 0,-2 2-4 15,1-5 2-15,2-2-5 0,0 1 3 0,-2-7 2 16,0 2 7-16,10-9 5 0,-3 2 0 0,5-6 10 16,0 1 8-16,1 0 16 0,2-2 22 0,3-1 26 15,1 0 26-15,0-2 31 0,-1 0 30 0,5-2 28 16,0 0-28-16,0 0-19 0,5-14-28 0,3 4-5 16,7-1-24-16,4-8-17 15,6-2-12-15,4-4-19 0,9-9-22 0,5 0-20 16,4-1-17-16,0 0-21 0,4-1-6 0,-2 1-6 15,-6-2-5-15,-1 8 0 0,-15 6 2 0,-4 4-2 0,-4 2 9 0,-6 5 3 16,-3 3 6-16,-1 2 3 0,-1-1 4 0,-3 3-10 16,-1 1 0-16,1 1-25 0,-3 3-10 0,-2 0 7 0,0 0 3 0,-15 12 0 15,2 0 7-15,-2 1-2 16,-4 7-3-16,-3 1 8 0,4-3 2 0,2 7 4 16,2 1 3-16,2 0 27 0,7-1-7 0,1 0 8 15,8 2-12-15,6-3-8 0,9 0-13 16,8-4-39-16,6-2-61 0,16-1-77 0,10-5-87 0,-5-4-254 0,4-3-581 15,-3-5 257-15</inkml:trace>
  <inkml:trace contextRef="#ctx0" brushRef="#br0" timeOffset="118821.55">28725 5000 150 0,'0'0'135'0,"0"0"-11"15,-8 0-21-15,8 0-3 0,0 0-14 16,0 0-9-16,-6 0 3 0,6 0 5 0,0 0-1 0,0 0 2 16,0 0 3-16,0 0 1 0,0 0-2 0,0 0 2 0,-5 2-1 15,5-2-5-15,0 0-1 0,0 0-6 0,0 0-5 16,28-2-3-16,-9 0-9 0,0-1-4 0,4 1-6 0,9 1-8 15,-1 0-4-15,1-2-1 0,1 0-3 0,0-1-6 16,-1-1 0-16,-1 3-5 0,-5-1-3 0,-6 3-1 16,-2-2-5-16,-8 2 0 0,3-2 4 0,-5 2-6 15,-3-3 1-15,0 2-3 0,-5 1-11 0,10-1-9 16,-10 1-18-16,0 0-19 0,0 0-13 0,0 0-20 16,0 0-18-16,0 0-14 0,0 0-22 0,-29 1-39 15,22 0-113-15,0 2-309 0,3-2 136 0</inkml:trace>
  <inkml:trace contextRef="#ctx0" brushRef="#br0" timeOffset="119245.15">29358 4903 135 0,'0'0'303'0,"2"-3"-23"16,-2 3-23-16,2-4-27 0,-2 4-26 0,0 0-23 16,2-4-18-16,-2 4-22 0,0 0-17 0,0 0-10 15,0 0-16-15,0 0-10 0,6 10-10 0,-4-3-2 16,-2 0-15-16,0 2-6 0,0 1-2 0,0 0-7 16,0 2-2-1,-2 2-6-15,-3 0-5 0,5-2-1 0,-1-3 1 16,0 2-8-16,1-5-2 0,0 2 0 0,-1-3-5 0,1 0 1 15,0 0 1-15,-2-2 1 0,2-3 11 0,2 7 35 16,-2-7 30-16,0 3 16 0,0-3-9 0,0 0-17 16,8-8-8-16,0 2-6 0,-2-2 4 15,5 0-23-15,1-4-1 0,1 0-10 0,3-2 1 16,-4 1-8-16,2-1-2 0,-1 3 3 0,-4 0-15 0,1 5-2 0,-1-2 4 16,-5 4-6-16,4-1 2 0,-4 2-13 0,-1-2-6 15,1 3 2-15,-4 2-6 0,0 0-10 0,13 7-4 16,-5 0-5-16,-2 0-1 0,0 5-1 0,2 0-8 15,1 5-6-15,0-2-18 0,-3 1-30 0,2 0-33 0,3 6-39 16,-3-6-50-16,3-1-65 0,-4-4-243 16,1-1-557-16,-2-2 248 15</inkml:trace>
  <inkml:trace contextRef="#ctx0" brushRef="#br0" timeOffset="119594.25">30016 4930 198 0,'0'0'209'0,"0"0"-16"0,0 0-16 16,0 0-23-16,0 0-14 0,0 0-13 0,18 0-19 16,-4 0-3-16,7 0-13 0,-3-2-6 0,14 2-9 15,0 0-9-15,4-3-6 0,4 2-7 0,-3 2-8 16,14-1-3-16,-12-1-6 16,-7 1-6-16,0 0-6 0,-11 0-6 0,-1-1-6 15,-6 1-3-15,-2 0-3 0,0-2-19 0,-5 2-9 16,-3-2-45-16,-4 2-27 0,0 0-22 15,0 0-14-15,-17-6-150 0,4 6-299 0,0-2 133 0</inkml:trace>
  <inkml:trace contextRef="#ctx0" brushRef="#br0" timeOffset="119962.35">30215 4957 74 0,'-2'2'218'0,"2"-2"-15"0,0 0-17 16,0 0-20-16,0 0-17 0,0 0-19 15,0 0-15-15,-2 4-11 0,2-4-10 0,0 8-13 16,-2-4-3-16,0 7-7 0,1 0-6 0,-1 6-5 16,-5 1-3-16,5 6-4 15,-7 3 2-15,1 3-8 0,0 3-2 0,-2 2 1 16,-3 13-4-16,-1 1-2 0,2-2-3 0,3-14-4 16,2 13-1-16,-3 0-3 0,2-11-3 0,4-1 0 0,1-1-1 15,1-1-2-15,-2-1 2 0,-1 0-5 0,2-4-6 16,0-3 1-16,1-6-3 0,-1-3 0 0,0-2 0 15,0-3 9-15,-1 1 8 0,1-3 13 0,-1-3 9 16,-1 0 12-16,0 2 2 0,0-3 1 0,-4-3-6 16,-2-1-4-16,-1 0 2 0,-1-2-7 0,-1-4-4 0,1-3 10 15,2 4-5-15,-3-5-5 0,2 5-2 0,2-4-5 16,-1 2-4-16,2 0-5 0,1 1-4 16,0 2-5-16,3 0 1 0,1 1-1 0,-4 0-6 15,6 0-16-15,0-1-25 0,-2 1-26 0,4 3-23 16,-4-1-40-16,4 1-26 0,0 0-25 0,0 0-30 0,0 0-37 0,0 0-194 15,0 0-460-15,0 0 203 0</inkml:trace>
  <inkml:trace contextRef="#ctx0" brushRef="#br0" timeOffset="120378.63">30319 5721 45 0,'2'-4'357'0,"-2"4"-1"0,1-6-34 15,-1 4-28-15,0 2-26 0,2-5-30 16,-2 5-28-16,0 0-23 0,2-2-24 0,-2 2-19 0,0 0-17 0,0 0-15 16,0 0-13-16,2 14-12 0,-4-5-2 0,2 2-12 15,-4 0-5-15,3 1-10 0,-5 5-9 0,-1-1-2 16,2 0-7-16,0-3-10 0,-1-1-8 0,2-2-2 15,1 0-5-15,3-4 2 0,-2 2-3 0,0-4 2 16,-2 0 2-16,2 2-1 0,1-3 24 0,1-3 28 16,0 4 43-16,0-4 32 15,0 0-15-15,0 0-13 0,0 0-9 0,15-12-14 16,-6 7-7-16,8-7-6 0,-4 1-12 0,4 0-8 16,-4-1-1-16,5 1-12 0,-8 3-1 0,1-1-12 15,0 4-2-15,-2-5-8 0,0 5-2 0,-2 3 0 16,-1-2-5-16,-1 0-23 0,-1 1-30 0,1 3-21 15,-5 0-5-15,10 3 0 0,-5 1-22 0,0 1-17 16,0 1-25-16,0 4-30 0,1-1-32 0,2 1-48 0,-2-1-65 0,1-1-298 16,-3 1-648-16,1-1 287 0</inkml:trace>
  <inkml:trace contextRef="#ctx0" brushRef="#br0" timeOffset="120726.21">30745 5801 289 0,'-4'-5'277'0,"4"5"-24"0,0 0-13 0,0 0-19 0,-5 0-20 0,5 0-24 31,0 0-15-31,0 0-19 0,0 0-14 0,0 0-17 0,0 0-6 0,0 0-10 16,0 0-11-16,0 0-8 0,0 0-10 15,0 0-2-15,0 0-3 0,0 0-8 0,0 0-2 16,0 0 9-16,0 0-3 0,0 0 7 0,0 0 2 16,0 0-2-16,0 0 3 0,0 0-4 0,0 0 3 0,0 0-1 15,0 0-2-15,0 0-10 0,0 0-7 0,11-3-2 16,-2-1-13-16,7 1 2 0,2-1-11 0,5 1 0 0,9 1-10 16,0 0-5-16,3-1-4 0,0 1-17 0,0-3-10 15,-2 2-19-15,-5 0-19 0,-9 2-18 0,-1-3-28 16,-8 3-18-16,3-4-28 0,-8 2-35 0,2-1-35 15,-5-1-241-15,-4-1-503 0,-3 0 223 0</inkml:trace>
  <inkml:trace contextRef="#ctx0" brushRef="#br0" timeOffset="120948.46">30880 5687 45 0,'0'0'314'0,"0"0"-4"0,0 0-11 0,0 0-14 0,-7-2-18 15,7 2-26-15,0 0-31 0,0 0-23 0,0 0-20 16,0 0-26-16,0 0-24 0,-4 6-13 0,3 0-9 0,0 1-15 16,-2 5-4-16,2 0-16 0,-4 5 0 0,1 1-4 15,0 1-3-15,2 7 4 0,0-7-19 0,2 1 0 16,0-1-2-16,2 1-33 0,-1-1-30 0,2 2-32 0,-1-1-47 16,2-5-60-16,-2 4-70 0,2-9-222 15,0-1-496-15,-1-1 220 0</inkml:trace>
  <inkml:trace contextRef="#ctx0" brushRef="#br0" timeOffset="121210.9">31425 5678 252 0,'2'-10'418'16,"6"1"-4"-16,-4-1-3 0,0 7-14 0,-3-4-12 16,3 0-21-16,0 4-39 0,-4 0-32 0,0-1-35 15,4 2-30-15,-4 2-37 0,0 0-53 0,0 0-44 16,0 0-12-16,0 0 3 0,0 19-8 0,-4-2-24 0,0 1-14 16,0 8 4-16,-1 2-21 0,0 1-15 0,-2-2-23 15,0 3-48-15,-1 1-40 0,-2-1-56 0,-3 4-66 16,-1 10-104-16,0-15-283 0,0-7-664 0,4-5 294 15</inkml:trace>
  <inkml:trace contextRef="#ctx0" brushRef="#br0" timeOffset="130514.18">1198 9907 13 0,'0'0'118'0,"0"0"7"0,0 0-18 0,0 0-9 16,0 0-5-16,0 0-5 0,0 0-10 0,0 0-2 0,0 0-14 15,0 0-5-15,0 0-5 0,0 0 5 0,0 0 12 16,0 0 0-16,0 0 2 0,30 3-6 0,-13-6-5 16,6 6-4-16,4-6-2 0,6 3 1 0,5-1 1 0,-1-1 3 15,3 1-2-15,0 0-6 0,-5 1-1 0,-1-4-8 16,-6 4-2-16,-6-1-5 0,-3 1-7 15,0 0-2-15,-6 0-8 16,1 1-16-16,-4 3-42 0,-1-4-38 0,-1 2-28 16,-6-2-13-16,1 3-25 0,-3-3-106 0,-9 7-272 15,-1-2 121-15</inkml:trace>
  <inkml:trace contextRef="#ctx0" brushRef="#br0" timeOffset="130814.77">1344 10142 213 0,'0'0'213'0,"0"0"-9"16,0 0-21-16,0 0-17 0,-3 2-19 0,3-2-10 0,0 0-15 16,0 0-18-16,0 0-3 0,22 3-12 0,-9-3-9 15,5-3-8-15,5 3-4 0,-3 0-8 0,11-1-3 16,-3-3-6-16,-6 4-6 0,-2-1-6 0,1 1-3 0,-8 0-5 16,0-1-17-16,1 2-22 0,-5-1-25 0,-1 0-24 0,-2-1-31 15,2 1-33-15,-8 0-15 0,8-2-163 16,-7 0-323-16,-1 2 144 0</inkml:trace>
  <inkml:trace contextRef="#ctx0" brushRef="#br0" timeOffset="131400.25">1644 9697 85 0,'0'-5'308'0,"0"0"-23"0,0 1-27 0,0 4-23 0,0-6-27 16,0 6-24-16,1-5-23 0,-1 5-18 16,0 0-18-16,3-2-14 0,-3 2-11 0,0 0-11 0,16 8-8 15,-7-1-10-15,4 0-15 0,0 0-8 0,5 4-8 16,-1-2-4-16,-1 3-17 0,2-3-2 0,6 5-4 0,-5-6-2 15,1 2-8-15,-1 0-1 0,-1-5-4 0,-2 3-3 16,2-2 0-16,-5-3 3 0,-3 2-1 0,3-3 2 16,-5 2 2-16,-2-2-1 0,3-1 8 0,-4 1 20 15,-1-2 14-15,-4 0 10 0,9 1 3 0,-9-1 6 16,8 0 6-16,-8 0 8 0,6 1 1 0,-6-1-3 16,0 0-2-16,8-1-9 15,-8 1-5-15,0 0-18 0,0 0-10 0,0 0-22 16,5 1-35-16,-5-1-6 0,-2 6-1 0,-3 5 3 15,0 0 7-15,-8 12 0 0,1 8 7 0,-10 13 1 16,-1 1 3-16,1 0 0 0,-2 1 2 0,-2 0 2 16,2-2-1-16,1-1 0 0,8-9 4 0,2-3-3 15,-1 1 2-15,1-6 1 0,2 3-1 0,-1-3-1 16,6-1 2-16,-2-7 3 0,4-1-4 0,2-4 2 0,-2-3 3 0,1 0 0 16,2-1-1-16,-2-1 11 0,2-2-6 0,1 1 22 15,-1-3 21-15,-2-2 20 0,3-2 12 16,-1 4 19-16,1-4 19 0,0 5 20 0,0-5-23 15,-3 3 27-15,3-3-6 0,0 0-14 0,0 0-3 0,0 0-10 16,0 0-12-16,-1 6-3 0,1-6-34 0,0 0-78 16,0 0-52-16,0 0-67 0,9-14-82 0,-5 10-88 0,0-1-331 15,0-2-695-15,1 2 308 0</inkml:trace>
  <inkml:trace contextRef="#ctx0" brushRef="#br0" timeOffset="133033.15">3091 9656 25 0,'-4'-2'162'0,"4"2"-3"0,0 0-2 16,0 0-6-16,0 0-3 0,0 0-9 0,0 0-5 15,0 0-7-15,0 0-6 0,0 0-11 0,0 0-9 16,0 0-8-16,0 0-8 0,0 0-4 0,0 0-8 16,0 0-7-16,0 0-3 15,0 0-9-15,0 0-2 0,0 0-6 0,0 0-5 16,0 0-4-16,0 0 0 0,0 0-7 0,11-1-5 16,-11 1-7-16,22-2 4 0,-4 0-2 0,5-1-4 15,10-2 3-15,2 3-2 0,4-1-5 0,-3 0 0 16,4-1 1-16,-2-1 0 0,1 3-1 0,1-3 0 15,-7 2-5-15,-2 0-1 0,-9 2 1 0,-4-2-3 16,-6 1-3-16,0 1-8 0,-1 1-17 0,-3 0-17 0,-4 0-23 0,-4 0-17 16,6 1 8-16,-6-1 0 0,0 0-1 0,-16 6-29 15,-1-1-17-15,-3 0-20 0,-1-4-148 0,-7 6-312 16,6-3 138-16</inkml:trace>
  <inkml:trace contextRef="#ctx0" brushRef="#br0" timeOffset="133449.51">3286 9668 49 0,'0'0'226'0,"0"0"-13"16,0 0-12-16,0 0-9 0,0 0-16 0,0 0-14 15,0 0-14-15,0 0-17 0,0 0-15 0,0 0-14 16,0 0-10-16,0 0-14 0,0 0-30 0,0 0-14 16,0 0 2-1,-1 9-12-15,1-1-3 0,1 4 2 0,0 5-4 16,1 1-3-16,-1 10-1 0,2 3-3 0,-3 1 4 0,2 5-1 15,3 10 2-15,-2 2-6 0,-2-1 7 0,0-2-5 0,2 0-5 16,-2-9-2-16,2 11 4 0,-3-15-2 16,1 2-1-16,-1-1 2 0,0 0 1 0,-1-4-3 0,-2 1 0 15,1 1-3-15,-4-7-1 0,0-3 4 0,0-3-6 16,-2-2 7-16,3 0-11 0,-3-3 9 0,-2-2 6 16,1-3-4-16,1-3 3 0,-2 3 4 0,0-5 15 15,1 0 7-15,-5-1 11 0,-1-3 8 0,1-1-2 16,1-4 7-16,-4 1 5 0,2-6 7 0,-2 4-5 15,3-5 2-15,-1 1-3 0,2-2-8 0,3 0 3 16,-4 0-10-16,1 0-6 0,4 3-3 0,3-1-4 16,-2 2-3-16,4 1-4 15,-1 2-6-15,1 0-1 0,-2 1-3 0,2-1 0 16,0 3-8-16,2-1-2 0,-1-1-9 0,3 4-23 16,-4-3-28-16,4 3-26 0,0 0 0 0,0 0-12 15,0 0-23-15,-14 9-19 0,13-6-39 0,0 3-19 16,-1 0-248-16,2-2-469 0,2 1 208 0</inkml:trace>
  <inkml:trace contextRef="#ctx0" brushRef="#br0" timeOffset="134251.74">3612 10418 116 0,'0'0'249'0,"0"-7"6"16,0 7-22-16,1-6-12 0,-1 6-17 0,0-5-12 15,0 5-16-15,4-4-17 0,-4 4-16 0,0 0-14 16,0 0-16-16,0-3-11 0,0 3-14 0,0 0-14 0,0 0-8 15,0 0-6-15,0 0-9 0,0 0-7 0,5 10-5 16,-3-3-3-16,0 1-5 0,-2 2-5 0,0 1 0 16,0 1 3-1,1 4-9-15,-1-5-5 0,0 5 0 0,-1-3 3 16,1 4-6-16,0-2-2 0,0-3 5 0,0 0-6 16,0-3 2-16,-2 4-8 0,4-4 5 0,-2-3 9 15,0 0-12-15,0 0-1 0,-2-1 4 0,4-3-1 16,-2 3 3-16,0-5 4 0,0 5 28 0,0-5 31 15,0 5 32-15,0-5 28 0,0 0 21 0,0 0 20 16,0 0-13-16,0 0-15 0,0 0-16 0,10-13-13 0,-6 6-9 0,0-5-14 16,1 6-12-16,0-5-1 0,1 1-12 0,2-1-9 15,0 3-4-15,-3-2-10 0,0 3-4 0,3 0-4 16,-3 2-15-16,-4 2 2 0,3-2-5 0,0 1-18 16,0 1-22-16,-4 3-21 0,6-1 1 0,-6 1 4 15,14 5 5-15,-6 3 0 0,-2-1 5 0,4 2 2 16,-2 0-2-16,-2 3-3 15,2 4 9-15,2-3 0 0,-2 2 2 0,0-2 4 16,-1 2-3-16,-2-4 5 0,-1 2 13 0,1-2-9 16,-1 0 0-16,0 2-1 0,0-6 5 0,-3 1-9 15,4-3 4-15,-4-2 4 0,2 5 6 0,-2-4 2 16,1-2-5-16,-2-2 6 0,2 3 14 0,-2-3-13 16,0 5-4-16,0-5 5 0,0 0-2 0,0 0 2 15,0 5 1-15,0-5-4 0,0 0-3 0,0 0 9 0,4 1-2 0,-4-1-9 16,0 0-16-16,0 0-21 0,0 0-29 15,0 0-25-15,0 0-25 0,0 0-29 0,0 0-66 0,0 0-64 16,0 0-86-16,0 0-190 0,1-14-600 0,3 3 266 16</inkml:trace>
  <inkml:trace contextRef="#ctx0" brushRef="#br0" timeOffset="135207.1">4154 9209 93 0,'0'0'151'0,"0"0"-4"16,0 0-2-16,0 0-9 0,0 0-2 15,0 0-1-15,0 0-5 0,0 0 1 0,1-3-2 16,-1 3-2-16,0 0-7 0,0 0-9 0,0 0-5 0,0 0-10 0,0-5-5 16,0 5 3-16,0 0-4 0,0 0-4 0,0-4-5 15,0 4-7-15,0 0-7 0,0 0-6 0,0 0-5 16,0 0-6-16,0 0-7 0,0 0-6 0,0 0-7 0,0 0-8 16,0 0-6-16,0 0-10 0,0 0-2 15,0 0-1-15,-3 13 1 0,-3-5-3 0,0 4 2 16,-2 2-1-16,-5 3-5 15,-2 4-2-15,2 0 0 0,0-5 1 0,3 1 1 16,-1-3 5-16,-1 0-8 0,3-1 10 0,4-3-5 16,1-3-3-16,-3 1 1 0,3-1 4 0,1-2 2 15,1-1-1-15,-1-1 0 0,-1 2 5 0,3-3-2 16,1-2 11-16,-4 5 14 0,3-3 9 0,1-2 7 0,0 0 4 16,0 0-2-16,-3 3-4 0,3-3-3 0,0 0-4 15,0 0-2-15,0 0-13 0,-1 5-20 0,1-5-39 0,0 0-51 16,-4 2-65-16,4-2-91 0,0 0-182 0,0 0-462 15,13 0 204-15</inkml:trace>
  <inkml:trace contextRef="#ctx0" brushRef="#br0" timeOffset="136323.5">4713 10087 1 0,'0'0'135'0,"-5"0"-2"0,5 0-2 0,0 0 0 0,-5 2-7 16,5-2 3-16,0 0-10 0,0 0 0 0,0 0-4 15,0 0-3-15,0 0-1 0,0 0-8 0,-8 0-2 16,8 0-4-16,0 0-4 0,0 0-4 0,0 0-7 0,0 0-4 0,0 0-9 16,0 0-3-16,0 0-12 0,0 0 1 0,0 0-7 15,0 0-4-15,0 0-1 0,0 0-10 0,0 0-3 16,0 0 0-16,0 0-5 0,0 0-1 16,0 0-2-1,0 0-4-15,0 0-2 0,0 0 1 0,0 0-3 0,0 0 0 16,0 0-1-16,0 0-1 0,0 0-1 0,0 0-1 15,0 0 1-15,0 0 6 0,0 0-8 0,0 0 1 16,0 0 0-16,0 0 0 0,0 0 3 0,0 0-4 0,0 0-3 16,0 0 2-16,0 0 0 0,0 0-1 0,0 0 0 15,0 0-2-15,0 0 2 0,0 0-2 16,0 0-1-16,0 0 2 0,0 0-4 0,0 0 1 16,0 0 3-16,0 0-4 0,0 0-1 0,0 0 3 0,0 0-1 15,0 0 1-15,0 0 1 0,0 0 1 0,0 0 2 0,0 0 5 16,0 0-2-16,0 0 5 0,0 0 0 0,0 0-2 15,0 0 1-15,0 0-4 0,26 0 1 0,-16-3-1 0,12 1 0 16,5-1-4-16,5-1 5 0,0 1-2 16,2 0-3-16,3-2 4 0,-1 3-6 0,4-2 4 15,1 1-3-15,-4 1-2 0,0-1 4 0,-4 1 0 16,-4-1-6-16,-2 3-16 16,-9-2-14-16,0 4-20 0,-5-1-26 0,-6-1-25 15,1 1-31-15,-4 0 14 0,-4-1 7 0,0 0-5 16,-10 7-38-16,-1-4-181 0,-6-1-364 0,0 5 162 15</inkml:trace>
  <inkml:trace contextRef="#ctx0" brushRef="#br0" timeOffset="136593.13">4932 10004 32 0,'0'-11'264'0,"0"1"-1"0,-3 0-4 0,3 2-4 15,0-1-11-15,-1 3 0 0,1-1-18 0,0 3-14 16,1 1-22-16,-2-4-18 0,1 7-24 0,0-7-14 0,0 7-19 0,0-1-24 16,0 1-30-16,0 0-18 0,0 0-5 0,0 0-5 15,0 15-5-15,-1-1 0 0,0 4-1 0,-1 8-3 16,2-1-2-16,0 3 0 0,-1-1-2 0,1 0-5 16,0-1 10-16,1-1-12 0,-1-5-31 0,3 6-18 15,-2-7-34-15,3 3-30 0,-2-3-47 0,2 0-45 16,0-4-256-16,0-3-485 15,2-2 215-15</inkml:trace>
  <inkml:trace contextRef="#ctx0" brushRef="#br0" timeOffset="137394.41">5870 9697 104 0,'5'-7'227'0,"-5"7"-7"0,1-5-12 0,-1 5-19 16,0-3-13-16,0 3-20 0,3-2-15 0,-3 2-17 15,0 0-15-15,0 0-13 0,0 0-10 0,0 0-11 16,0 0-10-16,0 0-10 0,4 8-11 0,-3-2 2 16,-1 5-5-16,2-2-5 0,-2 3-9 0,2 5 4 15,-2 0-4-15,1 0-7 0,-2 4 2 0,1-4-2 16,0 8-3-16,-2-6-2 15,1 0-2-15,1 1-2 0,0 1-2 0,-1-4-2 16,0-2 3-16,-2 1-2 0,2-5-4 0,2-1 2 16,-1-4 2-16,0 1 1 0,0 1-1 0,0-3 21 15,0-1 15-15,0 1 23 0,0-5 24 0,0 5 36 16,0-5 6-16,0 3 17 0,0-3 13 0,0 0 10 16,0 0-14-16,0 0-13 0,0 0-13 0,6-17-20 15,-3 8-6-15,1-3-11 0,2-4-10 0,3 1-10 0,0-4-8 0,0 2-7 16,6-6-7-16,-3 1-4 0,3 0 2 0,-3 6-11 15,-2 1-11-15,1 4 1 0,-3 0-1 0,-3 4-10 16,0-1 0-16,-1 3-3 0,1 1-3 0,-1-1 0 16,0 0-12-16,0 5-19 0,-4 0-28 0,5-3-31 15,-5 3-11-15,0 0 6 0,8 5 9 0,-2 4 9 16,-1-1 5 0,0 5 7-16,3 3 2 0,-3 3 8 0,4-1 4 0,-5 1 3 15,1 0 5-15,0 7 7 0,0-8-2 0,-2 2-1 16,-2-2 7-16,3-2 1 0,-3-2 3 0,1-3-1 15,0-1 7-15,-1 2-6 0,-1-4 0 0,0 0-22 16,0-3-15-16,1 3-16 0,-1-3-16 0,0-2-19 16,2 2-19-16,-2-1-17 0,0 1-20 0,0-5-25 15,-2 5-12-15,0 0-43 0,-2-3-193 0,4-2-467 0,0 0 207 16</inkml:trace>
  <inkml:trace contextRef="#ctx0" brushRef="#br0" timeOffset="138164.54">5626 10262 109 0,'-5'0'169'0,"-3"1"-3"0,8-1-2 0,-8 0-4 16,8 0 0-16,0 0-13 0,-10 2-5 0,10-2-8 0,0 0-14 15,-5 0-9-15,5 0-8 0,0 0-7 0,0 0-8 16,0 0-9-16,0 0 0 0,-8-2-5 0,8 2-10 0,0 0 2 15,0 0-5-15,0 0-1 0,0 0-6 16,0 0-5-16,0 0-5 0,0 0-1 0,-4 4-1 16,4-4 0-16,0 0-8 0,0 0 0 0,0 0-1 15,0 0-1-15,0 0-1 0,0 0-4 0,0 0-1 0,0 0-2 0,0 0-4 16,0 0 0-16,0 0-2 0,0 0-4 0,0 0-2 16,0 0-1-16,0 0 1 0,0 0-2 0,0 0 1 15,0 0-1-15,0 0 0 0,0 0-4 16,0 0-1-16,0 0 0 0,0 0 1 0,0 0-5 0,0 0-1 15,0 0 4-15,0 0-2 0,0 0 3 0,0 0-2 16,0 0 0 0,0 0 2-16,0 0 8 0,0 0-3 0,0 0-6 15,26-5 3-15,-8 3-3 0,10 0-2 0,4 0 3 16,1-3-3-16,5 0-1 0,2 2 10 0,14 0-8 0,1-2-1 16,0-1 2-16,4 3 0 0,-2-1 4 15,1-1 3-15,-6 0 6 0,-14 3 5 0,-3-1 6 16,-7 1 6-16,-6-1-2 0,-7-1 6 0,1 3 4 15,-4-1 8-15,-5 1 0 0,1 1-7 0,-3-1-2 0,2 1-2 0,-7 0-6 16,8 0-1-16,-5-3-5 0,-3 3-9 0,0 0-15 16,9 0-23-16,-9 0-23 0,0 0-16 0,0 0-8 15,0 0-15-15,0 0-28 0,-14 12-31 0,5-4-30 0,-1-4-54 16,-4 4-239-16,2-2-503 0,1-1 223 0</inkml:trace>
  <inkml:trace contextRef="#ctx0" brushRef="#br0" timeOffset="138829.63">5861 10459 154 0,'5'-4'200'0,"-1"0"-17"16,1 0-9-16,0 1-19 0,0-1-13 0,-1 2-19 0,4-1-10 15,1 3-12-15,-3 0-14 0,2 0-7 0,1 2-10 16,1 0-6-16,-3 3-13 0,3 1 1 0,-3 3-8 15,1 0-2-15,1 6-6 0,-5-4-9 0,2 5-2 16,-5 1-2 0,1 0 1-16,-4 1-2 0,1 0-5 0,-3 3 0 0,-1-1-3 15,-1-2 1-15,-2 0 1 0,-5 4-4 16,7-3 1-16,-2-2-3 0,1-2-2 0,-1 1 1 0,3-6-4 16,1-2 9-16,0-1-7 0,0-2 9 0,2 0 19 15,-2-1 20-15,3 1 23 0,-2-2 21 0,2 0 31 0,1-3 11 16,-3 4 22-16,3-4 4 0,0 0-13 15,0 0-16-15,0 0-23 0,12-16-10 0,-6 6 1 0,4-3-13 16,-1-2-14-16,4-2 1 0,1 1-16 0,3-5-3 16,1-2-15-16,-1 4 2 0,0-2-12 0,-4 6 2 0,-3-2 1 15,4 5 14-15,-5-2 7 0,-1 3-5 16,1 1 3-16,-3 2-5 0,0-1 3 0,0 3-9 16,-3 1-1-16,1-1-4 0,0 1-9 0,0 4-2 15,-2-4-6-15,0 3-9 16,-2 2-12-16,4-3-29 0,-4 3-22 0,0 0-7 15,0 0 6-15,0 0 8 0,2 10-2 0,-3-4 2 16,0 2 6-16,-1 4 7 0,1 1-2 0,-2 3 1 16,1 1 9-16,0 2 3 0,0 1-10 0,2-2 11 15,0 0 4-15,2-1 0 0,2 1-1 0,2-2 5 16,0-1 1-16,2-3 3 0,2 0 6 0,3-2 2 16,2 0-3-16,4-4 6 0,-1 1-7 0,5-2-26 0,5-2-47 0,-1-1-56 15,1-2-78-15,-6-1-100 0,-2-2-287 0,-2-2-643 16,-3-3 285-16</inkml:trace>
  <inkml:trace contextRef="#ctx0" brushRef="#br0" timeOffset="142665.43">7302 9617 47 0,'0'0'121'15,"0"0"-9"-15,-7 0-15 0,7 0-17 16,0 0 0-16,0 0-15 0,0 0 1 16,0 0-13-16,0 0-15 0,0 0 8 0,0 0 2 15,0 0 4-15,-8-1 3 0,8 1-1 0,0 0-1 16,0 0 6-16,0 0-1 0,0 0-1 0,0 0-3 0,0 0 4 15,0 0-3-15,0 0-12 0,0 0 8 16,0 0-5-16,0 0-6 0,0 0-7 0,0 0 4 0,0 0-9 16,0 0-8-16,0 0 3 0,0 0 0 0,0 0 0 0,0 0-4 15,0 0-3-15,0 0 3 0,0 0-1 0,0 0 2 16,0 0 7-16,0 0-4 0,0 0-2 0,0 0 2 16,0 0 0-16,0 0-3 0,0 0 3 0,0 0 2 15,32 0-2-15,-13-2 0 0,9-1-2 0,4 2-1 0,0-2 0 16,5 0-1-16,2 2-1 0,14-3-2 0,-14 3 0 15,13-3-2-15,-14 4-1 0,-1 0-1 0,-4-1 1 0,-2 1-4 16,-9 1-1-16,-3 0-16 0,-6 2-15 0,1-3-27 16,-6 1-15-16,-2 0-8 0,-1 2-1 0,-1-2-7 15,-4-1 14-15,-9 7-19 0,-1-3-25 0,-2 0-34 16,-8-1-108-16,1-1-273 0,-2 5 121 0</inkml:trace>
  <inkml:trace contextRef="#ctx0" brushRef="#br0" timeOffset="143104.21">7522 9665 56 0,'0'-6'206'0,"0"6"-4"16,0-3-8-16,0 3-7 0,-3-5-5 0,3 5-9 16,-1-3-12-16,1 3-4 0,0 0-17 0,0 0-19 0,0-7-14 0,0 7-11 15,0 0-15-15,0 0-9 0,0 0-12 0,0 0-6 16,0 0-4-16,-6 12-10 0,6-5-3 0,0 5-2 15,-3 5-7-15,2 3-2 0,-4 6-4 0,1 6-1 16,0 2-4-16,-2 9-1 0,3 6 1 0,-4-1 12 16,3 0-2-16,3-2 0 0,1 0-6 0,-3-9-2 15,2 9 0-15,-1-10 1 16,4 1-5-16,-6-3-2 0,5-1 1 0,-1-1-4 16,0-3 2-16,0-1-1 0,-1-3-2 15,-2-6-1-15,2-1 5 0,-3-2-10 0,0-4 3 16,-2 2-3-16,1-1 4 0,-3-5 11 0,2 0 0 0,-4-1 2 15,-1-1 17-15,-2-2-7 0,-7-1 4 0,2-3 4 16,-4 0-1-16,-4-2 0 0,-2-2 11 0,1-4 12 16,6 2 16-16,3-2 14 0,-2-3-17 0,3 4 0 0,2-4 3 0,2 0 0 15,-2 0 5-15,6 1-4 0,0 3-3 0,0-1-1 16,4 1-14-16,-1 1 0 0,2 2 0 0,1-1-9 16,-2 0 1-16,1 2-9 0,3 1-4 15,1 2-10-15,-6-5-23 0,4 3-31 0,2 2-30 0,-2-3-29 16,2 3-20-16,0 0-9 0,0 0-10 0,0 0-17 15,0 0-16 1,2 12-16-16,2-6-22 0,0-2-27 0,1 2-276 16,1-2-538-16,3 1 238 0</inkml:trace>
  <inkml:trace contextRef="#ctx0" brushRef="#br0" timeOffset="143690.21">7728 10401 98 0,'1'-5'273'0,"0"0"-11"0,-1-1-15 15,2 2-6-15,0-3-9 0,-1 2-11 0,2 0-19 16,-2 1-19-16,1-1-15 0,0 3-17 0,-2 2-19 15,0-5-14-15,0 5-13 0,1-4-5 0,-1 4-22 16,0 0-7-16,0 0-8 0,8 9-10 0,-7-2-5 16,3 2-5-16,-3 1-1 0,2 2-7 0,-2 5-6 15,-1 0-2-15,-1 2-3 16,1 1-4-16,0 4 0 0,-4-5-4 0,0 0 2 16,3 0-6-16,0 0 0 0,-3-3 2 0,0 1-4 15,4-5 0-15,-2-2 0 0,0-1-2 0,2-2 6 16,-1-2-1-16,1-1 2 0,0 2 25 0,0-6 44 15,0 5 43-15,0-5 7 0,0 0-10 0,0 0-14 16,14-11-14-16,-5 3-3 0,5-2-12 0,0-2-9 16,-1-2-7-16,9-6 1 0,-7 7-18 0,7-5-2 0,-3 0-4 15,-4 5-5-15,0 0-1 0,2 1-8 0,-8 4-3 0,1 1-9 16,-2 2-4-16,-2 0-6 0,0 1-3 0,1 4-15 16,-2 0 13-16,-5 0-16 0,14 9 1 0,-5-1 5 15,0 1-3-15,-1 6 5 0,1-1 8 0,-3 1-10 16,2 2 0-16,-3-1 3 0,3 4 2 0,-1-3-4 15,0 0 9-15,-3 0-12 16,1-2-6-16,-1 1 0 0,-1-7 1 0,1 2-10 16,0-2-5-16,-2-4-8 0,0 2-5 0,-1-3-11 15,2 0 1-15,-2 2-2 0,-1-3 4 16,0-3 5-16,1 2 2 0,-1-2-28 0,0 0-32 0,0 0-20 16,0 0-26-16,0 0-31 0,9-11-30 0,-6 5-51 15,-1-5-255-15,5 2-561 0,-1-4 248 0</inkml:trace>
  <inkml:trace contextRef="#ctx0" brushRef="#br0" timeOffset="144090.88">8751 9963 249 0,'0'0'257'0,"0"0"-18"0,4-5-20 0,1 3-21 16,0-3-18-16,2 4-21 0,1-5-17 0,4 3-13 16,6 1-15-16,0-1-13 0,5-1-5 0,4-1-16 15,1 4-22-15,5-1-26 0,-1 2-28 0,-5 0-31 16,5 3-41-16,-4-3-44 0,0 1-72 0,-7 0-127 15,-10-1-338 1,3 0 150-16</inkml:trace>
  <inkml:trace contextRef="#ctx0" brushRef="#br0" timeOffset="144238.26">8919 10160 106 0,'-4'4'158'0,"0"-1"0"16,3 1 23-16,1 1 15 0,4-3-5 0,5 1-14 0,10 1-19 15,6-1-16-15,11-1-19 0,-1-2-49 0,3 3-57 16,-1-3-80-16,-1 0-207 0,1 0-292 0,-4-3 129 0</inkml:trace>
  <inkml:trace contextRef="#ctx0" brushRef="#br0" timeOffset="144939.65">10121 9565 121 0,'0'0'169'0,"0"0"-2"0,-5-1-5 16,5 1-4-16,0 0-9 0,0 0-8 0,-5-4-10 0,5 4-14 15,0 0-8-15,0 0-11 0,12-4-11 0,0 2-9 0,5 2-5 0,3-3-6 0,15 1-8 16,2 2-2-16,17-5-9 0,0 5-4 0,4-2-9 16,-2 0-2-16,-5 1 1 0,-14 0-12 0,-2 2-20 15,-6-2-9-15,-6 1-16 16,-5 0-15-16,-3 0-14 0,-6-1-21 0,2 1-22 16,-6 1 2-16,-5-1-1 0,0 0-11 0,0 0-37 15,0 0-99-15,-33 4-259 0,12-4 115 0</inkml:trace>
  <inkml:trace contextRef="#ctx0" brushRef="#br0" timeOffset="145340.37">10355 9552 49 0,'0'0'190'0,"-8"2"-4"0,8-2-1 0,-5 0-7 15,5 0-4-15,0 0-5 0,-9 0-6 0,9 0-7 16,0 0-13-16,0 0-13 0,0 0-15 0,0 0-7 16,-7 0-16-16,7 0-13 0,0 0-6 0,0 0-10 15,0 0-11-15,-3 2-6 0,3-2-5 0,-2 8-5 16,0-4-3-16,2 6-6 0,-2 2-4 0,0 5 1 15,-1 9-4 1,-1 0-5-16,-1 3-1 0,1 5 0 0,0 1-5 16,0 14-1-16,0 4 1 0,2-1 0 0,-1 4 0 0,3-2-1 15,0-1-2-15,3 0 4 0,-1 1-2 0,-2-4-1 16,4-2 6-16,-3-1-8 0,2-12 2 16,0 2-3-16,-3-5 0 0,1 2 3 0,-2-3-3 0,-1-2-1 15,-2-2-1-15,3-1 0 0,-1-9 0 0,-2 1 3 16,1-2-2-16,-2-4 3 0,0 0 8 0,0-3 14 0,-2-1 11 15,1 1 12-15,-5-4 5 0,-1-2 2 0,-3 0-3 16,-6 0-2 0,1-9-8-16,-3 2 1 0,-3-4-6 0,5 1 13 0,-4-5 3 15,6 0 4-15,1 3-3 0,2-2-5 0,2 2-7 0,2 1-1 16,2-1-12-16,2 4 4 0,-1 0-6 16,2 0-1-16,3 2-4 0,0 1-12 0,0-1-17 15,0 0-34-15,4 3-39 0,-5-4-41 0,5 4-3 16,0 0-20-16,-10 7-20 0,10-2-17 0,0-2-42 15,0 3-232-15,0-6-489 0,10 9 217 0</inkml:trace>
  <inkml:trace contextRef="#ctx0" brushRef="#br0" timeOffset="146131.32">10695 10488 106 0,'1'-4'226'0,"2"-2"-2"15,-1 4-10-15,-1-5-5 0,2 2-6 0,-2 2-3 16,1-2-28-16,0 0-9 0,0 1-15 0,-1 1-5 0,1 1-14 15,-2 2-15-15,2-4-13 0,-2 4-13 0,2-3-15 16,-2 3-8-16,0 0-8 0,0 0-4 0,5 12-10 0,-2-3-4 16,-3 3 1-16,1 5-9 0,-1 1 6 15,-1 8-12-15,-3 5 0 0,-1-6-5 0,1 7-4 16,-1-1 3-16,0-1-2 0,-1 2 1 0,3-4-4 0,-2-2-2 16,4-5 5-16,-1-5-6 0,1-3-5 0,-2-3 3 15,1 0 1-15,2-4-2 0,0 2 4 0,-1-3 22 16,-2 2 58-16,3-6 42 0,0-1 7 0,0 0-7 15,0 0-16-15,9-10-10 0,-4 2-16 0,3-7-8 0,1 1-14 16,0-4 6-16,4-6-16 0,-1-1-7 16,4 3-8-16,-2-2-11 15,1 2 6-15,-1 3-3 0,-5 3-4 0,1 3-4 0,-1 4-10 16,-1 1 1-16,-4 1-2 0,-2 2-5 0,2 0-7 16,0 4-21-16,1-1-16 0,-5 2-3 0,0 0 4 15,13 3 2-15,-7 6 2 0,-2-1-1 0,5 0 9 16,-5 4-2-16,0-1-5 0,-1 6-22 0,3 0 9 15,-1 0-26-15,0 0-7 0,-3-1-23 0,3 1-24 16,-3-6-24-16,3 0-31 0,-3 2-25 0,2-4-41 0,0 1-290 16,2-3-571-16,-1-2 253 0</inkml:trace>
  <inkml:trace contextRef="#ctx0" brushRef="#br0" timeOffset="146547.71">11197 10653 28 0,'0'0'189'0,"-9"0"-14"0,9 0-4 0,-5-2-8 0,5 2-3 16,-5-1-11-16,5 1-8 0,0 0-13 0,0 0-4 15,0 0-6-15,0 0-9 0,0 0-5 0,0 0-6 16,-8-2-7-16,8 2-6 0,0 0-1 0,0 0-2 16,0 0-4-16,0 0 2 0,0 0 1 0,0 0-2 15,0 0 0-15,0 0-7 0,0 0-9 0,0 0-1 16,0 0-8-16,0 0-4 0,19-1-8 0,-6-2 0 0,6 2-7 16,2-2-6-16,12 2-1 0,1-3-1 0,-2 0-2 0,-2 1-3 15,2 1-4-15,-3-1 3 0,-1 2 3 0,-10 1-7 16,0-1-1-16,-2-1-6 0,-4 1 2 0,-3 0 0 15,-1 1-5-15,-2 0 5 0,1-3-8 0,-7 3-1 16,7 0-14-16,-7 0-7 0,5-2-13 0,-5 2-13 16,0 0-13-16,0 0-16 15,0 0-16-15,0 0-14 0,-29 2-16 0,20 1-24 16,-1-3-15-16,4 2-18 0,-2 0-205 0,0-2-411 16,4 1 182-16</inkml:trace>
  <inkml:trace contextRef="#ctx0" brushRef="#br0" timeOffset="146758.87">11708 10522 83 0,'4'-4'327'0,"-4"0"-8"0,0 0-6 0,4 1-11 15,-4 3-26-15,1-4-35 0,-1 4-23 0,3-3-34 0,-3 3-23 16,0 0-37-16,0 0-12 0,0 0-13 0,1 18-9 0,2-2-5 15,-1 5-4-15,0 4-17 0,-1 6-29 0,0 5-13 16,-1 11-48-16,4 1-49 0,-8-14-57 0,4 1-81 0,-4-1-236 16,-1-2-485-16,1-9 214 0</inkml:trace>
  <inkml:trace contextRef="#ctx0" brushRef="#br0" timeOffset="148546.32">16995 8855 144 0,'0'0'171'0,"0"0"-6"0,0 0-15 16,1-3-9-16,-1 3-9 0,0 0-8 0,0 0-8 15,0 0-9-15,2-3-12 0,-2 3-4 0,0 0-12 32,0 0-13-32,0 0 0 0,0 0-10 0,0 0-7 15,0 0-9-15,0 0-3 0,0 0-22 0,0 0-18 0,0 0-3 16,0 0-2-16,3 8 0 0,-4 0 2 0,-1 2-3 16,1 1 7-16,0 6-1 0,1-1-2 0,-3 9-1 0,1 1-2 15,0 6 3-15,-1 0 11 0,-1 2-6 0,1 1 1 0,2 16 2 16,0-4-13-1,0-12 9-15,-2 14 0 0,2-13 1 0,1 8 6 0,1-8 8 16,2 11-1-16,-2-13 1 0,-2-1 6 0,1-1 1 0,-2 3-4 0,2-6-2 16,-1 4-2-16,0-1 4 0,-2-1 2 0,1-2-2 15,0 2-1-15,0-2 2 0,-1-2-3 0,-1 4-1 16,1-3 0-16,0 0 0 0,2 3-2 0,-2-4-2 0,3 2 2 16,-1-2-4-16,1 4 4 0,0-5 0 0,1-1-6 15,-1 2 2-15,3-1 0 0,-2-1-2 16,2 1 5-16,0-7-3 15,-2 1 4-15,2 1-2 0,0 5 1 0,-1-8 0 16,0 1-3-16,-2 0 0 0,0 1 3 0,0-1-3 16,0 1 1-16,-2 1 1 0,1 4-4 0,-3-1 0 15,4-4 0-15,-3-2 3 0,2 2-3 0,0-1 0 16,-1 1 0-16,-1-1-1 0,6 1-3 0,-6-2 2 16,3 0-2-16,0 3 4 0,0-2 0 0,5 0 0 0,-5-1-1 0,2 1 1 15,1 1 2-15,-3 0 1 0,4-2 3 0,-3-1-7 16,1 1 3-16,-1 0 0 0,0 0-2 0,0-2-2 15,1 2 0-15,-1-1 0 0,-1 0 0 0,1-3 2 16,-1-2-4-16,0 1 2 0,0-1-1 0,2 4 0 16,-2-4-5-16,1-2 6 0,-1 2-3 0,1-1 2 15,-1-2-3-15,0 0 2 0,1-2 0 0,-1 0-1 16,0 0-1-16,2-1 2 0,-2-2-1 0,0 3-1 0,1-2 0 0,-1-1 0 16,0 3 3-16,0-3-3 0,1 1 0 0,-1-2 5 15,0 0-4-15,-1 0 1 0,1-3-2 0,0 7-3 16,0-7 6-16,0 5-3 0,0-5 3 0,4 3-4 15,-4-3 2-15,0 5 0 0,0-5 0 0,0 0 4 16,-3 4-2-16,3-4-3 0,0 0 1 0,0 0-1 16,0 6 2-16,0-6 2 15,0 0-1-15,0 0 2 0,3 2-16 16,-3-2-20-16,1 3-25 0,-1-3-21 0,0 0-36 16,0 0-29-16,0 0-202 0,0 0-372 0,0 0 165 0</inkml:trace>
  <inkml:trace contextRef="#ctx0" brushRef="#br0" timeOffset="149447.9">17676 8961 76 0,'0'0'253'0,"-4"-4"-7"0,4 4-12 0,0 0-15 0,0 0-23 16,0 0-18-16,6-6-18 0,-6 6-20 0,8-2-9 16,-4 0-19-16,5 2-13 0,1-3-18 0,1 1-25 15,7 0-32-15,2 1-34 0,1-1-40 0,-3 2-45 16,3-1-50-16,-6 0-173 0,5-2-344 0,-6 3 153 15</inkml:trace>
  <inkml:trace contextRef="#ctx0" brushRef="#br0" timeOffset="149648.41">17724 9174 59 0,'0'2'194'0,"0"-2"-1"0,0 0-13 0,8 5-12 15,1-5-19-15,2 0-14 0,2-2-11 0,6 0-14 16,2 0-29-16,-2 1-32 0,1-2-24 0,-2 1-45 0,3-2-31 0,-2 1-64 16,-2-4-99-16,-5 2-232 0,1-1 104 0</inkml:trace>
  <inkml:trace contextRef="#ctx0" brushRef="#br0" timeOffset="149897.85">18023 8816 239 0,'0'-5'256'0,"0"-2"-14"0,0 2-12 0,3 0-23 0,-3 1-19 15,1 0-22-15,-1 4-16 0,0-5-21 0,0 5-15 16,0 0-13-16,0 0-12 0,19 13-7 0,-5-3-10 16,1 4-4-16,9 8 0 0,-4 0-14 0,3 2-1 15,0 4-3-15,-4 1 2 0,-1-1-16 0,-5 4-1 0,-3-1-2 0,-1 0-5 16,-4 1 0-16,-2-1-4 0,-6-2 0 0,-2 2-4 15,-5-4-5-15,-3 0-8 0,-2-3-4 0,-6-2 2 16,-2 0-6-16,0-1-25 0,-2-2-31 0,0-1-36 16,0-4-50-16,2 3-50 0,4-9-200 0,5 0-425 15,1-4 188-15</inkml:trace>
  <inkml:trace contextRef="#ctx0" brushRef="#br0" timeOffset="150596.46">19125 8576 139 0,'-5'-1'154'0,"1"0"-8"0,4 1-8 0,-9-3-8 15,5 0-5-15,4 3-15 0,0 0-8 0,-5-3-5 16,5 3-8 0,0 0-11-16,-5-1-2 0,5 1-5 0,0 0-3 15,-3-2-2-15,3 2-2 0,0 0 0 0,0 0-5 16,0 0-5-16,0 0-9 0,0 0-3 0,0 0-3 0,0 0 1 15,0 0-5-15,0 0 4 0,17 0 2 16,5 0-5-16,7-2 0 0,3 2-4 0,5-2-2 16,1-1 2-16,12-2 2 0,-14 1 4 0,1 1-5 15,-5 0-4-15,1 0-5 0,-3 1 0 0,-4-2-6 0,-5 2 2 0,-7 1-4 16,-4 1-15-16,-1-3-20 0,-1 3-12 0,-2-1-23 16,-6 1-12-16,0 0 6 0,0 0-8 0,0 0-12 15,0 0-15-15,-24 9-11 0,11-6-9 0,-5 1-8 0,-2 1-15 16,-1-2-123-16,3 2-281 0,2-3 126 15</inkml:trace>
  <inkml:trace contextRef="#ctx0" brushRef="#br0" timeOffset="151003.62">19333 8599 193 0,'0'0'218'15,"0"0"-9"-15,0 0-15 0,-5-6-9 16,5 6-13-16,0 0-12 0,0 0-13 0,0 0-14 0,-3-2-12 15,3 2-10-15,0 0-17 0,0 0-11 0,0 0-14 0,0 0-10 16,0 0-2-16,0 0-10 0,-1 7-5 0,1 1-3 16,-5 1-6-16,1 8-4 0,2 9-4 0,-5 4 4 15,2 4-9-15,1 0 0 0,0 14-3 0,1 1 1 16,0-1 6-16,3 2-1 0,0 1-2 0,5 0-4 16,-5-3 3-16,4 4 3 0,0-2-2 0,2-4-10 15,-6 0 7-15,3-12 0 0,-3 1-2 0,0 0-9 0,0-1 6 0,0-2-3 16,-3-4 1-16,-2-1-3 0,0-3-1 0,-4-4-1 15,1-1 8-15,-1-2-7 0,-2 0 3 0,-2-2-1 16,0-4 6-16,-1 0 5 0,0 0-5 0,-4-5 11 16,2 0-2-16,-5-2 12 0,1-2 5 0,-3-2 2 15,6 0 1-15,-6-2 13 0,5-2 8 0,-1-1-6 16,0 0 26 0,6-1-13-16,1 1-1 0,0-2-9 0,3-1 3 15,0 3-1-15,2-3-1 0,-1 2-9 0,4 3-5 16,-1-2-9-16,1 1 0 0,-1 1 1 0,1 0-7 0,2 2-11 15,2 1 2-15,-3-5 1 0,2 1-20 0,1 4-29 16,0 0-21-16,-4-4-25 0,4 4-35 0,0 0-31 16,0 0-37-16,0 0-25 0,0 0-47 15,0 0-276-15,17 3-562 0,-6-3 249 0</inkml:trace>
  <inkml:trace contextRef="#ctx0" brushRef="#br0" timeOffset="151728.29">19612 9489 244 0,'1'-1'248'0,"-1"1"-11"0,1-5-12 15,-1 5-21-15,2-6-18 0,-2 6-19 0,2-5-18 16,-2 5-14-16,0 0-19 0,0 0-14 15,0 0-15-15,0 0-6 0,0 0-9 0,4 14-8 16,-3-7-9-16,-1 3-5 0,3 1-5 0,-6 5-9 0,6 1-1 0,-6 0-3 16,2 2-4-16,1 0-3 0,-1 0 4 15,-2-1-7-15,2-1-2 0,0 3-2 0,-2-3-3 0,2-3 3 0,-1-2-7 16,2 0 0-16,-1-3-3 0,1-2 4 0,0 0 2 16,-1-4 21-16,2 1 30 0,-1 1 35 0,0-5 48 15,0 3 28-15,0-3-7 0,0 0-19 0,0 0-14 16,9-14-20-16,0 6-6 0,-3-3-9 0,7-1-14 15,0-1-6-15,-2-1-10 0,1-1-8 0,3 1-4 16,-2 0-8-16,2 1-6 16,-7 4-10-16,1-1-9 0,1 4 2 0,-3 0-4 15,-1 1-5-15,0 3-3 0,1-1-20 0,-2 3-9 16,3 3-1-16,1-2-8 0,1 5-2 0,1 1-10 16,0 1 9-16,1 4 7 0,-3 0-13 0,3 0 0 15,-1 0 2-15,-1 2-7 0,3-2-4 0,-4-1-4 16,-3-2-34-16,2 0-14 0,1-1-25 0,-4-1-22 15,0 0-21-15,-2-3-24 0,-2-1-13 0,3 1-15 0,-4-3-87 0,0-1-180 16,0 0-518-16,0 0 230 0</inkml:trace>
  <inkml:trace contextRef="#ctx0" brushRef="#br0" timeOffset="152300.22">20317 7981 163 0,'3'-3'226'15,"-3"3"-24"-15,7-4-25 0,-7 2-18 0,0 2-18 16,0 0-12-16,0 0-21 0,0 0-11 0,-11 17-10 16,2-6-11-16,-3 4-4 0,-4 6-9 0,-1 1-5 15,0 1-8-15,1-1 0 0,-1 1-14 0,3-1 2 16,0-2-5-16,0-1-7 0,5-3 2 0,0-3-6 15,0 0-1-15,3-2-1 0,-2-3-4 0,4 1 1 0,0-3-3 0,3-1 0 16,-3 1 1-16,2-4-1 0,-2 3 1 0,2-1-2 16,0-3 1-16,2-1-4 0,-2 6 4 0,2-6-3 15,-3 4-2-15,3-4-4 0,-2 2-27 0,2-2-36 16,0 0-41-16,-2 3-14 0,2-3 3 0,0 7-52 16,4-1-122-16,-4-2-307 0,3 1 137 0</inkml:trace>
  <inkml:trace contextRef="#ctx0" brushRef="#br0" timeOffset="153008.6">20668 9150 132 0,'-7'0'154'0,"0"0"2"0,7 0 1 15,-9 2 0-15,9-2 4 0,-6 1-1 0,6-1-6 0,-5 0-3 0,5 0-7 16,0 0-9-16,0 0-7 0,-9-1-6 0,9 1-1 16,0 0-10-16,0 0-2 0,0 0-9 0,0 0-4 15,0 0-4 1,0 0-8-16,0 0-7 0,0 0-7 0,0 0-7 0,0 0-8 0,0 0-7 0,0 0-1 0,-5 1-10 0,5-1-2 16,0 0-3-16,0 0-3 0,0 0-3 15,0 0-2 1,0 0-3-16,0 0-3 0,0 0 1 0,0 0-1 15,0 0 6-15,0 0 8 0,0 0 5 0,0 0 0 16,0 0 0-16,0 0 1 0,0 0-3 0,0 0 4 16,0 0-5-16,0 0-2 0,0 0-6 0,22-4-3 15,-3 3-3-15,9-4-1 0,5 2-1 0,4 0-4 16,2-1-3-16,14-1 4 0,1 0-5 0,3 0-5 0,-6 2 6 16,3-1-4-16,-3-1-1 0,-12 3 0 0,-4-1-1 0,1 1 1 15,-8 0-3-15,-10 2 3 0,-2-3-2 0,-4 3 2 16,-2-1 6-16,-3-2-8 0,0 3 3 0,0-1-8 15,-7 1-12-15,9-2-16 0,-9 2-18 0,5-1-15 16,-5 1-26-16,0 0-24 0,0 0-26 0,0 0-45 16,0 0-44-16,-29 4-262 0,17-1-530 0,4-2 235 15</inkml:trace>
  <inkml:trace contextRef="#ctx0" brushRef="#br0" timeOffset="154226.73">22147 8639 62 0,'1'-4'181'15,"2"-3"-5"-15,-2 1-4 0,0-1-3 0,2 3-5 16,-2-4-2-16,2 2-8 0,1 1-2 0,-2-1-10 16,1 1 1-16,-1-1-9 0,0 3-9 0,-2-1-6 15,1 0-12-15,-1 4-8 16,5-6-16-16,-5 6-9 0,2-3-9 0,-2 3-12 15,3-1-14-15,-3 1-8 0,0 0-4 0,0 0-2 0,1 17-4 16,2-7-3-16,-2 7-3 0,0 0 1 0,-2 12-12 16,1-5 0-16,-3 4 1 0,5 0-1 0,-4 1-1 15,0 0 0-15,-1 0 2 0,3-2-5 0,-1-2 2 16,-2-4-3-16,5 3 2 0,-5-7 2 0,3 1-3 16,0-7 2-16,-2 3 0 0,1-4 1 0,1-1-1 0,0-2-2 15,0-2 12-15,0-1 24 0,0 1 15 0,0-1 22 16,0-4 34-16,0 7 31 0,0-7 35 0,0 0 2 15,0 0-23-15,0 0-9 0,0 0-16 0,4-14-12 16,-1 8-16-16,1-6-6 0,1 1-12 0,0-4-6 16,3-6-17-16,3-1 2 0,0-4-5 0,0-1-3 15,8 2-13 1,-5-4 4-16,4-1-13 0,1 5-2 0,-1-1-4 16,0 3-5-16,-6 6 3 0,2 3-5 0,-4 2-7 0,-2 1 1 15,0 5 1-15,-1-4-2 0,-2 5-5 0,-1 1-23 16,-2 0-8-16,2 3-31 0,2 0-2 15,1 7 9-15,2-2-1 0,0 11 9 0,2 2 3 0,2 4 2 16,-3 4 5-16,1 0 7 0,-4 1 3 0,2 2-3 16,0-2 2-16,0 2 5 0,-4-2 3 0,-1-7 1 0,2-1-1 15,-2 1 4-15,1-4 22 0,-2-2-18 0,-2-1 4 16,2 1-6-16,-2-5 0 0,-1 0 6 0,1-2 0 16,-1 1 2-16,3-4-1 0,-3 1 10 0,1 1-22 15,-1-2 1-15,0-3-7 0,0 4-11 0,0-4-12 16,0 4-24-16,0-4-23 0,0 0-23 0,0 6-26 15,0-6-36-15,-4 3-38 0,4-3-60 0,0 0-249 0,-6 0-564 0,6 0 249 16</inkml:trace>
  <inkml:trace contextRef="#ctx0" brushRef="#br0" timeOffset="154696.31">22147 9230 92 0,'-13'1'166'0,"4"0"-11"0,0-1-13 16,0 0-19-16,4 0-7 0,5 0-28 0,-9 0 1 16,5 3 6-16,-2-3-23 0,6 0-6 0,0 0-7 0,-9 3-6 0,9-3-1 15,-4 1-4-15,4-1-9 0,0 0 1 0,0 0-14 16,-5 1 1-16,5-1 3 0,0 0-8 0,0 0-3 15,-6 3-2-15,6-3 2 0,0 0-2 0,-4 1-1 16,4-1-3-16,-4 3 2 0,4-3-9 0,0 0 9 16,-6 2-5-16,6-2 6 0,0 0 7 0,0 0 3 15,-3 3 10-15,3-3-3 16,0 0 8-16,0 0 4 0,0 0 6 16,0 0 4-16,0 0 7 0,0 0 0 0,0 0 6 15,23 0-5-15,-3-3 0 0,16 3-3 0,3-5 1 0,19 1 2 16,8 2 2-16,27-4 1 0,0 1 3 0,-28 0 6 15,26-2-1-15,-28 5-6 0,-2-2-8 0,-3 1-5 16,-6 0-3-16,-19 3-2 0,-3 0-5 16,-9-2-8-16,-3 0-3 0,-5 2-1 0,-3 0-6 0,-2 0-4 0,-2 0-8 0,2 0 1 15,-8 0-12-15,8 0-16 0,-8 0 4 0,0 0-11 16,0 0-10-16,0 0-23 0,-21 11-24 0,8-8-26 0,-3 2-27 16,-5 4-35-16,2-4-36 0,-2 5-242 0,1-5-480 15,2 1 213-15</inkml:trace>
  <inkml:trace contextRef="#ctx0" brushRef="#br0" timeOffset="155228.37">22429 9503 174 0,'5'-5'207'0,"7"-1"-25"16,1 3-19-16,3-2-14 0,2 2-17 0,2-2-11 16,0 1-9-16,0 6-15 0,-1 1-13 0,-1 2-9 0,-1-1-6 0,-2 3-10 15,-3 1-4-15,-2 1-1 0,0 4-14 0,-2 4 0 16,-4-1-11-1,-3 1 4-15,-1 3-5 0,-4-3-6 0,-3 9-5 0,-3-3 5 16,-2-1 1-16,-4 1-4 0,2-1-4 0,-5-3 0 16,6-4-1-16,-2-1-1 0,1-1 4 0,1-1 6 15,-1-1-6-15,5-3 7 0,0 0-3 16,2-2 7-16,1-1 18 0,3-2 20 0,-2 1 25 0,1-1 28 16,1 0 35-16,3-3 26 0,-4 1 17 0,4-1-17 15,0 0-19-15,6-12-14 0,2 5-23 0,1-3-13 16,4-3-7-16,2-1-15 0,6-7-7 15,-1 2-7-15,2 0-9 0,0-1-3 0,-3-2-10 16,1 1-5-16,-3 1-5 0,2 0-10 0,-7 4 7 0,0 3-13 0,-4 3 3 16,-1 2-5-16,1 0 8 0,-4 4-24 0,0-1 5 15,0 1-14-15,-3 0-35 0,-1 4-17 0,0 0-5 0,0 0 4 16,4 9 7-16,-4 2 9 0,-2-2-2 0,0 5 7 16,1 4-3-16,2 1 8 0,1 0-2 0,5 6 7 15,3 0 1-15,6 0-4 0,4 0-5 16,7-1-8-16,2-4-25 0,3-1-39 0,13 7-53 0,-9-14-70 15,2-1-355-15,0-2-629 0,15-7 278 0</inkml:trace>
  <inkml:trace contextRef="#ctx0" brushRef="#br0" timeOffset="156060.6">23569 8682 78 0,'-2'-3'164'0,"2"3"-15"16,0 0-3-16,0 0 1 0,0 0-5 0,0 0-7 0,0 0-2 15,0 0-7-15,0 0-5 0,0 0-10 0,0 0-14 16,7-5-2-16,0 4-13 0,5-4-6 0,10 3-12 15,6 0-5-15,8-1-14 0,-1-1 3 0,5-1-5 16,10 0-5-16,5-3-3 0,-1 1-3 0,1 2-10 16,-3-4-1-16,-11 4-6 0,-8 0-2 0,2 0-6 15,-14 3-5-15,-3-2-4 16,-5 1-9-16,-3 0-8 0,-4 2-23 0,-3 0-28 16,-3 1-9-16,0 0-15 0,-18-3-26 0,-1 2-42 15,-2 1-113-15,-10-1-297 0,0 2 132 0</inkml:trace>
  <inkml:trace contextRef="#ctx0" brushRef="#br0" timeOffset="156460.75">23795 8661 19 0,'0'0'164'0,"0"0"-18"16,0 0-21-16,0 0-14 0,4 4-16 0,-4-4-4 15,0 9-15-15,0-2-5 0,0 2-6 0,0 4-7 16,0 5 2-16,-4 7 0 0,-1 2 4 0,1 1 2 15,-1 4 0-15,0 0-2 16,1 2-6-16,-1-1 2 0,0 16-2 0,1-17-5 16,-2 3-1-16,2 11-6 0,1 2-8 0,0-15-2 15,0 0-1-15,3 1-5 0,-1-2-3 16,2 1 0-16,-2-2-3 0,2-4 1 0,0 2-6 0,-1-3-1 16,0-6-1-16,0-2 2 0,-1 1-4 0,1-7-4 15,-1 2-6-15,-1-4 5 0,1-1 0 0,0-1-1 16,-2-3 1-16,1 0 16 0,-2-1 0 0,-2-1 8 0,-1-1 2 15,-4-2-3-15,-3-2-1 0,-3-5-1 0,-5 2-2 16,-2-8 12-16,-3 1-1 0,3-2 0 0,-2-3-2 16,-2 3-1-16,3-1-5 0,0 0 0 0,1 0-2 15,9 5-3-15,-2-1-6 0,-1 2 0 0,6 4-4 16,1 0 0-16,2-2-3 0,2 2-2 0,0 2-4 0,2 2-20 16,1-2-19-16,4 3-16 0,-6 0 1 0,6 0-8 0,0 0-14 15,0 10-29-15,4-5-44 0,2 1-52 0,3 2-157 16,3-1-379-16,3-2 167 0</inkml:trace>
  <inkml:trace contextRef="#ctx0" brushRef="#br0" timeOffset="156929.9">24080 9469 231 0,'0'0'257'15,"3"-4"-26"-15,-3 4-29 0,0 0-17 0,0 0-24 16,0 0-19-16,6-1-14 0,-6 1-14 0,0 0-11 16,4 5-13-16,-5 0-9 0,1 4-7 0,0 0-10 15,0 2-7-15,0 1-6 0,-2 4-4 0,0 2-4 16,-2-2-7-16,0 4-2 0,4-2-3 0,-2-2-3 15,-1 1-4-15,-1-3-3 16,3-4-3-16,-2 1-1 0,3-1-1 0,-1-3 6 16,1-1 4-16,0-1 20 0,-1-2 27 0,1 1 27 15,-3 0 35-15,3-4 6 0,0 0-5 16,0 0-12-16,16-5-9 0,-6-3-20 0,1 3-3 0,2-6-16 16,4-2-3-16,-2 3-8 0,3-4-8 0,2-2-6 15,0-2-6-15,-4 6-5 0,-3 0-5 0,2 2 0 16,-6 2-6-16,0 1-4 0,0 2-9 0,-4 1 3 0,-1 1-12 15,1 1 0-15,-1-1-8 0,-4 3 7 0,10 5-10 0,-5 0-4 16,3 2 3-16,-3 2-3 0,3 2-1 16,-2 1 0-16,3 0-10 0,-1 4-3 0,-2-1-16 15,0-1-16-15,-2-3-13 0,2 1-31 0,-3 0-25 16,1 0-29-16,-1-2-39 0,-1-1-41 0,0-1-292 0,0-4-565 16,0 0 250-16</inkml:trace>
  <inkml:trace contextRef="#ctx0" brushRef="#br0" timeOffset="157213.87">24856 9118 165 0,'0'0'344'0,"0"0"-20"0,0-4-34 0,0 4-28 16,6-7-24-16,-2 4-26 0,9-2-21 0,2 0-20 16,4 1-18-16,8 0-22 0,0 0-28 0,5 4-35 15,-5-1-38-15,1 0-52 0,-8 1-49 0,1 1-53 16,-2-1-79-16,-4-1-174 0,-3 1-409 0,-2 0 180 15</inkml:trace>
  <inkml:trace contextRef="#ctx0" brushRef="#br0" timeOffset="157345.37">24867 9276 151 0,'-5'5'145'0,"3"0"21"15,-1-1 22-15,4 3 7 0,5-4-10 0,5 1-20 16,10 2-24-16,14-2-13 0,16 1-41 0,4-2-57 0,0-3-71 0,4-3-216 15,2-2-279-15,-3-2 124 0</inkml:trace>
  <inkml:trace contextRef="#ctx0" brushRef="#br0" timeOffset="158314.6">26135 9197 43 0,'-13'-1'182'0,"-5"1"-13"0,7-2-13 0,-2 4-1 0,0-4-13 16,6 2-7-16,-1 0-8 0,0 0-10 0,8 0-16 15,-10 0-4-15,10 0-13 0,-9 0-7 0,9 0-5 16,-8 2-5-16,8-2-5 0,0 0-7 0,-5-2 1 15,5 2-4-15,0 0 0 0,0 0-2 0,0 0 0 0,-7 2-3 16,7-2-1-16,0 0-2 0,0 0-1 0,0 0-2 16,-3-4-6-16,3 4-1 0,0 0-1 0,0 0 1 0,0 0-3 15,0 0-1-15,0 0 9 0,0 0 6 0,0 0 2 16,0 0 10-16,0 0 10 0,0 0 1 0,0 0 1 16,0 0-4-16,0 0-10 0,0 0-8 0,29-6-6 15,0 0-1-15,5 3-8 0,6-2-2 0,17 0-3 16,6-4 0-16,2 3-7 0,26-3 1 0,-25 3-2 15,1 1-3 1,22-4-2-16,-29 7 3 0,-8-4-6 0,-14 5-2 16,-6-2 2-16,-11 2 1 0,0 0-2 0,-9-1-6 0,1 1-5 15,-5 1-13-15,-2-2-7 0,-2 1-4 0,-4 1-3 16,0 0-6-16,0 0-12 0,0 0-17 16,-34 0-19-16,15 0-22 0,-1 0-12 0,1 3-30 0,2-2-31 15,2-1-80-15,4-1-131 0,-1 2-420 0,4-1 186 16</inkml:trace>
  <inkml:trace contextRef="#ctx0" brushRef="#br0" timeOffset="159094.25">27472 8565 92 0,'-6'-1'158'0,"1"0"6"16,5 1-9-16,0 0-7 0,-8 0-9 0,8 0-17 15,0 0-6-15,0 0-17 0,0 0-8 0,22-3-7 16,1 3-7-16,12 0-4 0,1-3-4 0,15 3-12 16,2-3 2-16,1 3-7 0,6-2-8 0,5-4 6 15,-1 5-7-15,0-1-1 16,-3-3 0-16,-6 0-7 0,-5 3-2 16,-15-1-2-16,-6 3-9 0,-7 0-10 0,-4 0-7 15,-7 0-19-15,-2-2-17 0,-1 2-11 0,-8 0-1 16,4 2-12-16,-4-2-22 0,0 0-26 0,-25 1-44 0,5 1-120 15,-3-2-290-15,-3 5 128 0</inkml:trace>
  <inkml:trace contextRef="#ctx0" brushRef="#br0" timeOffset="159479.26">27900 8594 203 0,'0'0'219'0,"0"0"-18"16,0 0-19-1,-7-4-16-15,7 4-19 0,0 0-12 0,0 0-18 0,0 0-17 16,0 0-7-16,0 0-14 0,-2 8-4 0,-2 0-8 16,0 4-10-16,-4 6-4 0,-2 10-5 0,-1 0-5 15,-1 4-10-15,-3 12 1 0,-2 2-4 0,4-2-4 0,-2 4 0 16,5-3-11-16,-3 4 6 0,4-1 0 16,-1 3-4-16,6-1-1 0,0-3 0 0,1-11-4 15,0 13 3-15,0-16-5 0,3-1-1 0,0 2 2 16,-1-4-5-16,1-2-8 0,-2-1 5 0,0-6 1 0,-2-4 5 0,0 0-7 15,3-5-3-15,-3-1 11 0,-2-2 15 0,2 0 13 16,-2-5 14-16,1 0 4 0,-6 0 7 0,-1-3-1 16,-1-2 0-16,-5-4 4 0,0-2 1 0,0 0 5 15,-6-7-9-15,7 2 1 16,-6-3-10-16,3 0-3 0,3 1-4 0,3-1-9 0,-2 0-2 0,3 4-1 0,-1 0-6 0,2-2-6 31,3 5-2-31,0 0-12 0,3 2-25 0,-2 3-35 16,2 1-41-16,0 0-32 0,-1 2-12 0,7 0-32 15,-11 4-25-15,8-1-238 0,2 1-466 0,1-4 207 16</inkml:trace>
  <inkml:trace contextRef="#ctx0" brushRef="#br0" timeOffset="160180.64">28266 9469 109 0,'2'-8'244'0,"2"1"-16"0,-1 0-10 16,2 0-11-16,0 2-10 0,-1-2-22 0,-1 3-10 15,1 0-21-15,0 0-10 0,-3 2-18 0,2-1-17 16,-3 3-12-16,0 0-14 0,0 0-5 0,8 5-8 16,-6 3-8-16,-2 3-1 15,1 7-9-15,-4 1-5 0,-1 9-4 0,-2-1-5 16,0 1-3-16,-3 2 0 0,1-1-1 15,-2-2-2-15,1 2-5 0,0-5-2 0,0 1 0 0,4-7-2 16,0-1-2-16,1-4 0 0,0-3 0 0,3 2 0 16,-2-3 3-16,2-4 10 0,0 0 48 0,-3-2 38 15,4-3 3-15,5 4-9 0,-5-4-6 0,12-9-11 16,-2 3-5-16,3-7-13 0,1 0-3 0,0 0-11 0,4-5 0 0,1-2-11 16,0 2-6-16,0-2-3 0,0-2-8 0,-1 2 6 15,-4 5-8-15,0 2-4 0,0 1-1 16,-5 2 2-16,-2 2-4 0,-1 4 8 0,0-1-13 15,-2 1-17-15,0 0-24 0,0 4 3 0,-4 0 5 0,9 6-6 16,-4 1 16-16,-1 2-10 0,0 4 2 0,-1-2 2 16,1 4 2-16,-1 2 10 0,0-2-34 0,-1 4-7 0,1-2-14 15,-1 1-20-15,2-1-22 0,0 1-26 0,-2-1-23 0,0-1-27 16,-1-4-30-16,0-1-272 0,2-2-518 0,-1-3 229 16</inkml:trace>
  <inkml:trace contextRef="#ctx0" brushRef="#br0" timeOffset="160550.23">28733 9644 85 0,'0'0'162'16,"-9"-1"-12"-16,9 1-7 0,0 0-14 0,-8 1-7 16,8-1-1-16,0 0-13 0,0 0-7 0,0 0-10 15,0 0-5-15,-5 2-7 0,5-2 0 0,0 0 2 16,0 0 0-16,0 0 2 0,0 0 2 0,0 0-2 16,0 0-4-1,0 0 0-15,0 0-3 0,0 0-4 0,0 0-3 0,0 0 0 16,0 0 0-16,0 0-6 0,0 0 6 0,0 0 3 15,0 0-6-15,-4-5 1 0,4 5-8 0,0 0-2 0,18 0-8 0,-4 0-6 16,7-2-4-16,6 2-4 0,8-2-4 0,2 1 2 0,3 1-4 16,15-2-4-16,-17 0-6 0,17-2 2 0,-15 1-8 15,-3 2-18-15,-2 5-15 16,-4-7-16-16,-12 3-15 0,1-1-13 0,-8 1-15 16,1-2-16-16,-6 2-26 0,-1 0-52 0,-6 0-64 0,-3-3-146 15,-6-1-412-15,-5 0 182 0</inkml:trace>
  <inkml:trace contextRef="#ctx0" brushRef="#br0" timeOffset="160820.12">28936 9549 228 0,'4'-6'256'0,"-2"0"-4"16,2 0-1-16,0-2-3 0,-1 3-14 0,0-2-7 31,-1 2-14-31,2 0-16 0,-2 0-8 0,-1 0-15 0,2 2-15 0,-3 3-17 0,1-5-17 0,1 3-5 0,-2 2-32 15,0 0-10 1,0 0-20-16,0 0-9 0,0 0-1 0,6 18-11 16,-9-8-1-16,3 8-4 0,-1 2 11 0,1 5-17 15,-1 2 1-15,1-4-5 0,0 8-2 0,-1-7-24 16,2 1 3-16,1-1-10 0,1 4-19 0,-1-8-14 16,2 6-28-16,-1-8-31 0,3 6-29 0,-3-5-36 15,3-4-38-15,-6-3-262 0,5-2-507 0,0-1 224 16</inkml:trace>
  <inkml:trace contextRef="#ctx0" brushRef="#br0" timeOffset="161121">29732 9518 16 0,'9'-9'320'0,"-5"0"-13"0,-2 2-21 16,4 2-10-16,-4-1-20 0,-2 0-22 0,3 2-27 0,1 1-24 0,-1-1-27 16,-3 4-10-16,0 0-21 0,0 0-13 0,8 18-13 15,-7-2-12-15,-1 3-6 0,1 7-8 0,-2 6-11 16,-1 2-6-16,0 0-3 0,1 0-1 0,1 2-24 15,1 11-19-15,-2-12-31 0,1 1-44 0,-4 10-57 16,-1 2-57-16,0-15-293 0,1-4-511 0,2-6 227 16</inkml:trace>
  <inkml:trace contextRef="#ctx0" brushRef="#br0" timeOffset="162871.87">12798 10023 92 0,'0'0'161'0,"-6"-4"-3"0,6 4-16 15,-4-4-11-15,4 4-3 0,-4-4-7 0,4 4-7 16,0 0-8-16,-5-2-6 0,5 2-10 0,0 0-10 15,-1-3-5-15,1 3-11 0,0 0-6 0,0 0-3 16,0 0-10-16,0 0 0 0,0 0-9 0,0 0-7 0,0 0-1 0,0 0 1 16,0 0-2-16,0 0 0 0,0 0-5 0,28 5-3 15,-10-2 0-15,10-3-4 0,5 0 1 0,5 1 2 0,17-1-2 16,-1-1 5-16,-3-2-3 0,-11 2 2 0,12-3-3 16,-15 0 4-1,3 2-6-15,-8 1 0 0,-3-4-4 0,-8 4 1 0,-1 1-1 16,-1-1-3-16,-6-1-2 0,-4 1-10 15,-1 1-15-15,-2 0-20 0,0 0-21 0,-6 0 2 16,0 0-21-16,4 3-8 0,-4-3-21 0,0 0-44 16,0 0-121-16,-30-3-295 0,18 3 130 0</inkml:trace>
  <inkml:trace contextRef="#ctx0" brushRef="#br0" timeOffset="163203.56">13446 9754 64 0,'0'0'235'16,"0"0"-20"-16,-1-2-23 0,1 2-23 0,0 0-17 0,0 0-17 0,0 0-12 16,0 0-12-16,24 3-11 0,-15 2-7 0,11 4-2 15,-2-1-14-15,2 4-9 0,4 2-8 0,-7-2-3 16,8 5-7-16,-6 1-7 0,-1 1-7 0,-5-3-4 15,2 5-1-15,-6-5-3 0,3 10-3 0,-6-9-2 32,-2-1-4-32,-2 2-3 0,0-3 0 0,-5 2-1 15,-2-3 6-15,-1 1-7 0,-6-1 0 0,3-2 6 0,-4 1-6 0,-2-2-2 16,2-1 1-16,3-3-4 0,-3 1 3 0,3-3-3 16,-3 2-3-16,2-2-11 0,2 0-6 0,-1-1-7 15,3-1-20-15,2 1-13 0,1-1-19 0,2-2-50 16,2-1-77-16,0 0-122 0,0 0-345 0,19-12 153 15</inkml:trace>
  <inkml:trace contextRef="#ctx0" brushRef="#br0" timeOffset="163704.31">14482 9714 281 0,'3'0'251'0,"-3"0"-22"0,0-4-30 0,0 4-28 15,0 0-16-15,0 0-16 0,0 0-16 0,0 0-13 0,6 12-9 0,-6-3-12 16,-1 0-12-16,1 5-3 0,-4 1-11 16,3 3-4-16,-7-1-8 0,3 1-4 0,-5 7-7 0,-2-3-4 15,5-3 1-15,-6 4-5 0,4-6-6 0,1 0-9 0,-2 0 4 16,4-7 3-16,1 0-1 0,1-2-7 15,0-1 3-15,0-2 2 0,2 0 15 0,-1-1 21 16,2-1 30-16,-4 1 17 0,5-4 26 0,-3 4 23 16,3-4-4-16,0 0-14 0,-1-11-17 0,4 0-14 0,-1 0-3 15,6-5-8-15,-2-1-15 0,8-6-8 0,-1-3-4 16,4 0-10 0,0-1-13-16,4 1 2 0,-6 1-9 0,4 3-2 15,-2-2-11-15,-3 10 5 0,-4 2 5 0,-1 2-28 0,-1 3 13 0,-2-1-4 16,-2 3-8-16,1 1-2 0,-1 1-1 0,0 3-5 15,-4 0-2-15,11 5 0 0,-3 2-7 16,0 1 8-16,-1 6-9 0,3 1 8 0,-2 2 2 16,1-1-6-16,0 9 5 0,-1-3 15 0,-2-2-18 0,1-2-16 15,0 7-7-15,-2-1-1 0,-1-5-1 0,0 0-14 16,-1-2-15-16,-1-2-10 0,-1-5-23 0,2 2-13 16,-3-3-18-16,0 1-18 0,-3-3-1 0,3 1 0 15,-1-4 1-15,-1 3-1 0,-1-4-15 0,-1-1-51 16,4-2-41-16,-9-2-146 0,0 0-428 0,4-2 189 15</inkml:trace>
  <inkml:trace contextRef="#ctx0" brushRef="#br0" timeOffset="163926.6">14435 9889 28 0,'0'0'227'0,"-7"0"-7"0,7 0-8 0,0 0-15 0,0 0-11 16,0 0-18-1,0 0-14-15,0 0-20 0,0 0-10 0,0 0-14 0,38-3-11 16,-18 0-13-16,12 1-9 0,3-1-6 0,-1 1-6 16,1 0-5-16,-5 0-6 0,4-1-9 0,-14 2-6 15,2 1-6-15,-6-2-10 0,-3 2-6 0,-1-2-10 16,-6 2-11-16,2 0-16 0,-8 0-23 0,6-3-31 16,-6 3-31-16,0 0-22 0,0 0-33 0,-15-5-158 15,7 1-343-15,2 2 152 0</inkml:trace>
  <inkml:trace contextRef="#ctx0" brushRef="#br0" timeOffset="164359.26">14693 9389 47 0,'-21'-4'180'0,"0"0"-12"0,-1 3-23 0,-4 2-7 16,3 3-15-16,-3 3-15 0,0 6-9 15,-2 5-1-15,0 6-2 0,-9 12-3 0,1 1-3 0,2 7-3 0,1 2-9 0,-2 0-8 16,7 3-7-16,1 1-1 0,3 1-9 16,5 0-4-16,0 2-1 0,6-4-3 0,4 2-5 15,4-17-1-15,5 1-2 0,1 1-2 0,4-7 22 16,4 0 10-16,1-4 4 0,9-1 17 0,3-5 20 15,8 0 4-15,18-1-3 0,3-11-5 0,4-2-1 16,8-3-4-16,3-9 4 0,26-6 3 0,-28 1 1 0,24-13-4 0,-28 5-6 16,-1-5-7-16,-3-4-5 0,-4-1-10 0,-7-6-16 15,-4-3 1-15,-1-6-14 0,-7 2-22 0,-3-6-16 16,-7-4-14-16,-12 2-15 0,-7-4-2 0,-9 0-2 16,-8-1-1-1,-7 1 4-15,-11 3 7 0,-5 8-9 0,-11 0 4 16,-27-3 3-16,-13 16-9 0,-9 8 2 0,-7 12-33 0,-3 10-20 15,-2 10-16-15,-2 9-25 0,4 4-45 0,4 7-68 16,6 6-267-16,13 2-539 0,40-11 239 0</inkml:trace>
  <inkml:trace contextRef="#ctx0" brushRef="#br0" timeOffset="165861.9">30609 9385 34 0,'0'0'127'0,"-7"0"-9"0,7 0-9 0,0 0-5 16,0 0 16-16,-5-3-27 0,5 3-10 0,0 0-9 15,0 0-5-15,0 0-1 0,-4-2-9 0,4 2-8 0,0 0-9 16,0 0 0-16,0 0-2 0,-9-2-7 0,9 2 1 0,0 0-6 16,0 0 1-16,-5-1-9 0,5 1 5 15,0 0-8-15,0 0 9 0,0 0-8 0,0 0 2 16,0 0-3-16,0 0 0 0,0 0 2 0,0 0 9 15,0 0-6-15,21 4 8 0,0-4-1 0,10 1-8 0,4-2 7 16,4 0-6 0,16-1-5-16,-4-3 1 0,0 2-4 0,-10 1 10 15,-2-2 2-15,0 1-5 0,-3-2-2 0,1 2-1 16,-6 0 1-16,-5-4-3 0,-9 5 2 0,-2 0 0 16,-4-1 0-16,-4 1 2 0,1 0-7 0,-2 1-1 15,-2-1-1-15,-4 2-12 0,5-3-3 0,-5 3-16 16,0 0-12-16,0 0-6 0,-19-1-27 0,10 1-13 0,0 1-19 15,-1 0-30-15,0-2-133 0,3 2-280 0,0-1 124 0</inkml:trace>
  <inkml:trace contextRef="#ctx0" brushRef="#br0" timeOffset="166162.17">31154 9191 65 0,'0'-3'202'0,"0"3"-15"0,0 0-12 0,0-7-15 0,0 7-21 16,-2-5-12-16,2 5-10 0,0 0-20 16,0 0-25-16,0 0-19 0,0 0 0 0,0 0-5 0,0 0-4 15,10 13-5-15,-4-3-8 0,-1 0 5 0,3 4-1 16,1 2 0-16,3 1 2 16,3 5-4-16,-4 0-5 0,2 0 0 15,4 3-2-15,-8-7-3 0,1 5-5 0,-1-6-1 16,-3 1-2-16,-1-1-2 0,-1 0 1 0,-2-2-8 0,-1-1 9 15,-2-2-6-15,-2-4-2 0,-2 3-1 0,-2-2 3 16,-3 0 1-16,0 0-1 0,-4-2-4 16,-3 3 2-16,2-3 2 0,-2-1-2 0,7-2-4 15,-4 3-6-15,3-2-5 0,2-2-18 0,-2 2-18 0,6-1-12 0,-1-2-15 16,2-2-20-16,4 0-204 0,0 0-321 0,0 0 142 16</inkml:trace>
  <inkml:trace contextRef="#ctx0" brushRef="#br0" timeOffset="166694.9">31885 9097 212 0,'0'-3'204'0,"0"3"-11"0,0 0-11 0,0-7-11 16,0 7-21-16,3-2-14 0,-3 2-10 0,0 0-14 16,0 0-22-16,2-3-4 0,-2 3-12 0,0 0-7 0,0 0-12 15,0 0-7-15,4 10-3 0,-3-3-6 0,-1 4-5 16,0-1-6 0,0 8-1-16,0 2 0 0,0 1-8 0,-2 4 7 15,-1 2-8-15,-2-1-5 0,4 2 2 0,-3-3 18 16,3 1-7-16,-2-8-1 0,-1 8-2 0,3-7-2 0,-3-2 0 15,3 2-2-15,1-5 2 0,-3-2-6 16,0-1 3-16,3-1-4 0,-3-3 0 0,3-2 1 16,0 2-2-16,0-4 2 0,0 1-2 0,0-4 0 15,0 7 1-15,-1-4-1 0,1-3 1 0,-3 3-2 0,3-3 1 0,0 0-2 16,0 6 1-16,0-6-1 0,0 0-9 0,0 0-29 16,0 0-37-16,0 0-30 0,0 0-45 0,0-19-75 15,3 10-133-15,-2-2-376 0,5-3 167 0</inkml:trace>
  <inkml:trace contextRef="#ctx0" brushRef="#br0" timeOffset="167179.31">31947 9063 152 0,'-2'-3'239'0,"2"-1"-6"0,0 4-24 0,-1-7-19 15,1 7-17-15,0 0-17 0,3-3-18 0,3 0-12 0,4 1-19 16,3 3-2-16,6-1-17 0,1 1-11 0,2 2-7 16,5-1-5-16,4 3-13 0,-4-2 0 0,-6 2-11 15,-3-1-9-15,0 2-13 0,-6-2-6 0,0 1-8 0,-3-3 3 16,0 6-5-16,-2-4-5 0,-2 4 0 16,-3-1-2-16,0-1 0 0,-4 0 0 0,2 4-1 15,-5-4 7-15,-4 5-2 16,0-4-1-16,-4 5-2 0,2-5 4 0,-3 2-2 15,4-3-1-15,-2 2 4 0,1-2-2 0,-1-1-2 16,3 2 5-16,0 0-1 0,3-3-3 0,-2 0 3 16,6 1-5-16,-5-2 2 0,4 2-2 0,1-1 4 15,1 1-3-15,1 0 1 0,1 2 10 0,1-2-5 16,4 4-7-16,-1 0 7 0,5 1 4 0,-1-2 0 16,3 6 3-16,2 0-4 0,1-1 2 0,-1 1 0 0,3 6-2 0,-2-6-3 15,-2 2 2-15,-2 0 1 0,-2-2-5 0,-4 1 0 16,3 1-1-16,-5-4 1 0,-3-1 1 0,-2 1-1 15,1-1 3-15,-1-2-2 0,-5 0 0 16,-4 0 3-16,-2-1-4 0,-3 1 5 0,0-2-2 0,1 1-2 16,-2-3 2-16,0-1-2 0,3-2-4 0,-1 1-7 15,-2 0-14-15,4-3-30 0,0 0-27 0,0 0-39 0,1-5-50 16,3 2-170-16,0-4-364 0,3 1 162 0</inkml:trace>
  <inkml:trace contextRef="#ctx0" brushRef="#br0" timeOffset="167633.47">32161 8785 112 0,'-16'-9'142'16,"-9"-3"-19"-16,5 6-13 0,-1-1-6 0,-7 3-14 0,-1 3-9 16,2 1-7-16,-1 3-7 0,1 4 0 0,-2 2-6 15,-2 8 5-15,-1 0 0 0,0 5-5 0,-9 14 1 16,1-1 12-16,2 5-6 0,1 6 11 16,1 2 2-16,-9 23 1 0,2 1 4 0,15-21-5 15,3 0-1-15,4 4-9 16,6-3-3-16,3-2-7 0,4 1-4 0,10-17-6 15,4 13-5-15,-2-14 13 0,9-1-1 0,2 2 14 16,7-5 13-16,5-2-9 0,10 6 15 0,8-4 9 16,4-6 1-16,5-5 0 0,5-1-1 0,6-8 1 0,35-1-4 15,-35-5 4-15,24-7 10 0,-29 0-10 16,0-4-4-16,-1-5 2 0,-5-3-5 0,-3-3 0 16,-4 0-14-16,-4-6 2 0,-11 4-13 0,6-13-10 0,-5-5-4 0,-3-7-6 15,-7-5-9-15,-7-6-4 0,-4-2-16 0,-10-23-17 16,-7 24-28-16,-9-24-22 0,-4 31-17 0,-7 3-3 15,-10 5 2-15,-10 6-2 0,-8 1 5 0,-42-3-14 16,-10 14-20-16,-12 4-23 0,-3 13-36 0,-3 8-46 0,9 9-75 16,-9 8-255-16,0 0-575 0,10 0 256 0</inkml:trace>
  <inkml:trace contextRef="#ctx0" brushRef="#br0" timeOffset="183767.08">2455 12515 61 0,'2'-4'155'0,"0"1"-3"0,0-1-5 0,0-2-3 0,1 0-4 15,-1 3-5-15,1-4-5 0,1 1-3 0,-2 2-3 16,2-2-4-16,-1 0 1 0,-1 1-8 0,2 3-3 16,-3-5-5-16,1 4-10 0,0-1-14 0,-2 4-10 15,0-3-12-15,0 3-10 0,0 0-9 0,0 0-5 16,0 0-4-16,0 0-4 0,-4 19-3 0,-1-8-5 0,-4 7-2 16,-2 7 0-16,-2 3-3 0,-2 0 2 0,1 0-4 15,-6 4-2-15,1-1 0 0,0 2-2 16,0-3 0-16,1 0 1 0,0-2-2 0,3-1 0 15,-1-4 1 1,2-3-4-16,4-3 6 0,3-2-3 0,1-6 0 0,1 1-3 16,1-4 4-16,-1-2 4 0,3 1 36 0,-1-1 39 15,1-3 14-15,2-1-9 0,0 0-8 0,1-13-9 16,2 1-12-16,4-5-5 0,3-7-7 16,2-1-7-16,3-5-4 0,-1-4-4 0,4 2-2 0,5-13-6 15,-1 1-3-15,2 1 1 0,-1 1-6 0,-6 10-5 16,1 1 1-16,-5 7-3 0,0 0 3 0,-5 9 0 0,-1 4 1 15,-1 3 1-15,-1-2-8 16,-2 3 0-16,-1 0-12 0,2 5-4 0,-1 1 1 0,-3 1-3 16,0 0-1-16,13 12 3 0,-6 2-4 0,-1 1 6 0,3 13-4 15,-3-3 4-15,1 5-5 0,2-1 0 16,-5 2 1-16,5 0 4 0,-2-1-4 0,1 0 2 16,0-2 3-16,-3-2-1 0,1-7 5 15,2-1-4-15,-4-2 3 0,1 1 2 0,-1-5 0 16,0 0 6-16,-3-2-9 0,4-1 0 0,-3-2-12 0,0-1-15 0,-1 1-5 0,2-4-9 15,-2 2-4-15,-1-1-7 0,0-1-6 0,0-3-8 16,0 4-8-16,0-4-10 0,2 4-6 0,-2-4-7 16,0 4-12-16,0-4-18 0,0 0-36 0,0 0-246 15,-9 2-443-15,9-2 196 0</inkml:trace>
  <inkml:trace contextRef="#ctx0" brushRef="#br0" timeOffset="184068.03">2330 12768 160 0,'0'0'241'0,"0"0"-7"16,-9 2-10-16,9-2-11 0,0 0-15 0,0 0-16 16,0 0-21-16,-5 2-12 0,5-2-15 0,0 0-15 15,0 0-8-15,0 0-12 0,31-6-6 0,-3 2-2 0,4 0-11 16,0-1-5-16,4 0-4 0,-5-2-8 0,-3 5-2 15,-8 1-9 1,-1-3-3-16,-6 3-7 0,-3 0-4 0,-1 1-3 16,-1-1-3-16,-3 0-4 0,0 0-4 0,-5 1 0 15,9-1-2-15,-9 1-8 0,5-2-1 0,-5 2-14 16,0 0-19-16,8 0-22 0,-8 0-25 0,0 0-6 16,0 0-14-16,0 0-16 0,0 0-14 0,-12 7-22 15,7-4-22-15,0-2-27 0,1 1-168 0,4-2-386 16,-10 2 172-16</inkml:trace>
  <inkml:trace contextRef="#ctx0" brushRef="#br0" timeOffset="184599.44">2639 12175 122 0,'-6'-7'158'0,"-4"-1"-17"15,1 3-16-15,3 0-5 0,-6-2-9 0,2 3-10 16,-3 1-13-16,3-1-4 0,-3 1-11 0,-6 3-10 16,1 0-3-16,-2 0-9 0,-1 3-3 0,1 2-1 15,-8 1-6-15,-2 5 3 0,2-1-4 0,0 7-3 16,-1 3-7-16,-7 14 5 0,1 3-11 0,2 3 8 0,1 6-1 15,1 1 3-15,2 6-3 0,0 3-6 16,3-4-4-16,2 2-13 0,5-3 1 0,3-5-5 16,1-1 2-16,6-9 0 0,4-4-4 0,1 0 7 0,4-1-4 0,0-6 0 15,8 3 6-15,-3-9-3 0,5 9 0 0,4-7 19 16,4 1 14-16,1-4 15 0,5-2-2 0,5-6 15 16,1-1-1-16,6-5 0 0,0 2 1 0,19-9 1 15,-3-1 6-15,7-5 3 0,-4-6 0 0,-1-2 1 16,3-3 6-16,-3-2 5 0,-3-3 0 0,-4-4-6 15,-4-1 4-15,-4-1 9 16,-11 4 1-16,4-12-11 0,-4-6-11 0,-4-5-12 16,-3 0-3-16,-5-4-22 0,-4 0-8 15,-8 0-2-15,-2 4-3 0,-5 1-4 0,-5 13-5 16,-4 4-5-16,-3 0 6 0,-3 6-9 16,-5 2-1-16,0 5-4 0,-4 3-1 0,-1 4-8 0,-2 2-5 0,-2 3-21 15,1 4-27-15,-1 3-30 0,3 6-29 16,-2 2-28-16,5 6-30 0,3 5-24 0,2 1-22 0,1 5-28 0,6 3-187 0,4-2-471 31,8 0 208-31</inkml:trace>
  <inkml:trace contextRef="#ctx0" brushRef="#br0" timeOffset="184986.09">3397 12763 89 0,'0'0'153'16,"0"0"-4"-16,0 0-6 0,0 0-4 0,0 0-13 16,0 0-10-16,0 0-10 15,0 0-12-15,0 0-4 0,0 0-6 0,0 0-8 16,0 0-4-16,28-5-3 0,-10 2-11 0,12 1-6 16,2-2-6-16,2 1-3 0,1-2-4 0,4-2-2 15,12 2-5-15,-15 0 1 0,5 0-7 0,-6 0-2 16,-3-2-1-16,-2 2-6 0,-7 1 1 0,-5 3-2 15,-5-2-3-15,-2 1-6 0,-3-1-10 0,-3 2-20 16,-1-1-52-16,-4 2-55 0,0 0-34 0,-9-6-103 0,-5 3-287 0,1 2 127 16</inkml:trace>
  <inkml:trace contextRef="#ctx0" brushRef="#br0" timeOffset="185218.2">3592 12599 35 0,'0'-6'288'0,"-2"0"-8"0,2 0 0 0,2 0-5 16,-2 1-5-16,0 0-18 0,2 2-21 0,-2 3-31 16,-2-5-19-16,2 5-20 0,0-5-26 0,0 5-23 15,0 0-15-15,0 0-14 0,0 0-7 0,0 20-11 16,-2-4-3-16,2 1-6 0,0 11-7 0,-2-2-5 16,0 1-5-16,1 1-3 15,2-1-5-15,1-1-3 0,-2-1-17 0,1 1-15 16,2 0-26-16,-3-3-28 0,2-3-30 0,-2-3-32 15,1 1-38-15,6 1-46 0,-4-4-249 0,4-6-490 16,-1-1 216-16</inkml:trace>
  <inkml:trace contextRef="#ctx0" brushRef="#br0" timeOffset="185603.45">4473 12492 84 0,'2'-5'252'0,"1"0"-11"16,-2-1-16-16,2 2-10 0,-3 0-22 0,0 0-14 0,0 4-22 16,1-4-19-16,-1 4-18 0,0 0-15 0,4-2-12 15,-4 2-9-15,1 10-9 0,2-2-8 0,-2 5-6 16,2-1-15-16,-3 6 3 0,1 1-5 0,-1 9-5 16,0-7-3-16,-1-3-5 0,1 8-4 0,-3 1-4 15,3-8-12-15,-1-2-18 0,-2-2-17 0,2-2-10 0,-3 1-14 16,3-2-19-16,-3-2-25 0,-1 2-24 0,1-2-11 0,1-3-17 15,0-2-179-15,-1 1-350 0,0 0 156 0</inkml:trace>
  <inkml:trace contextRef="#ctx0" brushRef="#br0" timeOffset="186073.14">4514 12419 70 0,'5'-5'169'0,"4"-2"-17"0,-1 2-17 15,3 0-14-15,2 1-9 0,7-1-14 0,0 3-12 16,0 1-5-16,2 2-10 0,-1-1-9 0,0 4-6 0,-1-1-5 16,2 2-3-16,-4 1-3 0,0 2-10 0,-4 0-3 0,3 2-8 15,-8-2 0-15,-2 0-7 0,0 1 3 0,-4 2-1 16,0-1-2-16,-4 1-5 0,-2-2-1 0,-2 0-3 31,-2 1 3-31,-3-2-7 0,-1 1 2 0,0-3-1 16,-2 3-1-16,0-2 1 0,4-1 0 0,0-1 0 0,0-1 3 15,1-1 7-15,2 0-12 0,2 1-2 0,0-2-1 16,0-1-1-16,4-1 4 0,-3 4-1 0,0-2 1 16,3-2-5-16,0 0 4 0,9 8 2 0,-4-4 4 15,3 1 0-15,2-1-4 0,0 3 11 0,2-1-6 16,3 2-3-16,-2 1-2 0,2-1 0 0,-2 4-1 15,1 0-5-15,-2-3 1 0,-2 1 3 0,1 2-3 0,-4 0 5 0,-1 0-2 16,1-2 0-16,-4 0 0 0,1 2-4 0,-6-2 2 16,-1 1-1-16,-2 1 7 0,-4-3 4 0,0 1 4 15,-2-2 2-15,-5 2-2 0,0-3-2 0,-1 1-4 16,-5-3 4-16,3 2 1 0,0-3-13 0,-8-1-10 16,5 0-18-16,3-1-3 0,1 1-23 0,4-4-23 15,4 1-63-15,0-3-109 0,0 1-269 0,5-1 119 16</inkml:trace>
  <inkml:trace contextRef="#ctx0" brushRef="#br0" timeOffset="186589.98">4841 12066 121 0,'-7'-3'141'16,"-1"-1"-18"-16,-2 1-8 0,-3 2-5 0,3 0-24 0,-3 2-3 16,-1 0-7-16,-4 3-6 0,0 0-9 0,-1 3-6 15,-3 2-4-15,-2 3-4 0,-3 4 1 0,1 2-5 0,-3 7-4 16,-8 9 6-16,5 0-5 0,-4 5 2 15,3 6-4-15,0-1 3 0,2 1 1 0,4 0-10 16,3 2-2-16,2-1 5 0,2-4-7 0,7-9-4 16,-1 1-5-16,6-1-3 15,1-1-2-15,0 0 3 0,5-2-1 0,-1-2 2 16,7 1 9-16,1-2 3 0,2-1 5 0,4-1 10 16,3-1 3-16,4 0 3 0,1-1 1 0,4 2 11 0,3-3 16 15,3-4 3-15,2 0 5 0,3-1 8 0,15 0 15 16,-12-7-4-16,12 0 5 0,3-6-4 0,-14-3 7 15,3-1 1-15,12-6 8 0,-4-6 14 0,-12 0 4 16,11-6-6-16,-14 1 7 0,2-1-9 0,-4-2-10 0,9-11-9 16,-3 0-14-16,-13 4-11 0,7-13-6 0,-6-2-19 15,0-6-44-15,-6-3-29 0,-7-6-25 0,-3 0-13 16,-10-3-4-16,-6 6-5 0,-7-4 19 0,-10 5-4 16,-5 2-7-16,-7 5 3 0,-3 7-9 0,-7 8-11 15,-8 2-18-15,-9 10-17 0,-27 4-35 0,-3 11-41 16,-8 8-51-1,2 3-327-15,2 10-599 0,8 1 266 0</inkml:trace>
  <inkml:trace contextRef="#ctx0" brushRef="#br0" timeOffset="187907.64">6455 12375 146 0,'-3'-4'142'0,"3"4"4"0,-2-3-4 15,2 3-1-15,-2-5-8 0,0 1 5 0,2 4-5 16,-1-5-4-1,1 5-3-15,0 0-5 0,0-6 1 0,0 6-15 0,0 0-3 16,0-6-14-16,0 6-11 0,1-3-5 0,-1 3-10 16,4-5-5-16,1 0-8 0,1 3-5 15,5 0-6-15,1-1-4 0,8 3-4 0,-1 0-3 16,1-1-3-16,-1 2-2 0,3-1-5 0,-3 3-1 0,1-1-7 16,1 6-10-16,-7-1-8 0,3 2 2 15,-6 3-4-15,3 1 2 0,-3 4-3 0,-5 1 1 0,-2 5-2 0,0 3-2 16,-9 5 2-16,-3-1 0 0,-4-1-1 0,-3 3 6 0,-13 8 1 15,6-8-2-15,-10 3-1 0,5-9 3 16,1 0-1-16,0-4 0 0,2-1 1 0,-2 0-4 16,4-1 6-16,6-7-2 0,2-3 0 0,1 1-1 0,2-4 6 15,0-1 0-15,5 0 1 0,1-2 15 0,0-2 18 0,1 2 25 32,1-3 28-32,3-1 22 0,0 0-23 0,0 0-10 15,0 0-8-15,4-13-7 0,5 2-10 0,5 1-1 16,2-3-7-16,6-2-4 0,4 1-7 0,-8 6-1 0,1-3-2 15,8 4-7-15,-9 2-4 0,10-2 8 0,-8 4-13 16,3 1-4-16,-2 4 2 0,1-2 6 0,4 3-11 16,-4 2 0-16,-4 2-20 0,4-2-24 0,-2 3-28 15,1 0-33-15,-3-1-39 0,7 3-52 0,-7-3-86 0,2-2-146 16,2-2-456-16,-4-3 202 0</inkml:trace>
  <inkml:trace contextRef="#ctx0" brushRef="#br0" timeOffset="188307.97">7297 12368 40 0,'0'0'172'16,"0"0"-10"-16,0 0-16 0,0 0-6 0,10-3-10 0,-1 2-11 15,4 1-12-15,6-1-10 0,3-3-9 0,10 1-10 0,4 1-5 16,1-1-7-16,4-1-6 0,11 0-6 0,4 3-5 15,-3-2-8-15,-15 3-1 0,0-2-8 0,-1-3-1 0,-7 4-2 16,-8 1 0-16,-5-2-9 0,-4 2-17 16,0 0-18-16,-7-2-25 0,1 4-8 0,-3 0 7 0,-4-2-2 15,0 0 0-15,-13 6-13 0,0-4-17 16,-6 5-3-16,-3-5-6 0,1 4-17 16,-5-2-100-16,4 1-215 0,-1-2 96 15</inkml:trace>
  <inkml:trace contextRef="#ctx0" brushRef="#br0" timeOffset="188671.21">7595 12387 146 0,'0'0'177'0,"0"0"10"0,-8-1-8 16,8 1-1-16,0 0-7 0,-5-1-7 0,5 1-10 15,0 0-10-15,0 0-16 0,0 0-14 0,0 0-11 0,0 0-11 16,0 0-14-16,0 0-8 0,0 0-12 0,0 0-7 16,0 0-8-16,-1 5-1 0,-2 2-4 0,3 3-7 15,0 4-2-15,-1 4-7 0,1 7 0 0,-4 4-5 16,4 4 0-16,-1 0 0 0,1 1 7 0,-1 0-1 15,2 2-4-15,-1 1-1 0,0-3 2 0,5 2-5 0,-5-5 1 16,1 1-2-16,-1-1-6 0,-1-2 3 0,2-2 0 0,2-4 0 16,-3-5-5-16,-3-2 1 0,2 0 1 0,-3-3 6 15,3-3-6-15,-3 2 0 0,-1-3-1 0,1-2 1 16,-1-1 5-16,-4-1 1 0,-4-2 1 0,-3-1 2 16,2-2 0-16,-8-5-1 0,1 3-1 0,1-2 5 15,-2-2 8-15,-1-5 8 0,4 3 1 0,0-1 0 16,2 1 2-16,2-1-5 15,2 4 5-15,1 0 5 0,3-1-3 0,2 4-3 16,2-3 1-16,0 1-4 0,1 1-1 0,0 0-9 16,-1 1-8-16,3 0-12 0,2 2-23 0,0 0-33 15,-6-2-25-15,6 2-8 0,0 0-20 0,0 0-23 16,0 0-33-16,9 12-40 0,-3-10-228 0,2 2-463 16,3-1 206-16</inkml:trace>
  <inkml:trace contextRef="#ctx0" brushRef="#br0" timeOffset="189140.9">7850 12966 104 0,'0'-5'290'0,"-1"3"-22"16,1 2-18-16,0 0-11 0,1-8-22 0,-1 8-18 0,0-5-21 15,0 5-20-15,0 0-20 0,0-4-17 0,0 4-14 0,0 0-14 16,0 0-11-16,0 0-9 0,0 0-7 0,6 12-6 16,-5-7-11-16,-1 1 0 0,1 6-9 0,0-1-3 15,-1 5-5-15,-1-1 2 0,1 3-3 0,-2 0-4 16,-1 2-8-16,2-3-1 0,-1 1-2 0,0-5-6 15,-3-3-3-15,5 0 1 0,0-3-3 0,-1 0 8 16,1 0-2-16,-3-4 3 0,3 3 18 0,0-6 21 0,3 3-7 0,-3-3-9 16,0 0 9-16,14-10-11 0,-7 5-2 0,1-2 6 15,1-3-11-15,0 1-6 0,2-4-4 0,2 1 1 16,-3 3 0-16,2-1-6 0,-1 1-3 0,-2 2-1 16,0-1-3-16,4 2-1 0,-4 0-5 0,0 4 1 15,0 0 3-15,-3 1-3 0,3 1-2 0,4 1-1 16,-3 2-1-16,0-2 0 15,3 5 0-15,-3-1-12 0,2 1-6 0,-1 1-16 16,2-2-19-16,-1 3-28 0,-1-1-37 0,-1 0-34 16,3-2-48-16,-4 0-270 0,-4-5-512 0,3 2 227 15</inkml:trace>
  <inkml:trace contextRef="#ctx0" brushRef="#br0" timeOffset="189710.34">8288 11893 204 0,'0'0'228'0,"-3"-4"-18"0,3 4-15 16,0 0-24-16,0 0-17 0,-3-3-20 0,3 3-14 0,0 0-14 16,0 0-18-16,0 0-9 0,-4 8-6 15,1-1-10-15,-5 2-2 0,-2 4-13 0,-3 1-4 16,-1 3-6-16,1 4-3 15,-5 0-5-15,4 1-5 0,2-6-4 0,1 1 3 16,-1 0-7-16,3-3 1 0,1-4-3 0,0 1 3 16,1 0-5-16,2-2-3 0,1-3 0 0,0 1 2 15,1-2 2-15,1 0 0 0,-1-1 10 0,0-1 13 16,3-3 11-16,-1 5 9 0,-1-5 8 0,2 0 2 16,0 0-3-16,-4 4-5 0,4-4-2 0,0 0-5 15,-1 5-7-15,1-5-11 0,0 0-24 0,-3 3-31 0,3-3-46 0,0 0-52 16,-2 2-56-16,2-2-20 0,-2 4-194 0,2-4-422 15,3 6 186-15</inkml:trace>
  <inkml:trace contextRef="#ctx0" brushRef="#br0" timeOffset="190881.79">8990 12685 90 0,'-1'-3'135'0,"1"3"-13"0,0 0-10 0,0 0-17 16,0 0-5-16,0 0-8 0,0 0-5 15,0 0-11-15,-1-2-3 0,1 2-18 0,0 0 1 0,0 0-7 0,0 0 5 0,0 0-7 16,0 0 2-16,0 0 4 0,0 0-5 15,0 0-1-15,0 0 7 0,0 0-2 0,0 0 2 16,0 0 6-16,0 0 7 0,0 0 6 0,0 0 0 16,0 0 0-16,0 0-3 0,0 0-5 0,0 0-7 0,6-3-3 15,3 2 0-15,3 0-9 0,7-2-1 0,0 2-4 16,10-2-9 0,1 0 0-16,-2-1-4 0,1-1 2 0,3 3-2 15,0-1-4-15,-2-2 4 0,-1 1-5 0,-6 3 2 0,-3-1-4 16,-3 0 0-16,-2-1-2 0,-3 0 0 15,-4 2 1-15,-3 0-4 0,2-1-1 0,0 2-4 16,-4-1-21-16,-3 1-14 0,0 0-16 0,0 0-18 16,0 0-15-16,-17 5-23 0,5 1-30 0,-7-4-165 0,6 0-327 15,-3 0 145-15</inkml:trace>
  <inkml:trace contextRef="#ctx0" brushRef="#br0" timeOffset="191198.31">8948 12848 163 0,'0'0'172'0,"0"0"-6"0,-4 4-2 0,4-4-5 0,0 0-4 0,17 1-11 16,2-1-12-16,9-1-14 0,4-1-13 0,4 2-10 16,0-2-10-16,0 1-9 0,2-2-8 15,-1 1-2-15,-1-1-9 0,2 1-3 0,-6 0-5 16,-1 0-7-16,-11 1-5 0,-1-1-5 0,-6-1-7 0,-3 3 1 16,-1 0 1-16,-1 0-21 0,-3-1-25 0,-5 1-29 15,5 2-11 1,-5-2-20-16,0 0-47 0,-19 5-190 0,6-3-341 15,-1 0 150-15</inkml:trace>
  <inkml:trace contextRef="#ctx0" brushRef="#br0" timeOffset="191984.07">10310 12182 50 0,'-10'-1'130'15,"10"1"-4"-15,0 0 0 0,0 0-4 0,0 0-4 16,0 0-10-16,0 0-7 0,0 0-12 0,0 0-7 16,0 0 0-16,19 3-2 0,0-3-13 0,7 0 0 15,8-2-8-15,3 0-2 0,3 1-7 0,18-3-6 0,-1 0-4 16,2-2 1-16,-3 1 0 0,2 3-3 0,-6-2-3 16,-11 3-4-16,-7-4-2 0,0 3-6 0,-5-1 2 15,-11 3-8-15,1-4-5 0,-6 3-10 0,-2 0-25 16,-3 2-16-16,-3-2-26 0,-5 1-11 0,0 0-19 15,0 0-30-15,0 0-121 0,-24 4-265 0,6-2 119 16</inkml:trace>
  <inkml:trace contextRef="#ctx0" brushRef="#br0" timeOffset="192384.53">10706 12172 86 0,'0'0'215'0,"-1"-4"-7"0,1 4-1 0,0-4-11 0,0 4-14 0,0 0-19 16,0 0-16-16,-1-4-20 0,1 4-16 0,0 0-11 16,0 0-15-16,0 0-11 0,0 0-8 0,-2 12-6 15,1 0-9-15,-2 0-3 0,-1 10-6 0,0 7-5 16,0 0-4-16,0 3-4 0,-1 2-1 0,0 11-12 16,1-8-2-16,-1 9 3 0,4-12-3 0,1-1 0 15,0 2-5-15,-2-2-1 16,1-1 3-16,1-3-5 0,-1-1 3 0,0-2 1 15,-2-5-6-15,-1-4 1 0,-1 1 0 0,-1-1 1 16,1-4 2-16,-2-1 1 0,2 0 2 0,0-3 6 16,-4-1 11-16,0-2 9 0,-5 0 2 0,-3-3-2 15,-3-1 4-15,-7-1-7 0,-2-2 1 0,-6-2-5 16,2-3-1-16,1-2-3 0,-1-1 9 0,1-3 12 16,3 0 6-16,3 2-2 0,2-2-1 0,7 3 3 0,3 1-7 0,-1-2-1 15,6 4-2-15,-1 2-5 0,3 0 5 0,2 1-15 16,1-1 0-16,-1 1-2 0,2 1-18 0,3 2-19 15,-7-3-29-15,7 3-34 0,0 0-11 0,0 0-11 16,0 0-26-16,0 0-24 0,10 13-25 0,-1-7-42 16,0-2-197-16,10 3-445 0,0-1 197 0</inkml:trace>
  <inkml:trace contextRef="#ctx0" brushRef="#br0" timeOffset="192818.34">10939 12805 206 0,'0'-4'303'0,"0"0"-19"0,1 0-22 15,-1 4-25-15,2-4-24 0,-2 4-22 0,2-5-20 16,-2 5-21-16,0 0-19 0,3-4-18 0,-3 4-13 15,0 0-12-15,0 0-9 0,0 0-13 0,1 12-3 0,-1-7-10 0,0 7-2 16,-1 0-5-16,-1 2-8 0,-3 3-6 0,2 0-2 16,-1 0 1-16,-1 1-6 0,-2 0-1 0,2-3-6 15,-1-1 0-15,3-4-3 0,1 2 1 0,0-5-1 16,0 1-1-16,-1-3-3 0,2-1 3 0,0 1 20 16,-2-2 22-16,3-3 26 0,-3 2 25 0,3-2-2 15,0 0-11-15,0 0-12 16,11-13-3-16,-6 4-15 0,4 0-1 0,2-6-10 15,1 1-5-15,0 0-14 0,1 1 2 0,1-2-3 16,-1 4-6-16,-4 3-1 0,1 1-7 0,-1-1-8 16,-1 4 2-16,-4 1-3 0,2-2-15 0,-1 5-7 15,3 0-6-15,0 0-2 0,-2 3-14 0,0 0-11 16,2 2-10-16,1 4-11 0,-4-1-15 0,4 1-19 16,-3 0-19-16,5 7-25 0,-6-5-26 0,4-1-26 0,-3-1-35 0,2 1-251 15,-2 0-521-15,3-5 230 0</inkml:trace>
  <inkml:trace contextRef="#ctx0" brushRef="#br0" timeOffset="193118.55">11353 12901 164 0,'0'0'246'0,"-9"0"-10"16,9 0-4-16,0 0-3 0,0 0-18 0,0 0-12 0,0 0-15 0,-4-2-13 15,4 2-18-15,0 0-17 0,0 0-14 0,14-3-10 16,-2 3-18-16,8-3-8 0,7 3-7 0,5-4-6 16,-3 3-9-16,2 0-6 0,-3 0-6 0,-6-1-5 15,-2 1-7-15,0-1-4 0,-9 2-1 0,2-2-3 16,-6 2-10-16,3-1 1 0,-3 1-12 0,-2-2-7 15,-5 2-12-15,9 0-10 0,-9 0-24 0,5 0-25 0,-5 0-18 16,0 0-34-16,0 0-30 0,0 0-45 0,0 0-218 16,-16-4-446-16,16 4 197 0</inkml:trace>
  <inkml:trace contextRef="#ctx0" brushRef="#br0" timeOffset="193381.57">11842 12789 16 0,'-1'-6'315'0,"1"6"-10"0,0-6-6 16,0 6-12-16,1-2-21 0,-1 2-25 0,2-5-22 0,-2 5-30 16,0 0-26-16,0 0-21 0,0 0-18 0,0 0-1 0,0 0-25 15,1 12-11-15,-1-2-4 0,-1 2-13 0,-2 5-5 16,3 1-7-16,-2 0-10 0,-1 1-20 0,3 8-8 15,-1-8-7-15,-1 1-17 0,2-2-16 0,0 7-28 16,-1-6-29-16,2-3-38 0,-1 0-40 0,0-4-48 16,0 0-237-16,2-1-476 0,0-6 211 0</inkml:trace>
  <inkml:trace contextRef="#ctx0" brushRef="#br0" timeOffset="193886.87">12483 12475 125 0,'0'0'217'0,"-7"-3"-4"0,7 3-8 16,0 0-5-16,0 0-11 0,-8 0-15 15,8 0-13-15,0 0-9 0,0 0-22 0,0 0-13 0,20-4-11 16,0 0-12-16,11 0-11 0,-2 2-7 0,7-1-7 16,0 3-10-16,1-5-4 0,2 4-3 0,1-2-9 0,-4-2-4 15,6 3-1-15,-7-1-6 0,-2 1-1 0,-4-1-5 0,-9 2-1 16,-7 0-1-1,-1-2 3-15,-2 3-6 0,-1-1 6 0,-4 1-8 16,-1-1-5-16,-4 1-14 0,10-2-27 0,-10 2-27 16,0 0-29-16,0 0-37 0,0 0-54 0,-28 3-224 15,15-2-431-15,4 3 191 0</inkml:trace>
  <inkml:trace contextRef="#ctx0" brushRef="#br0" timeOffset="194537.22">13551 11969 11 0,'0'0'215'0,"-4"-3"-5"0,4 3-11 16,-2-2-19-16,2 2-11 0,0 0-13 0,0 0-18 15,0 0-15-15,10-6-11 0,1 3-13 0,8 1-10 16,7-1-9-16,6 1-8 0,5 1-7 0,0-4-8 15,18 1-8-15,1 2-4 0,-3 1-6 0,-1-2-2 16,-1 1-3-16,-14 2-6 0,-1-2-3 0,-4 2-1 16,-5-2-5-16,-8 0-2 0,-6 2-16 0,-3-1-22 0,-1 1-21 0,-3-1-18 15,-6 1-12-15,0 0-13 0,0 0-27 0,0 0-24 16,-37 4-159-16,9 0-318 0,1-1 141 0</inkml:trace>
  <inkml:trace contextRef="#ctx0" brushRef="#br0" timeOffset="194907.21">13841 11996 157 0,'0'0'212'0,"0"0"-4"0,0 0-15 0,0 0-13 16,0 0-18-16,0 0-21 0,0 0-15 0,0 0-16 16,0 0-16-16,0 0-16 0,-4 4-3 15,4 1-12-15,0 5-1 0,0 2-12 0,-4 8-5 16,3 4-2-16,-3 6-5 0,-1 5-9 0,1-1 3 0,3 12-3 0,-5 3 9 15,2 1-2-15,1-2-1 0,-1-1-6 0,-2-2-3 16,5-9 2-16,0-1-4 0,-1-1-5 0,-2-3 1 16,2 0-5-16,-1-2-1 0,-1-9-1 0,2-1-2 15,-2 0 2-15,1-2-1 0,-2-5 2 0,2-1-4 16,-1-1 0-16,-1 3 9 0,1-8 7 0,-2 2 11 16,3 0 7-16,-5-5 10 0,-1 2 1 0,-1-3-2 0,-5-2-5 0,-3-2-2 31,-3-2-5-31,-2-1-2 0,-1-2 0 0,3-1 6 0,-3-2 0 0,6 2 1 0,3 0 0 0,0 0-7 31,2-2-6-31,0 6-2 0,6-2-3 0,-1 2-1 16,0 2-2-16,4-2-5 0,-2 1-2 0,2 0-13 0,4 4-24 0,-5-4-29 0,1 4-35 0,4 0-41 15,-4-3-46-15,4 3-13 16,0 0-14-16,0 0-55 0,0 0-137 0,0 0-419 16,13 8 186-16</inkml:trace>
  <inkml:trace contextRef="#ctx0" brushRef="#br0" timeOffset="195324.25">14063 12642 182 0,'3'-3'305'15,"-2"-3"-8"-15,-1 2-32 0,0 4-26 0,4-4-22 16,-4 4-16-16,1-3-35 0,-1 3-16 0,0 0-21 15,0 0-14-15,0 0-16 16,0 0-9-16,0 0-10 0,0 12-1 0,-5-4-15 16,1 4-7-16,1 2-5 0,-3 2-3 0,1 0 3 15,0-1-16-15,-4 1-3 0,4-1-3 0,1-1-3 16,-1-2 0-16,1-1-4 0,2-2-2 0,-1-3-2 16,-1 1 4-16,3-2-8 0,1-2 3 0,-2 2 1 15,0-2 14-15,2-3 38 0,-1 4 33 0,1-4-7 16,0 0-6-16,0 0-15 0,0 0-5 0,10-12-8 0,-3 7-4 15,0-5-7-15,1 3-6 0,2-4 4 0,4-1-22 0,-5 3 3 16,1 3-8-16,2-1-3 0,-3 0-4 16,-3 4 2-16,2-1-7 0,-3 2-11 0,3 1-11 15,0 1-6-15,-1 2-1 0,2 1-10 0,0 4-10 16,0 1-8-16,-2 1-15 0,1 0-11 0,2 4-35 0,-1 0-36 16,0 3-46-1,-1-7-56-15,-2 3-283 0,3-3-571 0,-2-1 253 16</inkml:trace>
  <inkml:trace contextRef="#ctx0" brushRef="#br0" timeOffset="196140.22">14632 12729 128 0,'0'0'141'0,"0"0"1"0,0 0 8 15,0 0-20-15,0 0-7 0,22 2-10 16,-7-3-9-16,8 0-15 0,5 1-2 0,3-1-13 15,2-1-5-15,2 2-6 16,-1-4-16-16,1 2 0 0,0 1-5 0,1-1-12 0,-3 0-21 16,-1 1-21-16,-5-2-20 0,-8 1-32 15,-5 0-37-15,-1-2-130 0,-3 1-248 0,-5 1 110 16</inkml:trace>
  <inkml:trace contextRef="#ctx0" brushRef="#br0" timeOffset="196387.18">14908 12547 284 0,'-3'-3'276'0,"2"-1"-14"16,1 4-19-16,0-5-21 0,0 5-20 0,0-5-25 16,0 5-20-16,0 0-17 15,0 0-19-15,0 0-18 0,0 0-11 0,0 0-9 16,0 0-10-16,-4 22-5 0,2-10-5 0,0 6-8 15,1 3-7-15,-2-2-10 0,2 6-19 0,-4 3-11 16,5-5-17-16,-2 1-7 0,2 2-18 0,-2-8-22 16,4 3-29-16,-2-3-31 0,1 0-36 0,2-2-53 15,0-5-139-15,1 3-372 0,-3-6 165 0</inkml:trace>
  <inkml:trace contextRef="#ctx0" brushRef="#br0" timeOffset="196625.66">15395 12587 234 0,'4'-11'368'0,"-2"0"-13"0,2 1-22 0,0 5-28 16,-3-1-36-16,2 0-31 0,-2 3-27 0,-1-2-30 15,0 5-40-15,1-3-26 0,-1 3-13 0,0 0-12 16,0 21-8-16,0-2-5 0,-5 10-12 0,4 0-7 0,-3 4-26 15,-1 2-13 1,4 1-27-16,-2-2-36 0,-1 1-46 0,-1 1-59 16,1-4-57-16,-2-2-257 0,-6-1-503 0,10-10 223 15</inkml:trace>
  <inkml:trace contextRef="#ctx0" brushRef="#br0" timeOffset="197495.26">17165 12228 174 0,'0'0'216'16,"0"0"-21"-16,0 0-17 0,0 0-23 0,0 0-11 15,23-7-18-15,-9 4-13 0,6 1-12 0,11 1-13 16,-2 0-36-16,3 1-32 0,-1 0-49 0,0 0-48 16,-2 2-166-16,-1-3-263 15,-6 2 116-15</inkml:trace>
  <inkml:trace contextRef="#ctx0" brushRef="#br0" timeOffset="197673.62">17282 12505 32 0,'0'0'176'0,"0"0"-14"0,12 3-17 0,-1-3-13 16,3-2-11-16,7 0-12 0,4-1-22 0,5 0-32 0,-4-3-53 16,3 1-50-16,-10 0-115 0,1-1-175 0,-3 2 78 15</inkml:trace>
  <inkml:trace contextRef="#ctx0" brushRef="#br0" timeOffset="197973.91">17558 12097 73 0,'0'-5'247'0,"-1"1"-26"0,1 4-25 0,-4-3-15 16,4 3-27-16,0-3-21 0,0 3-13 0,0 0-15 15,0 0-6-15,14 15-13 0,-2-4-12 0,3 2-3 16,2 9-9-16,2 3-1 0,1 3 0 0,3 1-4 16,4 10-3-16,-8-10-12 0,-5 3 6 0,4-2-10 15,-5 0 0-15,-2-3-5 0,-4 0-8 0,-1 0-3 16,-3-6 4-16,-3-2-4 0,-3 1-2 0,-3-2-3 0,-2 0-6 0,-2-1 10 16,-3-3-4-16,-6 6-14 0,-3-4-12 0,6-3-16 15,-2 0-19-15,0-2-24 0,0-1-31 0,3-2-40 16,-2 0-204-16,7-3-371 0,0-2 165 0</inkml:trace>
  <inkml:trace contextRef="#ctx0" brushRef="#br0" timeOffset="198488.26">18579 11941 100 0,'0'0'186'16,"-6"-1"-8"-16,6 1-8 15,-5-3-11-15,5 3-9 0,0 0-9 16,-7-1-9-16,7 1-5 0,0 0-7 0,0 0-4 15,0 0-16-15,0 0-5 0,0 0-10 0,0 0 1 0,0 0-4 16,0 0-8-16,14-3-8 0,-1 0-3 0,6-1-13 16,9 2-5-16,6-3-5 0,1 2-1 0,16-2-5 15,3 0-4-15,1 0-4 0,0 1-1 0,3 1-4 16,-1 0 0-16,-1-2-5 0,-17 3 0 0,-2-1-5 0,-5 1 0 0,-11-1 3 16,-2 2-2-1,-6-2-3-15,0 3-5 0,-4 0-6 0,-4 0-23 0,0-3-19 0,-5 3-11 16,0 0-10-16,0 0-27 0,-36 0-2 15,16 3-18-15,-11-3-16 0,-1 5-20 0,2-2-7 0,-1-1-134 16,3 2-314-16,2-1 139 0</inkml:trace>
  <inkml:trace contextRef="#ctx0" brushRef="#br0" timeOffset="198860.84">18896 11947 47 0,'0'0'215'0,"0"0"-4"0,0 0 3 15,0 0-12-15,0 0-13 0,0 0-14 0,5-12-21 16,-5 12-20-16,0 0-13 0,0 0-14 0,0 0-14 0,0 0-9 0,0 0-11 16,0 0-11-16,0 16-6 0,-3-5-6 0,0 3-7 15,-1 7-4-15,0 7-5 0,0 2-3 16,-5 1-3-16,4 15-3 0,-4 1-3 0,-1 1 1 0,5-2-3 16,-2-11-5-16,1 15 1 0,-1-6-4 0,4-10-2 15,-5 0-1-15,4 0-1 0,0-3 4 0,-4-2-4 16,3-2-2-1,-1-2 2-15,1-8-1 0,-3 1 3 0,0-4 6 16,1-3 8-16,0-2 2 0,-5 0 8 0,3-3 7 16,-1-1 5-16,-4-1 4 0,1-2 1 0,-10-4 10 15,4 0-8-15,1-3 6 0,-4-2 2 0,4-2 8 16,-1 0 2-16,4-2 10 0,2 0-5 0,0-1 6 16,2 6-6-16,3-6-7 0,1 3-3 0,-1 1-4 0,4 1 0 15,0 2-14-15,2-2 0 0,-2 2-4 0,1 2-9 0,2 0-10 16,1 3-27-16,-3-6-35 0,3 6-34 0,0 0-24 15,0 0-30-15,0 0-28 0,11 0-36 0,-11 0-37 0,18 7-64 16,-8-4-181-16,-1 2-509 0,5-1 226 16</inkml:trace>
  <inkml:trace contextRef="#ctx0" brushRef="#br0" timeOffset="199300.03">19190 12581 70 0,'0'0'308'0,"-1"-7"-27"0,1 7-24 0,0-5-20 16,0 5-24-16,1-5-22 0,-1 5-21 0,0 0-22 15,0-3-19-15,0 3-14 0,0 0-17 0,0 0-10 0,0 0-9 16,0 0-8-16,0 0-9 0,0 21-9 0,-1-12-2 15,-1 5-6-15,0 1-6 0,-2 2-2 0,0 0-4 16,-2 0-4-16,-1 0-2 0,0 0-1 0,-1 0-9 0,2-1 5 16,-1-1-3-16,2-5-5 0,3-1 1 0,-1-2 0 15,1 1-3-15,-1-3 2 0,2-3 2 0,-2 2 8 16,3 2 36-16,0-6 33 0,-1 2 11 0,1-2-7 16,0 0-9-16,0 0-11 0,13-10-6 0,-7 3-9 15,8-5-8-15,-5 3-7 0,4-1-7 0,1-2 2 16,-4 3-11-16,0 2-2 15,3-4-2-15,-4 4-10 0,2 0 2 0,-2 2-7 16,-1 2 10-16,2-1-16 0,-5 1 2 16,3 2-2-16,0 0-4 0,-1 3-11 0,1 0-9 0,1 0-10 15,0 2-11-15,1 0-35 0,0 3-23 0,-3-2-28 16,3 2-37-16,-5-2-37 0,4 0-46 0,-4-2-263 0,7 2-549 0,-6-3 243 16</inkml:trace>
  <inkml:trace contextRef="#ctx0" brushRef="#br0" timeOffset="199819.05">19748 11492 150 0,'0'-5'252'0,"0"3"-13"0,0 2-16 0,3-6-18 16,-3 6-24-16,1-6-20 0,-1 4-22 0,0 2-16 16,0 0-17-16,0 0-10 0,0 0-10 0,0 0-13 15,-11 14-8-15,2-2-6 0,-3 5-3 0,0 0-7 16,-3 7-6-16,-2 0-4 15,1-2-2-15,1 2-9 0,1-2 0 0,-1-1-2 16,4-5-5-16,3 0-2 0,-2-3-3 0,4-4 0 16,0 1-1-16,2-2-4 0,0-2 1 0,0-1 0 15,2 0-2-15,-1 0 2 0,0-2-1 0,2 1-2 16,-1-1 2-16,-1-1 1 0,3-2 1 0,-4 3 1 16,4-3-5-16,-1 4-15 0,1-4-28 0,0 0-31 0,1 5-48 15,-1-5-46-15,8 2-66 0,-3 1-123 0,4-1-376 0,1 0 166 16</inkml:trace>
  <inkml:trace contextRef="#ctx0" brushRef="#br0" timeOffset="200336.14">20148 12387 157 0,'0'0'238'0,"0"0"-5"15,0 0-14-15,0 0-9 0,0 0-13 0,0 0-13 16,0 0-15-16,0 0-17 0,0 0-17 0,9-5-18 0,-2 3-10 0,4 2-10 16,1-3-10-16,7 2-12 0,1 0-16 15,1 1-17-15,6 0-29 0,-1 0-27 0,2 1-38 0,3 1-28 16,-10 0-38-16,-1 0-39 0,-1-2-188 0,0 1-374 15,-3 1 165-15</inkml:trace>
  <inkml:trace contextRef="#ctx0" brushRef="#br0" timeOffset="200518.78">20208 12625 37 0,'-1'2'281'0,"1"-2"-14"16,0 0-31-16,0 0-27 0,0 0-19 16,18-1-17-16,-3 0-21 0,5-2-36 0,8 3-41 15,-7 0-57-15,11 0-66 0,3 0-99 0,-3 0-114 0,-3 0-281 0,1-1 126 16</inkml:trace>
  <inkml:trace contextRef="#ctx0" brushRef="#br0" timeOffset="202468.12">21833 11444 79 0,'0'0'120'16,"0"0"-12"-16,0 0-6 0,0 0-2 0,0 0-8 15,-6 4-7-15,6-4-9 0,0 0-7 0,0 0-7 16,0 0-8-16,0 0-9 0,0 0 2 0,0 0 10 16,16 6 1-16,-5-5-2 0,7 2-3 0,9 0-6 15,5 1-2-15,7-1-7 0,15 1-2 0,-3-2-4 16,-10-1-5-16,-4 2 2 16,0-1-3-16,-3-2-7 0,-4 0-2 0,-2 0-1 15,-9 0-9-15,-2 0 3 0,-3 0-16 0,-6 0-13 16,-2 0-17-16,-2 0-14 0,-4 0-17 0,0 0-13 15,0 0-25-15,-22-1-104 0,3 1-225 0,0-3 100 16</inkml:trace>
  <inkml:trace contextRef="#ctx0" brushRef="#br0" timeOffset="202869.14">21992 11485 51 0,'0'0'194'16,"0"0"-20"-16,0 0-16 0,0 0-15 0,0 0-18 15,0 0-10-15,0 0-16 0,0 0-13 0,0 0-14 16,0 0-5-16,0 0-8 16,-2 8-6-16,2-1-7 0,1 1-7 0,0 4-3 15,-1 4-6-15,-1 6 2 0,1 2-7 0,-2 3-3 16,0 5 0-16,2-1-4 0,0 2-3 0,-2 4 10 16,0-1 4-16,1 8 2 0,-3-8 0 0,3-2-5 15,-2-1-2-15,2-3-5 0,-3-1 0 0,2-3 2 16,-2 0-6-16,1-8-2 0,0 0 0 0,-4-2-1 15,3 0 3-15,-1-5-3 0,-1-1 14 0,-3 1 5 0,-3-6 5 0,2 2 2 16,-8-1 13-16,-1-5 3 0,1-1 4 0,-2-1 4 16,-2-3 5-16,1-3-7 0,1 2 9 0,1-4 5 15,1 1 3-15,-1-1-6 0,5 0 10 0,-3-2 0 16,8 4 9-16,0-1 6 0,0-1-3 0,4 4-12 0,0 0 3 16,1 0-6-16,2 0-1 0,-1 3-20 0,0-2-6 15,1 1-10-15,2 3-12 0,-4-4-26 0,4 4-33 0,-2-3-30 16,2 3-30-16,0 0-6 0,0 0-10 0,0 0-19 15,0 0-15-15,8 16-25 0,-2-11-29 0,0 1-61 16,1-1-153-16,0 0-440 0,3 0 196 0</inkml:trace>
  <inkml:trace contextRef="#ctx0" brushRef="#br0" timeOffset="203300.9">22310 12092 264 0,'0'-4'259'16,"3"1"-15"-16,-3-2-12 0,1 2-15 0,-1 3-19 15,0-6-20-15,0 6-21 0,3-3-18 0,-3 3-15 0,0 0-19 16,0 0-12-16,0 0-10 0,0 0-10 15,0 0-6-15,1 12-9 0,-1-6-4 0,0 5-9 16,0 1 0-16,-1 4-10 16,-3 0 0-16,-2 3-6 0,0 6 0 0,0-7-5 15,1 6 2-15,-3 1 0 0,3-8-8 0,-1 0 1 16,3-2-6-16,-2-6 2 0,1 3 0 0,3-7-4 16,-1 2 1-16,0-2 3 0,2-2 9 0,-2 2 29 15,2-5 1-15,0 0-6 0,0 0 0 0,19-6-8 0,-8 0-4 16,5-7-3-16,0 1-3 0,10-2-6 15,-2 1-1-15,2 0-3 0,-3 0-1 0,-4 3-2 0,1 1-3 0,0 3-7 16,-3-1 4-16,-3 0-3 0,0 5-5 0,-1 1 2 16,0 1-8-16,0 3 0 0,0 0-2 0,-1 3-9 15,0 4-17-15,1 1-9 0,-4 5-38 0,-2 1-35 16,-2-1-33-16,2 5-41 0,-4-2-74 0,0-2-172 16,-2-3-467-16,1-4 207 0</inkml:trace>
  <inkml:trace contextRef="#ctx0" brushRef="#br0" timeOffset="205845.14">22944 12296 73 0,'0'0'170'0,"0"0"-13"0,0 0-10 0,0-5-13 0,0 5-7 16,0 0-10-16,0 0-12 0,0 0-2 0,0 0-13 16,0 0-11-16,0 0-4 0,0 0-5 0,0 0-7 15,0 0 1-15,0 0 0 0,0 0-1 0,0 0-6 16,0 0-3-16,0 0 1 0,0 0-4 0,0 0-6 15,-2-4-4-15,2 4-3 0,0 0-8 0,0 0 3 0,0 0-5 16,0 0-1-16,0 0 0 0,0 0 0 0,15 2-7 0,-4-3-1 16,6 0 0-16,2 1 1 0,11 0-3 0,-2-1 0 15,-8-3-4-15,10 3-1 0,-9-1-1 16,2-1-3-16,-5 0 3 0,1 2-4 0,-6 1-1 0,1-1 4 16,-1-1-2-16,-3 3 1 0,-1-2-3 0,-4-2-11 15,-5 3-15 1,12 0-23-16,-10-1-16 0,-2 1-9 0,0 0-22 0,0 0-24 15,0 0-25-15,0 0-44 0,-19-7-102 0,14 7-308 16,0-1 137-16</inkml:trace>
  <inkml:trace contextRef="#ctx0" brushRef="#br0" timeOffset="206085.64">23601 12170 200 0,'5'-5'313'0,"-4"0"-14"0,-1 5-25 0,3-5-29 15,-3 5-25-15,1-1-28 16,-1 1-22-16,0 0-21 0,0 0-15 0,0 0-18 16,0 0-12-16,1 18-12 0,-2-6-9 0,0 5-3 0,-2 9-14 0,3 2-29 0,0 3-32 15,0 0-35-15,0 0-41 0,0 3-61 0,3-1-74 16,-6-2-184-16,2-5-423 0,-2-9 187 0</inkml:trace>
  <inkml:trace contextRef="#ctx0" brushRef="#br0" timeOffset="212600.27">1938 11367 112 0,'-4'0'182'0,"4"0"0"16,0 0-14-16,0 0-6 0,0 0-7 0,-5-3-13 15,5 3-5-15,0 0-17 0,-5-4-13 0,5 4-10 16,0 0-11-16,0 0-13 0,0-5-3 0,0 5-9 0,0 0-4 0,0 0-9 15,0 0-9-15,0 0-13 0,0 0-3 16,0 0-6-16,0 0-6 0,5-5-4 0,-5 5 0 16,9 0 1-16,-1 0-8 0,-2 0-3 0,3 0-1 15,0 0-6-15,0 0 5 0,5-3-4 0,-3 3 2 16,5 0 0-16,0-1-1 0,2 1 2 0,-1-2 2 16,2 2-3-16,-1-2 1 0,1 1-4 0,0 0 6 0,3 1-8 0,-2 0-1 15,2 0-7-15,5-1-1 0,-5 2 0 0,6-1 8 16,1 1-12-16,2 0 12 0,-3-1-9 0,4 0 5 15,-1 2-5-15,1-2 5 0,-2 2 4 0,1-2 0 16,1 0 1-16,-4-2-2 0,0 4 3 0,-1-1 4 16,1-1 2-16,-5 0-5 0,-1-1 3 0,-2 1-2 15,3 1 4-15,0-2 2 16,5 2-4-16,-6-2 1 0,5 1 3 0,-4 1 4 16,4-1-7-16,-1 0 6 0,-7 0-6 15,3 0 8-15,0 3 2 0,1-3 1 0,-5 0-12 16,10 1 9-16,-5-1-3 0,-3 0 0 0,10 2-1 0,-7-2 3 15,5 0-3-15,-5 0 1 0,5 0 0 0,2 1 3 16,-1-1-3-16,-1 1 0 0,1-2 0 0,-1 0 0 16,3 2-1-16,-4-2-4 15,0 1 2-15,2 1 7 0,1 0-2 0,-2-2-1 0,0 1-1 16,0-1-3-16,1 1 6 0,1-2-4 16,-2 1-2-16,-1 1 7 0,-4 0-8 0,3 0 4 0,-4-3-6 15,0 3 5-15,6 0-5 0,-5 0 7 0,-2 0-5 16,-1 0-1-16,3 0 3 0,5 0 0 0,-6 0 6 15,5 0-1-15,0 0 1 0,2 3-4 0,-1-3 8 16,-5 0-11-16,5 0 3 0,3 0 3 0,-2-3 2 16,1 3-5-16,0 0 1 0,2 0-3 0,-1 0 3 0,0 0 0 0,-2-1 0 15,0-1-4-15,2 2 5 0,-2-2-4 0,2 4 6 16,0-4-1-16,-2 1-1 0,2 1-5 0,-1-1-9 16,0 1 2-16,0-3-9 0,5 2 4 15,-3 0-4-15,0-4-1 0,4 5 5 0,-2-1 13 16,0-3-11-16,0 3-1 0,4-1-4 0,-2-1 2 0,-1-1 8 15,-1 2 2-15,3-1 1 0,1 3-3 0,2-3 9 16,-2 1-1-16,2 0 3 0,-2 2-3 0,1 1 5 16,-1-2-5-16,4 1 3 0,-3 1-1 0,-1 0 12 15,3 0-10-15,-3-1 0 0,13 0-3 16,-11 1-11-16,-1 0 7 0,14-1 3 0,-15 2-2 0,16-2 3 16,-2 2 11-1,-15-2-14-15,16 0 9 0,-15 2-6 0,3-1 2 16,-3 2 2-16,13-3-9 0,-14 0 7 0,4 1-1 15,-5-1-7-15,0 2 11 0,0-2 7 0,-3 2-13 16,0-2 3-16,-1 0-6 0,1 1 8 0,-1-2-8 16,3 2 10-16,-5-1-12 0,2-1 7 0,0 2-3 15,0-2 2-15,0 2 0 0,-1 0-1 0,1-1-2 16,-2-1-13-16,0 1 13 0,0-1-4 0,2-1 1 0,-1 0 3 0,1 2-3 16,3-1 6-16,-5-2-3 0,1 1 2 0,2 2 2 15,-1-2-8-15,-4 1 2 0,2 1 4 0,-4-2-8 0,-5 1 11 0,0 0-3 16,0 0-3-16,-2 0-7 0,0 0-1 0,3-1 12 15,-3-1 4-15,-6 3-4 0,6-1-2 0,1-2 0 16,0 2 5-16,0-3-4 0,-2 4 8 16,0-3-6-16,2 2 1 0,-2-2 6 0,1 1-7 15,3 1 1-15,-4-2 2 0,0 2 2 0,4-1-4 16,-4 1-4-16,1-2 9 0,-3 3-5 0,4-2-6 16,0-1-5-16,1 2 12 0,0-2 0 0,-2 0-3 0,3 1 9 15,5 0 1-15,1-1 3 0,1 0 2 16,1 2 3-16,-1-2 6 0,3 3-9 0,0-1 1 15,4 1-2-15,-1 1-4 16,0-2-2-16,1 2-3 0,-3-2-1 0,4 1-3 16,4 0 5-16,-3 0 3 0,12-2-5 0,-10 2 3 15,11 0-1-15,-10-1-5 0,9 0 7 0,1-2-6 16,-14 3 7-16,18 0-5 0,-3 0 1 0,-12 0-1 16,12 0-1-16,-1 3 3 0,-11-2-2 0,12-2-2 15,-15 2-10-15,16 0 7 0,-15-1 5 0,16 2-4 16,-17-1 0-16,2-1-1 0,1 0 1 0,15 0-2 0,-4 0 0 0,0 3-5 15,-1-3-2-15,1 0 3 0,-11 0 3 0,12 0-2 16,0 0 0-16,1 1-1 0,-15-1 5 0,1 1-1 16,-1-1 6-16,3-1-18 0,-3 1 13 15,-1 0-3-15,3-1 1 0,-3 1 3 0,0 0 4 16,-1 0-1-16,2 0-1 0,-2 0 4 0,2 0-6 0,-2 0-6 16,2 0 12-1,-1 0 3-15,2 0-9 0,-1 0 0 0,3-3 2 16,-3 3-1-16,3-1 1 0,-4 1 4 0,-1-2-3 15,5 0-3-15,-3-1 8 0,-2 3 1 0,2-2-4 16,-2-1 2-16,5 4-8 0,-8-2 4 0,3 1-2 0,-1-1 2 16,0 1 1-16,2 0-1 0,-1 0-7 15,-4-3 8-15,0 2-7 0,3-1 12 0,-5 1 5 0,2-2-5 0,0 3 6 16,0 0-2-16,1 0 0 0,1-1-2 0,1 0 0 16,-2 2-4-16,1-2 2 0,0 1-2 0,-1 1-2 15,1-2 1-15,-2 2-2 0,2-1-2 0,1 1 2 16,-1-2 1-16,-1 1 3 0,-1-1-1 0,1 1-4 15,-6 0 6-15,3 0-7 0,-1 0 3 0,-8 0 0 16,8-3 4-16,3 3 1 0,-4-2 2 0,0 0 0 0,0 0-5 16,0-2 3-16,0 1 2 0,-1 2-5 0,1-2 1 15,-6 2-3-15,5-2-1 0,2 2 1 0,0-2-5 0,-3 0 2 16,1 0 1-16,1 0-2 0,-5 3-5 0,5-1 7 16,4 1-1-16,0-1-4 0,-1 1 6 0,-2-4-2 15,3 2-2-15,0 1 2 0,-4-2 0 16,2 0 0-1,-1 1-1-15,2 0 1 0,-1-1 3 0,2 1-4 16,0-1-1-16,3 1-3 0,-3-1 0 0,1 2 0 0,4-2-2 16,1 1 3-16,-2-1 0 0,4 0 3 0,-2 1-3 15,2-1-2-15,-2-1-1 0,2 0 5 0,12 0 0 16,-12 2 3-16,0-3-4 0,0 0-1 0,12 1 5 16,-12-1-2-16,0 0 1 0,12 1-3 0,-15-1-1 15,14-1 5-15,-11 1-9 0,0 0 9 0,11 1-2 0,-13-2-5 16,13-2 5-16,-14 4 0 0,4-3-3 0,-1 1 2 0,-3 2 2 15,1 0 1-15,0-2-5 0,1 0 2 0,-1 3-3 16,-2-4 3-16,2 5 6 0,-3-3-4 0,0 2-4 16,0-1-1-16,-2 0 2 0,2 0-2 0,-2-1-4 15,1 3 2-15,0-3 4 0,-4 3 4 0,2-2-1 16,1 1 0-16,-1 0 4 0,-1 1-5 0,-4-1-2 16,2 2-1-16,-7-2-2 15,-3 1 5-15,4-4-1 0,-1 5-1 0,-2 0-1 16,1-3 3-16,-1 1-2 0,0 1 1 0,0-1 2 15,-3-1 2-15,0 0-4 0,2 3-3 16,1-4 4-16,0 3 1 0,-4 1 1 0,3-2-2 0,-4 2-4 16,2-3 1-16,-1 3 7 0,2-2-6 0,3 3 2 15,0 0 6-15,-5 0 1 0,1-1-12 0,0-1 9 16,1 1-5-16,1 1-6 0,-1 0 6 0,0-1-1 0,0-1-1 16,1 2 2-16,1 0-3 0,0-5 0 0,1 5 4 15,2 0-3-15,4-2-4 0,0 2 8 0,1 2 0 16,-1-4 4-16,1 1-3 0,2 2-6 0,0-1 3 0,2 2-6 15,0-2 5-15,-1 4 3 0,-1-3-3 16,1-2-1-16,2 2 2 0,-1-1-3 0,4 1 4 16,-3 1-5-16,2 1 4 15,-1-2-1-15,-1-1 3 0,2 0-3 0,-2 2 1 0,4 0-1 16,-2 2 1-16,-1-1 0 0,2 0-1 0,1 0 1 16,-1-3 0-16,1 3-5 0,-1-1 5 0,-3 1 13 15,3-1-14-15,-2 0-1 0,-1 1 5 0,2-3-1 16,-2 0-3-16,-2 1-3 0,-1 0 6 15,1-1-1-15,-4 0 0 0,-4 2-2 0,5-2 2 16,-5 0 1-16,-1 0 1 0,6 1-1 0,-2 0 0 0,2 0 2 0,-7-1-4 16,2 2 2-16,-3-1 0 0,9-1-4 0,-1-1 4 15,-9 2-9-15,4-1 6 0,-2 0 2 0,0 1-1 16,2-1 2-16,0 0-2 0,3 3 2 0,-3-3-1 16,0 3-1-16,-3-3-7 0,10 0 6 0,-10 1 1 15,3 2 1-15,-1-3-2 0,-2 1 1 0,0 0 4 16,1 0-5-16,-3-1 0 0,4 0 1 0,-6 2-3 0,0-2 4 15,-2 0-3 1,0 0 4-16,4-2-2 0,-5 4-2 0,0-4 6 16,4 1-6-16,1 0 5 0,-4 1-4 0,1-1 2 15,0-1-2-15,1 1 7 0,-3 0 2 0,5-2-10 0,-8-1 8 16,7 3-5-16,-5-1 1 0,3 0-4 0,-1-1 1 16,-3 2 2-16,3-1 1 0,-2-2-2 0,0 2 2 15,1-1-9-15,0 1 4 0,2-1 8 0,-2 0 1 16,2 0-3-16,-2-1-3 0,1-1-2 0,2 3-4 15,0-2 10-15,-2 2-2 0,3-4-7 0,1 3 17 16,1 0-11-16,-6 1 6 0,7-3-7 0,0 0 3 16,1 1-5-16,-2 1 1 0,4-1 6 0,5-1-4 15,-1 0 5-15,1-1 0 0,-2 5-9 0,1-4 3 16,2-3 0-16,-9 4 2 0,10 1 2 0,-1-4-5 0,-1 2 1 0,2 1 2 16,-1-1 1-16,0 0-2 0,2 0-1 0,0-2 2 15,2 2-3-15,-2 1 1 0,1-1-1 0,-4 2 3 16,4-4 3-16,-3-1-9 0,0 5 13 0,2-2-7 15,2-1 1-15,1 1 5 16,-1 3-5-16,0-1 0 0,0 1-1 0,2 1 1 0,2-4 3 16,-1 5-6-16,-2-3 6 0,3 2-2 0,0-1-2 0,3-1 1 0,-4 2-4 15,-1-3 5-15,0 2-2 0,-2 2-2 0,3 0 0 16,-3-1 6-16,0 0-4 0,-1-3-3 0,0 3 5 31,0-1-1-31,0-1 0 0,-2 6-5 0,4-6 4 16,-3 3-5-16,-1 0 2 0,1 0 2 0,1 0-1 0,1 0-2 0,-1-3-1 0,0 3 1 0,-1 0 4 15,0-1-3-15,-2 1-1 16,-1-2-1-16,-4 2 3 0,-3 2-3 0,4-4 0 16,-3 2 0-16,0 0 2 0,-2 0 3 0,-2-1 0 0,2 1-7 15,-1-1 5-15,-2 2 0 0,1-1 0 0,-4 1 1 16,7-1-1-16,-9-1 3 0,2 0-5 0,3-2 0 16,2 2 4-16,-6 1 0 0,0-3-1 0,0 3-3 15,1-2 1-15,-3 2 3 0,2-3-4 0,0 3 2 16,0 0-2-16,0-1 2 0,0 1-2 0,-2 1 3 0,3-1 2 15,-2 0-3-15,6 0 0 0,-5 0 0 0,6 3 3 16,-6-3-3-16,6 0 0 0,-1 0 3 0,-1-3-5 16,0 6 1-16,0-3-2 0,0 0 1 0,-2 0 2 15,-1 0 0-15,4 2-1 0,0-2-1 0,-3 0-1 16,3 2 5-16,4-1 2 0,-5-1 1 0,0 0-8 16,4 1 12-1,-3 0-13-15,2-1 2 0,2 3 7 0,1-2-7 0,3-1 2 16,3 2 3-16,-7-2-3 0,6 1-4 0,-6-1 4 15,4 0-1-15,4 3 1 0,-9 0-8 0,7-3 5 16,-6 1 3-16,9 0-3 0,-4 1 1 0,1 1-4 16,-6-2 0-16,6 0 7 0,-5 4 0 15,6-4 2-15,-10 0-1 0,11 1 6 0,-10-1-7 0,9 0-2 16,-6 0 1-16,5 1-3 0,-1 5 5 0,0-4 2 0,1 1-1 16,2-3-2-16,1 2-4 0,-2 2-3 0,2-1 6 15,-1 0 1-15,2-3-3 0,0 4-8 0,-4-3 7 16,3 0-8-16,-2 2 10 0,-1-3 1 0,2 2 1 0,-1 0 2 15,1-1-9-15,-9-2 0 0,7 2 15 16,-5-1-9-16,-2 1 5 0,0 0-2 0,0-2 0 16,-2 0-5-16,2 0 7 15,-2 2-13-15,1 0 4 0,-1-2 7 0,-1 1 1 16,0 1 1-16,1-1-4 0,-6-1 5 0,6 0-5 16,-3 0 7-16,3 0-7 0,0 1 5 0,-2-1-4 15,2 1-2-15,-3-1 1 0,3 2-2 0,-1-1-2 16,0 0 7-16,3-1-6 0,-3 3 0 0,1-3 2 15,0 0-4-15,0 0 4 0,1 0 2 0,1 0-1 16,-1 3-1-16,7-2-2 0,1-1 3 0,-6 4-10 0,6-3 6 16,0-1 9-16,0 3-4 0,0-1 2 0,-6 1-5 0,6-2-4 15,2 2 3-15,-1-2 2 0,3 3 2 0,-3-1-2 16,1-1 0-16,1-2-4 0,-1 0-4 0,1 3 7 16,1-2 2-16,1 2 1 0,3 0-2 0,-1-1 1 15,1 1-1-15,1-2 9 0,2 2-10 0,-2-1-1 16,1 2 6-16,2 0-5 0,12 1 7 0,-15-2-7 0,17 1 6 15,-2 2-7-15,-13 0 0 0,0-4 6 0,16 1-2 16,-15 0-3-16,13 5 5 0,-2-4-5 0,1 0 7 16,-12 1-6-16,13-2-7 0,1 2 9 0,2-1-5 15,0 0 4-15,-1 2 0 0,1-1-4 0,-1 0 3 0,3 0 3 16,-5-1-1-16,2 1-1 0,-4 0-1 16,-11 1 5-16,0-2-2 15,-3 1-2-15,3-2-3 0,0 0 0 0,0 3-6 16,-2-4 8-16,-2 2-3 0,0-1-1 0,-2 0 5 15,-2-2 5-15,-1 1-4 0,0 0-1 0,-5-2-1 16,2 0 4-16,-5 0-2 0,-1 0 3 0,-1 0-1 16,0 0-1-16,7 0 4 0,-6 0-3 0,0-2-4 15,1 2 2-15,-3-2-5 0,2 2 1 0,-2 0 3 16,2 0-3-16,-3 0-5 0,3-1 8 0,-3 0 1 0,2 1 1 16,-2 0 1-16,3-1-3 0,-4 1 4 0,2-1-5 0,0 1 5 15,-2 0-2-15,3-1 3 0,0 2-6 0,-3-2 2 16,5 2 1-16,-2 0-3 0,-1 0 0 0,8-1-1 15,-6 1 3-15,0 2 2 0,8-1-7 0,-2 0 1 16,1 2 2-16,-1 0 3 0,1-2-2 16,-2 0 0-16,-7 1 0 15,2 0 0-15,6-2 1 0,-6 2-5 0,-2-1 3 16,11 0 0-16,-3-1 1 0,4 2 2 0,0-1-2 16,3 4-7-16,-1-3 8 0,3 0-2 0,0 0-4 15,2 4 2-15,-1-4 1 0,1 1-8 0,-1 3 13 16,1-3-4-16,14 0 9 0,-2 2-11 0,-12-2 5 15,12 3 1-15,3-3 1 0,0 1-6 0,-2 0 2 0,3 2-14 16,-1-2 15-16,-1-1-7 0,4 1-5 0,0 0 11 0,-2-2 4 16,1 3-3-16,-3 0-5 0,0 1 5 0,2-2-2 15,1 1 2-15,-3-2-3 0,3 2 0 0,-1-3 1 16,3 2 1-16,-2 0 1 0,-3-1-4 0,3-3-1 16,-2 2 0-16,-1-2 2 0,-1 2-1 0,-12 1 7 15,13-2-5-15,-1 0 2 0,-13 0-1 0,11 1 2 16,1 2-6-16,1-2 0 0,-12 1 2 0,16 1-1 0,-2 0 2 0,-3-1-3 15,4 0 3-15,0 0-1 0,-3 0 4 0,0-2-2 16,1 1 0-16,-14 0-3 0,14-1 1 0,-2 1-5 16,-14-2 8-16,2 2 4 0,0-2-8 0,-2 1-2 31,2-2 4-31,-2 2-1 0,1 0 2 0,2-1-1 16,-2 0 1-16,-1-2 1 0,3 2-3 0,-2-1 2 15,2 0-2-15,-3-1-1 0,-2 1 0 0,18-1 2 0,-19-1-1 16,0 1 2-16,1 0 0 0,1 1 0 0,-4-2 4 0,5 2-3 15,-3-1-3-15,2-2 0 0,-2 3 2 16,0 0-1-16,-1 0-1 0,2-1-1 0,-3 0-2 16,1-2 3-16,2-1 1 0,0 4-1 0,-1-3 5 15,1 1-2-15,1 2-3 0,0-2 0 0,1 0 3 16,1 1-5-16,-4-1 1 0,4 0 2 0,-5 2-3 0,3-3 3 0,1 3 3 16,-3-1 0-16,2 1-1 0,-3-2-1 0,3 2 1 15,-2-1-8-15,-4 2 6 0,3-1 3 0,-1 0 0 16,0 0-1-16,4 2-2 0,-5-1 0 0,1-1-2 15,0 0 2-15,1 0-3 0,1 3 0 0,-2-3 6 16,3 0 4-16,-6 1-9 0,4-1 3 0,-3 0 2 16,-1 3 0-16,-1-3 10 15,4 1 0-15,-10 0-3 0,7 0 4 0,-2-1-4 16,-5 2 2-16,5-2-8 0,0 2 4 16,1-2 0-16,-7 0-2 0,1 0-1 0,-3 0-1 15,2 0 2-15,-8 3-1 0,4-6-3 0,-4 3-1 16,0 3 1-16,-3-3 6 0,2 0-5 0,0-3 0 0,-4 6 1 15,-1-6-5-15,1 3 18 0,-1 0-1 0,-1-2 2 16,-6 2 4-16,9-2-5 0,-4 2 2 0,-5 0-4 0,13 0 1 16,-8-1-4-16,-1 0 1 0,1 0-6 0,-5 1 0 15,9 0 3-15,-9 0-3 0,10-2-3 0,-6 2 2 16,-4 0-3-16,15 0-3 0,-8 2 1 0,-1-2 3 16,3 1-1-16,0 0 2 0,-1-1-5 0,0 1-1 15,2-1 4-15,1 0-1 0,-1 2-1 0,2-2-4 16,-1 0 5-16,0 0-1 0,1 0 1 0,1 0-5 0,-2 2 3 0,1-2 1 15,-2 0-2-15,4 3 0 0,2-1 2 0,-5-2 1 16,3 1-1-16,2-1-2 0,-5 1 2 0,2-1 1 16,1 1-6-16,-2-2 8 0,-1 1-4 0,-1 0 1 15,2 0 2-15,-2-1-1 0,-1 0 0 0,-1 1 3 16,-1-2 2-16,2 2-7 0,-4 0 4 0,4-3-4 16,0 3-7-16,1-2 10 15,-1 2-6-15,3 0 3 0,-1-2-2 0,0 2 7 16,0 0-2-16,2 0 0 0,0-1-3 0,-2 0-6 15,-1 1 6-15,1 0-1 0,1-1 2 16,-1-1-2-16,0 2 1 0,-1 0 1 0,-1 0 1 0,1-1 0 16,-1 1-3-16,-3-1 0 0,1 1-3 0,-7 0 0 15,14 0 5-15,-3 0-5 0,-4 0 5 0,2 0 1 16,-4 0-5-16,3 1 2 0,-8-1 2 0,6-1-4 0,-6 1 4 16,12 1 0-16,-12-1 0 0,5-1 1 0,-5 1-1 0,0 0-3 15,0 0-4-15,6 1-4 0,-6-1-22 0,0 0-24 16,0 0-43-16,0 0-43 0,0 0-67 15,0 0-110-15,-23-7-343 0,9 2 152 0</inkml:trace>
  <inkml:trace contextRef="#ctx0" brushRef="#br0" timeOffset="-212519.99">24130 12043 114 0,'0'0'174'16,"0"0"-15"-16,0 0-7 0,0 0-4 0,0 0-4 0,0 0-5 15,0 0 0-15,0 0-5 0,0 0-6 0,0 0-8 16,0 0-8-16,0 0-7 0,0 0-12 15,0 0-6-15,0 0-9 0,0 0-13 0,0 0-2 16,0 0-7-16,-1-4-6 16,1 4-4-16,0 0-9 0,0 0 0 0,0 0-2 15,0 0-6-15,0 0-3 0,0 0-2 0,0 0-5 16,0 0-1-16,0 0-3 0,0 0 0 0,0 0-6 16,0 0 1-16,0 0 0 0,0 0-4 0,0 0 2 0,0 0-1 15,0 0 0-15,0 0-1 0,0 0-1 0,0 0 1 16,0 0 4-16,0 0 5 0,0 0 2 0,0 0 0 15,0 0-4-15,24-4-3 0,-3 4-2 0,9-3 1 0,2 2-1 16,6 0-2-16,14-2 2 0,1 1-2 0,0 2 0 16,1-3 4-16,-14 3-2 0,12-1 4 15,-14-2-3-15,-4 0 2 0,-1 1-4 0,-2-1 1 16,-12 1 0-16,-1-1 4 0,-4 3-5 0,-2-1 2 16,-2 1 6-16,-3-1-6 0,0-1-3 0,-3 1-1 15,-4 1-1-15,9-3 1 0,-6 2-4 0,-3 1-11 0,6-3-6 0,-6 3-7 0,0 0-13 16,0 0-19-16,0 0-19 0,0 0-16 0,0 0-23 15,0 0-19-15,0 0-18 0,0 0-37 0,0 0-151 16,0 0-367-16,0 0 163 0</inkml:trace>
  <inkml:trace contextRef="#ctx0" brushRef="#br0" timeOffset="-212088.27">25214 11715 54 0,'0'0'196'0,"0"0"-3"0,0 0 2 0,3-2-17 15,-3 2-20-15,8-3-15 0,1 3-16 0,5 0-11 16,5-2-13-16,11-1-11 0,4 3-14 0,3 0-8 0,0 0-6 15,3 0-11-15,-2 0-7 0,13 0-1 0,-12 0-4 0,-1-2-5 16,-3 4 0-16,-4-4-10 0,-4 2 5 0,-9-1-12 16,-4 0-11-16,-1 1-5 0,-6 0-17 0,1-1-15 15,0 1-15-15,-8 0-12 0,4-4-21 0,-4 4-38 16,0 0-8-16,-22-7-35 0,9 6-92 0,-6 0-269 16,-3-1 119-16</inkml:trace>
  <inkml:trace contextRef="#ctx0" brushRef="#br0" timeOffset="-211719.05">25456 11676 118 0,'-2'-4'217'16,"2"4"-12"-16,0 0-13 0,0 0-16 0,0 0-15 15,0 0-16-15,-3-4-17 0,3 4-17 0,0 0-15 16,0 0-10-16,0 0-27 16,0 0-16-16,0 0-7 0,-2 11-5 0,2-1-2 15,-3 6-6-15,-1 11-1 0,-2 4 3 0,0 2 8 16,0 4 0-16,0 9 3 0,1-10-2 0,0-1-1 15,1 1 1-15,-1-3-4 0,1 1 0 0,-1-1-3 16,1 0-3-16,-1-1 0 0,1-4-4 0,-1-1 0 16,0-1-5-16,-4-7-3 0,4-1 5 0,-3 0-2 15,-3-2-3-15,-1-2-3 0,1-4 2 0,-1 0 5 0,1-4-1 16,-3-1 2-16,0 0-3 0,-4-3 4 0,-4-1-2 0,0-3 3 16,-6-4-2-16,0 0 0 0,1-2-1 0,2-4-2 15,0 0 4-15,1-2-2 0,5 6-1 0,2-1 6 16,1 0 0-16,4 3 0 0,1-3 10 15,2 4 3-15,1 2-3 0,3-3-1 0,1 2-6 0,-2 2 0 16,2-1-5 0,4 3-9-16,-8-2-22 0,8 2-26 0,0 0-16 15,0 0-19-15,0 0-19 0,0 0-22 0,23 3-38 16,-10 0-56-16,5-2-147 0,1 2-382 0,3 0 169 0</inkml:trace>
  <inkml:trace contextRef="#ctx0" brushRef="#br0" timeOffset="-211330.45">25674 12204 242 0,'1'-3'261'0,"-1"3"-29"0,2-3-24 15,-2 3-24-15,0 0-19 0,0 0-21 0,0 0-19 0,0 0-13 0,0 0-12 16,0 0-9-16,-1 13-10 0,-1-6-7 0,-1 5-7 15,-3-1-11-15,-1 5-2 0,1 2-7 0,0-2-2 16,-2 1-1-16,-1 1-7 0,1-2-5 0,3-4-1 16,1-1-3-16,-1-1-2 0,0-2-4 0,1-3 4 15,3 1-4-15,0-3 10 0,-2 3 27 0,2-4 33 16,1-2 20-16,0 0-7 16,0 0-11-16,0 0-10 0,15-8-8 0,-6-2-8 15,5 1-7-15,3-3-10 0,-3 0 0 0,2-3 7 16,1 2-24-16,2 2 1 0,-4 1-2 0,0 1-9 15,-4 4 2-15,1 0-13 0,-2-1 2 0,-1 1-4 16,-3 1 2-16,3 3-8 0,-1-2-7 0,-2 5-7 0,6-2-12 16,-2 2-15-16,0 2-20 0,3 2-20 0,-3 0-21 15,0 3-29-15,1 0-23 0,-1-4-33 0,5 7-53 0,-5-7-219 16,7 5-490-16,-3-4 217 0</inkml:trace>
  <inkml:trace contextRef="#ctx0" brushRef="#br0" timeOffset="-211101.85">26150 12276 59 0,'0'0'296'0,"-3"-3"-7"0,3 3-16 16,0 0-16-16,-3-4-21 0,3 4-28 0,5-5-18 15,1 3-25-15,1 0-20 0,6-1-14 0,3 0-21 0,2 1-13 16,14-2-28-16,-13 3-22 0,12-3-23 0,-9 4-21 0,-3-2-23 16,0-1-25-16,-5 3-20 0,-1-2-21 0,-2 1-17 15,-2-2-31-15,0 1-45 0,-6-2-150 16,-1 1-354-16,0-1 157 0</inkml:trace>
  <inkml:trace contextRef="#ctx0" brushRef="#br0" timeOffset="-210885.19">26223 12153 136 0,'-5'-7'242'0,"2"7"-8"0,3 0-13 0,0 0-15 15,0 0-20-15,-5-5-18 0,5 5-24 0,0 0-15 16,0 0-15-16,0 0-16 0,0 0-11 16,0 0-14-16,-1 12-5 0,1-7-9 0,-2 4-9 0,2 3-2 0,-2 3-5 15,2 4-2-15,-1-2-3 0,1 8-3 0,1 0-3 16,-1 0-22-16,0-5-4 0,4 6-5 0,-3-1-20 15,3-6-16-15,-3 0-18 0,-1 0-10 0,4 1-28 16,-4-2-30-16,2-7-45 0,1 0-155 0,1 0-346 16,0-2 153-16</inkml:trace>
  <inkml:trace contextRef="#ctx0" brushRef="#br0" timeOffset="-210631.66">26744 12116 78 0,'3'-7'331'0,"-2"1"-23"16,1 1-22-16,0 0-31 0,1 0-31 0,-2 3-28 16,-1 2-25-16,4-3-20 0,-4 3-16 0,0 0-18 15,-3 19-13-15,1-2-8 0,-2 2-1 0,1 11-15 16,-1 0-7-16,1 5-3 0,0 8-8 0,0-6-25 15,2-2-5-15,1 2-28 0,-1-2-24 0,0 0-47 0,-1-3-47 0,-3-1-45 16,-1-2-266-16,-3-2-459 0,4-10 204 0</inkml:trace>
  <inkml:trace contextRef="#ctx0" brushRef="#br0" timeOffset="-209283.58">21454 12737 42 0,'0'0'84'0,"0"0"-7"0,0 0-7 0,0 0 0 16,0 0-9-16,0 0-4 0,0 0-11 0,0 0 1 0,0 0-8 15,0 0-2-15,0 0-6 0,0 0-16 0,0 0 11 16,0 0 6-16,0 0-14 0,17 6-1 0,-12-5 24 15,5 1-22-15,3-2 2 16,4 2 1-16,2 0 1 0,9-1-20 0,0 1 19 0,5-1-6 0,-1-1-2 16,5 0 5-16,17 1-6 0,-2-1-1 0,-1 0-2 15,-1 3 0-15,7-1 4 0,-3 0 0 0,6-1-10 0,-1 2 5 0,1-1-3 16,0 2 1-16,-1-4 3 0,1 3-10 0,2-2 6 16,-4 2-3-16,-2 1 3 0,5 2 1 0,-4-6-8 15,3 2 11-15,-5-1-13 0,4-1 3 0,-2 0-12 16,-2 2 20-16,4 0-12 0,-1-2 8 0,0-2-8 15,-1 4 9-15,-2-4 1 0,2 4-9 0,-2-1 3 16,1-2 21-16,-2 1-11 16,-14 1 1-16,-1 0-5 0,14-2 15 0,-14 2-9 15,12-3 1-15,-14 2-14 0,-2 1 13 0,3-1-4 16,-1-1-3-16,-1 1-8 0,0 1 11 0,0-1-4 16,1 0-2-16,-2 0 1 0,2 1-3 0,3-2 2 0,-2 1 4 15,1 0 9-15,-1 0-6 0,4-1 7 0,8-1-10 16,-9 2 11-16,-1 0-12 0,-2 0 7 0,14 0-10 15,-12 0 1-15,-4-1 11 0,-2 2-3 0,4 2 0 0,-4-2-1 16,0-1-5-16,-2 2 0 0,3-1-2 0,-2-1 5 16,-1 3-5-16,0-6 7 0,1 6-6 0,0-3 9 15,0 0-1-15,3 0 6 0,-3 0-1 0,3 0-8 16,-2-4 5 0,0 2-2-16,4 2 1 0,-1-1 6 0,-2 1-7 15,2-3-1-15,0 2-6 0,5 0 1 0,-2 0 9 16,-1-1-1-16,1 0 6 0,-2-1-5 0,13 1 10 15,-11 0-13-15,-3-1 8 0,15 1 0 0,-12 2 1 0,11-3 0 16,-10 1 2-16,0 0-3 0,10 1-1 0,-11 1 1 16,-1-2-6-16,1 2 2 0,-3-2-3 15,14 1-3-15,-14 1-2 0,-1-2-1 0,4 0 3 16,-2 2-1-16,-1-3-2 0,-1 3-2 0,3-2 7 0,-3 2-2 16,0 0 11-16,1 0-2 0,0 0 0 0,0-2 7 0,-1 2-3 15,-2-1 1-15,2 1-1 0,-1 0 5 0,-3 0 0 16,-3-1-1-16,-7 2-3 0,1-1 8 0,-2-2 0 15,1 2-2-15,-3 0 4 0,0-2-2 0,-2 0 2 0,2 2 2 16,-6-1-6-16,0 1 4 0,-2-2 1 0,-4 2 0 16,1 0 2-16,0-2-1 0,-1 2-1 0,-2-1 2 15,-5 1-12-15,9-1-2 0,-9 1-1 0,7 0-5 0,-7 0-2 16,6-1-1-16,-6 1-2 0,0 0-1 0,0 0-3 16,0 0-14-16,9 0-11 0,-9 0-23 0,0 0-18 15,0 0-6-15,1 3-23 0,-1-3-30 0,0 4-19 16,0-4-26-16,-5 5-204 0,0-3-396 0,-7 1 176 15</inkml:trace>
  <inkml:trace contextRef="#ctx0" brushRef="#br0" timeOffset="-208529.02">24000 13142 105 0,'0'0'188'0,"0"0"-21"0,7-5-18 16,1 3-16-16,2 0-14 0,4 2-19 15,3 0 2-15,2 2-15 16,4 1-11-16,6 1-10 0,-2 1-6 0,3-2-4 0,-4 6-6 16,0-1-6-16,-7-1-9 0,-1 1 1 15,-4 1-2-15,3 0-10 0,-4 2-22 0,-7 0-7 16,3 0-7-16,-3 2-5 0,-4 1-20 0,-2-2-7 15,-4 4 9-15,-5 2-1 0,-3 4 8 0,-7-4-9 0,-3 3 17 16,-1-4 5-16,-1 0-4 0,-4-2-6 0,0-1 7 16,3 1 8-16,0-4-3 0,6-2-1 0,-3 0-4 0,4-1 10 15,3 0-1-15,2-2 7 0,1-2-5 0,1 1 4 0,3-2-1 16,0 4 4-16,3-5 0 0,-1 1 10 16,1-2 2-16,1 0 6 0,4-1 6 0,-5 3-2 15,5-3 12-15,-5 3 0 0,5-3-2 0,0 0 6 16,-1 2 9-16,1-2 9 0,0 0 3 0,0 0 3 15,11 3 1-15,2-3 8 0,6 1 0 0,13-2-1 0,0 2 0 0,22-1-3 16,1 0 0-16,-4 3 4 0,5-1-8 0,-1 3-3 16,-3-3-5-16,-14 1-9 0,-3-2-5 0,1 3-1 15,-6-2-4-15,-2 0-4 0,-8 2-1 0,-3-4-3 16,-3 1-4-16,-3 2-1 0,-4-3-4 0,0 0-1 16,0 2-4-16,-1-2-1 0,-1 0-3 0,-5 0-3 15,10 0-4-15,-10 0-8 16,0 0-20-16,5 3-22 0,-5-3-28 0,0 0-30 15,0 0-20-15,3 1-32 0,-3-1-46 0,0 0-133 16,0 0-364-16,0 0 161 0</inkml:trace>
  <inkml:trace contextRef="#ctx0" brushRef="#br0" timeOffset="-187971.07">2076 14584 105 0,'4'-6'177'0,"-3"1"-9"0,2 2-10 15,-1 0-20-15,-1 0-16 0,2 0-12 0,-3 3-14 16,0 0-13-16,0 0-11 0,0 0-14 0,0 0-7 16,0 0-8-16,-13 30-1 0,7-12-5 0,-6 10-3 15,-3 2-3-15,-8 10-5 0,-1 4-9 0,-3-4 7 0,4 2-9 16,-4-2-1-16,10-9-1 0,-2 1-4 0,5-6 5 15,-4 3-4-15,7-6-2 0,-3 0 0 0,6-6-3 16,2-5-4-16,-2-4 9 0,4 0 32 0,2-3 19 16,-1 1 40-16,-1-2 44 0,3-1 33 0,1-3 15 15,-4 0-21-15,4 0-15 0,-1-10-20 0,3-1-14 16,1-6-14-16,2-3-14 16,4-3-7-16,4-8-13 0,-2 1-18 0,5-4-12 15,3-11-14-15,1 0-8 0,2 3-7 0,-8 9 0 16,3 1 0-16,-3 2-10 0,0 4 5 15,-4 2 0-15,-2 10 3 0,-2 2 3 0,0 3 3 16,0 1-4-16,-4 1-2 0,3 1-8 0,-2 2-8 0,-1 1-7 16,2 3-2-16,-4 0 1 0,12 10 0 0,-5 3 1 15,2 3 0-15,1 2-1 0,2 7 0 0,1 2 2 0,-3 2 0 16,0 3 0-16,-1 0 1 0,0 0-1 0,0 0 6 16,0 0-3-16,0-1 10 0,0-4-4 0,-4-2-3 15,-1-6 2-15,0-3-11 0,1 0-3 0,-4-6-5 16,-1 1-5-16,3-1-5 0,-3-3 0 0,2-2 4 15,-2 2 5-15,0-4 9 0,3-1-3 0,-3 2 5 16,0-4 3-16,-3 5 1 0,3-5-1 0,3 3 1 0,-3-3-3 0,0 0-6 31,0 0-30-31,0 0-28 0,-14 0-30 0,14 0-62 0,-12-7-59 0,2 2-230 0,0 0-491 0,1 0 217 16</inkml:trace>
  <inkml:trace contextRef="#ctx0" brushRef="#br0" timeOffset="-187653.23">1778 14953 154 0,'0'0'220'0,"-7"0"-14"0,7 0-12 0,0 0-14 0,0 0-15 16,0 0-19-16,0 0-12 0,0 0-16 0,0 0-13 0,0 0-10 15,0 0-11-15,38-3-6 0,-5-2-9 0,8 1-3 16,13-1-8-16,-2-5-3 0,-14 7-10 0,-1-1-2 16,-2 1-6-16,-8 0 0 0,1 1-1 0,-9 0-8 15,-10 1-5-15,0 1-1 0,-1 0-5 16,1 0-3-16,-9 0-4 16,9-1-2-16,-9 1-3 0,6 0-13 0,-6 0-13 15,0 0-6-15,6 0-10 0,-6 0-10 0,0 0 1 16,0 0-46-16,0 0-16 0,0 0-23 0,0 0-56 0,-16 9-105 15,8-7-315-15,0-1 139 0</inkml:trace>
  <inkml:trace contextRef="#ctx0" brushRef="#br0" timeOffset="-187084.5">2012 14368 106 0,'-23'-1'118'0,"4"1"-5"15,-4 1-8-15,-4 0-9 0,-1 3-8 0,0 5-4 0,7-5-14 0,-4 8-5 16,1-2-7-16,-2 5-9 0,2 3-1 0,3 2-7 16,1-1-7-16,-2 6-3 0,4 4-8 0,-1 1-3 0,4 3 7 15,-4 10-4-15,1 2 2 0,6-12-11 0,4 1 0 16,-3 1-3-16,5 11-5 0,-2-11 8 0,8-2 3 16,-1-1-8-16,2 1 0 0,2-3-1 0,2-1-2 15,2 0 5-15,1-3-5 0,5 1 4 0,3-2 20 16,4-2 19-16,0-3 3 0,4-2 8 0,3-3-5 15,1 2 4-15,1-6-4 0,2 1-3 0,-1-3-5 16,4-4 10-16,1 0 1 0,0-2 3 0,3-4-2 16,-1-1 1-16,1-3 8 0,-1 1 6 0,-3-4 8 15,-2 0 8-15,-1-2 14 0,-2-3 11 0,-2-2 1 16,-1-6-4-16,-1 0-10 16,-3-6-12-16,1-1-6 0,5-18-16 0,-1-4-3 15,-4-2-7-15,-2-3-11 0,5-24-14 0,-13 23-8 16,-3 0-1-16,-5 5 3 0,-3 0-5 0,-6 15 4 15,-5 1-2-15,-2 4-3 0,-1 0 3 0,-7 4-12 16,-4 3-1-16,-8 2-2 0,-1 3-6 16,-18 2 2-16,13 7 0 0,-2 5-10 0,-14 2-9 0,15 4-29 15,0 5-31-15,6 4-32 0,0 1-32 0,4 8-35 0,2 2-41 16,7 4-37-16,1 2-190 0,6 2-476 0,7 0 210 16</inkml:trace>
  <inkml:trace contextRef="#ctx0" brushRef="#br0" timeOffset="-186536.78">2803 14887 35 0,'-5'0'170'0,"5"0"-7"15,0 0-2-15,0 0-8 0,0 0-8 0,0 0-7 16,0 0-7-16,0 0-16 0,-5-3-12 0,5 3-10 15,0 0-8-15,0 0-9 0,0 0-8 0,24-5-9 16,-6 1-5-16,9 1-2 0,6 0-7 0,4 1-1 16,0-1-8-16,13-3-4 0,4 1-1 0,-17 2-4 15,1-1-2-15,-1 1-11 0,-5 1 4 0,0-2 1 0,-13 3-5 0,2-1 5 16,-7 1-5-16,-3 1-2 0,-3-1 3 16,-1 1-2-16,-1-2-2 0,-1 1-13 0,-5 1-18 0,0 0-20 15,0 0-2-15,0 0-10 0,0 0-17 0,0 0-26 16,0 0-18-16,0 0-29 0,-22 8-128 0,16-4-291 15,-1-2 129-15</inkml:trace>
  <inkml:trace contextRef="#ctx0" brushRef="#br0" timeOffset="-186166.99">3788 14652 45 0,'2'-2'242'0,"-2"2"-13"16,2-8-20-16,-2 8-20 0,4-5-23 0,-4 5-16 16,1-4-16-16,-1 4-18 0,0 0-14 0,0 0-16 15,0 0-10-15,0 0-13 16,0 0-4-16,5 17-8 0,-6-5-3 15,1 1-6-15,1 3-5 0,-3 4-3 0,1 5 1 16,-1 0-5-16,-2-6-5 0,3 5 3 0,-1 1-8 16,2-6 0-16,-2 2-7 0,1-3 3 0,-2 2-1 0,2-3 2 15,0-1-6-15,-1-4-19 0,0-2-6 0,1 0-23 16,0 1-7-16,-1-3-18 0,1-2-12 16,-2 0-4-16,3-1-7 0,-1-1 0 0,1-4 1 0,-1 7 11 0,0-6-1 15,1-1 3-15,0 0-10 0,0 0-159 0,0 0-260 16,-9-12 115-16</inkml:trace>
  <inkml:trace contextRef="#ctx0" brushRef="#br0" timeOffset="-185713.52">3852 14586 20 0,'4'-6'194'0,"0"-2"-9"16,1 0-17-16,4 1-15 0,-3 3-20 0,6-3-13 15,-1 2-12-15,6 0-12 0,2 3-9 0,2-2-11 16,-1 4-2-16,-2-1-11 16,-1 1-9-16,2 5-7 0,-3-3-12 0,-2 3-13 15,-1 2-10-15,-3-1-7 0,2 4-6 0,-2 1-5 16,0 3-9-16,-6-2-5 0,-1 0-12 0,-2 4 2 16,-5-2-2-16,-2 2 5 0,-2-1-7 0,-5 0 9 15,3-2 0-15,-7-2 2 0,0-1 8 0,1 1-4 16,-2-3 3-16,5-1 4 0,2-2 5 0,-2-1-12 15,3 1 8-15,2 0-2 0,1-4 7 0,2 1 0 0,5-2 3 0,-8 5 10 16,8-5-7 0,-4 4-4-16,4-4 7 0,0 0 1 0,9 7-1 15,1-3 1-15,4 0-3 0,2 1 4 0,1 3-4 16,3-1 4-16,-1 2-3 0,0-1 2 0,-1 1 4 16,1 0-6-16,0 3 2 0,-2-1-6 0,-1 2 6 15,-3-1 0-15,0-1-5 0,-7 0 6 0,2-1-6 16,-3 2 17-16,-2 0-13 0,-3-3-1 0,0 4 1 15,-4-3 4-15,-4 0 3 0,-1-1-4 0,-3 5-18 16,-4-7 22-16,-3 1-3 0,1-1 0 0,-4-1 12 16,-6 1-18-16,7-3 7 0,-6 0 2 0,-1 0-4 15,6-4-3-15,1 3-19 0,4-3-12 0,4 0-37 16,1-3-46-16,-3-1-90 0,6 0-216 0,4 0 97 16</inkml:trace>
  <inkml:trace contextRef="#ctx0" brushRef="#br0" timeOffset="-185212.68">3924 14337 21 0,'-24'14'85'0,"0"3"-8"0,1 3-1 0,-2 0-8 16,1 9 4-16,-8 5-7 0,1 7-8 0,0 2-5 15,2 4-2-15,5 1-15 0,-1-3 5 0,1 2-7 16,2 2-1-16,6-4-4 0,3-11-11 0,4 0 0 15,3-2-3-15,-2-1 8 0,4 2-1 0,3-6-2 0,0 3 22 16,3-4 1-16,6 0 7 0,1-3 28 0,0-4 8 0,7 0 12 0,4 1 19 16,3-3 6-16,6-3 3 0,7 1 7 15,0-6 0-15,15 1-2 0,-13-6 9 0,18 0-7 16,-1-1 3-16,3-7-3 0,4 0 6 0,-8-6 5 16,-3-1 4-16,1-2 2 0,-2-4-1 0,-5-3-1 15,2-3-1 1,-16 3-4-16,7-11-10 0,-3-3-25 0,-5-5-12 0,-3-8-20 15,-4-4-30-15,-6-1-32 0,-8-4-8 0,-8 1-9 16,-10-4-17-16,-6 3-6 0,-9 5-3 16,-6 3-14-16,-12 4-14 0,-5 7-12 0,-7 7-20 15,-32-5-12-15,22 20-28 0,-39-3-23 0,-2 14-52 16,-2 5-67-16,-8 7-231 0,6 2-544 0,8-3 241 16</inkml:trace>
  <inkml:trace contextRef="#ctx0" brushRef="#br0" timeOffset="-182674.28">5770 14275 65 0,'-2'-3'105'0,"2"3"3"0,0 0-7 0,0 0 0 16,0 0-11-16,0 0 4 0,0 0 1 0,0 0 4 15,0 0-12-15,0 0 9 0,0 0 2 0,0 0-11 16,0 0-10-16,0 0 1 0,0 0-15 0,0 0-9 16,0 0-7-16,0 0-5 0,0 0-4 0,0 0-2 0,0 0-8 0,23 5 7 15,-13 0-5-15,-1 0-8 0,7 2-2 16,2 1 2-16,-1 1-7 0,2 1-1 0,-2 2 1 0,1 2 1 16,-4-2-4-16,0 3-5 0,-4 1-3 0,-2-1-2 15,-1 3 0-15,-6 8 2 0,-4-1 4 0,-6 2-7 16,-4 1 6-16,-5 0-2 0,-6-2-3 0,1 0 0 15,-14 6 0 1,5-11 4-16,-9 6-4 0,8-8-4 0,-1-2 7 0,1 0-5 0,0-1 1 0,1-3 12 0,1-1-1 16,6 0 0-16,4-4 2 0,6-2-3 15,2 1 1-15,2-2-7 0,1 0 2 0,2-1-1 16,3 0 0-16,0-2-1 0,-1 3 3 0,4-3-1 0,2 1 5 16,0-3 2-16,13 7 3 0,6-5-1 15,9 0 1-15,4-1-4 0,5 0-1 16,17-1 6-16,-3 0-6 0,0-1 1 0,-13 0-2 15,16-1 0-15,-17-1-5 0,-4 1 0 0,-1-1-1 16,-1-1 1-16,-11 4 4 0,-1-2 0 0,-6 2 14 0,1-2 14 16,-6 0 11-16,1 2 11 0,-4-1 6 0,-5 1 1 15,13 0-3-15,-13 0-4 0,6 0-7 16,-6 0-7-16,0 0-9 0,7 0-12 0,-7 0-21 16,0 0-27-16,0 0-29 0,0 0-30 0,0 0-39 0,0 0-56 0,0 0-226 15,0 0-435-15,-22 1 193 0</inkml:trace>
  <inkml:trace contextRef="#ctx0" brushRef="#br0" timeOffset="-182104.35">6405 14388 22 0,'4'-4'270'0,"-3"-1"-6"16,1 0-8-16,-1 2-16 0,0 0-14 0,1-1-20 15,0-1-22 1,-2 5-20-16,0-3-20 0,0 3-16 0,1-4-19 16,-1 4-26-16,0 0-23 0,0 0-9 0,0 0-4 15,5 12-7-15,-5-5-5 0,0 4-2 0,2 0-5 16,-4 3 0-16,2 2-5 0,-1 3-4 0,-3 1-2 16,1 3-3-16,-1 4 0 0,1 0 1 0,-3 1-2 15,1-4 5-15,-1 1-4 0,5-8-1 0,-4 0-6 16,3-5 3-16,-1 0-5 0,2-4 3 0,-2-1 0 0,1-1 0 0,2 1 4 15,-2-4 28-15,1 0 45 0,1-3 48 0,1 7 22 16,-1-7 3-16,0 0-11 0,0 0-19 0,13-18-10 16,-4 8-14-16,3-3-12 0,-1-4-13 0,6-6-4 15,-2 1-8-15,4 0-9 0,-1 0-7 0,-1-1-22 16,-3 7 17-16,-4 1-4 0,3 3-3 0,-4 5-2 16,-3-1-12-16,-2 1-5 15,1 2 2-15,-2 0-29 0,2 4-32 0,-5 1 2 16,9 4 2-16,-3 1 18 0,0 2-14 0,0 5 3 0,2 3-6 15,-1 3 15-15,1 10 1 0,-1-2 3 16,1 2-16-16,-2 2-2 0,-1-1-15 0,-1 0-15 0,0-6-25 16,0 4-34-16,-3-7-41 0,2-2-45 0,-6 2-48 15,2-2-42-15,1-3-202 0,-3-1-540 0,2-6 239 16</inkml:trace>
  <inkml:trace contextRef="#ctx0" brushRef="#br0" timeOffset="-181370.86">5461 15162 19 0,'0'0'122'0,"-5"-1"-8"0,5 1 0 0,0 0-8 15,0 0 7-15,0 0-2 0,0 0-4 0,0 0-10 16,0 0-7-16,0 0-3 0,0 0-5 0,-9 0-11 16,9 0-1-16,0 0-6 0,0 0-12 0,0 0 4 15,0 0-7-15,0 0-5 0,0 0-3 0,0 0 5 16,0 0-1-16,0 0 0 0,0 0 2 0,0 0-1 0,0 0 0 0,0 0 0 0,0 0 0 16,0 0-6-16,0 0 4 0,0 0-1 0,0 0 0 15,0 0 5-15,0 0-6 0,0 0 0 0,0 0 5 16,0 0-3-16,0 0-6 0,17-6 0 0,4 3-7 15,12-2-2-15,24-1-3 0,5-1-2 0,35-1 0 32,-2-1-2-32,13 1 3 0,1 3 6 0,5-2 10 0,-3 5 2 0,-5-3-2 0,-10 1-7 0,-36 4 2 0,0-3-3 15,-2-1-4-15,-6 1-1 0,-15 0-7 16,-4 1-1-16,-5 1-2 0,-7 0 0 0,-3-2 3 0,-6 2 13 16,0 1 7-16,-6-3 11 0,2 3-6 15,-3-1 1-15,-5 1-7 0,9-2-7 0,-9 2-14 16,5-1-15-16,-5 1-25 0,0 0-34 0,0 0-29 0,0 0-36 15,0 0-28 1,-16 11-24-16,4-7-76 0,-1 1-170 0,-4 3-454 16,1-4 201-16</inkml:trace>
  <inkml:trace contextRef="#ctx0" brushRef="#br0" timeOffset="-180638.17">5958 15441 152 0,'-1'-5'247'0,"1"5"-24"16,4-7-22-16,2 2-20 0,-1 1-16 0,3-3-14 16,2 3-21-16,4 2-19 0,0-1-8 15,1 3-13-15,5 0-11 0,-1 0-6 0,0 3-11 16,-1-1-9-16,-2 5-4 0,1 2-5 0,-2 0-9 0,-3 2-6 15,1 2-1-15,-4 1-6 0,0 1 0 0,-3 5-20 16,-2-4 0-16,-3 4-2 0,-5 4 1 0,-1-4-2 0,-6 2 2 16,-1 3-1-16,-5 1-2 0,-2-6 6 0,3 0-3 15,-6 0 2-15,9-7 1 0,-3-1-4 0,3 1 4 16,0-6 9-16,4 1-1 0,0-1 5 0,5-3 15 16,-5 0 17-16,6 1 19 0,0-4 31 0,-1 2 32 15,4-3 26-15,0 0 25 0,-5 1 0 0,5-1-15 16,0 0-18-16,6-15-10 0,3 5-18 0,5-5-17 0,6-5-8 0,3-1-7 15,0-1-14-15,3-4-23 0,1 0-12 0,1 1-10 16,-2 1-1-16,-3 1-1 0,0 2-3 0,-5 1 1 16,-7 6-4-16,0 8 0 0,-5-4-7 0,-1 3 2 15,0 4-5-15,-1-4-5 0,0 4-26 0,-2 0-29 16,-2 3-5-16,0 0 3 0,0 0 3 0,-3 14 4 16,-1-3 4-1,-4 3 1-15,-1 2 7 0,4 2-6 0,0 7 0 16,1 0-8-16,4 1 7 0,4 2 9 0,5-2-3 15,6 1-4-15,9-5-20 0,7 3-52 0,15-1-66 16,14-4-102-16,-1-6-264 0,5-7-585 0,-1-6 258 16</inkml:trace>
  <inkml:trace contextRef="#ctx0" brushRef="#br0" timeOffset="-179920.78">7571 14536 134 0,'-4'0'156'0,"4"0"-11"0,0 0-11 16,0 0-8-16,0 0-11 0,0 0-7 0,0 0-7 15,-4-3-10-15,4 3 1 0,0 0-3 0,0 0 2 16,22 1-12-16,-7-2-9 0,8-2-7 0,8 2-5 16,3 1-10-16,6 0 3 15,12-6-6-15,3 4-9 0,0-3 0 16,0 3-6-16,-17 0 2 0,2-1-8 0,-2 2-5 0,-6 0-19 16,-6-2-2-16,-6 3-14 0,-2 0-19 0,-8-2-26 15,-1 4-27-15,0-1 21 0,-8 1-2 0,-1-2 0 16,0 0-20-16,-19 7-40 0,0-5-96 0,-6 3-244 15,-5 0 108-15</inkml:trace>
  <inkml:trace contextRef="#ctx0" brushRef="#br0" timeOffset="-179520.01">7849 14587 118 0,'9'-7'187'0,"-9"7"-12"0,3-5-14 0,-3 5-16 16,0 0-15-1,0 0-18-15,2-2-10 0,-2 2-19 0,0 0 2 16,0 0-15-16,4 10-11 0,-3-4-10 0,-1 5-5 0,3 5-2 16,-2 4-5-16,1 6-6 0,-4 3 1 0,2 5 2 15,-2 2 4-15,-1 10 10 0,1 2-1 16,-1 4-4-16,0-6-1 0,2 1-3 0,0-11-4 16,0-2-2-16,-2 3-2 0,3-3-6 0,0 1-2 15,-1 0-3-15,1-3 3 0,-3 1-4 0,2-4-2 0,-4 0 4 0,1-1-8 16,1-10-2-16,-3 2 2 0,1-4-5 0,-4 0 7 0,0-2 4 15,0-5 5-15,-5 1 4 0,4 0 6 0,-3-8 5 16,-5 4 3-16,0-3 6 0,-4-2 4 0,-4-4-1 16,4 1 1-16,-6-3-4 0,9 3 9 0,-2-5 1 15,5 2 2-15,-1 0 3 0,3 0 0 0,2 0-5 16,3 2-1-16,2-1-5 0,1 4-4 0,2-3-1 0,-1-1-8 16,-1 3-2-16,6 1-1 0,-5-4-7 0,5 4-3 15,-6-3-10-15,6 3-24 0,-5-1-29 16,5 1-46-16,0 0-37 0,0 0-50 0,0 0-56 0,0 0-241 15,15-1-505-15,-5-1 224 0</inkml:trace>
  <inkml:trace contextRef="#ctx0" brushRef="#br0" timeOffset="-179034.16">8062 15316 147 0,'3'-3'251'0,"-3"3"-17"0,0-5-22 16,1 2-20-16,-1 3-23 0,3-3-19 0,-3 3-16 15,0 0-19-15,0 0-7 0,0 0-15 0,0 0-9 16,8 7-12-16,-6-2-5 15,1 0-9-15,-1 5-7 0,0 2-6 0,3 4-3 16,-4-3-6-16,1 5-2 0,-2-1-5 0,0 3-4 16,-1-2-2-16,-1 0 0 0,-2 1-4 0,1-4-2 15,1 2 1-15,-1-3-3 0,2-4-20 0,-2 2 0 16,2-2 1-16,0-3 4 0,1-2 0 0,-1 0 20 16,1-1 41-16,-3 0 36 0,3-4 36 0,0 3 22 15,0-3-12-15,0 0-17 0,0 0-9 0,14-15-15 0,-6 6 5 0,-2 0-27 16,6-6-5-16,0 1-9 0,4-8-8 0,-5 6-10 15,5 3-3-15,-4-2-7 0,2 3 10 16,-5 4-19-16,0-1-6 0,3 2 0 0,-6 0-6 16,-2 1-6-16,1 2 0 0,3 3-3 0,-8 1-2 15,0 0-8-15,22 9 0 0,-16-2-3 0,1 2 6 16,0 6-12-16,-3-4-1 0,4 7-2 0,2-1 1 0,-7-3-5 0,3 3-10 16,0-1-11-16,-5-3-32 0,2-1-25 0,0 0-31 15,-2-2-41-15,-1 0-39 0,0 0-36 0,0-5-265 16,-3-1-548-16,3-4 243 0</inkml:trace>
  <inkml:trace contextRef="#ctx0" brushRef="#br0" timeOffset="-178549.01">9126 14945 109 0,'0'0'234'16,"0"0"-10"-16,-8-3-12 0,8 3-9 0,0 0-14 15,0 0-17-15,-2-4-17 0,2 4-9 0,0 0-17 0,0 0-10 0,0 0-12 16,14-2-6-16,-2 2-16 0,7-3-9 0,10 0-8 15,3 1-7-15,0 0-7 0,3 0-4 0,5-1-8 16,15-2 1-16,-4 4-9 0,1-5-1 0,-16 4-5 16,0-1-3-16,-4 0-1 0,-4 2-5 0,-10-1-1 15,0 0-2-15,-7 2 1 0,1-4-3 0,-6 4 1 16,1 0-5-16,-7 0-9 16,6-1-14-16,-6 1-17 0,0 0-15 0,0 0-20 15,-27 0-16-15,9 1-22 0,-3 6-25 0,0-2-16 16,1 0-22-16,2 1-177 0,0-1-373 0,1 4 165 15</inkml:trace>
  <inkml:trace contextRef="#ctx0" brushRef="#br0" timeOffset="-178263.89">9247 15170 297 0,'-7'2'303'0,"7"-2"-8"0,-4 3-18 16,4-3-23-16,0 0-21 0,0 0-25 0,0 0-24 0,0 0-17 16,23-5-18-16,-2 3-19 0,10-3-9 0,1 4-15 15,6-2-11-15,-1 2-6 0,18-2-15 0,-15 0-5 16,1 1-5-16,10 0-9 0,-17 0-6 0,-3 2-4 16,-10 0-4-16,-1-1-3 0,-7 0-7 0,-2 0 3 15,-3 1-6-15,1-2-4 0,-4 2-9 0,-5 0-19 16,10 0-22-16,-10 0-8 15,0 0-18-15,0 0-34 0,-20 5-34 0,8-3-38 16,-6 3-51-16,4-3-256 0,2 1-503 0,1 0 223 16</inkml:trace>
  <inkml:trace contextRef="#ctx0" brushRef="#br0" timeOffset="-177500.42">10999 14350 76 0,'0'0'109'0,"0"0"0"0,0 0-4 0,0 0-4 0,-5-3 1 15,5 3-9-15,0 0 10 0,0 0-16 0,0 0-1 16,0 0-6-16,0 0 0 0,0 0-8 0,0 0 0 16,0 0-6-16,0 0-1 0,0 0-2 0,23 0-5 15,-4-2-4-15,12 0-4 0,3 0-10 0,16-1 4 16,8-1-2 0,2 0 1-16,1 2-2 0,-1-2 6 0,0 0-8 15,-6 0-1-15,-14 4-8 0,-2-2-2 0,-8 0-3 16,-8 2-2-16,-1 0-1 0,-5 0-9 0,-2-1-19 15,-1 2-22-15,-4-1-22 0,-4 0-9 0,-1 2 8 16,-4-2 2-16,0 0-27 0,-18 7-25 0,0-2-22 16,-9-1-138-16,-1 1-282 0,-1 1 124 0</inkml:trace>
  <inkml:trace contextRef="#ctx0" brushRef="#br0" timeOffset="-177093.91">11261 14402 128 0,'0'0'188'0,"0"0"-20"0,-1-4-19 16,1 4-14-16,0 0-14 0,0 0-16 0,0 0-10 15,0 0-9-15,0 0-16 0,0 0-8 0,-4 10-6 0,1 2 1 16,-2 4-8-16,0 0-13 0,-2 8 2 0,0 9-9 16,-5-1-1-16,1 14-1 0,-2 0-3 15,1-3 1-15,0 4-6 0,3-2 0 0,-1 3-1 16,0-3 15-16,3-10-1 0,2 2-8 15,-1-4-1-15,1 1-2 0,0-2 0 16,-1-2-2-16,2-1-4 0,1-1 2 0,-5-4-4 16,3-5 1-16,1-2-4 0,-1-2 1 15,0-2 0-15,-4 1 6 0,3-3 7 0,-2-2 5 0,0-3 5 16,-2 0 9-16,-1-1 3 0,0-1 9 0,-4-4 0 16,2 1 5-16,-6-1 2 0,1-4 0 0,-2 0 3 15,1-1-3-15,1 0 0 0,0-3-6 0,0 1-4 0,1 0-1 0,-1 0-8 16,8 0-3-16,-8 2-6 0,8-1-1 0,-2 1-5 15,1 2-6-15,5-1 2 0,-2-1-3 0,3 3-4 16,-1 0-1-16,6 2-16 0,-8-2-32 0,8 2-31 16,-7 0-13-16,7 0-14 0,0 0-14 0,-3 4-21 15,3-4-39-15,7 8-44 0,0-5-167 0,0 0-405 16,5 1 179 0</inkml:trace>
  <inkml:trace contextRef="#ctx0" brushRef="#br0" timeOffset="-176661.3">11445 15141 145 0,'0'0'276'0,"4"-6"-30"0,-4 6-28 0,1-3-26 15,-1 3-22 1,0 0-14-16,0 0-23 0,0 0-14 0,4 9-14 0,-4-4-11 0,0 2-9 0,0 5-9 0,-3 4-8 16,2 2-9-16,-3 2-3 0,3-3-5 0,-3 9-9 15,-4-8-1-15,2 2-8 0,1 5 1 0,1-7-6 16,-2-1-3-16,1-3-1 0,2-2-3 0,-1-5 2 16,1 0-3-16,1-2 2 0,1-1 24 0,0 2 49 15,-1-1 53-15,2-5 7 0,0 0-8 0,0 0-17 16,0 0-14-16,10-17-5 15,-1 2-22-15,1 1-8 0,2 0-9 16,-3-2-3-16,4 2-9 0,-2 2-9 0,1-2-11 0,-2 1 3 16,2 5-5-16,-6 1-4 0,3 1-5 0,-5-1-17 15,2 3 2-15,-2 2-14 0,1 0-12 0,0 2 14 16,-5 0-4-16,11 4-9 0,-4-1-19 0,-3 4-8 16,4 0-18-16,-2 0-13 0,2 4-16 0,-1 3-26 15,0-4-21-15,1 5-27 0,0 2-37 0,-1-5-26 0,0-1-49 0,-1-1-188 16,1-5-497-16,2 2 221 0</inkml:trace>
  <inkml:trace contextRef="#ctx0" brushRef="#br0" timeOffset="-176444.66">11882 15288 254 0,'0'0'254'0,"0"0"-15"16,0 0-12-16,0 0-23 0,-2-1-17 15,2 1-18-15,0 0-20 0,12-3-16 0,0 2-12 0,7 1-12 0,2-1-16 16,11-1-26-16,3 2-32 0,1 0-43 0,-3 0-47 16,-1 0-50-16,0 0-38 0,-4-1-179 0,-6-2-348 15,-3 1 153-15</inkml:trace>
  <inkml:trace contextRef="#ctx0" brushRef="#br0" timeOffset="-176220.38">12379 15126 315 0,'3'-2'312'0,"-3"2"-18"0,1-7-29 15,-1 7-27-15,0-5-31 0,0 5-28 0,0 0-21 0,0 0-18 16,0 0-18-16,-5 17-10 0,1-8-10 0,-5 8-14 16,4 3-6-16,-4 6-10 0,1 2-10 0,-2 2-34 15,5 5-30-15,-3 11-38 0,7-13-63 0,-3 1-74 16,-1-4-232-16,5-1-444 16,0-2 197-16</inkml:trace>
  <inkml:trace contextRef="#ctx0" brushRef="#br0" timeOffset="-174457.69">13030 14770 136 0,'0'0'135'0,"0"0"-1"0,-8 0 1 0,8 0-6 0,0 0-10 16,0 0-3-16,0 0-2 16,0 0-2-16,0 0-15 0,0 0-7 0,0 0-8 15,0 0-7-15,0 0-9 0,0 0-8 16,0 0-1-16,0 0-5 0,18-4-9 0,-5 4-1 0,9-2-6 15,10-3-3-15,2 4 7 0,4 0-16 0,-1-2-5 16,19-1 0-16,-5 1-3 0,0-2 0 0,-12 2-5 16,-2 3-13-16,-5-2-7 0,-1-1-16 15,-3 3-17-15,-9-1-8 0,-1-2-26 0,-4 0-22 0,-4 3-13 0,-1-2-22 0,-3 2-111 16,-6 0-263-16,0 0 116 0</inkml:trace>
  <inkml:trace contextRef="#ctx0" brushRef="#br0" timeOffset="-174225.63">13350 14604 191 0,'2'-9'259'16,"-2"3"-5"-16,1 0-8 0,-1-2-17 0,0 5-12 15,1-1-23-15,-1 4-25 0,1-7-20 0,1 4-19 16,-2 3-29-16,0 0-10 0,0 0-10 0,-3 14-9 15,2-2-9-15,-2 6-6 0,-3 9-3 0,1 1-8 0,0 2-3 0,-2 5-3 16,2 0-3-16,1-4-16 0,-2 15-26 0,2-13-23 16,2-2-37-16,2 0-46 0,2-3-48 0,0-3-65 15,-2-9-135-15,4 0-389 0,0-7 173 0</inkml:trace>
  <inkml:trace contextRef="#ctx0" brushRef="#br0" timeOffset="-173840.52">14076 14445 235 0,'0'0'214'0,"0"0"-25"0,4-8-18 15,1 8-18-15,8-3-16 0,5-1-17 0,2 2-9 16,11-3-19-16,3 5-14 0,7-1-12 0,13-3-9 15,1 1-12-15,0-1-2 0,-3 1-5 0,-1 3-16 16,-12-3-6-16,-3 2-13 16,-6 0-23-16,-2 0-19 0,-10 1-3 0,-4-1-17 15,-4 0-2-15,-2-1-11 0,-3 1-17 0,-5 1-7 16,0 0-13-16,0 0-92 0,-23-6-217 0,3 6 96 16</inkml:trace>
  <inkml:trace contextRef="#ctx0" brushRef="#br0" timeOffset="-173486.49">14342 14405 64 0,'0'0'109'15,"0"0"-11"-15,-4 2-13 0,4-2-14 0,0 0-5 16,-1 7-4-16,1-2-13 0,1-1 6 0,-2 7 2 0,-2-1-2 16,-2 7 10-16,1 2-4 0,-2 6-1 0,-4 6 3 15,2 3 9 1,-1 12-2-16,-4 0-5 0,8-1 5 0,0 2-5 15,-3-4 0-15,7-6-4 0,-3 9-7 0,-2-10-4 0,5-2-1 16,1 0-11-16,-2-3-2 0,2 0 3 0,0-1-8 16,-1-3-5-16,1-8-2 0,-4 7 0 0,2-8-2 15,-1-2-8-15,-1-4 4 0,0 1 1 0,-1-4 2 16,-2 1 5-16,-1-3 13 0,-1-2 3 0,-2 0 0 16,-2-3-1-16,-8-2 1 0,1-3 3 0,-2 1 0 0,-5-5 11 15,1 0 0-15,0 0 9 0,7 0-3 0,1-1 0 16,2-2 0-16,1 3-1 0,5-1-5 0,-1 4 1 15,4-2-3-15,2 2-2 0,0 2-6 0,0-2-7 16,1 3-18-16,-1-2-24 0,1 0-37 0,4 3-33 16,0 0-20-16,0 0-28 0,0 0-31 0,0 0-34 15,17 6-207-15,-8-2-426 16,2-2 189-16</inkml:trace>
  <inkml:trace contextRef="#ctx0" brushRef="#br0" timeOffset="-173070.34">14513 15122 18 0,'0'-5'289'0,"0"0"-21"16,1 2-24-16,-1-1-22 0,0 4-27 0,3-5-23 15,-3 5-21-15,0 0-17 0,0 0-14 0,0 0-16 0,0 0-12 0,0 0-7 16,1 15-8-16,-2-6-4 0,1 2-12 0,-3 2-8 16,1 4-6-16,-2 4-2 0,-1-3-8 0,-2 7-2 15,1-6-1-15,2-1-6 0,-1 0-4 0,0-6-2 16,2 0-2-16,2 0-1 0,-3-2 0 0,2 1-4 16,-2-8 5-16,4 3 5 0,-4-2 29 0,4 2 16 15,0-6-11 1,0 0-2-16,0 0-10 0,18-16-2 0,-9 9-4 0,2-4-4 15,2 0-2-15,0-2-6 0,1 2 0 0,2-1-3 16,-1 0-6-16,-1 0-1 0,-4 5-3 0,-2 0-2 16,1 2-3-16,-3 1-1 0,2 1-6 0,-2-1-10 15,-1 2-13-15,4 0-11 0,-3 4-21 0,2-1-16 16,1 3-23-16,5 1-25 0,-5-1-35 0,8 4-35 16,-4 1-57-16,2-4-161 0,0 2-436 0,-3-1 192 0</inkml:trace>
  <inkml:trace contextRef="#ctx0" brushRef="#br0" timeOffset="-172685.43">15033 15201 76 0,'0'0'188'0,"-4"-3"-16"16,4 3-14-16,0 0-17 0,0 0-13 0,0 0-15 16,0 0-9-16,-2-3-10 0,2 3-5 0,0 0-12 0,0 0-7 15,0 0-3-15,0 0 1 0,0 0 2 0,0 0 6 0,0 0-2 16,0 0 4-16,0 0 1 0,0 0 3 0,0 0 5 16,0 0 0-16,0 0 0 0,0 0-2 0,0 0-3 15,0 0-3-15,0 0-3 0,0 0-5 16,0 0-6-16,0 0-4 0,0 0-7 0,8-3-6 0,0 1-4 15,4-1-9-15,7 2-1 0,0-3-5 0,11 1-3 0,0 0-3 16,2 2-5-16,5 1 3 0,-1-3-1 0,0 1-16 16,-4-4-13-16,-2 4-19 0,-3-1-37 0,-9 2-4 15,0 1-17-15,-4 0-28 0,-2-3-9 0,-3 3-16 16,-2-2-17-16,-3 1-29 0,-4 1-22 0,3-5-120 16,-3 5-353-16,-12-4 156 0</inkml:trace>
  <inkml:trace contextRef="#ctx0" brushRef="#br0" timeOffset="-172484.95">15231 15092 12 0,'0'0'249'0,"-1"-5"-12"16,1 5-14-16,-1-4-10 0,1 4-18 0,0 0-16 16,1-5-20-16,-1 5-16 0,0 0-16 0,0 0-23 0,0 0-12 0,0 0-10 15,0 0-13-15,0 0-6 0,-8 17-7 0,7-5-7 16,-3 0-7-16,-1 3-5 0,1 3 5 15,2 2-11-15,-2 0 6 0,1 0-13 0,2 4-19 0,0 2-9 16,1-1-30-16,0 0-33 0,-3 0-42 0,1-5-37 16,2-2-53-16,2-1-120 0,-2-5-345 0,3 0 153 15</inkml:trace>
  <inkml:trace contextRef="#ctx0" brushRef="#br0" timeOffset="-172237.6">15649 15069 31 0,'1'-7'327'0,"1"2"-27"0,-1-1-30 0,-1 1-28 15,1 1-27-15,0 2-28 0,-1 2-24 0,0 0-19 16,0 0-16-16,0 0-16 0,3 17-11 0,-3-5 1 15,-1 5-8-15,-1 2-16 0,1 8-30 0,0 0-11 0,0 6-26 0,-1-1-36 16,1 1-48-16,-4 1-65 0,4 0-62 0,-7-5-159 16,3 0-390-16,0-10 173 0</inkml:trace>
  <inkml:trace contextRef="#ctx0" brushRef="#br0" timeOffset="-168615.57">16937 14850 14 0,'0'0'145'16,"0"0"-11"-16,0 0-5 0,0 0-14 0,0 0-11 15,0 0-4-15,0 0-11 0,0 0 8 0,0 0-3 16,0 0-9-16,0 0 7 0,0 0-7 0,3-7-5 16,-3 7 0-16,0 0-6 0,0 0-6 0,0 0-6 15,0 0-3-15,0 0-12 0,0 0-3 0,10 0 0 16,0-2-7-16,8-2-4 0,10 3 7 0,3-2-18 0,0 0-22 15,3 3-24-15,-2 0-25 0,1 0-31 0,-1 2-31 16,-5-4-22-16,-8 4-130 0,0-2-285 0,-6 2 127 0</inkml:trace>
  <inkml:trace contextRef="#ctx0" brushRef="#br0" timeOffset="-168446.26">16974 15037 134 0,'-4'4'140'15,"4"-4"-6"-15,9 1-5 0,-9-1-8 0,18 0-8 16,-5 4-7-16,6-1-19 0,0-2-7 0,-1 3-16 0,1-1-46 0,-1-1-35 16,3 1-39-16,-6-3-120 0,-2 3-190 0,-3-2 84 15</inkml:trace>
  <inkml:trace contextRef="#ctx0" brushRef="#br0" timeOffset="-168034.37">17269 14675 18 0,'-1'-11'255'0,"0"5"-11"16,-1-1-7-16,1 1-17 0,1 1-19 0,-2 2-19 31,2 3-22-31,0-7-16 0,0 7-15 0,0-5-18 0,-2 1-19 0,2 4-20 16,0 0-8-16,0 0 0 0,0 0-17 0,11 9-2 15,-5-2-5-15,3 3-7 0,5 2-4 0,0 3 0 16,0-3-2-16,9 6-4 0,-9-4 0 0,10 2-4 16,-2 1 0-16,-3-2-10 0,1-2 3 0,-4-2 2 15,2 0-3-15,-1 0 0 0,-2-2-2 0,-1-1-2 16,0 4-1-16,-5-5-5 0,1 0-7 0,-1 1-1 0,-5 1-4 0,1-1 2 15,-1 2-3-15,0-1 5 0,-5 1 4 16,-2 2-2-16,-1 4-3 0,-2 1 1 0,-3-1 2 16,-4 0 0-16,-5 6 2 0,0-4 1 0,4-2-1 0,-2-1 1 15,0-2 1-15,0 0 1 0,1-1-5 0,0 2 5 16,1-2-2-16,3 0-11 0,3-2-39 0,2-2-22 16,-2 0-21-1,3 1-24-15,1-2-21 0,4-1-33 0,0 0-134 16,5-3-332-16,4 0 148 0</inkml:trace>
  <inkml:trace contextRef="#ctx0" brushRef="#br0" timeOffset="-165254.68">18929 14725 13 0,'-7'0'91'0,"7"0"-14"0,0 0 6 16,0 0-10-16,0 0-11 0,-8 0-7 0,8 0 6 16,0 0-5-16,-4-2-4 0,4 2 5 0,0 0-3 15,0 0-7-15,0 0-3 0,0 0-5 0,0 0 1 16,0 0 2 0,0 0-11-16,0 0 1 0,0 0 0 0,0 0-8 15,0 0 6-15,0 0-10 0,-5 4 9 0,5-4-2 0,0 0 2 16,0 0-10-16,0 0 0 0,0 0 5 0,0 0-1 15,0 0-5-15,0 0 8 0,0 0-4 0,0 0-7 16,0 0 3-16,0 0-1 0,0 0-5 0,0 0 5 0,0 0-5 0,0 0 0 0,0 0-2 16,0 0 7-16,0 0-9 15,0 0 0-15,0 0 3 0,0 0 11 0,29-4-1 16,-7 4-4-16,14-3-8 0,3 2 5 0,19-3-2 16,-1-3-2-16,3 4 0 0,1 1 11 0,-1-6-2 15,1 3 1-15,-5 2-2 0,-6 2-2 0,-14 0 1 0,-4 2-3 16,-3-1-8-16,-8 0-9 0,-2 0-19 15,-8 1-24-15,0-1-24 0,-4 0-6 0,-2 2 0 16,-5-2 10-16,2 2-36 0,-2-2-114 0,-16 2-233 0,3 0 103 0</inkml:trace>
  <inkml:trace contextRef="#ctx0" brushRef="#br0" timeOffset="-164823.28">19353 14723 104 0,'0'0'180'0,"-2"-3"0"0,2 3-18 0,0 0 3 16,0 0-13-16,0 0-9 0,0 0-12 0,0-3-15 15,0 3-13-15,0 0-13 0,0 0-11 0,0 0-14 16,0 0-7-16,0 0-4 0,0 0-10 16,-4 8-5-16,2 0-9 0,-2 4 3 0,0 4-6 0,-4 3-4 15,4 9-2-15,-3 0 15 0,-1 6-7 0,2 3-1 0,-1-3-5 16,3 1-2-16,-2 0-5 0,5 0 8 0,-2-1-10 15,3-1 0-15,0 0-3 0,0 0-2 0,3 0 2 16,-3-2-6-16,1 2 5 0,-1-1 1 0,0-6-6 16,-1 2 5-16,-2-3-3 0,3-5 0 0,-1-2-3 15,-3-2-2-15,0-4-2 0,-1-2 2 0,1-1 8 16,-2-1 5-16,-3-2 12 16,-4-1-2-16,-1-3 4 0,-5-2 4 0,-3-1 2 15,-7-5 9-15,0-3 5 0,-1 1 5 0,3-3 1 16,-1 1 10-16,1-1-1 0,4-2-4 0,-1-3-1 15,8 8-5-15,-1-2-6 0,2 0-1 0,-1 4-8 16,2 1 1-16,5 1-12 0,0-1 5 0,3 2-10 16,-2 0-13-16,3 3-21 0,1-4-27 0,4 4-26 15,-12 0-14-15,12 0-17 0,-7 4-7 0,7-4-2 0,-4 8-35 0,6-4-29 16,1 0-42-16,3 0-163 0,6 0-404 0,0-2 180 16</inkml:trace>
  <inkml:trace contextRef="#ctx0" brushRef="#br0" timeOffset="-164021.13">19725 15405 51 0,'0'0'186'0,"0"-5"-4"0,3 0-14 0,-3 1-4 0,1 0-6 15,-1 0-10-15,0 0-6 0,0 4-4 0,4-6-9 0,-4 6-8 16,1-4-11-16,-1 0-13 0,0 4-8 0,3-4-11 16,-3 4-7-16,0 0-12 0,0 0-12 0,0 0-9 0,0 0-1 15,0 0-4-15,4 14-7 0,-7-6-1 16,3 4-2-16,0 0-4 0,-1 6 2 0,-3 2-7 0,0 4 5 0,-1 1-7 15,1-6-19-15,-2 6-3 0,2-4 3 0,-1-3-3 16,1-1 14-16,0 1-8 0,3-4 2 0,-3 0-2 16,4-5 2-16,-3 0 6 0,2-5-3 0,1 3-2 15,-3-2 27-15,1 0 46 0,2-4 43 0,0-1 36 16,0 6 3-16,0-6 7 0,0 0-14 0,5-10-20 16,0 0-7-16,3-2-12 0,1-2-18 0,1-4-8 15,4-4-5-15,0-2-13 0,4 1-5 0,0 0-6 16,-1 4-5-1,-5 3-4-15,1 3-10 0,-5 4-1 0,1 0-3 0,-3 3-7 16,-1 2-6-16,-1-2-2 0,0 3-24 0,0 1-9 16,-4 2 6-16,10 2-15 0,-5 1 4 0,-1 4-2 15,-1 1 4-15,-1 4 1 0,2-3 2 16,-3 5 3-16,3-1-4 0,-3 3-2 0,1-3-4 16,0 1-2-16,2-1-8 0,-4-1-11 0,0 0-15 15,0-2-28-15,0-2-17 0,0 1-17 0,0-2-28 0,0-1-28 0,-3 0-11 16,6 0-23-16,-6-2-10 0,6-1-21 0,-3-3-136 15,0 0-411-15,0 0 182 0</inkml:trace>
  <inkml:trace contextRef="#ctx0" brushRef="#br0" timeOffset="-161001.06">20483 15091 97 0,'0'0'210'0,"-4"-3"-14"0,4 3-13 16,0 0-14-16,0 0-16 0,0 0-19 0,0 0-9 15,0 0-14-15,0 0-8 16,0 0-12-16,0 0-11 0,0 0-4 0,0 0-11 15,12-2-8-15,-3 2-7 0,7 0-4 16,2 0-15-16,13 0-21 0,-3 0-21 0,4 0-33 16,1 0-28-16,4 2-39 0,-6-2-40 0,0 0-116 15,-2 0-289-15,-1 0 129 0</inkml:trace>
  <inkml:trace contextRef="#ctx0" brushRef="#br0" timeOffset="-160815.94">20683 15198 111 0,'-3'1'202'0,"3"-1"-8"0,-5 3-17 16,2-1-15-16,3-2-11 0,0 0-14 0,0 0-16 15,19 0-18-15,1-3-3 0,10 1-12 0,6 1-9 0,2-2-7 0,15 3-17 16,-1-3-26-16,-10 3-27 0,12-2-30 0,0-1-43 16,-16-1-34-16,3 2-159 0,-3-2-285 0,-1 2 127 15</inkml:trace>
  <inkml:trace contextRef="#ctx0" brushRef="#br0" timeOffset="-160015.38">21922 14647 144 0,'5'-4'148'16,"5"-2"-7"-16,-3 2-23 0,2 1-12 0,1-1 0 15,0 3-16-15,-4 1-11 0,2-1-2 0,-8 1-19 0,17 1 1 16,-8 3-4-16,0 0-13 0,0 3-5 0,-2 3-13 16,-2 2 8-16,1 2-5 0,-3 3-2 0,0 2-11 0,-6 6 13 15,2 0-12-15,-5 1-2 0,-1-2 2 0,-3 1 3 16,-3 1-2-16,2 1 0 0,-3-4-2 15,0-3-3-15,-2 2 10 0,5-5-6 0,-2-3 0 16,0 3 0-16,-1-5-2 16,3-1 7-16,3-1-9 0,0-4 2 0,3 2-2 15,1-4 2-15,-2 0 27 0,4 0 22 0,0 0 22 16,-3-1 23-16,5-3 18 0,-2 4 21 0,2-4-8 16,0 0-11-16,0 0-20 0,11-16-8 0,-1 8-12 15,3-5-11-15,6-8-6 0,2 1-5 0,2-3-8 16,1-2-3-16,1-1-5 0,2-1 2 0,5-10-19 15,-8 9 1-15,-2 2-3 0,1 2 0 0,-1 2-3 0,-10 4-2 0,0 2 3 16,-4 8 5-16,0-2-4 0,-3 2 0 0,0 2-9 16,-3 1-4-16,2 2-10 0,-1-1-19 0,-3 4-6 15,0 0 2-15,0 0 5 0,-7 14-2 0,2 0 1 16,-2 2 0-16,-4 9-1 0,-1 1 0 16,3 0 6-16,2 3 0 0,2-1-3 0,4 2-3 0,1-1 6 15,5 0-6 1,3 1 2-16,8-2-5 0,3-4-7 0,6 1-27 15,1-3-38-15,3-3-43 0,3 0-60 0,2-5-69 16,-1-3-170-16,1-2-468 0,-5-5 208 0</inkml:trace>
  <inkml:trace contextRef="#ctx0" brushRef="#br0" timeOffset="-159489.68">21647 15300 57 0,'0'0'199'0,"-5"1"-16"0,5-1-1 16,0 0-10-16,-9 1-9 0,9-1-10 0,0 0-7 0,0 0-11 15,0 0-8-15,0 0-11 0,0 0-9 16,-7-2-8-16,7 2-10 16,0 0-6-16,0 0-9 0,0 0-10 0,0 0-9 15,0 0 1-15,0 0-8 0,0 0-3 0,0 0-4 16,0 0-7-16,0 0-5 0,0 0-3 0,-6-2-4 16,6 2-2-16,0 0 0 0,0 0 0 0,0 0-9 15,0 0 6-15,0 0 7 0,0 0-1 0,0 0 5 16,0 0-3-16,0 0 2 0,0 0 2 0,0 0-3 0,0 0 0 15,0 0-6-15,22-3-3 0,-3-1 0 0,13 0-6 16,4-1 3-16,20-3-3 0,4 0-1 0,4 1-4 16,33-5 8-16,-5 3 2 0,5 0-4 0,-31 1-2 0,37-1 6 15,-14-1 3-15,-30 6-3 0,1-2-4 0,-7-3-2 16,-16 6 3-16,-3 2-1 0,-6-3-1 0,-7 4-2 16,-7-5 5-16,-1 3-6 0,-2 0 2 15,-2-1 0-15,0 2-1 16,-4 0-3-16,0-1-3 0,-5 2-8 0,10-1-20 15,-10 1-16-15,0 0-18 0,0 0-16 0,0 0-21 16,0 0-15-16,-26 4-18 0,14-1-23 0,-2 1-29 16,1 2-30-16,-4 0-131 0,2 3-371 0,-2-2 164 15</inkml:trace>
  <inkml:trace contextRef="#ctx0" brushRef="#br0" timeOffset="-159033.25">21944 15445 17 0,'5'-1'151'0,"3"-2"-7"0,0 0-17 16,3 3-23-16,2-1 1 0,2 1-22 0,1 0 1 16,2 1-16-16,1 2-7 0,-2 1-2 0,0 4-14 0,-1-2 2 15,-6 0-8-15,2 4-8 0,-3-2-8 0,1 7 4 16,-2 0-3-16,-3 2 2 0,-4 1-5 0,-2 8-1 16,-7 0-6-16,-2 0 4 0,-3 2-10 0,-6-1 0 15,-3 4 7-15,-5-5-4 0,-7 6-7 0,6-8 5 16,0-3 3-16,1-3-3 0,0-1-5 0,3-1-6 0,-3-3 19 0,9-4 9 15,0-1-1-15,4-1 13 0,3-2 4 0,4-4 11 16,0 3 16-16,0 0 21 0,0-1 21 0,3-3 11 16,4 0 5-16,-4 2-3 0,4-2-13 0,0 0-9 15,0 0-11-15,0 0-12 0,0 0 3 0,25-8-21 16,-5 5-4-16,0 3-9 0,8-3-5 0,-1 1-3 16,5 1-5-16,0 0-6 0,-1 0-3 0,-2 2-15 15,4 0-17 1,-1-1-29-16,-1 1-37 0,1 1-44 15,-1 1-49-15,0-3-50 0,-2-2-196 0,-1 1-446 16,1-1 197-16</inkml:trace>
  <inkml:trace contextRef="#ctx0" brushRef="#br0" timeOffset="-158511.24">22615 15586 134 0,'1'-6'243'16,"-1"6"-18"-16,1-3-18 0,-1 3-25 0,3-2-16 15,-3 2-21-15,0 0-16 0,1-4-15 0,-1 4-14 0,0 0-12 0,0 0-12 0,0 11 1 16,1-5-18-16,-1 1-8 0,-1 3-1 16,-2 1-9-16,3 6-5 0,-1 0-4 0,-1 2-1 15,-2 0-4-15,1 0-2 0,1 0-4 0,-2-1 0 16,0 1 1-16,0-2-2 0,3 0-7 0,-2-4-1 16,2-4 0-16,-3 1 4 0,4-3-7 0,-1 2 0 15,1-4 10-15,0-2 36 0,0 1 41 0,0-4 43 16,-1 5 14-16,1-5 21 0,0 0-22 0,0 0-16 15,15-14-10-15,-2 2-4 0,0 0-24 0,0-2-6 0,6-6-18 0,1 0 1 16,0 0-16-16,-2 2-11 0,-3 3 6 0,1 2-4 16,-2 1-10-16,-5 1-9 0,0 6 1 15,-3-2-10-15,-1 3-10 0,-1 1-16 0,1 2-9 32,-5 1-2-32,9 4-5 0,-1 2-1 0,-3 3 4 15,0 9-6-15,0-4 15 0,-1 5-3 0,0 0-15 16,0 6 2-16,1-1-5 0,-1 1-5 0,-2-5-26 0,1-2-33 0,-3 1-40 15,0-2-58-15,0-1-52 0,1-4-40 0,-5-1-218 16,2-3-543-16,-2-1 240 0</inkml:trace>
  <inkml:trace contextRef="#ctx0" brushRef="#br0" timeOffset="-156776.09">23823 14526 64 0,'0'0'105'0,"-4"-3"-13"15,4 3-12-15,0 0-13 0,0 0 3 0,0 0-11 16,0 0-8-16,-1-5-9 0,1 5-10 0,0 0 7 16,0 0 2-16,0 0 2 15,0 0-1-15,0 0 6 0,0 0 3 0,0 0 2 16,0 0 1-16,0 0-3 0,0 0-4 0,0 0 3 15,0 0-1-15,13 0 2 0,2 0 0 0,11 0-9 16,8-4 3-16,5 4-7 0,18-2-2 0,6 2-1 16,-1-4-1-16,5 0 3 0,25-3-3 0,-29 5-1 15,1-2 1-15,-2 0-3 0,-7 0-11 0,-18 1 8 16,-2 1-5-16,-9-2-1 0,-4 1-5 0,-3 2-7 0,-8 1-7 0,0 0-3 16,-2 0-10-16,-4-1-10 0,-1 0-5 0,-4 1-21 15,0 0-5-15,0 0-17 0,-23-2-10 16,6 4 0-16,-6-2-9 0,2 1-6 0,-7 0-3 15,6 2-21-15,0-1-65 0,-1 1-195 0,-8-3 87 0</inkml:trace>
  <inkml:trace contextRef="#ctx0" brushRef="#br0" timeOffset="-156386.25">24294 14501 13 0,'0'0'130'0,"0"0"-12"0,-7-1-12 0,7 1-13 15,0 0-16-15,-6 1 1 0,6-1-4 16,-11 6-9-16,8-1-12 0,-5 1-3 0,3 5-23 16,-5 3 12-16,2 7 3 0,-5 2-4 15,2 6 3-15,-1 5 10 0,2 1-2 0,0 11-10 16,-3 1 0-16,7 0 11 0,-1 1-2 0,3-1 0 16,1 0 4-16,3-1-9 0,0 0 1 0,2-10-1 15,-1-2-10-15,2 2-1 0,0 11-2 0,-5-12-3 16,5 0 4-16,-2 1-9 0,-1 0-2 0,-2-4 1 0,-1-1-5 0,-3-2 1 15,-1-3-5-15,-2-3-8 0,2-5 3 0,-6-1 4 16,0-4 8-16,-1 1 0 0,-3-5 2 0,-2 0 5 0,1-1-2 16,-3-4 5-16,-6-3 4 0,4-2-1 0,-5-4 1 15,0-1 7-15,-2-5 2 0,3 0 6 0,3-2-1 16,-1 0 2-16,9 1-5 0,0 5 10 0,5-3-5 16,0 4-1-1,2-4-5-15,4 6-3 0,-3 0 0 0,3-1-10 16,3 1-4-16,-2 1-15 0,0 2-33 0,0-2-34 15,4 3-40-15,0 0-26 0,0 0-47 0,0 0-201 16,0 0-399-16,31 3 177 0</inkml:trace>
  <inkml:trace contextRef="#ctx0" brushRef="#br0" timeOffset="-155851.53">24610 15398 147 0,'2'-6'241'0,"-2"1"-20"0,0 5-17 0,1-7-25 15,0 3-23-15,-1 4-17 0,0 0-17 0,0 0-11 16,0 0-7-16,0 0-19 0,4 14-8 0,-4-4-7 16,-2 6-15-16,0 5 2 0,-2 4-8 0,1 3-6 15,-6-2-2-15,2 3-6 0,0-2-1 0,-1 1-5 16,0-2-5-16,3 0-1 0,0-5-3 0,1-3 0 0,-1-4-6 0,3-2 2 15,0-3-1-15,-1-2-2 0,1-2 7 16,1 1 40-16,0 0 43 0,1-3 38 0,0-3 34 16,0 0-1-16,0 0-24 0,0 0-7 0,11-12-15 15,-3 3-4-15,1-4-31 0,3-2-4 0,-1-1-9 16,-1-3-8-16,1 2-10 0,4-4-11 0,-3 6 4 0,-3 2-27 16,0 1 7-1,-4 4-6-15,4 0-3 0,-4 3-6 0,-1 0-11 16,0-1-33-16,-3 4-31 0,3-1-10 0,-4 3 8 15,0 0 3-15,10 8 8 0,-6 0-4 0,1 1-13 16,0 3-15-16,2 2-15 0,-2 1-17 0,1 2-22 16,2 0-29-16,-3 2-26 0,4-2-36 0,3-2-26 15,-10-4-179-15,6 2-462 0,-2-4 204 0</inkml:trace>
  <inkml:trace contextRef="#ctx0" brushRef="#br0" timeOffset="-155588.74">24994 15625 164 0,'0'0'168'0,"0"0"-10"16,0 0-4-16,0 0-9 0,0 0-7 0,0 0-10 15,0 0-4-15,0 0-8 0,0 0-12 0,0 0-5 0,0 0-8 16,0 0-14-16,18 0-6 0,0-3-4 0,2 3-7 0,8-2-8 16,2 2-7-16,-1-2-14 0,-2 0-22 0,-7 0-25 15,1 1-24-15,-3-1-33 0,1 0-21 16,-4 1-29-16,-2-2-154 0,-2-1-298 0,-2 0 132 16</inkml:trace>
  <inkml:trace contextRef="#ctx0" brushRef="#br0" timeOffset="-155334.86">25638 15447 259 0,'1'-4'291'0,"0"-1"-28"15,-1 3-28-15,0 2-30 0,2-6-28 0,-2 6-21 16,0 0-17-16,0 0-16 0,0 14-12 0,-3-3-14 16,2 9-10-16,-1-2 2 0,0 13-16 15,0 0-11-15,2 5-5 0,0-1-5 0,0 1-14 0,6 10-30 16,-5-11-30-16,0-3-54 0,2-1-52 0,1-1-48 0,-3-1-178 16,3-11-383-16,-1-2 170 0</inkml:trace>
  <inkml:trace contextRef="#ctx0" brushRef="#br0" timeOffset="-153985.51">26223 15044 153 0,'-8'-2'137'0,"8"2"-8"16,0 0-8-1,-8 0-10-15,8 0-12 0,0 0-7 0,0 0-5 0,0 0-7 16,0 0-9-16,-9 0 3 0,9 0-10 0,0 0-12 16,0 0-2-16,0 0-5 0,0 0-5 0,0 0 1 15,0 0-6-15,0 0 2 0,0 0-11 0,0 0-1 16,0 0 2-16,0 0-4 0,0 0-2 15,0 0-1-15,0 0-1 0,0 0-2 0,0 0 1 0,-7 0 5 16,7 0 0-16,0 0 3 0,0 0 6 0,0 0-1 0,0 0-2 16,0 0-3-16,0 0 7 0,0 0-12 0,0 0 0 15,0 0 1-15,0 0 1 0,0 0-3 0,0 0 1 16,0 0-3-16,0 0-1 0,0 0 3 0,0 0-1 0,0 0-3 16,33 0-3-16,-16 0 1 0,11-1-4 15,0 0-1-15,4 1-1 0,4 0 2 0,2-3-5 0,2 2 3 16,12-3-1-1,-13 4-13-15,0 0-3 0,-2-1 3 0,-4 1-8 16,-2-1-22-16,-13 1-14 0,3-1-8 0,-9-1-17 16,1 1-40-16,-4-2-19 0,-2 3-156 0,-4-3-313 15,0-2 138-15</inkml:trace>
  <inkml:trace contextRef="#ctx0" brushRef="#br0" timeOffset="-153746.96">26508 14861 106 0,'-1'-7'240'0,"0"0"2"15,-1 3-10-15,2 0-9 0,0 4-14 16,-1-7-17-16,1 7-20 0,-1-6-22 0,1 6-19 0,0-5-18 0,0 5-15 16,0 0-3-16,0 0-22 0,-3 13-7 0,-1-1-6 15,2 5-12-15,-5 10-4 0,2-1-3 0,0 3-3 16,4 0-7-16,-2 2 6 0,2 0-6 0,2 2-3 15,3-2-24-15,1 1-26 0,4-1-35 0,0-1-54 16,1-3-59-16,0-2-221 0,3-1-423 0,-1-10 186 16</inkml:trace>
  <inkml:trace contextRef="#ctx0" brushRef="#br0" timeOffset="-153168.32">27479 14533 73 0,'-6'-4'213'0,"6"4"-9"0,-3-3-13 16,3 3-14-16,0 0-19 0,0 0-16 0,7-5-13 15,5 3-14-15,5-1-14 0,10-1-10 16,5 1-9-16,4 1-9 0,3-1-12 0,14 0-16 16,3 2-6-16,-1-2-5 15,1 1-6-15,0 0-7 0,-1 0-5 0,-5-1-2 16,-15 3-13-16,-3-1-9 0,-11-1-20 0,2 2 10 16,-10-1-8-16,-2 1-9 0,-2 1-14 0,-1-2-12 15,-3 0-13-15,-5 1-12 0,0 0 1 0,0 0-18 16,-22 0-137-16,5-3-259 0,-4 3 116 0</inkml:trace>
  <inkml:trace contextRef="#ctx0" brushRef="#br0" timeOffset="-152798.66">27832 14518 33 0,'0'0'147'0,"0"0"-12"0,0 0-14 16,0 0-16-1,0 0-16-15,-3 3-6 0,3-3-5 0,-1 9-16 0,0-1-5 16,-2 5-10-16,-3 4 6 0,0 2 4 0,-1 7 3 16,-2 6 3-16,0-1-3 0,-5 16 17 0,6 0-1 15,-2 1-1-15,1 1-5 0,3-4-20 0,-2 1-5 16,-2 0 4-16,6-13-10 0,-4 1-2 0,3 3-1 16,-1-4-8-16,2 1 1 0,-1-5-5 0,1 0-2 15,0-3 0-15,1-2-1 0,-1 1 0 0,2-8-1 0,-4 0-3 16,2-5-4-16,0-4 4 0,1 3-3 0,-1-4 0 15,-1 0 9-15,1-2 3 16,-2-2 5-16,-3 0 1 0,-4-6-3 0,-5 1-3 0,-4-3 0 16,-1-4-2-16,-4 0-1 0,2-2 1 0,-3-4-2 15,9 7 2-15,-8-5-3 0,3 1-3 0,5 5-1 16,-7-2-2-16,6 2-1 0,1 2-4 16,0 1-2-16,1 1-1 0,4 2-15 0,3 1-16 15,0 0-31-15,3 0-36 0,8 0-32 0,-10 4 7 16,10-4-19-16,-2 4-23 0,2-4-138 0,12 8-321 15,1-6 141-15</inkml:trace>
  <inkml:trace contextRef="#ctx0" brushRef="#br0" timeOffset="-152343.9">27989 15295 222 0,'0'0'251'0,"0"-7"-25"0,0 7-27 15,3-5-19-15,-3 5-24 0,2-1-16 0,-2 1-18 16,0 0-15-16,0 0-13 0,0 0-12 0,0 0-11 16,0 0-9-16,0 14 0 0,0-5-12 0,0 0-2 15,-2 2-7-15,-2 7-2 0,-3-1-3 0,6 2-6 16,-8 4-3-16,4-5-4 15,1 0-3-15,-1-1 0 0,1-4 0 0,0-2-6 16,3 1 3-16,-3-4-2 0,-1 1-5 0,4-5 5 16,-1 0 0-16,0 3 29 0,2-2 37 0,-2-3 35 15,2-2 29-15,0 0 13 0,0 0-6 0,0 0-27 16,0 0-5-16,17-18-10 0,-4 6-13 0,4-1-8 16,-2 1-13-16,6-8-2 0,-7 6-15 0,0 2-4 0,-1-2 1 15,-3 6-12-15,-3 1-4 0,1-2-5 0,-1 4-12 16,0-1-22-16,-4 4-26 0,0-1-7 0,-3 3-4 0,0 0 4 15,13 11 4-15,-9-4-1 0,0 4-9 16,2 4-7-16,-2 2-13 0,1 1-18 0,-1 0-15 16,3 1-17-16,-4-1-18 0,4 0-39 0,-1-2-26 15,1-1-30-15,0-1-52 0,-3-4-151 0,2-4-458 16,1 0 202-16</inkml:trace>
  <inkml:trace contextRef="#ctx0" brushRef="#br0" timeOffset="-151795.47">28387 15341 21 0,'0'0'185'0,"0"0"-23"0,0 0-12 16,0 0-7-16,0 0-12 0,0 0-14 0,0 0-17 0,2-4-14 16,-2 4 2-16,0 0-15 0,0 0-6 0,0 0-6 15,0 0-6-15,0 0-5 0,0 0-3 0,0 0-4 16,0 0-11-16,0 0 8 0,0 0-12 0,0 0-4 16,0 0-1-1,0 0-3-15,0 0-1 0,0 0 2 0,0 0-1 16,0 0 7-16,0 0 2 0,0 0 2 0,0 0-4 15,0 0 3-15,0 0-4 0,0 0 1 0,0 0-5 0,0 0 6 16,0 0-1-16,0 0-9 0,0 0 5 0,0 0-10 16,0 0-2-16,0 0 3 0,0 0 0 0,0 0-5 0,0 0-2 0,1-4-2 15,-1 4 5-15,0 0-4 0,0 0-4 0,0 0 3 16,0 0-3-16,0 0 1 0,0 0-1 0,0 0 4 16,0 0 2-16,0 0 3 0,0 0 1 0,0 0 6 15,0 0-1-15,0 0 1 0,0 0-1 0,0 0 3 16,0 0-6-16,0 0 3 0,0 0-7 0,0 0 6 15,0 0 5-15,0 0 10 0,0 0 3 16,0 0 3-16,7-1-1 0,-1-1 7 0,4 1-15 16,3-1-5-16,9 1-1 0,0 1 3 0,8-1-9 15,1 1-2-15,3-2 0 0,2-1-7 0,-4 2-13 0,0 2-19 16,-2-1-17 0,-10 0-15-16,-1 3-20 0,-5-3-17 0,-2 0-16 15,0 0-17-15,-5 2-21 0,-1-4-48 0,-6 2-118 16,4-4-338-16,-4 4 150 0</inkml:trace>
  <inkml:trace contextRef="#ctx0" brushRef="#br0" timeOffset="-151579.63">28562 15243 174 0,'0'-3'259'16,"0"3"-8"-16,0-7-13 0,0 7-15 0,0-7-14 15,0 4-16-15,0 3-19 0,0-4-21 0,0 4-16 16,0-6-18-16,0 6-14 0,0 0-15 0,0 0-28 15,0 0-16-15,0 0-4 0,0 0-6 0,-6 12-11 16,4-4 4 0,-1 2-2-16,-2 6-6 0,-2 1 1 0,3 2 3 15,-1 6-4-15,1 2-7 0,0 1-15 0,3 1-19 16,1-3-27-16,0-1-27 0,5 2-38 0,0-1-37 16,1-8-41-16,-2-4-161 0,6-1-380 0,-1-4 170 15</inkml:trace>
  <inkml:trace contextRef="#ctx0" brushRef="#br0" timeOffset="-151294.36">29107 15199 270 0,'4'-5'295'0,"-3"1"-17"16,2 0-18-16,-2-2-29 0,0 3-26 0,1 1-25 15,-2 2-21-15,0 0-27 0,0 0-15 16,0 0-12-16,0 0-13 16,0 20-12-16,-3-3-6 0,-2 12-9 0,0 0-6 0,1 15-2 15,-5 3-11-15,4-1-27 0,1-12-35 16,-2 1-48-16,-2 15-74 0,-1-5-71 0,0-11-175 15,0-3-414-15,-1-6 184 0</inkml:trace>
  <inkml:trace contextRef="#ctx0" brushRef="#br0" timeOffset="-147773.03">23228 14354 125 0,'0'0'173'0,"0"-7"-13"0,0 7-17 0,-1-5-17 16,1 5-6-1,1-4-19-15,-1 4-16 0,0 0-17 0,0 0-9 16,0 0-11-16,0 0-9 0,1 18-2 0,-3-6 0 0,-1 13-10 15,-1 4 7-15,2 6-9 0,-6 12-3 0,-5 4-4 16,4 7-2-16,-5 1-1 0,0 23-4 0,5-27 3 16,-9 30 5-16,9-26-4 0,-1 0 0 0,-3-1 0 15,6 1 0-15,-9 25-1 0,6-23 3 0,-4 19 7 16,4-25-6-16,0 2-7 0,-2 1 1 0,2-3-12 16,0-4-3-16,1 0 3 0,0-3-3 0,1-14 6 0,-1 0-10 15,-1-2 5-15,4 0 2 0,-1-5 0 0,2 2 3 16,-2-9-8-16,1-2 5 0,1 0-3 0,1 0 3 15,1-1 0-15,1-6 1 0,-2 2 1 0,-2-4 1 16,5 1-2-16,-2-2 0 0,3-1-1 0,-4-1 0 16,3-1-4-16,0 2 14 0,0-4-9 0,1 2-6 15,-2-2 6-15,2-3 1 16,-1 5 5-16,1-5 7 0,0 0 10 0,-3 4 2 16,3-4 5-16,0 0 0 0,0 5-8 0,0-5 5 15,0 0 0-15,0 0-1 0,0 0-3 0,0 3 2 16,0-3-5-16,0 0-5 0,0 0 5 0,0 0-1 15,0 0-7-15,0 0-3 0,0 0-2 0,0 0-5 16,0 0 5-16,0 0 4 0,0 0-4 0,0 0-4 16,0 0-1-16,0 0 2 0,0 0 0 0,0 0 0 0,0 0-5 15,0 0 3-15,0 0 0 0,0 0 0 0,0 0-1 0,0 0 0 16,0 0-2-16,0 0 7 0,0 0-7 0,0 0 6 16,0 0-6-16,0 0 4 0,0 0-2 15,0 0-1-15,0 0 3 0,0 0-1 0,0 0 7 16,0 0-7-16,0 0 1 0,0 0 10 0,0 0 17 15,4 4 3-15,-4-4-1 0,0 0 6 0,0 0-6 0,0 0 2 0,0 0-2 16,0 0-4-16,0 0-4 0,0 0-6 0,0 0 4 16,0 0-5-16,0 0-1 0,0 0-1 0,0 0-3 15,0 0 0-15,0 0-2 0,0 0 0 0,0 0-4 16,0 0 0-16,0 0 0 0,0 0 1 0,0 0 0 16,0 0 0-16,0 0 0 0,0 0-2 0,0 0 2 15,0 0-3 1,0 0-1-16,0 0 1 0,0 0 2 0,0 0 3 0,0 0-1 15,0 0 1-15,0 0-1 0,0 0-2 0,0 0 1 16,0 0 3-16,0 0-2 0,0 0-6 0,0 0 1 16,0 0 1-16,0 0-3 0,0 0 0 15,0 0 1-15,0 0-2 0,0 0 1 0,0 0 3 16,0 0 5-16,0 0-8 0,0 0 1 0,0 0 0 0,0 0-5 16,0 0 2-16,0 0-2 0,0 0 2 0,0 0-1 0,0 0 0 15,0 0 7-15,0 0-9 0,0 0 3 0,0 0 0 16,0 0 1-16,0 0-5 0,0 0 3 0,0 0-5 15,0 0 8-15,0 0-1 0,0 0-3 0,0 0 3 16,0 0-2-16,0 0 3 0,0 0-1 0,0 0-1 16,0 0-1-16,0 0 0 0,0 0 1 0,0 0 4 15,0 0-2-15,0 0 3 16,0 0-5-16,0 0 1 0,0 0 1 0,0 0-2 16,0 0-1-16,0 0 4 0,0 0-4 0,0 0 1 15,0 0 2-15,0 0-4 0,0 0 3 0,0 0-3 16,0 0 0-16,0 0 1 0,0 0 0 0,0 0 2 15,0 0-1-15,0 0-1 0,0 0 0 0,0 0 2 16,0 0 1-16,0 0-2 0,0 0 0 0,0 0 0 16,0 0 1-16,0 0-1 0,0 0 1 0,0 0-2 0,0 0-1 15,0 0 5-15,0 0-4 0,0 0 1 0,0 0-5 16,0 0 6-16,0 0-2 0,0 0 2 0,0 0-2 0,0 0 1 16,0 0-3-16,0 0 1 0,0 0 2 0,0 0 2 15,0 0-4-15,0 0 3 0,0 0-2 16,0 0 1-16,0 0 0 0,0 0-1 0,0 0-1 15,0 0 2-15,0 0-3 0,0 0 3 0,0 0 0 0,0 0 3 0,0 0-2 16,0 0-2-16,0 0 2 0,0 0-2 0,0 0 0 16,0 0 2-16,0 0 0 0,0 0 0 0,0 0 0 15,0 0 5-15,0 0-7 0,0 0 3 0,0 0-3 16,0 0 1-16,0 0 4 0,0 0-5 0,0 0 4 16,0 0 0-16,0 0-7 0,15-6-1 0,4 6 3 15,9-1-6-15,9 2 7 16,18-2-2-16,6-1 1 0,31 4-3 15,-26-1 1-15,35 1 2 0,-34-2-1 0,27 8-1 0,-28-5-4 16,-4 2 9-16,-3 5-3 0,-4 0 4 0,-3-5-3 16,-12 4 0-16,-2-4-3 0,-2 2-1 0,-4-2 0 15,-4 0-2-15,-5-2-5 0,-4 1 8 16,-2 0-4-16,-6 0-3 0,1-2 5 0,-6 0 0 16,3 0 4-16,-5-3 1 0,1 3-2 0,-5-2-2 0,5 2 7 0,-5-2-1 15,0 0-4-15,7 0-12 0,-7 0-14 0,0 0-9 16,0 0-23-16,0 0-32 0,6-5-57 0,-2 0-238 15,-2-2-420-15,2 2 186 0</inkml:trace>
  <inkml:trace contextRef="#ctx0" brushRef="#br0" timeOffset="-147087.28">23390 14347 94 0,'0'0'172'0,"-5"-2"-5"16,5 2-8-16,0 0-9 0,-2-3-10 0,2 3-9 15,0 0-19-15,0 0-9 0,0 0 2 16,0 0-14-16,0 0-5 0,0 0-4 0,0 0-12 16,0 0-7-16,0 0-7 0,0 0-10 0,0 0-3 0,20-1-9 0,7 2-18 15,9 2-27-15,18 2-26 0,5-1-38 0,5 1-34 16,3 0-173-16,31-1-305 0,-38-1 135 0</inkml:trace>
  <inkml:trace contextRef="#ctx0" brushRef="#br0" timeOffset="-145469.66">29326 14379 88 0,'0'0'161'15,"-4"-3"-14"-15,4 3-8 0,0 0-14 0,0 0-13 16,0-4-10-16,0 4-10 0,0 0-14 0,0 0 4 16,0 0-23-16,0 0 1 0,27 4-8 0,-9-1-9 0,9 2-7 15,3-3-3-15,3 2-4 0,4 2-6 0,-2-2 2 0,-1 0-5 16,0-3-5-16,-2 2-4 0,-2 2 12 0,1-4-13 16,-6 0 2-16,-2-1 0 0,-6-1-1 15,1 0 10-15,-7-1 4 0,1-1 12 0,-2 0 15 0,-3 3 6 16,-1-2-9-16,1 0 3 0,-1-2-1 0,-1 0 3 15,0 1-4 1,-2 1 7-16,0 0-4 0,1-1-3 0,0-1-1 16,-2 1 0-16,2 1-3 0,-4 2 0 0,2-3-7 15,-2 3-4-15,3-3-2 0,-3 3-5 0,0 0-3 0,4-1-5 0,-4 1-5 0,0 0-5 16,0 0-13-16,0 0-16 0,0 0-21 0,0 0-1 16,4 6 6-16,-4 4 2 0,0 0 0 0,0 11 4 15,-2 6 4-15,0 8 1 0,-3 18 10 16,-7 4-3-16,0 21 3 0,2 5-2 0,-3-26 3 15,-4 29-5-15,2-29 3 0,-4 25-15 0,2-24 6 16,-7 21 0-16,6-21 4 0,-9 19 9 16,9-21-4-16,2-1 2 0,-2-4 6 0,5-1-5 15,-4 3 8-15,5-6-5 0,0-1 2 0,3-14-2 0,3 2 2 16,-3-4 28-16,0-1-2 0,1 2-2 0,2-2 0 16,-3-3 6-16,1-1-11 0,3-6-2 0,-3 1 4 0,3-4-7 15,-1 3 4-15,1 2-6 0,-3-4 6 0,3-2-5 16,-1-3 3-16,4 0-4 0,-4-2 3 0,2 0-6 15,-1 1 4-15,1-1-5 0,0-2 4 0,2-1-2 16,-1 1 1-16,-2-3 4 0,1 1-5 0,3 0 0 16,-3-2-1-16,2 1-2 0,0-1 3 0,1 1 1 15,0-2-1-15,1-3 1 16,-3 4-4-16,3-4 2 0,-2 3 3 0,2-3-1 16,-2 5 3-16,2-5 12 0,0 0 9 0,0 0 5 15,0 0 4-15,-1 5-2 0,1-5 0 16,0 0-6-16,0 0 1 0,0 0-4 0,0 0-2 0,0 0-7 15,0 0 4-15,0 0-4 0,0 0 0 0,0 0-3 16,0 0-3-16,0 0-2 0,0 0 1 0,-2 1-5 16,2-1 2-16,0 0 2 0,0 0-2 0,0 0-3 0,0 0 1 15,0 0-1-15,0 0-1 0,0 0 0 0,0 0 2 16,0 0-4-16,0 0 4 0,0 0-2 0,0 0 0 16,0 0 1-16,0 0-4 0,0 0 3 0,0 0 2 15,0 0-2-15,0 0 0 0,0 0 1 0,-3 3-3 16,3-3 8-16,0 0-8 0,0 0-1 0,0 0 0 15,0 0 2 1,0 0-7-16,0 0 4 0,0 0-1 0,0 0 2 16,-11 0-3-16,-2 0 3 0,-14-3 1 0,-9 4-10 0,-19-3-15 15,-5 2-21-15,-6 0-50 0,-43-7-74 0,4 3-239 16,5-2-442-16,6 1 196 0</inkml:trace>
  <inkml:trace contextRef="#ctx0" brushRef="#br0" timeOffset="-143037.52">18414 14054 8 0,'0'-4'107'0,"0"1"-10"0,0-2-11 0,0 5-7 16,0-7-4-16,3 5 2 0,-3 2-20 0,0-4-7 15,0 4-2 1,0 0-19-16,0 0 5 0,0 0-10 0,0 0-1 15,0 0 2-15,0 0-14 0,1 16 9 0,-1-6-9 16,0 7 0-16,0 4 0 0,-4 5-9 0,4 2 6 0,-6 5-8 16,3 1 6-16,1 13-7 0,-5 1 1 0,2 1-6 15,-2 1 10-15,5 1 3 0,-1 4 5 0,0 3-8 16,3-4 5-16,0 27-7 0,-2-29 5 0,0 1-4 16,2 3 3-16,0 0 3 0,0-4-10 0,0-2 5 15,-2-1-3-15,2-2 1 0,-2 0 0 0,1 0-3 16,1-1 10-16,-1-11 5 0,-1 1 2 0,1 11-10 15,1-11 5-15,0 11-3 0,0-11 4 0,-2 1-6 0,-2 9 4 16,1-12-3-16,1 2 5 0,-1-1 0 0,-1-2 4 16,2 0-12-16,-1-3 8 0,1 0-3 15,0 2 8-15,1-3-5 0,2 0 1 0,-1-4-3 0,-1 4 8 0,1-3-14 16,-1 3 5-16,1-3-3 0,-1 6-3 0,1-4 8 16,1 2-6-16,-1-3 3 0,0 5-4 0,-1-2 0 15,1-3 1-15,0 2 6 0,-2 0 12 0,1 0 0 16,0-2-2-16,-2 0 3 0,3-2-5 0,-1-4-5 0,1-3 0 15,1 10-3-15,-2-4 0 0,1-3 1 16,-2-3-1-16,4 8-30 16,-2-2 7-16,-2-4 12 0,1 1-14 0,1 4 6 15,-3-6 0-15,5 5-4 0,-6 1 7 16,2-5-1-16,-1-2 0 0,3 3 12 0,-1-1-12 16,-2-3 1-16,2 3-4 0,2-3 7 0,-2 9-5 15,1-9 0-15,0 0 6 0,-1-1 0 0,1 0 1 0,0 0 2 16,-2-1-8-16,2 1 6 0,0 0-9 0,-1-4 8 15,1 4 8-15,1 0-4 0,-2-3-6 0,0-3 0 0,0 2 1 16,2 0-3-16,-2-3 2 0,-1 4-1 0,2-3-3 16,-1 1 9-16,0-3-6 0,1 2 8 0,-2-3-4 15,2 1 5-15,0-4-6 0,2 6 3 0,-2-1-4 16,0 1-2-16,0-3 5 0,-2 1-3 0,4 1 0 16,-4-1-1-16,4 2 34 0,-2-2 3 0,-2 3-6 15,2-1-2-15,-1-1-3 16,1 1 0-16,0 1-5 0,1-2-5 0,-2 0 6 15,2-2-4-15,-1 2-11 0,-1-4 1 0,1 3 6 16,-2-3 2-16,3 2-3 0,-1-2 7 16,2 2-9-16,-3-2-1 0,2 0-2 0,-1-1-6 15,0 2 10-15,0-2 7 0,0 1-17 0,2 2 14 16,-2-2-17-16,-2 3 9 0,2-4-14 0,2 3 15 16,-4-2-10-16,2 0 8 0,-1 2 0 0,-1-2-3 0,2 1 3 0,-2 0-2 15,0-3-9-15,1 2 4 0,1 1 8 0,-2-3-6 16,2-3 0-16,-2 6 4 0,2-2-9 0,0-1 9 15,0-3 0-15,-2 5-1 0,4 0-2 0,-2-5 2 16,0 6 3-16,0-1-7 0,-2-2 0 0,2-3 3 16,2 8 2-16,-1-7-6 0,-1-1 4 0,0 5 2 15,0-5 2-15,1 5-6 0,-1-5 3 0,0 5 2 0,0-5-7 16,-1 6 1-16,2-3 5 0,-1-3-7 0,2 8 1 16,-2-6 3-16,0 5 0 0,0-2-4 0,0 0 2 15,0 2 0-15,1 0 2 0,-1 0 3 0,-1-1-4 16,2 1 3-16,-1-2-4 0,-1 2 6 0,2-2-6 15,-1 0 3-15,2 0-12 0,-2-2 14 0,0 1-2 16,0-4 5-16,0 5 7 16,0-2-5-16,0-3 3 0,0 0 2 0,0 0-3 15,2 6-2-15,-2-3 0 0,0-3 1 0,0 0-4 16,0 0 0-16,0 0 0 0,0 0 4 0,0 0-3 16,0 0 5-16,0 0 5 0,0 0 1 0,0 0-11 15,0 0-14-15,14-12-33 0,-7 2-54 16,3-4-183-16,3-8-301 0,0-3 133 0</inkml:trace>
  <inkml:trace contextRef="#ctx0" brushRef="#br0" timeOffset="-139499.06">18551 14022 19 0,'15'0'44'0,"-4"2"-9"0,0-2 2 0,4-2-6 0,-2 2-1 0,9 2-1 15,-4-2-5-15,1 0-9 0,4 0 6 0,0 0-3 16,-2 0-4-16,9 1 2 0,0-1-4 0,0 1 2 16,-3 1-5-16,5-2 3 0,0 0-3 0,4 1-1 15,-1-2 5-15,1 1 0 0,5 0 4 0,-1 0-3 16,-1 0-1-16,14-2 3 0,-19 2 5 0,3 2-10 15,-1-1 0-15,3-1-1 0,0 1-3 0,-1-1 1 0,2 3 2 0,-1-3-2 16,1 1-4-16,0-1 0 0,-4 0 2 0,3 0 4 16,-2 1-4-16,-1 1 8 0,2-2-2 15,1-2-13-15,-2 2 10 0,-1 0 4 0,-1 0-1 16,-3-2-4-16,3 2 2 0,-2 0 1 0,0 0-1 0,0 0 0 16,-3 0-2-16,-1 1-5 0,3-2 10 0,0 1-8 15,-1 2 2 1,-1-2-4-16,-2 0-6 0,3 3 6 0,-3-2 1 15,-1 0 2-15,3 2-1 0,-4-1-1 0,4 0-4 16,-1-2-3-16,-2 0 3 0,2 0-3 0,2 3 7 16,-3-3 3-16,4 0-11 0,-2-3 5 0,-1 3 4 15,3-2-4-15,-3 2-3 0,2-2 11 0,-2 2-2 16,-2-1-8-16,4-1 3 0,-3 4-1 0,1-4 5 16,-1 5 0-16,-7-1-2 0,2-2-4 0,5 0-2 0,-9 2 2 0,10-2-1 15,-2 3 3-15,-6-3 7 0,1-3 6 0,-1 3-7 16,7-2 0-16,-2 2 3 0,-2-2-3 0,3 2-5 15,-5-1 2-15,6-2-2 0,-5 3 3 0,3-1 4 16,-5 1-8-16,2 0 7 0,-4 1 1 0,3-2-11 16,1 2 8-16,0 0-3 0,-2-1 3 0,0 3-3 15,7-3-5-15,-5 0-1 16,-5 2 6-16,4 0-3 0,-2-2 1 0,2-2-1 16,0 2-2-16,0-2-1 0,4 1 11 0,1 1-2 15,-6-2-4-15,0 1 0 0,8 1-2 0,-7-1 4 16,-1 2-16-16,2-2 8 0,5 0 4 0,-1 1 1 15,-7 0-5-15,1-2 6 0,2 1 3 0,-3 1-3 16,2-1-2-16,-2 1 2 0,10 0 4 0,-10 0 0 16,10-3-8-16,-10 3-8 0,7-1 6 0,-3 1 5 0,2-1-1 0,-2-1-5 15,4 2 0-15,0-1 6 0,-2 1 5 0,3-1-8 16,1-1 4-16,-2 2-5 0,1-1 0 0,2 1-1 16,-3-3 2-16,3 3 0 0,-2 0 10 15,0 0-7-15,-1-2-2 0,-6 2 6 0,1 2-6 0,2-4 3 16,-4 2-3-16,-2 0 5 0,1 0-11 0,0 2 8 15,-1-2 0-15,-1 0-8 0,1 3 3 0,-1-3-3 0,3 0 10 16,0 1-11-16,-3 1 9 0,1-1-3 0,4-1 4 0,-3 1 2 16,1-1-6-16,7 2 5 0,-6-1 16 0,5 0-20 15,-5-1-3-15,7 0 9 0,-9 3-10 16,7-3 4-16,3 0-6 0,-1 0 6 0,-1 0 3 16,1 0-10-16,0 0 4 0,1 1-1 0,-2 0 7 15,4-1-9-15,-1 2 7 16,-2-2 0-16,3 0 1 0,-2 0-1 0,0 1 5 15,1 0-10-15,-3 2 1 0,1-3-1 0,1 3 5 16,-8-1 0-16,-1 1-2 0,1-3-4 0,6 0-3 16,-6 0 17-16,6 0-7 0,-6 1-5 0,6 0 8 15,-6 1-1-15,-2-2-13 0,8 0 17 0,-7 1-4 16,2-1 1-16,-3 1 2 0,3 0-7 0,0-1-2 16,4-1-6-16,-5 2 12 0,-2-1 2 0,2 2-3 0,-1-2-1 0,0 0 5 15,2 0-4-15,0 0-5 0,4 0 10 0,-5 3-4 16,-1-6-2-16,6 3 4 0,1-2-2 0,-6 2-1 15,7 0 0-15,-9-1 0 0,1 2-16 0,1-1 24 16,-4 0-10-16,1 0 6 0,-2-1-7 0,1 1 0 16,-1-1 5-16,-4 0-7 0,6-1 3 0,-1 2 1 15,0 0 2-15,-2-1-6 16,0 1-8-16,-3-1 12 0,2 1 3 0,2 0-5 16,1 0 3-16,-2 0-8 0,2 0 7 0,-5 0-5 15,5 0 1-15,-4 0 4 0,-1 0-10 16,0 0-3-16,3-3 13 0,-3 3-3 0,3 0 2 15,1-4-3-15,-3 6 5 0,4-4 8 0,0 2-5 0,1 2-3 0,-1-2-7 0,2 0 7 16,1 2 9-16,-2 1-12 0,0-3 3 16,0 0-2-16,-1 1 4 0,4-1-4 0,-5 0-3 15,2 1 6-15,0-1-5 0,-2 2 9 0,2-2-2 0,-3 1-2 16,0-1-1-16,-1 0 7 0,0 0-6 0,3 1 8 16,0-1-12-16,1 0 5 0,-1 1 2 15,-4-1-7-15,5 2 11 0,-1-2-1 0,1 0-8 16,-1 0-2-16,1 0-1 0,-2 0 4 0,4 3 9 0,-2-1-7 15,1-2 7-15,2 3-4 0,-3-3-8 0,2 1 16 0,0 2-7 16,0-1-8-16,2-1 3 0,-3 2-2 0,2 0-3 16,-1 0 7-16,0-2-4 0,-1 1-7 0,5-2 12 15,0 3-4-15,-3-2-5 0,6 0 5 0,2 1-3 16,-9-2 3-16,7 1-5 0,-1 1-2 0,-3-2 5 16,-3 0-4-16,6 4 0 0,1-3 2 0,-6-1 0 15,-1 1 2-15,2 0-4 16,0 1 5-16,-4-2 3 0,2 0-3 0,-1 0 4 15,7 0-10-15,-4 0 2 0,-2 0 8 0,-1 0-3 16,0 0-6-16,2 0 6 0,-3 0-7 0,4 0 8 16,4 0 2-16,-6-2-8 0,-1 1 9 0,2-1-2 15,-2 0-5-15,3 2-5 0,5-4 6 0,-1 3-4 16,5-1-2-16,-4 0 2 0,3 1-6 0,-2-1 8 16,1 2-7-16,0 0-5 0,0-1 2 0,-1 0 4 0,-6 0-5 0,4-1 2 15,-5 1-1-15,-2-2 5 0,-2 1 0 0,0 0-3 16,-4 1 4-16,4 1 2 0,-5-3 4 0,1 2-5 15,-1 0 6-15,1 0 4 0,-2-1 1 0,5 0 0 16,-7-1-7-16,4 3 4 0,-1-2-1 0,-1 1 3 16,0 0 4-16,0 0-3 0,-1-1 5 0,0 0-9 15,0 2-10-15,0 0 3 16,0-3 12-16,-3 3-7 0,3-4 4 0,-3 3-1 16,-1-2 5-16,0 2-3 0,4-2 0 0,-2 2 5 15,1 0-9-15,3-2-1 0,-3 3-7 0,3-1 2 16,0 0-1-16,0 1 4 0,5 0 2 0,-1 0 3 15,0-2-6-15,-3 4 1 0,5-1-4 0,-2-1 4 16,0 0 7-16,-3 1-5 0,1-1-7 0,0-1 6 16,2 1-3-16,1-1-2 0,-5 1 10 0,1-3-5 0,-2 3-3 0,4-3-2 15,-2 3 6-15,4-1-16 0,-6 1 20 0,5 0-5 16,2 0 0-16,-5 0 1 0,3 0-4 16,2 0-2-16,-6 0 7 0,5-3 0 0,1 6 4 0,-2-3-14 15,2-3 10-15,-3 3 1 0,5-2-1 0,0 2-3 16,11 0-4-16,-1 0 7 0,1-2-6 0,-1 4 3 15,-3-2 3 1,-5 2 4-16,4-2-9 0,-6 0 0 0,2 3-15 16,-2 1 22-16,2-1 1 0,-3-1-8 0,3 1 4 0,5-1-8 15,0 2 3-15,-2-1 9 0,2 2-3 0,2-2-1 16,-9-2 3-16,7 3-6 0,-6-4 3 16,-1 1 3-16,0 2-2 0,1-3-6 0,0 3 0 15,3-1 3-15,2 1-3 0,-4-2 2 0,-3 0-3 0,0 2 7 16,-1-2 4-16,1 1-9 0,0 0-2 0,0 2 6 0,0-1-4 15,0-2 10-15,-3 0-4 0,0 1-12 0,2-1 13 16,-5 0-5-16,4 2 1 16,-4-5 0-16,4 2 0 0,-1 2 1 0,-3-4 6 0,-2 4-5 15,0-4-6-15,0 2 8 0,2 0-5 0,-3 0-7 0,4 0 7 16,-2 0 4-16,-2 0-3 0,1 2-3 16,1-2 1-16,-2 3-1 0,2-3 0 0,0 4-2 0,4-3 13 0,-6 1-7 0,3 0 0 15,2-2-1-15,-4 3-1 0,1 0 4 0,0-1 1 16,0 2-3-16,-2-3-1 0,3 0-1 0,-2 0-2 15,2 2 2-15,-3-3 0 0,3 2 2 0,-1-2-3 16,-3 0 3-16,4 0-4 0,-1 2 8 0,0-4-5 16,-3 4 2-16,2-2-2 0,0-2-1 0,-1 4 0 15,-1-2-2 1,1-2-1-16,0 2 6 0,0-2-4 0,-5 2 8 0,2 0-5 16,1 0-6-16,1-1 7 0,-1 1-2 0,-4 1 0 15,3-1-4-15,2 0 6 0,-1 0-1 0,3 2-6 16,-1-4 0-16,-2 4 5 0,4-2 6 0,-2 0-12 15,0 0 4-15,1 0-1 0,0 2 5 0,-2-2 1 16,0 1-5-16,1 0 4 0,-2-1-2 0,-1 1-5 16,-1-1 11-16,-1 0-7 0,1 2-2 0,0-2 7 0,2 1-8 15,-2-1 2-15,0 0 5 0,-1 1-8 0,2-1 3 16,0-1 4-16,1 4-6 0,-2-3 6 0,1 0-7 0,1 1 2 16,0-1-2-16,1 2 4 0,-2-1-4 15,1 0 9-15,-1-1-9 0,-1 0-2 0,1 1 1 16,0-1 0-16,1 2 2 0,-3-2 0 0,2 1 6 15,-1-1-9-15,5 1 6 16,-3-1-1-16,1 1-3 0,1 1 7 0,0-1-9 16,-1 0 5-16,-2-1 2 0,3 0 0 0,-2 0 2 15,1 0-4-15,3 3 15 0,-4-3-12 0,4 0-1 16,-2 0-7-16,1 0 8 0,2 2-11 0,-3-2 4 16,3 1-7-16,1 0 2 0,-2 0 0 0,2 1-7 15,0-2-5-15,0 1-3 0,-1 0 8 0,4 0 0 16,-4-1 0-16,-1 2 0 0,1-2 1 0,0 2 0 0,4 0 2 0,-1-1 2 15,2 2-4-15,-1-1-3 0,1 1 8 0,-3-2-2 16,1 2 9-16,-2-2-7 0,-2 2 7 0,5-2-7 16,-5 2 17-16,0-2-10 0,1 0 0 0,-1 1-5 15,2 0 9-15,-2 1-5 0,2-3 6 0,2 1-7 16,0 0 1-16,-2 1 7 0,1 0-6 0,-2-1 0 16,0 1 2-16,0-2-1 0,4 0 5 0,-4 0 2 0,4 3-7 15,-5-3 9-15,2 2-4 0,-2-2-7 0,0 2 4 16,0-1-3-16,1 1 4 0,-3 0-3 0,3 0 3 15,-1-1 3-15,-1 1-5 0,1 1-2 0,0-1 5 16,1 0-2-16,-5 0 6 0,4-1-3 0,-3 1 5 0,3-2 13 31,6 1-4-31,2 0 7 0,6 0-1 0,2-1 1 16,-6 5-1-16,-1-4-9 0,-2 2 8 0,-1-1-10 0,4 0-10 16,-2-1 7-16,2 4-5 0,6 0 2 0,-1-1-5 15,-6-3 6-15,-3 1 1 0,0 1-1 0,0-1 2 16,-6-2 6-16,5 0-6 0,-5 0 12 0,7-2-4 15,1 0 0-15,-7 2 0 0,-4-1 2 0,3 1 7 0,-3-2 3 16,-1 2-16-16,-1-1-2 0,-1 1-5 16,0 0 6-16,-2-1-9 0,1 0 7 0,-6 1-7 0,0 0-2 0,10 0 11 15,-10 0-3-15,0 0-6 0,4-2-2 16,-4 2 5-16,0 0-1 0,0 0-11 0,0 0 13 16,0 0-7-16,9 0 10 0,-9 0 5 0,0 0-15 15,0 0 0-15,0 0 3 0,0 0 2 0,0 0-2 0,0 0 2 16,0 0-3-16,0 0-5 0,0 0 7 0,0 0 3 15,0 0-16 1,5-2 5-16,-5 2-9 0,0 0-11 0,0 0-21 16,0 0-27-16,0 0 1 0,0 0 17 0,-1 7-81 15,1-7-147-15,0 0 66 0</inkml:trace>
  <inkml:trace contextRef="#ctx0" brushRef="#br1" timeOffset="-129432.3">18400 17648 18 0,'0'0'126'0,"0"0"-26"0,0 0-6 16,0 0-12-16,0-6-5 0,0 6-7 0,0 0-12 0,0 0-5 15,0 0-2-15,0 0-17 0,0 0-15 0,-1-6 7 16,1 6-2-16,0 0 0 0,0 0-3 0,0 0-9 16,0 0 8-16,23 5 1 0,-23-5-10 0,20 1-1 15,-9-1-3-15,2 1-4 0,2-1 5 0,4-1-2 16,3 0 0-16,7-1 2 0,0 2-6 0,2-1 7 15,0-3-10-15,-2 1 10 0,6 2-4 0,-2-1 0 0,2 0-7 16,0 0 1-16,1 1-1 0,-3-3 0 0,4 1 0 16,3 0-2-16,-2 2-1 0,3-3 4 0,10 3 7 15,0-4 2-15,-11 2-2 0,11-1-3 0,-9 3-5 16,8-2-1-16,2 2 9 0,3-2-4 0,-4 3 3 16,-11-1-2-16,0 2 5 0,-3-2-10 0,15 2 7 15,-16-2-7 1,1 1 3-16,0 1-5 0,-1-1 11 0,-2 0-6 15,1 0 4-15,-1 0-4 0,-2 0 0 0,4 0-5 16,-3 3-1-16,-1-3 4 0,1 1 4 0,-1-2 0 16,0 1-3-16,-1 0 1 0,0 0-5 0,-2 0 4 15,3-3 7-15,-1 3-2 0,1-4-1 0,-2 1-3 16,1 2 18-16,-3 0-21 0,3-2 5 0,-3 2-11 16,0 0 7-16,-1 1 0 0,2-3 5 0,-1 1 8 0,-7 0-11 15,6-1 2-15,1 3-5 0,-7 2-2 0,9-2 8 16,-9 0-4-16,9 1-2 0,-2-1-4 0,0 0 9 15,-1 2-4-15,4 0 3 0,-3-2 1 0,0 3-2 0,1-2-13 16,-1 0 3-16,0 1 2 0,-6 0-3 0,9-1-5 16,-3 2 2-16,-6 1 5 0,6-4-2 0,1 3-4 15,-10-1 0-15,4 0-7 0,3-2 5 0,-7 2-12 0,4-1 4 16,0 3-2-16,3-3 7 0,3-1-1 0,-1 2 5 16,-1-4 2-16,1 4-4 0,0-2 7 0,-5 0-1 15,7 2 3-15,-1-2-4 0,0 0 1 0,3 0 13 16,-4 0-16-16,3 1 0 0,-3-1 6 0,2 0-11 15,0 1 24-15,-2-1-16 0,3-1 2 0,-3 0 7 16,4-1-2 0,0 2-1-16,0-2 6 0,0 1-11 0,2-3 6 15,4 6 0-15,-4-4 4 0,7 1-6 0,-3 1 19 16,3-2-13-16,10 2 4 0,-1-4-5 0,-9 1-5 16,-3 3 8-16,15-1-1 0,-16-2-3 0,1 3 3 0,0 0-6 0,-2-1 6 15,3-2-1-15,-4 2-3 0,0 0 10 0,4 1-5 16,-3-2-2-16,-1 1 10 0,1 0-7 15,-3-2-2-15,1 3 4 0,0-2-2 0,1-3 1 16,-3 5 1-16,3-2 1 0,-2 2 0 0,0-3 1 16,0 3-4-16,3-2 5 0,0 2-1 0,0-3-2 15,1-1 5-15,0 0-5 0,1 3 6 0,13-2-8 16,-11 1 6-16,-2 0-5 0,2-3 5 0,8 2-5 16,-11 1-2-16,3 2 5 0,-3 0-4 0,-1 0 7 15,2 0-7-15,-3 0-2 16,0 0 9-16,4 0-8 0,-6 0 7 0,4 0-4 15,0 2-5-15,1-1 7 0,1 0-4 0,0-1 5 16,11-1-10-16,-10 2-2 0,10 2 22 0,2-3-24 16,-15 2 2-16,18-2-3 0,-4 0 9 15,-10 4-2-15,13-3-2 0,-2 2 4 0,4-3-2 16,-2 1 9-16,0 0-12 0,2 4 4 0,-1-4-2 16,1 3-4-16,2-2 2 0,-1 1-3 0,-1 1 0 0,3-3-4 0,-1 3 11 15,-5 0-12-15,-1-3 4 0,-12-1-5 0,10 2 3 16,-8-2 2-16,8 0 0 0,-10 1-2 0,-1-2-1 15,0 1 0-15,-1-2 1 0,12 2-5 0,-10 0 0 16,0-1 7-16,13 2-5 0,-1-1 11 0,-13 0 0 16,14-1-9-16,-16 0 5 0,17 1-1 15,-3 0-3-15,-13-3 9 16,15-2-2-16,-15 2-1 0,13-1-4 0,-10 4 5 16,-4 0 6-16,1-2-10 0,3-2 2 0,-2 3 0 15,-1-2-4-15,-1 1 3 0,3 1 0 0,-2 0 0 16,4-2-1-16,-3 3 1 0,0-2 5 0,-1-1-3 15,-2 2-1-15,1-2 5 0,-2 2-5 0,1-1 6 16,0 0-8-16,-2-1 10 0,0 3-7 0,0-1 2 16,0 0 4-16,2-1-1 0,-3 1 0 0,2-1-1 0,0 0 6 15,-1 2-11-15,0-2 13 0,-1 1-2 0,3-1-1 16,-1-1 4-16,1 1 1 0,-3 0-7 0,5 0 6 16,-5 1 3-16,3-1-4 0,0-1 2 0,-2 1 26 15,2-2-32-15,-3 1-1 0,3 3 5 0,-3-2-1 16,2-1 8-16,-3 3-13 0,4-2-6 0,-2 1 9 15,-1-1-3-15,3-2-1 0,-2 1-4 0,0 3 6 0,0-3 2 16,2 3-8-16,0-3 8 0,1 2-4 0,-3 0-4 16,3-2 4-16,-1 2-5 0,5-2 2 0,-3 1 1 15,-2 2 2-15,4-1-6 0,-2-1 8 0,0-1-7 16,-2 3 3-16,1-1 1 0,-1 0 2 0,-1-2 16 16,0 2-22-16,-2-2-2 0,2 1 4 0,-2-3-2 15,3 3 0-15,-3-1 11 16,1 1-8-16,-2 2 7 0,3-3-7 15,-2-1 0-15,-1 3 0 0,0-2 5 0,0 2-7 16,0-2 0-16,3 1 2 0,-3 2 1 0,-2-2-1 16,2-1-2-16,2 1 2 0,-1-2 2 0,-1 3 0 15,0-2 11-15,-2 3-16 0,1-4-1 0,1 2 5 16,0-1 6-16,-3 0-3 0,4 1 18 0,-6-1-12 0,2 2 11 16,-8-2-1-16,10 1-2 0,-11-1-1 0,10 1-6 15,-10 0 0-15,8-1-6 0,-5 1 4 0,5 1-2 0,-5-1 5 16,5 0-5-16,-1-1-3 0,3 3 5 0,-1-3-2 0,2 1-3 15,2 0 5-15,-2-1 7 0,0-1-8 0,3 3 4 16,-5 1-10-16,1-2 16 0,-1 0 2 0,0-2-11 16,-1 1 8-16,-10 2 3 0,5-1 1 0,-5-1-4 31,0 0 5-31,1 1 0 0,-3-1-4 0,-2 2-4 16,-4-2 5-16,2 1 3 0,-1-1-9 0,-1 3 8 15,2-3-7-15,-5 1 0 0,2-1 2 0,0 2-4 16,-9 1-3-16,14-3 12 0,-14 3-7 0,7 0-1 15,0-2-5-15,-7 2 3 0,9-2-4 0,-9 2 0 16,9-1-5-16,-9 1 4 0,9 0-7 0,-9 0 1 16,8-3 1-16,-8 3 1 0,0 0 3 0,11 0-11 0,-11 0 6 15,0 0 1-15,12 3-3 0,-12-3 7 0,10 1-4 16,-5 1-2-16,-5-2-6 0,8 2-8 0,-8-2-14 16,10 3-24-16,-2-1-32 0,-8-2-36 0,0 0-76 15,19 2-213-15,-11-2 95 0</inkml:trace>
  <inkml:trace contextRef="#ctx0" brushRef="#br1" timeOffset="-127492.02">31297 14252 95 0,'0'0'128'0,"0"0"-11"15,0-4-21 1,0 4-9-16,0 0-3 0,0 0-9 0,0 0-16 16,0 0-9-16,4-2-8 0,-4 2 0 0,0 0-3 15,0 0-5-15,0 0-22 0,0 0 2 0,0 0-13 16,0 0 6-16,0 0-27 0,0 0 6 0,0 0-2 15,2 9-10-15,-2-4 15 0,0 2-8 0,-2 1 9 16,1 4-7-16,1 1 12 0,-4 3-2 0,2 1 2 16,-2 8-11-16,0 0 13 0,-4 0-5 0,3 3 2 0,0-1 7 0,-3 2-3 15,3 1-2-15,-2 1-1 0,0 3 18 0,3-3-24 16,-1 2 8-16,-3-1-1 0,2 0 2 0,-1 1 7 16,1-3-7-16,-1 0-1 0,-1-2-2 0,2 0-1 15,-1-1 4-15,2-2-6 0,-1-5 4 0,2-2 3 16,-2 2-6-16,2-3 2 0,-1 1 2 0,1 0-1 15,0-1-4 1,0 0 11-16,0-2-6 0,-1 1-1 0,4-3 2 16,-2-1 8-16,1 1-13 0,1 0 8 0,-2-1-4 15,0 1 3-15,1-1-2 0,1 1-2 0,-3 1 10 0,1-5-8 16,-1 5-1-16,2-2 5 0,-1 4-5 16,-1 0 0-16,2-3 6 0,-3 2 4 0,0 2-10 0,1 1 0 15,-2-1 11-15,0 0-11 0,1 0 3 0,-1 0-5 16,2 0-1-16,-5-2 6 0,4 3 3 0,0 2 2 0,-2-3-6 15,2 2-4-15,0-2 3 0,-1 3-4 0,-1-3 10 16,2 2-3-16,0 0-3 0,-3 0 1 0,2-1 0 16,2 1 3-16,-1 0 12 0,1 1-2 0,-1-3-1 15,-1 0 3-15,1 1-6 0,-2-3-4 0,4 3 2 0,-1-1-7 16,0-1 5-16,-1 1 2 0,2 0-4 0,-2 2 11 16,1-1-6-16,0 0-2 0,2 0-4 0,-2-1 1 15,1-2-3-15,2 3 3 0,-1-1-2 0,-2 0-1 16,2-2-1-16,0 1-3 0,1 2 3 0,-2 1 4 15,1-4-2-15,-1 0-2 0,2 2-1 0,-3-6 3 16,1 6 4-16,-1-5-3 0,1 1 5 0,-1-2 5 16,-2 1-12-16,2-2 4 0,1 2-1 0,-2-2 4 15,1 2-9-15,0 0-2 16,2-2 6-16,-3 0-1 0,-2 2-1 0,6 0-1 16,-3-3-2-16,4 1 4 0,-4 0-3 0,4 0 3 15,-4 1-4-15,4-1-8 0,-1 0-5 16,0-2 8-16,1 3 2 0,-3-3-4 0,-2 2 0 15,4-3 2-15,-3 0 2 0,4 2 1 0,-4-1 2 16,0 0-1-16,3 1-1 0,-3 3 3 0,0-6 0 16,3 4 0-16,-3-2-2 0,-1 4-1 0,2-2 6 0,-1-1 1 0,1 0-2 15,-1 0-1-15,0 0-1 0,0 1 7 0,3 1-1 16,-3-2 1-16,1 0-8 0,0 0 4 0,1 3-4 16,0-2 6-16,0-3-2 0,0 5-4 0,0-4 3 15,-1-1-5-15,2 3 6 0,0-1-3 0,-1 0 0 16,-3-1 4-16,3 1-3 0,-1-1 10 0,-2 1-14 15,3 0 4 1,-1-3 0-16,-1 2-1 0,0 1 2 0,0 2 1 16,1-1-7-16,-1-2 9 0,-1 2-4 0,2 1-5 15,1 0 12-15,-1 0-8 0,0 1 4 0,0-1-1 16,0 3 1-16,0-2 0 0,1-1-1 0,-4 3 3 16,1-3-15-16,1-1 11 0,-1 2 2 0,2-2 8 15,-1 0-13-15,0 0 10 0,3-2 0 0,-4 0-18 16,1 1 13-16,0-1-3 0,-1 0-1 0,1 1 5 0,0 0 1 0,2 0-3 15,-3 2 0-15,1-3 3 0,-1 3-9 0,-2-1 6 16,2 1-1-16,5 1 7 0,-5 2-8 16,0 3 0-16,0-8 6 0,-1 4-3 0,1 3 28 15,-1-1-5-15,-2-1 1 0,2 1-3 0,3-2-4 16,-4 0-5-16,3-1 6 0,0 0-3 0,-2-2 1 16,2 2-7-16,0 0 0 0,1-2 0 0,-1 0 6 0,-1 2-7 0,1-3-7 15,1 1 9-15,-2-2-9 0,3 2 13 0,-2 0-11 16,1-1 5-16,-2 0-5 0,1 3 0 0,-1-2-1 0,-1 0 1 15,1 2 6-15,-2-2-1 0,3 1-5 0,-2-3 2 16,2 3-8-16,-2 0 5 0,1-2-3 16,2-2 0-16,-2 1 2 0,0 1-2 0,2-1 7 15,-1-1-10 1,3-2 11-16,-4 3-6 0,4-2 6 0,-2 1-9 16,2 1 3-16,0-3 6 0,-2 0-9 0,2 2 7 15,-2-3-7-15,3 1 9 0,-1 0-4 0,-3-1-4 16,4 0 1-16,-1 0-9 0,-2 1 15 0,2-2-10 15,1-3 0-15,-5 5 5 0,5-4-2 0,0-1 8 16,-4 6-6-16,4-6 1 0,0 2-5 0,0-2 0 16,0 0-3-16,0 0-7 0,0 0-21 0,0 0-132 0,-4-19-178 0,4 0 79 15</inkml:trace>
  <inkml:trace contextRef="#ctx0" brushRef="#br1" timeOffset="-123524.05">18571 14047 55 0,'0'0'66'0,"9"-2"-11"0,-3 0-1 16,2 1-7-16,0-1-1 0,2 2-9 0,3 0 1 15,-4 0-6-15,4 0-3 0,1 0 0 0,-1 2-9 16,7-1-2-16,-3 1 0 0,2 0 5 16,0 1-12-16,0-3-4 0,4 0 3 0,0 0 3 15,4 1 0-15,1-1-8 0,-1 1 5 0,1-1-6 0,0-1 3 16,0 0 0-16,3 2-3 0,-3-2-4 0,0 1 3 0,4-3 9 15,-5 3 1-15,5-2-7 0,-4 2 3 0,2-2-1 16,-4-1 1-16,5 1 3 0,-3 1-7 0,0-2 1 16,0 2-7-16,-6 1 5 0,0 0 3 0,7 0-1 15,3 1-4-15,-4-1-4 0,0 1 5 0,-1 1 1 16,-5-1 2-16,0 0-2 0,-2 3 1 0,0 0-4 16,0-1-4-16,0 1 11 0,0-1-4 0,1-1-8 0,-2 5 1 0,0-6-2 15,-6 0 5-15,5 2-2 0,-5-2 10 0,5 1-9 31,-4-2 5-31,2 3 11 0,2-3-2 0,0-2 6 16,0 1-15-16,2 1 9 0,2-2-4 0,-4 2 7 16,3-3-12-16,-1 1 7 0,-2 2-1 0,1-3 1 15,0-2-2-15,-1 5-2 0,1-2-2 0,-3 0 8 16,-2 1-7-16,2-1 2 0,1 1 1 0,1 0-7 0,-7 1 1 0,5 0 6 16,-2-3 0-16,2 3-12 0,-2 0 6 0,4-2 2 15,1 4-3-15,0-2-1 0,-6-2-1 0,8 4 0 16,-2-2-10-16,0 0 14 0,3 0-4 0,-3 0 6 15,3-2-7-15,-3 2 1 0,0-2 3 0,2 2 4 16,0 2 1-16,0-2-2 0,-1 0-10 0,0 0 3 16,1 0 6-16,2-2 0 0,-1 4-10 0,6-4 3 0,-8 2 0 15,2-1 5-15,6 2 0 0,-5-1 8 0,4 0 1 16,-8 0-9-16,12 0 6 0,-9-1-5 0,6 1-9 0,0 1 8 16,-1-1 0-16,1 0 3 0,-8-1 1 0,2-1-7 15,-2 2 4-15,2 0-5 0,-3-1 5 16,3 1-1-16,1-1-4 0,4 0 5 0,-7 1-5 15,3-2 15 1,5 0-2-16,-5 2 2 0,-1-3 1 0,6 3 1 0,-1 0-6 16,-4-1 3-16,4 0-9 0,-4-1 12 0,3 0-9 15,-4 0-3-15,8 2 1 0,-2-1-3 0,-6 1 5 16,6 0 1-16,-9 0-8 0,3 0 3 0,-1 1-3 16,1-1 5-16,-1 0-5 0,0 2 0 0,2-1 1 15,-5-1-5-15,5 0 7 0,-1-1 6 0,-2-1-7 16,7 2-2-16,-5-1 1 0,-2 1 5 0,2-3-4 0,1 3 2 0,-4 0 3 15,3-2 0-15,-3 2 6 0,3 0-1 0,-4 0-7 16,3 0-3-16,0 2 0 0,-2-2 0 0,0 0-3 16,0 0-1-16,-1 3 3 0,0-3-1 0,0 1 8 15,1 1-6-15,-1-2 4 0,-1 1-6 0,2 0-3 16,-1-3 2-16,2 3-7 0,-1-1-9 0,1 0 22 0,1 0 1 16,1 0-4-16,1 0 4 0,-1 0-11 0,5-1 10 15,1 1-7-15,-7 2 2 0,2-2-7 0,4 0 8 0,-8 2 10 31,4-1-9-31,0-1-15 0,-2 0 19 0,-1 1-4 0,2-1-1 16,-3 0 2-16,2 0 3 0,0 3-9 0,-1-3 0 16,1 0 4-16,1 0 7 0,5 0-9 0,-7 0 1 15,8 1 6-15,0-1 5 0,1-1-7 0,-1 1 4 16,2 0-5-16,-2 0-1 0,2 1 7 0,-2-1-7 16,-1-1 1-16,1 3-1 0,-8 1 7 0,9-2-4 15,-3 2-2-15,-3 0 11 0,0-1-15 0,7 1 6 16,-9-2-5-16,6 2 1 0,0 0 0 0,1-1-5 15,-7-2 6-15,9 5-1 0,-3-2-4 0,0-2 3 0,-5 0 4 16,7 1-3-16,1 0 7 0,-4-1-8 16,2 2 1-16,3 0 4 0,-4-2-3 0,-8 1-2 0,2-2-1 0,1 1 7 15,7 0 0-15,-10 0-7 0,1-1 6 0,3 0-3 16,-5 0 1-16,1 0-7 0,3 0 5 0,-3 0 1 16,-1 0-3-16,4-1-5 0,0 1 8 0,-1 0-8 15,7-1 7-15,-5 1 3 0,-1 0-7 0,-3-1 2 16,4 1 1-16,0-2 0 0,-2 2 7 0,-1 0-6 15,2-1-1-15,-3 1 3 16,0 1 1-16,2-2-4 0,-3 1-2 0,-1-1 6 16,2 1-2-16,-6 0-2 0,5-2 0 0,-2 0 6 15,-2 1-3-15,0 2 1 0,5-2-9 0,-2 1 9 16,-2-1-7-16,-2 1-1 0,2-1 2 0,2 0-1 16,2-1 6-16,-6 2 0 0,4-2 3 0,-1 2-18 15,3 0 15-15,0-1 3 0,-1 1-3 0,-2-2 0 16,3 2-3-16,-2-2 16 0,-4-1 2 0,6 0 0 0,0 1 2 0,-6 0-5 15,5 0 9-15,-5 2-9 0,0 0-3 16,1-3-2-16,-1 3 4 0,2-4-13 0,-2 3 11 0,2 1-7 16,-2-2 2-16,2 1 0 0,-3 0-5 0,0 1 1 15,2 0 3-15,-1-1 0 0,1-1 2 0,-1 2-5 16,2-1 1-16,-2 1 1 0,1-1 3 0,0 1-5 16,3-3 2-16,-3 3-5 15,4 0 1-15,-5-1 4 0,6 2-5 0,-6-1-2 16,4 0-1-16,-2 0 4 0,2-1 2 15,0 2-3-15,0-1-5 0,4 0 11 0,-4 0-4 16,2 0-2-16,-1-1 1 0,4 2 3 0,-2-1-5 16,-1 0 0-16,2 3-1 0,0-3 1 0,8 0-1 0,-3 0-4 15,-4-3 4-15,1 6-4 0,-1-6 6 0,6 2 0 16,-1 1 0-16,-5 0 0 0,-1 0 1 0,7 0 3 0,0 0-3 16,-6 0-4-16,-1 1-6 0,-1-1 6 0,3 0 5 0,-2 3-4 15,0-3 2-15,0 2 0 0,1-2-1 16,-1 3 2-16,2-2 0 0,-1-2 1 0,-3 5-4 15,11-1-2-15,-9-1 7 0,7 1-6 0,-7-3 6 16,1 1-3-16,-1 0-2 0,0-1 5 0,2 2-1 16,5-1-6-16,-1 1 4 0,-4 0-7 0,-3-2 4 0,9 5 7 0,-9-3-2 15,1-2 0-15,7 2-1 0,-5 1-3 0,4-2 1 16,4 1 3-16,-9-1 1 0,-1 3-3 0,2-3-2 16,5 0 0-16,-6-1 6 0,0 2-2 0,1-1-1 15,-3 0-1-15,3-1 6 0,4 1-2 0,-4-1 3 16,5 0-2-16,-5 0-4 0,5 0 4 0,-10 0-2 15,1 2 3-15,2-1 0 16,-2-1-4-16,3 0-1 0,-3 2 4 0,3-2 1 16,-2 3-5-16,-1-1-1 0,3-2-1 0,-2 2 0 15,-1 0 3-15,2 1 1 0,1-1-2 0,-3-2-1 16,3 0 3-16,-2 0 2 0,2 0-4 0,-3 3 2 16,5-3-6-16,3 4 5 0,-4-3-1 0,4 3 8 15,-1-2-7-15,-5-1-1 0,1-1 1 0,-3 2-1 16,3 1-3-16,-2-3 6 0,0 2-5 0,1 0 3 0,-2 1-4 0,3-2 5 15,-3 3-7-15,3-4 3 0,-2 3 10 0,1 2 1 16,1-4 3-16,-1 0-7 0,-1 2-1 0,3-3 2 16,3 1 2-16,-3 2-3 0,5-1-1 0,-1 0 1 15,0-1-4-15,1 1 2 0,-1-2 2 0,-4 0-1 16,0 1-3-16,-4 0 2 0,11-1 2 0,-10 0 0 16,2 0-5-1,-3-1 4-15,3 1 6 0,-1-1-2 0,-4 1-1 16,2-2 3-16,0 2-3 0,-2-1 5 0,1 1-7 0,0-1 2 15,-4 1-4-15,1 1 1 0,-1-2-1 16,-1 0 3-16,1 2-4 0,-2 0 1 0,-1-1 0 16,4 1 2-16,-2-1-5 0,1 0-2 0,2 2 5 15,0-1-4-15,-2-1 3 0,5 0-2 0,2 1-1 16,-2-1 4-16,1 1 3 0,-2-1 2 0,3 2-4 0,0-2 4 0,0 0-2 16,-1 0 3-16,2 0-7 0,-2 0 6 0,2 0-3 15,1 0-2-15,-1 0 2 0,-1 0-1 0,0 0 7 16,-2 2-10-16,1-2-2 0,-1 0 1 0,1 0 1 15,-2 2 1-15,1-2-1 0,0 0 1 0,-1 1-5 16,3 1 4-16,-5-2-2 0,6 1 2 0,-3-1 0 16,-2 0 3-16,3 0 1 15,-1 0-2-15,-1-1 4 0,0-1-1 0,0 2-3 0,1-1-1 16,0 2 2-16,-2-1 0 0,-3 2-2 0,-1-4 0 0,1 2-3 16,0 0 4-16,-1-1-2 0,1 2 7 0,1-2-7 15,-3 1 1-15,3 0-2 0,-1-2-2 0,4 2 3 16,1 0 7-16,-1 0-12 0,0 0 4 0,2 2 0 15,0-1 0-15,0 1-15 0,0-2 6 16,3 2 9-16,4 2-12 0,-5-3 3 0,-2 2 2 16,1-2-1-16,1 0 2 0,6 2 1 0,-8 1-2 0,9-1 4 0,-7-1-1 15,1 1-2-15,-1-2 5 0,7 3-5 0,-7 0 3 16,6-1 0-16,-7-1-2 0,-1 1 2 0,2-1 1 16,-4 1 0-16,3 0-2 0,1-2-2 0,-3 3 10 15,4 0-3-15,-1-2 1 0,-1 0-1 0,-2 1 0 16,2 0 0-16,0 0-2 0,-1-2 5 0,1 3-5 15,-3-2 5-15,5-1-18 0,-3 2 4 0,-1 0 2 16,2-2-2-16,-5 2-2 0,3-1 6 0,-5-1 1 16,1-1-1-16,-2 1-6 0,0-1 13 0,1 0-8 15,-1 0 4-15,-3 1 2 0,4-1-4 0,-2 0 8 16,-1 0-7-16,2 2 1 0,-1-2 1 0,-1 1-5 0,1 1 8 16,2-2-4-1,-1 2 2-15,6 0-1 0,-4 3 1 0,4-5 4 16,-5 3-6-16,0-3 2 0,-1 2 3 0,2 1 2 0,-4-1-5 0,0 0 7 0,3-1-3 31,-2 2 0-31,-1-2-5 0,-2 0 4 0,4 1 0 16,-3 1-2-16,2-3 0 0,-3 1-4 0,2 0 6 15,-2 2-3-15,1-2 3 0,-1 0 0 0,1 1-1 0,1 0-3 16,1-2 4-16,-5 2-2 0,3 1-1 0,0-2 0 0,-3 0-1 0,-1-1 0 16,4 3 1-16,-3-2-1 0,0-1 3 0,2 1-1 15,-1-1 2-15,2 0 0 0,-1 3 0 0,0-2 0 16,1 0 1-16,-1 1 0 0,-1-2-3 15,0 1 4-15,0 1-8 0,0-1 9 0,3 1-6 0,-3 0-3 16,3 0 7-16,-4 1-3 0,2-3 0 0,-1 1 3 16,0 0-2-16,-1 1 0 0,3-2-3 0,-1 1 2 0,0 0-1 31,5 1 3-31,-6-2 0 0,1 1-1 0,1-1-4 0,0 0 4 0,-2 0-4 0,1 0-2 0,0 0 6 16,0 0-5-16,1 0 5 0,-1 0 0 0,1 0-4 15,2 0 6-15,-1 0-3 0,1 0 5 0,-2 0 2 16,3 0-3-16,0 0 2 0,-1 0-4 0,1 0-1 31,2-1 1-31,2 2 3 0,-7-1-1 0,4 0-1 0,-2 0-2 0,-1 0 1 16,0 0-2-16,-1 3 1 0,-1-3 0 0,1 0-2 15,0 0 1-15,2 0-2 0,-1 2 2 0,3-2 0 16,-2 2 0-16,-1-2-3 0,1 1-1 0,-1 0 2 16,2 0-1-16,-3 1-1 0,1-1 7 0,0 0-2 15,-1-1-3-15,-2 1 3 0,1 1-1 0,2-2-1 16,-3 3 1-16,0-3-4 0,-1 3 0 0,1-2 3 0,0-1 2 15,-2 1-1-15,4 0-2 0,-5-1 2 0,-5 0-5 16,12 1 9-16,-6-2-1 0,-6 1-2 0,12 1 0 0,-12-1-1 16,7 0 3-16,-7 0-1 0,7-1 3 15,-7 1-4-15,6 1-2 0,-6-1 1 0,0 0 4 16,8 0-3-16,-8 0-2 0,0 0 2 0,0 0 0 16,6 0 3-16,-6 0-2 15,0 0-2-15,7 0 3 0,-7 0-3 0,0 0 5 16,6 0-2-16,-6 0-2 0,0 0 0 0,8 0 5 0,-8 0-4 15,7 3-1-15,-7-3 1 0,0 0-1 0,6 1 1 16,-6-1-3-16,6 0 2 0,-6 0-5 0,0 0 4 16,5 1-1-16,-5-1 1 0,0 0 3 15,0 0-4-15,0 0 4 0,0 0 3 0,9 0-3 16,-9 0 3-16,0 0 5 0,0 0-1 0,0 0 0 0,0 0 3 0,5 0-6 16,-5 0 2-16,0 0-1 0,0 0 0 0,0 0-3 15,0 0-27-15,0 0-34 0,0 0-52 0,0 0-28 16,0 0-8-16,-8 9-3 0,0-7-156 0,1 1-326 15,-5-3 144-15</inkml:trace>
  <inkml:trace contextRef="#ctx0" brushRef="#br1" timeOffset="-120246.22">18606 14004 106 0,'0'0'107'0,"0"-5"-17"0,1 1-7 0,-1 4-2 0,4-4-11 16,-4 4-3-16,0-4-7 0,0 4-4 0,0 0-5 15,0 0-14-15,0 0 1 0,0-4-3 0,0 4-9 16,0 0-4-16,0 0 6 0,0 0 3 0,0 0-9 16,0 0-3-16,0 0-3 0,0 0-3 0,0 0 3 15,0 0-14-15,0 0 8 0,0 0-1 0,0 0-6 0,0 0 5 16,0 0 3-1,0 0-13-15,0 0 4 0,0 0-2 0,-13 11-5 16,9-6 1-16,-1 0 14 0,-1 3-15 0,0 1 2 16,-2 0-3-16,-2 6 0 0,-1-1 8 0,2 1-3 15,1 2 5-15,0 0-18 0,-1 0 15 0,3-1 8 16,-2 0-10-16,2 1-2 0,0-2 4 0,1 1-1 16,1 0 7-16,1-1-9 0,-2 0 2 0,1-1-6 15,0 1 9-15,0 0 0 0,0-3-16 0,2 1 17 0,-2-3 3 0,0 3-8 16,-2-1-1-16,2 1 15 0,0-2-8 0,0 1-9 15,0 0 0-15,0 0 0 0,2 0 5 0,-2 0-1 16,-1-2-1-16,2 0-12 0,1 0 11 0,-1 1 9 16,-1-3-9-16,1 1 5 0,1 2-9 0,-2-1 3 15,3 1-2-15,-3-1 5 0,-1 2-3 0,2-5 2 16,-1 5 0-16,1-1-3 0,-1-2 4 0,0 1 3 0,0-2-3 16,-2 0 1-1,4 4 1-15,-2-2-6 0,1-1 5 0,-1 2-8 16,1-2-6-16,-1 0 15 0,1 1-2 0,0 0 14 0,1 1-18 15,-2 0 6-15,2-2-4 0,-1 1 4 0,1 2 2 16,-1-2-8-16,0 0 3 0,1 0 0 16,-1 2 1-16,1-3-2 0,0 3-3 0,-1 0 6 15,1 0 5-15,-1-1-5 0,1 0 1 0,0 1 1 0,-1 0-7 16,1-2 2-16,-1 2 7 0,0 0-5 0,2 0 0 16,-1 0-2-16,0-2 7 0,0 2 5 0,-1-3-6 15,2 0-4-15,-3 2 1 0,3-5-3 0,0 2 0 16,-2 2 5-16,3 0-2 0,-2 1-1 0,0-3 2 15,0 2-2-15,-1 1 7 0,3-2-10 0,0 3 5 16,-1-3-2-16,-2 0-4 0,3 0 20 0,-1 4-17 0,0-4-5 0,-2 3 2 16,3-1 4-16,-4 0-2 0,4 1 0 0,-5 0 1 15,4-1 0-15,-3 1 3 0,3 0 0 0,-2 1-6 16,3-1 3-16,-2-2 5 0,-1 3 0 0,2-1-8 16,-2 1-1-16,2 1 8 0,-2-2-5 0,2 2 6 15,1-1-7-15,0-2 1 0,0 2 0 0,0-1 6 16,-1-2 1-16,2 2-3 15,-1 0 2-15,0-2 1 0,0 1 10 0,1 2-15 16,2-3 2-16,-2-1 1 0,-1 4-1 0,3-4 0 16,-2 2 2-16,-1-2-13 0,0 2 7 0,4-1-3 15,-3 0-1-15,-1-1 11 0,3 1-13 0,-3 0 16 16,1-1-13-16,-1-2 1 0,3 3-7 0,-6-3 14 16,3 1-9-16,0-1 9 0,0-1-3 0,3 3-2 15,-3-1 5-15,0 1-2 0,0-3 0 0,1 5-4 0,-2-4-3 16,1 2 15-16,0 1-12 0,-3 0 4 0,6-1-2 0,-2-1-4 15,-1 1 0-15,0 2 2 0,0-2 7 0,0 0-7 16,0 0 1-16,-1 2 16 0,2-4-16 0,-1 4 2 16,0-3-3-16,0 5 3 0,-1-6-3 0,1 5-1 15,-3-3 11-15,2 2-8 0,1-2 6 0,0 1-9 16,-3 1 6-16,2-1-3 0,0 2-1 0,1-2 2 0,0 1-4 31,-3 0 1-31,3 2 2 0,0-3 1 0,-1 4-5 0,1-5 9 0,0 4 6 0,-3-2-7 0,3 1-2 31,0-2-7-31,-1 3 12 0,1-2-7 0,-3-1 1 16,6 0-3-16,-6 0 5 0,3 2-3 0,0 0 0 16,-1 0 3-16,1-3-6 0,0 1 11 0,0 2-5 15,-1-2 4-15,1 1-5 0,1 1-7 0,-2-1 6 0,2-1 3 16,-1 0 8-16,0 2-14 0,0 0-2 0,0-1 4 0,-1 1-1 16,1 1 13-16,-4 1-14 0,3-2 9 0,-2 3 17 15,-1 2-1-15,3-3 4 0,-3-2-10 16,3 5 4-16,-2-5-6 0,2 0 4 0,1-1-10 15,0 0 4-15,-2-1 0 0,2-3 2 0,0 5-2 16,-2-7-4-16,4 2-4 0,-4 0-6 0,2-1 13 0,0-2-4 0,0 1-1 16,0-1-6-16,0 1 6 0,0-2-3 0,0 2 4 15,0-1-1-15,0-4-3 0,0 8-7 0,0-4 6 16,0 0-3-16,0 0 2 0,0-1 0 0,0 4 4 16,0-2-3-16,2 0-2 0,-2 2 0 0,-2-1-3 15,4-2 6-15,-2 3-28 0,0 0 8 0,-2-1-4 16,2-1 8-1,0 3 0-15,2-3 0 0,-2 2 4 0,0-2-5 16,0 3 4-16,0-3 2 0,2 3 5 0,-4-2-2 16,4-1-6-16,-2 1 10 0,0 2-5 0,0-4 4 15,0 2-2-15,0 1-1 0,0-4-1 0,-2 6 7 0,2-4-4 16,0-2-1-16,-2 4 6 0,2-2 1 0,0 3-4 16,0-2-1-16,0 0-2 0,2 0 11 15,-2 2-11-15,2 0-5 0,-1 1 3 0,2-2 5 0,-2 2 3 0,-1 0-3 16,3-1 3-16,-2 0-5 0,0-2-1 0,2 0-5 15,1 3 10-15,-4-3 2 0,1 1 10 0,-1 0-16 16,0-2 2-16,5 2-8 0,-5 2 7 0,0-4 5 16,0 1 0-16,0 0-7 0,0-1 6 0,1 0 3 15,-1 0-6-15,0 1-6 0,0 0 9 0,0-4-5 16,3 2 4-16,-2 2-8 16,-1-1 11-16,3-2 5 0,-2 1 4 0,-1 3-18 15,0-2 8-15,0-2-4 0,3 4-8 16,-2-2 6-16,0 0 1 0,-1 0 7 0,3-1-3 15,-2 1-4-15,-1 2-2 0,0-2 5 0,3 0-2 16,-2 0 1-16,-1 0-1 0,1 0-2 0,2 2 5 16,-1-2 0-16,2 0 5 0,-1-1-4 0,-2 1-5 0,3 0 9 15,-3 0-8-15,3 0-2 0,0-3 0 0,0 5-2 0,-3-4-1 16,4 2 9-16,-3-1-3 0,1 2 0 0,0-2 2 16,-1 0-6-16,2 2 3 0,-3-1 1 0,2 0-2 15,-1 1 0-15,0 0 6 0,-1-4-5 0,2 5-2 16,-2-4 7-16,1 2-4 0,0-1-5 0,0-1 2 15,-1 1 7-15,1-1-1 0,0 1-10 0,1 0 10 16,-1 0 4-16,0-1-4 0,0-1-3 0,-2-2-2 0,3 7 3 0,-1-2 6 16,0-2-15-16,0 1 7 0,0 0-2 0,1 0 3 15,-2 1-2-15,2 0 1 0,-2-1 1 16,2 3 3-16,-2-2-9 0,-1 0 6 0,3 0-1 16,-3 1 15-16,1-1-24 0,2 2 14 0,-5-3-9 15,4-2 5-15,0 3 2 0,-2 0-4 0,0 0 1 16,0-5 0-16,2 4 5 15,-1 2-1-15,0-4-4 0,-1 3-3 0,0-5 1 16,0 6 3-16,1-3 33 0,1 0 1 0,0 2-5 16,-4 0-2-16,2 0-1 0,0 0-18 0,-2 2 12 15,2-3-4-15,-1 2 2 0,1 0-8 0,-1 0 2 16,0 0 0-16,1-1-7 0,0 0 4 0,1 0 2 16,-2 0-2-16,1-5-6 0,0 7 6 0,0-4-2 15,0-3-7-15,-2 7 11 0,2-5-5 0,0-2-6 0,-4 8 3 16,3-4-1-16,1-1 2 0,-1 1-6 0,1 1 9 15,-1-1-5-15,1 0 0 0,-2 1 0 0,1-1-2 16,1 0 4-16,0-4-3 0,0 8 0 0,0-5 0 16,0 2 3-16,0-5-16 0,0 6 13 0,-1-3 2 0,1-3 6 15,1 5-9-15,-2 0-2 0,2-1-2 0,-1-4 6 16,0 6-5 0,-1-3 5-16,1 1-3 0,-2 0-2 0,2 0 2 15,-1 0-4-15,1-4-4 0,-1 7 4 0,1-7-6 16,0 6 15-16,-2-4-5 0,2-2 5 0,-2 4 1 15,2-4-5-15,0 6 3 0,0-6-7 0,-2 4 10 16,2-4-9-16,0 0 6 0,0 0 1 16,0 0-3-16,0 0-5 0,0 0 0 0,0 5 2 0,0-5 9 15,0 0-6-15,-2 2 3 0,2-2-7 0,-1 4-1 0,1-4 6 0,0 0 1 16,0 6-5-16,0-6 2 0,1 5 2 16,-1-5-2-16,0 0-1 0,0 0-2 0,0 0 3 15,0 0 4-15,0 0-7 0,0 0 3 0,-4 0 0 16,4 0 1-16,0 0-2 0,0 0-4 0,0 0 18 15,0 0-20-15,0 5 9 0,0-5-2 0,0 0-2 16,0 0 1-16,0 0-2 0,0 0 1 0,0 0 5 0,0 0-9 16,0 0 6-16,0 0-3 0,-2 4-2 0,2-4 5 15,0 0-4-15,0 5 5 0,0-5-5 0,-1 5-1 16,-1-1 4-16,2-4 4 0,-1 11-6 0,0-9-1 16,-1 2 11-16,2 4-8 0,0-8 3 0,-1 9-5 0,-1-3 0 31,2 0-1-31,-2 0 3 0,1 2-17 0,0-4-8 15,-3 4-18-15,-1 2-8 0,1-2-14 0,3 0-142 0,-3-3-223 16,0 2 99-16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05:29.205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6635 2356 47 0,'0'0'135'0,"0"0"-9"0,0 0-5 0,0 0-15 16,0 0-12-1,0 0-2-15,0 0-3 0,0 0-18 0,0 0 2 16,0 0-15-16,0 0 2 0,0 0-7 0,0 0 1 15,0 0-9-15,0 0 1 0,0 0-1 0,0 0 0 16,0 0-6-16,0 0-5 0,0 0-3 0,0 0-9 16,0 0 4-16,0 0 7 0,0 0-12 0,0 0-4 15,0 0 4-15,0 0-4 0,0 0 0 0,0 0-8 16,0 4 5-16,0-4-4 0,0 0 2 0,0 0-3 0,0 0-4 0,-9 3 5 16,9-3 12-16,0 0 0 0,0 0 6 0,0 0-8 15,0 0 5-15,0 0 3 0,0 0-4 0,0 0-6 16,0 0-8-16,0 0 2 0,0 0 1 0,19 0 1 15,-2-3-1-15,6 1 25 0,12-3-5 0,3 0-5 16,21-2 0-16,3 0-3 0,1 0-5 0,-3 0 1 16,-1 1-4-1,-3-1-1-15,-1 3-8 0,-18 2-5 0,3 1-9 16,-5-3-11-16,-3 1-19 0,-1 1-18 0,-12 1-14 16,-1-1-27-16,-4 2-27 0,-5 0-11 0,-5 0-1 15,-4 0-15-15,0 0-82 0,0 0-248 0,0 0 110 16</inkml:trace>
  <inkml:trace contextRef="#ctx0" brushRef="#br0" timeOffset="537.91">7036 2373 5 0,'-1'-5'217'0,"1"5"-9"16,0 0-10-16,0 0-17 0,-1-5-16 0,1 5-16 16,0 0-17-16,0 0-10 0,0 0-13 0,0 0-20 15,0 0-18-15,0 0-8 0,0 0-8 0,-4 10-7 16,0-2-2-16,3 5-9 0,-1 2 3 0,-2 13-7 16,1 2 1-1,-2 1-4-15,-2 15-4 0,2 0 2 0,-3 3 0 16,1-1-4-16,2 3-1 0,2 0-3 0,1-1 8 15,-2-1-8-15,3 2-3 0,-3-2 1 0,3-3 1 16,1 0 1-16,-1 4-3 0,-6-7-3 0,3-6-2 16,-1-4 1-16,-1-1 4 0,-2-1-9 0,2-4 1 15,-2-1-1-15,4-7 1 0,-4-2-1 0,2-2 1 16,-2 0-1-16,2-2 3 0,-3 0-3 0,-2-1 1 0,0-4-3 0,-3 2 6 16,0-2-2-16,3-2 3 0,-7-1 2 0,6-2 1 15,-4 1 8-15,-2-1 11 0,0-2 1 0,0-2-2 16,-1-2 8-16,-3-2-1 0,1-2-3 0,-5-4-2 15,-2 0 8-15,9 2 24 0,-1 0-6 0,5-3 20 16,-1 2-2-16,0-1 3 0,2 2 10 0,5 2-5 16,0 0-4-1,0 3 6-15,3-2-19 0,-1 1 16 0,2 2-10 16,5 3-12-16,-6-4-6 0,1 2-4 0,5 2 1 16,-4-5-15-16,4 5-10 0,-4-3-17 0,4 3-34 15,0 0-45-15,0 0 6 0,0 0-33 0,0 0-30 16,0 0-24-16,-1 15-42 0,4-9-87 0,-1-1-256 15,-2-5-575-15,4 5 254 0</inkml:trace>
  <inkml:trace contextRef="#ctx0" brushRef="#br0" timeOffset="1903.68">7250 3263 44 0,'0'-3'175'0,"0"3"-19"0,0 0-16 0,0 0-15 16,-1-5-16-16,1 5-8 0,0 0-14 0,0 0-11 0,0 0-7 0,0 0 0 16,-3 16-6-16,3-10-8 0,-1 6-9 15,1 0-2-15,0 6-4 0,-2-2-7 0,1 6-1 16,0 1-8-16,-1 5 3 0,2-2-5 0,-4-1 8 16,1 0-9-16,-2 0-3 0,4 0 0 0,-2 0-3 15,2-9-4-15,-1 2-2 0,1-1 5 0,0-4-4 0,1-2 1 16,0-1 4-16,0 1-11 0,0-5 5 0,-1 0-3 15,2 4 2-15,-1-8 2 0,0 3 27 0,0-2 14 16,0-3 23-16,0 6 25 0,0-6 14 0,0 0 19 16,0 0 24-16,0 6 11 0,0-6 15 0,0 0 16 15,0 0 10-15,0 0-14 0,0 0-20 0,0 0-16 16,6-21-18-16,-2 10-16 0,3-6-12 0,0 5-15 0,1-5-9 16,2-7-9-16,-1 7-7 0,3 0-6 0,-1 0-10 0,0 0-9 15,1 1-5-15,-3 1-6 0,5 0-1 0,-5 3-2 16,1-3-8-16,-1 6-1 0,0 0-1 0,-1 1-8 15,-3 1 5-15,1 4-12 0,-2-1 1 0,0-2-6 16,2 6-6-16,-3-2-5 0,-3 2-8 16,9 0-11-16,-9 0-1 15,10 5-3-15,-4 2-2 0,2 3 2 0,-3-1-1 16,3 6 1-16,-2-2 4 0,-1 4 1 0,1-1 0 16,-3 4 4-16,0-3 6 0,1 4-2 0,-2-4 6 15,1 1-1-15,-3-1-1 0,0-1 5 0,2 1 4 16,0-1-4-16,-2-5 1 0,0-1 2 0,-2 2 4 15,2-8-4-15,2 4 1 0,-2 0 4 0,0-4-2 16,1 1 0-16,-1-1 2 0,0-4 0 0,0 7-2 0,0-7-2 0,1 5 9 16,-1-5 0-16,0 0-1 0,0 0 3 0,0 6-1 15,0-6 0-15,0 0-1 0,0 0 3 0,0 0-5 16,0 0 0-16,0 0 3 0,0 0-2 0,0 0 0 16,2 6 3-16,-2-6-1 0,0 0 2 0,0 0-7 15,0 0 1-15,0 0 1 0,0 0 13 0,0 0-20 16,0 0 7-1,0 0-1-15,0 0 14 0,0 0-17 0,0 0-3 16,0 0 1-16,0 0 5 0,0 0 2 0,0 0-3 0,0 0-1 16,0 0 0-16,0 0 2 0,0 0-3 15,0 0 5-15,0 0 0 0,0 0-2 0,0 0-4 16,0 0 10-16,0 0-18 0,0 0 13 0,0 0-2 16,0 0 4-16,0 0 4 0,0 0-8 0,0 0 3 15,0 0 1-15,0 0-4 0,0 0-4 0,0 0 12 0,0 0-3 0,0 0-2 16,0 0 6-16,0 0 0 0,0 0 2 0,0 0-3 15,0 0 1-15,0 0 1 0,0 0-4 0,0 0 1 16,0 0 5-16,0 0-4 0,0 0 0 0,0 0-2 16,0 0-3-16,0 0-1 0,0 0 1 0,0 0 2 15,0 0-1-15,0 0 1 0,0 0-2 0,0 0-2 16,0 0 1-16,0 0 1 0,0 0-4 0,0 0-5 0,0 0-9 0,0 0-5 16,0 0-7-16,0 0-18 0,0 0-18 0,0 0-25 15,0 0-53-15,0 0-54 0,0 0-61 16,0 0-60-16,0 0-259 0,-7-22-623 0,6 17 276 15</inkml:trace>
  <inkml:trace contextRef="#ctx0" brushRef="#br0" timeOffset="4523.67">7811 2757 112 0,'13'-2'127'0,"-3"-3"-12"16,4 5-7-1,3-5-2-15,2 3-15 0,-1 1-12 0,2 1 4 16,-1 0-16-16,-1 1 2 0,1 3-12 0,-1 1 5 0,0 0-10 16,1 4-8-16,-6-1 8 0,5 2-9 0,-7 2-3 15,0 2-2-15,-1 3-9 0,-4 0 2 0,-1 1-7 16,2 7 3-16,-6-7-3 0,-3 4 0 16,0-1 0-16,-3 4 2 0,-3-2 2 0,1 2-6 15,-9-3-2-15,5-1-3 0,-2-6 0 0,-1 0 2 0,0 1-1 0,4-3-5 16,-2-2 2-16,2-3 0 0,-3-2 6 0,4 0 10 15,3-1 12 1,2-1 21-16,-1-1 25 0,1 1 26 0,-2-3 30 16,6-1 25-16,0 0 1 0,0 0-8 0,0 0-22 15,-9-16-14-15,13 3-12 0,1-2-17 0,5-9-6 16,2-3-17-16,4 0-7 0,6-2-5 0,-3-2-7 16,13-5-11-16,-12 9 0 0,2 4-11 0,-5 1-5 15,-1 0-1-15,-3 7-2 0,1 1 2 0,-4 2-2 16,-1 4-3-16,0 1 2 0,-4 0-6 0,1 2 1 0,0 1-4 15,-5 1 5-15,3 0-10 0,-4-1-17 0,5 3-20 16,-5 1-7-16,0 0 2 0,0 0 6 0,5 12 2 0,-5-2 3 16,-1 2 3-16,-2 1 6 0,2 3-3 0,-3 4 4 15,3-2 1-15,1 3 3 0,-1 3 2 0,2 3 5 16,0-9-5-16,7 0-2 0,-3-1-10 0,0-1-12 16,7-2-11-16,-1-2-20 0,2-1-33 0,3-3-33 15,0 0-49-15,4-4-77 0,-3-4-242 16,2-3-532-16,-2 0 235 0</inkml:trace>
  <inkml:trace contextRef="#ctx0" brushRef="#br0" timeOffset="4809.04">8429 2599 164 0,'0'0'176'0,"0"0"-17"0,0 0-8 16,0 0-7-16,13 8-12 0,-4 1-13 0,4 2-5 15,-3 5-8-15,4 6-9 0,3 5-8 0,-1 1-3 16,-2 2-7-16,-1 4-5 0,0 9-9 0,-3 1-5 0,-6-8 1 16,4 10-4-16,-8-11-10 0,-2 0 1 0,-2-1-7 15,-4 1-4-15,-4-2-9 0,-6 1 0 0,-1-6-16 0,-13 10-12 16,5-15-20-16,-12 6-17 0,6-8-22 0,-12 0-36 15,11-8-39-15,-1-1-172 0,-19-4-330 0,16-3 147 16</inkml:trace>
  <inkml:trace contextRef="#ctx0" brushRef="#br0" timeOffset="5163.93">7912 2531 106 0,'-2'-4'223'0,"1"0"-16"0,-1 0-23 15,2 4-18-15,-4-5-16 0,4 5-26 0,0 0-8 16,0 0-22 0,-10 12-4-16,-2 3-13 0,-3 9-6 0,-3 4-4 15,-9 17 0-15,0 2-12 0,-1 3-2 0,0 3-5 16,1 1-5-16,6-1-1 0,3 1 0 0,5-4-5 16,5-4-5-16,8-11 0 0,1-1-2 0,5-1 4 15,6-3 0-15,2 0-1 0,8-3-1 0,6-2-2 16,13 3-2-16,9-6-2 0,5-4-12 0,4-3-25 15,3-5-46-15,-1-3-70 0,2-5-239 0,1-2-396 0,0-2 176 0</inkml:trace>
  <inkml:trace contextRef="#ctx0" brushRef="#br0" timeOffset="5649.44">9112 2905 105 0,'0'0'185'0,"0"0"-6"0,0 0-12 0,0 0-5 15,-8 0-6-15,8 0-18 0,0 0-14 0,0 0-7 16,0 0-15-16,0 0-10 16,23 0-9-16,-10-2-6 0,7-1-10 0,8 1-5 15,4 1-10-15,2-2-3 0,0-1-7 0,3 2-3 16,-4-2-5-16,1 3 1 0,-2 0-8 0,-3-1 3 16,-1 0-9-16,-8 1 0 0,-2 0-9 0,-5 1-3 15,0-2-15-15,-3 2-19 0,-3 0-28 0,-7 0-16 16,6 0-28-16,-6 0-47 0,0 0-156 0,0 0-323 15,0 0 144-15</inkml:trace>
  <inkml:trace contextRef="#ctx0" brushRef="#br0" timeOffset="5981.88">9104 3144 237 0,'-5'2'236'0,"5"-2"-15"0,-3 3-6 0,3-3-18 0,0 0-21 0,0 0-18 15,17-3-16-15,2 1-15 0,3 0-12 0,11-3-15 16,5-2-6-16,13 4-9 0,1-3-10 0,0 1-10 15,-15 3-6-15,-1-2-5 16,2 0-5-16,-6-1-4 0,-1 0-4 0,-11 3-4 16,-2 1-5-16,-5 1-2 0,1-1-4 0,-5-2-1 15,-3 2-8-15,2 1-5 0,-3 0-7 0,-5 0-11 0,0 0-17 0,0 0-8 0,0 0-18 0,0 0-29 16,0 0-55-16,-22 5-52 0,8-4-177 0,0 1-392 16,3 1 173-16</inkml:trace>
  <inkml:trace contextRef="#ctx0" brushRef="#br0" timeOffset="8332.15">10797 2232 112 0,'0'-2'121'0,"0"-4"-6"0,1 2-8 0,2 1-4 15,-2-1-4-15,1 0-14 0,1 1-3 0,0-2-8 16,2 2-7-16,4-1-15 0,0 1 2 0,1-2-5 15,3 3-8-15,0-1-4 0,-3 2 6 0,4-2-17 16,4 3 2-16,-3 0-5 0,3 4 0 0,-1-1-1 16,-3-2-3-16,1 6 6 0,4-3-13 0,-10 2-1 15,9 5-2-15,-8 0 1 16,3 1-8-16,-4 3 4 0,0 2 1 0,-4 0 1 16,-1 1 3-16,0 8 24 0,-8-3-7 0,-1 6-3 15,-4-3-5-15,-9 4 5 0,0-3-8 16,-1 2 1-16,-13 8-2 0,-3-3 10 0,9-10-18 15,-13 7 4-15,11-9-2 0,-1-3-4 0,-2 1 2 16,2-2 9-16,1-3-9 0,2-1-2 0,1-3 2 0,8-2 3 16,-1-1-2-16,8-3-9 0,-3 2 8 0,7-4-1 0,-1 1 0 15,2-2-6-15,0 2 19 0,0-3 25 0,5-1 29 16,-5 3 20-16,5-3 16 0,0 0-6 0,0 0-12 16,0 0-9-16,0-10-11 0,2 5-6 0,6-5-8 15,-2 4-4-15,2-4-8 0,1 5-4 0,1-5-8 16,0 3-1-16,1 1-3 0,-1 0-3 0,0 1-8 15,-1 2 1-15,-1 0-4 0,2 1-2 0,0 2-5 0,3 1-2 0,-2 1 1 32,1 3-2-32,2 0 2 0,1 4-2 0,2 0 2 15,1 1-3-15,1-4-1 0,-1 6 0 0,5 2 3 16,-4-6-1-16,0 2 0 0,-1-1 1 0,1-1-5 16,-2-4 5-16,2 1-1 0,-9-3-3 0,3 1 3 15,0-3 2-15,2 0-1 0,-3-3-3 0,4 1 0 16,1-5 0-16,3-1 1 0,-4-1-7 0,0 1 10 0,-3-3-7 15,2 0-2-15,-2 2 3 0,-3 0-1 0,-1 3-1 16,0-5-2-16,-1 7 2 0,0-2 2 0,-2 1-2 16,-1 0-9-16,-3 2-34 0,0 1-26 0,-2 2 1 15,0 0-25-15,0 0-36 0,10 11-79 0,-10-5-211 16,-2 3-453-16,-1 1 201 0</inkml:trace>
  <inkml:trace contextRef="#ctx0" brushRef="#br0" timeOffset="8933.94">10153 3127 119 0,'0'0'151'15,"0"0"-15"-15,0 0-6 0,0 0-10 0,0 0-8 16,0 0-13-16,-7 0-9 0,7 0-8 0,0 0-5 15,0 0-5-15,0 0-12 0,0 0-6 0,0 0 1 0,0 0-10 0,0 0-1 32,0 0-7-32,0 0-4 0,0 0 8 0,0 0 1 0,0 0-7 0,0 0 5 0,0 0-8 15,0 0 4-15,0 0-6 0,0 0-5 0,0 0 7 16,0 0-4-16,0 0 0 0,0 0-6 0,0 0 2 0,0 0 0 31,0 0 0-31,0 0-2 0,0 0-2 0,0 0-4 16,25-5-2-16,-3 3 2 0,11-2-5 0,17-2 0 0,9 1 6 15,38-6 1-15,-3 1 7 0,10 0 3 0,6 5 10 16,0-7 2-16,7 4-2 0,6-3-2 0,0 5-3 16,-2-3-4-16,-10 5 1 0,-11-3-5 0,-7 1-2 15,-33 1-1-15,-1-2-8 0,-3-2 5 0,-5 4-1 16,-14 2-3-16,-1-2 1 0,-4 1-4 0,-3 0-1 16,-8 3 2-16,-8-2 22 0,-1 2 10 0,-1 1 10 0,-5-3 6 0,1 3 4 15,-1-1-1-15,-6 1-13 0,9-1 2 0,-9 1-8 16,6 0-9-16,-6 0-13 0,4-3-20 0,-4 3-31 15,0 0-43-15,0 0-38 0,0 0-42 0,-15 8-73 16,1-7-203-16,2 2-464 0,0-1 206 0</inkml:trace>
  <inkml:trace contextRef="#ctx0" brushRef="#br0" timeOffset="10103.75">10268 3466 85 0,'0'0'106'0,"0"0"-12"0,12-6-8 0,-6 5-4 15,2 1-4-15,-1 0-7 0,6-3-6 0,-1 3-4 16,2 0-7-16,5 0-6 0,0 0 0 16,-1 3-5-16,5-2-1 0,-4 2 3 0,4-1-6 15,-4 4-9-15,3-4 6 0,-2 5-11 0,-2-2 5 0,0 2-2 16,0 1-10-16,-3-1-5 0,1 3-1 0,-5 2 3 0,-2-4-3 15,2 1 0-15,-5 4 3 0,-5-1-3 0,2 0-4 16,-3 5 6-16,-7-1-6 0,-3 0 1 0,-3 5 1 16,-7-1-2-16,-3-1 0 0,-4 5-2 0,-4-7 6 15,1 1-4-15,-2-1 1 0,-1 0-1 0,-1-3-5 16,2-1 5-16,0-1-5 0,2-2 3 0,-1 2 6 0,3-4 0 16,9 1-2-16,-2-5-2 0,5 4-2 0,4-3-1 0,3-2 5 15,0-2-8-15,3 4 6 0,2-5-2 0,0 3 6 16,-4-2 9-16,4 1 12 0,4-2 8 0,-3 2-2 15,3-2-2-15,0 0-1 0,-4 3 13 16,4-3 4-16,0 0 0 0,23 1 4 0,-4-1-5 16,-1-2-3-16,14 0-7 0,1-2-5 0,6 3-2 0,-1-3-5 15,14 0 1 1,0 2-7-16,-1 0-1 0,-14 0-3 0,1 2 0 16,-1 0-2-16,-4-3-4 0,0 1 1 0,-4 2-4 15,-11 2 1-15,-1-6-4 0,-4 4 1 0,0 2 0 16,-3-4-1-16,-3 4-2 0,0-2-1 0,0 0 1 15,-7 0 11-15,7-2 1 0,-3 6 4 0,-4-4 0 16,0 0-1-16,0 0 1 0,10-2-3 0,-10 2 0 16,0 0-5-16,0 0-7 0,0 0-5 0,0 0-14 0,0 0-18 0,0 0-26 15,0 0-45-15,-18 5-47 0,18-5-71 0,0 0-122 16,-17-3-370-16,17 3 165 0</inkml:trace>
  <inkml:trace contextRef="#ctx0" brushRef="#br0" timeOffset="10757">11057 3510 138 0,'0'0'188'0,"0"0"-13"0,0-5-22 0,0 5-15 15,0 0-17-15,0 0-15 0,-3-3-18 0,3 3 0 16,0 0-14-16,0 0-8 0,5 11-3 0,-1-4-11 16,-4 1-2-16,5 1-5 0,-5 3-5 0,0 2-2 0,0 3-3 0,0 0-9 15,0 2 4-15,-1-1-4 0,-3 1-7 0,4-1 4 16,-4 10-5-16,3-2 0 0,0-8-1 0,-2 1 0 15,-1-1 0-15,3-2-6 0,-3 1-3 0,0-5 4 16,3 0-5-16,-3-4-2 0,4-4 4 0,-4 2-2 16,3 2 0-16,1-5 22 0,0 1 20 0,0-4 31 15,0 8 34 1,0-8 27-16,-1 2 23 0,1-2 13 0,0 0 9 0,0 0-24 16,0 0-15-16,0 0-15 0,7-26-13 0,1 13-17 15,0-5-10-15,2-7-12 0,4 1-4 0,-1-1-17 16,2 1-2-16,-5 7-10 0,2 0 5 15,-1 3-14-15,-4 1 0 0,2 4-8 0,-3 2-4 16,-2-2-3-16,0 3 0 0,-2 1-3 0,2 3-9 16,-1-1-12-16,1 1-19 0,-4 2-6 0,8-3 2 0,-8 3 0 0,9 8-3 15,-1-3 0-15,1 3 2 0,1 5-1 0,-1 1 3 16,-1 2 2-16,2 10 9 0,0-2-6 0,-2 0 3 16,1-5 6-16,-3 6-2 0,-2-8-1 0,3 3 1 15,-5-3 1-15,2 0 6 0,0-4-1 0,-3 4 4 16,3-6-2-16,-3-5-2 0,-1 3-1 0,0-2 3 15,3-3 0-15,-2 2 5 16,-2-2 0-16,2 0 2 0,-1-1 1 0,0-3-1 16,0 0 2-16,1 6 11 0,-1-4-14 0,0-2 6 15,0 0-4-15,0 0 3 0,1 4-9 0,-1-4 0 16,0 0 2-16,0 0 3 0,0 5-1 16,0-5 0-16,0 0-32 0,0 0-27 0,0 0-33 15,0 0-31-15,0 0-39 0,0 0-48 0,0 0-65 16,0 0-225-16,0 0-538 0,0 0 238 0</inkml:trace>
  <inkml:trace contextRef="#ctx0" brushRef="#br0" timeOffset="13478.71">12915 2003 52 0,'0'-5'119'0,"0"5"2"0,0 0-5 0,-2-5-4 16,2 5 11-16,0 0-18 0,2-5-13 15,-2 5-6-15,0 0-5 0,0 0-11 0,0 0-18 16,0 0-9-16,0 0-30 0,0 0-8 0,0 0-9 15,0 0 3-15,0 0-3 0,0 21-6 0,0-6 10 16,-2 5 5-16,-1 10-8 0,-3 5-1 0,-1 20 16 16,-5 3-5-16,2 25-2 15,-2-1 3-15,2-22-12 0,3 24 6 0,-1-25 1 16,0 2 3-16,4 19 3 0,1-24 0 0,0 1 2 16,0 24 2-16,2-24-3 0,1-1 7 0,-1 2-6 15,1 1 6-15,0-3 5 0,-4 3-1 0,4-8 2 16,-4 3 6-16,3-2-5 0,0-1-4 0,-6-1-5 15,6-1 3-15,-4-1 2 0,1 1-5 0,0 0 3 16,0-1-3-16,3-3 4 0,0-11-9 0,-2 16 3 0,-1-15-2 16,4 0 3-16,-4-1 0 0,3 1-2 0,-4-3-1 15,4-3-3-15,-2-2 1 0,2-3 5 0,1-5-5 16,-1-2-3-16,-3-2-6 0,1 1 8 0,2-3-1 16,1-2-6-16,0 0 4 0,-4-1 1 0,4 0 3 15,-1-1-4-15,-3-1 10 0,2 1-12 0,-1 1 2 16,3-3 1-16,-2 1-3 0,0-2 2 0,-2 2-5 0,3 0 4 0,-1-3-1 15,-1 3-4-15,0-1-2 0,2-2 12 0,-3 3-9 16,3-1-1-16,-3-1 2 0,-1 0 5 0,3 1-9 16,2-7 2-16,-5 9 7 0,3-3 0 15,2-6-1-15,-5 8-3 0,5-8 0 0,-5 7 1 0,5-7-4 16,-4 7 3-16,4-7 0 0,0 0-2 0,-5 7 4 16,5-7 0-1,0 0-1-15,0 0-9 0,0 0 5 0,-4 5 1 16,4-5 0-16,0 0 0 0,0 0 3 0,0 0-3 15,0 0 6-15,0 0 0 0,0 0 1 0,0 0 6 16,-4 4-5-16,4-4 0 0,0 0 11 0,0 0 4 16,0 0 3-16,0 0 11 0,0 0 0 0,0 0-4 15,0 0 4-15,0 0-8 0,0 0-3 0,30-5-11 16,0-2-10-16,5 2-31 0,3-6-46 0,23-8-63 0,-2-3-186 0,23-13-347 16,-26 5 153-16</inkml:trace>
  <inkml:trace contextRef="#ctx0" brushRef="#br0" timeOffset="14026.08">12973 2025 64 0,'0'0'150'16,"0"0"-8"-16,-3-3-25 0,3 3-8 0,0 0 1 0,0 0-24 0,0 0-9 16,0 0-10-16,0 0 5 0,26 4-5 0,-1-3-14 15,10 3-3-15,16-1-44 0,8-2-54 0,0-1-139 16,-2-4-204-16,-3 2 91 0</inkml:trace>
  <inkml:trace contextRef="#ctx0" brushRef="#br0" timeOffset="14546.27">13801 2450 72 0,'0'0'170'0,"0"0"-26"0,0 0-10 16,0 0-18-16,22-8-11 0,-3 4-4 0,8 1-11 15,5 1-14-15,0-3-5 0,6 1-7 0,13 1-3 16,0 1-14-16,-2-4-15 0,-8 2 3 0,-3 2-5 0,-1 1-10 16,-5-1-3-16,-1 1-12 0,-3-1-15 0,-9 2-6 15,-5-3-5-15,-1 2-23 0,-5 0-11 0,-1-1-17 16,-3 2 4-16,-4 0-16 0,0 0-10 0,0 0-61 15,0 0-167-15,-32 3 74 0</inkml:trace>
  <inkml:trace contextRef="#ctx0" brushRef="#br0" timeOffset="14929.07">14076 2428 25 0,'0'5'56'0,"0"-5"1"16,0 0 1-16,0 7 4 0,0-4-7 0,0 5 17 0,1 1-24 16,-2 1 17-16,-2 7-3 0,2 2-1 0,-4 9 1 15,0 3 6-15,0 3-3 0,-3 1 4 0,-2 13-12 0,1 5-6 16,0 0 9-16,0-2-15 0,-1 1-1 0,6 3-6 16,-1 0 3-16,2-1-7 0,3-4 3 15,-2 1-4-15,1 0 2 0,-2-5-12 0,2-10 5 16,1 0 2-16,1-2-7 15,-2-1-1-15,-2-3 1 0,0 0-7 0,-1-4 6 16,-1-1-5-16,-2-4 7 0,2-6 5 0,-3 0 1 0,1-2 9 16,2-3 6-16,-2-3 11 0,-2-2 7 0,-1 1 11 15,0-5 7-15,-4-1 0 0,-3-3 5 0,-2-1-6 16,2-2 5-16,-8-6 4 0,8 3 5 0,-1-4-3 16,3 1 3-16,1 2-4 0,0-3-5 0,4 1-9 15,2 4-6-15,-2 1-8 0,5 1-5 0,-1 1-5 0,4 0-6 16,-2 1-2-16,0 0-8 0,4 4-19 15,-5-4-41-15,5 4-46 0,-6-5-57 0,6 5-26 16,0 0-61-16,0 0-245 0,0 0-497 0,0 0 220 16</inkml:trace>
  <inkml:trace contextRef="#ctx0" brushRef="#br0" timeOffset="15767.84">14273 3343 163 0,'0'0'180'16,"1"-4"-19"-16,-1 4-17 0,0 0-15 0,0-4-17 15,0 4-8-15,0 0-11 0,2 12-4 0,-2-2-14 16,0 0-5-16,-2 7-5 0,1 3-5 0,-3 3-8 15,0 4-4-15,-1-1-5 0,-1 3-5 0,1-4-4 16,0 4 7-16,-1 0-12 0,1-5 3 0,1-5-11 16,0-2-2-1,0 1 0-15,2-8-2 0,0 1 0 0,0-6-2 0,1 2 10 16,0-1 53-16,0-2 38 0,1-1 41 0,0-3 26 16,-2 6 24-16,2-6-19 0,0 0-17 0,0 0-15 15,8-21-24-15,-2 12-9 0,3-6-13 16,0-2-16-16,0-1-7 0,1 0-9 0,3-5-14 15,-3 6-1-15,2-1-12 0,-6 8-5 0,1-1-7 0,0 0 0 16,-3 5-5-16,1-1-8 0,-2 3-13 0,-2 0-15 0,4 1-25 16,-2 0-29-16,-3 3 3 0,0 0 4 0,5 6 7 15,1 2 1-15,-2 1 1 0,-1 4 2 0,-1-2 3 16,-1 1 1-16,2 5 5 0,2-1-13 0,-2 3-19 16,-1-3-5-16,3 0-15 0,-2 1-17 0,-2-5-23 15,0 2-17-15,-1-3-23 0,0-2-53 0,0 5-240 16,-1-8-491-16,0 0 216 15</inkml:trace>
  <inkml:trace contextRef="#ctx0" brushRef="#br0" timeOffset="16131.1">14604 3634 48 0,'-5'1'203'0,"5"-1"-16"0,0 0-9 0,0 0-22 0,0 0-11 16,0 0-6 0,0 0-14-16,0 0-3 0,0 0 0 0,0 0-6 15,-3 3-11-15,3-3-7 0,0 0-12 0,0 0-5 16,0 0-7-16,0 0-4 0,19-5-11 0,-7 3-7 15,1 1-3-15,6-2-7 0,1 1-4 0,2 1-4 16,-2 0-4-16,2-1-2 0,-4-1-8 0,1 1 2 16,-2 2 0-16,-3-1-3 0,-4 0 5 0,-1 0-9 15,-3 0 1-15,-1 1-4 0,-5 0 6 0,10-2-7 0,-10 2 2 0,0 0-9 16,10-1-6-16,-10 1-6 0,0 0-9 0,0 0-14 16,0 0-21-16,0 0-10 0,0 0-23 15,0 0-23-15,-26 0-27 0,17 0-19 0,9 0-168 0,-11-3-349 16,7 2 156-16</inkml:trace>
  <inkml:trace contextRef="#ctx0" brushRef="#br0" timeOffset="16369.03">15031 3491 210 0,'1'-4'318'0,"-1"4"-21"16,0 0-28-16,0 0-29 0,-1-5-18 0,1 5-31 16,0 0-29-16,0 0-25 0,0 0-13 0,0 0-17 15,4 20-11-15,-4-9-9 0,0 8-8 0,1 7 2 16,0 0-15-16,0 3-38 0,1 3-23 0,0 3-28 16,-1-2-46-16,-1 1-48 0,0-1-65 0,-5-2-206 15,2-5-421-15,0-9 186 0</inkml:trace>
  <inkml:trace contextRef="#ctx0" brushRef="#br0" timeOffset="19511.72">15346 2698 33 0,'5'-1'138'0,"-1"-2"-5"16,4 1-17 0,-2-1-8-16,3 3-6 0,0 0-12 0,-1 0-6 15,2 3-5-15,0 1-5 0,-2 1 1 0,2 1-9 0,-1 5-8 16,0 3-7-16,-3-4 2 0,0 6-6 0,-1 2-8 16,-3 2 3-16,1-3-8 0,-5 9 3 0,-4-2-6 15,1 1-3-15,-1-1-1 0,-2-6 2 0,-1 2-6 16,-2 2-2-16,0-5-3 0,1-2 3 15,-3 0-6-15,4-1 3 0,-1-4 1 0,2-3-2 0,2 0-3 0,0 0 2 16,0-1 8-16,2-2 20 0,2-2 24 0,2-2 32 16,-5 3 2-16,5-3-2 0,0 0 0 0,-6-10-7 15,6 3-9-15,2-5-10 0,2 0-9 0,6-1-5 16,-1-3-7-16,5-9-6 0,8 1-4 0,-4 5-7 16,-1-5-3-16,-1 2-6 0,2 3 0 0,-4 5-2 15,-2-1-4-15,0 4 3 16,-4 2-6-16,2 3 7 0,-3-1 1 15,-2 3-4-15,-2 0-5 0,1 1-2 0,0-2-7 16,-3 3-9-16,-1 2-16 0,4-2-9 0,-4 2 1 16,0 0-1-16,5 11-1 0,-2-6 10 0,-3 3-3 15,3 4 1-15,-3 0 3 0,3 2 2 0,-3-1 0 0,4 6 2 16,0-4 5-16,1 1 1 0,-1-5 2 16,5 5 2-16,1 1-5 0,-1-5-9 0,-1 0-18 0,6-1-27 0,-1 0-33 15,2-5-52-15,2-1-66 0,-5-4-174 0,5-1-418 0,-3-1 185 16</inkml:trace>
  <inkml:trace contextRef="#ctx0" brushRef="#br0" timeOffset="19769.97">15823 2648 182 0,'0'0'183'0,"5"-2"-16"15,-5 2-12-15,0 0-9 0,19 7-9 0,-9 0-13 16,3 3-15-16,0 4 0 16,1 1-11-16,3 6-6 0,-3 2-3 0,-3 5-13 15,-4-1-7-15,1 0-3 0,-2 3-10 16,-5 2-5-16,-1 1-2 0,-3 1-5 0,-5 0-6 0,-5-2-4 16,0 1-8-16,-4-5-14 0,-3 1-23 0,-2 0-21 15,-5-5-41-15,-1-5-33 0,-4-1-54 0,0-2-129 16,0-8-312-16,0-1 139 0</inkml:trace>
  <inkml:trace contextRef="#ctx0" brushRef="#br0" timeOffset="20039.47">15343 2552 106 0,'-7'-1'186'15,"-3"2"-17"-15,-3 1-21 0,0 8-16 0,-6 2-7 16,-1 10-14-16,-3 2-7 0,-5 14-12 0,6-6-12 16,-4 8-4-16,7 3-8 0,1 2-7 0,9-13 0 0,0 15-7 0,9-9 0 15,4-4-11-15,6 10 8 0,8-11-7 0,10 7-5 16,8-5-3-16,5-2-15 0,8-8-22 0,4-3-60 15,1-5-82-15,0-7-133 0,3-3-299 0,-1-5 132 16</inkml:trace>
  <inkml:trace contextRef="#ctx0" brushRef="#br0" timeOffset="20457.43">16561 2960 133 0,'-6'0'193'0,"6"0"-5"16,0 0-6-16,0 0-5 0,-8 0-3 0,8 0-7 0,0 0-13 16,0 0-17-16,0 0-12 0,0 0-14 15,23-9-10-15,-6 4-9 16,5 1-13-16,7-4-5 0,3 1-10 0,4 2-5 15,-2-3-11-15,3 2-5 0,0 3-5 0,3-4-1 16,-4 1-10-16,-4 1-17 0,-4 0-13 0,-5 1-20 16,-7 3-16-16,-4 0-17 0,-4-2-32 0,-1 1-45 15,-3 2-61-15,-3-2-120 0,-1 2-338 0,0 0 150 16</inkml:trace>
  <inkml:trace contextRef="#ctx0" brushRef="#br0" timeOffset="20655.52">16743 2805 243 0,'0'0'285'0,"0"0"-14"0,-4-4-23 0,4 4-24 15,0 0-28 1,-2-3-21-16,2 3-24 0,0 0-22 0,0 0-14 0,-4 12-14 16,5 1-9-16,-2 3-5 0,1 8-14 0,0 4-5 15,-2 3-5-15,1 3-4 0,2 2-4 0,1-1-10 16,-1-3-47-16,5 3-23 0,-2 1-37 0,1-2-36 15,-1-3-58-15,-5 0-234 0,2-6-422 0,0-6 187 16</inkml:trace>
  <inkml:trace contextRef="#ctx0" brushRef="#br0" timeOffset="21279.42">17775 2352 139 0,'0'0'142'0,"-6"-4"-10"0,6 4-14 0,-4-2-3 16,4 2-14-16,0 0-9 0,0 0 14 0,0 0-26 16,-1-7-10-16,1 7-5 0,0 0-3 0,0 0-3 0,19 2-3 0,-7-2 3 15,7 2-5-15,9-2-9 0,4 0-3 0,2 0-3 16,17-1-5-16,7-2 0 0,-2 3-1 0,4-5-4 16,3 2 2-16,1 2-5 0,-13 0-3 0,-10-2-2 15,-6 2-7 1,0 0-13-16,-3 1-15 0,-13 0-19 0,-6 0-20 0,-3 0-31 15,-1-3-36-15,-6 3-133 0,-3 0-275 0,0 0 122 0</inkml:trace>
  <inkml:trace contextRef="#ctx0" brushRef="#br0" timeOffset="21643.21">18117 2317 29 0,'0'0'166'0,"-7"0"-16"0,7 0-14 0,0 0-13 15,0 0-12-15,0 0-15 0,0 0-6 0,-9 0-12 16,9 0-6-16,-2 5-11 0,0-1-5 0,0 1 0 16,1 2 1-16,-3 3 1 0,1 5-4 0,-3 11-6 15,-4 3 6-15,2 2-7 0,-1 13-1 16,-1 2-1-16,1 3 0 0,1-3-12 0,3 4 4 0,-4 3 0 16,8-1 5-16,0 1-11 0,1-1 3 0,-3 0-1 0,6 0-4 15,-3-1-1-15,1-1-4 0,0-15 1 0,-1 1-4 16,0-4-1-16,0 0-1 0,-2-3-1 0,-1 0-4 15,-1-5 0-15,-2-6 1 0,-2-2 4 0,-2-2-1 16,-2 0 4-16,-3-3 1 0,-6-4 4 0,-5 2 2 16,-2-4 3-16,-8-5-3 0,3 0 0 0,-1-5 8 15,0-1 0-15,1 0-2 16,0-5 3-16,3 3 3 0,2-2-1 0,9 3-5 16,0 0-1-16,2 1-4 0,3 3-5 15,2-3-4-15,2 4-9 0,5 0-28 0,0-1-50 16,5 3-28-16,0 0-23 0,0 0-55 0,0 0-212 15,0 0-415-15,0 0 184 0</inkml:trace>
  <inkml:trace contextRef="#ctx0" brushRef="#br0" timeOffset="22298.1">18400 3413 125 0,'3'-3'244'0,"-2"-1"-22"0,-1 4-20 0,0-6 4 15,1 2-20-15,-1 4-18 0,0 0-23 16,0 0-14-16,0 0-15 0,0 0-13 0,0 0-11 0,0 0-5 31,0 22-12-31,-1-10-9 0,1 1-5 0,-4 4-7 16,0 0-7-16,3 2-3 0,-3 1-3 0,-3 5-3 0,0-10-3 16,4 1-2-16,-1-4-6 0,1 0 1 0,0-3-6 15,2-2 1-15,1-1 2 0,-2-1-3 0,0-2 28 16,1 1 53-16,0-1 25 0,1-3 20 0,0 0 27 15,-2 5-1-15,2-5-12 0,0 0-25 0,9-17-14 16,-3 5-11-16,3-1-20 0,3-1-4 0,0-2-16 16,2 1-15-16,-4 1-4 0,5 1-6 0,-4 0-7 0,-5 4-2 15,3 3-11-15,-3 2-6 0,-3-1-20 0,1 0 5 0,-2 3-27 16,1-1-22-16,-3 3 12 0,0 0-8 0,15 5-7 16,-8 0 2-16,-1 2-4 0,0 1-7 0,1 2-9 15,2-1-15-15,0 4-26 0,-2 3-19 0,1 0-25 16,-2-5-20-16,-1 0-35 0,1-2-53 15,-4 0-251-15,1-2-549 16,1-2 242-16</inkml:trace>
  <inkml:trace contextRef="#ctx0" brushRef="#br0" timeOffset="22498.38">18782 3545 96 0,'0'0'250'0,"0"0"-19"16,0 0-19-16,0 0-19 0,5 0-19 0,1-3-18 15,1 2-16-15,7-1-15 0,-3 2-14 0,5-2-8 0,1 2-24 16,-3-3-21-16,0 3-29 0,0 0-33 0,0-2-41 16,-2 1-50-16,-1 0-47 0,-3 0-137 0,-2-1-301 0,-1-1 133 15</inkml:trace>
  <inkml:trace contextRef="#ctx0" brushRef="#br0" timeOffset="22719.15">18851 3417 239 0,'-1'-4'256'0,"1"4"-13"0,-3-3-21 0,3 3-25 0,-2-2-20 16,2 2-19-16,0 0-15 0,-3-4-18 0,3 4-18 15,0 0-13-15,0 0-10 0,-5 9-9 16,5-2-10-16,0 0-4 0,0 3-7 0,0 1-4 15,0 1-6-15,0 3-3 0,0 3-3 0,0-2 0 0,0 1-7 16,0-1-23-16,0 0-10 0,0-1-20 0,1 1-16 16,-1 0-16-16,0 0-22 15,3-5-29-15,-2-1-52 0,-1-2-193 0,0-1-378 16,0 0 167-16</inkml:trace>
  <inkml:trace contextRef="#ctx0" brushRef="#br0" timeOffset="22930.31">19155 3483 66 0,'0'-5'337'0,"3"0"-22"16,-2 3-31-16,-1 2-27 0,3-6-43 0,-3 6-11 16,2-2-30-16,-2 2-28 0,0 0-16 0,0 0-11 15,2 10-14-15,-1-3-14 0,0 2-10 0,2 7-5 0,-2 0-7 16,2 0-4-16,-1 3-24 0,2 0-18 0,1-1-27 15,3 1-25-15,-4-3-29 0,2 1-25 0,-4-5-42 16,1-2-57-16,-2 2-201 0,-1-4-414 0,2-4 184 16</inkml:trace>
  <inkml:trace contextRef="#ctx0" brushRef="#br0" timeOffset="23499.74">19328 2759 14 0,'0'0'171'16,"0"0"-16"-16,0 0-14 0,14 5-11 0,-9-2-4 16,1 0-13-16,-2 2-12 0,4 1 2 0,0 1-24 15,-2 1-2 1,0 2-11-16,1 2-3 0,-3 0-8 0,0 2-2 15,-4-3-7-15,2 2-5 0,-3-1-4 0,1-2-4 16,-1 2-2-16,-1-2-2 0,1 0 1 0,1-5-7 16,-1 2 3-16,-1-2-1 0,2-5 9 0,2 9 24 15,-2-9 35-15,-2 5 41 0,2-5 10 0,0 0-13 16,0 0-11-16,0 0-12 0,8-16-10 0,-3 5-10 0,4 2-14 16,-1-6-5-16,3 1-4 0,3 0-9 0,-3 0-8 15,0 2-3-15,3 0-4 0,-5 3 5 0,-1 3 0 16,-2 0-4-16,-2 1-4 0,0 1-2 0,1 1-8 0,-4 0-6 15,6 1-14-15,-5 0-23 0,-2 2-17 0,0 0-1 16,0 0 1-16,5 5 3 0,-5-5 1 0,3 12 1 16,-1-2 3-16,0 1 0 0,-2 2 4 0,1 2 4 15,-1 0 2-15,0 2 4 0,0 1-6 0,1-3-16 16,-1 2-13-16,3-5-5 0,2 3-13 0,-3-4-18 16,1-1-32-16,2-5-56 15,1-1-62-15,-6-4-159 0,8 5-422 0,-8-5 187 16</inkml:trace>
  <inkml:trace contextRef="#ctx0" brushRef="#br0" timeOffset="23731.73">19806 2665 34 0,'2'-2'190'0,"-2"2"-25"0,4-3-12 0,-4 3-23 16,0 0-4-16,9 7-13 0,-5-2-11 0,0 4-8 0,1 6-5 15,4 2-9-15,-5 1-8 0,2 8-2 0,1 1-10 16,-5 2 0-16,1 2-5 0,-2 1-5 0,0 2 0 16,-3 0-9-16,-1-5-4 0,-6 2-4 0,1-2-8 0,-3-4-21 15,-2 4-21-15,-5-8-45 0,4-7-28 0,-6 3-62 16,2-8-100-16,-4-2-273 0,3-2 120 0</inkml:trace>
  <inkml:trace contextRef="#ctx0" brushRef="#br0" timeOffset="24001.09">19265 2493 123 0,'-15'8'123'15,"3"1"-5"-15,-3 6-15 0,-4 7-13 0,-4 7 0 16,-8 14-14-16,3 2 3 0,0 0-10 0,5 3 3 16,3 1-10-16,6 4 0 0,8-9-8 15,5 6-7-15,2-5 3 0,15 0-1 0,7-1-7 0,4-6 4 16,9-4 3-16,3-2-9 0,5-6-5 0,4-1-33 16,2-7-21-1,1-6-69-15,-13-7-141 0,3-2-249 0,-4-2 110 16</inkml:trace>
  <inkml:trace contextRef="#ctx0" brushRef="#br0" timeOffset="25003.12">20014 1954 115 0,'0'0'127'0,"-2"-3"-18"0,2 3-6 16,0 0-14-16,0 0-12 0,0 0-8 0,0 0-4 15,0 0-7-15,0 0-5 0,0 0 0 0,6 13-9 16,-2-7-4-16,1-3 1 0,-1 4-9 0,1-2-4 0,1-2-15 16,3 4 18-16,-2-6-13 0,0 4 3 0,2-4 0 15,0 2 11-15,1-3 1 0,1-2 5 0,1 1 3 16,-3-3-3-16,4 1 9 0,-3-2 0 0,2-1 3 0,-2-2 5 15,3 2-12-15,-7-1 12 0,6-3 1 0,-3 3-3 16,-3-2-3-16,0 3-1 0,1-3-6 0,0 0-4 16,-4 2-5-16,1-1-7 0,-2 1 5 0,2 2-5 15,-1 0-6-15,-1 1 1 0,0 1-2 0,-1-2-4 16,2 3-1-16,-3 2-3 0,4-3-1 16,-4 3-7-16,2-4-13 15,-2 4-10-15,2-2-23 0,-2 2-5 0,0 0 3 16,0 0 5-16,0 0 0 0,2 11 7 0,-4-3 7 15,1 4 2-15,0 5 0 0,-3 1 3 0,0 11 3 16,-3 3 0-16,-4 14 4 0,-1 5-2 0,-3 30 7 16,2-25 3-16,-3 27 0 0,-2 2 3 0,0-2 2 0,3-2-2 15,6-23 4-15,-3 25 1 0,6-27 3 0,2 4-6 16,8 20 3-16,-4-19 4 0,0-4-1 0,2 3 8 16,0-4 1-16,2-2-7 0,0-1 9 0,-1-5 3 15,1 0-3-15,0-12 0 0,-4-1 0 0,0 11-3 16,0-13 0-16,0 1 3 0,0-1-6 0,-2 0 4 15,-1-3 2-15,0 3-5 0,0-1 1 0,-3 2 2 16,2-4-5-16,0 0-4 0,-3 0-1 0,1-4 2 16,-1 0-2-16,0 3 3 0,2-4-3 0,0-7 4 0,-1 2 2 0,1-2-3 31,1-2 1-31,-2 1-3 0,4-2-2 0,-1-3 0 16,-2 2-1-16,2-2 0 0,1-2 4 0,-2 4 1 15,1-4-8-15,1 2 4 0,-2-4 3 0,3 3-5 16,-2 0 1-16,1 0 0 0,0 0 2 0,1-1-5 0,-1 2 3 0,0-3-1 0,1 3 1 0,0-3-2 15,-2 3 1 1,3-2 5-16,-1 0-2 0,-2 0-2 0,2-1-4 16,-3 1 1-16,4-5 3 0,-1 1-1 0,-3 1-1 15,4-7 4-15,-2 13 1 0,0-9-6 0,2-4 5 16,-1 7-4-16,1-7 0 0,0 6 6 0,0-6-9 16,0 0 7-16,-4 7 2 0,4-7-6 0,0 0 12 15,0 0 24-15,0 0 7 0,0 0 10 0,-1 5 8 16,1-5-5-16,0 0-2 0,0 0-5 0,0 0-5 0,0 0-3 0,0 0-6 15,0 0-4-15,0 0-1 0,0 0-3 0,0 0-2 16,0 0-3-16,0 0 1 0,0 0-4 16,0 0 2-16,0 0-2 0,0 0-4 0,-4 5 2 15,4-5-6-15,0 0 3 0,-18 0-2 0,0 2-2 16,-16-2-1-16,-5 1-4 0,-22 1-4 0,-31-2-21 0,0 0-55 16,-9-2-103-1,-10-3-292-15,1-3-509 0,-5-9 225 0</inkml:trace>
  <inkml:trace contextRef="#ctx0" brushRef="#br0" timeOffset="33385.32">2255 6331 132 0,'-1'-4'301'0,"1"-2"-18"15,0 6-16-15,0-5-12 0,0 5-31 0,0-5-22 16,0 5-27-16,-3-4-24 0,3 4-42 0,0 0-30 15,0 0-11-15,0 0-7 0,-2 14-6 0,0-1-5 16,1 3-9-16,0 4-5 0,-1 5-20 0,0 1-1 16,-1 5-1-16,1-4 0 0,-2 1-4 0,0-1-1 0,2 0-1 15,-2 0 0-15,4-6-2 0,-2-2 1 0,1-1 1 16,-1-1 1-16,-1-1-3 0,3 0 1 0,-1-3-10 16,-1-4-16-16,1-1-13 0,-1 1-22 0,2-3-9 0,-3 2-19 15,3-4-21-15,0-2-35 0,0-2-218 16,0 0-384-16,0 0 170 0</inkml:trace>
  <inkml:trace contextRef="#ctx0" brushRef="#br0" timeOffset="33639.12">2436 6399 37 0,'4'-8'316'15,"1"1"-19"-15,-2 2-30 0,-1 1-21 0,0 0-34 16,0 3-20-16,-2 1-28 0,3-4-25 0,-3 4-19 0,0 0-14 15,4 8-6-15,-2 0-19 0,-2 2-10 0,3 2-5 16,-1 5-8-16,1 3-8 0,1 4-8 0,-1 4 0 0,0-4-5 16,0 3 0-16,-1 0-7 0,1-1-4 0,-2-1 3 15,0-6-6-15,1 1 1 0,0-3-15 16,-2-1-15-16,0 1-8 0,0-5-15 0,0 0-19 16,0 0-8-16,-2-5 3 0,0 0 3 0,0-1-24 0,-2-2-39 0,-3-1-52 15,0-3-205-15,-3-7-399 0,-1 4 177 0</inkml:trace>
  <inkml:trace contextRef="#ctx0" brushRef="#br0" timeOffset="33808.03">2213 6649 138 0,'0'0'185'0,"-8"-3"0"0,8 3-2 0,0 0-17 16,-1-2-16-16,1 2-17 0,0 0-11 0,0 0-3 15,22-4 0-15,-3 2-7 0,2 0-6 0,10 0-9 16,2 1-6-16,-1-1-16 0,0-2-1 0,0 3-11 15,-3-1-4-15,0 2-12 0,-8 0-15 0,-1 0-26 16,-3 0-33-16,-5 2-34 0,-2-1-41 16,-1-1-38-16,-4 1-182 0,-5-1-350 0,0 0 155 0</inkml:trace>
  <inkml:trace contextRef="#ctx0" brushRef="#br0" timeOffset="34001.78">2743 6640 24 0,'0'0'339'0,"0"0"-17"15,0 0-26-15,5 3-24 0,-5-3-28 0,0 0-24 16,0 0-26-16,5 1-26 0,-5-1-41 0,0 0-60 16,8-1-66-16,-8 1-68 0,10-5-74 0,-5 3-204 15,4-1-373-15,0-2 165 0</inkml:trace>
  <inkml:trace contextRef="#ctx0" brushRef="#br0" timeOffset="34240.07">3037 6371 143 0,'0'-4'337'0,"0"-3"-21"0,-1 4-29 16,1 3-32-16,0-7-23 0,0 7-29 0,1-2-29 15,-1 2-34-15,0 0-17 0,0 0-10 0,0 0-9 16,-4 19-14-16,4-7-7 0,-1 4-7 0,-2 3-7 16,2 7-10-16,-3 0 6 0,3-1-17 0,1 1-4 15,-4-1-7-15,3 0-17 0,-2 0-30 0,2-5-19 16,0 0-25-16,-3 5-20 0,0-7-32 0,0 0-32 0,0-2-61 0,0-4-203 16,-1-2-435-16,3-2 193 0</inkml:trace>
  <inkml:trace contextRef="#ctx0" brushRef="#br0" timeOffset="34571.92">3138 6628 267 0,'1'-1'250'0,"-1"1"-22"0,0 0-26 0,5-3-18 16,-5 3-18-16,0 0-12 0,0 0-20 0,0 0-11 16,-10 16-11-16,4-7-11 0,-2 0-11 0,-3 4-8 15,-1 2-6-15,-2-2-7 0,0-1-10 0,1 1-8 16,-1 1-8-16,5-4-16 0,3-4-9 0,-6 2-11 0,7-3 0 15,0-1 1 1,1-1 5-16,0 1 7 0,4-4 6 0,0 0-6 16,0 0-6-16,0 0 2 0,0-13-1 0,4 8-1 15,1-5-2-15,3 0 6 0,2 4-6 0,-1-3 0 0,0 4 4 16,4-2-3-16,-4 0 1 0,-2 1 0 0,0 1 1 0,3 2-2 16,-1-1 4-16,-1 3-7 0,0 0 0 0,3 1-2 15,-1 2 0-15,4-1-4 0,-4 2-2 16,1-1-8-16,0 3-6 0,-1-1-13 0,2 1-12 15,-2 2-14-15,0-2-16 0,3-2-33 0,-8-1-34 16,7 1-27-16,-6-3-46 0,3 0-126 0,-9 0-360 16,13-6 160-16</inkml:trace>
  <inkml:trace contextRef="#ctx0" brushRef="#br0" timeOffset="34757.12">3295 6687 70 0,'0'-9'118'0,"0"-4"10"0,0 1 23 16,-2-5 9-16,-2 0 7 0,2-3 3 16,0-5 7-16,1 6 16 15,-2-7 11-15,2 6 3 0,-2 2 4 0,2 1-2 16,0-1 9-16,1 5-6 0,-3 2-9 0,3 1-18 15,0 2-13-15,0 5-11 0,0-4-32 0,0 7-26 16,0-8-32-16,0 7-28 0,0 1-13 0,0 0-7 16,0 0-3-16,0 16-3 0,0-5 0 0,-4 5 1 15,4 2-2-15,-2 0-4 0,-2 8-5 0,0 0 4 16,-1-1-2-16,5 1 3 0,-4-8-25 0,3 2-14 0,-2-1-13 0,3-3-23 16,-4-3-13-16,3-2-23 0,1-1-19 15,-4 0-20-15,4-2-24 0,0-5-51 0,0-3-272 0,0 0-524 16,0 0 232-16</inkml:trace>
  <inkml:trace contextRef="#ctx0" brushRef="#br0" timeOffset="34910.78">3293 6427 233 0,'0'-5'320'0,"0"5"-20"0,0-6-24 0,0 6-28 15,0-5-23-15,0 5-23 0,0-3-33 0,0 3-42 16,0 0-27-16,0 0-48 0,14 8-41 15,-8 1-59-15,0-2-75 0,-2 1-226 0,2 1-378 16,-2 1 168-16</inkml:trace>
  <inkml:trace contextRef="#ctx0" brushRef="#br0" timeOffset="35258.57">2008 7100 90 0,'-10'6'194'0,"4"-6"0"0,-1 1-8 16,1 0-5-16,2 2 3 0,4-3-3 0,-5 1-16 16,5-1-15-16,0 0-14 15,0 0-16-15,22-1-11 0,-2-3-12 0,12 0-9 16,20-5-7-16,7 1-12 0,35-6-1 0,1-1-1 0,13 3 11 15,9 0 6-15,3-3 7 0,2 7-1 0,-7 2-1 16,-4 2-9-16,-11-4-2 0,-35 5-11 0,-9 5-6 16,-2-5-3-16,-21 3-5 0,0 0-1 0,-10 0-10 15,-5-1-7-15,-5 2-3 0,-3-2-2 0,0 0-3 0,-2 1 1 16,-8 0-1-16,8 1-2 0,-8-1-1 0,0 0-25 16,0 0-26-16,0 0-63 0,-21 5-69 0,8-1-96 15,-2-4-242-15,1 3-538 0,1-3 238 0</inkml:trace>
  <inkml:trace contextRef="#ctx0" brushRef="#br0" timeOffset="36360.05">6356 6620 232 0,'1'-5'226'0,"-1"0"-12"0,1-1 1 15,0 4-16-15,2-1-16 0,-3 3-17 0,1-4-14 16,0 1-13-16,-1 3-18 0,0 0-20 0,0 0-26 16,0 0-10-16,0 0-8 0,4 8-7 0,-3 3-4 15,-3 6-9-15,1 8-3 0,-3 6-6 0,-2 5-4 0,-3 15 1 16,-1 3-1-16,-2 3 1 0,3-3-3 0,-1 1-3 16,1-1-1-16,1-3-3 0,3-2-1 0,1-15 0 15,0-2-2-15,3 1 1 0,1-4-3 0,-3-3 4 16,3-8-4-16,0-2 1 0,0-4-5 0,0-3 0 15,0-2 1-15,-1 1 2 0,2-3 0 0,-1-2 5 16,0 3 19 0,0-3 13-16,0-3 7 0,0 4 2 0,0-4 0 15,0 0-7-15,0 0-21 0,0 0-22 0,0 0-27 0,-2-19-22 16,-2 5-32-16,4-5-40 0,0-6-51 0,0-6-57 16,-1-3-165-16,2-15-422 0,5 0 186 0</inkml:trace>
  <inkml:trace contextRef="#ctx0" brushRef="#br0" timeOffset="36513.26">6339 6709 203 0,'0'-13'213'0,"1"3"-7"0,-1-2-1 0,1 3 3 16,-1-1-14-16,2 5-10 0,-2-2-13 0,1 0-15 15,2 3-15-15,0-1-14 0,3 0-17 0,5-1-10 16,0 1-4-16,7 1-20 0,2-1-6 0,0 5-12 16,3 0-11-16,5 0-19 0,-10 2-23 0,13 6-19 15,-11 0-23-15,0 0-34 0,-2 2-27 0,0 1-60 16,-6 1-212-16,2-1-402 0,-4 3 178 0</inkml:trace>
  <inkml:trace contextRef="#ctx0" brushRef="#br0" timeOffset="36813.68">6266 7511 115 0,'-1'5'273'0,"-3"-2"-6"0,1-1-1 16,3-2-16-16,-1 3-16 0,1-3-21 0,0 0-14 16,0 0-32-16,13 0-14 0,1-3-15 0,4 1-16 15,4-1-11-15,6-2-12 0,6 1-9 0,3-1-14 16,0 2-4-16,17-1-6 0,-4-2-7 0,-11 1-12 0,0 2-4 0,-1 0-12 16,-6 0-8-16,-4 1-4 0,-9 0-7 0,-7 1-7 15,1-1-6-15,-2 2-3 0,-5 0-6 0,0-1-2 16,-3 0-9-16,-3 1-11 0,0 0-20 0,0 0-29 15,-26 2-26-15,5 0-27 0,-7-1-36 0,1-1-37 16,-4-1-180-16,2-1-418 0,7 2 184 0</inkml:trace>
  <inkml:trace contextRef="#ctx0" brushRef="#br0" timeOffset="37145.65">6381 7145 26 0,'0'0'210'0,"0"0"-2"0,-5-4-6 16,5 4-10-16,0 0-14 0,-4-3-20 0,4 3-10 0,0 0-15 15,0 0-14-15,0 0-5 0,0 0-18 0,20 3-5 16,-7-3-5-16,8 0-11 0,8 1-2 0,3-4-6 0,5 2-7 15,-1 0-6-15,2-2-5 0,-1 1-7 0,-5-1-2 16,0 2-6-16,-11 0-1 0,-4-2-4 0,-5 2 10 16,1-1 14-16,-6 2 8 0,0-1 6 0,-2 1 0 15,-5 0 4-15,10-3-12 0,-10 3-6 0,7 0-3 16,-5-2-12-16,-2 2-6 0,0 0-15 0,0 0-21 16,0 0-25-16,0 0-21 15,0 0-33-15,-23 0-30 0,23 0-40 0,-8 2-36 16,8-2-229-16,-6 3-451 0,6-3 200 0</inkml:trace>
  <inkml:trace contextRef="#ctx0" brushRef="#br0" timeOffset="37409.08">7572 7009 194 0,'1'-3'309'0,"3"1"-19"0,0 0-25 0,-4 2-21 0,4-3-25 16,-4 3-22-16,0 0-27 0,2-3-31 0,-2 3-16 16,0 0-12-1,-2 13-12-15,-6-4-8 0,-1 7-11 0,-5 3-8 16,-5 5-7-16,-2-1-7 0,0 1-5 0,-2 1-5 0,0 0-3 16,1 1-6-16,-1-4-9 0,0 4-10 0,1-1-16 15,3-3-16-15,-7 0-27 0,4 0-31 0,-4-4-14 16,4-1-31-16,3-5-51 0,3-5-68 15,3-4-141-15,1 0-405 0,1-3 180 0</inkml:trace>
  <inkml:trace contextRef="#ctx0" brushRef="#br0" timeOffset="37596.6">7182 7177 205 0,'7'-18'252'16,"-1"1"9"-16,-1 3 4 0,0 1 2 0,-2 5 2 16,2 0-21-16,-1 2-28 0,-2 1-20 0,-1 0-26 15,1 1-26-15,0 2-19 0,-2 2-12 0,0 0-15 16,12 7-14-16,-3 0-10 15,0 2-10-15,1 6-7 0,3-1-4 0,2 7-4 16,-1 0-4-16,2 0-4 0,4 4-2 0,-5-2-8 16,7-1-5-16,-4 3-22 0,1-1-14 0,0-3-22 0,0-1-24 15,-1-2-18-15,-4-3-30 0,-2-1-33 0,1-5-42 16,-2 0-80-16,-5-3-188 0,1-2-479 0,3-3 213 16</inkml:trace>
  <inkml:trace contextRef="#ctx0" brushRef="#br0" timeOffset="37894.62">7948 6861 288 0,'2'-11'297'0,"-2"2"-4"0,0 0-23 16,0 2-25-16,0 2-24 0,0 0-26 0,0 2-25 15,0 3-29-15,0-4-29 0,0 4-10 0,0 0-10 0,-4 19-14 16,0 0-3-16,-2 10-7 0,-2 18-10 0,-3 5-4 15,-4 6-5-15,1-1-4 0,-8 22-5 0,9-26-5 32,3-1 1-32,0-4-5 0,2 0-3 0,3-14-5 15,-1 0-1-15,3 0 10 0,-1-2-13 0,3 1-2 0,-3-4 0 0,0 0 1 16,3-10 4-16,-2-1-11 0,-1-2 3 16,4-3 0-16,-1-2-9 0,1-5-14 0,-1 3-10 15,1-5-6-15,-4 1-5 0,4 2-6 0,-1-3-33 16,1-4-68-16,0 0-65 0,0 0-250 0,-12-15-490 15,11 9 218-15</inkml:trace>
  <inkml:trace contextRef="#ctx0" brushRef="#br0" timeOffset="38164.56">7950 7066 39 0,'0'0'222'0,"-2"-5"-27"0,2 5-21 16,0 0-18-16,0 0-20 15,0 0-12-15,2 13-6 0,2-3-16 0,5 6-11 16,-2 1-3-16,6 5-10 0,0 2-6 0,5 1-8 16,-5 1 1-16,2-4-12 0,-2 3-4 0,-3-7-4 0,-3-1-2 15,-2 0-11-15,-4-5-6 0,0 1-2 0,-1 0 1 16,-2-4-8-16,-3 1-1 0,-5-3 2 0,-6 2-2 16,-3-4-4-16,-7 4 1 0,-2-6-2 0,-4 0-3 15,3-3-1-15,-3 0-2 0,0-3-13 0,0 2-22 0,5-5-36 16,5 0-54-16,6 2-200 0,-1-5-347 15,7 3 153-15</inkml:trace>
  <inkml:trace contextRef="#ctx0" brushRef="#br0" timeOffset="38495.61">8179 7132 226 0,'4'-3'275'0,"-1"2"-22"0,-3 1-19 16,8-3-22-16,-4 2-22 0,-4 1-18 15,0 0-18-15,8 3-14 0,-6-1-18 0,6 3-13 16,-3 5-6-16,4 2-12 0,0 2-8 0,-4 1-6 16,0 3-8-16,-1 0-8 15,1 1-5-15,-2 3 0 0,-2 2-9 0,-2-4-8 16,-2-1-1-16,1-1-9 0,-2-1 3 0,0-3-5 16,0-2-3-16,-2 0-1 0,3-4-2 0,1-1-3 15,-1-3 7-15,-1 2 13 0,3-1 30 0,1-1 33 16,0-4 42-16,-4 1 15 0,4-1-1 0,0 0 1 0,0 0-12 15,-4-9-3-15,7 2-12 0,-3-2-10 0,1-1-11 16,4-6-12-16,2 0-16 0,-1-4-10 0,8-5-17 0,1 0-23 16,5 1-17-16,-4 1-28 0,2 2-25 0,1 3-29 15,-5 3-29-15,0 4-33 0,2-1-24 0,0 3-29 16,-2 1-45-16,4 2-57 0,-5 3-75 0,0 1-189 16,-3 0-594-16,3 4 264 0</inkml:trace>
  <inkml:trace contextRef="#ctx0" brushRef="#br0" timeOffset="38833.98">8544 7306 24 0,'0'0'263'0,"-2"2"1"16,2-2 3-16,0 0-1 0,0 0-2 0,0 0-22 16,0 0-13-16,0 0-33 0,0 0-20 0,0 0-15 15,18-12-19-15,-9 7-14 0,3-3-13 0,5-1-12 0,2-2-13 16,-1 4-4-16,0-8-12 0,6 1-8 0,0-3-4 0,-3 2-9 15,-1-3-8-15,-2 4-1 0,-4 1-4 0,-2 1-3 16,1-1-9-16,-6 5-2 0,-1-2-1 0,-3-1-5 16,2 3-3-16,-3 1-2 0,-4 0 7 0,-3 2-13 0,0-2 0 15,-4 2-3-15,-7 2-5 0,-5 6 1 0,-6 2-1 32,-3 3 1-32,0 3-1 0,2 1-3 0,0 3 0 15,3 1-2-15,2 4 3 0,5-1 0 0,0 3-6 16,4 0 4-16,5-5 1 0,2 4 0 0,6 4 4 15,1-7-1-15,7 7-1 0,3-7-2 0,6 3 8 16,7-4-9-16,4-1-16 0,9-5-17 0,14 1-15 16,0 0-30-16,2-3-52 0,-12-6-48 0,13-3-76 15,-17 0-218-15,0-4-512 0,-6 0 227 0</inkml:trace>
  <inkml:trace contextRef="#ctx0" brushRef="#br0" timeOffset="39265.89">9307 7013 229 0,'0'0'222'0,"4"-3"-23"16,-4 3-16-16,0-4-20 15,0 4-16-15,0 0-14 0,0 0-15 0,0 0-9 16,0 0-12-16,0 0-8 0,0 0-8 16,-15 9-8-16,4-2-7 0,1-1-4 0,-5 3-6 15,-3 2-8-15,1-2-3 0,0 4-6 0,-5 0 3 0,5-1-5 16,3-1-6-16,0 3-1 0,3-2-4 0,-1 1-1 16,6-3-4-16,1 2-2 0,-2-2-2 0,6 3 3 15,1-1-3-15,1 0-5 0,3 2 7 0,5-1-5 0,4 3 0 16,6 0 0-16,-1-4-7 0,6 2 7 0,-1 0-2 15,1-3-1-15,-4-1-2 0,-5-4 3 0,-1 1-7 16,-4-1 1-16,-2 1-3 0,1-5-3 0,-7 4 0 16,2-4-9-16,0 0 6 0,-4 3 2 0,0-5-3 15,-9 5 3-15,-1-2-3 0,-3-2 0 0,-5 2 4 0,2-1-5 16,-5 1 1 0,-7 1-17-16,7-4-26 0,-8 2-47 0,9-2-31 15,-2 0-57-15,4-2-167 0,0-2-378 0,5 3 168 16</inkml:trace>
  <inkml:trace contextRef="#ctx0" brushRef="#br0" timeOffset="39597.61">9735 7011 16 0,'0'-2'247'0,"0"2"-20"16,0-6-23-16,0 2-21 0,0 4-16 0,-10-3-10 0,10 3-18 0,-13 3-10 16,4 0-12-16,-1 1-9 0,-3 1-8 0,2 2-11 15,-4 2-10-15,2 1-2 0,-3 3-10 0,4-2-8 16,-1 0-5-16,3 5-4 0,2 2-8 0,-1-3-3 16,4 10 0-16,4-6-4 0,1 1-1 0,4 5-4 15,3 1-4-15,2-1-1 0,5-3 0 0,1 1-3 16,3 0-3-1,0-3-2-15,-5-7 0 0,1 2-3 0,-4-2-2 16,-2-3 0-16,2-2-2 0,-6 1-3 0,1 2 10 0,-1-6-6 16,-4 6 1-16,-3-6-1 0,-2 0 2 0,-5 2-3 15,-8 2-2-15,-12-4-7 0,-2 3-33 16,-6-1-71-16,4-2-102 0,-4 0-202 0,1-8-440 16,3-2 195-16</inkml:trace>
  <inkml:trace contextRef="#ctx0" brushRef="#br0" timeOffset="40638.3">11037 6715 59 0,'0'0'179'16,"0"0"-15"-16,0 0-15 0,0 0-11 0,-6 0-17 0,6 0-12 15,0 0-4-15,0 0-16 0,0 0-6 0,0 0-12 16,0 0-4 0,0 0-9-16,0 0-9 0,-8 0-3 0,8 0 5 15,0 0-8-15,0 0-2 0,0 0 3 0,0 0 0 16,0 0 0-16,0 0-1 0,0 0 0 0,0 0 0 16,0 0-3-16,0 0 4 0,0 0-1 0,0 0-1 15,0 0-2-15,0 0 6 0,0 0-7 0,0 0-4 16,0 0-6-16,0 0 10 0,0 0-6 0,0 0-3 15,0 0 1-15,18-5-3 0,-5 4-6 0,10 0-2 0,10-1 1 0,4 0-7 16,17-2-3-16,5 3 2 0,3-3 1 0,2 1 5 16,4 2-4-16,-4-1 1 0,0 1-4 0,-8 0 2 15,-16 2-3-15,-3 0-2 0,-8-3-1 0,0 2-1 16,-11 0-8-16,-2 0-8 0,-6 0-19 0,1 0-13 16,-3 1-5-16,-3 0-1 0,-5-1-7 0,0 0-29 15,-15 4-32-15,-3-2-23 0,-4 2-13 0,-8-3-27 0,0 2-112 0,1-2-314 16,-2 3 139-16</inkml:trace>
  <inkml:trace contextRef="#ctx0" brushRef="#br0" timeOffset="41018.78">11446 6734 104 0,'0'0'198'0,"0"0"-6"0,0 0-5 0,0 0-9 0,0 0-4 15,-1-6-15-15,1 6-14 0,0 0-15 0,0 0-13 16,0 0-15-16,0 0-12 0,0 0-12 0,0 0-13 15,0 0-7-15,0 0-7 0,-4 11-8 16,4-1-4-16,-5 5 0 0,-4 9-8 0,4 5-1 0,-8 3-3 16,-3 16 5-16,0 3-3 0,-3 0-5 0,4 3 0 15,-2 1 1-15,3 0-3 0,0 0 0 0,5-6-2 0,0 2-2 16,3-15-2-16,-2 10 0 0,4-13-1 0,2-1-3 16,-5-2-1-16,3-3 2 0,1 0-1 0,-1-9 1 15,-2 0-3-15,3-3 3 0,-4-4 2 0,2-2 2 16,-1-4 10-16,0-2 13 0,-5 0 1 0,-4-5-3 0,0-2-3 15,-6-3-2-15,-4-4 16 0,7 3 9 0,-6-8 16 32,6 5-7-32,1-3-3 0,-2-4-5 0,3 6-7 0,3 2 1 15,1-2 25-15,4 3 0 0,-1 1-11 0,6 2-6 16,-3 1-8-16,3 0 2 0,-1 2-13 0,1-1 0 16,3 4-26-16,-5-5-39 0,3 2-38 0,2 3-10 0,0 0-15 15,0 0-21-15,12 9-32 0,1-4-66 0,2 1-313 16,6-2-561-16,6-1 248 0</inkml:trace>
  <inkml:trace contextRef="#ctx0" brushRef="#br0" timeOffset="41756.18">11662 7328 5 0,'0'0'220'0,"0"0"-6"16,-5 0-13-16,5 0-13 0,0 0-19 0,0 0-18 15,0 0-16-15,0 0-13 0,13-6-11 0,6 4-14 16,3 2-9-16,5-2-7 0,3 0-8 0,1 2-9 15,1-3-9-15,-1 3-10 0,0-2-7 0,-4-4-8 16,-5 4-8 0,-4-2-5-16,-5 4-3 0,0-3 0 0,-6 3-2 0,0-2-6 15,-5 0 0-15,-2 2 2 0,0 0-6 0,-10-7 1 16,-2 4 0-16,-2 3-2 0,-5-3 6 0,-4-1-5 16,-4 2-3-16,-2 1-1 0,0-1 2 0,6 2-1 15,3 0 1-15,-6 0 4 0,5 0-3 16,2 2 4-16,6-1 3 0,4-1 1 0,-2 2-1 0,2 0-2 15,1 0 0-15,-2 1 2 0,2-2-2 0,3 3 1 0,0-1-1 16,1 1-2-16,0 1-4 0,-1-1 7 0,5 0-3 16,-1 2-1-16,1-1 0 0,0 1 3 0,4 3 8 0,-2 0-1 15,6 1 1-15,-3 0 5 0,4 0 4 0,3 4 4 16,8 6 6 0,-1-4-5-16,3 2 1 0,-2 0 1 0,2-1-6 15,-2 3-6-15,-1-1 5 0,-3 3-2 0,-2-8-3 16,0 8-1-16,-4-7-1 0,-2 2-4 0,2-1 2 15,-9-4-1-15,3 1-3 0,-4-2-5 0,-1-2 2 0,-7 0 1 16,2-1-2-16,-8 0 7 0,-4-2-7 16,-1 1 1-16,-8-7 3 0,-1 0 6 0,8-3 12 15,-1-3 8-15,2 2 13 0,1 0 0 0,8-2 9 0,-2 0 10 16,2 2 26-16,2-2 10 0,3 4 4 0,0-3-3 16,3 2-11-16,2 0-24 0,0 3-39 0,12-8-38 0,8 4-41 15,10 3-40-15,3-1-77 0,3 5-121 0,-1-3-231 16,-2 0-558-16,-1-3 247 0</inkml:trace>
  <inkml:trace contextRef="#ctx0" brushRef="#br0" timeOffset="42589.28">13562 7005 102 0,'0'-6'264'0,"0"2"-5"0,-1 0-3 0,1 4-11 16,0-7-17-1,-1 5-14-15,1 2-25 0,-2-5-18 0,2 5-22 16,0 0-16-16,-1-5-13 0,1 5-17 0,0 0-14 16,0 0-7-16,0 0-14 0,0 0-9 0,4 12 2 0,-3 0-15 15,1 0-5-15,0 4-3 0,-2 2-1 0,1 2-4 16,-1 1-3-16,2 6-6 0,-2-3 6 0,1 1-10 16,-4-7 3-16,5 0-4 0,-2-2 5 0,0 1-10 15,0-5-1-15,0 1-2 0,-2-3-2 0,2 1 2 16,0-3-1-16,-1-2-1 0,1 0 1 0,0-1 1 15,0-1 0-15,0-1-1 0,0-3-1 0,0 5 4 0,0-5-3 0,0 5 7 16,0-5-5-16,0 0-4 0,0 0 1 0,0 0-8 16,0 0-19-16,0 0-20 0,-15-8-39 0,10 0-45 15,-2 3-53-15,0-7-39 0,-5-4-239 0,-2-6-489 16,4-2 218-16</inkml:trace>
  <inkml:trace contextRef="#ctx0" brushRef="#br0" timeOffset="42743.1">13537 6737 148 0,'2'-9'237'0,"0"-2"-9"0,2 3-15 0,-3 2-17 0,0-1-19 15,2 3-16-15,-2 0-20 0,-1 0-21 0,1 2-32 16,-1 2-16-16,0 0-18 0,0 0-28 0,0 0-21 16,10 6-36-16,-8 0-34 0,1 0-58 0,-1 0-152 0,-1 3-297 15,4-2 132-15</inkml:trace>
  <inkml:trace contextRef="#ctx0" brushRef="#br0" timeOffset="43259.65">13941 7020 116 0,'1'-4'227'0,"-1"4"-16"0,0 0-19 0,4-3-22 0,-4 3-16 16,0 0-15-16,0 0-11 0,2 10-12 0,2-5-12 16,-4 6-11-16,0 0-9 0,-1-2-7 0,-3 6-6 15,3 5-8-15,-3-1-7 0,-1 0-5 0,0-1-1 16,-3 6-4-16,3-8-6 0,-4 1-3 0,5-5-4 16,2-3-3-16,-1-1-10 0,-1-4 9 0,4 4-3 15,-2-6 38 1,0 4 47-16,2-4 25 0,0-2 12 0,0 0-20 15,0 0-11-15,7-10-20 0,-1 2-2 0,4-5-15 16,1-3-2-16,0 6-12 0,2-4-10 0,0 0-7 16,0 2 2-16,0 3-8 0,-4 1 0 0,-1 1-9 0,-2 2-6 15,3 1-6-15,-3 0-8 0,0 3-2 0,-1 1-9 16,3 2-4-16,2 2-5 0,-4 1-7 0,4 3-7 16,1 0-17-16,-5 3-16 0,8 2-23 0,-5 2-26 0,3 0-31 0,-4 2-69 15,3-3-101-15,-1-3-179 0,0-1-523 16,2-5 232-16</inkml:trace>
  <inkml:trace contextRef="#ctx0" brushRef="#br0" timeOffset="44230.28">14999 6641 50 0,'1'-15'228'16,"2"4"4"-16,0-1-8 0,-1 4-18 0,-1 1-9 15,3 0-17-15,-3 3-19 0,0-2-20 0,0 2-14 16,2 1-18-16,-3 3-14 0,0 0-11 0,0 0-12 16,0 0-8-16,4 16-7 0,-3-4-4 0,-2 7-8 15,1 6-4-15,-1 6-3 0,-2 2-4 0,0 14-2 16,-4-1 0-16,4 3-6 0,-3-3 0 0,2-10 2 0,2 1-4 0,-1-3-5 15,-1-2 2-15,3-2-5 0,-2 2 0 0,2-4 0 16,-1-4-2-16,2-4 0 0,-3-6-5 0,-1 1 2 16,4-2-8-16,-1-2 0 0,-3-4-12 0,4-1-6 15,-4 0-7-15,0-1-36 0,-1-3-41 0,-4-1-35 16,3-2-62-16,-7 0-174 0,0-3-399 0,3-2 177 16</inkml:trace>
  <inkml:trace contextRef="#ctx0" brushRef="#br0" timeOffset="44410.4">14695 7034 177 0,'0'0'217'0,"0"0"-7"15,0 0-6 1,-3-2-13-16,3 2-14 0,0 0-16 0,0 0-17 16,13-7-15-16,3 4-16 0,15-2-11 0,1 1-5 15,9 1-13-15,11-1-10 0,4 0-11 0,1 2-20 16,-5 1-33-16,-14 1-38 0,0 0-56 0,1-4-55 0,-7 4-186 15,-2-1-350-15,-2-1 155 0</inkml:trace>
  <inkml:trace contextRef="#ctx0" brushRef="#br0" timeOffset="44778.03">15392 7093 185 0,'0'0'200'0,"0"0"-7"0,3 3-6 15,-3-3-13-15,0 0-21 0,10-2-7 0,0 1-22 16,6-2-9-16,1-1-11 0,4 1-9 0,8-3-12 16,1-2-4-16,0 0-5 0,1-1-3 0,1-3-2 15,-3 4-10-15,-3-3-4 0,0-2-3 0,-1 0 1 16,-1 0-8-16,-7 1 1 0,-2 2-2 0,-6 0-3 0,1 4 3 0,-2-4 0 15,-3 5-3-15,-1-4-7 0,-4 4-2 0,0 0-7 16,-4-2-3-16,-1 6-1 0,-4-2-6 0,-5 2-1 16,-8 4 2-16,2 2-6 0,-8 4 4 15,-2 3-6-15,4 0 2 0,-1 5-1 0,1 1-5 0,2 2 2 16,2-1 1-16,2 3-3 0,1 2 9 0,4 1-8 16,5-1 1-16,3 0 0 0,3-4-3 0,3-2-7 0,4 0-17 15,4 0-10-15,3-3-20 0,2 2-41 0,3-5-61 16,0-2-97-16,4-5-127 0,-2 0-407 0,2-5 180 0</inkml:trace>
  <inkml:trace contextRef="#ctx0" brushRef="#br0" timeOffset="45094.68">15878 6924 52 0,'5'-9'265'0,"1"0"-11"16,1 2-29-16,-4 0-21 0,3 4-24 0,0 1-20 15,1 2-13-15,3 2-15 0,0 4-14 0,3 5-8 16,3 3-12-16,2 4-8 0,-2 4-6 0,0 2-10 16,2 0-6-16,-4 1-4 0,-5 1-10 0,0 1-4 0,1 2-5 0,-6-3-6 15,-1 0-2-15,-2-1-4 0,-4-7-3 0,2 0-2 16,-3-2-3-16,-2-4-4 0,1-1-1 0,1-4 1 16,0-2 4-16,-1 1 3 0,1-3 14 0,-1 0 19 15,-3-3 12-15,8 0 10 0,-9-4 16 0,8-1-3 16,-3-2-10-16,3-1 7 0,1-3 9 0,1-4-10 15,-1-2-9 1,5-1-12-16,2-1-4 0,7-7-14 0,0-3-22 16,4 3-26-16,2 2-12 0,4-1-34 0,-2 2-26 0,2 6-24 15,-2-1-34-15,-4 7-39 0,1 1-54 0,-5-1-57 16,3 2-214-16,-7 4-529 0,2-2 234 0</inkml:trace>
  <inkml:trace contextRef="#ctx0" brushRef="#br0" timeOffset="45649.16">16417 6929 168 0,'-1'-2'293'0,"1"2"-28"16,1-6-25-16,-1 6-23 0,0 0-25 0,0 0-22 0,0 0-17 15,0 0-17-15,0 0-14 0,0 0-14 0,0 0-13 16,3 19-6-16,-5-9-8 0,2 2-11 0,-2 0-7 15,0 3-3-15,-1 2-10 0,-2-1-1 0,1 0-7 16,-1 0-3-16,0 1-9 0,1-5 0 0,1-1-2 16,2-2 3-16,-2-2-9 0,1-2 1 0,-1 0 0 15,2 0 5-15,0-1 14 16,1-4 26-16,-2 5 33 0,2-5 4 0,0 0-7 16,0 0-23-16,12-13-10 0,-6 5-5 0,5 1-9 15,1-6-7-15,1-1-1 0,2 0-5 0,3-6-6 0,0 8-3 16,-5-5-2-16,2 5-10 0,1 2 4 0,-5 0 0 15,-3 5-5-15,-1 0-2 0,-1 1 1 0,-1-1-3 16,1 1-7-16,-2 1-4 0,1 3-8 0,-5 0 4 16,8 3-8-16,-3-1 3 0,-3 5-1 0,2-2 2 0,0 4-5 15,0 1 5-15,-2 1-5 0,0 5 0 0,-1-3 3 16,0-2 15-16,-1 5-15 0,-1-3 0 0,1-1 3 16,0-2-4-16,0 0 3 0,0-4 5 0,0 2 0 15,0-4 1-15,-1 0 1 0,2 0 13 0,-1-4 4 16,1 2 2-16,-1-2-5 0,0 0 0 0,13-13-4 15,-3 7-3 1,-3-3 1-16,0-1 1 0,7-3-1 0,-1 0 15 0,1-1-17 16,-4-2-1-16,3 4-3 0,0 1 4 0,-3 3 1 15,-1 1 0-15,0 0 4 0,-1 0-11 0,-4 3 18 16,-1-1-18-16,1 3-2 0,0 0-2 0,2 1-8 16,2 1 0-16,-8 0-9 0,16 4-10 0,-6 0-17 15,-1 1-24-15,-2 0-24 0,3 2-36 0,-1 0-62 16,3 0-83-16,-5 0-238 0,2-2-555 0,3-2 245 0</inkml:trace>
  <inkml:trace contextRef="#ctx0" brushRef="#br0" timeOffset="46049.15">17214 6856 14 0,'3'-1'201'0,"2"-1"-1"0,-5 2-11 16,8-3-2-16,-6 2-24 0,-2 1-14 0,4-3-13 0,-4 3-14 16,3-3-13-16,-3 3-8 0,0 0-8 0,2-2-9 15,-2 2-11-15,0 0-3 0,0 0-7 0,0 0-4 16,-13 9-4-16,5-3-6 0,-3 3-1 0,-3 0-7 15,1 4-3-15,-2 1-5 0,4-1 1 0,-1 1-6 0,-2-1 0 16,5 3-1-16,0-1-4 0,-1 2 1 0,6 0-7 16,0 1-2-16,3 1 2 0,1 2-4 0,1-2 4 15,5-2-1-15,2 3-1 0,5 2-1 0,0-1 0 0,1-6-1 16,0-1-2-16,-1 0-2 0,-2-1 0 0,-3-8-3 16,0 4-1-16,-2-2-1 0,-2-2 0 0,0-1-4 15,-4 0 1-15,-3 0-1 0,-3-1-3 16,-8-2-3-1,-7 0-33-15,-7-1-57 0,-4-1-89 0,-4-2-201 0,1-2-417 16,3-4 184-16</inkml:trace>
  <inkml:trace contextRef="#ctx0" brushRef="#br0" timeOffset="46897.17">18436 6822 59 0,'0'-5'209'0,"0"1"-8"0,0 1-9 0,0 3-16 0,0-7-11 15,0 4-21-15,0 3-12 0,0 0-20 0,0-5-10 16,0 5-9-16,0 0-14 0,0 0-8 0,-13 10-5 16,7 0-9-16,-6 3-2 0,-2 2-4 0,-3 8-9 15,1 1-1-15,0 1-4 0,0-1-6 0,2-1-1 16,3 2-5-16,3-6 1 0,2-2-7 0,2 0 0 16,2 0 2-16,4-3-4 15,-1-2 2-15,3-1-2 0,3-2 2 16,0 1 5-16,3-3 15 0,3-2 9 0,6-3 8 15,3-2 5-15,-1-3 9 0,9-4-13 0,-11 1 1 16,7-5-2-16,-7 2-3 0,-3-3-5 0,1-1-6 0,-5-2-5 16,0-2-3-16,-2 0 7 0,-2 0-15 0,-4-1-4 15,2-10-5-15,-8 10-3 0,-1 1-7 16,0-1-5-16,-7-1-4 0,0 2-9 0,-4 2-4 0,-1 1-18 0,-8 0-8 16,3 7-23-16,-7-4-23 0,6 6-23 0,-1 1-31 15,2-1-36-15,2 4-233 0,0-2-444 0,5 1 196 16</inkml:trace>
  <inkml:trace contextRef="#ctx0" brushRef="#br0" timeOffset="47281.87">18860 6538 28 0,'3'-6'269'0,"-2"1"-27"0,-1 0-27 16,4 3-18-16,-4 2-25 0,0-5-22 0,0 5-13 15,0 0-18-15,-4 12-8 16,0 2-14-16,-1 4-10 0,-3 10-10 0,-2 6-5 16,-5 12-1-16,-1 5-15 0,1 5-2 0,1-2-6 15,1 0 0-15,3 0-4 0,0-6-7 0,5 0-3 16,4-12-2-16,-1-4-8 0,2-3 9 0,0 1-8 16,3-5-1-16,0-7-6 0,-1-1 3 0,0-7-1 15,1 0 3-15,-2-3 9 0,1-3 30 0,-1 3 35 16,-1-4 33-16,1-1 31 0,-1-2-3 0,0 0-18 0,0 0-19 0,0 0-15 15,-2-21-18 1,-2 8-15-16,-2-4-11 0,-2-2-9 0,-3-6-22 0,-5 0 16 16,1 0-21-16,-2-2-3 0,3-1-5 0,1 5 6 15,4 5-1-15,0 0-5 0,0 2 3 0,4 6-1 0,0 0 6 16,3 3-1-16,0 0-11 0,6 0-3 0,10 1-13 16,9-2-13-16,14 3-16 15,17-1-31-15,7 4-39 0,34 4-52 0,1-2-80 16,2 0-124-16,4 0-184 0,-6-4-584 0,1-7 258 15</inkml:trace>
  <inkml:trace contextRef="#ctx0" brushRef="#br0" timeOffset="48258.96">20773 6377 193 0,'0'0'187'0,"-5"-1"-19"0,5 1-10 0,0 0-13 15,-6-2-11-15,6 2-12 0,0 0-10 0,0 0-12 16,0 0-9-16,16-3-14 0,4 3-6 0,10-1-5 16,5-2 2-16,4 3-12 0,16-4-2 0,1 1-5 15,6 0-2-15,0-1 0 0,-1 1-9 0,0-1 1 16,-8 3-5-16,0-3-8 0,-19 1 0 0,-2 3-11 0,-1-2-4 0,-12 2-8 16,-7-2-3-16,-1 2-14 0,-2-1-5 0,-4 0-16 0,-5 1-13 15,0 0-13-15,0 0-7 0,0 0-8 0,-32-3-15 16,12 5-2-16,-2-2 4 0,2 0 7 0,-9 0 3 15,8 1 10-15,-9-1 7 0,9 1 3 0,3 2 4 16,-4-5 12-16,5 4 5 0,-3-2-9 0,6 2 15 16,1-4 3-1,4 2 14-15,-1 2 5 0,6-4 10 0,-4 4 8 16,8-2-2-16,-10 0 6 0,6 0 4 0,4 0 12 16,-7 3-2-16,7-3-2 0,0 0 8 0,-8 0-4 15,8 0-10-15,0 0 1 0,-5 0-21 0,5 0 24 16,-4 5-2-16,3-1-4 0,-3 4 9 0,-2 1-12 15,-1 6 20-15,1 4 0 0,-4 8 4 0,-3 2 14 16,1 2-6-16,-7 13 0 0,1 2 10 0,-1 0-8 0,-3 2 5 0,3 3-5 16,-4 3 1-16,3-2 3 0,4 1-10 0,0-3-3 15,2-3-4-15,0 1-2 0,5-13-7 16,0 1-2-16,1-2-1 0,3-3 0 0,-1-2-2 0,-1 0-2 16,1-4-2-16,-3-1-3 0,1-8-1 0,2-3 3 15,2-1 3-15,-5-2 6 0,4 0 5 0,-3-2 17 16,2-2 17-16,-3-2 10 0,0-1 0 0,-2-2 2 0,-3-2-4 15,1 0-6-15,-5-5-11 0,0 0-4 0,-2-2-3 0,0-1-8 16,1 0-2-16,3-1-2 0,0 1-4 16,2 0-1-16,5 3-7 0,0 0 0 0,0 0-2 15,4 4-5-15,0-2-2 0,1 0-1 0,2 3-12 16,2 1-33-16,-7-3-33 0,5 0-17 0,2 3-15 0,0 0-14 16,0 0-31-1,0 0-39-15,4 11-214 0,-1-9-429 0,3 0 190 16</inkml:trace>
  <inkml:trace contextRef="#ctx0" brushRef="#br0" timeOffset="48584.05">21194 7235 154 0,'6'-4'331'0,"-6"1"-22"0,6-1-24 0,-6 4-27 16,4-3-21-16,-3 2-26 0,-1 1-26 0,0 0-25 0,0 0-15 15,0 0-15-15,0 0-17 0,-5 16-7 0,-3-7-18 16,-2 6-6-16,5-5-10 0,0 3-6 0,-2 0-8 31,2 2-5-31,1-3-8 0,4 0-1 0,-2-1-9 0,2-1 9 16,4 1-11-16,-4-4 1 0,7 1-4 0,0-1 2 16,2-3-2-16,4 1 6 0,-2-4-2 0,2 0 5 15,1-2 4-15,-1 0 23 0,-4-3 7 16,4 0 14-16,-7 0-20 0,5-1-10 0,-4-2-7 0,-1 0-5 15,-2-3-9-15,-1 0-6 0,-2 1-14 0,-3-1-29 16,-4-2-38-16,-1 2-32 0,-7 0-32 0,-8 1-33 0,-5 1-42 16,0 4-43-16,-1 1-303 0,-1-2-581 0,6 1 256 15</inkml:trace>
  <inkml:trace contextRef="#ctx0" brushRef="#br0" timeOffset="50240.43">23012 6672 115 0,'-13'-5'184'0,"-5"3"-13"0,-10 0-18 16,0 2-14-16,-5 2-10 0,0 3-16 0,-2 1-10 15,6 2-8-15,-2 3-12 0,3 3-8 0,1-1-13 16,4 2-1-16,1 0-9 0,6-3-2 0,3 2-9 0,-2 3-2 15,6-1 0-15,0-2-12 0,4 3 5 0,1-1-3 16,3-4-3-16,1 1 2 0,3-4-2 0,4 1 5 0,-1-2 17 16,4-1 4-16,4-2 5 0,3 0 5 0,3-5 6 15,0 0 3-15,1 0 2 0,1-6 8 16,-3 1-2-16,3-1 5 0,-3-2-1 0,-2-2-3 16,-2 0 4-16,2-2-3 15,-2 0-5-15,-2 0-9 0,2 2-5 0,-6 3-6 16,-2-2 4-16,1 2 1 0,-4 1-4 0,1 2-6 15,-1-1-5-15,0 2 3 0,-1 1-18 0,-1-3-3 16,3 3-6-16,-5 2-19 0,4-3-19 0,-4 3-17 0,0 0-2 16,0 0 1-16,0 0 2 0,3 7 3 0,-1-4-6 15,-2 3 0-15,4-1 1 0,-1 3 11 16,3 0-3-16,-1 1 1 0,5-1 3 0,-1 1 2 0,0-2 5 0,5-2 0 16,3 2 2-16,1-4 5 0,2 1 0 0,1-1-4 0,0-1 1 15,0-4 3-15,-2 2 3 0,0-3 1 16,2-2 7-16,-2-1 5 0,-4 0 14 0,-1 0 13 15,0 1 18-15,-2-1 9 0,-3 2 9 0,0-1 3 16,0 3 4-16,-4-3 0 0,-1 4-10 0,1 0-9 0,-2-2-4 16,-3 3-12-1,7-2-9-15,-7 2-6 0,4 0-10 0,-4 0-16 16,0 0-2-16,0 0-2 0,5 5-4 0,-5-1 9 16,0 1 2-16,0 2-7 0,0 3-4 0,1 2 7 15,-2 0-2-15,1 1 6 0,-3-1-10 0,2 3 6 16,-2 2 1-16,2-8 1 0,1 1-3 0,-1 1-2 15,-1-3 1-15,2-2 1 0,0 0 6 0,-1-1 2 16,2-3-3-16,-2 2 15 0,1-4 20 0,0 0 35 0,0 0-9 0,0 0-5 16,0 0-9-16,16-11-3 0,-10 1-8 0,7-3 0 15,-3-2 10-15,3 0-23 0,3-7-5 0,-2 7-7 16,-1 0 6-16,0-2-2 0,0 5 15 0,-7 1-19 16,3 3-4-16,-5 1-3 0,2 3 3 0,-2-2-9 15,0 2-1-15,-1 1-23 0,-1-1-30 0,-2 4-27 16,4-1-8-16,-4 1 8 0,0 0 8 0,11 8 10 0,-7-4 2 0,4 4 5 15,0 1 5-15,4 5 7 0,3 1 13 0,6 2-9 16,2-2-1-16,4 3-5 0,6-2 3 0,3-3 0 16,0-1 6-16,15 0 3 0,-13-5-4 0,13 1-2 15,-1-4 9-15,-13-2-4 0,2-2 1 0,0-3 4 16,-2-1 2-16,-1-1 4 0,-4-2 2 0,-4-1 2 16,-7 1-2-16,-2-3 6 15,-3-2 11-15,0 1-2 0,-5-1 6 0,-2 1 10 16,-3-1-7-16,-2 3-2 0,-2-3 0 0,-4 0-3 15,0 2-1-15,-6-1 7 0,-1 2-5 16,0 1-2-16,-10-1-2 0,1 3-1 0,-1 0 4 0,-3 2-6 16,2 2 11-16,-7 2-7 0,8 0-3 0,-3 0 9 15,4 1-7-15,2 4-7 0,3-2-4 0,0 2-3 16,4 2 1-16,0-2-9 0,3 0 0 0,-1 0 4 0,2-1-1 16,3 4 5-16,0 1-3 0,2-2 7 0,3 1-2 0,2-2 5 15,4 4 6-15,0-7-6 0,1 2 1 0,4-1 1 16,-1-1-3-16,6-3 6 0,-1-5-1 0,0 0 2 15,-4-4 2-15,5 1-1 0,-6-3 0 0,1-2 7 16,-1-1 9-16,0-1 7 0,-2-2 3 0,-2-1-1 16,5-7-1-1,-2 0 10-15,-2-3 7 0,-1-1 5 0,-2-1 0 16,6-3 3-16,-8-3-8 0,4 1 4 0,3-11 0 16,-5 13 8-16,0 1 0 0,-2 1 0 0,0 6 14 15,-1 6-1-15,0 2-3 0,-2 0 11 0,1 8-6 0,-1-1-8 16,-2 3-8-16,3 4-11 0,-2-3-19 0,-2 1-30 15,1 5-32-15,0 0 8 0,0 0-1 16,0 0 3-16,-4 19 7 0,0 0 1 0,-3 7 0 0,-1 5 5 0,-1 4 2 16,-8 7 1-16,3 4 1 0,-1 1 3 0,5-12 10 15,-1 0-6-15,3 0-4 0,1 1 1 0,2-4 4 16,1 0 4-16,2-1-3 0,0-1 1 0,2-1 4 16,0-4 3-16,-1-8-9 0,2-5 5 0,-1 0 4 15,2-1-1-15,-2-2-4 0,1-3 3 0,-1-1 0 16,0 2 6-16,0-2 2 15,0-2 18-15,0 1 11 0,0-4 15 0,0 6 7 16,0-6 19-16,0 0 15 0,0 4-10 0,0-4 11 16,1 3-8-16,-1-3-2 0,0 0-6 0,0 0-7 15,0 0-11-15,0 0-4 0,18-8-9 0,-1 3-7 16,12-1-20-16,7-1-36 0,1-3-44 0,23-5-45 16,1-2-56-16,30-8-72 0,6 1-101 0,-1 0-310 15,-4-2-698-15,1-4 309 0</inkml:trace>
  <inkml:trace contextRef="#ctx0" brushRef="#br0" timeOffset="51058.05">25253 6222 88 0,'0'0'199'0,"-6"-2"-2"0,6 2-13 0,0 0-22 16,-5 0-10-16,5 0-11 0,0 0-14 0,0 0-11 15,0 0-11-15,34 0-13 0,-6 0-10 0,2 0-8 16,7 0-8-16,13 0-2 0,-11 0-8 0,11-4-4 0,-12 3-2 16,3-2-9-16,-2 0-5 0,-2-1-1 15,-3 3-10-15,-3-3-1 0,-11 2 0 0,-1-1-2 16,-6-1-2-1,0-1-2-15,-3 1-8 0,-6 0-6 0,0 0-4 0,-4-1-7 16,0 5-11-16,-9-9-9 0,0 6-11 0,-5 0 0 16,-3-1-11-16,0 2-7 0,-2 1 5 0,2-3-4 15,-1 6 0-15,5-2 8 0,0-2-5 0,-1 2 5 16,3 0 9-16,-1 2 5 0,2-2 2 0,2 0 10 16,3 0-6-16,5 0 6 0,-11 0 0 0,4 0 8 15,7 0 13-15,-5 2 2 0,5-2 15 0,-5 1 14 0,5-1 9 16,0 0 6-16,0 0-2 0,-9 1-6 0,9-1 0 15,0 0-4-15,0 0-7 0,0 0-5 0,0 0-2 0,-7 1-1 16,7 3-6-16,-3 1 1 0,-1 3-4 16,-2 3 9-16,-2 6 5 15,-1 8 4-15,-4 2 0 0,-3 6 3 0,-5 14 7 16,5 1 0-16,-5 2 4 0,5-1-4 0,-1 2 4 0,4 2-3 0,-1-4-1 0,5 0-4 0,0-1 0 16,0 2-5-16,4-4 0 0,4-11-5 0,-3-1 2 15,2-1-4-15,-1-2-3 0,-1-2-2 0,0-2-2 31,-1-8-1-31,0-4 1 0,1 1-2 0,-1-4 8 16,1-2-3-16,0-3 5 0,1-2 19 0,-5 0 8 0,2-3 10 16,-5-2 8-16,-1-2 4 0,-1-2 0 0,-5-4 17 0,3 0 8 15,1-1-3-15,-2-4-11 0,6 2 3 0,-3 0-2 16,3 0 0-16,2 3-9 0,2-1 34 0,-2 3-10 16,3 2-13-16,1-1-7 0,-1 1-11 0,5 1-1 15,-4-2-9-15,1 3 4 0,3 2-28 0,-3-5 2 16,3 5-12-16,-4-2-27 0,4 2-30 0,0 0-28 0,-4-3-34 15,4 3-37-15,0 0 0 0,0 0-20 0,0 0-14 16,0 0-43-16,2 12-61 0,0-9-267 0,3 1-581 0,4-2 257 16</inkml:trace>
  <inkml:trace contextRef="#ctx0" brushRef="#br0" timeOffset="51274.44">25749 6989 111 0,'0'0'381'15,"0"-3"-12"-15,1 1-28 0,-1 2-30 0,0 0-31 16,0 0-35-16,2-5-25 0,-2 5-26 0,0 0-30 16,0 0-18-16,0 0-14 0,2 16-14 0,-2-6-9 15,-5 8-20-15,5 1-14 0,-4 9-32 0,0 1-38 0,-1 1-42 0,1 4-55 16,-4 2-56-16,0-2-102 0,-2-2-218 0,1-3-507 15,1-10 224-15</inkml:trace>
  <inkml:trace contextRef="#ctx0" brushRef="#br0" timeOffset="53061.97">6552 8983 163 0,'1'-5'256'16,"-1"0"-20"-16,2 1-21 0,-1 0-22 0,-1 4-24 15,0 0-23-15,0 0-24 0,0 0-10 0,0 0-13 0,0 0-11 0,-6 22-9 16,0-2-7-1,-2 5-9-15,0 7-7 0,-1 1-1 0,-5 13-5 16,4-1-7-16,2-12-1 0,-7 11-3 0,7-7-4 16,0-3-6-16,4 0-1 0,-3 1-3 0,1-4-5 15,2 0 1-15,1-4-4 0,-1-1-2 0,2-8-2 16,0-2 0-16,1-4-2 0,0 0 1 0,-2-4-4 16,3-1 1-16,-1 0 1 0,1-3 0 0,-2 2 3 0,2-6-8 15,0 0-9-15,0 0-21 0,0 0-21 0,-4-22-11 16,4 6-5-16,-2-9-17 0,1-4-5 0,1-1-8 15,0-5-3-15,1-21-8 0,5 2-9 0,0-3-6 16,-2 1-19-16,3 0 26 0,-1 0 16 0,0-1 32 16,-3 3 25-16,1 3 31 0,0 3 28 0,-1 14 56 15,-2 3 36-15,-1 2 19 0,1 2 16 0,-1 10 11 0,0 0 5 16,3 6 0-16,-3 1-14 0,0 3-16 0,1 1-15 16,-1 0-8-16,3 0-17 0,-3 2-13 0,1-1-8 15,3 3-6-15,6 2-7 0,4 2-16 0,8 4-12 0,10 2-17 16,1 4-19-16,0 4-24 0,1 0-23 15,-1 3-35-15,-4 3-33 0,-2 1-42 0,-1 2-54 16,-3-1-212-16,-9 1-462 16,-3 3 205-16</inkml:trace>
  <inkml:trace contextRef="#ctx0" brushRef="#br0" timeOffset="53224.97">6492 9711 19 0,'0'3'168'0,"4"1"22"0,-3-1-3 16,7-2-4-16,6 1-15 0,7-2-19 0,12-1-11 15,1-3-19-15,3 1-12 0,0 1-26 0,3-1-56 16,-3 1-55-16,0-3-90 0,-6-2-111 0,-6 0-250 16,-7 0 111-16</inkml:trace>
  <inkml:trace contextRef="#ctx0" brushRef="#br0" timeOffset="53394.06">6575 9511 203 0,'-5'2'309'15,"5"-2"-27"-15,-10 1-21 0,10-1-21 0,-7 0-21 16,7 0-22-16,0 0-16 16,0 0-21-16,0 0-19 0,0 0-23 0,31-5-22 15,2 2-35-15,3 1-34 0,18 1-42 0,1 1-44 16,0-2-70-16,-2-1-78 0,-13-1-141 0,-4 3-376 15,0-3 166-15</inkml:trace>
  <inkml:trace contextRef="#ctx0" brushRef="#br0" timeOffset="54680.4">7503 9058 69 0,'1'-5'239'0,"-1"5"-27"15,0-4-20-15,0 4-20 0,0 0-20 0,0 0-20 16,0 0-13-16,0 0-16 0,0 0-11 0,0 0-9 16,-10 12-7-16,3-1-8 0,0-1-7 0,-3 5-5 15,-3-1-5-15,-4 10-4 0,1-1-3 0,-2-1-5 16,-1 1-5-16,-2 1 2 0,1 0-8 0,-1-2-3 15,5 0-11-15,-1-1-4 0,2-1-10 0,-1-3-23 0,2-5-11 0,0 3-21 16,0-2-36-16,2-1-27 0,0-3-188 0,6-3-331 16,-5 0 147-16</inkml:trace>
  <inkml:trace contextRef="#ctx0" brushRef="#br0" timeOffset="54896.12">7208 9198 109 0,'1'-12'286'0,"1"1"-5"0,1 5-12 0,-2-3-18 0,-1 2-20 16,2 2-25-16,-2 0-20 0,1 0-15 0,-1 2-31 16,0 3-26-16,2-2-12 0,-2 2-12 15,0 0-9-15,10 12-8 0,-7-4-8 0,9 8-10 0,-6 1-6 16,4 0-7-16,3 3-6 0,0 4-7 0,2 0-6 16,-1 0-8-16,3 0-7 0,-4-1-26 0,1-1-16 0,-3-4-21 15,0-1-19-15,1 5-23 0,-4-6-31 0,4 0-47 16,-7-4-214-16,3-5-421 0,-2 4 187 0</inkml:trace>
  <inkml:trace contextRef="#ctx0" brushRef="#br0" timeOffset="55444.43">7853 8965 9 0,'3'-4'269'0,"-6"-3"-24"16,6 2-28-16,-3 3-22 0,0 2-26 0,-3-4-23 16,3 4-24-16,0 0-9 0,0 15-12 0,0 2-9 15,0 7-13-15,-4 6-6 0,-2 6-9 0,2 14-3 16,-2 4-7-16,-6 0-6 0,5 5-4 0,-5-3-3 0,4 0-8 16,-2 0-3-16,2-3-1 0,3-1-4 0,0-3-1 0,-3-3 2 15,2-14-5-15,2 0-3 0,-1-1-2 0,1-4-4 16,-1 0 1-16,3-8 2 0,0-2-1 0,-3-1-5 15,4-3 0-15,-1-3-11 0,-1 1-14 0,2-3-7 16,-2-4-18-16,1 2-14 0,0-2-26 0,-2-1-76 16,4-3-187-16,0 0-372 0,-19-12 165 0</inkml:trace>
  <inkml:trace contextRef="#ctx0" brushRef="#br0" timeOffset="55713.68">7833 9247 11 0,'-3'-4'232'0,"3"4"-19"0,0-4-23 0,0 4-21 15,0 0-18-15,0 0-18 0,0 0-13 0,13 12-5 16,-4-3-15-16,2 5-14 0,2 2-3 16,4 4-8-16,-1 4-10 0,-2-2-5 0,4 0-7 0,-8 1-3 15,2 2-6-15,-2-6-5 0,-5 0-14 0,0-1 7 16,-2-4-9-16,-3-1-5 0,-3 0-1 0,-2-3 1 15,-3 2-5-15,-7-2 1 0,1 0-1 0,-6-4-6 0,-1 0 0 16,-5 3 0-16,4-7-9 0,-5 1 2 0,5-3-15 0,2 0-20 16,1-3-26-16,2-1-47 0,0-3-30 0,1-4-166 15,7 2-330-15,2 0 146 0</inkml:trace>
  <inkml:trace contextRef="#ctx0" brushRef="#br0" timeOffset="56030.67">8033 9239 97 0,'9'-7'237'0,"1"3"-22"0,-1 1-18 0,-1 1-16 15,1 0-19-15,1 2-17 0,0 1-8 0,1 2-13 0,1 2-11 16,4 3-11-16,-1 1-10 0,-1 3-9 16,-4-1-8-16,3 4-3 0,0 0-10 0,-2 2-8 0,-3 0-2 0,1 5-5 15,-1-3-5-15,-3 0-9 0,-4-2 4 0,-1 0-5 0,0 2-3 16,0-8 0-16,0 3-2 0,-5-2 1 15,5-3 0-15,-1 1 2 0,-2-5-2 0,2 1 11 16,-3-2 16-16,4 1 19 0,-1-1 25 0,-2-1 20 16,3-3 22-16,0 0-11 0,0 0-6 0,0 0 3 15,0 0 10-15,-5-15-16 16,5 6-14-16,0-4-12 0,1 2-13 0,3-5-17 16,3-2-14-16,3-7-22 0,0 1-30 0,3 1-25 15,5 3-23-15,-2 0-25 0,0 6-25 0,-2 2-34 16,4 2-27-16,-2 0-44 0,0 3-28 0,1 0-41 15,-5 2-216-15,1 2-530 0,-2 3 234 0</inkml:trace>
  <inkml:trace contextRef="#ctx0" brushRef="#br0" timeOffset="56347.03">8442 9394 10 0,'0'0'206'0,"0"0"9"0,0 3 10 16,0-3 7-16,0 0 6 0,0 0-4 0,0 0-23 15,0 0-11-15,0 0-31 0,26-8-14 0,-11 1-12 0,3 0-5 0,1-3-6 16,-2 3-13-16,2-3-17 0,-2 1-4 0,0-4-14 16,1 4-3-16,0-4-18 0,-3-1 10 0,2 5-16 15,-3-4-7-15,-1 1-9 0,-5 3 4 16,0 1-11-16,-2-1-7 0,-1 0-8 0,-4 6-6 0,-1-2-1 16,-3 1-6-16,-3 1-3 0,-5 3-2 0,-2 3-2 15,-5 3 3 1,-3 2-2-16,-3 5-2 0,0 4 2 0,0-2-3 15,2 3 2-15,0 1 0 0,4 2-2 0,3 1 1 0,1 0-4 16,8-5-21-16,-1-1 1 0,7 2 2 0,0 1-4 16,7-2-3-16,2 0-14 0,10 5-25 15,4-7-39-15,5 0-62 0,4-6-93 0,2-4-174 16,2-1-474-16,1-1 210 0</inkml:trace>
  <inkml:trace contextRef="#ctx0" brushRef="#br0" timeOffset="56769.38">9171 9223 19 0,'0'0'290'15,"0"0"-20"-15,0-5-20 0,0 5-27 0,0 0-17 16,0 0-17-16,0 0-21 0,0 0-17 0,0 0-19 16,0 0-11-16,0 0-18 0,0 0-13 0,-16 4-8 0,5 1-6 0,-2 0-8 15,-2 6-9-15,-1-3-5 0,-3 1-4 0,5 1-8 16,-4 2-5-16,1-4-3 0,3 5-6 0,4-2-3 16,-1-1-1-16,0 4-4 0,4-5-8 0,2 3 3 15,-2-3 0-15,5 3-5 0,1 0 1 0,3-2-1 16,6 3 0-16,-1 0-5 0,5 2 4 0,4-4-1 15,2 1 1-15,0-2-3 0,1 2-1 0,-1-4-1 0,0-1 1 0,-2 0-5 16,-5-2-7-16,1 0 0 0,-6-3-6 0,3 2 0 16,-4-2-7-16,-1 1-1 0,0-2 0 0,-3 2 2 15,-1-3 2-15,0 0 5 0,-10 7-3 0,0-5 3 16,-3 1 2-16,-1-3 2 0,1 2-2 0,-5 1-4 16,5 0-28-16,-6-2-35 0,6 0-30 0,2 1-37 15,-2-1-53 1,0 0-164-16,2-1-389 0,4-2 173 0</inkml:trace>
  <inkml:trace contextRef="#ctx0" brushRef="#br0" timeOffset="57101.66">9477 9261 39 0,'4'-5'360'0,"0"1"-25"0,-2 1-23 0,0-2-30 15,0 1-22-15,-2 0-27 0,0 4-19 0,4-4-31 16,-3 3-23-16,-1 1-22 0,0 0-22 0,0 0-12 16,0 0-13-16,-11 9-10 0,3-2-14 0,3 0-7 15,-3 4-10 1,1-3-11-16,-1 4-10 0,2-2-1 0,1 2-6 16,-1 0-1-16,2 5-2 0,2-3-4 0,0 1-5 15,2 1 0-15,3 0 1 0,1 1-2 0,0 0-2 16,4 1 2-16,2 0-4 0,0-1 1 0,2-1 0 15,0 1-1-15,0-2-4 0,-2 0 4 0,-1-1-3 16,-3 1 1-16,-2-5-8 0,0-1-4 0,0 0 0 16,-4 2-4-16,-1-4 4 0,-3 4 1 0,-5-5 2 0,-4 3 1 0,-1-1 0 15,-6-3-7-15,-1 2-16 0,2-2-60 0,-8 0-74 16,0-2-98-16,-3-4-195 0,8-2-493 0,4-4 219 16</inkml:trace>
  <inkml:trace contextRef="#ctx0" brushRef="#br0" timeOffset="58173.21">11201 8931 15 0,'-6'-1'129'0,"-1"-2"-9"0,2 2-14 0,-3-2-8 15,3 2-3-15,5 1-8 0,-9-2 11 0,9 2-6 0,-6-2-5 16,6 2-3-16,-5 0 8 0,5 0 6 0,0 0-3 16,-5-3 0-16,5 3 2 0,0 0-5 0,0 0-3 15,-3-2 1-15,3 2-6 0,0 0-7 0,0 0-7 16,0 0-4-16,15-2-11 0,0 1-3 0,6 0-5 0,11 0-2 15,18-1-5-15,-9-1-2 0,15 1-5 0,-2-1-3 16,2 2-3-16,-5 0-5 0,-12-2-2 0,-4 2-5 16,0 0-4-16,-7 0-2 0,-9 0-8 0,-5 1-8 0,-1-1-10 15,-5 1-19-15,-3-2-31 0,-5 2-26 0,0 0-6 16,0 0 2-16,-21-4-19 0,3 2-8 0,-2 1 9 16,-2-1 10-16,0 1 13 0,-7 0 6 0,2 0 10 0,6 1 15 0,0 0 1 15,-2 0 2-15,4-2 12 0,6 1 19 16,0 1 6-16,3 0 21 0,-1-2 16 0,4 2 23 15,0 0-1-15,7 0 24 0,-9-2 3 0,5 0 7 16,4 2 7-16,0 0-5 0,-8-1 4 0,8 1-2 0,0 0-7 31,0 0-17-31,-4-1-1 0,4 1-2 0,0 0-8 16,0 0-6-16,0 0-8 0,-9 6-2 0,7-1-9 0,1 1 4 16,-2 5-1-16,-1 4-8 0,-1 4 11 0,-1 9-1 15,-2 4-3-15,0 4 6 0,-2 12 0 0,-1 7 3 16,0-2-3-16,4 2-4 0,-2-2-3 0,1 1-1 15,3 1 3-15,1-4-1 0,3 0-3 0,-2-15-6 16,2 10 1-16,0-13 1 0,-2 0-3 0,-2-2 1 16,0-2-3-16,1-2 2 0,-1-6 0 0,0-2 3 0,-3-3 4 0,2-2 1 15,-2-2 2-15,0-3 9 0,2-1 12 0,-4-3 4 16,-2 0 4-16,-2-1-2 0,-2-4-1 0,-2-2-6 16,1-1 0-16,-2-1-3 0,1-4-1 0,-2 2-6 15,-2 0 2-15,-2-6-8 0,4 1-1 0,4 3-3 16,1 0-3-16,-1 1 1 0,5 0-7 0,1 2-32 15,-1 2-63-15,4 2-71 16,0 0-70-16,7 1-200 0,-9-2-464 0,9 2 206 16</inkml:trace>
  <inkml:trace contextRef="#ctx0" brushRef="#br0" timeOffset="59203.02">11528 9619 95 0,'0'0'205'0,"0"0"-10"15,-1-5-11-15,1 5-15 0,0 0-10 0,0 0-14 16,0 0-10-16,0 0-13 0,13-3-13 0,1 2-8 16,5-2-17-16,8 3-5 0,3-3-12 0,2 2-5 15,-1 0-4-15,0-2-9 0,-5 2-7 0,-5-2-9 16,-7 3-3-16,-1 0-8 0,-3-1 1 0,-2 1-6 0,-3 0-6 16,-5 0-1-1,9-1-6-15,-9 1 1 0,0 0 2 0,0 0-2 16,-23-5-5-16,10 4 3 0,-6 1-3 0,1-1 3 15,5 1 3-15,-6-3-4 0,6 3-4 0,-6-2 5 16,7 2 4-16,1-3-5 0,2 3-4 0,3 0 2 16,6 0 4-16,-16-2-5 0,13 4 5 0,3-2 1 15,0 0-2-15,-10 0 1 0,10 0 0 0,0 0-1 16,-6 0-1-16,6 0-4 0,0 0-1 0,0 0 0 0,0 0 0 0,-6 0-2 16,6 0-1-16,-4 4-1 0,4-4-2 0,0 6 2 15,0-1 2-15,0 2-1 0,2 3-2 16,-2-1 1-16,0 3 0 0,2-2 7 0,-1 3-6 0,1 3 6 15,1 1 3-15,2 0-5 0,-1 1 1 0,1 0 1 0,-1 2-2 16,1-2-2-16,-2 8 6 0,-1-9 4 16,-1 1-5-16,2-1-1 15,-6 1 2-15,2-2 2 0,-1-4-2 0,-2-3 0 0,0-1 0 16,0-1 0-16,-2 1 1 0,1-3 2 0,-1-1 1 16,-1 1 6-16,2-4 0 0,-2 0 25 0,7-1 6 15,-11-2 18-15,3-3 8 0,3 1 15 0,3 1 11 16,-1-5 5-16,0 4 4 0,1-1-3 0,1 0-2 15,-1 1-18-15,2-2-10 0,-1 1-5 0,2 1-11 16,2 2-6-16,-1-1-9 0,2 1-8 0,5-1-14 0,-3 3-31 0,2 0-19 0,3 1-34 31,2 3-39-31,2 3-41 0,-1-2-65 0,-3 0-269 0,-1 0-520 16,1 2 230-16</inkml:trace>
  <inkml:trace contextRef="#ctx0" brushRef="#br0" timeOffset="59537.51">11315 10159 36 0,'-9'1'172'0,"1"0"-12"16,3-1-5-16,1 3-1 0,4-3-4 0,-5 2-6 15,5-2-9-15,-4 1-1 0,4-1 5 0,0 0-4 16,13 2-8-16,9-2-14 0,6 0-10 0,6 0-12 16,7-2-9-16,14 1-9 0,0-5-5 0,4 3-4 15,-3-3 13-15,-1 2-2 0,0 0-2 0,-3-2-5 16,-13 2-7-16,-5 2-5 0,-6-2-4 0,-10 2-7 0,-5-1-1 0,0 3-6 16,-3-1-7-16,-4 0-2 0,-3-1-8 0,-3 2-4 15,0 0-8-15,0 0-9 0,-19-3-23 0,0 3-17 16,-3 3-21-16,-5-1-26 0,0 3-32 0,5-1-26 15,3-1-32-15,-4 0-204 0,5 1-411 0,-2 0 183 0</inkml:trace>
  <inkml:trace contextRef="#ctx0" brushRef="#br0" timeOffset="59859.66">11671 10288 199 0,'4'5'268'0,"-4"-5"-22"0,0 0-19 0,0 0-24 16,1 3-19-16,4-2-19 0,3 1-16 0,4 0-16 15,-1 3-10-15,2 0-12 0,3 5-14 0,-1-3-12 16,-1 4-11-16,-3 1-5 0,-3 1-10 0,1 2-6 16,-6 1-4-16,-1 1 3 0,-4 3-11 0,-4-1-6 15,-7 3-4-15,3-5 0 0,-3 0-4 0,-3 2-2 16,1-5-8-16,3-3 4 0,-1 1 0 0,3-4 2 0,1 0 0 15,3-2 2-15,-1-3 11 0,2 3 9 0,1-4 16 0,0-1 16 16,3 2 21-16,1-3-6 0,-4 4-3 0,4-4-9 16,0 0-8-16,23-2-7 0,-6 0-13 0,11-2-17 15,3 0-40-15,1 0-40 0,2-2-44 16,3 3-57-16,1-1-79 0,-3-4-302 0,3 1-570 0,0-5 252 16</inkml:trace>
  <inkml:trace contextRef="#ctx0" brushRef="#br0" timeOffset="62094.56">12834 9344 14 0,'6'-11'233'16,"1"0"-5"-16,-2 3-14 0,1-2-17 0,-2 1-15 16,-1 1-16-16,-3 3-19 0,0-3-12 0,-3 3-19 15,-1 1-9-15,-3 0-11 0,-6 3-9 0,-2 2-12 16,-3 2-8-16,-3 3-6 0,-7 5-8 0,0 2-5 0,-4 1-4 0,4 3-5 16,-4 0-5-16,5 2-1 0,-1 1-6 0,6-2-1 15,2 2-6-15,2 1-2 0,1-3-3 0,7-4 2 16,0 3-3-16,6-5-5 0,2 0 5 0,0-3-4 15,2 1 2-15,2-2 0 0,1-1 1 0,4-3 0 16,4 1-2-16,2-1 2 0,4-3-3 0,3-2 6 16,-1 0 10-16,3-4 5 15,-3-2 8-15,-1-1 5 0,2 0 9 0,-4-3 0 16,0-1-3-16,0-2 3 0,-1 2-3 0,-3-3-6 16,2 1 0-16,-3 1 11 0,-2 1-4 0,1 3-4 15,-6 1-5-15,1 3-7 0,-1-2 2 0,1 2-10 16,-2 3-2-16,-2-2 7 0,3 1-15 0,-3 0-2 15,4 1-6-15,-5 2-29 0,0 0-19 0,0 0-1 16,0 0 3-16,0 0 0 0,7 7 5 0,-6-1 7 0,0 2 1 0,2 1 2 16,-2-1 4-16,3 2-2 0,0 0 6 0,-3 0-2 15,8-1 7-15,-4 0-1 0,0-3 3 0,2 4-2 16,0-4 2-16,2-1 4 0,-5 0-2 0,2-2 4 16,2-1-1-16,2-2 2 0,0-3 20 0,1 2 3 15,0-5 7-15,1 1 15 0,-1-1-5 0,2-4 9 16,-3 5 0-16,0-5 1 0,2 5 3 0,-2-4 8 0,0 2 0 15,-2-1-2-15,-3 6-3 0,-1-4-9 0,1 2-12 16,-1 2 8-16,2-1-10 0,-2 1-7 0,-4 2-9 0,5-4 5 16,-5 4-13-1,4-2-10-15,-4 2-6 0,0 0-7 16,4 6 7-16,0-1 2 0,-2-1-1 0,0 1 7 16,1 0-3-16,-3 5-4 0,2 1 3 0,-1-3-1 0,-1 4-2 15,1-2 6-15,-1-1-2 0,1-3 2 0,-1 1-4 16,2-2 2-16,-2 0-4 0,1 1 9 0,0-3-3 15,-1 0 6-15,3 0-1 0,-3-3 2 0,9 0 3 16,0-3-8-16,2-2 5 0,3-3-2 0,3-1 5 0,-3-1 1 16,0-2 0-16,0 0 0 0,0-2 2 15,-1-2-4-15,2 2 2 0,-3-2 1 0,2-1-8 16,-4 3 0-16,0-1 2 0,-2 7-2 0,-2-1-5 0,-1 4 1 0,-1-1-2 16,1 0 4-16,-2 1-5 0,1 2-19 0,-1 1-33 15,-3 2-32-15,0 0 3 0,0 0 11 0,8 7 7 16,-5 0 7-16,-1 1 8 0,2 1 4 0,1 3 5 15,8 3 6-15,-3-1 4 0,12 6 3 0,1-3 2 16,5 0 2-16,3 1 2 0,17 2-3 0,-10-8-4 16,15 3-4-16,1-1-4 15,-3-4-2-15,5-3 3 0,-3 1 4 0,-1-6 5 16,-15-2 1-16,-1-2 3 0,-4-1 3 0,-4-2 4 16,-6-2 0-16,-6 2 6 0,-1-4 6 0,-3 1 8 15,-2 1-4-15,-6-5 3 0,1 0 0 0,-5 0 0 16,-5-2-3-16,0-3-3 0,-4 7 4 0,-3-5-2 15,-3 5 3-15,1 1-3 0,-4-1-1 0,-1 4 3 16,-3 1-1-16,-4-1-2 0,4 6 0 0,-6-1 2 0,7 5 1 0,-2 0-6 16,4 2 0-16,4 3 2 0,-2 1 3 0,6 0-5 15,-2 1 3-15,3 3 0 0,2-1 1 0,3-1-4 16,2 0 5-16,2 1-4 0,2-3 5 0,4 2 0 16,3-2 0-16,5 2 0 0,0-1 0 0,3-4 0 15,3-2 0-15,0-2 3 0,2 0-2 0,-2-6 1 16,4 0-2-16,-1-4 2 0,-3-3 10 0,0-1 30 0,-2-1 9 0,3-6-3 15,-1-2-2-15,-2-4 1 0,0-2 5 0,-2-1 3 16,-4-2 4-16,1-2-6 0,6-16-1 0,-8 12 7 16,7-11 5-16,-2 0-11 0,-2 1 3 0,-2 11 10 15,0 1-1-15,-1 1 14 0,1 1-9 0,-3 2-3 16,-3 3-15-16,0 9 12 0,0 1 3 0,-4 5-6 16,3-1-8-1,0 2-4-15,-4 3-5 0,2 3-9 0,0-3-11 0,-1 4-22 16,1 0-26-16,-2 3-35 0,0 0 4 0,0 0-8 15,0 0 5-15,0 20 6 0,-3-3 7 0,-1 10 4 16,-4 4 4-16,-2 0 5 0,-1 16 0 0,-1-1 6 16,2-1 3-16,2 3 4 0,1-12 1 0,3 8 0 15,-2-11 2-15,3 2 0 0,2-3-1 0,0 0 8 16,-1 1 1-16,2-6 3 0,0 2-2 0,0-11 0 0,2 0 1 16,-1-4 3-16,0-3-2 0,0-2 1 0,-1-1 4 15,3-2 12-15,-3 0-14 0,0 0 9 0,1-1 20 16,-1-2 17-16,0-3 8 0,4 7 11 0,-4-7 13 15,-1 2 11-15,1-2-5 0,0 0 0 0,1 4 0 16,-1-4-3-16,0 0-4 0,0 0-4 0,0 0-12 16,8 0-4-16,4-2-30 15,17-5-32-15,9 0-82 0,17-4-81 0,2-2-113 16,6-4-402-16,29-10-741 0,-9-6 328 0</inkml:trace>
  <inkml:trace contextRef="#ctx0" brushRef="#br0" timeOffset="63628.88">15369 8794 30 0,'0'0'169'0,"0"0"3"15,-6 0-9-15,6 0-1 0,0 0-5 0,-4-4-6 16,4 4-12-16,0 0-15 0,0 0-12 0,20-4-10 15,1 3-12-15,12-2-9 0,5 2-8 0,16-2-10 0,2 0-4 16,2-2-6-16,-3 3-5 0,4-1-3 16,-5-1-7-16,-2 2-5 15,-14 1-11-15,-7-1-2 0,-11 2-13 0,-1-3-12 16,-6 3-23-16,-3 3-28 0,-1-3-24 0,-5-3-24 16,-4 3 9-16,0 0-5 0,0 0-8 0,-18 6-41 15,-5-5-83-15,-5 2-250 0,1-2 110 0</inkml:trace>
  <inkml:trace contextRef="#ctx0" brushRef="#br0" timeOffset="64013.4">15608 8785 184 0,'0'0'184'0,"0"0"-15"0,0 0-21 0,0 0-12 16,-5-3-17-16,5 3-10 0,0 0-19 0,0 0-5 15,0 0-11-15,-1 7-12 0,-3 1-6 0,0 4-7 16,-6 7 6-16,2 6 4 15,-1 3-16-15,-6 4 1 0,0 11 2 0,-1 6-2 16,1 0-1-16,1 4-3 0,0 0 2 0,4 1-6 16,-2 1 2-16,3 1-5 0,1-1-1 0,-3-2-8 15,2-2-2-15,3-3-1 0,-2-2-1 0,3-10-2 16,4-2-1-16,-2-2-2 0,-1-1-2 0,0-2-6 16,-1-2 6-16,0-8-1 0,0-1-4 0,0-1 4 15,0-6 2-15,1 0-6 0,0-4 14 0,0 0 15 0,-4-3 18 0,1-4-5 16,-5 3 11-16,-1-6 9 0,-4-1-7 0,-1-3 4 15,0-1 9-15,-5-6 8 0,4 3 4 16,5-3 1-16,0 0-5 0,1 1-9 0,0-1-8 0,7 5-5 16,-2-1-6-16,0 2-8 0,5-1-5 0,0 4-4 15,-2-1-4-15,1 2-6 0,2 2-26 0,-1-1-46 16,3 3-25-16,0 0-12 0,0 0-27 0,0 0-18 0,-4 12-32 0,6-6-47 16,0 1-257-16,3 1-499 0,4-2 221 0</inkml:trace>
  <inkml:trace contextRef="#ctx0" brushRef="#br0" timeOffset="64367.28">15811 9697 140 0,'0'0'155'0,"-10"-3"-14"16,10 3 1-16,-5 0-12 0,5 0 0 0,0 0-3 16,0 0-6-16,0 0-3 0,0 0-2 0,0 0-5 15,0 0 2-15,0 0-13 0,0 0-10 0,32 0-10 16,-13-1-6-16,3 1-4 15,6-1-9-15,-7-2-10 0,7 3-1 0,-7-2-2 16,-3 0-6-16,-4 2-3 0,-3 0-6 0,1-2-3 16,-7 2-2-16,3-2-3 0,-3 2-3 0,3-1-3 15,-8 1-4-15,5-2-4 0,-5 2-2 0,0 0-8 16,0 0 3-16,0 0-27 0,-27 0-36 0,15 0-25 16,-1 2-32-16,2-2-47 0,1 0-171 0,1 0-362 15,5 0 161-15</inkml:trace>
  <inkml:trace contextRef="#ctx0" brushRef="#br0" timeOffset="64914.71">16302 9619 204 0,'0'0'256'0,"-1"-4"-20"0,1 4-22 0,1-5-24 0,3 2-21 0,2 0-19 15,7 1-15-15,4-1-11 0,3-1-16 16,2 2-18-16,7 2-19 0,-10 0-19 0,3 0-16 0,-4 1-10 31,-5-1-16-31,-3-1-7 0,0 1 1 0,-3 0-10 0,-1 0 6 16,-6 0-3-16,5-3 0 0,-5 3-1 0,0 0-3 16,0 0 0-16,-28-2 0 0,11 0 5 0,-2 1-4 15,3-1 3-15,-1 1-5 0,0 0 7 0,-2 1-2 16,-1-3 1-16,2 3-1 0,-1 3-1 0,3-3 2 15,-3 2 2-15,4 0 3 0,2 0-4 0,3 1 2 16,-3 1 2-16,4 2 3 0,0-2 2 0,-1 2-4 0,4-1 8 0,-1 2-2 16,3-1-1-16,0 0 6 0,0 1-2 0,1 1-4 15,2-1 10-15,1 2 5 0,0 1 4 0,4 0 7 16,2 2-1-16,4 2 3 0,-1-1 3 0,5 0 0 16,0 3-4-16,3-2-4 0,-2 0-3 0,-1 0-6 15,2-1-2-15,-3-1 0 0,0 1-5 0,-2 1-5 16,-3-5 1-16,-1-1 1 15,-2 2-6-15,-2-1 1 0,-2-2 3 0,-1 1-6 16,0 0 1-16,-5 0 1 0,1-3-2 0,-1-2 3 16,-2-1 0-16,-2 2 2 0,3-3 8 0,-2 2 16 15,2-3 17-15,-2-4 12 0,8 4 9 0,-10-2-5 16,5-2 4-16,1 1-12 0,0-2 2 0,3 1 9 16,-4 0-2-16,5 0-8 0,0-3-7 0,0 7-8 15,6-5-28-15,-2 0-32 0,4 3-25 0,2 0-31 0,3-1-36 16,-3 3-52-16,8 0-59 0,-7 0-256 0,1 3-514 0,-1-3 227 15</inkml:trace>
  <inkml:trace contextRef="#ctx0" brushRef="#br0" timeOffset="65199.74">16026 10106 188 0,'-9'0'217'0,"0"2"8"16,4-2-5-16,-1 0-1 0,6 0-5 0,0 0-16 15,-9 2-16-15,9-2-19 0,0 0-19 0,26-2-8 0,-5 0-18 16,15 2-11-16,2-5-11 0,13 3-8 0,6-4-2 0,1 2-17 16,5-3-7-16,0-3-7 0,2 4 1 0,-4-3 2 15,-2 4 0-15,-20 0-8 0,-5 1 0 16,-5 0-6-16,-11 0 3 0,-4 4 7 0,-4-3-10 15,-1 2-12-15,-1-2-3 0,-2 3-10 0,-6 0-11 16,5-2-14-16,-5 2-8 0,0 0-17 0,0 0-20 0,-20 7-31 0,7-2-29 16,-5 0-37-16,-1 0-30 0,-3 2-40 0,3-2-199 15,1 1-450-15,-2 0 199 0</inkml:trace>
  <inkml:trace contextRef="#ctx0" brushRef="#br0" timeOffset="65484.99">16469 10251 228 0,'3'3'205'16,"-3"-3"-19"-16,1 4-27 0,-1-4-3 0,3 3-28 16,-3-3-11-16,1 7-14 0,0 0-13 0,2 1-6 15,-3 5-6-15,1-2-9 0,-1 5-6 0,-4 1-6 0,-1 8 8 16,-5-1 4-16,0-2-9 0,-2-4 2 0,0-1-1 0,0-1 2 15,1-2-2-15,-1-1 2 0,3-5-4 0,3 0-1 16,-1-2-6-16,2-1-4 0,1 1 36 16,1-4 45-16,-1 1 27 0,1-1 13 0,3-2-12 15,13 3-13-15,16-4-23 0,22 1-12 0,8-3-36 0,34-1-56 16,-2 4-51 0,-27-5-52-16,28 5-69 0,-28-4-109 0,-3-1-247 15,-3 0-553-15,-6-5 244 0</inkml:trace>
  <inkml:trace contextRef="#ctx0" brushRef="#br0" timeOffset="66619.07">18224 9164 167 0,'1'-10'273'0,"4"1"-10"0,-2-1-9 15,-2 3-9-15,3-2-9 0,-3 5-15 0,-1-1-16 16,3 1-21-16,-2 0-19 0,-1 1-22 0,3-2-15 16,-3 5-28-16,1-2-22 0,-1 2-12 0,0 0-9 0,1 10-6 15,1 2-7-15,-4-2-4 0,5 9-1 0,-3 7-7 16,-1-1-2-16,-2 3-2 0,2-1-3 0,-2-2-18 15,-2 3 4-15,1-4 1 0,4-4-2 0,-4-1-4 16,4-2 0-16,-2 0 3 0,-2-5-5 0,4 1 1 16,-1-2 0-16,-2 1 2 0,2-6-1 0,-2 2-2 15,3-2-3-15,-1-1 3 0,0 0 1 0,-2 0-5 0,2-3 2 16,1-2-4-16,-8 2-21 0,8-2-30 0,-19-7-37 16,10 0-45-16,-7-1-50 0,1-3-264 0,1-5-485 0,0 0 214 15</inkml:trace>
  <inkml:trace contextRef="#ctx0" brushRef="#br0" timeOffset="66772.2">18075 8886 184 0,'1'-12'252'16,"1"-2"-25"-16,1 4-18 0,-3 0-23 0,1 5-18 16,-1-2-19-16,0 0-17 0,1 4-36 0,1 0-51 15,-2 3-6-15,0 0-21 0,0 0-27 0,0 0-43 0,7 13-52 16,-8-6-153-16,2 1-279 0,1 3 124 0</inkml:trace>
  <inkml:trace contextRef="#ctx0" brushRef="#br0" timeOffset="67188.64">18499 9124 95 0,'0'0'299'16,"0"0"-29"-16,0 0-23 0,0 0-30 0,0 0-26 16,0 0-22-16,0 0-18 0,0 0-17 0,0 0-11 15,1 4-14-15,-1 3-12 0,0 6-8 0,0 3-6 16,0 1-13-16,-4 3-7 16,0 5-4-16,2-7-6 0,-2 3-3 0,1-1-4 15,-1-1-8-15,1-1-5 0,-2-4 1 0,2-2-4 16,2-2-3-16,0-3-2 0,1 1-2 0,-2-3 4 15,4-1 2-15,-4 1 28 0,1-2 25 16,1-3-7-16,0 0-9 0,13-8 5 16,-4 2-21-16,3-5 1 0,1 0-7 0,0-2 5 15,2-1-15-15,-2 1-2 0,2-3-5 0,-2 3-4 0,0-3-1 0,-3 7-2 0,-3 0 4 0,4 2 2 16,-6-1-4-16,0 4-6 0,-1 0-2 16,1 3-21-16,-1 1-1 0,-4 0 3 0,13 5-4 15,-11 2 1-15,6 1-1 0,-3 2-5 0,3 1-6 0,-2 6-5 16,3-3-15-16,-1 2-13 0,3 1-12 0,-1-2-18 15,0 1-28-15,1 1-30 0,2-4-56 0,0 0-76 16,1-3-164 0,1 0-472-16,4-1 209 0</inkml:trace>
  <inkml:trace contextRef="#ctx0" brushRef="#br0" timeOffset="67621.53">19633 8890 92 0,'3'-16'256'0,"1"-1"-2"16,0 2-2-16,-2 4-11 0,1-1-10 0,1 4-20 16,-1 0-8-16,-3 2-21 0,2 0-20 0,-1 0-16 0,0 3-14 15,0 1-18-15,-1 2-28 0,2-4-17 16,-2 4-9-16,2 9-8 16,-2 3 1-16,-4 6-14 0,4 10-2 0,-3 3-6 15,1 1-2-15,-4 5 2 0,0 10 2 0,4 1-3 16,1-1 1-16,-3-13-7 0,4 13 0 0,1-12-7 15,-1-1 3-15,3-4-1 0,0 0-2 0,-1-3 2 16,2-2-5-16,-3-9-3 0,4-1 2 0,-3-1-2 16,-1-5-1-16,0 1-3 0,-1-3-2 0,1-1-7 0,1 1-8 15,-2-2-10-15,2-1-9 0,-2 3-8 0,-2-5-16 0,2-2-22 16,-5 4-25-16,-2-2-38 0,1-2-39 0,-4-1-262 16,-2 0-473-16,3-3 210 0</inkml:trace>
  <inkml:trace contextRef="#ctx0" brushRef="#br0" timeOffset="67790.61">19420 9232 148 0,'-4'-4'258'0,"-1"2"-6"0,5 2-2 16,-5-4-18-16,4 2-17 0,1 2-19 0,0-5-21 15,7 3-20-15,11-2-16 0,10 1-8 0,4 0-23 16,7-3-17-16,18 6-25 0,6-3-24 0,-2 1-30 15,7-1-27-15,-3 2-51 0,-4-1-51 0,-3 2-92 0,-8-3-136 0,-13 0-372 16,2 0 166-16</inkml:trace>
  <inkml:trace contextRef="#ctx0" brushRef="#br0" timeOffset="68191.1">20254 9339 29 0,'0'0'289'0,"-3"3"-18"16,3-3-14-16,0 0-28 0,0 0-21 0,0 0-24 16,13-6-17-16,-1 4-19 0,7-3-16 0,-1-2-13 0,10 1-7 15,-1-2-15-15,1-1-8 0,3-4-12 0,-2 0-8 0,-2 1-6 16,-1-2-6-16,-1 2-8 0,-2-5-4 15,0 2-3-15,-9 1-7 0,3 1-1 0,-7-3-9 16,4 4 2-16,-6 1-7 0,-4 2 2 0,-2-1-18 16,0 3-4-16,-2 0 1 0,-4 2-2 0,-3 0-1 0,-2 0-1 15,-3 2 3-15,-5 2-4 0,-1 3 0 0,-1 5-1 0,-7 1 3 16,5 1-3-16,-4 4-1 0,0 1 3 0,6 5 2 16,-1-1 5-16,3 5-4 0,1-1 0 0,0 0 0 15,8-4 0-15,0 0-9 0,3 7 4 0,1-6 2 16,6 1-1-16,0-1-4 0,3 0-8 0,3-2-10 15,2 1-22 1,4-2-29-16,5 2-50 0,-3-9-57 0,2 2-210 0,-4-8-426 16,3 4 188-16</inkml:trace>
  <inkml:trace contextRef="#ctx0" brushRef="#br0" timeOffset="68507.64">20768 9189 189 0,'5'-6'261'0,"4"-2"-24"0,0 2-18 16,0 2-21-16,2-1-17 0,2 5-21 0,5 0-17 16,0 6-14-16,1 2-11 0,-1-1-8 0,5 6-13 15,1 2-11-15,-5 3-11 0,-4-2-7 0,-4 0-6 16,3 8-5-16,-5-2-3 0,-4-2-10 0,0 6-6 16,-1-2 1-16,-5 0-8 0,-2-5-2 0,-6-2-2 15,3 1 0-15,-2-4-5 16,-2 0-1-16,-1-3-1 0,4-3-3 0,-2-2 4 15,0-2 0-15,4 0 4 0,-1-3 14 0,-1-1 15 16,7 0 12-16,-10-5-2 0,6 1 19 0,1-3-5 0,-1-4-8 16,5-3-5-16,2-2-6 0,2 1-3 0,4-5-8 15,3-2-3-15,6-4-4 0,2 4-12 0,2-6-10 16,4 5-14-16,-2-3-19 0,1 3-18 16,-1 2-30-16,0 4-30 0,-6 6-40 0,-1 0-54 0,-1 1-63 0,-3 1-231 15,-3 1-520-15,3 2 230 0</inkml:trace>
  <inkml:trace contextRef="#ctx0" brushRef="#br0" timeOffset="69093.8">21383 9133 62 0,'2'-5'284'0,"3"-2"-21"0,-1 2-12 16,-1 3-18 0,-1-2-16-16,2 1-23 0,-3-1-23 0,-1 4-23 0,4-4-12 15,-4 4-15-15,4 0-11 0,-4 0-13 0,0 0-11 16,8 8-7-16,-6-1-10 0,2 2-8 0,-4 3 3 16,1 2-17-16,-1-3-1 0,-1 6-5 0,1 2-7 15,-4 0 0-15,0 1-7 0,0-2 0 0,0 0-3 16,0 1-2-16,-1-4-3 0,1 1-2 0,1-5 0 15,-1-4-2-15,2 1-2 0,-1-2 0 0,1-1 2 0,1 0 3 16,-1-3 15-16,2-2 26 0,0 0 6 0,0 0-9 0,0 0-5 16,0 0-3-16,15-11-6 0,-7 3-5 0,6-4-5 15,-1-1-4-15,1-3 1 0,5-4-4 16,3 0-4-16,-4 2 0 0,1-3-3 0,-3 8 0 16,-3-2-2-16,-1 5-3 0,-2 2 0 0,-2 2 0 0,-2 1-6 15,-2 2 0 1,1-3-5-16,-1 4-4 0,0-1-14 0,0 2 3 15,-4 1-1-15,7 4-1 0,-7-4 2 0,4 11 7 16,-3-1-2-16,3 0 1 0,-4 2-3 0,2 0 1 0,0 0 8 16,-2 3-10-16,0-3 0 0,-2 1-1 15,2-2 1-15,-2-2 1 0,2-2 0 0,0 0 1 16,0-2 2-16,0 1 6 0,0-1 1 0,0-5 15 16,0 4 15-16,0-4-15 0,0 0 1 0,18-9-5 0,-9 2-5 0,1-1 3 15,3-2 1-15,1-2-3 0,4 0 1 0,0 0-5 16,-3 1 6-16,4 0-4 0,1-6 0 0,-3 6 1 15,1 1-4-15,0 2 1 0,-3 1-5 0,4 2-4 16,-6 0-13-16,0 1-17 0,1 2-14 0,-1 1-22 16,4 1-23-16,-4 1-37 0,-1 1-56 0,6 2-48 15,-5-3-241-15,1-2-515 16,-1 3 228-16</inkml:trace>
  <inkml:trace contextRef="#ctx0" brushRef="#br0" timeOffset="69393.75">22271 9044 129 0,'-2'-3'233'0,"1"0"-24"0,1 3-18 16,-3-6-23-16,3 6-18 0,0 0-14 0,-4-2-15 16,4 2-13-16,0 0-14 0,-17 9-3 0,7-2-11 15,1 1-17-15,0 1 3 0,1 1-3 0,-2-1-8 16,1 6 4-16,3-3-5 0,-1 4 1 0,1 2-2 15,2-1-1-15,4 2-5 0,3 0 1 0,2 8 0 0,4-3 0 0,2 3 3 16,3 0-6-16,4-3 0 0,1 2-8 0,-1-2 1 16,1 0-2-16,-1-2-6 0,-1-2-3 0,-6-5-6 15,1-1 0-15,-6 0-9 0,1-6 2 0,-5 2-2 16,2-3-4-16,-8 0 2 0,-1 2-4 0,-4-1 3 16,-13 0-3-16,-6 0-5 0,-4 0-18 0,-1-3-50 15,-5 0-61-15,-17-2-102 16,-3-1-172-16,8-4-435 0,15-2 193 15</inkml:trace>
  <inkml:trace contextRef="#ctx0" brushRef="#br0" timeOffset="70279.92">23656 9097 168 0,'3'-7'203'0,"-6"2"-17"15,3-2-8-15,0 1-21 0,-1 2-15 0,-2-1-14 0,3 2-15 16,0 3-12-16,-1-4-10 0,1 4-10 16,-9 0-10-16,9 0-7 0,-18 9-7 0,9-2-8 15,-5 6-6-15,-1-1-3 16,-4 7-5-16,1 2-1 0,1 2-6 0,2 0 4 16,1 0-6-16,5-4-3 0,-2 3-4 0,4-4-3 15,3 0-4-15,3-1 3 0,1-3 3 0,2-3-1 16,3 0 9-16,6-1 22 0,1 0 6 0,6-3 3 15,3-2-4-15,8-3 8 0,-1-4-10 0,4-3-3 16,-5-2-3-16,2-3 4 0,-4 0-2 0,-1-7-4 16,-7 5-2-16,-2-3-7 0,-4-1-3 0,1 0-1 0,-6-2-4 0,5-6-7 15,-8-1-1-15,-3 1-4 0,-1-2-4 0,-3 1-3 16,-5 6-4-16,1 1-6 0,-7-3-10 0,4 5-8 16,-3 3-10-16,0 1-11 0,-4 3-13 0,1-1-7 15,-1 3-5-15,-1 1-22 0,1 4-17 0,4 2-15 16,4 0-24-16,-2 0-41 0,2 0-152 0,10 0-364 15,-5 1 162-15</inkml:trace>
  <inkml:trace contextRef="#ctx0" brushRef="#br0" timeOffset="70680.06">24065 8683 238 0,'6'-18'242'0,"1"7"-8"0,-2 2-11 15,1-1-20-15,-5 5-20 0,3-1-21 0,-1 0-22 16,-2 3-26-16,-1 3-15 0,0 0-9 0,4 13-6 16,-5 4-14-16,-2 11-8 0,-3 4-6 0,-6 16-4 15,-3 2-7-15,-2 5-3 0,1 1-3 0,-1 0-3 16,0 0-3-16,3 3-1 0,5-7-2 0,3 0-3 16,2-6 0-16,3-11-3 0,1-1-2 0,5-2-1 0,0-3-2 15,3-4-2-15,1-6 6 0,0-2-4 0,0-3 2 16,2-1 17-16,-1-5 15 0,-1 0 5 0,4-5 7 0,-3-3 3 15,3 0 6-15,-4 0 3 0,1-3 2 0,-2-2-4 16,-3-2-4-16,0-2-9 0,-5-4-15 16,-5-4-4-16,-1-7-11 0,-11 0 12 0,0-3-22 15,-2 0-2-15,-5-3-8 0,3 4 8 16,-1-2-4-16,-3 4 0 0,4 2-4 16,3 2 3-16,4 6-2 0,2-1-3 0,3 9 0 15,3-4 1-15,1 4-2 0,1 2-1 0,1-1-2 16,7 1-1-16,17-1-17 0,10 2-9 0,26 1-40 0,9 0-33 15,33 2-50-15,3 3-70 0,4-10-332 0,1 6-591 16,-1-7 261-16</inkml:trace>
  <inkml:trace contextRef="#ctx0" brushRef="#br0" timeOffset="71623.33">26407 8513 16 0,'3'-5'234'0,"-1"-1"-9"16,0 1-20-16,0 5-21 0,-2-5-18 0,0 5-22 16,4-6-17-16,-4 6-12 0,1-4-15 0,-1 4-9 15,0 0-10-15,-14 13-4 0,-6-2-9 0,-7 4-9 16,-2 4-1-16,-3 2-7 0,-3 0-6 0,-6 6-7 0,12-4-15 0,-1-2 5 15,2 2-4-15,1-2-4 0,2 2 4 0,3-3-11 16,0 0 4-16,3 1-3 0,1-3 0 0,6-1-3 16,5 0-1-16,2 0-7 0,2 0 11 0,3-2-7 15,4 2 2-15,5-1-4 0,4 1 2 0,5 0 5 16,2 2-5-16,5-1-3 0,0-1 3 0,1-1-4 16,-1 1-1-16,0-2 4 0,-4-1-9 0,-8 1 5 0,2-1-1 0,-3-2-2 15,-6-3-4-15,2 7-3 0,-3-5 0 0,-4 0 1 16,-1 1 5-16,-2-2-7 0,-6 1 6 0,-5 0-2 15,-4 0-1-15,-7 4 4 0,-4-3-1 0,-1-4 3 16,-3-2-4-16,0 2 3 0,-1-1-4 0,7-6 3 16,-2 2 1-16,7-2-1 0,1-1-5 0,8-3-1 15,-2 5-3 1,3-5-1-16,4 2-11 0,0-4-22 16,6 0-36-16,5-5-21 0,3 5-20 0,10-6-19 0,6-2-150 15,5-3-315-15,4 1 141 0</inkml:trace>
  <inkml:trace contextRef="#ctx0" brushRef="#br0" timeOffset="71857.2">26307 9085 84 0,'25'-10'172'16,"-7"3"6"-16,1-2 5 0,-4 3 10 0,-3-1 6 16,-1 0 0-16,-2 0 2 0,1 2 2 0,-5-1-4 15,4-2-17-15,-5 3 4 0,0 0-18 0,1 2-12 16,0 1-13-16,-1-2-16 0,-3 2-17 0,3-2-6 16,-4 4-18-16,5-3-6 0,-5 3-16 0,0 0-19 15,0 0-10-15,0 0-3 0,7 7-8 0,-6-1 0 0,-1-1-3 0,0 5 2 16,0 1-4-16,-1 1-2 0,-2 0-1 0,2 4-1 15,-2 2-5-15,2-3 3 0,-3 2-2 0,3 0 2 16,-2-3-4-16,3-1-19 0,0 0-11 0,0-4-12 16,0 3-21-16,0-1-22 0,-1-3-18 0,1-1-11 15,0 0-8-15,-3-2-4 0,3-3 5 0,0-2 3 16,0 0-60-16,0 0-254 0,0 0-456 0,-6-18 202 0</inkml:trace>
  <inkml:trace contextRef="#ctx0" brushRef="#br0" timeOffset="71989.03">26479 8855 88 0,'5'-24'205'0,"-3"7"-3"0,5 0-20 0,-5 5-9 16,0 0-14-16,-1 4-19 0,0 1-18 16,-1 0-9-16,3 3-12 0,-2 0-30 15,0 1-17-15,-1 3-10 0,0 0-25 16,0 0-13-16,0 0-27 0,-1 13-36 0,1-5-52 16,-4-1-140-16,4 3-270 0,-1-1 120 0</inkml:trace>
  <inkml:trace contextRef="#ctx0" brushRef="#br0" timeOffset="72321.67">26632 8953 38 0,'4'1'235'0,"-4"-1"-27"0,0 0-20 16,0 0-21-16,6 2-18 0,-6-2-17 0,0 5-14 15,1-2-10-15,-1-3-9 0,0 9-11 0,0-1-1 0,0 1-15 16,0 0-4-1,-1 2-4-15,-1 3-9 0,0-2-6 0,0-1-1 16,-1 1-6-16,2-2-5 0,1-1 0 0,0 0-5 16,0-3-2-16,-2 0-2 0,2-2 2 0,-2 0 19 0,2-4 20 15,0 7 25-15,2-6 3 0,-2-1-11 0,0 0-7 0,20-5-6 16,-10-1-8-16,9-1-6 0,-2-1-7 16,1 1-3-16,1-2-11 0,-2 4-2 0,3-2-5 15,-3 2-4-15,-3 2 0 0,1-2-3 0,0 3 2 0,-2-1-15 16,1 2-5-16,0 2-11 0,0 2-13 0,-1 0-13 15,1 1-17-15,-1 1-14 0,-1 2-19 0,1 3-40 16,-4-3-48-16,1 0-80 0,-2 1-156 0,-3-4-437 16,3 2 195-16</inkml:trace>
  <inkml:trace contextRef="#ctx0" brushRef="#br0" timeOffset="72722.25">27161 8947 132 0,'9'-7'207'16,"0"2"-21"-16,2 1-16 0,1 1-15 0,1 2-14 15,-2 4-10-15,1-1-19 0,-1 6-9 0,3 1-10 0,0 6-8 16,-9-6-9-16,3 8-9 0,-3-2-6 0,-3 4-8 0,0 5-2 16,-4 3-4-16,0-3-2 0,-3-4-6 0,-4 6-7 15,0-6-2-15,0-2-8 0,4-2 3 0,-4 0-6 16,-1-3 3-16,6-3 0 0,2-4-2 15,-4-1 3-15,3 2 14 0,0-2 31 0,0-1 36 0,1-1 43 16,2-3 33-16,0 0-14 0,0 0-16 0,0 0-18 0,10-14-13 16,-1 4-17-16,5-3-8 0,4-5-4 0,3-3-3 15,0 1-19-15,1-3-6 0,4-1-8 0,-2 0-4 16,0-2-7-16,0-2-5 0,-3-2-7 0,-1 1 1 16,-4 5-7-16,0-3-2 0,-7 10 1 0,-4 7-7 15,3-1-3-15,-3 2-1 0,-4 3-8 0,2 1 1 16,-6 1-9-16,3 4-3 15,0 0 6-15,-19 11 2 0,6 1-8 0,-2 4 0 16,-7 2 3-16,8 4-1 0,0 5-2 0,4-1-9 16,6 5 10-16,6-1-3 0,9 5 5 0,16 7-1 15,14 1-30-15,33 7-48 0,5-5-61 0,5-11-96 16,4-8-359-16,3-10-648 0,5-10 288 0</inkml:trace>
  <inkml:trace contextRef="#ctx0" brushRef="#br0" timeOffset="74540.14">29318 8751 123 0,'-31'2'138'0,"-1"5"-10"0,0 3-9 0,-2 2-15 0,3 3-11 15,2-1-16-15,1 3 0 0,2 1-11 0,-1 0-9 0,4 4-2 16,4-2-11-16,-1 0-6 0,3 1 5 0,7-4-3 16,1-3-5-16,5 3 1 0,-1-5 7 0,4 2-2 0,2-4-1 15,0 1 1-15,4 0 15 0,4-4 16 16,-1-2 4-16,5-2 6 0,4 0 7 0,-2-3 6 15,4-3 3-15,0-1 7 0,-1-2 8 0,1-1 0 16,-2-5-3-16,1 2-1 0,0-2-6 0,0-6-3 0,-3 5 1 0,-1-2-7 16,0 2-14-16,-3-1-12 0,2 1 3 0,-6 2-10 31,0 2-7-31,-2 2-7 0,-1 1-4 0,1 1-5 16,0 1-10-16,-1 1-4 0,-4-1-15 0,4 2-26 15,-4 2-15-15,0 0 2 0,0 0 3 0,5 10 3 0,-1-4 8 0,-4 1-7 0,4 3 4 0,-3 0 0 16,4 2 0-16,-1 0 2 15,0-1 2-15,1 0 2 0,0 1-1 0,5 1 3 16,-1-4 3-16,0 0 1 0,3-2 0 0,3 1 4 16,3-1-1-16,0-5 1 0,0 1 0 0,2-4 2 15,1-1 6-15,0-3 9 0,1-1 12 0,-4 0 7 16,1-3 13-16,-2-1 8 0,-1 0 7 0,0-2-4 16,-1 0 12-16,-2 0 7 0,0 2 20 0,-4 1-3 15,-2 0-6-15,3 1-5 0,-6 3-6 0,1 0-4 0,-1 1-17 0,1 1-4 16,-3-1 2-16,2 0-14 0,-2 2-10 0,-2 2-11 15,6-2-23-15,-6 2-10 0,0 0 0 0,0 0 1 16,4 8-6-16,-4-4 8 0,0 3 1 0,0 0 0 16,-2 3-2-16,-1 0 7 0,0 2-1 0,1-2-5 15,0 2 7-15,0-3 1 0,0 0 0 0,0-1-2 16,2-1 10 0,0-1-4-16,-1-1 0 0,-1-1 0 0,2 1 7 15,0-5-2-15,2 4 1 0,-1-1 12 0,-1-3-3 0,10-2 3 16,2-1 0-16,-2-4-6 0,7 0 4 0,-7 0-3 15,8-3-2-15,-1-1 1 0,2-2-1 0,-4 1-7 16,3-1 10-16,-4 0-7 0,1-3-2 16,-2 4 4-16,1 0-4 0,-5 3 0 0,-2 1-8 0,0 3 3 15,-2-1-3-15,-1 3 1 0,1 0-24 0,-3 0-36 0,0 2-30 16,-2 1 0-16,0 0 13 0,14 7 5 0,-10-2 8 16,2 4 6-16,2 1 8 0,7 3 7 0,-2-1-3 15,11 4 6-15,1 2 4 0,3-3-6 0,4-2-1 0,0 1 0 16,2-5 0-16,2 0 4 0,-3-5 6 0,1 1 2 15,2-4 9-15,0-1-3 0,-3-3 5 0,1 1 3 16,-2-4 6 0,-12-1 12-16,-1-2 3 0,-2 1 5 0,-2-4 15 15,-3 3 4-15,-3-1-3 0,-3 0-3 0,-1 0-3 16,0 1-3-16,-5 0-1 0,1-1-4 0,-2 2-2 16,-6-1 3-16,-2 2-3 0,0 3-6 0,-9-2 2 15,1 4 0-15,-5 2-2 0,1 2-2 0,-1 4 1 16,-5 2 0-16,0 2 1 0,8-2-1 0,4 3-3 15,-2-1-8-15,4 3-4 0,-1 0-5 0,4-1-1 0,0 1-5 0,5 0 1 16,2-2-1-16,2-1 0 0,2 3 5 0,2-4 4 16,3 2 7-16,3-3 0 0,1 1-2 0,8-3 4 15,-2 0-1-15,2-3 1 0,-2-3 1 0,3 0 2 16,-1-3 3-16,-4-2 4 0,4-2 21 0,-2-4 11 16,-3-1-1-16,0-1 3 0,4-9-1 0,-4 0 1 15,-2-2 12-15,1-2-3 0,-5-1 0 0,4-6-6 0,1-14-8 16,-4 13-2-16,2-14-4 0,-1-3 0 0,0 0-4 0,0 0-4 15,4-2 2-15,-4 3 1 0,1 2-6 0,0 3-1 16,-1 13-2-16,-1 3 21 0,0 2 5 0,-6 9 1 16,3 0-9-16,-4 5 5 0,1 3-9 0,0 0-2 15,1 5-5-15,-2-2-1 0,0 4-32 0,2-2-27 16,-3 5 1-16,0 0 5 16,0 0 2-16,-3 24 4 0,-2 1 3 0,-5 7-1 15,-3 14 7-15,-1 7 4 0,0 3-3 16,-1 1 18-16,-2 2-11 0,-3 22 3 0,5-27-4 15,4-3 0-15,-1 0 4 0,4-5 1 0,1-13 2 0,-1-1 4 16,4 0-2-16,0-3-1 0,3-4 3 0,-1-7 14 16,2-1-16-16,-1-5 5 0,2-2-1 15,-1-1-1-15,0-1 7 0,0-1 16 0,0-2 14 0,2 0 26 0,-2-3 17 16,0-2 12-16,2 7 17 0,1-4-1 0,3-3-6 16,13 0-13-16,0-3-2 0,13-1-7 0,4-1-13 15,1 2-9-15,17-6-19 0,1-1-45 0,5 0-67 16,2-4-67-16,2-1-98 0,0-4-159 0,30-8-220 15,-34 6-672-15,1-1 298 0</inkml:trace>
  <inkml:trace contextRef="#ctx0" brushRef="#br0" timeOffset="75678.28">31835 8323 186 0,'-2'-5'220'0,"2"5"-17"15,0 0-22-15,-2-4-18 0,2 4-17 0,0 0-9 16,0 0-18-16,0 0-14 0,0 0-6 0,0 0-11 15,0 0-9-15,0 0-10 0,0-6-4 0,0 6-8 0,0 0-3 16,9 0-7-16,-1-1-4 0,-3 1-4 0,9-4-5 0,-2 2-1 16,-1-1-7-16,2-1 1 0,0-1-4 0,2-1 0 15,-1 2-1-15,3-5 1 0,-4 1 2 0,5-3 4 16,-6 0 4-16,0 3 15 0,-1 0-7 16,-4 0 10-16,0 3 4 0,-2 0-7 0,-1 0-15 0,0 1-10 15,0 1-10-15,-3-1 2 0,-1 4-3 0,0-4-4 0,0 4 0 16,0 0-2-16,-36 11 0 0,10 0-5 0,-4 4 5 15,0 2-2 1,-2 4 1-16,-12 12 4 0,3 3-6 0,6 4-1 16,-3 3-1-16,8 0 2 0,2 0-2 0,1 1 2 15,5-1-2-15,5 2-3 0,7-11 4 0,5 3-1 0,1-4 2 16,8 0 5-16,1-2-3 0,9-2 3 16,8-2-2-16,1-6-3 0,9 1 5 0,15-1-2 0,2-5-1 15,3-2-4-15,6-2 4 0,-2-8-2 0,-4-3 0 16,-12-1-2-16,-7-2 1 0,-1-1-1 15,-2-6 1-15,-9 4 1 0,5-5 1 0,-12 3 17 0,1-4 17 16,-7 2 16-16,2-4-1 0,0 0-8 0,-3-2-2 16,-5 3-5-16,0-1-1 0,-4 0-6 0,2 0-5 15,-4 1-2-15,-3-3-7 0,-5 2-1 0,-1 3-2 0,-2 2 0 16,-2 1-2-16,-2 5-1 0,-2-1 0 0,3 4-6 16,-3 1 1-16,3 3-3 0,-1 2-3 0,0 0 0 0,4 1-2 15,3 1-2-15,3 1-9 0,-2 4-6 16,6-4-3-16,0 2 2 0,3 0 4 0,5 0 2 15,3-2 5-15,3 2 1 0,5 0 1 0,4-2 3 16,1-2-2-16,3-2 3 16,6 1-5-16,-5-3 6 0,-2-3-1 0,-2-1 3 15,1 0 4-15,-2-2 11 0,-6-1 22 0,-1-1 8 16,-1 0-5-16,-1-4 0 0,0 1-7 0,-5-1-3 16,2-4 5-16,-2 2-13 0,-3-2-5 0,2-1-5 15,-3-3-13-15,-3 2-22 0,2-3-15 0,-3 0-23 16,-6 2-21-16,3 6-9 0,-2-1-32 0,-5-1-5 15,3 3-26-15,0 3-1 0,-1-2-47 0,2 4-218 0,1-2-453 0,2 5 202 16</inkml:trace>
  <inkml:trace contextRef="#ctx0" brushRef="#br0" timeOffset="76025.63">32658 8613 33 0,'2'-7'285'0,"-2"4"-26"0,0-2-25 16,1 1-25-16,-1 4-19 0,0-8-13 0,2 7-24 15,-2 1-18-15,-2-5-12 0,2 5-17 0,-5-1-11 0,5 1-11 16,-14 5-7 0,3 1-8-16,1 1-9 0,-5 2-4 0,1 0-5 15,0 4-9-15,1 0-3 0,0-2-8 0,4 3-9 16,0 1-7-16,-1-1-6 0,6 5-4 0,-1-4-2 15,4 2 0-15,-2-2 5 0,6 2 0 16,-2-1-2-16,4 1 0 0,4 0-1 0,-4-2 1 0,8-1-2 16,-4 0 3-16,1-5-3 0,-2 1 3 0,-3-1-1 15,2-2-2-15,-1 0-3 0,-2-2-6 0,-2-1-5 0,2 0-6 16,-3 1-4-16,1-1 0 0,-4-2 3 0,-2 3 4 16,-3 0 1-16,-6 0-1 0,-2 1-3 0,-2 1-6 15,0-3-33-15,-2 2-27 0,0 0-27 0,1-2-35 16,4-2-61-16,-1 1-108 0,1-1-340 0,4-2 151 15</inkml:trace>
  <inkml:trace contextRef="#ctx0" brushRef="#br0" timeOffset="76464.42">32841 8685 129 0,'0'0'298'0,"0"0"-28"16,0 0-29-16,0 0-28 0,8-21-27 0,-8 21-21 16,0 0-22-16,0 0-12 0,0 0-19 0,0 0-14 0,0 0-15 15,30 40-14-15,-23-24-8 0,-3-1-8 0,1 6-5 16,-3-2-7-16,-3 5-8 0,-2 2-3 16,-5-2-2-16,2 1-4 0,-3-7-4 0,-3 4 0 15,1-5-2-15,0-1 0 0,-1-2-5 0,2 0 2 0,1-4-1 0,2-2-6 16,2-2 7-16,-1-2 11 0,1 1 11 0,3-1 25 15,-1-2 28-15,3-2 46 0,0 0 24 0,-4 5 16 16,4-5-20-16,0 0-9 0,0 0-18 0,0 0-15 16,32-26-15-16,-16 14-8 0,7-5-10 0,1 0-12 15,3-3-7-15,-2-1-7 0,2 1-5 0,0-1-6 16,-4 2-10-16,-1 4 2 16,-7 2 0-16,-4 6-10 0,-11 7-5 0,17-14 4 15,-17 14-6-15,13-10-19 0,-13 10-27 0,0 0-39 16,0 0-2-16,0 0 1 0,0 0 7 0,0 0 10 15,0 0 3-15,0 0-3 0,5 46-2 0,-9-26-6 16,0 3-5-16,3 2-18 0,2 1-23 0,-1-1-19 16,5 4-26-16,0-3-42 0,10-6-85 15,-3-4-232-15,-1 1-550 0,1-5 244 0</inkml:trace>
  <inkml:trace contextRef="#ctx0" brushRef="#br0" timeOffset="76589.64">33416 9059 271 0,'0'0'396'0,"0"0"-41"16,10-18-39-16,-10 18-30 0,0 0-31 0,0 0-57 15,0 0-76-15,0 0-103 0,0 0-137 16,0 0-232-16,0 0-380 0,0 0 169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25:28.88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5365 1978 92 0,'0'0'117'0,"0"0"-3"15,4-2 2-15,-4 2-12 16,0 0-1-16,0 0-10 0,0 0 5 0,0 0-6 15,1-3-2-15,-1 3 3 0,0 0-6 0,0 0 2 16,0 0 0-16,0 0-3 0,0 0 5 16,0 0-3-16,0 0 4 0,0 0-8 0,0 0-1 15,0-4-3-15,0 4 0 0,0 0-5 0,0 0-4 16,0 0-1-16,0-6-2 0,0 6-6 0,0 0 2 16,0 0-8-16,0 0 1 0,0 0 0 0,0-6-6 0,0 6-1 0,0 0-5 15,0 0 2-15,0 0-5 0,0 0-3 0,0-3-1 16,0 3-4-16,0 0-6 0,0 0 0 0,0 0-6 15,0 0-2-15,0 0-8 0,0 0-3 0,0 0-8 0,-5-2-9 16,5 2-3-16,-9 5-3 0,0 4 2 0,-12 5-1 16,-6 2 1-16,-6 5 4 0,-11 8-3 0,3 2 2 15,-5 1 4-15,4 2-6 0,1 7 8 0,7-2 0 16,-1 2 0-16,-1-5 3 0,12-7 0 0,1 0 3 16,-4 11-2-16,0 2-1 0,8-10 2 0,4-2 0 15,1-1-1-15,5-3-1 0,5 2-5 0,3-5-2 16,2-4-5-16,0 0-3 0,3-1 0 0,5 0 7 15,-1 1 1-15,6-4 1 0,0-3 1 0,10 2 2 16,-1 1 3-16,-5-8-2 16,1 1 2-16,-1-3-2 0,0 0 1 0,1-1 1 15,-6-2 2-15,0-1 1 0,-3-1-2 0,-1 0 7 16,-9 0 6-16,16-5 1 0,-9 2-1 0,-2-2 9 16,-1 1-1-16,-2-1 2 0,2-2 0 15,-4 0-9-15,-4-4 1 0,1 4-2 0,-3-7-6 16,-4 0 2-16,-1 1-5 0,-1 1 1 0,-2-1-4 15,0 2 4-15,4-3 5 0,-3 1-9 0,4 1 0 0,0 2 4 0,1 3-2 16,1-3-1-16,3 5-2 0,-2-4-15 0,4 2-15 16,2 1-16-16,4 0-8 0,3-1 6 0,4-1 2 15,4 1 1-15,7 0-2 0,4 0-4 0,3-2 0 16,4 3-1-16,0-1 2 0,3 0-5 0,4 1 10 16,-2 2-7-16,13-5 9 0,-15 5-3 0,2 0 7 15,-2 0 2 1,-1-1 4-16,-3 2-1 0,-3 0 9 0,-7 2-8 15,-6-1 7-15,-2 0 5 0,-3 2 4 0,-1 0 9 16,-3-4 0-16,-7 4 14 0,12 0 8 0,-12 0 5 16,7-1 0-16,-7 1-3 0,0 0 2 0,0 0-3 15,0 0-1-15,0 0 2 0,-26-4-1 0,14 6 2 16,2-2-1-16,-4 2-3 0,1-1-2 0,1 3 0 16,-1 0 0-16,0 0-2 0,-5 1 0 0,8-2-1 0,-4 1-4 0,1 3 3 15,0-2-10-15,3 0 10 0,-2 2-5 0,1 0-1 16,2-2 0-16,-3 2-3 0,2 3 4 0,0 0 1 15,1-1-3-15,-2 3 0 0,3-3 1 0,0 1 0 16,0-2 0-16,1 2-1 0,2 0 0 16,0-1-4-16,1 0 3 0,1-1-1 0,1-1 1 15,-3 1-2-15,5-1 2 16,0 2 5-16,0 1-3 0,7 0 5 0,-1-1 9 16,0 1-1-16,8 0 8 0,1-1 8 0,4-1 3 15,8 3 1-15,0-5-4 0,4 1 1 0,-3 1-7 16,1-4 0-16,0-1-2 0,-1-1-2 0,-8 2-1 15,-2-3-1-15,1-1 11 0,-9 0 3 0,3 0 5 16,-4 2 9-16,-9-2 7 0,0 0 12 0,15 0 14 16,-15 0 4-16,0 0 11 0,12 0-5 0,-12 0 2 0,0 0 10 15,0 0-8-15,10 1 8 0,-10-1-16 0,0 0-5 16,0 0-7-16,0 0-19 0,0 0 6 0,0 0-9 16,0 0-9-16,0 0 0 0,0 0-8 0,0 0 8 15,0 0-12-15,0 0-6 0,0 0-7 0,10 1 7 16,-10-1-1-16,0 0-9 0,0 0-5 0,0 0-9 15,0 0-22-15,0 0-19 0,0 0-22 0,0 0-24 0,0 0-24 0,0 0-36 16,0 0-80-16,8-7-108 0,-3 2-253 0,-5 5-635 16,9-4 282-16</inkml:trace>
  <inkml:trace contextRef="#ctx0" brushRef="#br0" timeOffset="617.47">5898 2636 154 0,'0'0'146'0,"0"0"-4"15,0 0-10-15,0 0-13 16,0 0-8-16,0 0-5 0,0 0-20 0,0 0 9 16,0 0-6-16,0 0-7 0,0 0-4 0,31-7-8 15,-17 5-4-15,5-1-14 0,0 0 2 0,9-2-10 16,0-4 0-16,2 4-5 0,-5-5-8 0,2 5-1 15,-1-6 3-15,-7 5 8 0,0-3 11 16,-2 0 5-16,0 1 10 0,-2-4 3 0,-7 6 19 0,4-2 7 16,-7 0 14-16,3 1-10 0,-3 2-9 0,-4-2-7 0,0 0-10 15,-2 0-13-15,-4 0-9 0,-4 0-7 0,-4 1-5 16,-6 0-7-16,-3 4-2 0,-6 0-1 0,-1-2-10 16,1 8 5-16,-3-1-5 0,4 2-6 0,-1 4 2 15,6-3-4-15,-2 5 0 0,-1 1-7 0,9 0 4 16,-5 6-1-16,4 1-4 0,4-4-3 0,5 1 3 15,1 1 0-15,3 0 2 0,5 1 2 0,2-1 0 0,4-1 2 16,6-1 0-16,6 6 4 0,7-8-3 0,2 1 1 16,4-3 3-16,1-3-3 0,2 2 1 0,1-7-1 0,-2 1-1 15,2-2-1-15,-7-1-3 0,-2 1 3 0,-8-4-4 16,0 2 0-16,-6 2 10 0,-1-4 2 0,-3 2 0 16,-9 0 18-16,11-1-2 0,-11 1 2 15,9 0-9-15,-9 0-6 16,6-2-4-16,-6 2-6 0,3-4-17 0,-3 4-18 15,0-8-28-15,0 8-38 0,0-7-37 0,0 7-47 16,-3-7-66-16,2 1-241 0,0 1-520 0,1-1 231 16</inkml:trace>
  <inkml:trace contextRef="#ctx0" brushRef="#br0" timeOffset="1087.35">6552 2502 53 0,'-1'-6'319'0,"1"6"-12"0,1-5-7 15,-1 5-29 1,0 0-21-16,0 0-27 0,0-7-24 0,0 7-18 16,0 0-27-16,0 0-21 0,0 0-20 0,0 0-10 15,0 0-15-15,0 0-9 0,1 26-8 16,1-16-7-16,-1 6-12 0,-4 0 4 0,2 2-9 15,1 0-4-15,-1 1-4 0,0 1-3 0,-3-1-4 16,1 0-4-16,0 1 2 0,-1-3-5 0,1 1-2 16,2-7 0-16,-3-1-4 0,3 1-2 0,1-5 10 0,-3 3-11 0,3-5 7 15,0-4-1-15,-2 9 48 0,2-9 57 0,0 0 42 16,0 6 39-16,0-6 31 0,0 0 23 0,0 0-3 16,0 0-24-16,0 0-24 0,0 0-25 0,12-19-22 15,-5 9-16-15,3-5-15 0,-1 3-12 0,0-2-13 16,2 1-13-16,-2 4-7 0,0 1-11 0,0 2-9 15,-5 1-9 1,1-2-9-16,-1 3-2 0,-4 4-11 0,6-6-8 16,-6 6-8-16,9-4-5 0,-9 4-11 0,0 0-18 15,0 0-9-15,9-1-8 0,-9 1-7 0,0 0-16 16,13 10-10-16,-9-6-12 0,2 1-16 0,2 0-13 16,-6 0-7-16,5 2-20 0,-1 2-19 0,3-3-30 15,3 3-26-15,-6-1-23 0,4-1-31 0,-1 0-36 16,-1-1-47-16,5 0-375 0,-2-3-778 0,1-1 345 0</inkml:trace>
  <inkml:trace contextRef="#ctx0" brushRef="#br0" timeOffset="1472.73">6938 2721 236 0,'0'0'248'0,"0"0"-2"15,0 0-4-15,0 0-4 0,-9-6-12 0,9 6-21 16,0 0-11-16,0 0-11 0,0 0-14 0,4-5-17 15,-4 5-19-15,10-4-8 0,-2 1-16 0,-3-1-11 16,8 1-8-16,-3-4-13 0,3 4-7 0,3-6-7 16,0 2-7-16,0 0-2 0,-1-2-7 0,1-1-7 15,-2 0-3-15,0 0 1 16,-1-1 1-16,-3 3-2 0,-1-5 12 0,0 6-3 16,-1-4 8-16,-3 5 7 0,-3-7-7 15,2 5-1-15,-4-2-2 0,3 0-8 0,-6 5-7 16,2-2-2-16,-4 2-3 0,-8-2-9 0,4 2 5 15,-6 3-7-15,-4-1-9 0,-2 2-4 0,-7 2 2 16,5 4-3-16,-4 0-1 0,-1 2-2 0,8 2 1 16,-6 2-2-16,13 1-5 0,-6 0 3 0,5 3-4 0,-4 4 1 0,7-5 2 15,2 1 5-15,4-1-5 0,2 3 5 16,3-2 0-16,5 2 0 0,5-3 0 0,3-1-1 0,1 0-6 16,12 4-4-16,1-9-12 0,2 4-40 0,0-3-34 15,1-4-36-15,-1 0-47 0,-2-4-64 0,-5-1-85 16,-3-1-182-16,0-4-549 0,0 1 243 15</inkml:trace>
  <inkml:trace contextRef="#ctx0" brushRef="#br0" timeOffset="1873.83">7269 2526 11 0,'5'-3'291'0,"-5"3"-13"0,7-4-19 15,-7 4-17-15,7-5-18 0,-7 5-17 0,9 0-13 16,-9 0-14-16,14 4-9 0,-6-2-18 0,1 5-13 0,1-2-10 16,-1 4-14-16,1 2-2 0,-1 0-14 15,0 2-4-15,-1 1-11 0,0 3-6 0,-2-2-7 16,-2 1-9-16,-3 1 8 0,-1 0-16 0,0 0-3 16,-1-2-9-16,-2 1-3 0,0-4 3 0,1-3-10 0,-3 2-2 0,4-5-3 15,-2 2-2-15,3-4 8 0,0-4 11 0,-5 10 24 16,5-10 37-16,-1 6 50 0,1-6 47 0,0 0 38 15,0 0 22-15,-3 6 26 0,3-6 16 16,0 0-24-16,0 0-28 0,0 0-22 0,7-20-27 16,-5 8-14-16,2 2-19 0,1-5-18 0,3-4-10 0,-1 2-25 15,6-5-9 1,-4 5-13-16,0 1 0 0,-1 1-19 0,-1 3-3 16,0 2-9-16,-2-2-14 0,0 5-5 0,0-3-9 15,-2 5 0-15,2 2-21 0,-5 3-16 0,3-10-23 16,0 6-38-16,-3 4-34 0,5-4-44 0,-5 4-48 15,0 0-55-15,0 0-47 0,7-3-44 0,-7 3-22 16,0 0-25-16,0 0-43 0,10 6-61 0,-10-6-313 16,0 0-861-16,11 5 382 0</inkml:trace>
  <inkml:trace contextRef="#ctx0" brushRef="#br0" timeOffset="2707.07">7863 2591 243 0,'2'-3'291'0,"-1"-4"-12"0,-1 0-16 0,0 2-5 0,0-3-16 0,0 1-9 15,0 0-15-15,-1 1-13 0,-1-1-12 0,1 3-20 16,-2-3-19-16,1 2-13 0,-2 1-14 0,-3 0-15 16,-1 3-9-16,-3-2-19 0,-1 3-4 0,-5 3-10 15,-2 1-6-15,1 1-5 0,0 4-10 0,-1 0-5 16,-3 7-4-16,1 2-3 0,-2 0-1 0,5-1-5 16,-2 2-1-16,8-4 0 15,-1 1-8-15,4 1-1 0,0-3-2 0,4-3-10 16,0-3-6-16,2 2-9 0,2-4 10 15,-2 0-1-15,3 2 3 0,0-8 8 0,7 5 19 16,-7-5 4-16,11 2 10 0,-11-2 11 0,21-4 7 16,-9 3 4-16,0-5 5 0,2-2 0 0,-1 1 3 15,-3-3-9-15,4 0-3 0,-1-4-8 0,2 2-4 16,-1 0-5-16,0-3-4 0,-3 2 8 0,0 0-12 0,-5 3 4 0,2 3-1 16,-4-1-2-16,1 4-4 0,-1 1-12 0,0-2 0 15,-4 5-9-15,6-6-15 0,-2 3-20 0,-4 3-31 16,0 0-3-16,0 0 1 0,0 0 7 0,18 10 3 15,-9-3 3-15,-3 0 1 0,2 3 2 0,0 1 8 16,0-2-3-16,1 0 5 0,4 3 4 16,3-2 2-16,-2-1 6 0,1 1 3 0,-1-3-2 0,3 0 1 0,-5-4-2 15,1 1 8-15,0-4-1 0,1 0 0 0,-4-2-1 16,2 0-2-16,-1-5 0 0,-2-1 2 0,3 0 7 16,0-5 1-16,-3 0-2 0,-1-3 11 0,1-3-7 15,-1 1 7-15,-2-7 11 0,-1-1 4 0,2-3-4 16,0-1 1-16,-2-4-1 0,-1-3 0 0,1 5 9 15,0-4 8 1,3 2 1-16,-3 1 6 0,-2 8 9 0,3 0 2 0,-5 7 15 0,1 6-1 0,0 2 2 16,0 0-3-16,0 3-8 0,-2 2-5 0,0 0-8 15,1 0-13-15,-1 5-17 0,0 0-25 0,0-7-23 16,0 7-32-16,0 0 7 0,0 0-5 16,0 0 13-16,-3 34 6 0,0-10 5 0,-1 4 4 0,-2 5-11 15,1-1 18-15,0 1 5 0,2-2 1 16,-1 0 5-16,0-1 0 0,2 2 15 0,0-5-15 15,2-6 3-15,0-4 7 0,0 1-3 0,2-2 1 16,-1-4 2-16,0-3 4 0,-2-1-7 0,2-1 9 16,-2-2 4-16,1 2-4 0,1-2 0 0,-1-5 5 15,-1 4 1-15,1-4 4 0,0 0-5 0,1 8 5 16,-1-8-3-16,0 0-1 0,0 0-3 0,0 0-17 16,0 0-21-1,0 7-33-15,0-7-28 0,0 0-47 0,0 0-123 16,0 0-115-16,0 0-276 0,4-23-711 0,-3 10 314 15</inkml:trace>
  <inkml:trace contextRef="#ctx0" brushRef="#br0" timeOffset="3007.81">8033 2438 130 0,'0'0'280'0,"-10"2"-8"16,10-2-3-16,0 0-9 0,-6 1-12 16,6-1-21-16,0 0-19 0,0 0-25 0,0 0-15 0,0 0-7 0,29-4-22 15,-6 2-18-15,9 0-13 0,1 0-3 0,4-1-18 16,17 1-5-16,-17 0-13 0,-1-1-5 0,1 2-7 16,-3 1-7-16,-2-2-9 0,-14 2 0 0,1-2-6 15,-1 2-8-15,-6 0-13 0,-2 0-11 0,-3-2-8 16,-7 2-7-16,12 0-22 0,-12 0-14 0,7 2-12 15,-7-2-11-15,0 0-11 16,0 0-21-16,0 0-34 0,-23 5-34 0,16-2-35 16,-2-1-214-16,9-2-455 0,-14 2 201 15</inkml:trace>
  <inkml:trace contextRef="#ctx0" brushRef="#br0" timeOffset="3377.15">8645 2472 201 0,'0'-5'397'0,"0"5"-14"0,-1-10 16 16,1 6-17-16,0 4-5 0,0-7-16 0,0 7-33 16,-3-8-28-1,3 8-29-15,0 0-27 0,0-3-26 0,0 3-26 16,0 0-22-16,0 0-22 0,0 0-19 0,0 0-20 15,0 0-19-15,0 0-11 0,0 0-7 0,0 0-6 16,-1 18-10-16,0-8-3 0,1 2-5 0,0 4-6 16,-4-1-3-16,4 1-4 0,0-4-2 0,-1 3-2 15,-2-3-4-15,2 0 0 0,1 0-7 0,0-4-1 16,-3 4-2-16,3-7-1 0,0 2-15 0,-1 0-10 0,1-2-8 0,0-5-5 16,1 7-1-16,-1-7 4 0,-1 5 1 0,1-5 2 15,0 0 0-15,0 5 4 0,0-5-2 0,0 0-24 16,0 0-51-16,0 0-36 0,0 0-45 15,-1-25-55-15,1 13-55 0,1-7-71 0,-1-3-305 16,4-7-711-16,0 0 314 0</inkml:trace>
  <inkml:trace contextRef="#ctx0" brushRef="#br0" timeOffset="3524.58">8625 2234 121 0,'-3'-7'250'15,"2"3"18"-15,1-2-3 0,-3 2 1 0,3 4-11 0,-1-8-8 16,1 4-22-16,0 4-17 0,-2-7-30 0,2 7-6 15,0 0-23 1,0 0-11-16,-2-6-23 0,2 6-21 0,0 0-35 16,0 0-19-16,0 0-42 0,0 0-47 0,0 0-41 15,17 17-54-15,-13-12-87 0,-4-5-192 0,6 10-458 16,-2-5 204-16</inkml:trace>
  <inkml:trace contextRef="#ctx0" brushRef="#br0" timeOffset="4541.22">8824 2458 310 0,'0'0'295'0,"0"0"-20"16,0 0-26-16,-2 6-19 0,2-6-22 16,0 0-18-16,0 0-28 0,0 0-5 0,-2 5-24 15,1 1-14-15,-1-1-12 0,-1 2-11 0,3 0-9 16,-4 0-10-16,4 2 0 0,-2 1-14 0,0 0-2 0,0-1-5 0,0-1-5 16,2-3-9-16,0-1-2 0,0-4-3 0,-1 9-4 15,1-9-4-15,-2 6 1 0,2-6 12 0,0 5 20 16,0-5 30-16,0 0-1 0,0 0 0 0,0 0-6 15,25-11-7-15,-16 5-2 0,1-2 2 0,7-4-2 16,-4 3-3-16,2-2-10 0,-2 0-2 0,2-1-5 16,-2 0 4-1,1 0-19-15,-5 7 0 0,-3-4-4 0,2 6 5 16,-3-1-16-16,-1 0 7 0,-4 4-9 0,8-9-5 16,-5 9-32-16,-3 0-13 0,0 0-1 0,0 0-1 15,0 0 5-15,13 9 8 0,-6-1-7 0,-1 1 7 16,0 2 1-16,6 3 6 0,2 0-11 0,1 1 0 15,6 3-3-15,3-1-5 0,4-1-3 0,3-5-4 16,-1 0-2-16,1-1-10 0,1-4 0 0,0 1-3 0,-1-4 0 0,-2-4 4 16,-1-1 5-16,-6-2 3 0,-4 1 4 0,0-4 4 15,-3-3 4-15,-2 0 4 0,-2 0-1 0,-5-3 5 16,0 2 8-16,-2 0 5 0,-2-2-1 0,-2 1 4 16,-2 0 4-16,-2 1-4 0,0 1-1 0,-1 2 3 15,-3 1-2-15,-1 0 0 0,-1 3-5 16,0 0 2-16,-3 4-4 0,0 0 0 0,0 3-2 0,1 0 6 0,-4 4 2 15,4 0-3-15,0 0-1 0,3 3-2 0,5-2-9 16,-6 2-4-16,5 1-15 0,1-2-7 0,0 1 4 16,3 0 1-16,5-1 7 0,0-3 0 0,-2 2 3 15,9-2 2-15,-1-3-5 0,0 1 6 0,-1-4 1 16,6 0 4-16,-2-2 0 0,0 0 7 0,2-2-1 16,-4-5 1-1,5 1 1-15,-6-1 1 0,4 0 8 0,-1-1 1 0,-5 2 12 16,2-1 9-16,-4-1 6 0,2 1 11 15,-2 1 6-15,-1 4 0 0,-1-1-5 0,0 2 2 16,-1-2-3-16,-3 5-8 0,5-6-20 0,-5 6-1 16,0 0-7-16,0 0 0 0,9 14-2 0,-7-2-2 15,-2 5 2-15,4 0-1 0,-4 9-2 0,0 4 4 16,0 1-2-16,-4 3 6 0,3 2-4 0,-8 9 1 0,4 2 4 16,1-14-7-16,-1 1 6 0,-3 0 0 0,2 3 0 0,2-5 2 15,-5-2 6-15,4-1-10 0,-3-5-1 0,0-6 0 16,1-1 2-16,3-6-1 0,-2-1 5 0,1-2 1 15,-2-3 2-15,2 0 7 0,-2-5 3 0,7 0 10 16,-22-1 22-16,10-5 21 0,0-1 20 0,-1-3 33 16,1-3 3-1,1-3 13-15,3 2 19 0,3-1 9 0,1-5 3 16,4-7-11-16,3-1-16 0,3-4-16 0,7-2-21 16,13-10-17-16,5 1-15 0,4-1-15 0,3 7-5 15,2 2-14-15,-3 4-1 0,-6 7-4 0,-2 1-4 16,0 4-2-16,-2 2-4 0,0 2-4 0,-8 3-3 15,-2 3-3-15,-7 4 0 0,0-2-5 0,-1 2 6 16,-5 2-10-16,3-1-1 0,-1 2-14 0,-6 2-21 0,5-3-28 0,-5 3-36 16,5-2-37-16,-5 2-15 0,0 0-25 15,0 0-36-15,-19 7-40 0,9-3-41 0,-3-4-68 16,-1 4-335-16,1-1-744 0,-1-3 330 0</inkml:trace>
  <inkml:trace contextRef="#ctx0" brushRef="#br0" timeOffset="5657.02">10906 2171 5 0,'1'-7'278'0,"-1"2"16"0,-1-1 6 0,2 1-26 16,-1 2-21-16,1-4-22 0,-1 6-39 0,0 1-3 15,0-6-24-15,0 6-24 0,0 0-13 0,0 0-19 16,0 0-17-16,0 0-12 0,0 21-3 0,-1-3-14 0,-3 8 0 0,0 3-10 16,-2 5-2-16,1 0-4 0,-4 16-3 15,5-16-6-15,-5 10-3 0,4-8-2 0,1-2-2 16,2-5-3-16,-2 2 5 0,0-6-10 0,4 2-3 16,0-9-3-16,-4-2 0 0,3-5-1 0,0 1 1 15,-2-3-8-15,3-1-4 0,0-4 7 0,-1 1 5 0,2 1 0 16,-2-2 1-16,1-4 13 0,-3 6 16 0,3-6 8 0,0 3 4 15,0-3-2-15,-4 2-1 0,4-2-3 0,0 0-13 16,0 0-29-16,0 0-24 0,-5-13-47 0,4 3-42 16,-4 1-49-16,0-7-60 0,2-2-84 0,2-10-221 15,2 2-558-15,3-7 247 0</inkml:trace>
  <inkml:trace contextRef="#ctx0" brushRef="#br0" timeOffset="5957.49">10957 2034 67 0,'0'0'206'0,"-5"0"-20"0,5 0-10 0,0 0-24 0,0 0-16 15,0 0-12-15,0 0-8 0,-3 4-14 0,3-4-2 16,10 4-8-16,3 0-4 0,6-4-9 0,10 2-1 15,5-2-7-15,6 3-1 0,15-6-37 0,0 6-1 16,-2-6-6-16,-13 6-1 0,-3-6-4 0,0 6 2 16,-8-3-2-1,-3 1-1-15,-7 0-10 0,0-1 5 0,-10 2-3 16,0-2-12-16,1 0-5 0,-6 0 1 0,-4 0 1 16,0 3-3-16,0-3-2 0,-14 5-25 0,4-1-29 15,-2-1-26-15,-7 2-33 0,3 1-32 0,-2 0-114 16,-1-1-289-16,2 4 129 0</inkml:trace>
  <inkml:trace contextRef="#ctx0" brushRef="#br0" timeOffset="6310.54">10869 2537 53 0,'-4'2'164'0,"-1"0"-4"0,5-2 4 16,-5 1-12-16,5-1-4 0,-4 4-17 0,4-4 6 16,0 0-5-1,19 0-13-15,-5-2-4 0,5 2-19 0,13-5-7 16,0 0-7-16,4 2-9 0,2-1-8 0,2 2-7 15,11-4-3-15,-15 4 0 0,-2 0-9 0,-2 1 0 16,-9 0-9-16,0 2-1 0,-5-2-3 0,-4 1-3 16,-4 0-7-16,1 0-1 0,-4-3-2 0,-2 3 3 15,-5 0-10-15,11 0 0 0,-11 0-4 0,0 0-4 16,0 0-6-16,0 0-9 0,-19 8-20 0,8-6-26 0,-3 1-28 0,4 0-33 16,1-2-58-16,1 2-148 0,-2-3-347 0,6 1 153 15</inkml:trace>
  <inkml:trace contextRef="#ctx0" brushRef="#br0" timeOffset="7172.82">11715 2449 285 0,'0'-7'317'0,"0"3"-12"16,0 4-23-16,2-3-23 0,-2 3-23 0,0-3-21 0,0 3-31 16,3-4-6-16,-3 4-36 0,0 0-18 0,0 0-16 15,0 0-8-15,0 0-11 0,1 12-14 0,3-2-7 16,-5 0-9-16,1 4-2 0,-3 0-9 0,3 3-4 16,0 3-2-16,-1-1-5 0,-2 0 0 0,3-2 4 15,-1 1-14-15,1-7-2 0,1 2 0 0,-1-1-8 16,4-2 2-16,-1-1 0 0,-2-2-2 0,2-3 2 0,-3 1 5 0,1 1 13 15,-1-6 9-15,6 2 10 0,0-4-3 0,-6 2 1 16,17-8-2-16,-5 1-1 0,2-2-8 0,1-3-3 16,-3-1 2-16,3 0 1 0,1-9-7 15,2 2 0-15,-4 0-13 0,-5 3 7 0,4 1-4 16,0 0 2-16,-2 3-2 0,-3 3 5 0,-3 0 2 16,2 3 6-16,-3 0-7 15,-1 3-2-15,1 0-12 0,1-2-4 0,-2 3-12 16,-2 2-10-16,-1 1-18 0,4-2-14 0,-4 2 5 15,0 0 5-15,0 0 1 0,1 12 4 0,0-4 1 16,1 1 2-16,-1 2 3 0,2 1 3 0,-1 2 12 16,4-1-8-16,1 3 3 0,3-2-9 0,4 1 6 15,4 2-2-15,1-5-6 0,0-5-2 0,7 3-12 16,3-5-2-16,5 4-18 0,-5-6 1 0,5 0-2 0,-5-3 8 16,-1-4 3-16,1 0 8 0,-10-4 0 0,4 1 3 15,-9-4 5-15,4 1 2 0,-2-1 5 0,4-7 2 0,-8 5 1 16,-4-3 2-16,1 2 9 0,-4-2 12 15,1 0 16-15,-3 2 7 0,4 3 17 0,-6-1 9 16,1 4-5-16,-2-3 5 0,2 6 13 0,-1-2-7 16,-1 1-2-16,1 1-14 15,-1 1 3-15,2-1-8 0,-2 5-8 0,0-4-8 16,0 4-12-16,0 0-5 0,2-3-4 0,-2 3-4 16,0 0 0-16,-4 12-2 0,3-2 7 0,1 4-2 15,-5 0-3-15,4 5 1 0,-4-1 1 16,1 6 4-16,-1 0-1 0,-2 0-3 0,2-5-2 0,1-1 4 15,-1-1 2-15,2-2-3 0,-1-1 3 0,2-4-4 16,0-1 3-16,3-1 2 0,-2-3-6 0,-1-1 8 0,0 1 0 16,1-2 27-16,1-3 21 0,0 7 28 0,0-7 25 15,0 0 31-15,0 0 5 0,0 0-15 0,0 0-12 16,9-12-12-16,-3 5-11 0,3-1-14 0,-1-2-8 16,3-2-8-16,-1 0-5 0,-1 3-6 0,-1-3-6 15,-2 7-7-15,3-3-3 0,-5 2-5 0,1 2-5 16,-1 2-2-16,-3-5-13 0,1 5-13 0,2-1-13 0,-2 0-24 0,-2 3-10 15,0 0 4-15,10 1 8 0,-6 2-9 0,1 1-11 16,-1 4-9-16,5-3-19 0,-3 6-20 16,2-5-17-16,0 4-17 0,2-3-18 0,0 4-24 15,-2-3-33-15,3 2-35 0,2-3-56 0,0 0-335 16,0-2-692-16,-2-2 306 0</inkml:trace>
  <inkml:trace contextRef="#ctx0" brushRef="#br0" timeOffset="7826.15">12842 2530 133 0,'0'0'155'0,"-8"0"-29"0,8 0-4 0,0 0-2 15,0 0-16-15,0 0-11 0,0 0-3 0,14 6-10 16,-5-5-5-16,0 1-6 0,5-2-7 0,4 0-8 15,2 0-3-15,2 0-6 0,-1 0-3 0,8-3-8 16,-2-1 1-16,0-1-3 0,-8 0-11 0,2 0 1 16,-3-2 5-16,-1 0-14 15,0 2 14-15,-6-1 17 0,-1 0 13 0,0 0 22 16,-2 0-4-16,-4 1 3 0,0-1-1 16,-3 0 0-16,-1 2-11 0,0 0-6 0,-5-2-8 15,1 3-6-15,-1 1-5 0,-8 1-1 0,1-1-1 16,-8 4-11-16,2-1 5 0,-8 7-6 0,-1 1-2 15,-1 0-3-15,1 2 3 0,0 2-7 0,3 1 1 16,-1 2-5-16,5 1 2 0,0 1-5 0,7-1 1 0,-5 1 0 0,9-1-3 16,3-1 2-16,3 0-6 0,2 0 7 0,-2-5-3 15,11 5 4-15,2-4-1 0,4 0-1 0,4-2 0 16,10 0-1-16,8-2-3 0,2-2 2 0,1-4-1 16,-1-1 0-16,16-2-3 0,-17-2-2 0,15-9 6 15,-19 7-6-15,3-6 4 0,-3-2-6 0,-2-2-1 16,-2-2 3-16,-2-1 3 0,-3-3 0 0,-2-4-1 0,-4-4 1 15,1-3 1-15,-2 1 4 0,2-13 5 0,-7 12 29 16,-2-4 14-16,-1 3 17 0,0 0 10 0,-3 3 14 16,-2 1 4-16,-2 12 16 0,2 0-5 0,-4 7-6 15,3-3 1-15,-2 5-16 0,-1 3-17 0,1-2-1 16,-1 2-8-16,-1 1-37 0,1 4-25 0,0 0-5 16,0 0 2-16,0 0 3 15,-8 16-2-15,4-3 1 0,-2 12 2 0,0 5-5 16,-2-2 6-16,2 4-7 0,2-1 1 0,-2 3 0 15,0-2 2-15,4 0 0 0,1-1-3 0,-2-2 2 16,2 0 2-16,-1-5 1 0,1-5 0 0,0-2-5 16,0 0 0-16,1-7 4 0,0 2-3 0,0-5-5 15,1-1-9-15,-2-2 9 0,1 1-8 0,0-1-11 16,-3-1-1-16,3 2-4 0,0-5-7 0,3 4-13 0,-3-4-14 16,0 0-78-16,0 0-61 0,0 0-52 0,0 0-56 15,-7-15-220-15,8 6-570 0,-1-3 253 0</inkml:trace>
  <inkml:trace contextRef="#ctx0" brushRef="#br0" timeOffset="8242.92">13359 2520 28 0,'0'0'169'0,"-7"0"11"0,7 0 3 15,-6 2 6-15,6-2-8 0,0 0-22 16,0 0-5-16,0 0-7 0,0 0-14 0,37-3-14 15,-5 1-6-15,7 0-14 0,16 0-14 0,3-1-6 16,5 2-8-16,1-2-9 0,1-1-4 0,26 0-4 0,-35 0-9 0,-1 1-5 0,-4-2-4 16,-14 3-4-16,0-3-4 0,-1 0 0 15,-8 0-2-15,-10 3 8 0,-5-1 27 0,-4 1 21 16,0 2 24-16,-4-4 1 0,1 3 12 0,-1 1 9 16,1 0-20-16,-6 0-6 0,8-2-10 0,-8 2-7 15,0 0-8-15,9 0-3 0,-9 0-10 0,0 0-7 16,0 0-9-16,8-2-5 0,-8 2-12 0,0 0-7 0,0 0-10 15,3 4-1-15,-1-3 2 0,1 5-3 0,-1-1 0 16,-4 1-2-16,2 3 0 0,-3 1-3 0,2 2 0 0,1 0-1 16,-1 4-1-16,1-1-2 0,-2 5 2 0,2-4 4 15,0 0-2-15,-1 0 1 0,1-4-1 16,0 0-3-16,-2-2 1 0,0-1-2 0,2 0-9 16,0-3-16-16,0-1-14 15,0 0-2-15,-2-1 4 0,2-1-1 0,0-3 4 16,-3 6 2-16,3-6 2 0,0 0-70 0,0 0-50 15,0 0-43-15,0 0-36 0,-9-18-36 0,6 7-225 16,2 0-529-16,-2-6 234 0</inkml:trace>
  <inkml:trace contextRef="#ctx0" brushRef="#br0" timeOffset="8380.6">14218 2312 57 0,'-1'-12'261'0,"2"0"-6"0,-2 4-6 15,1-1-18-15,1 4-17 0,-2-2-21 0,1 4-16 16,0-2-21-16,2 3-16 0,3-3-14 0,0 5-18 15,3 0-17-15,1 2-35 0,1-1-36 0,3 4-43 16,1-1-47-16,3 4-65 0,-1-2-216 0,-4 0-381 16,6 1 168-16</inkml:trace>
  <inkml:trace contextRef="#ctx0" brushRef="#br0" timeOffset="8749.2">14684 2401 21 0,'-5'2'181'0,"-5"1"-12"15,0 0-18-15,-3 6-7 0,2-6-14 0,-1 7-3 16,-2-1-20-16,0 3-6 0,1-1-10 0,2 3-4 16,-1 0-17-16,1 1-3 0,2-2-10 0,2 2-1 15,2-3 13-15,5 3 9 0,-1-3 2 0,2 2 2 16,3-3-3-16,0-1 5 15,2-1 1-15,7 0 0 0,1-1-3 0,5-1-5 16,3-2-4-16,6-3-5 0,0 1-1 0,-5-6-1 16,5 1 3-16,-1-5 1 0,-5 2-2 15,-3 0 2-15,0-5-7 0,-2-2 1 0,-2-2-8 16,-1 1-7-16,-2-2-7 0,-3-2-4 0,0-1-4 16,-6 1 0-16,-1 0 1 0,-2 0 0 0,-3 1-5 15,-3 0-7-15,-1 2-4 0,-4 1-5 0,-3 2-1 0,-4 0-5 0,0 4 1 16,-1 0-5-16,-3 3 0 0,0 1-9 0,3 3-12 0,-4 3-23 15,5-2-22-15,0 4-28 0,3 0-31 0,2 1-29 16,4 1-33-16,3 0-36 0,1 2-214 0,6-3-470 16,3 3 208-16</inkml:trace>
  <inkml:trace contextRef="#ctx0" brushRef="#br0" timeOffset="9128.25">15029 2435 45 0,'4'0'334'0,"-4"0"-22"15,4-3-27-15,-4 3-27 0,5-4-25 0,-5 4-29 16,3-2-21-16,-3 2-19 0,0 0-14 0,0 0-13 16,2 9-13-16,-2-4-15 0,-1 2-13 0,1 3-5 15,-1 0-6-15,-2 4-8 0,1 1-13 16,-2-1-3-16,0 3-7 0,1-5-4 0,1 1-7 15,1-4 0-15,-2 1-4 0,2-3 5 0,-1 0-11 16,1-4-1-16,1 1 2 0,-1 2 26 0,1-6 31 0,-2 4 42 0,2-4 31 16,0 0-23-16,0 0-12 0,17-14-10 0,-5 7-16 15,2-3-10-15,4-4-11 0,-3 4 3 0,4-2-21 16,-5 0 4-16,4 2-17 0,-4 0-1 0,-4 3-2 16,2 3-11-16,-3-1-2 0,0 2-10 0,-3 3-16 15,2 0-12-15,3 3-20 0,-1 1-12 0,-1 3-2 16,3 8-14-1,1-1-11-15,2 7-26 0,-5-4-28 0,1 6-49 16,-5-3-55-16,0-1-92 0,3 0-332 0,-4-2-697 16,1-8 309-16</inkml:trace>
  <inkml:trace contextRef="#ctx0" brushRef="#br0" timeOffset="10181.48">16523 2450 176 0,'0'0'177'0,"-5"-7"-8"0,4 6-28 0,1 1-5 16,-4-4-15-16,4 4-10 0,-9 0-9 0,9 0-16 15,-13 4-4-15,3 1-8 0,-2 1-7 0,-3 3-11 16,-4 1 1-16,4 2-9 0,-3 0-3 0,0 5-7 15,1-3 1-15,4 0-12 0,-3 6-2 0,3-5 4 16,2-1-6-16,3 1-1 0,1-1-2 0,4-3-3 16,0 0 16-16,2-1 5 0,2-1 3 0,4-1 11 15,-1-1 7-15,8-1 14 0,0-2-4 0,6-2 5 16,4 0-1-16,6-4-5 0,1-1 3 0,1-4 4 16,-5 0 1-16,-3 0 0 0,-4-2-1 0,2-1-1 15,-4 0-3-15,2-4 6 0,-7 1-16 0,-1-3 2 16,1-2-11-1,-5 0 0-15,-1 0-4 0,-3-2-10 0,-2 1-5 16,-2 1-9-16,-6-2 3 0,-1 3-4 0,-1 2-7 0,-1 1-2 16,-2 1-6-16,-1 1-2 0,1 7-4 0,-3-3-1 15,3 4-8-15,0 0-10 0,0 0-19 16,0 4-21-16,2 1-20 0,6 2-20 0,-3-1-28 16,4 4-19-16,3-2-23 0,2 1-41 0,3-1-225 15,5 3-469-15,4-2 208 0</inkml:trace>
  <inkml:trace contextRef="#ctx0" brushRef="#br0" timeOffset="10597.11">17059 1995 64 0,'2'-5'266'0,"-1"3"-26"16,-1 2-32-16,0 0-25 0,0 0-13 0,0 0-28 15,0 17-10-15,-3-3-15 0,-1 11-8 0,-3 3-12 16,-3 6-7-16,-1 18-10 0,-5 3-5 0,2 1-4 16,-6-1-9-1,-1 1-3-15,5-1-6 0,0-6-4 0,1-6-9 16,3-9-2-16,5-4-4 0,3-2-4 0,0-3 3 0,0-6-3 16,4-2 8-16,-1-8 0 0,1 3 1 15,0-6 3-15,0 1-1 0,0-1 20 0,0-2 23 16,0-4 38-16,0 0 25 0,0 8 34 0,0-8 17 15,0 0-7-15,0 0-20 0,0 0-18 0,0 0-23 16,14-16-12-16,-9 6-15 0,-1 0-29 0,1-6-25 0,-1-1-25 0,-3 0-15 16,-1-3-9-16,-1 1-14 0,-8 0-13 0,0-6 11 15,0 8-2-15,0 2-5 0,0 1 6 0,-1 5-2 16,2-1 7-16,3 3 3 0,-5 0-8 0,6 2 6 16,0 1-2-16,1 0-5 0,3 4-16 0,-3-4 6 15,3 4 6-15,18-4-1 0,11-1-9 0,4 4-22 16,20-1-37-1,8 2-45-15,6-3-65 0,31-9-88 0,-35 5-272 16,27-8-606-16,-27 4 268 0</inkml:trace>
  <inkml:trace contextRef="#ctx0" brushRef="#br0" timeOffset="11715.15">18427 1944 49 0,'-9'0'136'0,"9"0"-14"0,0 0-12 15,-5 1-1-15,5-1-14 0,0 0-7 0,0 0-1 16,0 0-11-16,0 0-6 0,0 0-14 0,-10 0-1 16,10 0-3-16,0 0-6 0,0 0-6 0,0 0 3 15,0 0 1-15,0 0 9 0,0 0-3 0,0 0-1 0,0 0-1 0,0 0 0 16,0 0-4-16,0 0-8 0,0 0 2 0,0 0-3 15,23 1-1-15,-13-2-8 0,12 1 3 0,6-4-7 16,3 4 4-16,-1-4-8 0,5 2 2 0,3-1-3 16,16 1 0-16,-3-4-1 0,0 0-5 0,-13 3 2 15,3 2 1-15,-5 0 2 0,-3-2-7 16,-5 0-7-16,-7 2 3 0,-3 1 3 0,-7-3-12 0,-1 3 11 0,-1-1-6 16,-5 1-5-16,-4 0-2 0,0 0 0 0,0 0-5 15,0 0-7-15,-22 3-5 0,10-3-6 0,-9 2 8 16,2-2-6-16,0 1 4 0,-3 1 1 0,6 1-11 15,0-2 12-15,1 0-2 0,2 1 7 0,1-1-9 16,1 0 12-16,3 0-2 0,1 1 1 0,1-1 1 16,6-1-3-16,-8 0 13 15,8 0-8-15,-7 1 5 0,7-1 6 0,-7 0 0 16,7 0 3-16,0 0-2 0,-10 0 14 0,10 0 6 16,0 0-2-16,-8-1 8 0,8 1 0 15,-4-3-1-15,4 3 14 0,0 0-7 0,0 0-3 16,-9 2-2-16,9-2-1 0,0 0-6 0,0 0-3 15,-7 1-1-15,4 3-3 0,-1 0 0 0,-1 2-3 16,0 3 2-16,-2 1-1 0,1 7 1 0,-3 0 2 0,0 7 3 0,1 8-5 16,-3-1 3-16,1 15 2 0,-3 7 4 0,4-2-1 15,-3-5 1-15,6 3-3 0,-3 1-1 0,1-2-3 16,3-4 1-16,0-10-5 0,1 3 4 0,-5-3-5 16,6-3 2-16,-4-1 2 0,1-2-5 0,-1-2 4 15,-1-4-3-15,2-4 3 0,-1-1-2 0,-2-3 6 16,-3 0 5-1,2-7 14-15,-5 6 4 0,1-4 7 0,-4-2 7 16,-3-2 18-16,-2-2 1 0,-4-2 4 0,-1 2 4 16,-4-5-1-16,4 1 4 0,-2-3-9 0,2 0 2 15,6 3-5-15,1-3-1 0,2 1 1 0,2-1-7 16,4 2-8-16,3-1-9 0,1 1-5 0,9 2-2 16,-13-3-2-16,9 1-6 0,4 2-2 0,-9-2-24 15,9 2-30-15,0 0-27 0,-4-4-33 0,4 4-36 0,0 0 2 0,0 0-10 16,0 0-33-16,20 6-54 0,-6-4-265 0,4-2-518 15,1 2 230-15</inkml:trace>
  <inkml:trace contextRef="#ctx0" brushRef="#br0" timeOffset="12263.7">18978 2651 185 0,'1'-5'265'0,"-1"5"-31"16,0 0-20-16,0 0-28 0,0 0-16 15,0 0-23-15,0 0-14 0,0 0-15 0,0 0-15 0,0 0-11 16,0 0-9-16,-1 14-7 0,0-7-10 0,-1 3-5 16,0-1-9-16,-1 4-2 0,-2 2-5 0,2 2-5 15,0 0-5-15,-2-6-1 0,2 6-2 0,-2 0-9 16,2-5 2-1,-1 0-5-15,2-4 1 0,-1 2-3 0,1-1-1 16,0-4 1-16,1-1-2 0,1-4 13 0,-1 9 52 16,1-9 41-16,-2 4 50 0,2-4 32 0,0 0 26 15,-2 4 23-15,2-4 14 0,0 0-30 0,0 0-23 16,0 0-18-16,12-19-26 0,-7 10-18 0,0-1-16 16,3 3-12-16,-2-4-18 0,2 5-11 0,-2-4-8 15,-2 6-14-15,0 1-4 0,0-1-14 0,1 1-6 0,-5 3-14 0,3-4-38 16,-3 4-40-16,4-4-29 0,-4 4 7 0,0 0-15 15,13 8 1-15,-8-4-12 0,1 4-14 0,0 0-18 16,1 1-16-16,1 0-29 0,-2 0-35 0,-2 2-31 16,5 2-48-16,-1-2-80 0,-3 0-253 15,4-1-666-15,-3-9 296 0</inkml:trace>
  <inkml:trace contextRef="#ctx0" brushRef="#br0" timeOffset="13465.89">19720 2116 108 0,'5'-3'193'0,"4"-3"-16"0,5 5-43 16,-3-2-12-16,1 4-12 0,1 1-7 0,1-1-1 16,4 5-14-16,-1 2-7 0,-1 1-2 0,-2 3-13 15,8 8 1-15,-7 2-8 0,-7-8-3 0,-2 3-7 0,1 2-3 16,-4 0-1-16,-3-1-1 0,-3 8-3 0,-1-1 2 15,-4-5-7-15,-2 3-3 0,-8-3 0 0,0 2-3 0,2-3 1 16,-1-7-4-16,0 1 0 0,2-1 4 0,1-3 8 16,3-2 8-16,2-2 7 0,0-1 17 15,2 0 27-15,0-2 26 0,3 0 35 0,0 0 40 16,4-2 37-16,0 0-2 16,0 0-29-16,-4-9-22 0,7 1-21 0,3-2-11 15,4-4-16-15,3-3-18 0,-1 1-13 0,11-5-11 16,0-2-10-16,-2 2-7 0,2 0-15 0,-1 0 2 15,-7 7-13-15,2-1-4 0,-8 9-4 0,1-2-2 16,-2 4-4-16,1-2-6 0,-5 1-9 0,1 2-14 16,-3 1-22-16,-2 2-29 0,8-2-36 0,-8 2-22 15,0 0 13-15,0 0 4 0,5 12 14 0,-5-6 1 0,0 6 12 16,0-1 6-16,-1 3 7 0,0 4 5 0,1-1 3 16,1 1 4-16,0-1-14 0,4 2-11 0,3-1-9 15,1-1-17-15,2-1-20 0,3-1-37 0,0-2-51 16,6-4-98-16,-2 0-248 0,1-6-581 0,2-1 257 15</inkml:trace>
  <inkml:trace contextRef="#ctx0" brushRef="#br0" timeOffset="13703.8">20377 2063 70 0,'0'0'227'0,"0"0"-18"0,9 9-26 0,-5-1-9 16,1 1-15-16,4 8-7 0,0 1-18 0,2 11-8 15,-3-1-8-15,1 4-13 0,0-1-8 0,-3 7-1 16,-3-6-13-16,-2 5-6 0,-2-6-12 0,-4 5-16 16,-3-4-6-16,-3-1-20 0,-6-2-29 0,-5-2-41 15,-1-3-33-15,-1-2-62 0,-7-3-178 0,-1-5-346 0,-1-4 154 16</inkml:trace>
  <inkml:trace contextRef="#ctx0" brushRef="#br0" timeOffset="14004.97">19815 1831 82 0,'-18'7'172'0,"-8"5"-15"0,1 5-11 16,-13 17-12-16,0 2-23 0,1 8-4 0,-3 5-14 15,-9 22-3-15,4 4-4 0,4 0-10 0,18-21-10 16,8 1 0-16,5 3-8 0,7-4 18 0,13 1 0 15,14-4 3-15,11-4-8 0,28 13 1 0,8-10-19 16,12-9-52-16,13-7-111 16,1-10-184-16,7-7-318 0,-3-6 141 0</inkml:trace>
  <inkml:trace contextRef="#ctx0" brushRef="#br0" timeOffset="16440.86">5737 3273 77 0,'0'0'119'0,"0"0"-22"0,0 0-8 0,14-6-13 16,-6 5-15-16,2-2 2 0,-1 3-4 0,4-3 1 16,6-1-1-16,-3 2-9 0,5-2-2 0,-2 0-3 15,10 2-5-15,0 0-1 16,-1-2-6-16,4 0 2 0,0 0-9 0,2 0 1 15,3 3 10-15,1 0-19 0,1-2-5 0,-1 2 9 16,3-2-13-16,-4 3 2 0,4-1-5 0,0-2 7 16,9 4-1-16,-12-2-2 0,3 1-2 0,11-1-4 15,-2 0 5-15,1 1-2 0,-1-3 0 0,-9 2 0 16,11-3-6-16,1 3 4 0,-1-2 4 16,2 2-8-16,-2-4 6 0,-2 0-3 0,2 1 3 0,-12 2 8 0,15 1-11 15,-4-4 1-15,2 2 0 0,3 3 9 0,-3-2-11 16,1 1 1-16,3 0 1 0,1 0 0 0,-3-1 4 15,3 2 1-15,3-1 0 0,3-1-5 0,-1-2 2 16,0 1-4-16,2 2 0 0,1-2-3 0,-3 2 1 16,0-2 5-16,1 3-4 0,4-1 0 0,-2 1 3 15,-2 0 1-15,27 0 3 0,-30-1-5 0,-1 2 2 0,1-1-9 0,-2 1 11 16,2 2-10-16,-3 0 3 0,-2-1 2 16,3-2-2-16,-4 3 11 0,-1-2-8 0,2 1-4 0,-3-2 2 15,0 1 2-15,2-1 0 0,0 0-3 0,0 2-4 16,2-3 1-16,-3-1-6 0,0 4 14 0,1-2-2 15,2 1 0-15,-3-2-6 0,0 0 3 0,-1 1 3 16,2 1-3 0,0 0 3-16,1-1 2 0,-5 3 3 0,4-3-6 15,2 2 2-15,-1-2 2 0,1 1 3 0,-1-1-4 16,1-1 7-16,0 0-7 0,-2 1 2 0,3 0 3 0,-2 2 3 16,-3-2-9-16,6 2 2 0,-5-2-3 0,5 0 3 15,-6 0 4-15,1 0-2 0,2 2-6 16,2 0 6-16,-2-2-6 0,-1 1 2 0,0-1-2 15,1 2 5-15,-2-2 2 0,1 2 1 0,-4-3 2 0,3 1-1 0,-1-1-6 16,-3 2 9-16,-9-1-5 0,11 1 1 0,0 0-9 16,-1 0 7-16,1-1-6 0,-15 0 3 0,14 0 1 15,-10 1 1-15,-3 2-7 0,16-3 3 0,-4 4 0 16,-11-3 3-16,1 1-5 0,12 0 3 0,-13 0 2 16,-2-1 1-16,5 1-5 0,-4-1 1 0,16 3-1 15,-21-3 4-15,8-1 6 16,-2 0 1-16,13 4 0 0,0-2 2 15,-15-2 2-15,3 2-4 0,14 2 24 0,-15-3-2 16,15 0-4-16,-17 1-2 0,17 0-2 0,-3-2-2 16,-13 2 0-16,13 0-3 0,-11 0-9 0,0 3 4 0,11-3-2 15,-13 0-1-15,17-1-7 0,-4 1 9 0,2 0 0 16,-2 3-7-16,1-1 6 0,0 1-4 16,1-5 1-16,2 3-1 0,-2 0-4 0,2 1-2 0,-4-2 5 0,4 3-1 15,-1-2-2-15,-3 2 0 0,-1-2 1 0,2 1-4 16,-1-2 5-16,3 5-4 0,-4-3 0 0,-12 0 5 15,2-3-5-15,11 6 1 0,0-3-2 0,-9 2 0 16,9-2 3-16,0 0-4 0,-12 2 2 0,-2-2-2 16,15 0-1-16,-16 2 3 0,2-4-4 0,-1 3 1 15,2-3 6-15,-1 1-7 0,2 0-2 0,-3 1 6 0,15-1-3 16,-12 1 1-16,-4-1 1 0,1-3 0 0,16 5 1 16,-16-2-2-16,4 0 6 0,12-3-5 0,-1 1 4 15,-12 1-1-15,12 0 5 0,3 1-3 0,-15-3-2 16,11 1-1-16,-13-1 8 0,14 0-9 0,1 0 2 15,-14 1 0-15,-2 3-1 0,3-3 1 0,14-1-2 16,-2 0 0-16,-15 0-3 16,14 3 2-16,-1-3-2 0,-9 0 2 0,11 0-2 15,0 0 0-15,-1 0 1 0,1 0 2 0,-12 0 0 16,12 0 1-16,-1-3-5 0,0 3 4 0,-12 0 3 16,14-1-6-16,-2 0 5 0,-12 1 1 0,0-2 2 15,16 1 3-15,-4 0-6 0,-14 0 4 0,14-4 1 16,-11 3-4-16,15 1-1 0,-18 1 4 0,3 0-1 15,13 0-1-15,-13-2 1 0,1 1-3 0,8 0 2 0,2 1 1 0,-13-2 2 16,16 0-4-16,-1-1-2 0,-14 3 5 16,12-3-2-16,-13 1-1 0,17 1 1 0,-17 1-5 15,17-1 2-15,-4-2 0 0,2-1 1 0,-1 1 0 16,3 3-9-16,1-1 8 0,2-1 0 0,1 0-3 16,3 1 1-16,-7-3 1 0,7 2 2 0,-5-3 1 15,3 3-1-15,0-2 1 16,3 1-4-16,-3 1 4 0,6 0-1 0,-2 2 1 15,3-3-3-15,-1 3 1 0,2 0-3 0,24-1 1 16,-27 1 2-16,26 4-5 0,-32-2 3 0,3 1-2 16,3 0 1-16,27 2-2 0,-28 0 4 0,27-3-1 15,-27 2-4-15,2-3 4 0,25 4-3 0,-28-2 0 16,-1-1 4-16,2 1-4 0,-1 0 3 0,1-1-3 16,2 2 4-16,-2-1-2 0,-2-1-3 0,1 1 0 0,-3 0 1 15,-2-3-1-15,-2 1-2 0,0-1 2 0,-15 0 1 16,9-1 0-16,-11 2-1 0,-2-1-2 0,-2-1 6 0,-2 1-1 15,3 0 0-15,-6-2-2 0,0 2 4 0,-2 0-2 16,-9 0 3-16,-6-1-5 0,1 0 4 0,0 1 0 16,0-2 1-16,-5 2 2 0,-1-1-2 15,-8 1 2-15,11-1 0 16,-11 1-2-16,11-3-1 0,-11 3-18 0,6 0-30 16,-6 0-28-16,0 0-40 0,0 0-60 0,0 0-106 15,0 0-167-15,0 0-477 0,0 0 211 0</inkml:trace>
  <inkml:trace contextRef="#ctx0" brushRef="#br0" timeOffset="22004.9">5443 6342 189 0,'0'0'199'0,"0"0"-14"0,-5 3-11 15,5-3-13-15,0 0-14 0,0 0-11 0,0 0-8 16,0 0-4-16,0 0-5 0,0 0-7 0,0 0-10 0,0 0-9 16,0 0-8-16,0 0-11 0,0 0-5 0,0 0-4 15,0 0-9-15,20-11-6 0,-9 5-6 0,1 2-5 16,5-5-6-16,3 1 2 0,6-4-5 0,-3-2-4 16,4-1 0-16,-3 0-6 0,6 0-1 0,-2-1 4 15,-2-1 10-15,0-3 6 0,-1 2-2 0,0-4 1 16,-1 1 12-16,-1-2 1 0,0 1 2 0,-1 0 0 0,-3 1-2 0,-1-1 8 15,-3 2-3-15,-3 3 1 0,-2 1 0 0,-1 0-1 16,-3 0 9-16,-2 4 2 0,-1 0-8 0,-3 0 13 16,-3 2-16-16,2-1-4 0,-3 2-10 0,-2 1-9 15,-3 0-3-15,-4 3-7 0,0 2-5 0,-7 1 0 16,-11 3-1-16,-1 5-7 16,0 2-1-16,-2 6 0 15,-11 4-5-15,-1 5 5 0,1 4-6 0,4 4 4 0,11-7-7 16,-7 10 2-16,11-6-6 0,4 0 4 0,2 5-3 15,5-3 1-15,3 1 2 0,3-2 4 16,4 0 2-16,8-3-2 0,4-1 7 0,6 2-7 0,6-7 5 16,5-3 6-16,6-1-2 0,7-4 3 0,14 0 17 0,10-2 17 15,4-8-15-15,27-2-1 0,-25-1 0 16,22-6-6-16,-26 3-4 0,-3-3 4 0,-4 2-8 0,-19 0 3 0,-3 1 0 16,-5 0-2-16,-10 2-6 0,-5-1 17 0,-2 2 17 15,-2 1 8-15,-2-3 6 0,-2 3 1 0,-2-1 12 16,-4 1-8-16,10 0-7 0,-10 0-6 0,5-1-5 15,-5 1-17-15,0 0-21 0,0 0-49 0,0 0-45 16,0 0-57-16,0 0-58 0,0 0-57 0,-15 5-105 16,15-5-284-16,-9 1-694 15,9-1 307-15</inkml:trace>
  <inkml:trace contextRef="#ctx0" brushRef="#br0" timeOffset="24507.67">6347 4875 95 0,'1'-5'172'0,"-1"0"0"0,0 0 3 16,1 0-6-16,-1 0 4 0,0-3-3 0,0 2-5 16,0 0-3-16,0 0-2 0,1-1-3 0,-1-1-7 15,2 3-3-15,-2 2-9 0,0-3-9 0,0 2-5 0,0 4-15 0,0-7-10 16,0 5-15-16,0 2-12 0,0 0-9 0,0 0-19 15,0 0-4-15,0 0-6 0,2 14-8 0,-3-1 1 16,0 4-5-16,-2 10-3 0,1 1-1 0,-1 0-1 16,0 1 1-16,2 1 0 0,1-3-3 0,-1 1-2 15,1-1 0-15,-2-8-3 0,2 2 1 0,2-4-3 16,-2-3 2-16,0 1-3 0,0-6 1 0,1 1-1 0,-2-5 0 16,2 3 2-16,-1-2-4 0,0-3 5 0,0 4-1 0,0-7 0 15,3 5 6-15,-2-3 5 0,-1-2 0 0,0 5-1 16,0-5 2-16,0 0-9 0,0 0 2 15,0 0-6-15,-4 3-12 0,4-3-28 0,0 0-31 16,0 0-43-16,-3 4-48 0,1-1-41 0,2-3-39 16,-9 2-210-16,4 1-480 15,5-3 213-15</inkml:trace>
  <inkml:trace contextRef="#ctx0" brushRef="#br0" timeOffset="24886.54">5968 5387 67 0,'-6'1'197'0,"6"-1"-1"16,0 0-6-16,-12 0-5 0,12 0-11 15,0 0-11-15,-6 0-9 0,6 0-3 16,0 0-10-16,0 0-19 0,0 0-8 0,0 0-10 16,0 0-10-16,0 0-9 0,28-7-12 0,0 1-8 15,5-1-9-15,6 2 0 0,18-1-4 0,2 0-7 16,2-1-7-16,2 0-4 0,2-3 0 0,-1 5-7 16,0 0 2-16,-3-2-1 0,-6 4-4 0,-19-1-2 15,1 1 1-15,-5 0-4 0,-11 2 1 0,-8 1-6 0,0-3-4 0,0 3-1 16,-4 0 0-16,-3-1-4 0,0 1-4 0,-6 0-12 15,7-1-4-15,-7 1-11 0,0 0-4 0,0 0-21 16,-25 12-26-16,5-8-40 0,0-1-39 0,2 4-57 16,-10 1-143-16,1 1-386 0,8-3 172 0</inkml:trace>
  <inkml:trace contextRef="#ctx0" brushRef="#br0" timeOffset="25471.42">6426 5516 87 0,'0'0'265'0,"0"0"-22"0,0 0-14 0,0 0-17 15,0 0-20-15,0 0-18 0,0 0-17 0,0 0-13 16,0 0-12-16,0 0-18 0,22 0-14 0,-10 0-12 16,2 3-8-16,4-2-8 0,4 2-8 0,-5-1-7 15,3 4-7-15,-2 0-2 0,1-1-3 0,-1 3-2 16,-3 1-10-1,0-1-2-15,-3 1-5 0,-5 1-4 0,3 2-4 0,-3 3 0 16,-2-1 0-16,-2 5-4 0,-6-4 0 16,1 2-2-16,-6 0 2 0,-4 0-4 0,1-1-4 15,-12 2 5-15,8-5-5 0,-6 4 1 0,4-7 2 16,4 0-2-16,-2 2 1 0,3-7 0 0,3 1 1 16,0-1-3-16,0-1-1 0,4 0 1 0,1-1 4 0,-1-1 17 15,1 1 8-15,4-3-2 0,-1 3-1 0,1-3 2 0,0 0 3 16,22-1-1-16,-3 0 2 0,2-2-6 0,9 0-1 15,0-1-1-15,1 1-3 0,1 3-4 0,0-4 6 16,-1 1-2-16,-2 1 10 0,-2 1-1 0,-8-1-2 16,-1 2-9-16,-6-2 8 0,-3 4-1 0,-1-4 10 15,0 2 3-15,-3 0 18 0,-5 0-1 0,8-1 15 16,-8 1 7-16,8 0-9 16,-8 0-8-16,0 0-6 0,6 0-7 15,-6 0-11-15,0 0-17 0,3-3-21 0,-3 3-28 16,0 0-43-16,0 0-48 0,0 0-46 0,0 0-45 0,0 0-69 15,-20-4-302-15,19 0-624 0,1 4 276 0</inkml:trace>
  <inkml:trace contextRef="#ctx0" brushRef="#br0" timeOffset="28543.97">7017 5002 82 0,'0'0'222'0,"2"-9"-18"15,-1 7-8-15,2-1-35 0,3 0-15 0,0-1-11 16,1-1-17-16,4 3-6 0,3-1-13 0,4 1-8 15,0 1-8-15,1 2-9 0,-1 1-1 0,1 6-11 0,3 1-6 0,-8 1-5 16,5 1-6-16,-5 4-3 0,4 3-4 0,-6-1-8 16,2 4 1-16,-9 6-2 0,1-4-3 0,-5-3-2 15,-1 6-2-15,-1 0 1 0,-5 0-4 0,-2 0 3 16,-1 0-2-16,-1-8-4 0,-3 4 1 0,-1-1-2 16,2-5 3-16,1-3-4 0,1-1 1 0,-2 1-5 15,5-5 6-15,-1-2-2 0,0-1 1 0,6 1 6 0,-3-2 16 16,0-2 27-16,2 1 28 0,-1-1 36 0,4-2 24 15,0 0-11-15,0 0-14 0,0 0-13 0,7-18-19 16,0 8 7-16,6-8-24 0,5-3-5 0,1-3-16 16,5-2 4-16,1 0-18 0,-1-3-9 0,0 2-4 15,-1 1-1-15,0-1-6 0,0 2-7 0,-5 1 4 16,0 3-2-16,-5 7-5 16,-3 4 2-16,-4 0 7 0,-1 5 2 0,1 1-6 15,-1-1-6-15,-3 1-8 0,2 0-6 0,-3 2-12 16,-1 2-4-16,0 0 5 0,0 0 1 0,-15 15-1 15,3-6-6-15,-1 6 7 0,1-1 0 0,-6 6 2 16,4-3 4-16,4 0 0 0,-3 4 0 0,4-2 3 16,5-1-19-16,-1-1-16 0,10 2 1 0,-1 0 0 15,5-4-3-15,1 2-12 0,16-2-28 0,2-2-36 0,5-5-41 0,18 2-73 16,-14-7-303-16,18-1-576 0,0-3 255 16</inkml:trace>
  <inkml:trace contextRef="#ctx0" brushRef="#br0" timeOffset="29107.64">8103 4693 142 0,'0'0'201'15,"3"-5"-18"-15,-3 5-13 0,0 0-25 0,0 0-11 16,0 0-9-16,0 0-9 0,-5 15-9 0,-3-1-3 16,-6 9-7-16,-3 3 0 0,-8 15-7 0,-3 7 1 15,-3-2-1-15,1 4-12 0,-1-6-6 0,4 3-5 0,4 2-6 0,6-5-9 16,6-9-2-16,5-2-4 0,3 1 24 0,3 0 2 16,5-1 1-16,2-1 1 0,7-2-5 0,6-4-6 15,6-2-6-15,6-4-4 0,16 2-30 0,3-6-41 16,2-5-60-16,-1-3-61 0,3-7-87 15,-4-3-177-15,-10-1-434 0,-3-2 192 0</inkml:trace>
  <inkml:trace contextRef="#ctx0" brushRef="#br0" timeOffset="29562.55">8544 4751 55 0,'0'-5'293'0,"3"0"-14"0,-2 0-12 0,-1 3-18 0,0 2-24 15,1-5-23-15,-1 5-27 0,2-4-16 0,-2 4-22 16,0 0-16-16,0 0-14 0,0 0-12 0,-3 20-7 16,-2-4-14-16,-3 7-3 0,1 4-6 0,-4 4-5 15,1 1-9-15,-1 2-3 0,-3 0-4 0,4 0-2 0,-2 3-7 16,3-4-1-16,0-1-5 0,4-3-1 0,4 0-3 15,-2-3-3-15,3-1-1 0,0-6 11 16,3-2 5-16,-1 0-2 0,2-3 5 0,0-2-2 16,1-3-3-16,0 1-1 0,0-3-3 0,3-1-1 15,4 1 7-15,-1-4 0 0,1 1-13 0,1-3 3 0,4-1-26 0,2-1-29 16,-2-2-29-16,-2 1-35 0,-2-3-46 0,-2-1-66 16,2-2-85-16,-4 0-167 0,0-1-493 0,-4-1 219 15</inkml:trace>
  <inkml:trace contextRef="#ctx0" brushRef="#br0" timeOffset="29763.34">8340 5112 309 0,'0'0'337'0,"-8"2"-22"0,8-2-27 0,0 0-35 15,0 0-24-15,0 0-20 0,22-7-24 0,-2 4-22 0,11-2-28 16,6 1-45-16,18-3-57 0,-3 1-59 0,0 2-73 16,4-3-111-16,-5 2-159 0,0-3-399 0,-15 2 176 15</inkml:trace>
  <inkml:trace contextRef="#ctx0" brushRef="#br0" timeOffset="30032.23">9100 5092 164 0,'0'0'263'0,"0"0"-16"0,0 0-20 16,0 0-25-16,0 0-22 0,0 0-16 0,0 0-20 16,23-5-16-16,-4 1-29 0,3 1-37 0,6 1-43 15,4-1-58-15,4-4-73 0,-3 0-180 0,6 0-315 0,-3 2 139 0</inkml:trace>
  <inkml:trace contextRef="#ctx0" brushRef="#br0" timeOffset="30316.92">9806 4688 148 0,'-3'-7'331'0,"3"-1"-22"0,0 3-18 0,0 1-21 15,0-1-27-15,0 5-25 0,0-4-24 0,0 4-21 0,0-4-21 0,0 4-18 16,0 0-13-16,0 0-14 0,0 13-11 0,3-3-9 16,-2 4-8-16,0 3-4 0,2 1-3 0,-1 5-11 15,2 4-8-15,-3 0-27 0,2-2-16 0,-1 0-39 16,-2 0-25-16,2 1-36 0,-4-2-32 0,1-3-48 16,0 0-75-16,-3-5-179 0,2-1-458 0,0-6 202 15</inkml:trace>
  <inkml:trace contextRef="#ctx0" brushRef="#br0" timeOffset="30617.42">9628 5192 121 0,'0'0'265'0,"-6"0"-12"0,2 2-11 0,4-2-16 15,0 0-10-15,-5 2-8 0,5-2-9 0,0 0-8 16,0 0-19-16,-4 3-10 0,4-3-21 0,0 0-18 16,0 0-10-16,0 0-9 0,24-3-13 0,-5-1-9 15,2 3-10-15,8-3-4 0,4-1-8 0,2 0-7 0,1 1-4 0,1 1-8 16,2 0-2-16,0 0-5 0,-1-2-2 0,-2 3-4 16,-4-2-9-16,-4 1 3 0,-7 3-2 0,-1-5-3 15,-9 3 2-15,2 1-4 0,-3 0-4 0,-5 1-6 16,3 0-22-16,-8 0-17 0,5-3-41 0,-5 3-45 15,0 0-36-15,0 0-67 0,-22 0-259 0,7 0-521 16,-2 3 230 0</inkml:trace>
  <inkml:trace contextRef="#ctx0" brushRef="#br0" timeOffset="30995.57">9879 5303 346 0,'0'0'328'0,"0"0"-31"0,0 0-28 16,0 0-24-16,0 0-27 0,-2-5-32 0,2 5-17 15,0 0-22 1,0 0-18-16,0 0-14 0,0 0-13 0,0 16-9 0,0-8-9 15,-2 4-8-15,0 0-8 0,0 3-5 0,-2 2-9 16,1 3-8-16,-2-1-2 0,1 2-3 0,2-1-2 16,-3-3-5-16,1 2-6 0,3-2 0 15,-2-3-4-15,1 1-2 0,2-5 1 0,-2 2-7 16,2-3-1-16,-1-2 3 0,1-1 1 0,1 1-9 0,-1-5 8 16,2 2-2-16,-2-4 4 0,0 8 7 0,1-5 7 0,-1-3 0 15,0 0-1-15,0 2 8 0,0-2-3 0,0 0 0 16,0 0-6-16,5 3-3 0,-5-3-7 0,11-5-15 15,-3 4-30-15,2-3-37 0,3-2-39 0,-3 1-41 16,3 1-43-16,2-4-52 0,2 2-273 0,-3-2-550 16,-1 1 243-16</inkml:trace>
  <inkml:trace contextRef="#ctx0" brushRef="#br0" timeOffset="31211.52">9702 5524 1 0,'0'0'331'0,"-7"0"-34"0,7 0-31 0,0 0-28 0,12-8-27 16,-2 5-19-16,8-6-19 0,12 4-27 0,-2-2-32 15,4-4-42-15,3 5-49 0,1-2-50 0,15-2-73 16,-15 3-224-16,0-1-349 0,1-1 156 15</inkml:trace>
  <inkml:trace contextRef="#ctx0" brushRef="#br0" timeOffset="31850.74">10212 4552 213 0,'0'0'196'16,"0"0"-22"-16,4-6-17 0,-4 6-15 0,10 2-4 16,-1 3-10-16,2 0-12 0,3 7-9 0,4-2-4 0,4 9-3 0,1 5-6 15,9 12-6-15,-4 2-2 0,-1 5-3 0,0 3-6 16,-7 6-4-16,-3 4-10 0,-8 1-2 0,-5 2-2 16,-6 1-8-16,-3-1-3 0,-4 26-4 0,-1-28-2 15,-3-3-4-15,-1-1-4 0,-1-5-3 0,-2 1-2 16,-3-5-4-16,2-11 2 0,0-5-5 0,-4 0-1 15,1-2-2-15,0-1-3 0,2-6 10 0,-3 1-5 0,8-6-6 0,-1-2-3 16,6-3 2-16,0-1-2 0,0-2 2 0,3 0 2 16,-2-2 14-16,4-2 10 0,0 2 5 15,3-2 19-15,-3 0 13 0,4-2 11 0,-6 4 17 16,6-4 4-16,-4 3 9 0,4-3 6 0,0 0-17 0,0 0-10 16,0 0-15-16,-4 1-11 0,4-1-12 0,0 0-26 15,0 0-31 1,0 0-35-16,0 0-87 0,0 0-71 0,0 0-97 15,15-12-288-15,-7 9-624 0,0 0 276 0</inkml:trace>
  <inkml:trace contextRef="#ctx0" brushRef="#br0" timeOffset="32820.3">11165 5356 76 0,'0'0'213'0,"0"0"-2"15,0 0-5-15,-4-4-3 0,4 4-5 0,0 0-11 0,0 0-3 16,0 0-7-16,0 0-11 0,0 0-12 0,0 0-10 16,0 0-3-16,0 0-17 0,0 0-12 0,0 0-21 15,0 0-8-15,11-3-8 0,1 2-12 0,8-3-4 16,1 3-18-16,11-5-19 0,3 3-32 0,-1 1-31 16,-1-3-36-16,1 5-34 0,-2 0-32 0,1 0-55 15,-5-3-194-15,0-1-425 16,-10 6 189-16</inkml:trace>
  <inkml:trace contextRef="#ctx0" brushRef="#br0" timeOffset="32967.3">11302 5531 33 0,'-6'4'175'0,"-1"-1"-5"0,3 1-10 0,3-1 5 15,1-3 11-15,5 5-11 0,4-2-18 0,9 1-13 16,11-4-21-16,6 2-54 0,3-2-86 0,-2 0-218 0,2-2-266 15,-2-3 117-15</inkml:trace>
  <inkml:trace contextRef="#ctx0" brushRef="#br0" timeOffset="34068.44">12509 4870 121 0,'0'0'219'0,"0"0"-8"0,0 0-14 0,-6-2-13 16,6 2-23-16,0 0-12 0,0 0-18 0,18-5-12 16,-3 4-13-16,13-4 5 0,3 3-21 0,7-3-14 15,13-3-11-15,3 4-5 16,0 1-7-16,2 1-8 0,-2-1-10 0,-15 3-17 16,2-2-21-16,-5 5-28 0,-4-1-25 0,-3-1-49 15,-11-1-64-15,-5 2-130 0,-7 0-321 0,-2-2 142 16</inkml:trace>
  <inkml:trace contextRef="#ctx0" brushRef="#br0" timeOffset="34570.21">12531 4930 16 0,'-5'0'192'0,"5"0"-20"0,0 0-18 15,-7 3-16-15,7-3-17 16,-2 5-8-16,4-1-9 0,0 1-3 0,4 5-9 16,-1 0-3-16,7 2-6 0,-2 0-6 0,4 4-6 15,8 2-5-15,-3 1-6 0,3 1-5 0,5-1-5 16,-1 1-4-16,5-2-4 0,2 2-4 0,2-2-3 16,11 5-2-16,-14-9-4 0,1 1-3 0,-2-3 1 15,-2 0-7-15,-1 2-1 0,-2 0-1 0,-8-3-3 16,-3 1-3-16,-1-2-1 0,-4 3 3 0,-3 0-8 0,-4 2 0 15,-3 2 2-15,-5 7 2 0,-6 0 20 0,-6 0-22 16,-4 7 1-16,-10 8-4 0,-1 0 5 0,-3-3-5 0,2 6 0 16,1-3 5-16,0-3-3 0,-2 2-4 0,12-11 5 15,-3 1-3-15,0 2-2 0,4-1 4 0,0-2 1 16,-1-2-3-16,6 0 2 0,2 2 0 16,3-3 3-16,0-6 11 0,6-1 7 0,-3 0 1 0,6-1 12 0,-1-2 2 0,-2-4 2 15,1 2 0-15,3-3-3 0,1 2-2 16,0-6-2-16,0 4-5 0,0-4-3 0,0 0 1 15,0 2-6-15,0-7 0 0,0 5-2 0,0 0-2 16,0-5 2-16,1 5-2 0,-1-5 4 0,0 0-1 16,0 0-2-16,0 0-3 0,0 7 1 0,0-7-3 0,0 0 2 15,0 0-11 1,0 0-8-16,0 0-39 0,0 0-34 0,0 0-28 16,0 0-32-16,25-9-45 0,-19 5-249 0,4 0-460 15,-1 1 204-15</inkml:trace>
  <inkml:trace contextRef="#ctx0" brushRef="#br0" timeOffset="34871.08">12699 6208 38 0,'0'0'310'0,"-7"1"-18"0,7-1-29 16,0 0-28-16,0 0-27 0,0 0-19 0,23-6-15 16,5 3-22-16,7-4-17 0,16 0-11 0,4 0-17 15,11-1-14-15,-2 3-6 0,29-4-9 0,-29 6-6 16,3-1-10-16,-1-1-7 0,-3 2-6 0,-7 3-3 0,-5-1-4 16,-15-3-4-16,-4 4-4 0,-13-4-3 0,0 7 2 15,-5-6 3-15,-3 2 6 0,-4 2 5 16,2-2 0-16,-9 1 2 0,9 0-5 0,-9 0-7 0,0 0-11 0,0 0-21 15,0 0-38-15,0 0-47 0,0 0-52 0,-22-5-69 16,12 1-272-16,-3 1-511 0,1-1 226 0</inkml:trace>
  <inkml:trace contextRef="#ctx0" brushRef="#br0" timeOffset="37529.57">12465 6657 88 0,'0'-4'229'0,"0"0"2"0,1 0-11 15,0 0-10-15,-1 4-14 0,1-5-15 0,-1 5-10 16,2-4-23-16,-2 4-16 0,0-4-21 16,0 4-12-16,0 0-18 0,0 0-18 15,0 0-10-15,0 0-4 0,0 0-9 16,1 17-3-16,-1-9-3 0,-1 4-7 0,-1 5-1 16,0 0-2-16,-2 1-6 0,-2 8 3 0,2-7-4 15,0 7-2-15,-1-1 3 0,1 3-3 0,0-9-6 0,2 1 5 16,-3-2-4-16,1-1 4 0,1-3-4 0,1-3-4 15,0-1 3-15,0-3-3 0,1-1 1 0,1 1 10 16,-2-3 29-16,4 0 19 0,-2 0 27 0,1-2 32 0,-1-2 29 16,0 0 26-16,0 0-26 0,0 0-9 0,9-14-23 0,-3 2-9 15,3-3-14-15,0-1-8 0,6-9-14 16,0-3-2-16,-3 3-13 0,6-3-3 0,-3 5-10 16,2-1 0-16,-8 6-9 0,4 1 5 0,-4 1-17 15,1 3 13-15,-2 3-22 0,-2 3 1 0,-1 1-4 0,-1 3-3 16,-1-2-15-16,1 2-27 0,0 1-20 0,-4 2-3 0,0 0 4 15,9 5 5-15,-3 3-7 0,-3 1 9 0,1 3 3 16,4 3 3-16,-4 2 6 0,0 2 4 0,-2 1 2 16,1 5 2-16,-1 0 0 0,2-5 4 0,0-2 7 15,-1-1-2-15,-2 0 2 0,2-4 5 0,-1-3-5 16,0 2 2-16,0-5 7 0,-2-1-3 0,1-1 1 16,-1-1 1-16,1 0 4 15,0-1-2-15,-1-3-1 0,2 5 2 0,-1-1 10 16,-1-4-6-16,0 0 4 0,0 5-1 0,0-5 8 15,0 0-10-15,-1 5-3 0,1-5 5 0,0 0-1 16,0 0-1-16,0 0-14 0,0 0-10 0,0 0-16 16,0 0-11-16,0 0-55 0,0 0-68 0,0 0-57 15,4-14-49-15,-3 11-257 0,2-4-574 0,0 0 254 16</inkml:trace>
  <inkml:trace contextRef="#ctx0" brushRef="#br0" timeOffset="37723.58">13100 6749 78 0,'0'0'333'0,"0"0"-26"0,0 0-24 0,-10-9-36 15,10 9-34-15,5-5-39 0,2 2-28 0,4 1-41 16,1-3-45-16,8 3-43 0,-1 0-57 0,1-1-61 15,-2 2-203-15,4 0-329 0,-7 0 146 0</inkml:trace>
  <inkml:trace contextRef="#ctx0" brushRef="#br0" timeOffset="37877.36">13184 6903 203 0,'-4'4'221'0,"3"-4"-11"0,-3 5-5 16,4-5-1-16,-4 4-2 0,4-4-17 0,0 0-16 0,-1 4-18 0,1-4-15 15,0 0-23-15,23-3-18 0,-6 2-33 0,3-1-40 16,2-2-55-16,8-2-59 0,2 3-62 0,-2-3-163 16,0-1-343-16,1 2 152 0</inkml:trace>
  <inkml:trace contextRef="#ctx0" brushRef="#br0" timeOffset="38109.31">13823 6825 149 0,'0'0'295'0,"0"0"-29"0,-8 0-26 0,8 0-30 15,0 0-25-15,0 0-25 0,27-5-26 0,-4 0-33 16,9 3-44-16,4-1-50 0,2 0-61 0,15-4-97 15,-14 2-116-15,15 0-288 0,-14 1 127 0</inkml:trace>
  <inkml:trace contextRef="#ctx0" brushRef="#br0" timeOffset="38748.19">14622 6890 110 0,'0'0'268'0,"0"0"-3"0,0 0-10 0,0 0-26 16,0 0-22-16,0 0-21 0,0 0-13 0,2-15-22 16,1 12-17-16,-1-4-12 0,2-3-9 0,1 1-14 15,2 1-4-15,0-2-11 0,1-1-8 0,2-3-4 0,0 0-1 0,2 2-5 16,-3-6-4-16,-2 2-3 0,3 1-3 0,-3-2-7 15,1 1-8-15,1 3 0 0,-3-2-4 0,-2 3 1 16,-1 3-1-16,-1 1-5 0,-2 3-2 0,0-1-6 16,0 1-7-16,0 0-8 0,-2 3-6 0,-5-1-1 15,1 2-3-15,-8 2 1 0,-6 4-4 0,0 0 4 16,-8 5-3-16,-1 3 2 0,-3 0-3 0,0 3 9 0,-3-1-6 0,-12 7 2 16,14-2-4-16,1-3 3 0,-10 6-1 0,10-4-1 15,2 1 1-15,2-3 6 0,6-2-4 0,6-5 0 16,3-2-6-16,3-1 3 0,0 0 3 0,2-1 4 15,3-2 25-15,1-1 24 0,0-2 28 0,4-1 26 16,-6 2 9-16,6-2-11 0,0 0-18 0,7-13-6 16,1 6-11-16,2-2-12 15,4 1 0-15,3-2-7 0,-2-1-8 16,2 0-2-16,1 2-6 0,2 0-9 0,0 2 10 16,-4 4-23-16,1-1-3 0,2 3-7 0,0 3-2 0,2 6 3 15,4 2-5-15,1 4-2 0,3 3 6 0,2 5-8 16,7 9-4-16,-7-7-7 0,7 6-13 0,2 2-24 15,-8-11-36-15,10 7-45 0,-14-7-67 0,4-1-108 16,-3-5-292-16,1-3-650 0,-11-7 287 0</inkml:trace>
  <inkml:trace contextRef="#ctx0" brushRef="#br0" timeOffset="39981.41">13075 4449 45 0,'0'0'144'16,"0"0"-17"-16,0 0-6 16,0 0-9-16,0 0-12 0,-8 12-7 0,5-10-10 15,2 1-8-15,1-3-4 0,-4 5-3 0,3-2-4 16,1-3 4-16,-5 4-3 0,5-4-3 0,-2 5 0 15,2-5 5-15,-5 2 3 0,3 0-5 0,-2 0 3 16,4-2-5-16,-9 0-3 0,9 0-3 0,-13-2 3 16,5 0 5-16,-2 0 15 0,4-3 8 0,-2 2 10 15,0-4 4-15,2 0 0 0,1-1 2 0,-3-2 8 0,4-1-6 16,-1 2-2-16,3-3-5 0,-2-4-32 0,4 5-8 0,-3-2-2 16,3-1-6-16,-1 4-2 0,2-3-4 0,-1 4 0 15,0 0 2-15,0 2-13 0,0 1 0 0,0 2-9 16,3-2-5-16,-3 3-8 0,0 3-15 15,-3-6-21-15,3 6-19 0,0 0 5 0,0 0 2 16,-10 8 4-16,-3 3 4 0,-5 2 3 0,-6 5 5 0,-3 4-2 0,-11 10 6 16,10-10 3-16,-4 0-1 0,-9 9 0 0,-1-3 9 15,0-1-3-15,10-7 3 0,-3-1 1 0,5-1-2 16,1-2 4-16,0-4-4 0,5-2 5 0,5-2-1 16,6-4 0-16,3 1 12 0,-3-2 23 0,5-1 15 15,-1-2 12-15,3-2 6 0,-2 2 13 0,3-8 8 16,0 3-3-16,1-4-9 15,3 0-7-15,1-2-9 0,1 0-2 0,3-1-10 16,1-3 8-16,4 0-14 0,1 0-10 0,2 3-8 16,-1 0 0-16,1 2 6 0,2 3-15 0,-1 0-6 15,-1 5-5-15,5 0-3 0,4 4 3 0,7 3-3 16,1 4 0-16,3 6-5 0,0 4 11 0,10 10-14 16,-4 3 4-16,-1-3 2 0,4 5 0 0,-2-1-3 0,-1-4 0 0,-7-7-12 15,1 1-20-15,10 3-26 0,-12-7-33 16,5 1-45-16,-4-6-68 0,2-3-91 0,-4-3-238 15,1-5-581-15,-2-6 258 0</inkml:trace>
  <inkml:trace contextRef="#ctx0" brushRef="#br0" timeOffset="41314.93">14419 5049 111 0,'1'-8'231'0,"1"2"-6"0,1 0-7 16,0 0-8-16,-1 1-11 0,1 1-13 0,-3-1-17 15,3 2-12-15,-3 3-19 0,4-4-13 0,-4 4-16 16,0-4-17-16,0 4-4 0,0 0-15 0,0 0-11 16,7 12-4-16,-7 2-6 0,-2 4-7 0,0 6-5 15,-3 5-3-15,0 1 2 0,-2 5-7 0,1 1-6 0,-3 13 4 16,-1-3-1-16,1-1-5 0,2-12-1 0,2-2-2 16,-1 0 2-16,2 0 10 0,2-3 6 0,0-2-7 15,2-7-1-15,-1-1 5 0,1-1 1 0,0-1-4 16,-1-5 5-16,1 0 2 0,0-6 1 0,1 2 1 0,-1-1 8 15,1-3 18-15,-1 0 5 0,0 1 28 0,0-4 10 16,0 0-13-16,0 0 7 0,3 6-14 0,-3-6-7 0,12-5-9 31,-1 2-8-31,-2-2-12 0,3 0-27 0,4-2-34 0,-1 0-31 0,3 0-32 0,1-3-35 0,-1 3-37 16,-3-3-38-16,6 4-58 0,3-7-63 0,-7 5-235 31,1 0-579-31,-3-1 256 0</inkml:trace>
  <inkml:trace contextRef="#ctx0" brushRef="#br0" timeOffset="41615.6">14146 5392 97 0,'-5'0'287'0,"-1"0"-17"0,0-1-12 16,6 1-10-16,-7-1-15 0,7 1-16 0,0 0-18 15,0 0-21-15,0 0-17 0,0 0-20 0,14-9-12 16,-1 6-15-16,9 0-11 0,8-1-11 16,4-1-12-16,4-3-4 0,13 2-8 0,1-3-15 15,-3 0-16-15,-11 6-14 0,3-4-13 0,-4 3-21 16,-1-3-14-16,-4 4-15 0,-4 1-13 0,-10-2-12 15,-5 3-7-15,-1 0-10 0,-3-4-9 0,-3 3-23 16,-6 2-31-16,2-3-16 0,-2 3-49 0,-9-4-125 16,0 2-362-16,-4-1 161 0</inkml:trace>
  <inkml:trace contextRef="#ctx0" brushRef="#br0" timeOffset="42239.02">14873 4818 22 0,'0'-4'287'0,"2"-1"-8"0,-2 1-12 15,0 4-19-15,2-5-22 0,-2 5-29 0,2-4-21 16,-2 4-22-16,0 0-17 0,0 0-23 0,0 0-13 16,0 0-9-16,0 0-13 0,3 15-9 0,-1-5-5 15,-4 3-6-15,4 3-3 0,-2 1-13 16,-2 0-1-16,2 0-7 16,-1 3 1-16,1-4-2 0,0 1-1 0,-2 0-2 0,0-5-4 15,1-4-3-15,0 1-2 0,1-3-1 16,-2 1 0-16,4-3 2 0,-4-1 3 0,4 2 26 15,-2-5 25-15,0 6 35 0,0-6 4 0,0 0-24 16,0 0-1-16,9-11-11 0,-2 5-5 0,-2-4-4 16,3-2-9-16,2 1-5 0,0-3-2 0,2-2 1 0,-3 2-4 15,1 1-11-15,-1 2 1 0,-2 5-6 0,-2 0 0 0,-1 1-11 16,-1 0 2-16,1 0-10 16,-1 3-10-16,-1-1-21 0,-2 3-7 0,7 0-7 0,-7 0-6 0,10 6-2 15,-3 2 0-15,1 0-20 0,1 2-23 0,0 5-22 16,0-1-33-16,0-2-21 0,-1 5-33 0,6-5-56 15,-7-3-290-15,7 2-578 0,-5-4 256 0</inkml:trace>
  <inkml:trace contextRef="#ctx0" brushRef="#br0" timeOffset="43055.21">15571 4838 108 0,'-4'-2'194'0,"4"2"-14"0,0 0-12 0,0 0-12 0,0 0-16 15,0 0-15-15,-5-1-13 0,5 1-10 0,0 0-9 16,0 0-5-16,0 0-10 0,0 0-6 0,0 0-2 16,0 0-8-16,0 0-3 0,-7-1 0 0,7 1-8 15,0 0-9-15,0 0-1 0,0 0-3 0,0 0-7 16,0 0-4 0,0 0 3-16,0 0-8 0,0 0 3 0,0 0-6 15,0 0-2-15,0 0-4 0,0 0 0 0,0 0-4 0,0 0 3 16,0 0-5-16,0 0 3 0,0 0-2 15,0 0-3-15,0 0 0 0,0 0 2 0,0 0 2 16,0 0-5-16,0 0 2 0,0 0 0 0,0 0-3 16,0 0 1-16,0 0-1 0,0 0-2 0,0 0 2 15,0 0-3-15,0 0 2 0,0 0-5 0,0 0-2 0,0 0 8 0,0 0-3 16,0 0 2-16,0 0-1 0,0 0-7 0,0 0 12 16,0 0-3-16,0 0 0 0,0 0-3 0,0 0 1 15,0 0-1-15,0 0 0 0,0 0 1 0,0 0 1 16,0 0-2-16,0 0 2 0,0 0-1 0,0 0 2 15,0 0-3-15,0 0 3 0,0 0-2 0,0 0-4 0,0 0 1 16,0 0 1 0,0 0 5-16,0 0-3 0,0 0-1 0,0 0 3 15,0 0-1-15,0 0-2 0,0 0 4 0,0 0-2 16,0 0-6-16,0 0 7 0,0 0-3 0,0 0 2 16,0 0 1-16,0 0 4 0,0 0-7 15,0 0 4-15,0 0-5 0,0 0 13 0,0 0 5 0,0 0 2 16,0 0 4-16,0 0 1 0,0 0-1 0,0 0 2 15,0 0-4-15,0 0-6 0,0 0 4 0,0 0-5 0,0 0-3 16,0 0 1-16,0 0-2 0,0 0-2 0,0 0 1 16,0 0 0-16,0 0-3 0,0 0 1 0,0 0-3 15,0 0 1-15,0 0 0 0,0 0-3 0,0 0 5 0,0 0-4 16,0 0 6-16,0 0-2 0,0 0 1 16,0 0 0-16,16-4-2 0,-7 2-1 0,2 0 0 15,10 0-4-15,10-1 4 0,-1 1 1 0,5-1 5 0,1-1-10 0,2 1 6 16,-1 1-4-16,14-3-1 0,-14 3 4 0,3-2-1 15,-1 0 0-15,1 4-3 0,-5-4 1 0,-3 2 0 16,-4-2-1-16,-11 2 3 0,0 2-5 0,-6-2 2 16,0 2-15-16,-5 0-11 0,1-3-15 0,-7 3-17 15,7 0-14-15,-7 0-19 0,0 0-26 0,0 0-35 16,-19 5-52 0,9-3-140-16,-3-1-370 0,0 0 164 0</inkml:trace>
  <inkml:trace contextRef="#ctx0" brushRef="#br0" timeOffset="43471.33">15897 4812 249 0,'0'0'256'0,"0"0"-21"15,-3-3-18-15,3 3-24 0,-2-2-23 0,2 2-18 16,0 0-22-16,0 0-13 0,0 0-12 0,0 14-14 15,-4-2-7-15,3 7-5 0,0 0-10 0,-3 9-6 16,0 3-5-16,0 2-5 16,-1 13-1-16,-4 1-6 0,6 1-2 0,0 2-2 15,-1-2-2-15,1 2-1 0,2 0-5 0,1-1 2 16,-1-2-1-16,1-12-4 0,1 11-3 0,0-12-2 16,-1-5-4-16,3 3 2 0,-6-2-3 15,3-5-4-15,0-6 5 0,-5-1 1 0,4-2 8 0,-6-3-3 16,6-1-5-16,-5-3 10 0,-2-1 2 0,-1-3 12 15,0-1-2-15,-9-1-8 0,-1-3 0 0,-3-3 1 0,-6-4 7 16,-3 0 1-16,2-3 1 0,1-2 7 0,-3-2-4 16,3 1 4-16,1 0 4 0,3 0 2 0,7 3-2 15,1 1-3-15,1-1 13 0,4 4-8 0,4 2-8 16,-4-1-1-16,5 2-7 0,1-1-10 0,1 2-5 16,2 2-15-16,-2-5-36 0,4 5-36 0,0 0-19 15,0 0-16-15,0 0-20 16,0 0-26-16,0 0-33 0,8 12-56 0,3-5-311 15,-1-4-585-15,6 2 259 0</inkml:trace>
  <inkml:trace contextRef="#ctx0" brushRef="#br0" timeOffset="44119.36">16138 5603 265 0,'0'-6'306'0,"0"6"-15"0,0 0-26 0,0 0-22 16,0 0-23 0,2-5-25-16,-2 5-19 0,0 0-19 0,0 0-22 15,0 0-16-15,0 0-14 0,0 0-12 0,0 0-10 16,-2 18-5-16,1-8-11 0,0-1-7 0,0 1-2 16,-2 2-9-16,1 1-2 0,-1 1-7 0,2 3-6 15,-2-3-3-15,-1 2-2 0,3 0 2 0,0-3-4 16,-1-2-7-16,1 1-1 0,-1-5-2 0,0 2 2 15,0-5-4-15,0 2 2 0,1 0-3 0,-1-2 19 0,2-4 38 0,0 3 47 16,0-3 27-16,0 0 24 0,2 4 22 0,-2-4-2 16,0 0-16-16,0 0-15 0,9-11-19 0,-2 1-13 15,-1 0-12-15,4-4-16 0,0-2-8 0,-1 0-3 16,4-1-19-16,-3 2-3 0,-1 2-8 0,1 0 1 16,-2 5-14-16,-4-1-5 0,3 4-4 0,-4-1-9 15,1 2-7-15,-1 0-13 16,-1 3-23-16,-2 1-9 0,5-2-11 0,-5 2-2 15,5 10-1-15,-1-3-3 0,0 1 1 16,0 3 8-16,2 2 3 0,-3-1-5 0,1 2 5 16,-2 3 7-16,2-2-1 0,1-4 4 0,-5 1 7 0,4-2-3 15,0 0 4-15,1-4 1 0,-4 2 0 0,-1-4 2 16,4 2 7-16,-4-1-6 0,0-2 8 0,3 0 1 16,-3-3-4-16,2 5 10 0,-2-5 4 0,1 4 0 0,-1-4 8 15,0 0 2-15,0 0-18 0,0 0-9 0,0 0-13 0,0 0-25 16,6-10-39-16,-4 5-41 0,0-1-42 15,-1 0-45-15,1-1-58 0,5-3-80 0,-1-4-298 16,0 6-702-16,2-8 310 0</inkml:trace>
  <inkml:trace contextRef="#ctx0" brushRef="#br0" timeOffset="44757.09">16886 4974 2 0,'5'-3'220'0,"1"0"-20"0,2 2-16 0,-4-2-16 16,1 3-11-16,-5 0-10 0,13 5-8 0,-7-3-11 15,3 6-10 1,-2 4-10-16,0-3-8 0,-3 8-6 0,1 0-4 15,-2 1-12-15,-2 8-1 0,-3-8-9 0,-1 7-8 0,-4 4-2 16,-4-3 4-16,2 0-14 0,-6-3-3 0,2 1-2 16,0-2-2-16,-1-2-2 0,5-6-5 0,-5-1-4 15,5 0 2-15,2-3 2 0,0-2 2 16,2-1 6-16,0-2 7 0,0-2 21 0,2 1 26 16,1-1 37-16,2-3 47 0,-4 2 17 0,4-2-15 0,0 0-15 0,0 0-22 15,9-17-12-15,-3 7-11 0,4-2-16 0,7-10-10 16,-3 6-8-16,4-5-7 0,4 0-11 0,-6-1-5 15,4 1-5-15,0 0-13 0,-2 1 1 0,-3 7 1 0,-4-2 0 0,-1 7 4 16,-3-2-4-16,0 4-6 0,-2 0-5 0,-1 1-6 16,1 1-13-16,-3 1-16 0,1 0-23 0,-3 3-29 15,4-2-17-15,-4 2 5 0,0 0 1 0,0 12 10 16,-3-3 3-16,0 1 6 0,2 2 7 0,-5 4 3 16,5 0 18-16,-1 0-9 0,5 2 3 0,-2-1 1 15,4 3-24-15,-1-2-11 0,3 1-14 0,2-1-23 31,1-1-33-31,2-1-35 0,0-4-39 0,3 0-61 16,1-2-91-16,-5-7-199 0,3-1-592 0,-1-2 262 16</inkml:trace>
  <inkml:trace contextRef="#ctx0" brushRef="#br0" timeOffset="44988.61">17356 4867 123 0,'3'-3'213'0,"-2"-1"-20"0,-1 4-9 16,0 0-20-16,0 0-11 0,16 14-12 0,-6 1-3 15,1 7-11-15,2 2-6 0,-2 3-6 0,2 4-8 16,1 5-6-16,4 9-4 0,-4 2-5 0,-1 4-8 16,-8 0-5-16,-5-3-4 0,-2 5 2 0,-4-19-6 15,-3 12-17-15,-1-12-5 16,-5-7-6-16,-4 4-14 0,-3-7-16 0,-7 1-32 15,-6-7-34-15,-11 5-38 0,10-9-69 0,-1-6-227 16,-2-2-419-16,4-3 185 0</inkml:trace>
  <inkml:trace contextRef="#ctx0" brushRef="#br0" timeOffset="45320.42">16799 4620 13 0,'-6'-1'216'16,"-2"2"-18"-16,-4 4-17 0,-5 5-15 0,-10 12-16 15,-9 9-14-15,-5 12-14 0,2 4-9 0,-19 28-3 16,8-3 4-16,3 5 2 16,16-27-5-16,-4 24 7 0,18-16 14 0,8-2 10 15,9 2-3-15,9 0-4 0,11-5-2 0,12 0-9 16,10-5-14-16,27 12-6 0,8-13-14 0,1-5-59 16,-17-19-88-16,30-1-141 0,-27-10-261 0,27 0-496 15,-29-10 220-15</inkml:trace>
  <inkml:trace contextRef="#ctx0" brushRef="#br0" timeOffset="56566.63">4259 10501 4 0,'0'0'123'16,"0"0"-14"-16,0 0-8 0,0 0-3 0,0 0-1 15,0 0-10-15,0 0-9 0,0 0-7 0,-7-3-4 0,7 3-12 16,0 0-5-16,0 0-9 0,0 0 2 16,0 0-3-16,0 0-9 0,-5 4 11 0,5-4-16 15,0 0 12-15,0 0-14 0,-4 3-2 0,4-3-7 0,0 0 3 0,0 0-3 16,0 0 2-16,0 0 4 0,0 0 11 0,0 0 2 16,0 0-4-16,0 0 1 0,0 0-5 0,0 0 5 15,0 0-4-15,0 0 7 0,28-8-7 0,-11 4-6 16,10-6 6-16,1 0 0 0,-1 1-5 0,3-4-1 15,1 0 1-15,2 0 1 0,1-2-4 0,-1-2-1 16,-1 1 7-16,0-1 3 16,-4-3-2-16,1-1 1 0,-5 1 4 0,1 0 0 15,-4-1 3-15,-3 0 6 0,-5 6 14 0,-3 0 11 16,-2 1 6-16,-3 3 1 0,-5 2-5 0,3 0-9 16,-6 0-8-16,-2 1-9 0,-4 0-2 0,-4 4-7 15,-5 2-6-15,-9 2-5 0,-2 2 2 0,-4 7-6 16,-2 1-2-16,-1 5-2 0,-12 9-5 0,3 5-2 15,3 0 0-15,13-5-7 0,1 1 2 0,3 3 2 0,1 1-2 16,5 3-2-16,2-6 3 0,5 3-3 0,5-1 2 0,4 1 8 16,10-3-3-16,6-2 2 0,10-3 3 0,9 1 1 15,20-2 6-15,11-8-5 0,29 2-8 0,0-10-36 16,-27-4-53-16,37-1-48 0,-5-8-97 16,-33 1-162-16,27-4-423 0,-35 3 188 0</inkml:trace>
  <inkml:trace contextRef="#ctx0" brushRef="#br0" timeOffset="57383.14">5248 9221 38 0,'1'-8'205'0,"0"-1"6"0,0 3 3 0,-2 1-8 0,2 0-13 15,-1 1-19-15,0-1-16 0,0 5-18 0,0-5-18 16,0 2-15-16,0 3-20 0,0 0-11 0,0 0-8 16,0 0-8-16,-2 15-9 0,1-5-2 0,-2 2-5 15,0 3-8-15,1 4-3 0,-3 0 1 0,1 2-5 0,3-1-5 0,-2-1-1 16,1-1-5-16,-1 1 2 0,-1-4-3 0,4-1-1 16,-1-4-2-16,0 2 2 0,-2-3-2 0,3 1-3 15,-1-1 6-15,1-1-6 0,0 0-2 0,-3-3-6 16,3 3-13-16,-1-2-26 0,-3-2-9 0,3 4-17 15,1-3-22-15,0 0-28 0,-1 0-10 0,-2-1-63 16,2-1-131 0,-3 1-341-16,4-4 150 0</inkml:trace>
  <inkml:trace contextRef="#ctx0" brushRef="#br0" timeOffset="57714.71">4932 9632 62 0,'0'0'197'0,"-6"0"-7"16,6 0-4-16,0 0-12 0,-6 1-4 0,6-1-6 15,0 0-16-15,0 0-13 16,0 0-18-16,0 0-9 0,0 0-14 0,0 0-4 15,27-2-10-15,3-4-5 0,-1 3-15 0,9 2-1 16,15-5-4-16,3 1-9 0,4-1-4 0,1 2-3 16,5-3-5-16,-4 1 3 0,-3 1 4 0,-2-1-4 15,-3 2-2-15,-18 1-3 0,-3 0-4 0,-4-2-3 16,0 5-2-16,-13 0-8 0,-2 0 1 0,-3-1-8 16,-4 1-18-16,1 0-15 0,-2 0-12 0,-6 0-2 0,4 1-1 0,-4-1-10 15,0 0-20-15,-14 8-22 0,3-5-27 0,-9-2-50 16,2 2-160-16,1-1-356 0,0 2 158 0</inkml:trace>
  <inkml:trace contextRef="#ctx0" brushRef="#br0" timeOffset="58199.48">5355 9737 202 0,'-8'2'237'0,"8"-2"-18"16,0 0-18-16,0 0-19 0,0 0-22 0,0 0-16 15,0 0-11-15,0 0-16 0,22-2-15 0,-12 2-9 16,4 0-11-16,-1 3-8 0,1 0-10 0,4-1-8 15,0 3-4-15,-1-1-4 0,-4 2-10 0,-1-1-3 0,-3 2-2 0,2-1-8 16,-3 3-2-16,0 0-3 0,-3 3 0 0,-1 0-4 16,-3 5-5-16,-4 2-1 0,-5-2 1 0,-3 7-4 15,0-7 3-15,-6 3 0 0,3-4-1 16,0-4-3-16,0 1 1 0,0-1 0 0,5-5-2 0,0 1 1 16,4-1 0-16,0-2-1 0,1-2-2 0,0 1 5 15,0-1 21 1,3-1 4-16,-3 0 1 0,4-2 6 0,0 5 11 15,0-5 10-15,8 2 22 0,-8-2-9 0,19-3 5 16,-5 2-2-16,5-4 2 0,-2 0-9 0,2 1 5 0,-1 1-1 16,1-1-1-16,-1 0-5 0,-1 2-9 15,-5-2-6-15,1 1-5 0,0 3-3 0,-3-3-9 16,-5 2 2-16,3-2-10 0,0 2-3 0,-8 1 2 16,7-2-10-16,-3 0-16 0,-4 2-24 0,7 0-33 0,-7 0-37 0,0 0-45 15,0 0-71-15,9-2-87 0,-9 2-215 0,0 0-551 16,10-5 244-16</inkml:trace>
  <inkml:trace contextRef="#ctx0" brushRef="#br0" timeOffset="59617.14">6087 9353 146 0,'5'-5'179'16,"-1"1"-24"-16,5-1-10 0,-3 2-16 0,6 1-13 16,1 0-12-16,-1 1-7 0,1 1-8 0,5 3-18 15,-3 2-2-15,2 3-9 0,-2 3-5 0,3-1-6 0,-5 4-6 16,1 3-2-16,-5-1-4 0,4 7-4 15,-3 1-9-15,-5-4 3 0,-1 4-4 0,-4-5-3 0,0 0-2 16,-4 1-6-16,-1-1 7 0,-5 5-3 0,1-9 0 16,-3 4 1-16,1-4-3 0,2 0 2 0,-4-1 8 0,3-5 1 15,2-1 2-15,-1 0 2 0,0-3 1 0,3 1 8 16,2-3 12-16,-1 1 14 0,1-1 24 0,2 1 28 16,2-4 33-16,-4 1 17 0,4-1-14 0,0 0-4 15,0 0-17-15,1-13-16 0,3 4-11 0,1-3-13 0,5-3-10 16,4-1-6-16,3-6-9 0,3-5-12 15,2 8-2-15,-4-6-6 0,1 3 7 0,0 1-16 0,-2 1-5 0,-4 8-2 16,-2 0-1-16,-3 4-4 0,-3-3-7 0,-1 8-2 16,2-1 1-16,-2 0-5 0,0 0-21 0,-3 0-11 15,-1 4-17-15,4-1-4 0,-4 1 1 0,0 0 8 16,0 0 0-16,-9 20 5 0,3-9-1 0,2 0 6 16,-3 4 1-16,2-1 3 0,1 3 2 0,2-1-1 15,1 1 10 1,1 0-11-16,3-2 3 0,3 1 0 0,1-1-5 0,6-3-14 15,4-1-23-15,8 0-46 0,6-1-52 0,2-5-81 16,3-3-266-16,1-1-543 0,0-1 239 0</inkml:trace>
  <inkml:trace contextRef="#ctx0" brushRef="#br0" timeOffset="60302.85">7130 9021 167 0,'1'-2'181'0,"-1"2"-14"0,0 0-7 0,4-5-16 16,-4 5-12-16,0-4-15 0,0 4-16 15,0 0-11-15,0 0-9 0,0 0-11 0,0 0-6 0,-5 14-4 16,-2-8-4-16,0 8-6 0,-6 3-2 0,-5 7-5 16,1 6 0-16,-9 9-2 0,-1 3-9 0,-1 1 5 0,1 0-10 15,0-1-3-15,9-10 0 0,-4 11-5 0,8-10 2 0,0-4-2 16,5-1-3-16,2 0 18 0,2-3 15 0,1-6 2 15,4 2 3-15,1-4-1 0,2-1-5 16,4 0-3-16,0-4-4 0,4 1-3 0,1-1 1 16,3 0-7-16,4-3-2 0,7 1-18 0,-2 1-28 0,3-3-42 15,1 0-38 1,3-6-59-16,-8 1-218 0,6-3-404 0,-9-3 180 16</inkml:trace>
  <inkml:trace contextRef="#ctx0" brushRef="#br0" timeOffset="60721.68">7479 9081 185 0,'2'-4'232'0,"3"-1"-11"0,-4 1-13 0,1 1-11 16,-1 1-25-16,-1 2-20 0,0 0-20 0,4-5-13 15,-4 5-13-15,0 0-15 0,0 0-12 0,1 10-3 16,-3-1-12-16,-2 7 1 0,-4 2-13 0,3 7-2 0,-3 4-7 0,-2-2-2 15,0 2-6-15,4-1-2 0,-2 4-2 0,3-5-4 16,0 3-4-16,2-3-1 0,-1 0-3 0,6-1-1 16,0-7 1-16,1 1 3 0,-1-3 19 0,2 1-3 15,-3-4 7-15,6 0 2 0,-1-3 0 0,-2-2-3 16,2 0 0-16,1-2-8 0,-1-2 2 0,-1 0-4 16,2 1-3-16,3-2 0 0,-1-2-2 0,-3 1-2 0,4-2-14 15,1-2-20-15,-1-2-25 0,0 1-44 0,-1-2-53 16,0-4-68-1,-1 0-243-15,2-1-477 0,-4 0 212 0</inkml:trace>
  <inkml:trace contextRef="#ctx0" brushRef="#br0" timeOffset="60935.1">7379 9405 287 0,'-4'1'295'0,"4"-1"-21"0,0 0-22 0,0 0-28 15,0 0-24-15,0 0-21 0,12-9-19 0,3 4-20 16,7-2-38-16,7 0-39 0,4 2-48 0,3 0-49 16,1 2-65-16,2-3-244 0,0 0-373 0,-1 3 165 15</inkml:trace>
  <inkml:trace contextRef="#ctx0" brushRef="#br0" timeOffset="61188.9">8086 9428 163 0,'-7'0'239'0,"7"0"-25"0,0 0-21 16,0 0-23-16,0 0-16 0,18-5-20 0,-8 3-18 16,9-1-22-16,2 0-40 0,7 2-42 0,4-2-46 0,0 1-65 0,0-4-136 15,4 2-256-15,-7 4 114 0</inkml:trace>
  <inkml:trace contextRef="#ctx0" brushRef="#br0" timeOffset="61489.07">8761 9034 145 0,'2'-10'299'0,"-1"3"-19"16,-1 0-17-16,0 0-10 0,1 2-18 0,-1 0-17 0,2 0-22 15,-1 2-25-15,0 0-18 0,-1 3-26 0,0-4-26 16,0 4-13-16,0 0-10 0,0 0-5 0,2 17-8 16,-4-5-5-16,1 3-8 0,0 4 8 0,-2 5-18 15,3 4-17-15,-1-1-16 0,-2 5-18 0,0-4-19 16,3 2-25-16,-2-2-23 0,1-1-15 0,-3 0-28 15,2 0-29-15,0-10-53 16,0 0-177-16,0-6-410 0,1 1 181 0</inkml:trace>
  <inkml:trace contextRef="#ctx0" brushRef="#br0" timeOffset="61805.21">8556 9506 205 0,'-4'0'211'0,"4"0"-2"0,0 0-9 0,-10 0-9 16,10 0-11-16,0 0-5 0,-5 0-6 0,5 0-9 16,0 0-17-16,-5 2-11 0,5-2-13 0,0 0-13 0,0 0-10 0,0 0-10 15,37-4-2-15,-10 3-15 0,4 1-8 0,5-4-8 16,5 3-2-16,14-5-6 0,-4 2-8 0,4 0-1 15,-4-1-4-15,-14 0-4 0,0 3 4 0,3-3-8 16,-7 2-3-16,-2 0-3 0,-12-1-7 0,0 2-1 16,-7 1-8-16,-1 0-7 0,-3 1-16 0,-3-3-20 15,-2 2-34 1,-3 1-23-16,0 0-28 0,0 0-19 0,-20-2-57 16,4 2-179-16,-1 1-412 0,-1 0 182 0</inkml:trace>
  <inkml:trace contextRef="#ctx0" brushRef="#br0" timeOffset="62237.61">8833 9598 155 0,'1'-5'250'0,"3"-1"1"0,-1 2-10 15,-2-1-9-15,3 0-4 0,1 1-11 0,-4 1-14 16,3 1-19-16,-4 2-18 0,4-4-16 0,-4 4-18 16,1-4-11-16,-1 4-21 0,3-2-12 0,-3 2-13 15,0 0-13-15,0 0-12 0,0 0-5 0,0 0-6 16,2 10-1-16,-3-2-4 0,1 3-9 0,-4 5-3 0,-1 0 1 0,1 1-7 15,-2 2-1-15,-2-2 4 0,1 3-5 0,0-3 0 16,0 2-4-16,2-4 1 0,1 0-2 0,1-2-3 16,-1 1 10-16,4-4-11 0,-4 0-1 0,3-1 1 15,1 1 5-15,-1-4 6 0,1 0-8 0,-2-3 0 16,2 2 4-16,0-1 4 0,0-4 2 0,2 5-1 16,-2-5 4-16,1 3-1 15,0 0 0-15,-1-3-4 0,0 0 4 0,13 0-8 16,-6 0 7-16,1-1-6 0,4-2-14 0,-2 1-19 15,3 2-17-15,-3-5-36 0,4 1-28 0,-2 1-34 16,-2-2-36-16,4 0-42 0,-1 0-249 0,0 0-500 16,-3 1 221-16</inkml:trace>
  <inkml:trace contextRef="#ctx0" brushRef="#br0" timeOffset="62534.95">8677 9711 68 0,'-6'0'281'15,"6"0"-3"1,0 0-21-16,0 0-23 0,0 0-26 0,0 0-25 16,0 0-13-16,19-10-19 0,9 6-18 0,3 0-24 15,3 0-30-15,5-2-39 0,16 0-37 0,-3 0-44 16,3 2-57-16,-1-3-96 0,-2 0-117 0,-11 0-336 16,-4-2 149-16</inkml:trace>
  <inkml:trace contextRef="#ctx0" brushRef="#br0" timeOffset="63293.46">9269 8747 143 0,'15'4'154'0,"-1"5"-18"0,4 3-6 0,8 6-27 0,0 6 4 0,9 8-1 15,2 6 7-15,0 4-10 0,-1 3-9 0,2 6-5 0,3 28-9 16,-6-1-3-16,-15-21-1 0,-1 26 1 16,-7-24-1-16,-2 25-6 0,-7-26-3 0,-3-2-7 15,-6 1-5-15,1-5-6 0,-4-1-2 0,-3-3-7 16,-5 0 1-16,-2-4-1 0,-3-1-2 0,-3-3-2 0,3-11 6 16,-5-2 4-1,1 1-1-15,0-7 1 0,0 1-2 0,-2-4 2 16,5-1 2-16,0-1-3 0,4-6-4 0,2 0-1 15,-1-1-2-15,8-3-4 0,0 0-3 0,-2-3-3 16,7 2-2-16,0-1-4 0,-2-1 1 0,4-2-3 16,-1 0 8-16,4-1-8 0,-5 3-7 0,5-3-18 15,0 0-28-15,0 0-45 0,9 5-56 0,5-5-82 16,-4-1-196-16,8-2-445 0,0-2 197 0</inkml:trace>
  <inkml:trace contextRef="#ctx0" brushRef="#br0" timeOffset="63941.06">10747 9926 172 0,'-4'-4'277'0,"4"4"-8"16,0 0-4-16,0 0-15 0,0 0-17 0,-3-1-21 16,3 1-21-16,0 0-22 15,9-6-19-15,0 2-14 0,3 0-13 0,6 0-15 16,10-1-10-16,3 1-13 0,4 3-36 0,0-2-43 16,1 1-50-16,-1 0-53 0,-1 4-56 0,2-4-86 15,-4 1-138-15,-3 1-409 0,-8-3 182 0</inkml:trace>
  <inkml:trace contextRef="#ctx0" brushRef="#br0" timeOffset="64094.36">10874 10115 81 0,'-8'5'205'0,"2"-2"-17"0,3 3-15 0,2-2-5 16,2 0-6-16,6-2-8 0,3 2-15 0,9-3-14 15,13 4-16-15,4-5-23 0,2 1-43 0,16 0-66 16,1-3-78-16,-4 0-151 0,-13-1-272 0,-1 1 120 0</inkml:trace>
  <inkml:trace contextRef="#ctx0" brushRef="#br0" timeOffset="65243.6">12231 9970 115 0,'0'0'187'0,"0"0"-19"0,0 0-4 0,0 0-8 16,0 0-6-16,0 0-11 0,0 0-7 0,0 0-7 16,0 0-6-16,0 0-3 15,0 0-3-15,0 0 0 0,0 0-5 0,0 0-6 16,0 0-10-16,0 0-12 0,8-5-1 0,-2-1-12 16,5 3-8-16,0-2-7 0,6-1 3 0,0 0-13 15,2 1-1-15,4-3-8 0,3 1-2 0,6-5-3 16,-4 2-4-16,3-1-1 0,-3 1-1 0,-1-2-4 15,-1-1 3-15,1 0-6 0,-4 0 0 0,0-1-6 16,-1-1-1-16,-7 2 4 0,-1-1-4 0,-1 2 0 0,-3-2 2 0,-2 3 0 16,-3 0-2-16,0 0 1 0,-2 0-2 0,-5 2 0 15,0 0-4-15,-6 1-2 0,-1 3-1 0,-2 0-1 16,-8 1-5-16,-9 1 9 0,-3 3-8 0,-4 5 4 16,2 2-2-16,-3 1 1 0,-1 4-4 0,0-1-3 15,2 4 1-15,0 3 4 0,3 2-1 0,1-1-6 16,6 1 4-16,2 4 3 0,6 0-5 0,3 1 5 0,8 4 10 0,2-3 2 31,8 0 2-31,9-1-1 0,8-1 2 0,9 0-1 16,18 2 2-16,2-5 2 0,8-2-3 0,3-7 1 0,4-2-3 0,23 2 3 0,-25-5-5 0,3-5 0 31,-2 0-2-31,-4-1 3 0,-9 1 2 0,-16-3 4 16,-2 1-3-16,-12 0 15 0,-2-1 10 0,-6 1 9 15,-2-1 7-15,-3-1 7 0,-2 2 10 0,-1-1-7 0,-5 1-15 0,9-5-10 16,-10 2-17-16,1 3-21 0,-8-6-28 0,2 4-37 15,-5-2-42-15,0-1-59 0,1 0-56 0,0 3-256 16,2-1-516-16,2 1 228 0</inkml:trace>
  <inkml:trace contextRef="#ctx0" brushRef="#br0" timeOffset="67631.77">12897 9012 78 0,'0'0'206'16,"0"-5"-12"-16,0 5-17 0,3-5-20 0,1 1-12 16,2 1-19-16,2 0-16 0,1-1 6 0,2 2-15 15,2 1-9-15,8 1-9 0,-2 0-1 0,11 1-5 16,-2 3-8-16,-7 1-6 16,4 3-8-16,-5-1-5 0,1 2-6 0,-6 3-2 15,4 0-4-15,-5 3-7 0,0 7-3 0,-5-5-9 16,-1 7 3-16,-4 4-3 0,-4-3 2 0,-4 0-2 15,-4 1-4-15,-2-2 3 0,-4 3-5 0,-3-5-1 16,-1 1 0-16,0-3-4 0,-2-1-2 0,4-6 1 16,-1-1-3-16,-1 0 5 0,3 0-2 0,-2-3-3 15,4-3 3-15,2 1 4 0,2-3-2 0,-2-1 9 0,6 2 16 0,-1-3 25 16,1 0 22-16,1-1 16 0,4-1-1 0,0 0-10 16,-4-10-7-16,4 5-12 0,4-7-6 0,3 2-6 15,6-7-7-15,7-2-5 0,0-6-2 0,3 0-4 16,1-1-12-16,0 0-3 0,1-3-1 0,3 5 0 15,-2-4-7-15,-1 7 1 0,-2-1-2 0,-2 1-3 16,-7 8-1-16,-3 0 4 0,-3 5-4 0,2 0-1 0,-5 3 2 0,0-1-9 16,-2 2-1-16,1 1-14 0,-2 0-14 0,-2 3-3 15,0 0 3-15,0 0 1 0,0 0 2 0,-10 20 4 16,2-11 2-16,-3 4 4 0,1 1 1 0,-2 5 0 16,1 3 3-16,-1-4-1 0,3-1 1 0,0 1 0 15,4-1 4-15,0 0 3 0,2 2-1 0,3-2-1 16,3-4 5-16,2 1-4 15,4-1-9-15,1-2-18 0,7-1-36 16,2-3-40-16,8 1-55 0,4-1-80 0,-1-5-184 16,0-2-464-16,3-2 206 0</inkml:trace>
  <inkml:trace contextRef="#ctx0" brushRef="#br0" timeOffset="68047.64">13693 8879 213 0,'1'-4'267'0,"-1"1"-14"15,0 3-17-15,0-3-26 0,0 3-18 0,3-6-24 16,-3 6-18-16,2-3-19 0,-2 3-17 0,0 0-14 16,0 0-14-16,0 0-8 0,-1 14-13 0,-3-4-5 0,3 2-4 15,-3 2-4-15,-1 4-4 0,0 1-10 0,-3 0 0 0,-1 9-4 16,0-3-6-16,0 2-5 0,3 0 7 0,-2-1-8 16,-1 3 0-16,0-4-2 0,4-6-1 0,0 0-5 15,1-1 2-15,-2 0-3 0,3-1 1 0,-1-2-3 16,1-5-2-16,0 2 1 0,2-3 2 0,0-1-1 15,-1-3-2-15,4 2 2 0,-4-2-5 0,2-1 10 16,2-1-3-16,-2-3 1 0,2 5-5 0,1 0 10 0,2-4-9 0,0 0 1 16,1 1-10-16,3-2-14 0,1-2-25 0,2 1-28 15,-2-1-41-15,4-3-36 0,4-2-46 0,-4-2-216 16,1 2-438-16,-2 1 194 0</inkml:trace>
  <inkml:trace contextRef="#ctx0" brushRef="#br0" timeOffset="68232.23">13507 9148 267 0,'0'0'256'0,"-6"-4"-24"0,6 0-24 0,0 4-23 15,9-5-16-15,3 1-20 0,2-2-22 0,12-1-28 0,4 0-29 16,3 2-34-16,0 1-38 0,3 1-57 0,0-3-65 0,1-1-146 15,-5 3-291-15,1-2 130 0</inkml:trace>
  <inkml:trace contextRef="#ctx0" brushRef="#br0" timeOffset="68563.62">14113 8888 144 0,'0'-6'233'0,"0"6"-31"0,0 0-21 0,0 0-15 16,0 0-20-16,0 0-16 0,-10 17-9 0,0-1-8 15,-6 9-12-15,-3 4-8 0,-9 10-15 0,-5 7-4 0,0-1-1 0,-1 3-8 16,1-2-7-16,1-3-8 0,4-1-3 0,9-10-5 16,0-3-5-16,2-3-1 0,3 3-9 0,1-5 8 15,2 1-5-15,2-6 7 0,3-2 12 0,0 0-4 16,0-5-3-16,3-2-3 0,0-1 1 0,0-1-1 15,-2-4 15-15,5 1 0 0,-1 0-1 0,-1 0-4 16,0-3-3-16,2-2 1 0,0 5-5 0,0-5-4 0,-4 4 1 0,4-4-5 16,0 3 0-16,0-3-8 0,0 0 3 0,0 0-7 15,0 0-5-15,0 0-8 0,0 0-14 0,0 0-17 16,0 0-40-16,0 0-53 0,0 0-54 0,0 0-57 16,9-13-203-16,-4 7-463 0,1-1 206 0</inkml:trace>
  <inkml:trace contextRef="#ctx0" brushRef="#br0" timeOffset="68864.1">14169 9236 106 0,'9'-4'264'15,"2"0"-15"-15,-1 2-18 0,0-3-11 0,-5 4-32 0,5-1-19 16,-3 4-19-16,-1-2-17 0,-1 3-4 0,0 1-22 0,4 4-8 15,-4 0-9-15,-1 2-10 0,0 6-5 0,-4 0-11 16,1 2-4-16,-2 1-8 0,-3 2-3 0,-5 4-7 16,-1 0-2-16,1-2-2 0,-4 1-7 0,3-7 0 15,1-2 2-15,0 2-12 0,-1-3 1 0,4-6-1 16,0 2-2 0,4-4-2-16,-1-1 2 0,1 1 23 0,-1-2 15 15,2-2 7-15,0 1 7 0,1-3-4 0,0 0-4 16,6 5-10-16,11-6 0 0,6-1-11 0,13-3-19 15,16-4-47-15,3 2-50 0,-4 0-64 0,1-1-96 16,-1-4-252-16,-12 3-526 0,-2 1 233 0</inkml:trace>
  <inkml:trace contextRef="#ctx0" brushRef="#br0" timeOffset="71023.34">15199 9774 11 0,'4'-2'122'16,"1"-3"4"-16,-2 0-3 0,1 0 1 0,0 2-2 0,-1-3 2 15,1 1-4-15,-1 1 1 0,-1 0-5 0,-1 0 0 0,2-1-3 16,-2 3-2-16,3 0-19 0,-4 2-9 0,0-6-12 16,0 6-2-16,0 0-12 0,0 0-6 0,0 0-6 0,-20 12-3 15,10-5-5-15,-6 2-4 0,-2 4-4 0,-6 4-4 16,2 0 0-16,0 1-10 0,0-1 5 15,-3 4-4-15,2-4 3 0,1 2-8 0,1 4-7 16,-2-3-8-16,2-1-16 0,2 1-15 16,0-2-25-16,6-4-21 0,4-5-43 15,-1 0-188-15,4-2-337 0,2-3 149 0</inkml:trace>
  <inkml:trace contextRef="#ctx0" brushRef="#br0" timeOffset="71223.86">14996 9772 202 0,'4'-10'278'0,"-4"3"-9"0,3 2-13 0,-2-1-23 16,0 1-27-16,0 1-18 0,1 0-27 0,-2 4-19 15,1-3-13-15,-1 3-13 0,0 0-15 0,14 8-11 16,-5-1-12-16,5 4-6 0,1 2-6 0,8 6-8 16,0-2 2-16,4 3-11 0,-1 1-17 0,2 0-20 0,4 0-29 15,9 8-36 1,-11-8-37-16,0-1-48 0,-1-1-98 0,-1-5-142 15,-1 2-409-15,0-7 181 0</inkml:trace>
  <inkml:trace contextRef="#ctx0" brushRef="#br0" timeOffset="71756.16">16287 9782 24 0,'-8'0'173'0,"8"0"-11"0,0 0-10 15,0 0-10-15,0 0-10 0,-6 0-2 0,6 0-14 16,0 0-10-16,0 0-13 0,0 0-10 0,0 0-6 16,24-6-9-16,-11 2 2 0,8 1-12 0,5-6-10 0,2 3 0 15,1-4-7-15,2 1-3 0,0-2-6 16,-2 1-3-16,1-5-2 0,-1 3-1 0,-2-3 5 15,-3-1-6-15,-1-1 2 0,0-1 8 0,-5-1-3 0,-4 2 6 0,-2-2 0 16,-5 4 5-16,2-1 10 0,-5-1 0 0,-1 5 2 16,-3-1-5-16,-4 3-9 0,-3-1-3 0,-3 1-3 15,-4 1-7-15,-8 4-1 0,-4 2-4 0,-4 3-4 16,-4 4-3-16,-1 5-2 0,-2 5-5 0,1 2 3 16,-8 9-5-16,14-3-2 0,2-1 1 0,6 5-2 15,2-3 3-15,3 5-2 16,6-1-1-16,3 2 0 0,11-2 2 0,6 2 3 15,10-2 3-15,11 11-1 0,10-6 1 0,11-6-1 16,4-4-20-16,3-2-40 0,2-6-53 16,6-1-81-16,-7-6-214 0,1-1-428 0,-5-5 189 0</inkml:trace>
  <inkml:trace contextRef="#ctx0" brushRef="#br0" timeOffset="73460.7">16733 9128 67 0,'0'0'162'15,"0"0"-6"-15,-8 0-6 0,8 0-4 0,0 0-6 16,0 0-8-16,0 0-18 0,-4 3-8 0,4-3-11 0,0 0-8 16,0 0-6-16,0 0-1 0,0 0-3 15,0 0 0-15,0 0-3 0,0 0 3 0,0 0-10 16,0 0-1-16,0 0-5 0,0 0-6 0,0 0-4 0,0 0-3 0,0 0-6 15,0 0-6-15,0 0-3 0,10-12-2 0,-10 12-4 16,0 0-3-16,0 0-2 0,0 0-3 0,0 0 1 16,0 0-5-16,0 0-1 0,0 0 2 0,0 0-5 15,0 0 0-15,0 0-1 0,0 0 3 0,0 0-1 16,0 0 10-16,0 0 3 0,0 0-4 0,0 0-1 16,0 0 5-16,0 0-5 0,0 0 7 0,0 0-9 0,0 0 2 0,0 0-2 15,0 0-3-15,0 0-1 0,6 0-3 0,-6 0-1 16,7-1-1-16,2-1 2 0,1 1-1 0,8 0-4 15,4-2-2-15,4-4 2 0,4 2 0 0,6 3-3 16,1-1 3-16,3 1-3 0,12-5 1 0,4 2-10 16,-2-2 3-16,0 3-4 0,-17 0 5 0,-2 4 1 15,-3-2-3-15,-4-2 2 16,-7 3-3-16,-3-1 3 0,-5 2-2 0,-1 0 1 16,-5-2-5-16,0 2-5 0,0 0-5 0,-7 0-7 15,7 0-6-15,-7 0-7 0,0 0-17 0,0 0-27 16,0 0-32-16,0 0-48 0,-29 2-217 0,18 0-412 15,-1-1 183-15</inkml:trace>
  <inkml:trace contextRef="#ctx0" brushRef="#br0" timeOffset="75982.39">17806 8738 87 0,'0'-6'201'0,"0"0"-4"0,1 2-16 16,2-3-13-16,-3 2-11 0,1 0-14 0,3 0-13 0,0 0-12 16,2 0-11-16,-1 0-8 0,4 1-8 0,0 1-13 15,2 1-14-15,1 1 2 0,0 2-5 0,-1 1-9 0,7 5-5 16,-6-2-2-16,2 5-8 0,-1 3-3 16,-1 1-10-16,-2 3 5 0,2 7-7 0,-2-1-1 15,-2 1 2-15,-4 3-5 0,-4-4-3 0,-3 4 0 16,2-4-5-16,-7 5 4 0,-2-5-4 0,-2 4-1 0,0-3 0 0,-5-2 2 15,4 0-4-15,-6-1 2 0,8-6-1 0,-2-2-4 16,0 0 6-16,4-3-3 0,-2 0-1 0,3-1-1 16,0-3 7-16,2 0 4 0,1-1 12 0,1-2 9 15,0 0 17-15,2 1 26 0,-1-3 21 0,2 3 25 16,1-4 28-16,0 0 7 0,0 0-9 0,0 0-10 16,-3-10-4-16,10 1-29 15,-1-3-9-15,7-3-13 0,3-7-4 0,2 3-13 16,3-6-6-16,-1 4-10 0,3-3-6 0,0 2-5 15,-1-1-10-15,-2-1-8 0,2 3 1 0,-5 3-8 16,-3 3 2-16,-4 3-1 0,-1 6-7 0,-2-4 5 16,-1 6-12-16,-1-1-4 0,-1 1-8 0,-2 1-30 15,-1 0-22-15,-1 3-12 0,0 0 7 0,0 0 7 16,0 0 11-16,-9 18 0 0,0-4 4 0,1-5 4 0,-3 6 3 0,4 2 14 16,-5 0-9-16,6 0 6 0,-2 0 2 0,4 1-13 15,4 0-6-15,0 1-4 0,4-2-6 0,4 1-10 16,6 4-21-16,4-1-31 0,5-4-37 0,1-4-65 15,5-5-301-15,5-2-558 0,-1 0 247 0</inkml:trace>
  <inkml:trace contextRef="#ctx0" brushRef="#br0" timeOffset="76383.57">18656 8756 95 0,'-4'-5'244'16,"4"2"-19"-16,-4-1-19 0,4 4-23 0,0 0-17 0,0-4-20 16,0 4-18-16,0 0-16 0,0 0-10 0,-6 16-13 15,-2-2-8-15,-7 10-11 0,-1-2-8 0,-4 6-6 16,-4 2-4-16,-9 10-4 0,-5 0-6 0,-1 5-6 0,-6-1 0 0,0-1-6 15,2 4 0-15,1-5 0 0,2 1-7 0,3-7 1 16,0-2-4-16,12-8-4 0,1-4-3 0,0 0 3 16,4-3-2-16,2-2-3 0,3-4 4 15,3-1-1-15,2-3-1 0,2-2 0 0,3-2-1 0,-3 2-2 16,2-4 3-16,2 0-2 0,3-1 21 0,-3 1 15 16,0 1 6-1,4-4 8-15,-1 4 0 0,1-4 7 0,-4 3-10 16,4-3-9-16,0 0-4 0,0 0-9 0,0 0-27 15,0 0-38-15,0 0-44 0,0 0-44 0,10-12-54 0,-2 8-79 16,-2-2-148-16,3-1-431 0,2 2 190 0</inkml:trace>
  <inkml:trace contextRef="#ctx0" brushRef="#br0" timeOffset="76737.48">18534 9101 77 0,'0'0'240'0,"3"-4"-25"0,-1 1-23 16,-2 3-18-16,0 0-25 0,11 0-8 0,-5 3-15 15,4-1-12-15,-3 2-14 0,4 3-8 0,1-1-8 16,-1 9-7-16,-3-6-8 0,-3 6-8 0,1 4-7 15,-2-4-6-15,-4 5-8 0,0-1 0 0,-10 6-7 16,-3 0-1-16,-2 0-5 0,-4-3-4 0,-2 0-3 0,5-1 1 0,-3-4-9 16,2-5 4-16,3 0 0 0,-1-2 1 0,3-3 1 15,2 2 3-15,-3-6 3 0,8 2 2 0,0-1 4 16,-2-1 5-16,2 0 11 0,0-2 11 0,5-1 12 16,-5 3-7-16,5-3 2 0,-4 1-6 0,4-1-6 15,0 0-10-15,0 0-3 0,0 0 6 0,28-4-17 16,-10 2-20-16,10-3-32 15,2-2-32-15,0 2-39 0,2-2-50 0,0-1-52 16,-4-1-223-16,3 0-454 0,-3 0 200 16</inkml:trace>
  <inkml:trace contextRef="#ctx0" brushRef="#br0" timeOffset="77085.59">18962 9010 138 0,'0'-10'297'16,"2"2"-6"-16,-2-1-15 0,0 4-14 0,1-4-18 16,-1 5-24-16,1 0-22 0,-1-3-24 0,0 7-16 15,0-5-21-15,0 5-16 0,0-2-19 0,0 2-12 0,0 0-9 16,0 0-14-16,5 11-6 0,-5-1-7 0,0 3-7 0,0 4-4 16,-1 1-3-16,0 2-8 0,-2 4-2 0,-1 2-5 15,-2 4 0-15,0 2-1 0,1-5-6 0,-1 1 4 16,3-1-7-16,-3-1 7 0,0 0-10 0,4-8 0 15,0-1-2-15,0-1 0 0,1-1-1 0,-1-3-3 16,0-1 2-16,2-1 3 0,-3-2-6 0,6 0 1 16,-6-3 0-16,3 0 12 15,0-1-3-15,3 0 5 0,-3-1 3 0,0-3 1 16,1 6 0-16,-1-6 0 0,0 4-3 0,0-4 5 16,4 3-6-16,-4-3-1 0,12-3 1 0,0 1-10 15,0-3-8-15,8 2-31 0,0-4-36 0,-2 3-45 16,4-4-63-16,5-2-66 0,-4-2-272 0,-5 0-551 15,-3 3 244-15</inkml:trace>
  <inkml:trace contextRef="#ctx0" brushRef="#br0" timeOffset="77439.48">18858 9244 147 0,'0'0'258'0,"0"0"-9"0,-7 0-5 16,7 0-11-16,0 0-8 0,0 0 1 0,0 0-21 16,-5 3 1-16,5-3-6 0,0 0-15 15,0 0-12-15,0 0-17 0,0 0-17 0,0 0-10 16,23-3-18-16,8-2-1 0,5 1-51 0,22-1-59 0,5 0-68 0,2 1-97 16,25-11-339-16,-28 8-546 0,-3-4 242 0</inkml:trace>
  <inkml:trace contextRef="#ctx0" brushRef="#br0" timeOffset="145051.49">21873 5942 56 0,'0'0'115'0,"0"0"-16"0,0 0-9 16,0 0-6-16,0 0-8 0,0 0-11 0,0 0-3 15,0 0-3-15,0 0-4 0,0 0-1 0,0 0-5 0,-5 2-2 16,5-2 2-16,0 0-4 0,0 0-8 16,0 0 0-16,0 0-5 0,0 0-3 0,0 0 7 15,0 0 1-15,0 0 5 0,0 0 1 0,0 0-4 16,23-2-3-16,-9-1-3 0,-1 0-3 0,0-1-3 0,5 1-6 0,1-1-1 16,0-4 3-16,8 0-7 0,-1-1 2 0,0 0-2 15,1 2-5-15,1-3 0 0,-1-2-2 0,-1 2 0 31,1-4 4-31,-2 3-5 0,1-3-2 0,-3-2-3 0,0 1 0 16,-7 4 0-16,2-2 2 0,-4-2-2 0,0 1 21 16,0-1 3-16,-3 1 6 0,0-1 7 0,-5-1 2 15,2 0-3-15,-3 0 1 0,-1 5 6 0,-3-2-2 0,0 0 3 16,1 4-2-16,-4-6-8 0,1 5 1 0,-4 1-7 16,0-1-1-16,-1 0-4 0,-1 3-3 0,-2 0-4 15,-2 2 2-15,-2 0-9 0,-5 2-2 0,-5 1-3 16,-2 1 2-16,-5 5-3 0,1 3-1 0,-2 3-2 15,-3 2-1-15,-1 5 0 0,-10 6-2 0,2 5 3 16,2 3-4-16,3 3 3 0,12-9-3 0,-8 9 0 0,12-8 3 16,5 2 10-16,0 0-1 0,7-2 3 0,4-7-3 0,4 0 3 15,4 0 2-15,4 5-5 0,2-4 2 0,10-1-1 16,-4-4 4-16,8 2 18 0,5 0 11 16,5-7 5-16,3 2 7 0,1-5-10 0,3 0-1 15,13-2-4-15,-15-2-3 0,4 1-4 0,-5-3-2 0,-2 0-4 16,-6-3 0-1,-1 7-3-15,-6-5-6 0,-5 0-3 0,-3-2 2 16,-2 2-4-16,-4 2 0 0,1-4-2 0,-2 2 1 16,0-1-4-16,-6 1 0 0,9 0 4 0,-9 0-6 15,0 0-5-15,8-1-17 0,-8 1-21 0,0 0-23 0,5 2-30 16,-5-2-27-16,0 0-26 0,0 0-40 16,5-5-243-16,-5 5-459 0,5-5 203 0</inkml:trace>
  <inkml:trace contextRef="#ctx0" brushRef="#br0" timeOffset="145804.9">22598 5173 93 0,'8'-5'174'0,"-1"4"-15"0,2-7-14 0,3 7-15 16,-2-3-12-1,3 3-8-15,-2-2-12 0,1 3-16 0,0 0-6 0,1 3-11 16,-2 1-6-16,1-1-9 0,-1 5-4 0,1 3-7 16,-3 0-4-16,-1 2 3 0,-4 4-3 0,-3 1-5 15,-1 3 1-15,-1 3 0 0,-6 2 0 0,-2 0-3 16,-1 0-5-16,-4-2 2 0,-2-2-4 16,1-1 5-16,1-4 6 0,3-2 1 0,-2-1-7 0,-1-2 4 15,2 1-1-15,2-6 2 0,3 0 0 0,2-1 2 0,-2-1 13 16,3-1 18-16,-2-1 16 0,5-1 26 0,-3 2 22 15,4-4 21-15,0 0 2 0,0 0-24 0,0 0-14 16,9-13-14-16,0 5-11 0,6-5-5 0,0-1-14 0,6-8-7 16,-1 2-1-16,7-3-14 0,-4-1-8 15,5 2-2-15,-5-3-9 0,-1 3-11 0,1 0 6 16,-5 4 1-16,0-2-9 0,-4 6-1 0,-4 2 0 0,-4 3-1 0,1 1 3 16,-1 4 1-16,-3-2-2 0,1 1 1 0,-2 1-7 15,1 2-17-15,-1-1-7 0,-2 3 4 0,0 0-4 16,0 0 2-16,-17 10 2 0,6-1 0 0,0 5-4 15,-3 1 0-15,-3 7 4 0,3 4 1 0,4-1 0 16,-1-1 0-16,4 5 6 0,3-3 1 0,7 3 4 16,5 0-1-16,7-1 2 15,6-2-4-15,7 0-25 0,13 6-39 0,9-8-60 16,-4 2-87-16,6-11-324 0,7-3-582 0,-4-3 258 16</inkml:trace>
  <inkml:trace contextRef="#ctx0" brushRef="#br0" timeOffset="148881.93">23789 5808 152 0,'0'0'214'0,"0"0"-6"16,-6-4-8-16,6 4-22 0,0 0-18 0,0 0-15 0,0 0-17 15,14-8-15-15,-5 4-9 0,3 0-11 0,6-2-11 16,4 3-7-16,6 0-10 0,4-1-18 0,0-1-16 15,2 1-23-15,2 0-26 0,0 3-27 16,1-3-29-16,-4 4-32 16,-3-1-38-16,-10-2-126 0,1 3-292 0,-4-2 130 0</inkml:trace>
  <inkml:trace contextRef="#ctx0" brushRef="#br0" timeOffset="149044.93">23968 5883 85 0,'-10'5'115'0,"1"-1"-1"0,3 1-17 0,1-2 0 0,0 0-1 16,5-1 17-16,5 2-3 0,2 0-10 0,4 0-5 16,10-1-8-16,9 1-8 0,6-2-14 0,1-1 1 15,19 1-25-15,-2 1-18 0,4-3-28 0,0 0-28 16,2-3-40-16,-6 1-139 0,-1-4-230 0,-13 5 101 16</inkml:trace>
  <inkml:trace contextRef="#ctx0" brushRef="#br0" timeOffset="149367.81">25060 5562 110 0,'1'-8'251'0,"-2"4"-19"0,2 1-12 15,-1-2-17-15,0 1-20 0,0 4-21 0,0-5-20 16,0 5-18-16,0 0-11 0,0 0-15 0,0 0-10 16,0 0-11-16,2 21-7 0,0-4-6 0,-2 3-6 15,0 3 10-15,-2 4-8 0,2 0-4 0,0-3-6 0,0 5-5 16,-2-2-5-16,2 1-1 0,0-8-4 0,0-2-2 0,2 0-3 16,-2-1-6-16,2-1-18 0,-4-3-10 0,2 0-21 15,0-4-14-15,-2 3-18 0,4-4-16 16,-4 1-20-16,4-4-10 0,-2 3-6 0,2-6-40 15,-2-2-190-15,4 0-366 0,-4 0 163 0</inkml:trace>
  <inkml:trace contextRef="#ctx0" brushRef="#br0" timeOffset="149646.07">25441 5824 30 0,'0'0'288'16,"0"0"-14"-16,0 0-22 0,0 0-27 0,0 0-20 15,0 0-23 1,18-10-18-16,-6 9-19 0,7-2-12 0,1-1-14 15,10-1-13-15,4 1-11 0,3 3-10 0,0-1-11 16,1-1-15-16,1 0-29 0,0-1-32 0,-4 2-27 0,-3 1-37 16,-5-1-25-16,1-1-37 0,-10 1-26 0,-4-1-179 15,-4-1-361-15,-4 1 160 0</inkml:trace>
  <inkml:trace contextRef="#ctx0" brushRef="#br0" timeOffset="149846.34">25660 5646 56 0,'-3'-2'303'16,"2"-3"-9"-16,0 1-9 0,1 0-16 0,0 4-26 15,-2-4-29-15,2 4-26 16,0 0-23-16,-1-3-20 0,1 3-21 0,0 0-14 16,0 17-9-16,1-2-15 0,-2 3-9 0,2 6-7 15,-3 3-2-15,3 1-9 0,2 1-7 0,0 2-2 16,7-2-1-16,-3 0-35 0,3 0-35 0,3-2-51 15,-4 1-74-15,0-5-104 0,-3-8-173 0,-2-4-457 16,4-1 203-16</inkml:trace>
  <inkml:trace contextRef="#ctx0" brushRef="#br0" timeOffset="150800.64">26435 5559 19 0,'5'-5'166'16,"3"3"-18"-16,2-2-13 0,-1 3-10 0,5-1-14 0,4 2-10 15,1 3-17-15,-2 1-5 0,2 1-3 0,-2 4-5 0,3 0-15 16,-3 4-5-16,-2 2-9 0,2 4 0 0,-7-2-4 16,0 7 1-16,-6-7-3 0,1 7-11 0,-5-4 2 15,-5 4-3-15,-3-5-2 0,3 0-8 0,-8 5 6 16,1-7-2-16,1-2 1 0,-4 0 8 0,2-1 3 16,-3-1-8-16,2-1 10 0,-2-3 8 0,6 0 6 15,1-3 5-15,2 0 10 16,0-3 4-16,2 0 9 0,0 1 15 0,0-1 21 15,2-1 41-15,-1 0 15 0,4-2 21 0,0 0-13 16,0 0-18-16,-3-11-19 0,6 5-18 0,5-5-14 16,4-1-13-16,1-5-10 0,7-3-6 0,1-1-19 15,2-1-12-15,-1-2-15 0,-1 4-10 0,3-1-12 16,-4 1 6-16,-8 6-3 0,-2 2 2 0,0 4-4 16,-2-1-3-16,-3 5-7 0,-1-1 4 0,0 1-14 0,-2 0-26 0,2 1-11 15,-4 3 3-15,0 0 37 0,0 0-8 0,-14 17 2 16,1-5 1-16,2 3 1 0,-2-1 0 0,-5 3 4 15,5 0-3-15,-1 7 3 0,5-7-1 0,4-2 2 16,-3 2 1-16,2 0 4 0,6 0-1 0,3 0 2 16,2-3-12-16,6 1-19 0,7-1-31 0,5-2-38 15,9 1-48 1,5-3-65-16,2-4-295 0,14-1-552 0,-3-3 245 16</inkml:trace>
  <inkml:trace contextRef="#ctx0" brushRef="#br0" timeOffset="151170.17">27291 5796 162 0,'0'0'244'16,"0"0"-8"-16,-5-4-9 0,5 4-8 0,0 0-15 15,0 0-17 1,0 0-22-16,0 0-19 0,9-8-11 0,-4 6-15 15,9 1-14-15,2-3-9 0,4 2-14 0,10-3-9 16,4-1-6-16,5 2-7 0,15-2-5 0,5 2-6 0,-3 0-4 16,-2 0-10-16,-3 3-20 0,-13-2-23 0,-3-1-22 15,-4-1-23-15,-8 2-23 0,-3 1-28 0,-2-1-27 16,-6 2-28-16,0-3-206 0,-7 0-395 0,-5 1 175 16</inkml:trace>
  <inkml:trace contextRef="#ctx0" brushRef="#br0" timeOffset="151386.38">27561 5596 110 0,'0'0'282'0,"-4"-3"-25"0,4 3-30 15,-1-2-28-15,1 2-25 0,0 0-14 0,0 0-20 16,-4 12-16-16,-1-1-11 0,4 4-13 0,-2 12-8 15,-1 0-9-15,2-1-7 0,-1 6-8 0,2-3-4 16,1 0-8-16,0 0-4 0,1 0-33 0,-1 0-31 16,4-1-44-16,1-3-67 0,-1-6-245 0,2 0-398 0,3-5 176 0</inkml:trace>
  <inkml:trace contextRef="#ctx0" brushRef="#br0" timeOffset="154291.29">28492 5363 47 0,'2'-6'170'16,"0"2"-7"-16,1 0-19 0,1 1-9 0,1-2-16 16,1 1-15-16,4 2-6 0,1 1-11 0,0-2-8 15,3-1-7-15,0 4-12 0,5 0-3 0,-1 4-10 16,0 0 1-16,3 4-12 0,-2 0 0 0,-1 0-7 15,0 6 2-15,-4-1 0 16,1 1-8-16,-3 2-6 0,-5 2-6 0,5 6 9 16,-5-1-4-16,-5-3 2 0,-2 4-5 0,-2 1 2 15,-3-1-2-15,-4 2-4 0,2-9 5 0,-6 8-2 16,-1-4 4-16,1-4 2 0,-1-2 5 0,0-1 0 16,-1-2 1-16,-1 1-3 0,2-2 3 0,1 1-2 15,3-5-4-15,0 1-4 0,2-3 2 0,3-1-2 16,0-1 0-16,-1 2 1 0,1-2 21 0,2-1 23 0,1 0 44 0,2-2 17 15,0 0 7-15,0 0-18 0,0 0-10 0,0 0-9 16,16-17-16-16,-7 9-1 0,6-5-9 0,3-4-9 16,5-3-2-16,-1-2-8 0,-3-2-7 15,3 2-3-15,1-2-9 0,-1 2-3 0,-1-1-1 16,-2 2-4-16,-2 3 2 0,-2 4-5 0,-6 2-3 0,-1 1 0 16,2 2 1-1,-3 3-1-15,-5-3 1 0,2 2-3 0,1 5-2 16,-2-3-7-16,-2 0-10 0,-1 3-6 0,0 2-4 15,0 0 0-15,0 0 5 0,-9 14-1 0,3-6-2 16,-5 6 0-16,1 1 5 0,0 1 0 0,-3-1 0 16,7 5 2-16,-4 3 0 0,7-4 6 0,-1 0-1 15,2 1-2-15,4-3 4 0,3 2 0 0,-1-1-5 16,5-1-16-16,5-2-28 0,0-1-35 0,5-2-43 0,2-3-51 0,-2-1-275 16,1-4-494-16,9-1 218 0</inkml:trace>
  <inkml:trace contextRef="#ctx0" brushRef="#br0" timeOffset="154759.47">29174 5107 127 0,'0'0'241'0,"0"0"-22"0,0 0-24 0,0 0-20 15,0 0-22-15,0 0-12 0,0 0-21 0,0 0-12 16,0 0-12-16,15 13-10 0,-11-8-12 0,0 6-8 16,1 0-8-16,1 4-3 0,-6 4-7 0,3-2-2 15,-1 1-10-15,-2 1 3 0,-2 0-5 0,0 1-4 16,1-1-2-16,-1 0-1 0,0-2-4 0,0 2-3 16,0-9-1-16,0 0-4 15,1-3 1-15,-1 0 3 0,2-1-5 0,-2-2-3 16,2 0 4-16,0 0 4 0,2 0 5 0,1-1 8 0,7-3 2 15,9 2-8-15,9-4-2 0,4 2-5 0,3-3-20 16,-1-1-33-16,2 2-42 0,1-4-63 0,-2 5-76 16,-1-4-130-16,-1 1-373 0,-3-3 165 0</inkml:trace>
  <inkml:trace contextRef="#ctx0" brushRef="#br0" timeOffset="155324.93">28284 5988 17 0,'-6'2'115'0,"6"-2"-20"0,0 0-10 15,0 0-11-15,0 0 7 0,-9 0-10 16,9 0-8-16,0 0 3 0,0 0 1 0,0 0 9 0,0 0 6 16,0 0 6-1,0 0-1-15,0 0-1 0,0 0-3 0,0 0-6 16,0 0-3-16,26-4-8 0,-7 3 0 0,11-6-3 15,2 4 0-15,22 1 1 0,1-2-2 0,11-2 6 16,25 1 2-16,-28 0-6 0,29-2-2 0,-27 5-5 16,-1-1-6-16,-2 0-3 0,-3-3-7 0,-1 3-4 15,-7 1 3-15,-12 2-10 0,-7-2-4 0,2 1-1 16,-5-2-3-16,-9 3-4 0,-2 0-14 0,-6-1-16 0,-5 2-15 0,2-1-16 16,-2 0-22-16,-7 0-1 0,7 0-4 0,-7 0-24 15,0 0-12-15,0 0-35 0,-24 3-161 0,10-6-327 16,1 3 144-16</inkml:trace>
  <inkml:trace contextRef="#ctx0" brushRef="#br0" timeOffset="155779.46">28659 6093 79 0,'-7'1'237'0,"7"-1"-27"0,0 0-20 0,0 0-20 16,0 0-20-16,0 0-15 0,0 0-12 0,35-2-12 0,-22 4-10 15,7 0-9-15,2-2-8 0,4 3-13 16,1 6-6-16,0-3-5 0,-5-4-7 0,-2 7-4 0,-3-2-5 0,0 1-8 15,-6-1-2-15,1 0-8 0,-3 4-15 0,-4-2-4 16,-1 1-6-16,-4 2-10 0,-4 0-4 0,-7 5-1 16,-5 4 3-16,-6-3 0 0,0-1 6 0,-2-1-2 15,-7-1-2-15,3 0 1 0,0-4 3 0,1 4-1 16,3-6 2-16,-2 0 1 0,6-4 2 0,2 3-4 16,4-4 1-16,5 2 0 15,-3-4 1-15,5 2 6 0,1-1-3 0,-1-1 2 16,2 1-3-16,1-1 2 0,4-2 9 0,0 4 19 15,0-4 1-15,14 4-1 0,-2-2 2 0,7-1-7 16,0 3-4-16,3-7 2 0,9 6-2 0,1-1-2 16,0-2-1-16,0 0-9 0,2 1-15 0,-1-1-27 15,-1 0-42-15,-3-1-49 0,-8-1-72 0,-1-1-111 16,1 1-331-16,-3-4 146 0</inkml:trace>
  <inkml:trace contextRef="#ctx0" brushRef="#br0" timeOffset="156026.84">29204 6049 132 0,'0'-7'333'0,"0"3"-29"0,-2 0-27 0,2 4-29 0,2-5-32 15,-2 5-22-15,0 0-23 0,0-4-22 16,0 4-15-16,0 0-15 0,0 0-12 0,4 13-16 15,-4-3-6-15,1 2-13 0,1 7-13 0,2 7-14 16,-1 0-15-16,-3 2-24 0,0 1-19 0,0 0-17 0,0 3-25 0,0-1-23 16,-3 0-24-16,3 2-27 0,0-1-19 0,-2-3-52 15,-2-2-137-15,3 1-363 0,-1-2 161 0</inkml:trace>
  <inkml:trace contextRef="#ctx0" brushRef="#br0" timeOffset="156179.79">29120 6759 159 0,'0'0'348'15,"0"0"11"-15,0 0-7 0,-3 3 4 0,3-3-10 16,0 0-22-16,0 0-18 0,0 0-38 0,0 0-16 16,0 0-24-16,0 0-27 0,0 0-37 0,0 0-53 15,13-10-58-15,-6 7-62 0,0-1-67 0,4-3-81 16,3-3-92-16,0 0-307 0,3 0-603 0,1 1 267 16</inkml:trace>
  <inkml:trace contextRef="#ctx0" brushRef="#br0" timeOffset="156699.28">29823 5971 233 0,'0'0'251'0,"0"0"-12"0,0 0-14 0,0 0-14 16,0 0-23-16,0 0-18 0,0 0-20 0,23-8-18 15,-7 5-17-15,6 1-6 0,11-5-18 0,4 2 1 16,-1 3-15-16,3-1-18 0,1-2-28 0,-8 1-28 16,1 1-39-16,-2 1-42 0,-10 1-47 0,-1-4-53 15,-8 4-149-15,-3-2-353 0,-3-1 156 0</inkml:trace>
  <inkml:trace contextRef="#ctx0" brushRef="#br0" timeOffset="156897.04">29988 5801 343 0,'0'0'348'0,"-4"-5"-28"0,1 5-27 16,3 0-29-16,0 0-28 0,0 0-32 0,-4-3-26 15,4 3-21-15,0 0-28 0,0 0-18 0,2 10-14 16,0 0-14-16,-2 1-9 0,4 6-9 0,-1 1-5 15,0 9-9-15,3 2-7 0,-3 2-1 0,5 1-8 16,-3 0-17-16,0 0-32 0,0 2-34 0,-1-2-44 16,-2-3-56-16,1-1-57 15,-4-9-236-15,0 0-478 0,0-6 211 0</inkml:trace>
  <inkml:trace contextRef="#ctx0" brushRef="#br0" timeOffset="157745.18">30749 5498 71 0,'4'-4'171'0,"1"0"-18"0,5 0-14 16,1 2-4-16,0-3-19 0,2 5-6 0,2-2-12 15,4 4-8-15,-6 3-8 0,6-3-14 0,-3 5-9 0,-1-1-1 16,-1 5-12-16,-1-1-2 0,-2 2-3 15,-3 3-5-15,0 0-1 0,-6 3-4 0,-1 2-1 16,-2 6-2-16,-3-1-5 0,-6 2-4 0,-5-3 4 0,1-2-1 0,-2 1-8 16,-1 0 3-16,0-2-2 0,-3-3-2 0,7-4 2 15,-4-1 1-15,4-1 1 0,-1 2 3 0,5-5 10 16,0-2-13-16,1-1 4 0,2-2-4 0,1 0 3 16,1 0 25-16,2-1 26 0,2-3 28 0,-7 4 32 15,7-4 23-15,0 0 21 0,0 0-9 0,0 0-25 16,9-12-9-16,0 5-20 15,5-3-14-15,3-3-12 0,3-3-13 0,3-1-1 16,-2-3-16-16,3-2-20 0,0-2-23 0,2 0-34 16,-2 1-6-16,-1 0 4 0,-4 1-1 0,-3 3 6 15,-2 5 4-15,-4 2 6 0,-2 2 11 0,-3 5 0 16,0 0-1-16,-1 0-6 0,0 0-15 0,-2 2-11 16,1 2-18-16,-3 1 3 0,0 0 2 0,0 0 6 15,0 0 5-15,-8 19 2 0,3-7 4 0,2 0 3 0,-3 5 2 16,2 0 4-16,4 1 0 0,4-1 9 0,1 1 2 15,0-1-12-15,4-1-19 0,8 1-25 0,2 0-38 16,1-2-42-16,6-4-69 0,-7-4-209 0,2-1-454 0,0-3 200 16</inkml:trace>
  <inkml:trace contextRef="#ctx0" brushRef="#br0" timeOffset="158283.76">31340 5050 63 0,'5'-2'176'0,"0"-1"-14"0,0 2-19 15,6-1-18-15,-2 2-8 0,2 2-15 0,0-1-3 16,-1 2-14-16,1 1-5 15,-2 2-22-15,2 0-4 0,-5 1-14 0,-2 1 2 16,1 1-3-16,-1 2-1 0,-4-1-9 0,0 2-12 16,-4 1 12-16,-1 0-9 0,-3-2 4 0,-2 3 7 15,1-4-5-15,0-2-12 0,-3 0 5 0,1 0-5 16,2-1-2-16,-1-1-5 0,3 0 4 0,1 0 1 16,1-1-7-16,0 0 1 0,1-1 4 0,1 0-5 15,0 1-2-15,2 0-2 0,1-1-2 0,1 2 3 0,2-1 2 0,3 6-4 16,-1-1 8-16,1 2 1 0,2-2-1 0,2 0 1 15,-3 4-4-15,-2 1 6 0,3-1-11 0,-5 1 12 16,4 0-1-16,-5-2-4 0,-2 3-8 0,-5 1-3 16,0-1-10-16,-5-1-19 0,-7 6-38 15,-3-6-48-15,1-4-142 0,1 1-281 0,-1-1 124 0</inkml:trace>
  <inkml:trace contextRef="#ctx0" brushRef="#br0" timeOffset="158700.34">30512 6025 53 0,'0'0'138'0,"-2"4"1"0,2-4 0 0,0 0-17 16,0 0-6-16,0 0-5 0,0 0-13 0,0 0-6 0,0 0-2 16,17-4-8-16,-4 4-4 0,8-1-18 15,11-2 4-15,3-3-7 0,3 1-4 0,18-2-14 16,1-1 2-16,7 1 0 15,1 1 2-15,33-7 11 0,-2 5 1 0,-32 2 1 16,2 0-2-16,-6 3-4 0,-4 1-4 0,-17 0-6 16,-1-4-4-16,-3 4 0 0,-6 0-7 0,-1 2 0 15,-9-1-5-15,-7-1-1 0,-1 2-5 0,-4-2 3 16,0 2-11-16,0-1-20 0,-7 1-19 0,7 0-24 16,-7 0-27-16,0 0-41 0,0 0-72 0,-25 1-100 15,11-1-315-15,-4 2 140 0</inkml:trace>
  <inkml:trace contextRef="#ctx0" brushRef="#br0" timeOffset="159185.54">30947 6150 92 0,'0'0'236'0,"0"0"-29"0,0 0-17 0,0 0-23 0,25-1-15 0,-15 5-15 16,1 0-16-16,1-1-16 0,-1 2-6 0,2 1-15 16,0 0-7-16,-4 0-15 0,1 3-19 0,-3-1-13 15,-1 2-7-15,-2 0-11 0,-3-1-16 0,0 4-6 16,-5-4 2-16,-1 1-3 0,-4 4 0 0,2-4 13 15,-5 3-11-15,-2-2-1 0,1-1 0 0,2-2 3 16,-5-1 4-16,7 0-5 0,-2-2 8 0,3-1-2 0,3 0-3 0,-1 0 7 16,1-2-5-16,2 0-4 0,-1 2 11 0,1-3 1 15,3-1-2-15,-2 4 3 0,2-4 10 0,0 0-1 16,5 5 5-16,2-2 0 0,2-3-6 16,2 5 0-16,0-3 1 0,2 1-8 0,-1 2 10 0,2-3-4 15,-4 3-9-15,3 2-1 0,0-2 5 0,-2-2-5 16,-1 6-4-1,-1-2 5-15,0-1-5 0,-2 1 0 0,0 2 3 16,-1-1-2-16,-5 0 0 0,-1 1-4 0,-1 0-4 16,-3 1 3-16,-4-1 6 0,0-1 3 0,-1 1 2 0,-1-1-1 15,-6-2 2-15,-2 2-1 0,1-1-1 16,-1-2 2-16,0-2-12 0,0 1-9 0,-1-1-1 16,7 0-36-16,-1-3-63 0,0-1-178 0,3-4-315 15,2 4 139-15</inkml:trace>
  <inkml:trace contextRef="#ctx0" brushRef="#br0" timeOffset="159432.72">31430 6149 297 0,'0'0'304'0,"0"0"-33"16,4-4-30-16,-4 4-33 0,0 0-29 0,0 0-25 16,0 0-18-16,0 0-15 0,4 12-11 0,-3 2-11 0,-1 3-9 0,0 2-6 15,0 8-19-15,0 3-34 0,0 1-25 0,-4 1-31 16,3 4-30-16,-3-2-39 0,1 2-45 0,3 0-36 16,-6-5-143-16,5 1-345 0,-3-1 152 0</inkml:trace>
  <inkml:trace contextRef="#ctx0" brushRef="#br0" timeOffset="159586.31">31389 6860 87 0,'0'0'372'0,"-2"5"-2"15,2-5 0-15,0 0 5 0,0 0-12 0,0 0-13 16,0 2-22-16,0-2-35 0,0 0-21 0,0 0-28 16,0 0-33-16,0 0-28 0,0 0-56 0,0 0-71 15,0 0-76-15,11-12-70 0,-7 7-79 16,6-2-118-16,2-4-286 0,-1 1-620 15,1 0 274-15</inkml:trace>
  <inkml:trace contextRef="#ctx0" brushRef="#br0" timeOffset="159987.28">31958 5904 84 0,'0'0'189'0,"0"0"-12"0,-6 1-6 16,6-1-10-16,0 0-8 0,0 0-16 0,0 0-12 16,0 0-10-16,0 0-8 0,0 0-9 0,0 0-7 15,19-2-2-15,3 2-14 0,8-3-5 0,7 2-8 16,-1 1-10-16,15-2-9 0,3 1-10 0,-20 0-17 15,0 1-37-15,-4-4-30 0,1 4-31 0,-11-3-36 16,-2-1-178 0,-4-1-321-16,-3 1 141 0</inkml:trace>
  <inkml:trace contextRef="#ctx0" brushRef="#br0" timeOffset="160231.26">32138 5767 18 0,'0'0'311'0,"-4"-4"-18"16,4 4-25-16,0 0-25 0,0 0-26 0,0 0-27 15,0-5-21-15,0 5-26 0,0 0-7 0,0 0-24 16,0 0-5-16,3 16-20 0,-2-8-8 0,2 6-12 16,-2 3-10-16,0 0-1 0,2 2-8 0,-3 1 0 15,1 4-6-15,2 3-24 0,1-1-12 0,2 3-24 0,-2-1-15 0,0-2-33 16,-2-5-35-16,2 1-32 0,0-3-57 0,0-9-173 15,2 2-393 1,-1-5 175-16</inkml:trace>
  <inkml:trace contextRef="#ctx0" brushRef="#br0" timeOffset="160403.26">32898 5903 23 0,'0'0'334'16,"0"0"-33"-16,0 0-33 0,21-15-31 0,-21 15-49 15,0 0-67-15,20-7-62 0,-20 7-67 0,35-3-86 0,-35 3-145 0,41-3-258 16,-22-1 115-16</inkml:trace>
  <inkml:trace contextRef="#ctx0" brushRef="#br0" timeOffset="160566.25">33355 5854 250 0,'0'0'327'0,"0"0"-37"0,0 0-31 0,0 0-27 0,0 0-29 16,0 0-44-16,0 0-58 0,43-22-67 0,-43 22-71 15,40-2-81-15,-40 2-166 0,37-2-306 0,-37 2 135 16</inkml:trace>
  <inkml:trace contextRef="#ctx0" brushRef="#br0" timeOffset="160666.5">33605 5838 149 0,'0'0'168'0,"0"0"-16"16,0 0-39-16,0 0-42 0,0 0-66 0,0 0-115 16,0 0-119-16,0 0 52 0</inkml:trace>
  <inkml:trace contextRef="#ctx0" brushRef="#br0" timeOffset="162421.81">21374 4930 124 0,'0'0'198'15,"1"-5"-22"-15,-1 5-16 0,0 0-19 0,-2-6-15 16,2 6-18-16,0 0-10 0,0 0-9 0,0 0-14 16,-2-3-10-16,2 3-5 0,0 0-9 0,0 0-3 15,4 17-8-15,-4-5-5 0,1 4-1 0,-1 9-5 16,0 2 0-16,-1 4-6 16,0 3-1-16,1 14-2 0,-5 5-3 0,-2 5 2 15,-2 1-2-15,0 23 1 0,3-27 0 0,1 4 0 16,-2-1-4-16,2-1-2 0,2-3 4 0,-3-3 2 15,-3-3-8-15,6 0-4 0,0-13 2 0,-3 10-1 16,2-13 8-16,0 16 3 0,0-13 3 0,-1-2 0 16,1 1-5-16,-1-3-1 0,0 1-2 0,1 2-1 15,-1-5 0-15,1 2 1 0,0 0-1 0,2-2-1 0,-1 0-2 16,-3 0 0-16,2 0 1 0,-4-4-4 0,5 3 3 16,-4-5 4-16,7-2 2 0,-4-4 1 0,-2 2 2 0,2-1-2 15,-1-2 1-15,5-3-3 0,-4-2 0 16,0 2-4-16,2-4 0 0,-1 2 0 0,3-2 0 15,-4-1-3-15,4-1 0 0,-3-1 2 0,1 0-4 16,1-2 0-16,-1 3 2 16,0-2-3-16,0-2-3 0,2 1 3 0,-2 0-3 15,2-4 2-15,-1 4 1 0,0-2-4 0,1-2 4 16,-1 4 0-16,1-4-2 0,0 0 0 0,-3 7 0 16,2-6 1-16,1-1-2 0,0 7 3 0,0-7-2 15,-4 5 1-15,4-3-1 0,0-2 3 0,-2 3-1 16,2-3-1-16,-1 4-1 0,1-4-1 0,0 0-1 15,0 0 1-15,0 0 0 0,1 6 0 0,-1-6 4 0,0 0-4 0,0 0-1 16,-3 2 3-16,3-2-3 0,0 0 3 0,0 0-1 16,0 0 0-16,0 0 3 0,0 0-5 0,0 0 4 15,0 0-1-15,0 0-3 0,0 0 0 0,0 0-2 16,0 0 1-16,-3 3 1 0,3-3 4 0,0 0-2 16,3 5 1-16,-3-5-5 0,0 0 4 0,1 6-1 15,-1-6 8 1,0 0-6-16,-1 3-4 0,1-3 1 0,0 5 1 15,0-5 1-15,0 0 1 0,-3 4 1 0,3-4 0 0,0 0-5 16,0 0 2-16,0 5 2 0,0-5-1 0,0 0 1 16,0 0-1-16,3 4 1 0,-3-4 0 0,0 0-2 15,0 0 2-15,0 0-1 0,0 0 3 0,0 0-3 16,0 0 1-16,0 0 0 0,0 0 5 0,0 0 7 0,0 0 2 0,0 0-4 16,0 0-1-16,0 0 3 0,0 0-4 15,0 0 3-15,0 0-3 0,0 0-2 0,0 0 2 16,0 0 3-16,0 0 1 0,0 0 2 0,0 0-3 15,0 0 4-15,0 0 1 0,0 0 0 0,0 0 0 16,0 0 4-16,0 0-1 0,0 0-3 0,0 0-1 0,0 0-1 16,0 0-3-16,10 0 6 0,2 0-3 0,10 2-3 15,14-2-1-15,18 2-3 0,5-1-22 0,5 0-59 0,26-2-97 16,-23-2-289-16,-3-2-495 0,-3-3 219 0</inkml:trace>
  <inkml:trace contextRef="#ctx0" brushRef="#br0" timeOffset="163970.35">21343 4919 27 0,'0'0'131'0,"0"0"-12"0,0 0-9 0,0 0-15 15,0 0-6-15,0 0-5 0,0 0-5 0,0 0-15 16,0 0-1-16,0 0-7 0,0 0-2 0,0 0-9 15,0 0-4-15,0 0-8 0,0 0 2 16,0 0-9-16,0 0-3 0,0 0 2 0,0 0-2 0,0 0-1 16,0 0-2-16,0 0-1 0,0 0-2 0,0 0-5 15,0 0-1-15,0 0 6 0,0 0-1 0,0 0-1 0,0 0-3 16,0 0 0-16,0-6 1 0,0 6-1 0,0 0-2 16,15 0-1-16,-8 0-1 0,3-2-6 0,5-1 4 0,-2 2-4 15,4 0 2-15,3-1-2 0,2 1 4 16,7-1 0-16,-1 0-6 0,4 1 4 0,2-1-5 15,0 0 5-15,-1-1-3 0,3 2 0 0,-1 0-2 16,-4-1-1-16,1 1-1 16,-1 0 5-16,1 1-1 0,0-1-1 0,1 1 5 15,-1 0 2-15,1 0-8 0,1-2-1 0,-2 2 4 16,0 0-3-16,2 0 2 0,-2 2-2 0,1-4 3 16,0 2-3-16,-3 0 0 0,-1 2 1 0,1-2 3 15,-5 0-6-15,-2 2 0 0,7-1 3 0,-9-1-1 16,7 3 5-16,-6-3-2 0,1 1-3 0,0-3 7 15,5 3-6-15,-1 0-2 0,-6 0 1 0,8-1 2 0,-2 2 1 0,-6-1 0 16,1 0-3-16,-1-1 6 0,0 0-6 0,1 0-3 16,-4 2 5-16,5-2-1 0,-4-2 1 0,0 1 1 15,2 1-5-15,-2-1-2 0,-1 1 5 0,1-2 3 16,1 2-4-16,-3-1 5 0,3 0-5 0,-3 0-3 16,5 1 5-16,-2-2 1 0,-3 1-3 0,2 1-4 15,1-2 22 1,-2 2-22-16,0-2 6 0,0 0 0 0,3 0 1 15,-2 1 0-15,-3-1 1 0,5 0-2 0,-2 1-2 0,0 0 3 16,0 0-4-16,-2-1-3 0,-3 1 8 16,0 1-6-16,0 0 6 0,-1-2-6 0,1 2 4 15,5-1-4-15,-5 2-1 0,-1-2 4 0,1 2-2 16,1-2 2-16,-1 1 4 0,3 0-5 0,-3 0-1 16,4 0 3-16,-4 1 2 0,3-1-9 0,0-1 14 0,0 2-15 0,2-1 8 15,0 2-2-15,-2-2 0 0,2 0-2 0,-1 0 4 16,0 0-1-16,-4 0 0 0,9 0 0 0,-4 0 4 15,2 0 2-15,6-2 1 0,-6 2 1 0,6-3 1 16,-4 3 4-16,5-5 0 0,-1 4 2 0,2 0 6 16,-2-1-1-16,0-1-4 0,-5 3-2 0,-2-3 8 15,-2 2 1-15,1 1-4 0,-7-1 3 0,-1-2-5 0,-2 3-2 0,-2-1 2 16,-1 1 2-16,-6 0-5 0,10-2-2 0,-10 2 3 16,7 0-23-16,-7 0-13 0,5 2-20 0,-5-2-1 15,0 0-33-15,0 0-32 0,-9 9-151 0,2-6-279 16,0-1 124-16</inkml:trace>
  <inkml:trace contextRef="#ctx0" brushRef="#br0" timeOffset="165111.57">21333 6771 49 0,'0'0'184'0,"0"0"-12"0,0 0-15 15,0 0-13-15,0 0-13 0,0 0-10 0,1-4-10 16,-1 4-10-16,0 0-10 0,0 0-11 0,0 0-8 16,0 0-5-16,0 0-6 0,0 0-10 0,0 0 0 15,0 0-5-15,0 0-7 16,0 0-2-16,0 0-5 0,0 0-5 0,0 0-4 16,0 0-2-16,0 0-8 0,0 0 4 0,0 0 2 15,0 0-6-15,0 0-1 0,0 0 2 0,0 0-5 16,0 0-5-16,0 0 9 0,0 0-5 0,12-1 4 15,2 0-5-15,4-2 5 0,11 0-4 0,8-2 1 16,18-1-6-16,8 3 3 0,31-7 5 0,-2 5-6 16,3-1 5-16,3 2 4 0,6-1 6 0,0 3-1 0,-1-2 0 0,0 0-1 15,-5 4-3-15,-6-1-1 0,-29 1-6 0,-3-1 4 16,-4-3 3-16,1 5-4 0,-6-2 0 0,-14 1-2 16,-2-3 1-16,-3 6-4 0,-1-6 0 0,-9 3 3 15,-3-1-2-15,-5 0 0 0,0 1-1 0,-5 0-3 16,-1 0 8-16,-1 1 7 0,-7-1-3 0,9-2-3 15,-9 2-14-15,8 0-14 0,-8 0-64 0,3-2-60 0,-3 2-215 0,0 0-386 16,0 0 171-16</inkml:trace>
  <inkml:trace contextRef="#ctx0" brushRef="#br0" timeOffset="166614.51">22480 8022 120 0,'0'0'166'0,"0"0"-8"0,-5-2-6 0,5 2-6 0,0 0-11 15,0 0-9-15,0 0-6 0,0 0-7 0,0 0-12 16,-2-5-5-16,2 5-15 0,0 0-4 0,0 0-9 0,0 0-12 15,0 0 3-15,0 0-11 0,0 0-5 0,0 0-5 16,14-1-5-16,-3-1-2 0,1-2-2 16,1 3-9-16,7-4 3 0,-1 0 1 0,2-1-9 15,-1 1 4-15,4-4-1 0,5-1-5 16,-3 0-4-16,-1-2 2 0,-3-1 2 16,5 0-6-16,-6-2 1 0,-3 3 3 0,5-3-4 15,-4-4 5-15,-4 6-2 0,-1-1-2 0,4-5 3 16,-4 2 3-16,-5 3 4 0,0-2 2 0,-2 0 2 15,-4 4 1-15,-1 0-5 0,0 2 0 0,-4 1-4 0,-3-3-6 16,-2 4-1-16,-3 2-10 0,-5 3 4 16,-2 0 1-16,-5 1-2 0,-7 8-2 0,-2 2-3 0,-1 6 4 0,0 1-6 15,0 2 6-15,2 3-4 0,1 1-5 0,1 1 1 16,4 1 4-16,5 2-2 0,2 2 12 0,2-2-4 16,4 1-3-16,4-2 4 0,4-6 5 0,6 0-5 15,4 0 1-15,4-2 6 0,12 5-1 0,5-6 2 16,3-5-4-16,6-1-20 0,17-1-31 0,-1-5-42 15,2-5-63-15,-15-2-200 16,12-2-380-16,-15-2 169 0</inkml:trace>
  <inkml:trace contextRef="#ctx0" brushRef="#br0" timeOffset="167077.97">22977 7479 35 0,'-5'0'181'0,"5"0"-6"16,-5 3-12-16,5-3 0 0,0 0-8 0,0 0-10 0,0 0-14 0,0 0-12 15,0 0-15-15,0 0-5 0,0 0-11 0,14-8-10 16,-1 6-9-16,6 0-6 0,8-2-10 0,2-1-17 16,3 0-15-16,0 3-19 0,0-2-27 0,0 0-41 15,-1-2-40-15,-3 2-50 0,-9 0-99 0,-2 0-275 16,-3 0 121-16</inkml:trace>
  <inkml:trace contextRef="#ctx0" brushRef="#br0" timeOffset="167563.85">23471 7332 131 0,'6'-3'147'0,"-6"3"-14"0,14 2-4 0,-7-2-18 15,0 1-12-15,3 2-17 0,1 2-8 16,-2 1-4-16,1 1-7 0,-3 1-9 0,0 2-5 16,-3 2-10-16,0-1 2 15,-1 2-4-15,0 0-6 0,-3 3-1 0,0 2 2 16,-4-2-8-16,2-2-6 0,-4-2 4 0,1 3 0 15,0 1-5-15,-1-4 7 0,-2-2-6 0,3-2-6 16,3 0 4-16,-2-3 6 0,2 0 2 0,-2-1 17 16,3-1 14-16,0 1 21 0,1-4 19 0,-3 5 21 15,3-5 16-15,0 0 0 0,0 0-12 0,0 0-19 16,16-14-9-16,-7 5-6 0,5-3-11 0,1-4-14 0,6-2-2 0,0-1-5 16,2 0-8-16,-1 0-1 0,0 0-7 0,-5 2-4 15,-2 5 0-15,1-2 7 0,-7 7 8 0,0 0 2 16,-2 3-15-16,-1-3-2 0,-1 3-9 0,-1 1-12 15,-2 2-15-15,2 0-23 0,-4 1 9 0,0 0-6 16,0 0 2-16,-4 13 2 0,2-5 2 0,-3 5-2 16,1 1 2-16,-4 5 2 0,2 6 5 0,2 0-2 0,4 0-10 0,0 4-5 15,6-1 1-15,6 0-14 0,5-2-22 0,8 1-33 16,3-2-54-16,7-6-62 0,11 3-208 0,1-5-451 16,-11-7 200-16</inkml:trace>
  <inkml:trace contextRef="#ctx0" brushRef="#br0" timeOffset="167848.87">24444 7919 136 0,'0'0'305'0,"0"0"-36"16,0 0-27-16,0 0-26 15,0 0-21-15,0 0-22 0,13-11-23 0,0 7-22 16,3-1-30-16,4 2-37 0,8-2-43 0,3 0-40 15,-1 1-58-15,1-1-69 0,-4-2-141 0,-6 5-315 16,1-4 140-16</inkml:trace>
  <inkml:trace contextRef="#ctx0" brushRef="#br0" timeOffset="168017.8">24535 8007 136 0,'0'1'145'0,"0"-1"22"15,0 0 5-15,9 4-7 0,-1-4-14 0,8-1-12 16,14 1-18-16,2-3-19 0,3 2-28 0,1 0-38 16,4-5-52-16,12-3-68 0,-17 3-134 0,3 0-237 0,-1-3 105 15</inkml:trace>
  <inkml:trace contextRef="#ctx0" brushRef="#br0" timeOffset="168296.62">25257 7696 215 0,'1'-6'334'0,"-1"6"-35"0,0-1-27 15,0 1-29-15,0 0-29 0,0 0-19 0,0 0-27 16,-1-7-19-16,1 7-20 0,0 0-19 0,0 0-12 0,5 11-13 0,-1 2-5 15,-3-1-11-15,2 3-4 0,4 10-9 0,-3 2-8 16,3 1-8-16,-1-1-6 0,-1 3-12 0,2-4-17 16,2 1-11-16,-4-4-22 0,1-4-25 0,-2 1-19 15,0-3-27-15,-2-1-27 0,2-5-43 0,1 2-62 16,-3-4-127-16,0-2-387 0,3-2 170 0</inkml:trace>
  <inkml:trace contextRef="#ctx0" brushRef="#br0" timeOffset="168518.65">25652 7928 88 0,'0'0'323'0,"-5"1"-18"0,5-1-23 0,0 0-20 15,0 0-23-15,0 0-26 0,0 0-20 0,23-4-23 16,-5 3-15-16,12-5-30 0,6 3-39 16,1-1-44-16,16 1-58 15,-1-2-67-15,-14 1-77 0,-1 1-211 0,-5-1-402 16,-1 1 179-16</inkml:trace>
  <inkml:trace contextRef="#ctx0" brushRef="#br0" timeOffset="169651.87">26247 7662 125 0,'13'0'141'0,"9"-2"-12"0,-3 2-13 0,2 2-10 15,-1-1-11-15,-1 3-11 0,0 1-16 0,2 4 0 0,-2 0-9 16,-2 4-8-16,-1-1-1 0,-2 5-9 0,-1-3 0 16,-3 3-8-16,-5 1 1 0,-1 0-7 15,1 0-1-15,-5 1 6 0,-5 1-13 0,1-2 1 16,-2 2 4-16,-4-3 2 0,-2 0-2 0,3 0 4 0,-5-2 0 0,1-3 3 16,-1-1 4-16,5-3-6 0,-1 0 4 0,1 1 8 15,4-5 3-15,-1-1 9 0,2 4 22 0,1-4 20 16,-1 0 28-16,2-2 30 0,-3 2 34 0,5-3 9 0,0 0-25 15,0 0-18-15,5-12-18 0,1 3-13 0,3-3-14 16,2-1-15-16,1-3-6 0,8-3-18 16,1-3 2-16,1 1-15 15,1-2-12-15,0 1-3 0,-3 2-7 0,1 1-1 16,-7 7-3-16,-3 3-3 0,-2 1-6 0,-2 1-2 16,-3 3-4-16,1-1-11 0,0 1-7 0,-2 3-25 15,1-4-30-15,-4 5-18 0,0 0 5 0,0 0 8 16,0 0 9-16,-4 14 1 0,1-4 7 0,-2 1 4 15,0 4 9-15,1 1 6 0,1 2-5 0,2 1 1 0,1-1-1 16,4 0 0-16,2 2-17 0,9-1-10 0,2 2-39 0,6-6-41 16,4 0-56-16,2-5-256 0,2-3-488 0,3 2 217 15</inkml:trace>
  <inkml:trace contextRef="#ctx0" brushRef="#br0" timeOffset="169883.8">27247 7868 101 0,'0'0'317'15,"0"0"-26"-15,0 0-35 0,0 0-28 0,0 0-23 16,9-10-22-16,2 9-16 0,8-3-21 0,8-2-16 15,5 2-23-15,6 0-15 0,13-3-22 0,4 4-20 16,-5-2-22-16,3-1-37 0,-17 3-41 0,-3 2-39 16,1-3-50-16,-7-2-209 0,-7 3-376 0,-7-1 167 15</inkml:trace>
  <inkml:trace contextRef="#ctx0" brushRef="#br0" timeOffset="170105.71">27419 7702 27 0,'-4'-7'277'16,"2"2"-9"-16,-1 4 4 0,2-2 2 0,1 3-5 0,-3-6-21 16,3 6-25-1,-2-3-24-15,2 3-24 0,0 0-23 0,0 0-19 16,0 0-20-16,0 0-21 0,0 0-11 0,0 0-12 0,-3 16-1 0,4-3-12 16,1 5-6-16,0 7-4 0,1 4-16 0,0 0-5 15,0 4-11-15,1 1-15 0,0 0-17 0,2 0-33 16,-1-4-39-16,1 4-48 0,1-5-59 0,0-6-248 15,0-6-481-15,-4-4 213 0</inkml:trace>
  <inkml:trace contextRef="#ctx0" brushRef="#br0" timeOffset="171085.2">28174 7596 199 0,'3'-5'219'0,"-2"-1"-15"0,2 0-17 16,-2 2-21-16,5-1-17 0,-2 2-13 0,4-3-19 0,-2 3-13 15,2 1-12-15,2 2-17 0,2 0-3 0,0 1-12 16,-1 2-2-16,-1 2-11 0,1 3-5 0,-2 1-4 16,2 5-4-16,-1 1-3 0,-1 2-3 15,-3 0-2-15,-1 1-3 0,-3 8-1 0,-2 0-1 0,-2-2-6 0,-3 1 2 16,-1-1-1-16,-2 1-5 0,-2 1 2 0,2-9 0 15,-1 1-5-15,-1 0 4 0,0-2-4 0,0-1-2 16,-2-3 1-16,3-2 0 0,4-1-4 0,0-2 1 0,0-3 3 16,0 1 2-16,2-1 14 0,2-1 33 0,0 0 33 15,-2-1 35-15,-1 1 37 0,4-3 30 16,0 0-14-16,0 0-21 0,8-16-16 0,1 8-10 0,2-7-18 0,7-3-16 16,3-3-14-16,2-1-14 0,3-5-32 0,12-9-20 15,-3 3-15-15,6 1-1 0,-14 8-8 0,0 1 0 16,-3 2 2-16,-2 3 0 0,-7 4 7 0,-1 4 1 15,-7 3 4-15,-1 3-2 0,-1 1-6 0,1-2-10 16,-2 2-18-16,0 1-30 0,-4 2-10 0,0 0 6 0,0 0 5 16,-4 12 6-1,0-2 6-15,-2 6 6 0,1 0 2 0,-1 3 4 16,2 3 6-16,-1 1 0 0,3 2 9 0,2 2-3 16,4-8-3-16,3 8-10 0,2-5-20 0,5 2-22 15,-3-7-47-15,3-2-49 0,3-3-91 0,1-3-165 16,-3-1-465-16,4-4 206 0</inkml:trace>
  <inkml:trace contextRef="#ctx0" brushRef="#br0" timeOffset="171485.6">28789 7304 275 0,'3'-4'275'0,"2"3"-28"0,1-3-23 0,-3 1-24 0,4 2-21 0,1 0-21 16,2-1-16-16,0 5-17 0,3 0-15 0,-3 2-13 15,1 1-8-15,0 2-11 0,-2 0-8 0,1 4-8 16,-2 2-9-16,-2 0-6 0,-2 3-1 0,0 1-8 16,-5-2 0-16,-1 1-6 0,-1 0-2 15,-5-2-2-15,4 2-5 0,0-6-3 0,2-3 3 0,-3 2-6 16,2-3 1-16,-1-1-6 0,4-2 3 0,-1 3-2 0,0-2 1 16,-1-1 0-16,2-4 1 0,4 5-1 0,4-1 0 15,10-1-3-15,2-2-8 0,10 2-33 0,2-2-50 16,2 0-55-16,4-1-68 0,1 0-201 0,-3 0-437 15,-2 0 194-15</inkml:trace>
  <inkml:trace contextRef="#ctx0" brushRef="#br0" timeOffset="171902.26">28033 8100 61 0,'0'0'179'0,"0"0"-4"0,0 0-2 16,0 0 5-16,0 0 2 0,0 0-3 0,0 0-11 15,0 0-6-15,0 0-10 0,0 0-17 0,0 0-13 16,17-5-12-16,4 2-10 0,1 1-7 0,13-3-8 16,2-1-9-16,21-2-3 0,1 0-5 0,1 2-6 15,2-2-7-15,5 0 7 0,-3 2-9 0,-2-1-10 0,-3 2-4 16,-3 2-1-16,-17-2-4 0,-3 4-2 0,-4-2-4 15,-11 2 0-15,1-1-2 0,-8 1-12 0,-1 0-20 0,-3 1-12 16,-4 0-26-16,1-3-30 0,-7 3-5 0,0 0-26 16,0 0-22-16,0 0-19 0,0 0-70 0,-40 3-132 15,23-1-379-15,-6 0 167 0</inkml:trace>
  <inkml:trace contextRef="#ctx0" brushRef="#br0" timeOffset="172272.74">28304 8211 242 0,'0'0'260'15,"0"0"-28"-15,0 0-23 0,0 0-21 0,0 0-20 16,0 0-17-16,26 0-19 0,-12 2-10 0,-1 0-17 15,2 1-12-15,2 2-9 0,-6 0-8 0,6 1-10 16,-4 2-20-16,-4-2-18 0,-1 0-12 0,-2 3-12 0,-1 2 1 0,-1 0-5 16,-3 1-11-16,-4 5-1 0,-4 0 7 0,-2-1 1 15,-1 1-4-15,-7 4 1 0,4-6 0 0,-2-1 12 16,2 1-9-16,-1-1-5 0,5-1 9 0,0-4-7 16,-1 0 7-16,2-2-5 0,3-1-2 0,-1 1 2 15,2-4 3-15,1 1 0 0,-1-1-1 0,2 0 3 16,0 1 3-16,2-4 6 15,2 4 16-15,4-1 13 0,2-1-3 0,6 1-4 16,4-1-2-16,1 1-4 0,3-2-3 0,11 1-5 16,-1 0-12-16,-2 0-25 0,-1-1-41 0,2-2-54 15,-1 1-81-15,-1-4-135 0,-8 4-357 0,-2-3 158 16</inkml:trace>
  <inkml:trace contextRef="#ctx0" brushRef="#br0" timeOffset="172457.68">28831 8238 203 0,'0'0'342'0,"0"-4"-34"0,0 4-31 15,0 0-33-15,1-3-26 0,-1 3-28 0,0 0-23 16,0 0-13 0,0 0-18-16,8 16-19 0,-4-6-29 0,0 8-32 0,2 8-34 15,-1 0-35-15,4 5-36 0,-2 4-41 0,4 11-38 16,-6 0-73-16,-5-11-140 0,0 13-368 15,0-13 163-15</inkml:trace>
  <inkml:trace contextRef="#ctx0" brushRef="#br0" timeOffset="172605.09">28872 8862 13 0,'3'3'338'0,"-3"-3"25"0,0 4-5 0,0-4 16 16,0 0 7-16,2 3-4 0,-2-3-11 0,0 0-18 16,0 0-28-16,0 0-36 0,0 0-23 0,10-9-31 15,-7 6-34-15,-2 0-45 0,6-1-66 0,-1-1-68 16,3-3-77-16,1 1-71 0,4-1-77 0,2-3-87 15,0-2-333-15,1 1-681 0,3-5 301 0</inkml:trace>
  <inkml:trace contextRef="#ctx0" brushRef="#br0" timeOffset="172927.59">29519 8036 46 0,'0'0'308'0,"0"0"-1"0,-8 0-3 0,8 0-8 16,0 0-17-16,0 0-2 0,0 0-33 0,0 0-18 16,0 0-20-16,0 0-27 0,24-7-22 0,-5 5-13 15,12-2-28-15,5 1-32 0,2-2-42 0,16 1-45 16,1 1-45-16,-4 3-50 16,-13-1-56-16,13 0-67 0,-16-2-228 0,-7-1-486 15,-6 2 215-15</inkml:trace>
  <inkml:trace contextRef="#ctx0" brushRef="#br0" timeOffset="173976.57">30495 7671 179 0,'-1'-4'254'16,"1"-1"-23"-16,0 5-23 0,1-8-12 0,1 5-23 15,0-1-12-15,3-3-21 0,1 5-13 0,5-3-17 0,3 3-12 16,-2-1-7-16,10-2-10 0,5 4-10 16,0 2-6-16,-8 1-8 0,3 6-10 0,3-1-3 15,-5 2-7-15,-1-1-8 0,-2 6-10 0,-2-3-7 16,-2 2-5-16,-1 3-7 0,-6 1-4 0,2 1 0 0,-4 1-1 15,-4 8 2-15,-3-2 14 0,-6-1 1 0,0 5-4 0,-3-4 1 16,-4-1 3-16,-2 0-5 0,-1-3 2 0,0 0 5 16,0-4-9-16,2-4-1 0,2 0 3 0,1-2 5 15,1-1 4-15,3-3-1 0,1-2 6 0,1-1 2 16,3 1 6-16,-1-1 19 0,2-3 19 0,0 2 25 16,0-2 32-16,4-1 33 0,-4 3 22 0,4-3-6 15,0 0-18-15,0 0-18 0,12-16-13 0,-1 4-30 0,2 0 2 0,4-2-3 16,3-7-11-16,5 0-3 0,-1 2-22 0,-1-2-18 15,-1 0-9-15,1-1-6 0,-2 1 1 0,-7 7-12 16,0-1 2-16,-3 3 2 0,-5 3 4 0,3 1 3 16,-3 3-2-16,-2 0-13 0,1 1-10 0,-1 0-20 15,-1 1-20-15,-1 1-25 0,-2 2-21 0,0 0 5 16,0 0 1-16,0 0 10 16,0 0 5-16,-7 18 11 0,3-8 1 0,-1 1-3 15,1 6-4-15,0-4 9 0,1 3 2 0,0 1 5 16,6 3-7-16,1-3-4 0,4-1-13 0,5 0-35 15,7 2-50-15,4-2-67 0,-3-11-294 0,6 4-557 16,2-1 247-16</inkml:trace>
  <inkml:trace contextRef="#ctx0" brushRef="#br0" timeOffset="174477.58">31158 7335 216 0,'12'-4'222'0,"0"1"-26"0,2-2-17 16,-1 4-21-16,0 0-15 0,-3 1-15 0,2 1-16 15,0 1-15-15,-4 2-5 0,4 2-16 0,-5 0-12 16,0 5-10-16,-3-2-5 0,-2 2-8 0,-3 1 0 16,-2-1-7-16,-3 6-2 0,-2-3-3 0,1 1-7 15,-4-2 0-15,0-1 1 0,2-3-6 0,1 0 2 0,-1-2-4 0,0-1 1 16,4 1-5-16,0-3 2 0,-1 2-6 15,3-1-1-15,-2-2-5 0,3 0 13 0,0 0-12 16,2-1 1-16,0-2 2 0,4 10-4 0,-2-6 4 0,4 2-1 16,4 1-3-16,0-2 2 0,4 6-3 0,-2-4 0 15,2 8 7-15,-1-3 2 0,-1-1 1 0,-3 3 0 16,0 0 0 0,-1-2-3-16,-3 2-2 0,-3-3-3 0,1 5-5 15,-7 1-11-15,-2-3-6 0,-4 2-6 0,-3-3-10 16,-10 4-33-16,-3-4-50 0,0 0-206 0,-1-3-351 15,1 0 156-15</inkml:trace>
  <inkml:trace contextRef="#ctx0" brushRef="#br0" timeOffset="174847.12">30315 8231 180 0,'-7'1'211'0,"4"0"-22"0,3-1-20 0,0 0-8 0,0 0-4 16,-9 0 0-16,9 0-8 0,0 0-10 0,0 0-13 15,0 0-13-15,0 0-12 0,25-2-14 0,-6-1-7 0,14-1-9 16,3 1-7-16,16-2-8 0,2 0-10 0,1-2-6 16,5 0 0-16,0 1-2 0,4-3 1 0,3 5 2 0,0-2-4 15,-3 2 5-15,0-1-5 0,-4 0 0 0,-8 4-1 16,-16 0-3-16,-2 1-5 0,-4 0 2 16,-12 0-7-16,-4 0-2 0,-5 0-1 0,2-3-11 15,-4 3-18-15,0 0-26 16,-2-2-48-16,-5 2-1 0,0 0-5 0,0 0-33 15,-16 9-64-15,-3-5-181 0,1-3-397 0,-1 2 176 16</inkml:trace>
  <inkml:trace contextRef="#ctx0" brushRef="#br0" timeOffset="175348.08">30679 8430 225 0,'0'0'288'16,"0"0"-30"-16,0 0-31 0,0 0-26 0,14-6-21 16,-1 4-17-16,3 2-18 0,3 0-15 0,2 2-13 0,7 1-15 15,-9 1-10-15,3 0-7 0,-3 0-14 0,-1 4-9 16,-3 1-10-16,-2-4-32 0,-3 2-23 15,-1 0-20-15,0 0-10 0,-4 5 2 0,-1-4 0 16,-2 4 1-16,-4 0 4 16,-4 4 3-16,-3-1 3 0,-3 2 2 0,-2-1 4 15,-2 2 0-15,2-3 0 0,-4-3 9 0,5 2 1 16,-2-2-4-16,2-2-2 0,1-3 2 0,6 0 2 16,-2-2 3-16,1-2-5 0,4 0 2 0,-2 1 1 15,1-1-1-15,2 1-1 0,0-1 3 0,2-3 5 16,0 5-4-16,4 0 3 0,1-1 1 0,4-3-2 0,0 5 8 15,4-2-5-15,-2 2-1 0,1-1-1 0,2 2-2 0,-1 1-1 16,-3-1 1-16,1 1-2 0,-2-2 1 0,0 6 0 16,0-4 0-16,-2 4-3 0,-2-2 1 0,-3 2-3 15,-3 1 1-15,0 0 3 0,-6 2 0 0,-2 1-1 16,-5-1 13-16,2-1-9 0,-5-4 3 0,2 2-4 16,-3-3 6-16,0 2-4 0,1-6 3 0,-2 2-3 15,1-2-3-15,-2-3-4 16,3 0-27-16,4-1-41 0,3-2-57 0,-1-2-163 15,4 2-321-15,3-5 142 0</inkml:trace>
  <inkml:trace contextRef="#ctx0" brushRef="#br0" timeOffset="175548.87">31254 8439 64 0,'0'-3'397'0,"0"3"-48"0,0 0-47 0,0-7-46 16,0 7-47-16,0 0-58 0,0 0-21 0,0 0-15 0,6 18-15 15,-2-1-37-15,1 11-40 0,-1 4-46 0,3 15-58 0,3 2-63 16,-4 0-175-16,1 4-345 0,-5-2 153 0</inkml:trace>
  <inkml:trace contextRef="#ctx0" brushRef="#br0" timeOffset="175695.98">31181 9411 102 0,'0'0'475'0,"0"0"-28"0,0 0-33 16,-8-5-28-16,8 5-38 0,-1-4-37 0,1 4-33 16,0-5-50-16,0 5-53 0,0-7-81 0,0 4-84 15,1-2-98-15,5 1-116 0,1-3-292 0,5 0-538 16,3-1 238-16</inkml:trace>
  <inkml:trace contextRef="#ctx0" brushRef="#br0" timeOffset="177179.65">31692 8128 90 0,'0'0'228'15,"0"0"-6"-15,-5-3-5 0,5 3-5 0,0 0-20 16,0 0-13-16,0 0-20 0,0 0-16 0,4-6-13 15,4 5-18-15,4-3-9 0,5 3-13 0,3-1-8 16,10 2-11-16,4-1-14 16,-2-2-17-16,5 3-13 0,3-5-5 0,-2 4-11 15,11-3-19-15,-11 3-9 0,-5 0-19 0,-1-1-26 16,-5-1-29-16,-6 3-28 0,-2-2-62 16,-8-1-132-16,-3 0-337 0,-4 0 149 0</inkml:trace>
  <inkml:trace contextRef="#ctx0" brushRef="#br0" timeOffset="177417.26">31906 7938 154 0,'-3'-4'306'0,"2"2"-6"16,-2-2-13-16,3 4-17 0,-1-7-28 0,-2 4-24 16,3 3-20-16,0-4-31 0,0 4-17 0,0 0-23 15,0 0-29-15,0 0-23 16,0 0-3-16,0 0-10 0,-2 17-5 0,2-5-8 15,0 3-5-15,0 4-6 0,0-3-7 0,0 11-11 16,1-2-9-16,-2 1-14 0,2-2-17 16,-1 1-16-16,1-1-15 0,2-4-24 0,-2-2-22 0,2 2-30 15,-2-2-25-15,0-3-25 0,-2-2-196 0,1-1-405 16,1-3 179-16</inkml:trace>
  <inkml:trace contextRef="#ctx0" brushRef="#br0" timeOffset="177580.16">32538 8064 135 0,'8'-3'134'0,"1"0"-34"0,2 1-42 15,5 0-35-15,3 0-60 0,0-1-33 0,1 0-74 16,9 6 33-16</inkml:trace>
  <inkml:trace contextRef="#ctx0" brushRef="#br0" timeOffset="177749.29">33204 8057 161 0,'0'0'303'0,"0"0"-33"0,0 0-1 15,0 0-41-15,0 0-38 0,52-13-47 0,-52 13-49 0,41 0-51 0,-13 0-47 16,6 1-59-16,1 0-76 0,-3 0-111 0,3-1-269 16,3 2 119-16</inkml:trace>
  <inkml:trace contextRef="#ctx0" brushRef="#br0" timeOffset="177880.81">33772 8069 247 0,'0'0'254'0,"0"0"-4"0,0 0-6 15,0 0-12-15,0 0-19 0,0 0-20 0,0 0-23 16,0 0-39-16,0 0-57 0,0 0-72 0,0 0-60 16,0 0-97-16,0 0-145 0,45-2-324 0,-45 2 143 15</inkml:trace>
  <inkml:trace contextRef="#ctx0" brushRef="#br0" timeOffset="179213.92">22055 7155 48 0,'0'-6'228'15,"2"1"-14"1,-2-2-7-16,2 2-19 0,0 1-12 0,-2 0-20 0,0 0-17 15,0 4-22-15,-2-5-5 0,2 5-14 0,2-4-22 16,-2 4-16-16,0 0-7 0,0 0-6 0,4 13-7 16,-1 1-3-16,-1 11-8 0,-2 5-5 0,0 6 1 15,-5 14-5-15,-1 6 0 0,-10 26-5 0,2-2 2 16,-1 1 3-16,-3-2 1 0,1 4-6 0,6-23-6 16,0 22 3-16,-1-22-1 0,3-2-2 0,0-1 1 0,3-4 0 15,2-6-2-15,0 0 1 0,3-13-5 0,-2 2 4 0,3 8-1 16,0-9 4-16,0-5 0 0,0 0-1 0,0-1 1 15,0-10 0-15,-1 6-2 0,1-5-1 0,0-3 3 16,1 0-6-16,-2-2-1 0,1-5 1 0,0 2 0 16,-3 0-1-16,3-2 2 0,0 1-1 0,-5-1 1 15,4-2 0 1,1-1-3-16,0 2 3 0,0-4-2 0,-1 3-1 16,-2-1-1-16,3-5-1 0,-1 6-2 0,-2-3 0 15,2 1 4-15,1-1 5 0,-3 0-8 0,2-3 3 16,1 3 0-16,0-5-4 0,-1 5 1 0,-2-2 0 0,3-3 3 15,0 3 3-15,0-3-6 0,0 0 3 0,-1 4 2 16,1-4-4-16,0 0 3 0,0 0-7 16,0 5 3-16,0-5 1 0,0 0-1 0,0 0-1 0,0 0 2 0,0 0 2 15,0 0-2-15,0 4-2 0,0-4 5 0,0 0-2 16,0 0 1-16,0 0 3 0,5 3 8 0,3-2-2 16,6 0-1-16,14-1-4 0,6 0-7 0,23-2-25 15,5-1-46-15,33-6-71 0,-31-1-242 0,30-2-416 16,-4-5 184-16</inkml:trace>
  <inkml:trace contextRef="#ctx0" brushRef="#br0" timeOffset="180000.43">22116 7088 106 0,'0'0'176'0,"-6"-5"-4"0,2 4-5 15,4 1-16-15,0 0 1 0,-5-4-9 0,5 4-11 16,0 0-15-16,-3-4-3 0,3 4-16 0,0 0-10 16,0 0-8-16,0 0-8 0,18-2-8 0,4 2-5 15,9-1-8-15,21 1 1 0,4 0-15 0,8-2 1 16,28 1-2-16,-25 1-3 0,30-2 7 0,-31-2 3 16,22 4-3-16,-20-5 5 0,-5 5-11 0,-3 0-4 0,-3-1-5 0,-7 1-5 15,-15 0-3-15,-1 1-5 0,-5-1-12 0,-9 4-20 16,-4-3-28-16,-3 1-20 0,-3 0-28 0,2 2-12 15,-7-2-12-15,0 3-15 0,-4 1-174 0,-1-1-333 16,0 0 147-16</inkml:trace>
  <inkml:trace contextRef="#ctx0" brushRef="#br0" timeOffset="180940.42">22025 8724 34 0,'0'0'137'0,"0"0"-10"16,0 0-9-16,0 0-17 0,0 0-8 0,-7-3-8 15,7 3-15 1,0 0-7-16,0 0-6 0,0 0-4 0,0 0-5 16,0 0 3-16,0 0-8 0,0 0-7 0,0 0-6 15,0 0 10-15,0 0-4 0,0 0 1 0,0 0 9 16,0 0 3-16,0 0 7 0,0 0 5 0,0 0-4 16,0 0-5-16,0 0-2 0,0 0-4 0,0 0-2 15,23-1 3-15,-2 0-3 0,15-5-1 0,19 3-3 16,7-2-5-16,32 2 2 0,-1-4 2 0,3 4 6 0,3-2 5 0,-2 3 2 15,0 0 9-15,0 0 2 0,-5 0 0 0,-3 2-1 16,-26 0 0-16,-2 0-5 0,2-1-4 0,-5 1-3 16,-5 0-4-16,-17 0-7 0,-3-3-3 0,-6 3 4 15,-5-1-12-15,-7 0 1 0,-1-1-10 0,-5 2 3 16,-1 0-4-16,0-2-11 0,-2 1-7 0,-6 1-22 16,9-3-50-16,-5 3-41 15,-1-1-65-15,-3-4-243 0,0 5-455 0,0-6 202 16</inkml:trace>
  <inkml:trace contextRef="#ctx0" brushRef="#br0" timeOffset="187186.23">2877 12961 83 0,'0'0'97'15,"0"0"-3"-15,0 0-9 0,0 0 1 0,0 0-2 16,0 0 3-16,0 0-4 0,0 0-2 0,0 0-7 16,0 0-4-16,0 0 3 0,0 0-5 0,0 0-3 15,0 0-2-15,0 0 0 0,0 0-2 0,0 0-6 16,0 0-6-16,0 0 1 16,0 0-8-16,0 0-1 0,0 0-1 0,0 0-5 15,0 0-3-15,0 0-10 0,0 0 1 0,0 0 0 16,0 0-4-16,14-3-5 0,-2 1 1 15,1 1-1-15,4 0-3 0,4-4-2 0,8 3 6 0,1-2-4 16,3 2 6-16,1 0 5 0,5-3 4 0,-1 1 0 16,-3 1-2-16,-1 1-9 0,2-2 4 0,-3 3-6 15,-6 1 2-15,-5-2 1 0,-2 2-9 0,-2-1-12 0,-4 1-18 16,0-1-26-16,-4 2-35 0,2-1-20 0,-7 1-36 16,0-1-132-16,-5 0-295 0,6 3 130 0</inkml:trace>
  <inkml:trace contextRef="#ctx0" brushRef="#br0" timeOffset="187671.86">2931 13182 131 0,'0'0'128'0,"0"0"-3"0,0 0-8 0,0 0-6 16,0 0 2-16,0 0-5 0,-6-3-7 15,6 3-4-15,0 0-11 0,0 0-8 0,0 0-9 16,0 0-6-16,0 0-5 16,0 0-8-16,0 0-4 0,22-1-4 0,-10-1-4 15,8 0-6-15,10-3 3 0,2 2-2 0,5-1-2 16,17-3 11-16,-1 0-5 0,2 3-4 0,-6 2 0 15,-10-2-3-15,-2-1 2 0,0 2-5 0,-2 0-5 16,-4 1 1-16,-2-1-2 0,-6-1-6 0,-5 4-1 16,-2 0 0-16,-2-4-3 0,-3 4-2 0,-4-1 2 15,1 1-3-15,-2 0-3 0,-6 0-9 0,8 1-20 0,-8-1-40 0,7-1-29 16,-7 1-223-16,0 0-342 0,0 0 152 0</inkml:trace>
  <inkml:trace contextRef="#ctx0" brushRef="#br0" timeOffset="190175.87">4596 12772 39 0,'0'0'178'0,"0"0"-11"0,0-4 2 0,0 4-7 16,0 0-4-16,0-5-1 0,0 5 8 0,4-5-1 16,-3 2-3-16,-1 3-5 0,0-2-5 0,0 2-4 15,0 0-10 1,1-7-5-16,-1 7-7 0,1-3-7 0,-1 3-13 15,0 0-12-15,2-4-10 0,-2 4-9 0,0 0-8 16,0 0-9-16,0 0-20 0,0 0-26 0,0 0-36 0,0 0-14 16,0 0 4-16,0 0 0 0,2 19 2 0,-2-9 5 15,2 9 1-15,-1 0 2 0,0 8 4 16,-2 1 0-16,2-1 4 0,-1 2 0 0,-1 1 3 16,0 3 0-16,-2-8 2 0,3 4 5 0,-1 0-3 0,-1-3 2 0,2-7 0 15,0-1 2-15,0-1 0 0,0-5 4 0,-1-2-4 16,1 1-2-16,0-4 7 0,1 1-2 0,-2-3 4 15,2 0-2-15,-2-1 1 0,2-1 3 0,-1 1-1 16,0-4 5-16,0 5-2 0,0-5 5 0,-1 4 1 16,1-4 0-16,0 0 0 0,0 6 0 0,0-6-2 15,0 0 3-15,0 0-5 16,0 0-10-16,0 0-11 0,0 3-28 0,0-3-27 16,0 0-26-16,0 0-55 0,0 0-235 0,0 0-418 15,0 0 185-15</inkml:trace>
  <inkml:trace contextRef="#ctx0" brushRef="#br0" timeOffset="190861.34">5245 12984 25 0,'0'0'118'0,"0"0"-3"0,-4 1-2 0,4-1 3 0,0 0-6 16,0 0-4-16,0 0 4 0,0 0-15 0,0 0-10 16,0 0-3-16,0 0-4 0,0 0-7 0,0 0-3 15,0 0-6 1,0 0 0-16,0 0-3 0,-6 2 1 0,6-2-1 16,0 0-4-16,0 0-6 0,0 0 1 0,0 0-2 0,0 0 3 15,0 0-6-15,0 0 0 0,0 0-2 16,0 0 2-16,0 0-1 0,0 0-2 0,0 0-2 0,0 0-2 15,0 0-2-15,0 0-2 0,0 0-6 0,0 0-6 16,0 0 2-16,0 0-4 0,25-7-3 0,-11 7-1 16,6-3-3-16,8-1 1 0,1 2-2 0,4-4-2 0,3 2 1 15,4-1 5-15,11-1-1 0,-13 2 2 0,12-1-1 16,-12-2 1-16,-2 6-2 0,-3-2-3 0,-2 0 1 16,-4 1-6-16,-7 2 0 0,-2-3-13 0,-4 3-15 0,-1 0-18 15,-4 0-19-15,-3-1-15 0,1 1-11 16,-1-1-10-16,-6 1-6 0,0 0-14 0,0 0-12 15,0 0-38-15,0 0-120 0,-19-4-308 0,10 4 137 0</inkml:trace>
  <inkml:trace contextRef="#ctx0" brushRef="#br0" timeOffset="191108.46">5524 12847 53 0,'-3'-5'309'0,"0"-2"-13"0,2 2-10 16,0 0-7-16,0 1-8 0,-1 1-14 0,1-2-22 16,1 5-28-16,-4-5-22 0,4 5-21 0,0 0-23 15,-2-4-22-15,2 4-32 0,0 0-40 16,0 0-12-16,0 0-2 0,-2 10-4 0,2 1-6 0,0 1-2 16,-1 6 1-16,1-1-7 0,0 10 3 0,0-6-5 0,1 6 1 15,2 2 5-15,-2-1-4 0,3-3-13 0,0 4-29 16,-2-3-27-16,1 1-34 0,1 0-37 0,-2-8-42 15,4 0-62-15,-1-4-189 0,2-1-453 0,0-4 202 0</inkml:trace>
  <inkml:trace contextRef="#ctx0" brushRef="#br0" timeOffset="191895.13">6368 12643 185 0,'1'-2'192'16,"2"-2"-18"-16,0 0-16 0,0 1-17 0,3-1-15 16,-1 3-18-16,2 1-10 0,2-3-6 0,2 3-11 15,1 3-8-15,1-2-12 0,-2 4-8 0,2 1-3 16,5 3 2-16,-5 1-4 0,-1 2-9 0,-1 0-8 16,2 3 0-16,-1 1-4 0,-4 1-9 0,0 5 4 0,-4-4 0 0,-2 1-4 15,0 0-7-15,-5 1 6 0,0-2-2 0,-2 5 1 16,-2-4-10-16,-3 3 14 0,1-5-14 0,0 0 4 15,-3-3-7-15,2 1 9 0,2-6-4 0,-1 3 0 16,-1-6 7-16,2 1 4 0,2-1-1 0,-1-1 7 16,5-1 8-16,-3-1 14 0,2 0 16 0,2-1 19 15,-3-1 15-15,4-1 18 16,-4 3 19-16,4-3 5 0,0 0-14 0,0 0-10 16,0 0-12-16,4-16-19 0,4 9-4 0,2-4-14 15,0-3 11-15,7-2-21 0,1-3-6 0,1-5-8 16,2 2-5-16,1-2 5 0,0 1-16 0,0 1-5 15,-3-1-1-15,-5 6-2 0,-1 2-1 0,2 1 4 16,-6 0-4-16,-1 4 1 0,-3 2-5 0,4 1 4 16,-7 1-6-16,2 0 2 0,0 3-10 0,-1-1 1 0,-2 0-3 15,3 1-12-15,-4 3-20 0,0 0-13 0,0 0 6 0,0 0 2 16,0 0 6-16,-9 16 1 0,1-6 2 0,3 1 3 16,-5 3 3-16,1 2-2 0,-1 0 2 0,2-1 4 15,2-2-2-15,0-1-1 0,1 4 3 16,1-2 6-16,3-2-3 0,1 1 2 0,0-2 4 0,1 0 3 15,2 0-4-15,2 0 6 16,3-1-3-16,1-1-18 0,7-1-26 16,5-1-35-16,-6-2-48 0,7 0-46 0,1 0-73 15,-3-8-202-15,2 3-490 0,-2-2 217 0</inkml:trace>
  <inkml:trace contextRef="#ctx0" brushRef="#br0" timeOffset="192380.04">7014 12508 81 0,'1'-4'238'0,"1"1"-4"0,-2-2-16 15,3 2-10-15,-2 1-13 16,-1 2-19-16,3-4-17 0,-3 4-16 16,1-3-16-16,-1 3-16 0,0 0-12 0,0 0-11 15,1-5-17-15,-1 5-7 0,0 0-11 0,0 0-4 0,0 12-7 16,0-5-4-16,-1 4-6 0,0 1-4 0,-2 5-2 15,1 2-5-15,-2 6 1 0,-3 1-3 16,2 3-5-16,1-5 0 0,-2 4 0 0,2-3-2 16,2-7-2-16,0 0-3 0,0 2 1 0,1-3-1 0,-2 0-1 0,3-3 1 15,0-4-3-15,0 1 3 0,0-2-6 0,0-1 2 16,3-2 3-16,-3-2 2 0,1 1 1 0,-1 0-4 16,0-2 5-16,0-3-1 0,1 7 5 0,2-5-4 15,-1 1 7-15,3-1 4 0,4-2-3 0,0 1 0 0,2-1-2 16,2-1-1-16,0 1-2 0,1 0-23 15,0-2-30-15,2 0-27 16,3 0-39-16,-1-2-46 0,-5 2-45 0,-1-3-183 16,4-2-409-16,-5 2 181 0</inkml:trace>
  <inkml:trace contextRef="#ctx0" brushRef="#br0" timeOffset="192579.9">7019 12716 184 0,'-5'-1'278'0,"5"1"-13"0,0 0-27 0,-6-1-25 16,6 1-24-16,0 0-17 0,22-7-16 0,-4 3-35 16,10-1-43-16,4 2-44 0,4-4-57 0,15 2-63 0,-13 2-95 15,2-4-92-15,-1 2-296 0,0-2 131 0</inkml:trace>
  <inkml:trace contextRef="#ctx0" brushRef="#br0" timeOffset="193312.34">6414 13261 15 0,'0'0'176'0,"0"0"-11"0,-5 3-3 15,5-3-9-15,0 0-10 0,0 0-6 0,0 0-8 0,0 0-5 16,0 0-13-16,0 0-6 0,0 0-11 0,0 0-1 16,0 0-2-16,0 0-7 0,0 0-7 0,0 0-6 0,0 0-6 15,-9-1-1-15,9 1-9 0,0 0 3 0,0 0-2 31,0 0-1-31,0 0-7 0,0 0-1 0,0 0-1 0,0 0-1 0,0 0-4 0,0 0 3 0,0 0-5 16,0 0 1-16,0 0 2 0,0 0 5 0,0 0-7 31,0 0-1-31,0 0 2 0,0 0-9 0,0 0 2 16,0 0-4-16,16-9-6 0,1 6 0 0,2-2-4 0,12-2-5 0,4 0 8 16,3 0-7-16,21-5-8 0,3 3 2 0,30-4-1 15,-26 3 6-15,28-4-7 0,-3 3-2 0,-31 2 0 16,0 2 1-16,-5-1 3 0,0 1 1 0,-18 0-2 15,-4 2 0-15,-1 2 1 0,-5-1-4 0,-8 3 3 16,-6 0-4-16,0-2 1 0,-3 2 2 0,-4 1-2 16,-1-1 5-16,3-1-6 0,-8 2-7 0,6-1-3 0,-6 1-10 0,0 0-13 15,0 0-18-15,0 0-21 0,-23 4-25 0,12-3-24 16,-8 4-36-16,6-1-29 0,-5 2-241 0,-1 1-457 16,1 0 202-16</inkml:trace>
  <inkml:trace contextRef="#ctx0" brushRef="#br0" timeOffset="194083.62">6784 13384 120 0,'0'0'195'0,"0"0"-28"0,10-4-4 0,-10 4-14 0,15-3-20 0,-4 1-14 16,1 2-10-16,3 0-21 0,3 0 0 0,1 2-6 15,-2-1-12-15,1 3-8 0,1-2-2 0,-7 3-9 16,-2-2-2-16,4 2-7 0,-6-1-9 0,1 4 0 15,-1-1-1-15,-3 2-8 0,-1-1 2 0,-1 3-6 16,-6 0 1-16,-2 1-5 0,-5 2-1 0,-1 1-2 16,-6 0 1-16,3-1 5 0,-4 0-7 0,1-2 2 0,-2 1-3 0,5-1 1 15,-4-4-1-15,4 3 0 0,-2-2 4 0,4-2-7 16,1-1 2-16,2-1-4 0,2-1 3 0,2-1 1 16,0 0-3-16,0 1-14 0,0-2 14 0,2 0 3 15,1-1 2-15,-1 2 3 0,3-3 9 0,-5 2 3 16,5-2 5-16,0 0-3 0,0 0 7 0,-4 2-3 15,4-2 4 1,0 0-9-16,0 0 7 0,0 0 0 0,0 0-3 16,-6 2 1-16,6-2-2 0,0 0 2 0,0 0-4 0,-1 3-3 15,1-3 0-15,0 0-1 0,0 0-1 0,0 0 2 16,0 0 6-16,0 0-2 0,0 0 4 16,0 0 0-16,0 0-1 0,0 0-3 0,0 0 1 15,0 0-3-15,0 0 2 0,25-3-4 0,-4-1-2 16,0 2-5-16,12-2 0 0,7 2 1 0,11-4 1 0,4 1 7 0,0 0 11 15,4 0 6-15,-5-1-5 0,-3 2 1 0,-14 1-2 16,1 0-4-16,-5 2-1 0,-2-2-4 0,-3 1-2 16,-10 1 2-16,-6 0-6 0,0 0 2 0,-2-2 3 15,-4 2 14-15,0 1 13 0,0-3-2 0,-6 3-3 16,11-1-8-16,-9 0-2 0,-2 1-2 0,7 0-13 16,-7 0 2-16,0 0-19 15,6-3-12-15,-6 3-18 0,0 0-20 0,0 0-29 16,6 0-33-16,-6 0-125 0,0-7-295 0,3 5-572 15,1-3 254-15</inkml:trace>
  <inkml:trace contextRef="#ctx0" brushRef="#br0" timeOffset="195000.61">8040 13041 121 0,'-7'2'158'0,"7"-2"-2"0,0 0-10 0,0 0-7 0,-6 1-3 0,6-1-3 0,0 0-6 16,0 0-8-16,0 0-5 0,0 0-6 15,0 0-5-15,0 0-5 0,0 0-2 0,0 0-4 0,0 0-1 16,0 0-5-16,0 0-9 0,0 0-3 0,0 0-2 16,0 0-11-16,0 0-7 15,0 0-6-15,0 0-2 0,0 0-6 0,0 0-2 16,0 0-6-16,0 0-3 0,0 0-6 0,0 0-2 15,0 0 0-15,0 0-1 0,0 0-2 0,0 0-4 16,0 0-3-16,0 0 1 0,0 0-1 0,0 0 3 16,0 0-7-16,0 0 1 0,0 0 1 0,0 0-3 15,0 0 0-15,0 0-1 0,0 0 2 0,0 0-2 16,0 0 4-16,0 0-5 0,0 0 3 0,0 0 0 0,0 0-2 0,0 0 0 16,0 0 0-16,0 0 2 0,0 0-4 0,0 0 2 15,0 0 5-15,0 0 0 0,0 0 1 0,0 0 3 16,0 0 0-16,0 0-3 0,0 0 0 0,0 0 5 15,0 0-2-15,0 0 1 0,0 0 2 0,0 0 0 16,0 0 0-16,0 0-3 0,0 0 0 0,0 0-3 16,0 0-3-1,0 0-1-15,0 0 0 0,0 0 3 0,0 0-3 16,0 0 0-16,0 0-1 0,0 0-4 0,0 0 0 0,0 0 1 16,0 0-2-16,0 0-1 0,0 0 3 0,0 0-2 15,0 0 2-15,0 0-4 0,0 0 3 0,0 0-1 16,0 0-1-16,0 0-3 0,0 0 0 15,0 0 4-15,0 0-5 0,0 0 4 0,0 0 0 16,0 0 1-16,0 0-2 0,0 0 1 0,0 0 0 0,0 0 2 0,0 0-1 16,0 0 0-16,0 0 3 0,0 0-7 0,22-5 3 15,-5 4 2-15,1 0-4 0,3-3 5 0,8 2-3 16,3-1 2-16,0-1-3 0,4 2 1 0,0-3-1 16,1 2 1-16,-2-2-2 0,3 3 1 0,-3-1 1 15,1-1 0-15,-2 2 4 0,-6-1-4 0,-7 2 4 16,-2 0-4-16,-6 0 0 0,0-1-5 0,-6 1-11 0,1 0-7 0,-1 0-14 15,0 1-14-15,-7 0-14 0,9-2-19 0,-9 2-37 16,0 0-25-16,0 0-26 0,0 0-52 0,-16-5-145 16,8 3-400-16,0 2 177 0</inkml:trace>
  <inkml:trace contextRef="#ctx0" brushRef="#br0" timeOffset="195232.37">8253 12874 312 0,'0'-4'325'0,"-1"0"-3"0,1 4-15 0,0-5-30 16,0 5-28-16,0-4-33 0,0 4-27 0,0 0-19 0,0 0-31 16,0 0-27-16,0 0-16 0,0 0-8 0,-4 19-10 15,1-2-5-15,2 8-7 0,0 4-5 0,-3 4-4 0,3-1-10 16,-2 2-25-16,1 14-35 0,-1-12-47 0,3-1-51 15,-4-1-56-15,3 0-99 0,-3-1-166 0,4-14-467 16,0-2 206-16</inkml:trace>
  <inkml:trace contextRef="#ctx0" brushRef="#br0" timeOffset="197420.31">9394 12510 106 0,'0'-9'268'0,"0"0"-6"15,0 4-13-15,3-2-20 0,-3 2-21 0,1 1-22 0,-1-1-16 16,0 5-24-16,1-4-21 0,-1 4-22 15,0 0-40-15,0 0-16 0,0 0-8 0,0 0-4 16,4 17-5-16,-3-3-1 0,-1 7-2 0,3 5-2 0,-2 0-4 0,0 1 1 16,1 5-1-16,-1-2-2 0,0 0 0 0,-1-1-13 15,-1-2-21-15,-2 0-38 0,2-2-23 0,-1 3-29 16,-1-9-34-16,0-2-206 0,-3 0-373 0,2-3 165 16</inkml:trace>
  <inkml:trace contextRef="#ctx0" brushRef="#br0" timeOffset="197735.67">9127 12995 95 0,'0'0'208'0,"-4"2"-13"0,4-2-9 0,0 0-12 15,0 0-13-15,0 0-16 0,0 0-11 0,0 0-13 16,0 0-14-16,0 0-10 0,19-3-4 0,3 1-15 16,9-5-5-16,3 2-8 0,6 5-5 15,16-7-8-15,4 0-6 0,7 4-4 0,26 0-2 0,-5-7 1 16,-24 4 5-16,0 4 3 0,-4-3-9 0,-6 2-6 0,-15 2-2 16,-7 1-5-16,0 0-1 0,-11-1-7 0,-4 1-14 15,-2 0-16-15,-5-2-23 0,-3 4-30 0,0-2-10 16,-7 0-1-16,0 0-21 0,0 0-25 0,-18 7-59 15,-3-5-126-15,0-1-332 0,-6-1 147 0</inkml:trace>
  <inkml:trace contextRef="#ctx0" brushRef="#br0" timeOffset="198321.57">9265 13184 171 0,'0'0'200'0,"0"-5"-22"0,0 5-19 15,0 0-16-15,11-3-13 0,-3-1-13 0,1 1-14 16,5 0-5-16,-1 2-12 0,6 0-12 0,2-1-5 16,-1 2-7-16,2 0-6 0,-2 2-1 0,7-1-6 15,-4 1-8-15,-4 3-14 0,2 1 4 0,-5-2 0 0,1 3-12 16,-2 0 0-16,-3 1-3 0,-6 0-5 0,2 1-3 15,-4 0 0-15,-2 3-6 0,-7 0-1 0,-4 6 3 0,-6 4-6 16,-7-4 3-16,3 1 4 0,-8 1-6 0,0-3-1 16,0 2 3-16,1-2 2 0,0-3-1 0,-2-2 6 15,2 3-4-15,2-3 2 0,5-5 5 16,-1 1-2-16,4-1-2 16,2-2 4-16,5 1-7 0,-1-3 0 0,3 0 2 0,-1-1-2 15,4-1 0-15,-1 1 5 0,1 2-2 0,1-2 0 16,3-2 1-16,0 0 8 0,0 0 6 15,12 4 2-15,-1-3 0 0,2 0 1 0,6-1-4 16,3 2-2-16,6-2-2 0,4-2-2 0,0 0 1 0,5 2-5 16,-4 0 1-16,0 0-2 0,-1-1 0 0,-1 1-5 0,-3-2-1 15,-9 2 3-15,0 0 2 0,1 0-5 0,-8 0 1 16,2 0-16-16,-3 0-16 0,-2 0-9 0,-2-1-19 16,2 1-24-16,-9 0-18 0,9 0-25 0,-5 1-35 15,-4-1-139-15,1-7-321 0,-1 7 141 0</inkml:trace>
  <inkml:trace contextRef="#ctx0" brushRef="#br0" timeOffset="198559.49">9843 13216 236 0,'1'-4'325'0,"-1"0"-16"15,1 1-25-15,-1 3-27 0,2-5-25 0,-2 5-28 16,1-4-21-16,-1 4-20 0,0 0-23 0,0 0-18 16,0 0-24-16,0 0-17 0,0 0-10 0,9 9-15 15,-8 1-13-15,1 2-6 0,4 3-14 0,-5 4-23 16,3 8-25-16,-3 2-32 0,0 3-31 0,-2-1-22 16,-3 3-33-16,-1-1-8 0,0 1-51 0,-4-4-146 15,3 1-377-15,-2-2 166 0</inkml:trace>
  <inkml:trace contextRef="#ctx0" brushRef="#br0" timeOffset="198707.87">9799 13827 188 0,'-1'5'291'0,"1"-5"4"0,0 0-2 15,0 0 2-15,0 0-8 0,-1 2-16 16,1-2-20-16,0 0-21 16,0 0-31-16,0 0-15 0,0 0-32 0,0 0 1 15,0 0-24-15,0 0-36 0,0 0-52 0,0 0-57 16,9-7-65-16,-6 2-71 0,5-2-76 0,0-1-252 15,-1-1-519-15,2 1 231 0</inkml:trace>
  <inkml:trace contextRef="#ctx0" brushRef="#br0" timeOffset="199492.63">10740 12505 112 0,'6'-1'153'0,"2"-2"-7"0,3 3-15 0,2 0-11 16,1 3-10-16,-4-2-9 0,3 3-14 0,6 3-11 15,-3 2-5-15,-2 1-6 0,-3 2-9 0,1 3-6 16,-3 1-5-16,-2-1-6 16,-2 5-1-16,-2 0-7 0,1 5 5 15,-4-6-8-15,-3 6 0 0,-3-1-9 0,-2-4 2 16,-1-4 0-16,-5 6 0 0,4-5-6 0,-4 0 3 0,1-2-9 15,-1 0 5-15,0 1 13 0,-2-6 0 0,3 0 5 16,4-1 6-16,0-4 1 0,-1 1 4 0,3-2 4 16,2 0 9-16,1-1 14 0,-1-1 16 15,0-1 19-15,5-1 20 0,-4 4 14 0,4-4 2 0,0 0-10 0,0 0-12 0,0 0-15 16,10-14-1-16,-2 4-23 0,2 1-5 16,2-4-7-16,6-7-6 0,2-1-12 0,-2-1-9 15,5 0-5-15,1-2-8 0,-1-2-5 0,-4 2 1 16,4 1-8-16,-5 1 2 0,0 1-2 0,-4 7 0 0,-5-1 0 15,0 6 0-15,-1 1-6 0,-2 1 0 0,-1 0-3 16,-1 3-8-16,0 1-1 0,0 0-28 0,-4 3-9 0,0 0 1 16,0 0 2-16,0 0 4 0,-7 18 2 0,2-8 1 0,-4 6 1 15,-5 1 7-15,3 7-1 0,-3-1 4 16,2 0-1-16,4-5 0 0,3-2 4 0,-2 3 0 16,3-2 6-16,0-1-2 0,2 1 0 0,3-4 3 15,1-1 3-15,1 1-2 0,5 0 2 0,3 0-16 0,3-4-23 16,3-1-34-1,-1-1-41-15,4-1-53 0,10-3-46 0,-11-2-217 16,4-1-469-16,-1 0 208 0</inkml:trace>
  <inkml:trace contextRef="#ctx0" brushRef="#br0" timeOffset="199877.31">11372 12366 36 0,'1'-2'240'0,"-1"-2"-15"0,0 4-29 15,2-5-19-15,-2 5-18 0,0 0-24 16,2-4-12-16,-2 4-17 0,0 0-9 0,0 0-15 15,3 10-4-15,-2 0-8 0,-2 1-8 0,2 4-11 0,-3 2-2 0,-1 8-6 16,-1 0-13-16,-1 3 7 0,0 2-9 0,-3-2-2 16,3 3-11-16,1-4 14 0,-1 4-8 15,0-5-2-15,1-2-4 0,3-4 1 0,-1-3-5 0,0 0 2 16,1-1-4-16,0-3 3 0,1-2 1 0,-2-2-2 0,2-3-1 16,0 2-2-16,-1-3 1 0,1 2 3 0,0-3-1 15,1 0-1-15,1 0 5 0,-2-4 0 0,6 5 1 16,-1-2 3-16,4-2-4 0,0 0 1 15,3-1-4-15,0-1-14 0,-1-1-23 0,2-2-33 16,0 1-29-16,5-4-48 0,-5-2-215 0,2 0-378 0,-2-3 168 0</inkml:trace>
  <inkml:trace contextRef="#ctx0" brushRef="#br0" timeOffset="200061.65">11246 12649 82 0,'0'0'269'0,"-4"-3"-32"15,4 3-23-15,0 0-20 0,20-7-21 0,1 2-18 16,-2 1-39-16,10-1-47 0,3 2-42 0,5 1-56 16,-1-3-50-16,-4 0-159 0,4 3-259 0,-4-1 115 0</inkml:trace>
  <inkml:trace contextRef="#ctx0" brushRef="#br0" timeOffset="200524.77">10658 13121 64 0,'-4'1'227'16,"4"-1"1"-16,-5 1-6 0,5-1-8 0,0 0-17 15,-8 3-15-15,8-3-19 0,0 0-13 0,0 0-3 0,0 0-20 0,0 0-14 16,-6 0-8-16,6 0-7 0,0 0-10 0,0 0-5 16,0 0-10-16,0 0-9 0,0 0-5 0,0 0-7 15,0 0-5-15,0 0-5 0,0 0-6 0,0 0-2 16,0 0-3-16,0 0-8 0,0 0-3 0,0 0 2 15,0 0-2-15,0 0-3 0,0 0-1 0,0 0 3 16,0 0 2-16,0-8 0 16,0 8-4-16,0 0 1 0,19-5 3 0,-1 1-2 15,0 0-8-15,9-2-3 0,3 3-1 0,7-1-2 16,4-4 3-16,12-1-3 0,4-4 2 0,2 6-1 16,5-4-4-16,24-2 7 0,-28 5-7 0,0-1 1 15,-1 1-3-15,-7 2 3 0,-16-1-1 0,1 1-1 16,-5-1-2-16,-5 0 4 0,-9 5-3 0,-5-1 3 15,-1 0-1-15,-4 1 9 0,-2 0-7 0,1 2-4 0,-2-2-10 16,1 1-22-16,-6 1-23 0,0 0-25 0,0 0-22 0,0 0-27 16,-18 6-47-16,6-4-81 0,-9 4-137 0,1 2-426 15,2-4 189-15</inkml:trace>
  <inkml:trace contextRef="#ctx0" brushRef="#br0" timeOffset="201025.87">11149 13222 140 0,'0'0'252'0,"0"0"-25"0,0 0-23 15,4-6-24-15,0 3-14 0,2 2-15 0,-6 1-19 16,14-1-16-16,-2 2-10 0,-1-1-13 0,2 3-9 16,0-1-10-16,-1 2-9 0,2 0-7 0,-5 1-6 15,0-1-7-15,1 4-5 0,-2-1-9 0,-3 2-8 0,0-1-1 16,-2 3-8-16,-3 1 1 0,-4 4 0 0,-4-2-2 16,-1 3-1-16,-9 4 0 0,4-1 0 0,0-6-3 15,0 0-2-15,0-1-2 0,1-1-1 0,1-3-1 16,3-1 2-16,1 1 1 0,1-4-2 0,1-1 1 15,1 0 0-15,1 1 6 0,2-3-4 0,-1 1 20 16,3-3 10-16,-4 3 8 16,4-3 7-16,0 0 2 0,9 4-3 0,2-6 2 15,5 2-6-15,4-1-4 0,0 0-3 16,10-2-4-16,0 3-3 0,-2-3-3 0,3 3-2 0,-3-4 8 16,2 1 0-16,-7 1 1 0,-2 0 1 0,-2 1-2 15,-4 1-2-15,-2-2 1 0,-4 2 9 0,4-3-2 16,-7 3 5-16,1 0-4 0,-7 0 1 0,10 0-12 15,-10 0 0-15,6-2 1 0,-6 2-4 0,5-1-14 0,-5 1-7 0,5-1-21 16,-5 1 2-16,0 0-17 0,0 0-16 0,0 0-14 16,0-5-64-16,0 5-59 0,0 0-50 0,-6-7-258 15,2-1-530-15,0 3 234 0</inkml:trace>
  <inkml:trace contextRef="#ctx0" brushRef="#br0" timeOffset="201395.52">12103 12501 57 0,'10'59'165'0,"7"23"-15"0,-13-22 4 0,-4 21-10 15,0-24-15-15,-4 2-16 0,-5 26-5 0,0-28-9 16,-4-1-14-16,-5 1-3 0,-1-3-10 0,-3-1-8 15,-4-2 3-15,-5-3-12 0,-2-4-9 0,-3-1-16 16,-4-6-20-16,1 0-24 16,-6-8-62-16,-2-6-181 0,-2 1-279 0,3-9 124 15</inkml:trace>
  <inkml:trace contextRef="#ctx0" brushRef="#br0" timeOffset="201926.92">10604 12429 9 0,'0'-3'176'16,"0"3"-18"-16,0 0-14 0,0 0-20 0,-6 11-17 15,-2 6-11-15,-1 6-7 0,-5 10 2 0,-5 11-5 16,-2 5-6-16,1 4 4 0,0 0-6 0,3 1-8 15,2 4-1-15,6 0-2 0,0 23-11 0,7-26-2 16,5 0-1-16,6 0-9 16,5-4 0-16,4-2 7 0,8 1 3 0,6-6 2 15,6-3-7-15,1-5-6 0,5-4 1 16,0-4-8-16,7 4-41 0,3-12-53 0,5-5-88 0,-5-5-172 16,3 1-343-16,-4-8 152 0</inkml:trace>
  <inkml:trace contextRef="#ctx0" brushRef="#br0" timeOffset="203043.68">12382 12136 142 0,'4'-4'227'0,"-2"1"-18"16,2 0-15-16,1 2-18 0,0-2-17 0,0 2-17 15,2 0-15-15,-2-2-14 0,3 3-15 0,3 2-11 0,-2 0-11 0,1 0-8 16,0 4-8-16,1 1-4 0,-2-2-7 0,1 5-11 16,-4-1 1-16,0 2-7 0,2 3 1 0,1-1-6 15,-8 2 0-15,1 2-2 0,-2 0 0 0,-2-2-7 16,1 2 1-16,-6-3-2 0,0 3-3 0,3-5 2 15,-1 0-4-15,1-4-3 0,-5 1 2 0,7-1-2 16,-2-2-1 0,0 0-2-16,3-2 3 0,-2 1 2 0,-1-2 4 0,3 0 17 15,1-3 6-15,-3 4 9 0,2-1 10 0,1-3 7 16,0 0 3-16,0 0-5 0,0 0-5 0,17 0-7 16,2-5-4-16,9 0-5 0,3-1-4 15,1-2-6-15,1 2 0 0,5-2-4 0,2 1 3 0,11 1-8 16,-15 1-5-16,15-5-5 0,-15 8 2 0,-3-1-1 15,-5 1-3-15,-5-1 3 0,-5-1-5 0,-8 3 1 0,3 1-1 16,-4 0-5-16,-4-2-12 0,0 2-16 0,-5 0-20 16,8 0-13-16,-8 0 5 0,0 7-1 0,0-7-20 0,-13 8-28 15,3-2-34-15,-3-2-41 0,0 2-243 16,1-1-454-16,1 0 201 0</inkml:trace>
  <inkml:trace contextRef="#ctx0" brushRef="#br0" timeOffset="205417.04">13082 12867 84 0,'0'0'101'0,"-5"-1"-11"0,5 1-8 16,0 0-10-16,0 0-12 0,0 0 9 0,0 0-20 15,0 0 2-15,0 0-10 0,0 0-1 0,-8 3-10 16,8-3-5-16,0 0 3 0,0 0 3 0,0 0 9 16,-7 1 7-16,7-1-2 0,0 0-2 0,0 0 3 15,0 0-4-15,0 0 2 16,-4 2 6-16,4-2 2 0,0 0 3 0,0 0-1 16,0 0 9-16,0 0 3 0,0 0 3 0,0 0 9 15,0 0-1-15,0 0-4 0,0 0 2 0,0 0-10 16,0 0-6-16,20-2-3 0,-2 2-10 0,11-4-6 15,7 2 0-15,0-1-6 0,15-2-4 0,1-1-2 16,1 3-1-16,3-4-5 0,-3 4-4 0,-2-1-2 16,-13 1-1-16,0 1-2 0,-2 0-3 0,-8-1 1 0,-5 2-9 0,-5 0-13 15,-4 1-24-15,-2-3-30 0,-6 3-18 0,0 0-30 16,-3-3-27-16,-3 3-53 0,0 0-101 0,-21-4-319 16,7 3 141-16</inkml:trace>
  <inkml:trace contextRef="#ctx0" brushRef="#br0" timeOffset="205633.29">13406 12714 90 0,'3'-9'218'0,"-3"1"-5"15,1-3-3-15,3 3 3 0,-3 1-2 0,2-1-4 16,-2 4-7-16,2-1-8 0,-2 0-19 0,-1 0-20 16,4 3-18-16,-4 2-18 0,0-3-16 0,0 3-13 15,0 0-14 1,0 0-8-16,1 15-3 0,-2-3-11 0,1 5-6 0,0 3 1 15,-4 6-10-15,4 3-1 0,0 0 1 0,0 2-12 16,0-1-29-16,3 0-37 0,-3 1-52 16,1 2-45-16,-1 1-61 0,0-1-223 0,0-6-457 15,1-8 203-15</inkml:trace>
  <inkml:trace contextRef="#ctx0" brushRef="#br0" timeOffset="206350.28">14973 12426 149 0,'0'-12'231'16,"3"0"-6"-16,-2-4-7 0,4 1-13 0,-4 3 0 15,2-5-19-15,-2 9-6 0,-1-1-14 0,4 5-16 16,-3-2-15-16,1 1-17 0,-2 0-15 0,1 3-13 16,-1 2-13-16,1-7-27 0,-1 7-37 0,0 0-5 15,0 0-3-15,4 17 4 16,-4-4-4-16,4 7 1 0,-3 5-1 16,-2 4 4-16,1 1-2 0,0 0-3 0,-4 3 4 0,4 4-1 15,0-5 1-15,-1 2-6 0,-3-5-22 0,0 2-27 16,0-2-29-16,0-2-35 0,-2-3-34 15,5-6-40-15,-2 0-149 0,-2-3-361 0,5-5 160 0</inkml:trace>
  <inkml:trace contextRef="#ctx0" brushRef="#br0" timeOffset="206650.66">14688 12864 98 0,'0'0'211'15,"-8"0"-11"-15,8 0 0 0,0 0-22 0,-6 0-7 16,6 0-19-16,0 0-17 0,0 0-14 0,41-2-13 16,-9-1-10-16,5 0-11 0,19-1-6 0,2-1-11 15,3 0-7-15,4-2-6 0,0 2-2 0,25-7-7 16,-28 5-5-16,4 1-4 0,-5-1-7 0,-3 1 2 0,-6 1-3 15,-18 1-5-15,-4 0-1 0,-10 1-2 0,-2 2-2 16,-7-2-6-16,0 3-10 0,-5 0-24 0,1-4-19 16,-7 4-15-16,0 0-25 0,0 0-15 0,0 0-29 15,-40 4-27-15,13-1-164 0,-2-1-339 0,1 3 151 16</inkml:trace>
  <inkml:trace contextRef="#ctx0" brushRef="#br0" timeOffset="207173.53">14909 13044 13 0,'-5'-1'286'15,"5"1"-31"-15,0 0-30 0,0-5-20 0,0 5-25 0,0 0-18 16,23-4-14-16,-10 6-18 0,-2-1-15 0,9-1-11 16,-4 2-16-16,3 5-3 0,1-3-12 0,-1 4-15 0,-3 0-13 15,1 1-14-15,-4 0-15 0,-3 3-14 0,0-2-19 16,-1 0-8-16,-6 2-10 0,1 0-5 0,-2 3-8 16,-2-3 21-16,-4 5-3 0,-1-5 1 0,-4 5 11 15,-2-2 3-15,2-1 6 0,-4-2-8 0,3-3 2 16,1 0 4-16,0-1 4 0,-1 0 7 0,2-1-15 15,3-4 7-15,-2 4 0 16,3-3-1-16,1-1 1 0,-1 1-1 0,1-1 5 16,3-3 0-16,-2 7 2 0,4-4-1 0,1 0 12 15,4 1-4-15,4 1 4 0,-2 0-2 0,3-1 0 16,0 1-5-16,5 2 2 0,-7 1 0 0,6 0-7 16,-3-2 5-16,-4 2-3 0,5 1 6 0,-1 2-5 15,-4-5 0-15,1 6-5 0,-5-7 6 0,2 7-4 16,-2-3 6-16,-1 2-3 0,-4-2 5 0,-3 3 1 0,-2-4 0 0,0 1 2 15,-3 2-1-15,-2-2 5 0,1 0-1 0,-6 1-2 16,-1 0 1-16,2-2 2 0,-4-2-4 0,4 2 1 16,0-4-5-16,3-1 3 0,-1 1 5 0,3-2 2 15,3 2-9-15,-1-2-4 0,4 0-9 0,3-2-13 16,0 0-81-16,0 0-210 0,-4-12-337 0,15 7 149 16</inkml:trace>
  <inkml:trace contextRef="#ctx0" brushRef="#br0" timeOffset="207389.39">15495 13082 74 0,'0'-7'310'15,"-2"3"-26"-15,4-2-29 0,-2 3-32 0,0 3-25 16,0 0-32-16,0 0-24 0,0 0-18 0,0 0-11 0,4 16-10 15,-1 0-9-15,1 11-27 0,0 0-32 16,2 6-30-16,-1 13-47 0,2 4-36 0,-2-1-41 16,-3 2-25-16,0 2-158 0,-4 0-327 0,2 1 144 0</inkml:trace>
  <inkml:trace contextRef="#ctx0" brushRef="#br0" timeOffset="207521.17">15555 13953 322 0,'0'2'366'0,"0"-2"12"0,0 0 9 0,0 0-12 15,0 0-18-15,0 0-26 16,0 0-28-16,0 0-28 0,7-9-29 0,-7 4-28 16,4 2-36-16,-3 0-51 0,3-3-72 0,-4 0-120 15,5 0-147-15,0-6-403 0,5-1-661 0,-2-1 293 16</inkml:trace>
  <inkml:trace contextRef="#ctx0" brushRef="#br0" timeOffset="208654.28">16367 12326 154 0,'3'-5'202'0,"-1"-1"-22"16,2-1-14-16,4 4-18 0,0-1-14 0,1-1-17 0,3 0-13 0,1 3-11 16,6 1-13-16,-1 1-8 0,1 3 1 0,3 2-17 15,-3 3-9-15,5 1-1 0,1 3-5 0,-10 2-6 16,7 2-1-16,-8 0-6 0,1 5-6 0,-6-2-3 15,1 2-4-15,-1 2 2 0,-6-3-4 0,-2 9-3 16,-2-11 3-16,-3 7-1 0,-4 0-4 0,-2-1 0 16,-3 0 3-16,2-7-6 0,-7 1 3 0,-1 0-5 0,3-3 4 0,1-5 0 15,2 1 1-15,-2-1 3 0,6-3-1 0,-1-1 5 16,2-1 5-16,2-1 2 0,-2 1 5 0,4-3 15 16,0 0 17-16,4-2 18 0,-5 4 23 0,5-4 14 15,-6 0-7-15,6 0-10 0,0 0-10 0,14-13-12 16,-4 3-9-16,8-2-4 0,-2-3-8 0,6-4-3 15,1 0-4-15,2-5-9 16,-2 4-2-16,2-6-3 0,1-1-3 0,-2 3-5 16,0 0-1-16,-2-1-2 0,-4 1-2 0,-2 2-2 15,-5 8 7-15,-2-1-11 0,-4 8-1 0,2-4-4 16,-3 5 1-16,0 2-6 0,0-2-12 0,-1 4-25 16,-2-1-6-16,-1 3 1 0,0 0 1 0,0 0 4 15,-10 15 4-15,-2-1 2 0,2 0 1 0,-2 4 5 16,-3 5 4-16,2 2-4 0,-2-1 2 0,5 1-1 0,1 1 3 15,1-1 5-15,2 1 1 0,3-6-1 0,3-1 3 16,4 1-2-16,0-2 3 0,5-1-1 0,1-2-10 0,5 0-22 16,8-1-22-16,2-2-37 0,0-2-53 0,7-3-47 15,-4-2-205-15,3-5-438 0,-3 0 193 0</inkml:trace>
  <inkml:trace contextRef="#ctx0" brushRef="#br0" timeOffset="209007.59">17213 12232 1 0,'0'-11'259'0,"3"1"-4"0,-3 3-12 16,1 0-16-16,0 2-20 0,-1 0-20 0,2 2-23 15,-1-2-18-15,0 1-15 0,-1 4-24 0,0 0-10 16,0 0-10-16,0 0-9 0,0 0-6 0,4 14-14 15,-4-2-6-15,2 5-7 0,-2 2 0 0,0 9-8 16,0 0-2-16,-3 4-4 0,1-1-5 0,1 0-1 16,-1 2-1-16,-1 2-2 0,0-5-4 0,2-1 0 0,0-1-4 0,1-4 0 15,0-6 0-15,0 1-1 0,0-2-2 0,1-7-2 16,-1 2-1-16,1-3 0 0,-1-2 5 0,0-4-4 16,0 4 0-16,2-3 0 0,-2 0 1 0,1 0-3 15,-1-4 3-15,3 4-3 0,2-4 5 0,4 1-2 16,1-1-3-16,1-1-10 0,3 0-31 0,3-2-32 15,2 0-33 1,0-1-44-16,8-3-55 0,-9-1-194 0,4-1-423 16,2-1 187-16</inkml:trace>
  <inkml:trace contextRef="#ctx0" brushRef="#br0" timeOffset="209176.57">17200 12441 68 0,'0'0'240'0,"-8"0"-11"16,8 0-23-16,0 0-15 0,0 0-25 0,0 0-16 15,13-5-23-15,5 3-23 0,11 0-40 0,5 0-41 16,0 1-56-16,2-2-32 0,-1 2-180 0,1-3-266 16,-1 3 117-16</inkml:trace>
  <inkml:trace contextRef="#ctx0" brushRef="#br0" timeOffset="209709.45">16349 12980 58 0,'-6'2'173'0,"2"1"-4"16,4-3-2-16,-6 2-8 0,6-2-14 0,0 0-10 0,-7 0-10 15,7 0-10-15,0 0-9 0,-4 2-1 0,4-2-7 0,0 0-4 16,0 0-1-16,0 0 0 0,0 0-4 16,0 0-1-16,-5 3-2 0,5-3-3 0,0 0-3 15,0 0-5-15,0 0-7 0,0 0-6 0,0 0-4 16,0 0-9-16,0 0-3 0,0 0-4 0,0 0-7 0,0 0-3 15,0 0-2 1,0 0-4-16,0 0-4 0,0 0-1 0,0 0-3 16,0 0-3-16,0 0-1 0,0 0-2 0,0 0-4 15,0 0 3-15,0 0-2 0,0 0-3 0,0 0 5 16,0 0 0-16,0 0 0 0,0 0 0 0,16-7-4 16,0 2-1-16,14 3-3 0,7-4 1 0,20-2 2 15,6 0-2-15,28-5 0 0,7 0-3 0,-1 4 4 16,8-3 1-16,7-1 12 0,9 3 9 0,1 0 4 0,-6-2 0 0,-6 3-5 15,-15 1 0-15,-34 5 0 0,-3-3 0 0,-5 1-1 16,-19 2-6-16,-3 3-1 0,-10-3-4 0,-2 1 0 16,-7 0-1-16,-1 1-1 0,-3 0 1 0,-2 1-1 15,1-3 0-15,0 3 1 0,-3-3-21 0,-4 3-16 16,0 0-18-16,0 0-23 0,-22-4-18 0,11 6-21 16,-8-2-27-16,1 1-25 15,0 3-29-15,0-1-69 0,-2-3-135 0,-5 2-422 16,6 2 186-16</inkml:trace>
  <inkml:trace contextRef="#ctx0" brushRef="#br0" timeOffset="210325.71">17019 13116 192 0,'-1'-6'262'0,"1"2"-27"15,2-1-22-15,1 3-25 0,2-3-18 0,1 3-17 16,3-1-20-16,3 1-15 0,-1 2-11 0,3 0-12 16,-1 4-12-16,6-3-8 0,-6 3-8 0,1 1-10 15,-1 0-2-15,0 5-11 0,-3-1-4 0,-1-1-10 16,1 6-8-16,-4-2 0 0,-3 3-6 0,-1 4-1 0,-3-2-2 0,-4 2 1 15,-2-1-2-15,-4 6-4 0,0-6 2 0,-2-2-2 16,0-2 0-16,3 0-5 0,-3-3 4 0,5-1 0 16,-2-3-1-16,5 0-3 0,-3-3 9 0,5 2 2 15,0-2 2-15,-1-2 12 0,0 3 11 0,2-3 12 16,2-2 6-16,-3 4 2 0,3-4-9 0,0 0-5 16,23-6-5-1,-1 4-4-15,1-1-4 0,5-3-4 0,7 0-2 16,-2 2-2-16,1-1-7 0,3 0 3 0,2 0-1 15,-6 0 3-15,5 1 2 0,-4 1 4 0,-6 0-2 16,-8 1-1-16,-1-1-4 0,-4 2-3 0,-3 0-1 16,-3-1 0-16,4 2 1 0,-8 0-4 0,0-1 5 0,-5 1-7 15,9-2 1-15,-1 2-6 0,-8 0-5 0,5 0-5 16,-5 0-13-16,0 0-5 0,0 0-7 0,5-2-3 0,-5 2-5 16,0 0-16-16,0 0-51 0,0 0-49 0,-5-12-48 15,1 7-258-15,-1-4-496 0,1 5 220 0</inkml:trace>
  <inkml:trace contextRef="#ctx0" brushRef="#br0" timeOffset="210695.95">17981 12154 121 0,'0'0'149'15,"0"0"-19"-15,6 8-10 0,-2 2-19 0,3 0-2 16,2 14-8-16,2 6-10 0,3 14 2 0,-1 5-1 0,1 7-4 15,0 0 2-15,8 25-2 0,-14-24-5 0,0 3-6 0,0-1 3 16,-1-2-12-16,-5 27 4 0,-2-27-15 16,-2 1 0-16,-5 2-6 0,-3-2 0 0,-14 20-7 15,2-23-6-15,-5 1 2 0,-5-5-3 0,-1-3-3 16,-3-3-1-16,-1 0-15 0,-5-6-16 0,-4-5-27 0,-3-3-53 16,-2-5-71-1,0-2-122-15,0-5-304 0,0-8 135 0</inkml:trace>
  <inkml:trace contextRef="#ctx0" brushRef="#br0" timeOffset="211173.39">16070 12270 56 0,'1'-6'225'0,"-2"2"-26"0,1 4-26 15,1-3-13-15,-1 3-23 0,0 0-23 0,-4 24-4 0,0 0-16 16,-5 10-9-16,-1 14-11 0,-3 8 0 0,-1 24-5 0,5-21-10 15,2 1 2-15,5 22-11 0,0-24-6 0,6 2 1 16,5-1-5-16,16 25-3 0,-3-26 4 0,19 15-7 16,-4-23-2-16,22 14 2 0,-11-23-6 0,25 12 2 0,-18-19-3 15,25 7-2-15,-25-15-36 0,3-4-58 0,-3-4-100 16,-3-4-149-16,-1-4-345 0,-14-9 152 16</inkml:trace>
  <inkml:trace contextRef="#ctx0" brushRef="#br0" timeOffset="213083.03">18207 11676 161 0,'7'-5'151'0,"-1"1"-13"0,7-1-14 15,-3 1-17-15,3 1-10 0,1 2-7 16,1 1-10-16,4 0-11 0,-6 1-3 0,5 3-12 0,-1 4 0 16,-2-4-1-1,-3 4-13-15,-1 1-10 0,-2 5 5 0,-4-3-5 0,5 2-6 16,-6 1 2-16,-3 0-9 0,2-3-1 16,-3 7 10-16,-4-3-10 0,0 1-3 0,-2-4-3 15,2-1 8-15,-1-1-6 0,1-2-1 0,0 2-2 16,-1-3 2-16,1-3 1 0,-1 1-1 0,4 0-3 0,-3-2 3 15,4 1 1-15,-2 0-7 0,2-4 0 0,4 6 7 16,1-3 7-16,6 0 1 0,-1 2 7 0,8-1 1 0,0 2-4 16,5 0 10-16,-3 1-6 0,1 0 2 0,-1 1-4 15,5 2-1-15,-6-1-6 0,-3 1-3 0,-2 0-2 16,-5 0 1-16,3 2 0 0,-7-3-1 0,0 0-2 16,-4 2-1-16,-2 0-4 0,-9 4-12 0,-7-3 0 15,-10 2-15-15,-1 4-27 0,-2-4-38 0,-2-3-44 16,-4 2-165-16,4-3-317 15,3 1 142-15</inkml:trace>
  <inkml:trace contextRef="#ctx0" brushRef="#br0" timeOffset="214162.92">18776 12709 118 0,'0'0'181'0,"0"0"-7"0,0 0-12 0,0 0-9 15,0 0-4-15,0 0-8 0,0 0-7 0,-4-4-12 16,4 4-1-16,0 0-5 0,0 0-3 0,0 0-3 16,0 0-4-16,0 0-8 0,0 0-11 0,0 0-8 15,19-5-9-15,-8 3-8 0,9 1-8 0,9-2-3 0,6-2-8 16,1 2-1-1,3 0-4-15,16-2-9 0,-5 2 1 0,1-1-4 16,-10-1-5-16,-3 0-3 0,1 2-5 0,-5 0-9 16,-2-1-15-16,-9 2-16 0,-2-1-17 0,-2 0-15 15,-6 2-26-15,-2-2-17 0,-1 1-38 0,-5-1-33 16,-2 2-165-16,-3 1-365 0,0 0 161 0</inkml:trace>
  <inkml:trace contextRef="#ctx0" brushRef="#br0" timeOffset="214401.24">19112 12515 59 0,'-1'-5'256'0,"-3"0"-12"0,4 1-7 16,0-3-9 0,0 7-9-16,0-5-20 0,-1 3-21 0,1 2-18 0,0 0-21 15,-3-7-18-15,3 7-14 0,0 0-14 0,0 0-12 16,0 0-10-16,0 14-8 0,-1 1-5 0,-2 1-8 15,2 3-1-15,-3 6-6 0,0 2-6 16,4-1 3-16,0 6-7 0,0-4-3 0,0-1-2 0,4 0-17 16,0-3-28-16,0-4-21 0,0 5-33 0,1-5-31 15,1-3-45-15,1-3-50 0,-2-5-180 0,4 2-409 0,2-6 180 16</inkml:trace>
  <inkml:trace contextRef="#ctx0" brushRef="#br0" timeOffset="214601.98">19900 12557 202 0,'4'-5'265'16,"-3"0"-26"-16,3 1-25 0,-2-1-19 0,0 2-21 16,2 0-17-16,1-1-19 0,4 1-33 0,0 1-40 15,1 0-30-15,8 0-39 0,4 2-36 0,5-1-44 16,1-1-47-16,1 0-124 15,1 1-277-15,6-2 122 0</inkml:trace>
  <inkml:trace contextRef="#ctx0" brushRef="#br0" timeOffset="-214745.96">20801 12518 93 0,'7'-2'236'0,"0"-1"-19"0,2-1-19 16,3-1-19-16,2 2-20 0,-1-2-17 0,4 1-34 15,4 1-40-15,11-1-38 0,-2 1-48 0,6-2-39 16,0 3-49-16,0-1-103 0,2 3-225 0,0-1 100 16</inkml:trace>
  <inkml:trace contextRef="#ctx0" brushRef="#br0" timeOffset="-214631.72">21525 12472 90 0,'2'-1'161'0,"2"-2"-24"0,3-2-36 16,3 2-35-16,1 1-44 0,2-2-55 0,3-1-58 0,2 2-98 16,2-2 43-16</inkml:trace>
  <inkml:trace contextRef="#ctx0" brushRef="#br0" timeOffset="-214509.35">21801 12419 81 0,'0'0'239'15,"0"0"-6"-15,6-2-6 0,-6 2-8 0,0 0-16 16,0 0-20-16,8-1-19 0,-8 1-25 0,5-1-44 15,-5 1-51-15,9-1-67 0,0-1-77 0,-1 1-184 16,4 0-308-16,-3-2 136 16</inkml:trace>
  <inkml:trace contextRef="#ctx0" brushRef="#br0" timeOffset="-213160.26">22801 11500 30 0,'0'0'176'0,"0"0"-25"0,-5-3-10 16,5 3-11-16,0 0-14 0,0 0-15 0,0 0-12 15,0 0-7-15,0 0-8 0,0 0-16 0,0 0 1 16,19 6-4-16,-10-2-8 0,11 1-1 0,6 0-8 16,6 0-3-16,1 2-7 0,0-1-1 0,2-3-1 15,-2 2-4-15,2-1-2 0,-3-1-11 0,-2-2 2 0,1 1-3 0,-3 0-3 16,0-2 9-16,-6-4-2 0,-4 0-4 0,1 3 7 16,-2-7 21-16,-3 4 12 0,-4-1 14 0,1-2 14 15,-2 2-1-15,-2 2-1 0,-1-3 7 0,-1 0-4 16,2 1-2-16,-4-1-2 0,1 1-5 0,0-1-5 15,0 2-4-15,-3 0-6 0,3 0-8 0,-4 1-2 16,1-1-4-16,4 1-6 16,-5 3-4-16,0-4-3 0,0 4-6 0,4-3 4 15,-4 3-28-15,0 0-17 0,4-3-25 0,-4 3-26 16,0 0-32-16,0 0-14 0,0 0 11 0,-2 17 11 16,0-2 14-16,-3 10 4 0,-4 5 11 0,0 17 6 15,0 6 11-15,-6 4 0 0,-2 25 10 0,-6 2 12 16,8-24 16-16,-3 22 2 0,2 0 10 0,3 0 3 0,5-24 9 15,-2 25 6-15,6-25 2 0,0-1 1 0,2 27-3 0,2-33 1 16,2 2-2-16,2-2 1 0,1-5-2 0,-2-10-7 16,-2-2 6-16,7 12-4 0,-7-11 1 0,0-5-2 15,-1 2 4-15,3 0-3 0,-3-2-7 0,-3-1 6 16,3 0-2-16,0-1-2 0,0-10 0 0,-1 8-3 16,-2-6 4-16,2-3-6 0,-4-2 2 0,4-3 2 15,-2 0 0-15,3-2 2 0,-1-5-4 0,0 2-1 0,-2 0-2 0,3-1 6 16,0-2 4-16,-1 0 14 0,1 0 20 0,-3 0 10 15,3-4 8-15,0 5 8 0,0-5 5 0,0 3-2 16,0-3-1-16,0 0-3 0,0 0-3 0,-1 5-6 16,1-5-6-16,0 0 1 0,0 0-5 0,0 0-8 15,0 0-3-15,1 4-3 0,-1-4-5 0,0 0-6 16,0 0-5-16,0 0-7 16,0 0-1-16,-9 0 2 0,-2 1-2 0,-19-2-2 15,-8-2-11-15,-28 2-20 0,-43-10-41 0,-12 9-65 16,-15-6-99-16,-11 0-232 0,0-5-494 0,2-8 219 15</inkml:trace>
  <inkml:trace contextRef="#ctx0" brushRef="#br0" timeOffset="-211525.02">4809 12291 147 0,'-3'-4'167'0,"-5"3"-17"16,-3-2-12-16,-9 6-17 0,-7-1-17 15,-5 6-11-15,-2 0-5 0,-3-2-12 0,-4 2-16 16,5-1-2-16,-2 0-4 0,-1 2-8 0,2-2-5 0,4 0-2 16,1-1-5-16,2 1-6 0,0-4 1 0,12 2 1 15,-1-1-5-15,1-2-1 0,7-2-2 0,3 1 12 16,0-1 16-16,0-1 1 0,8 1 4 15,-11-2 10-15,7 2-2 0,4 0-6 0,-7-4 0 0,4 3-4 0,-1-3-6 0,2 1-5 16,1-1-5-16,-1 0-1 0,1 0 9 16,1 4-3-16,-1-5-3 0,1 1 0 0,0 4 1 15,-2-6-3-15,2 2-7 0,0 4-3 0,0 0-3 0,-2-5-8 16,2 5-4-16,0 0-14 0,0 0-17 0,0 0-4 16,0 0 10-16,-3 14-2 0,2-2 0 15,0 7 0-15,1 12 0 16,-4 16 3-16,1 4 1 0,1 7-3 0,-5 0 3 0,0 24-3 15,-1-23 8-15,5 1-2 0,-3 0 0 16,1 25 4-16,-1-24-1 0,2-1-1 0,0-2-1 16,0-2 1-16,0 0 3 0,3-6 11 0,1-1 1 15,-1-12 2-15,1-2-6 0,1-1 2 0,-1-2-3 0,0 0 0 16,0-5-1-16,-1 1-3 0,-2-2 4 0,3-6-1 16,0-3-1-16,0-1-1 0,-2 0 0 0,-1-3 5 0,3-3-4 15,0 1-4-15,0-1 4 0,0 1 1 0,0-6-2 16,0 3-1-16,0-4 1 0,-1-2 1 0,1 5 3 0,-3-4 0 15,3-3 4-15,3 5 13 0,-3-5 9 16,-3 2 19-16,3-2-7 0,0 0 5 0,0 0 2 16,0 7-4-16,0-7 1 0,0 0 1 0,0 0 6 15,0 0-9-15,0 0 2 16,-1 3-2-16,1-3 5 0,0 0-2 0,0 0 2 16,0 0-4-16,0 0-5 0,0 0-1 0,0 0-8 15,0 0-2-15,24-10-23 0,11 3-37 0,20-5-42 16,34-8-48-16,7-5-86 0,1 4-282 0,-4 3-529 15,-30 2 233-15</inkml:trace>
  <inkml:trace contextRef="#ctx0" brushRef="#br0" timeOffset="-209853.86">4547 15274 131 0,'0'-8'213'0,"-1"1"-23"16,1 0-5-16,1 0-12 0,-2 2-6 0,1 1-16 15,0 0-19-15,0 4-18 0,0-8-15 16,0 8-19-16,4-1-9 0,-4 1-3 0,1 10-12 16,-1 2-2-16,3 6-10 0,-2 12-4 0,-1 4-1 0,0 14-3 0,3 2-4 15,-3-2-4-15,2 0-4 0,1 1 1 0,-2-3-3 16,-1-12-3-16,6 2-2 0,-2-3-2 0,2-5-5 16,-2 1 4-16,2-3-2 0,-5-9-1 0,4 0 6 15,-1 0-6-15,-2-5 0 0,-1-2-1 0,2-1 2 16,0-2-3-16,-3-3 0 0,1 1 2 0,-1-1 0 15,0 0 0-15,0 0-5 0,0-4 2 0,0 5-1 0,0-5-49 0,0 0-41 16,0 0-18-16,0 0-38 0,0 0-31 0,-15-9-142 16,11 2-338-16,4 4 150 0</inkml:trace>
  <inkml:trace contextRef="#ctx0" brushRef="#br0" timeOffset="-209452.62">5126 15603 88 0,'0'0'161'0,"-9"1"-8"0,9-1-10 0,0 0-10 0,-7-1-11 15,7 1-5 1,0 0-15-16,0 0-7 0,0 0-8 0,0 0 1 16,0 0-7-16,0 0-9 0,-6-3-8 0,6 3-2 0,0 0-12 15,0 0-4-15,29-3-1 0,-9 1-9 16,9 0 1-16,5-3-2 0,1 1-7 0,5-1-1 15,11 2-3-15,0-3 0 0,-11 1-3 0,0 2 2 16,-1-1-5-16,-3 0-1 0,-3 2 0 0,-1-2 2 16,-10 4-4-16,-4-3 0 0,-7 1 0 0,1 1-3 0,-5 1 3 0,0-1-6 15,-7 1 1-15,14-3-10 0,-14 3-18 0,6 0-22 16,-6 0-45-16,0 0-48 0,0 0-176 0,0 0-334 16,0 0 148-16</inkml:trace>
  <inkml:trace contextRef="#ctx0" brushRef="#br0" timeOffset="-207895.37">6437 15137 58 0,'8'-3'141'16,"-3"-1"-17"-16,6 0-5 0,1 2-12 0,2-1-16 0,0 1-5 16,0 3-10-16,5-1-6 0,-6 2-19 0,5 2 0 15,0 0-5-15,-3 4-9 0,1 0-2 0,-4 1-4 16,2 5-4-16,-5-1 4 0,0 2-10 0,0 1-2 16,-1 4-4-1,-6 0 3-15,1 3-7 0,-3-2 5 0,-4 7 2 0,-1-3 0 16,-5 0-4-16,-2 0 0 0,1-1 0 15,-4-2 7-15,3-5 1 0,-2-1 0 0,4-1-2 16,-1 0 0-16,0-8-1 0,2 4-3 0,0-5-3 16,3 1 9-16,2-2-5 0,0 0 15 0,-1-2 19 15,1 1 22-15,3-2 19 0,-3 1-1 0,4-3 14 16,0 0-8-16,0 0-11 0,0 0-9 0,12-17-10 0,-3 8-6 0,3-4-3 16,1-2-10-16,5-3-1 0,0-4-6 0,1-2 3 15,1-1-14-15,1 1-2 0,-1-2-4 0,2 0-2 16,-5 1-2-16,3 2-5 0,-3 0-1 0,-3 3 3 15,-4 5-8-15,1 2 3 0,-5 2 1 0,0 2-2 16,-1 2-1-16,-2 2-4 0,2 0-1 0,-4 0-2 16,1 0-5-16,0 3-8 0,-2 2-3 0,0 0 0 0,0 0-1 0,-10 12 1 15,3-2 1-15,1 4-1 0,-3 3 0 0,-1 0 2 16,-1 8 2-16,5-2-1 0,1 4 0 16,0 0 1-16,5-1 0 0,-1-1 1 0,6 1 10 0,0-2-7 15,2-6 3-15,6 8 3 0,8-7-2 0,0-1-27 16,7-5-36-16,4 0-58 0,4-3-73 0,-1-3-185 15,-2-4-411 1,-2 1 182-16</inkml:trace>
  <inkml:trace contextRef="#ctx0" brushRef="#br0" timeOffset="-207241.38">6332 15788 13 0,'-7'2'160'0,"7"-2"-13"0,0 0-10 16,-5 1-17-16,5-1-12 0,0 0-11 0,0 0-8 16,0 0-7-16,0 0-8 0,-5 2-7 0,5-2-9 0,0 0 1 15,0 0-11-15,0 0 3 0,0 0-15 0,0 0 11 16,0 0 1-16,0 0-3 0,0 0 0 0,0 0-8 0,0 0-4 16,0 0 2-16,0 0-2 0,0 0 4 0,-7 0-4 15,7 0 1-15,0 0-4 0,0 0 1 16,0 0-3-16,0 0-4 0,0 0-3 0,0 0 0 15,0 0-1-15,0 0-3 16,0 0 0-16,0 0-11 0,27-3 10 0,-10 0-3 16,13-2 2-16,4 0-6 0,18-2-1 0,-1 2 2 15,8-2 0-15,2-1-1 0,31-4 4 0,-25 5-8 16,28-7-3-16,0 4 5 0,-6-2-2 0,-26 5 0 16,-5 0 3-16,-2 3-4 0,-18 0 0 0,-1 0 4 15,-1 1-2-15,-14 2 0 0,-3-1-5 0,-6 1 3 16,-1 1 3-16,-3-1-8 0,-1 0-8 15,-8 1-5-15,10-1-8 0,-10 1-16 0,0 0-16 16,0 0-24-16,-28 3-28 0,9-3-20 0,-1 4-38 16,-6-1-95-16,3 2-280 0,0-1 124 0</inkml:trace>
  <inkml:trace contextRef="#ctx0" brushRef="#br0" timeOffset="-206676.44">6461 15944 33 0,'0'0'239'0,"-1"-3"-25"16,1 3-24-16,0 0-19 0,9-7-19 0,-4 4-19 0,8 0-10 0,0 2-12 16,2 0-15-16,4 2-10 0,3 0-12 0,0 1-4 15,-2 0-8-15,2 4-9 0,-3-2-5 0,-1 4-4 16,0-1-15-16,-4 2-7 0,-4 2-13 0,-1-2-6 16,0 5-3-16,-5-3-3 0,0 3-5 0,-8 4-1 15,-4 6 4-15,-2 1 0 0,-8-1-4 0,-6 3 9 16,2-8-6-16,-3 2 4 0,0-3-3 0,1 1 2 0,6-7 2 15,-1-2 9-15,5 0 1 0,1-3 2 0,-1 0 7 16,4 0-1-16,2-3 3 0,3 0 7 0,1-2 12 16,-1 1 6-16,-2-1-3 0,4-1 3 0,3-1-8 0,0 0-4 15,0 0-5-15,19 1 1 0,0-1-6 0,2-2-2 16,7-3-11-16,-1 3-17 0,2 2-32 16,0-5-39-16,-1 2-55 15,3 0-74-15,0-1-111 0,-8 0-344 0,4-2 153 16</inkml:trace>
  <inkml:trace contextRef="#ctx0" brushRef="#br0" timeOffset="-206344.43">7113 15920 119 0,'3'-3'272'0,"-2"-1"-24"0,-1 4-26 0,5-5-19 15,-5 3-29-15,0 2-16 0,0 0-23 0,4-3-12 16,-4 3-18-16,0 0-9 0,6 5-11 0,-3 0-10 0,2 2-1 16,-1 1-13-1,0 4-9-15,-2-2-5 0,1 9-5 0,-2 6-2 16,-1-7-3-16,-1 3-4 0,-2-1-7 0,3 3 0 16,-6 1-3-16,6-4-2 0,-1-2-1 0,-2 2-2 15,3-4-2-15,-1-4-5 0,1 0 3 0,0-2-3 16,0-3-1-16,0 0 3 0,0-1-1 0,-3 1-5 15,3-4 1-15,3 2 1 0,-3 2 3 0,1-3-2 16,3-2 4-16,2 1-6 0,-1-1 5 0,7 1-6 0,-2-3-16 0,5 2-29 16,-2-2-37-16,5-1-41 0,2-4-68 0,-2 1-198 15,2-2-413-15,-2-3 183 0</inkml:trace>
  <inkml:trace contextRef="#ctx0" brushRef="#br0" timeOffset="-206175.34">7044 16092 201 0,'-8'0'293'0,"3"-1"-19"16,5 1-23-16,-8-1-21 0,8 1-29 0,0 0-19 16,0 0-29-16,28-10-30 0,1 2-49 0,4 3-49 15,20-6-59-15,1 1-73 0,0-2-204 0,0 0-338 0,1 0 150 16</inkml:trace>
  <inkml:trace contextRef="#ctx0" brushRef="#br0" timeOffset="-205627.15">8014 15643 11 0,'-9'2'152'0,"9"-2"-9"0,-4 2-4 15,4-2-3-15,0 0-15 0,-10 1-1 16,10-1-5-16,0 0-2 15,-5 0-3-15,5 0-5 0,0 0-2 0,0 0-4 0,0 0-3 16,0 0-4-16,0 0-2 0,0 0-8 16,-4 1-4-16,4-1-2 0,0 0-3 0,0 0-4 15,0 0-5-15,0 0 0 0,0 0-4 0,0 0-3 16,0 0-6-16,0 0-4 0,0 0-9 0,14-6-1 16,3 5-4-16,2-4-2 0,9 1-4 0,3 0-7 15,3 0 0-15,3-3-4 0,14 1 0 0,1-1-4 0,-13 2-7 0,-1 0-14 16,-2 1-15-16,-3 1-21 0,1-1-14 0,-14 2-25 15,0-1-24-15,-7 1-24 0,-1 0-18 0,-3 1-19 16,-4-2-155-16,-5 3-350 0,0-5 154 0</inkml:trace>
  <inkml:trace contextRef="#ctx0" brushRef="#br0" timeOffset="-205389.12">8179 15484 124 0,'-4'-3'254'0,"2"-3"-5"16,0 3-1-16,2 3-6 15,-2-6-17-15,2 6-19 0,0 0-26 0,-2-5-24 16,2 5-20-16,0 0-17 0,0 0-15 0,0 0-10 16,0 0-13-16,-6 20-7 0,3-4-10 0,0 2-5 15,0 9-8-15,-1-2-2 0,2 4-6 0,0 1-3 16,2 3-3-16,3-4-7 0,-2 4-43 0,3-4-49 15,1 3-61-15,-2-3-72 0,1-4-217 0,-1-6-447 16,1-7 198-16</inkml:trace>
  <inkml:trace contextRef="#ctx0" brushRef="#br0" timeOffset="-204755.98">9375 15113 151 0,'-1'-5'273'16,"-1"-3"-4"-16,2 3-18 0,-1 0-27 0,1 1-21 15,-1 0-25-15,1 4-23 0,-2-7-21 0,2 7-11 0,0 0-16 16,0 0-13-16,6 12-10 0,-3-2-8 16,4 5-7-16,-3 3-5 0,2 0-5 0,3 9-8 15,0 2-1-15,-3 0-13 0,4 3-20 0,0-2-20 16,-3 0-35-1,0-1-29-15,1 3-34 0,-2-3-44 0,-3-3-35 0,-3-1-177 16,-1-7-385-16,-4 0 172 0</inkml:trace>
  <inkml:trace contextRef="#ctx0" brushRef="#br0" timeOffset="-204508.33">9142 15652 105 0,'0'0'240'0,"-6"2"-13"0,6-2-16 16,0 0-13-16,0 0-21 0,0 0-18 15,15-6-17-15,12 1-11 0,9-1-9 0,15-4-16 16,9 3-10-16,2-1-14 16,32-4-9-16,-4 5-6 0,-27-3-7 0,5 2-6 0,-3-1-3 15,-2 2-4-15,-4 1-18 0,-21 3-10 16,-5-2-20-16,-1 2-21 0,-10 1-14 0,-9 0-17 15,-2 1-28-15,-3 0-40 0,-6 1-21 0,-2 0-27 16,0 0-127-16,-29 0-320 0,2 0 142 0</inkml:trace>
  <inkml:trace contextRef="#ctx0" brushRef="#br0" timeOffset="-204091.89">9223 15848 158 0,'0'0'193'15,"0"0"-18"-15,0 0-24 0,25-3-13 0,-13 3-13 16,7 0-10-16,3 3-13 15,-3-1-11-15,4 1-10 0,-5 2-9 0,4 3-9 16,-5 0-4-16,0 1-14 0,-2 2-7 0,-3 3-3 16,-2 1-14-16,-2-1-5 0,-6 4 5 0,-2 0-8 15,-4 9 3-15,-4-3-2 0,-6 1-5 0,-3-2-3 16,0 3 2-16,0-2 0 0,-2-1-1 0,2-1 3 16,4-6 2-16,-1-1-1 0,1-2 3 0,3-4 0 15,1-1 0-15,1 1-1 0,3-5 0 0,-5 3-7 0,6-1 9 0,-1-5-10 16,4 4 6-16,-2-1-2 0,1-2 3 15,2-2 3-15,0 0 2 0,5 4 4 0,5-3-8 16,5-1 1-16,2-1-1 0,6 0-3 0,8-2-8 16,1-2-15-16,-2 3-42 0,3-1-43 0,2-1-63 15,-1-4-126-15,-2 1-310 0,-1 0 138 0</inkml:trace>
  <inkml:trace contextRef="#ctx0" brushRef="#br0" timeOffset="-203907.25">9875 15775 59 0,'-2'-5'302'0,"4"0"-34"0,-2 2-33 16,0 3-30-16,1-3-27 0,-1 3-20 0,0 0-15 16,4 14-15-16,-1-3-13 0,3 7-20 0,-1 11-12 15,1 2-34-15,-1 2-46 0,0 2-51 16,8 16-45-16,-6-3-55 0,-4 6-141 0,5 1-313 15,-2-4 139-15</inkml:trace>
  <inkml:trace contextRef="#ctx0" brushRef="#br0" timeOffset="-203754.22">10041 16674 170 0,'0'3'373'16,"0"-3"-15"-16,0 0 3 0,0 0-4 0,0 0-8 15,3-12-23-15,-1 8-30 0,-1-1-32 0,0 2-26 16,1-1-38-1,0 0-49-15,1 0-70 0,-1 0-77 0,2-1-79 0,4-3-76 16,6 0-144-16,-3-2-207 0,2-1-542 0,0-1 240 16</inkml:trace>
  <inkml:trace contextRef="#ctx0" brushRef="#br0" timeOffset="-202768.56">10778 14930 45 0,'5'-7'172'0,"5"0"-5"0,-2 2-17 16,1-2-17-16,1 2-9 0,4 0-12 0,-1 1-14 15,-3 1-14-15,3 0-4 0,-1 3-11 0,-1 0-9 16,-1 3-7-16,2 1-6 0,-2 3-5 0,3 3-9 15,-4 1-2-15,-3 0 2 0,0 6-5 0,0 1 0 16,-3 0 3-16,-3 7-12 0,-1-6 0 0,-1 6-1 16,-5 1 3-16,-1-2-5 0,-2-1-2 0,3-4-1 15,-2-2 0-15,-4 4 0 0,4-5-1 0,0-1 3 0,3 1-6 16,-2-7-2-16,2 0 0 0,3-2-1 0,-2 1 5 16,1-4-3-16,3 1 0 0,-3 0 25 0,-1-2 33 0,4 0 30 15,-2-1 29-15,3-2 22 0,0 0 0 0,0 0-22 16,0 0-11-16,14-14-16 0,0 3-6 0,0-1-8 15,0-2-8-15,7-6-9 0,-3 1-10 16,2 0-5-16,0-4-4 16,1 0-7-16,-2 2-3 0,0-1-1 0,-6 6-6 15,1 3 0-15,-9 2-6 0,4 5-6 0,-5-3-10 16,2 3-13-16,-2 1-20 0,0 4-23 0,-4 1 5 16,0 0-2-16,0 0 5 0,1 12 3 0,-2-2 5 15,-3 6 5-15,0 1-4 0,2 1-9 0,-2 2-1 16,4 5-10-16,3-1-19 0,0 2-29 0,6-1-28 0,3 0-40 15,4-3-47-15,1-1-185 0,7 0-430 0,1-3 191 0</inkml:trace>
  <inkml:trace contextRef="#ctx0" brushRef="#br0" timeOffset="-202452.14">10645 15533 160 0,'0'0'217'0,"-7"3"-17"0,7-3-11 0,0 0-15 15,0 0-21-15,0 0-14 0,20-7-15 0,-1 2-13 16,14 1-9-16,6-1-12 0,14-3-7 0,6-2-10 15,2 6-7-15,5-8-5 0,27-1-9 0,-4 0-9 16,-26 5 2-16,1-1-11 0,-5 1 1 0,-5-2-7 16,-15 3 2-16,-6 6-4 0,-11-3-2 0,-3 3-2 15,-8-2-7-15,0 2-10 0,0-2-14 0,-4 3-12 0,-4-2-21 0,-3 2-9 16,0 0-19-16,0 0-42 0,-24 2-43 0,5 0-153 16,-12 0-331-16,-1 1 146 0</inkml:trace>
  <inkml:trace contextRef="#ctx0" brushRef="#br0" timeOffset="-202067.25">10866 15680 84 0,'19'-11'175'0,"-7"8"-20"0,1 3-15 0,7-1-17 15,-2 2-12-15,1 2-7 0,-1 4-17 0,0-3-10 16,-3 6-14-16,3-2-1 0,-8 3-20 0,1-1-15 16,-1 4-11-16,-5 0-13 0,-4 4-9 0,-1 1 4 15,-5 6 12-15,-5-3-2 0,-3 5-7 0,-6-2 0 0,0 0 3 16,0-5-2-16,-1 1-2 0,2-4 0 0,2-2 19 0,4-1-6 15,-2-2-2-15,3-4-4 0,3 1 4 0,-2-4-3 16,1 3-2-16,5-4 11 0,2 0-3 0,-1-1 7 16,-1 0 0-16,4-3 4 0,4 5-10 15,1-3 4-15,8-2 1 0,7 0 6 0,10 0-8 16,0-2-37-16,5-1-59 16,-3-4-166-16,1 2-264 0,0-3 117 0</inkml:trace>
  <inkml:trace contextRef="#ctx0" brushRef="#br0" timeOffset="-201766.5">11349 15622 101 0,'0'0'195'0,"1"-4"-20"0,-1 4-26 0,0 0-12 16,0 0-16-16,0 0-15 0,0 0-7 0,6 11-15 15,-5-4-7-15,0 2-12 0,0 5-8 16,1 3-5-16,-2 1-4 16,-2 0 7-16,1 7-10 0,0 0-3 0,-2 0-5 0,-1 0-7 15,1-1 1-15,0-3-5 0,2-1-1 16,-2-3-4-16,2 1-1 0,1-3 0 0,-2-2 0 16,2 1-6-16,2-6-2 0,-1 2 2 0,0-1 5 15,2 0 0-15,1-4-1 0,0 0-4 0,1 0 2 16,8 1 3-16,5-2-3 0,1-2-2 0,0 0-25 15,4-4-26-15,5 1-52 0,-9-3-70 0,-1-1-128 0,2-2-310 0,-2 0 138 16</inkml:trace>
  <inkml:trace contextRef="#ctx0" brushRef="#br0" timeOffset="-201588.09">11318 15816 186 0,'-7'0'212'0,"7"0"-15"16,0 0-21-16,0 0-21 0,23-6-22 0,-3 1-27 16,11-1-38-16,2 0-46 0,3 0-44 0,15-6-63 15,-14 1-107-15,14-6-207 0,-18 8 92 0</inkml:trace>
  <inkml:trace contextRef="#ctx0" brushRef="#br0" timeOffset="-201281.41">11821 14980 71 0,'12'28'148'0,"1"4"-5"16,1 2-5-16,4 16-13 16,4 1 0-16,-4 4-6 0,-3 3-8 0,7 25 1 15,-13-25-12-15,3 26-9 0,-9-25-13 0,0 0-4 16,-5 0-8-16,-4-4-8 0,1 2-5 0,-8-4-4 16,-1-2-7-16,-1 0-4 0,-7-1 1 0,-1-2-5 15,-1-3-4-15,-7-2-9 0,-5-3-20 0,-2-3-15 16,1-6-19-16,-8-3-43 0,0-7-57 0,-7-2-136 15,2-7-290-15,-1-6 128 0</inkml:trace>
  <inkml:trace contextRef="#ctx0" brushRef="#br0" timeOffset="-200664.16">10533 14996 92 0,'-3'-3'218'0,"2"1"-24"0,1 2-26 0,0-5-19 15,0 5-15-15,0 0-14 0,-3 17-16 0,-1-1-12 0,-2 9-12 16,1 6 2-16,-1 15-15 0,-2 2-5 0,1 4-7 16,1 6 3-16,1 24 4 0,4-24 10 0,1-2 3 15,5 5-19-15,4-2-2 0,4-2-2 0,4-4-5 16,4 0-3-16,4-7-3 0,6-2-3 0,1-5 0 16,3-6-1-16,9-3-5 0,-12-11 1 0,13 7-2 15,5-6-25-15,-13-6-49 16,10 1-68-16,4-4-84 0,-14-8-146 0,3-3-370 15,-3 0 165-15</inkml:trace>
  <inkml:trace contextRef="#ctx0" brushRef="#br0" timeOffset="-199916.51">12347 14594 121 0,'4'-8'233'0,"4"0"-19"0,-2 2-15 0,4 2-24 0,-1-3-17 0,3 3-20 15,2 1-11-15,-1 2-18 0,2 3-10 0,3 1-12 16,0 8-7-16,-3 0-10 0,5 4-5 0,-6 1-9 15,-1 6 1-15,-1 2-7 0,-5-1-3 0,1 2-2 0,-7 6-9 16,-2-1-4-16,-3-1 5 0,-6 1 7 16,1-2-6-16,0-4 0 0,-1 1-6 0,1-9 3 15,3-4-5-15,2 0-8 0,-1-4-4 0,3-3 3 0,1 2-3 0,0-2 2 16,1-1 5-16,2-1-9 0,9-2-1 0,4 0-1 16,18-2-22-16,2-3-34 0,3 0-54 0,13-4-68 15,-11 3-222-15,12-2-417 0,-2 2 185 0</inkml:trace>
  <inkml:trace contextRef="#ctx0" brushRef="#br0" timeOffset="-199390.88">13215 15398 61 0,'-8'0'225'0,"8"0"-7"15,-9 0-16-15,4-3-10 0,5 3-18 0,0 0-14 16,-9 0-7-16,9 0-18 0,0 0-14 0,0 0-10 15,18-5-12-15,-8 3-7 0,11 0-10 0,5-4-9 16,5 1-8-16,2 0-7 0,7-2-7 0,11 1-3 16,3-3-4-16,-4 4-5 0,2-4-1 0,-15 4-7 15,5 1-4 1,-6-1-4-16,-1 0 2 0,-7 3-6 0,-8-2 1 0,-7 3 1 16,0-2 5-16,-2 2 4 0,-2-1-4 0,-4 1 2 15,0 1-4-15,-5 0-3 0,9-3-18 0,-8 1-29 16,-1 2-36-16,0 0-42 0,0 0-43 0,-16-5-69 0,8 2-153 0,3 2-399 15,1-3 177-15</inkml:trace>
  <inkml:trace contextRef="#ctx0" brushRef="#br0" timeOffset="-198829.16">14824 14855 152 0,'1'-12'269'0,"0"-5"-14"0,1 5-11 0,1 1-16 16,-3 3-12-16,1 1-24 0,-1 2-22 0,2 0-18 15,-1-2-19-15,-1 4-20 0,0 3-10 0,0 0-14 16,0 0-11-16,0 0-9 0,4 22-5 0,-3-5-6 16,-2 6-8-16,2 5-3 0,-2 4-1 0,1-2-4 0,-1 3-16 15,-1-1-52-15,1-1-27 0,0 3-27 0,-1-2-23 16,0-2-37-16,0-1-36 0,-1-1-194 0,0-7-400 16,2-4 176-16</inkml:trace>
  <inkml:trace contextRef="#ctx0" brushRef="#br0" timeOffset="-198559.75">14481 15325 193 0,'-4'1'233'15,"4"-1"-15"-15,0 0-27 16,0 0-15-16,0 0-18 0,19-3-14 0,12-2-17 15,9 3-12-15,21-2-9 0,31 0-16 0,0-2-6 16,5 2-8-16,-1 1-10 0,0-4-7 0,2 6-1 16,-3-7-8-16,-6 5-2 0,-24 2-7 0,-1 0-6 15,-4-1-9-15,-7 0-20 0,-19 2-23 0,-4 0-28 16,-12-1-25-16,-3 1-40 0,-7 0-18 0,-6 1-16 16,-2-1-154-16,0 0-322 0,-29-1 142 0</inkml:trace>
  <inkml:trace contextRef="#ctx0" brushRef="#br0" timeOffset="-198096.26">14945 15656 154 0,'23'-6'169'0,"-9"6"-19"0,-1 2-17 0,5-2-11 16,-2 6-12-16,2-3-22 0,-1 2 2 0,-2 3-8 16,-5-2-10-16,1 4-7 0,0-2-12 0,-4 2-5 15,-4 2-10-15,-1-1-6 0,-4 2 1 16,-1 2-5-16,-4 1-3 0,-6-1-5 0,-1 0-4 15,0-1 5-15,0-2-1 16,1 0-6-16,2-5-9 0,3 0 6 0,0 1 0 16,1-4 3-16,3-1-3 0,-1 1-5 0,1-1-5 15,3 0 4-15,2 1 8 0,-1-4-2 0,9 5-3 16,-1-1 0-16,3 0 3 0,2 1 3 0,4 0-3 16,-1 0 2-16,2 1-2 0,1 0 3 0,-6 0 3 15,4 2-2-15,-2-1-7 0,-6 0 0 0,4 1 3 16,-7-1 2-16,2 3 2 0,-4-3 1 0,-2 2 6 0,1 1 3 0,-8 0 6 15,-2-1-4-15,-7 0 3 0,-1-1-2 0,-12 4-10 16,-4-6 7-16,-2-2-6 0,-3-2-18 0,-2-2-14 16,-17-2-48-16,4-3-69 0,-2-3-185 0,14-4-341 15,6 0 152-15</inkml:trace>
  <inkml:trace contextRef="#ctx0" brushRef="#br0" timeOffset="-196409.2">16518 14613 149 0,'20'-4'132'0,"-7"2"-14"0,5 2-5 0,1 1-14 16,0 2-9-16,3 0-14 0,-6 4-11 0,1 2-7 16,0 4-1-16,2 6-1 0,-5 2-5 0,-5-2-6 15,1 4 6-15,-7 4-15 0,1 0-3 0,-5 3 2 16,-5-3-8-16,-1 4-1 0,-5-2-1 0,-2 0-7 0,-4-2 3 15,3 0-3-15,-5-5-4 0,2 0 0 0,-2-3 5 0,5-4-8 16,1-3 19-16,0-1 8 0,3-4 8 0,2 1 7 16,2-6 17-16,2 3 1 0,-1-2 25 0,2 0 21 15,-1-2-10-15,5-1-10 0,0 0-12 0,0 0-7 16,4-17-8-16,3 8-8 0,7-5-5 0,-1-3-1 16,8-6 0-1,1 2-16-15,1-2-3 0,-1-3-4 0,4 0-6 16,-3 0 0-16,1-2 0 0,-3 3-6 0,-2 0-2 0,0 3-1 15,-8 7-1-15,0-1-1 0,-3 6-3 16,-2 1-1-16,-1-1-7 0,-1 4 1 0,-2 2-10 16,1 1-3-16,-3 3-1 0,0 0 1 0,0 0-1 15,-8 16-1-15,0-3-1 0,-2 4 3 0,3 0 2 16,0 3-3-16,-2 4-2 0,3 5-11 0,2 0 5 0,3-2-1 16,5 2-4-16,0-1-12 0,5-2-25 0,7 2-32 0,7-4-41 15,2-5-64-15,2-2-189 0,1-2-415 0,3-3 185 16</inkml:trace>
  <inkml:trace contextRef="#ctx0" brushRef="#br0" timeOffset="-196039.86">16301 15291 93 0,'-8'0'150'0,"2"0"-16"0,-2 0-12 0,4 0-13 16,4 0-10-16,-5 2-5 0,5-2-17 0,0 0 6 16,0 0-3-16,-9 0 10 0,9 0-3 0,0 0-3 15,21-2 0-15,-5-1-10 0,14 2-8 0,2-4-7 16,7-1-9-16,16-1-4 0,6-3-1 0,3 3-6 0,35-4 12 0,-6 0-1 15,0 0 5-15,-2-1 8 0,2 0 2 0,-2 0-3 16,-26 8-5-16,0-6-2 0,-5 4-3 0,-6-2-11 16,-17 6 1-16,-5-3-6 0,-9 4-1 0,-5-1-7 15,-1 0-5-15,-6 0 0 0,-3 2-25 16,-2 0-16-16,-6 0-7 0,0 0-18 0,0 0-14 16,0 0-24-16,-46 3-17 15,16 0-34-15,-1 2-22 0,-2-2-162 0,-2 3-342 16,2 1 151-16</inkml:trace>
  <inkml:trace contextRef="#ctx0" brushRef="#br0" timeOffset="-195623.42">16504 15469 107 0,'18'-4'140'0,"4"3"-21"16,-2 0-10-16,2 1-7 0,1 1-9 0,-2 1-9 15,1 4-27-15,-4 1 7 0,0 4-10 0,-4-1-4 16,0 2-5-16,-5 5-5 0,0-1-1 0,-5 1-9 15,-3 9-9-15,-9-2 9 16,-2 6-7-16,-6-3 3 0,-4 4-4 0,-9 5 10 16,-4-2-6-16,7-9-10 0,-2-1 5 0,1-5 14 15,3 0-3-15,0-2 7 0,6-7 3 0,1 1 4 16,8-3-2-16,0-3 7 0,-1 0 16 0,2 0 11 16,5-3 10-16,-3 0 8 0,6-2-3 15,0 0-11-15,0 0-4 0,0 0-16 0,27-4-4 16,-6-1-9-16,7 1-4 0,0-1-14 0,4-3-18 0,0 3-26 0,1 0-26 15,-1-2-52-15,1 3-44 0,2-2-62 0,-10-1-137 16,2-1-363-16,-5 2 161 0</inkml:trace>
  <inkml:trace contextRef="#ctx0" brushRef="#br0" timeOffset="-195322.08">17052 15407 30 0,'1'-9'271'0,"-1"3"-21"0,0 1-24 16,2-2-23-16,-2 5-26 0,0-2-20 0,2 0-17 15,-2 4-15-15,0 0-16 0,0 0-10 0,4 10-11 16,-4 1-11-16,0 1-8 0,0 4-10 0,0 2-4 0,0 6-7 0,0-4-1 16,-2 7-5-16,0 1-4 0,-2-2 0 0,0 3-6 15,-2 0-3-15,2-4-5 0,-1-1-2 16,3 2-2-16,-1-6-4 0,1-2 2 0,0-1-4 15,1 0 1-15,-2-6-4 0,5 1 5 0,-2-2-1 16,-3-4-2-16,4 4 1 0,1-3-1 0,-1-1-1 16,4-2 5-16,0-1-4 15,7 2 5-15,1-2-7 0,6-3-9 0,0 0-25 16,1-3-29-16,3-2-32 0,-3 0-46 0,8-3-39 16,-7 0-204-16,5-7-404 0,-2 2 180 0</inkml:trace>
  <inkml:trace contextRef="#ctx0" brushRef="#br0" timeOffset="-195137.17">16908 15622 257 0,'0'0'254'0,"0"0"-23"0,0 0-30 0,0 0-20 16,19-11-22-16,0 5-11 0,14-2-28 0,7 2-33 0,12-5-36 0,6 2-37 0,1 0-41 15,-1 0-28-15,1-3-82 0,-8-1-111 16,-15 0-267-16,-3 5 118 0</inkml:trace>
  <inkml:trace contextRef="#ctx0" brushRef="#br0" timeOffset="-194820.47">17595 14683 115 0,'0'0'157'0,"12"13"-17"0,-2 3-6 15,4 8-15-15,-1 6 6 0,10 16-19 0,-5 6 6 16,0 3-11-16,1 2-2 0,-4 3-3 15,8 20-10-15,-13-21-9 0,-1 23-5 0,-5 3-3 16,-8-1-7-16,-1-26-5 0,-14 29-7 0,-8-9-11 16,-2 2 5-16,3-29-6 15,-12 24-2-15,2-24-4 0,-5-5-2 0,-19 18-1 16,18-21-13-16,-6-3-15 0,-4-1-18 0,-22 9-34 16,22-18-59-16,-6-4-201 0,-1-3-337 0,-1-7 150 15</inkml:trace>
  <inkml:trace contextRef="#ctx0" brushRef="#br0" timeOffset="-194389.15">16349 14812 98 0,'-6'10'153'0,"-3"9"-4"0,-4 12 2 16,-7 16-1-16,-2 6-1 0,4 4-6 0,-5 26-2 15,9-25-13-15,-3 31-14 0,8-5-3 0,8-1-9 16,5-25-8-16,10 29-23 0,8-9 1 0,1-23-7 0,19 19 1 16,-6-25-7-16,27 15-11 0,8-7 5 0,4-10-8 0,-17-16-2 15,29 10-5-15,-3-11-38 0,-25-11-64 0,6-4-108 16,-2-1-163-16,-5-7-362 0,-5-7 160 0</inkml:trace>
  <inkml:trace contextRef="#ctx0" brushRef="#br0" timeOffset="-193201.63">17850 14324 186 0,'1'-4'241'0,"4"0"-24"0,0-1-24 0,4 1-22 0,2-3-16 15,6 3-15-15,1 0-19 0,1 3-13 0,4-1-7 16,-4 3-13-16,4 1-9 0,0 2-8 0,-3 2-11 15,-1 1-9-15,-3 2-3 0,-2 2-9 0,-2 0-3 16,-3-1-6-16,-3 2-3 0,-3-1-7 0,-1 2-1 16,-4 4-9-1,-5-1-3-15,-2-1 5 0,0 0-8 0,-2-2 2 0,-3-1-2 16,5-3-1-16,-4 3-1 0,3-5-4 0,2 0 7 16,2 0-5-16,1-1 3 0,-3-2-3 0,6-1-9 15,-1 2 2-15,2-3 0 0,1-2 5 0,4 7-1 16,-2-2 0-16,11-1 3 0,-3 1-4 0,9 2 1 15,1-2 0-15,-1 1-3 0,0 6 2 0,-3-3 3 16,3 2-1-16,-2-2-4 0,-3 0 4 0,-1 3 1 0,-3-2-4 16,-2 0 4-16,-2 0 0 0,-3 2 1 0,-3-2 3 15,-4 3-3-15,-8 0-1 0,-2 3-28 0,-8-2-19 0,-2 3-19 16,-1-3-38-16,-3 0-43 0,-3 0-151 0,4-3-323 16,-1 0 143-16</inkml:trace>
  <inkml:trace contextRef="#ctx0" brushRef="#br0" timeOffset="-192500.62">18551 15180 202 0,'-6'-1'239'0,"6"1"-16"16,0 0-20-16,-6-2-16 0,6 2-19 0,0 0-18 16,0 0-19-16,27-2-11 0,-9-4-15 0,4 5-11 15,14-5-12-15,1 2-9 0,13-2-7 0,1 0-28 0,1 3-2 0,-11 1-15 16,12-5-9-16,-14 3-20 0,-3 3-18 0,-3-2-33 15,-5-1-26-15,-5 2-42 0,-5-1-49 0,-8 1-103 16,-3-1-301-16,-5 0 134 0</inkml:trace>
  <inkml:trace contextRef="#ctx0" brushRef="#br0" timeOffset="-192284.47">18845 14963 224 0,'-3'-4'257'0,"3"4"-23"16,0-4-26-16,0 4-25 0,0 0-25 0,-4-2-16 15,4 2-17-15,0 0-16 0,-1 13-12 0,-2-4-14 0,1 4-3 0,1 7-7 16,-3-2-12-16,2 8-3 0,0 1-6 0,2 1-8 16,-1 0-2-16,2 3 0 0,-1 1-2 0,0-1-30 15,2-1-23-15,0 2-27 0,3-5-36 0,5 0-48 16,-1-2-62-16,3-9-129 0,2-2-339 0,-1-5 150 15</inkml:trace>
  <inkml:trace contextRef="#ctx0" brushRef="#br0" timeOffset="-192099.53">19706 15100 37 0,'4'-5'205'0,"-3"1"-18"0,3 0-32 16,1 3-43-16,3-3-32 0,2 1-55 0,11 0-45 16,-1 2-111-16,6 0-141 0,6 0 63 0</inkml:trace>
  <inkml:trace contextRef="#ctx0" brushRef="#br0" timeOffset="-191961.31">20500 15016 173 0,'2'-3'215'0,"3"-2"-21"0,0 2-22 0,3-1-17 16,2 0-26-16,8 1-33 0,5 0-43 0,9 0-50 0,3 0-42 15,3 3-154-15,2-2-207 0,13 2 92 0</inkml:trace>
  <inkml:trace contextRef="#ctx0" brushRef="#br0" timeOffset="-191814.16">21306 14913 62 0,'6'-6'183'0,"6"-2"-19"0,6-1-26 0,7-2-25 0,5 2-39 16,4 2-49-16,3 1-40 0,1 1-24 0,-2-4-79 16,-1 3-128-16,-2 1 58 0</inkml:trace>
  <inkml:trace contextRef="#ctx0" brushRef="#br0" timeOffset="-191713.92">21778 14803 28 0,'0'0'205'0,"6"-3"-11"0,-6 3-4 16,4-3-12-16,-4 3-11 0,4-2-12 0,-4 2-17 0,0 0-14 16,3-2-14-16,-3 2-20 0,0 0-33 0,4-2-42 15,-4 2-59-15,4-3-66 0,-1 1-140 0,-3 2-271 16,12-6 121-16</inkml:trace>
  <inkml:trace contextRef="#ctx0" brushRef="#br0" timeOffset="-190897">22033 14230 129 0,'-2'-4'161'0,"2"4"-23"0,-2-3 1 0,2 3-21 16,0 0-16-16,7-2-13 0,-7 2-7 0,21 2-4 15,-4-1-27-15,6 1-2 0,5 3-16 0,-1 0-13 0,1-2-12 0,-1-2 12 16,0 3 1-16,-4-2-23 0,-2-2 13 0,8 1-3 16,-8-1-3-16,-3-3 16 0,3 0-4 0,-6 1 7 15,3-2 19-15,-5-1 17 0,-2 0 19 0,-2 1 4 16,-1-1 9-16,2-2 3 0,-4 0-5 0,-2 2 3 15,3-1-6-15,-2-1 0 0,-1 1-11 0,-1-1-5 16,1 2 0-16,-1 0-1 0,-1 0 0 0,2 0-8 0,-4 0-8 16,1 1-6-16,3 1-4 0,-4 0-7 0,0 3-1 15,2-4-10-15,-2 4-8 0,0 0-11 0,3-3-21 16,-3 3-30-16,0 0-4 0,0 0 5 0,3 12 3 0,-6-2 5 16,0 9 4-16,-3 8 1 0,1 6 0 0,-9 12 4 15,1 3 5-15,-3 5 2 0,-7 25 2 16,-3 4 4-16,7-2-4 15,9-24 8-15,-12 29 0 0,13-27-2 0,-5 21 3 16,9-23-1-16,1-1 4 0,-1-3 0 0,5 0-2 16,0 1 2-16,0-3 1 0,4-3 0 0,-3 3 3 15,2-2-1-15,-2-17 3 0,-1 0-4 0,1-4 4 16,2-1 0-16,-3-6-2 0,-3-2 2 0,3-2-5 16,0-5 3-16,0 0-8 0,0 0 5 0,-1-4 3 15,1 1-1-15,0-2 1 0,0 0 2 0,0-1-2 0,-1-2 0 0,1 0 3 16,0-3-3-16,-3 8 3 0,3-5-2 15,0-3 5-15,3 4-6 0,-3-4 2 0,0 0 0 0,-3 3 2 16,3-3 0-16,0 0-2 0,0 0 2 0,0 0 0 16,0 0 0-16,0 0 1 0,0 0-2 0,0 5-2 15,0-5 0-15,0 0-1 0,0 0 4 0,0 0-4 16,0 0-1 0,0 0-5-16,-4 6 22 0,1-5 4 0,0 3 3 15,-8 1 5-15,0-1-2 0,-10 1-1 0,-13 2 3 16,-19 1-8-16,-14-2 2 0,-34-1-17 0,-6-2-33 0,-11-3-67 15,-7-3-117-15,1-5-151 0,0-6-393 16,8-10 174-16</inkml:trace>
  <inkml:trace contextRef="#ctx0" brushRef="#br0" timeOffset="-189125.25">4593 14873 9 0,'-7'-1'162'0,"-5"-2"-15"0,-7 2-21 0,-13 1-14 0,-5 2-4 16,-15 3-11-16,-1 2-13 0,-3-2-9 0,2 0-15 16,15 3-1-16,-13-1-9 0,0-2-2 0,19-2-2 15,-3 0-8-15,4-2 0 0,3 1-8 0,6-2 6 16,2 2 2-16,5-4-6 0,2 2-4 0,1-1 1 16,4 0 12-16,-4 0 9 0,8-1 8 0,-3 1-1 15,3-1-2-15,0 0-3 0,0-1-4 0,4-1-5 0,-3 0 4 0,4 4-4 16,-3-8-4-16,3 6-6 0,-1-4-1 0,1 1-2 15,0 1-4-15,0 4-1 0,0-5 2 0,0 5-5 16,-2-6-3-16,2 6-6 0,0 0-7 16,0-5-17-16,0 5-12 0,0 0 4 0,0 0 5 15,-2 24-5-15,2-5 3 0,-1 15 6 0,-3 1-4 0,2 16 5 16,-6 6-2 0,0 1 2-16,-5 30 0 0,2-2 4 0,5 3-6 15,-2-7 5-15,-2 2 0 0,6-25 1 0,0 25 0 16,3-23-5-16,-2 23 6 0,2-29-5 0,-2 2 6 0,2 2-5 0,1-1 6 15,0-2 1-15,1 0 25 0,-1-4 2 0,0-1-8 16,0-1 3-16,-1-5-31 0,1-10 9 0,-1 2-9 16,1-6-1-16,-1 3 1 0,3-5 4 0,-4 1 1 15,0-4 0-15,1-1 7 0,-2-7-10 0,2 1 5 16,-2-3 6-16,0 1-4 0,2-5-2 0,-1-1 1 16,1 0 0-16,-2-2-5 0,1 0 7 0,2-1 0 15,-1-1 1-15,-1-1 2 0,1-2 0 16,0 0 3-16,-1 3-7 0,1-4 5 0,1-3-4 15,-1 5 8-15,1-5 14 0,-1 5 3 0,1-5 3 16,0 4 0-16,0-4-3 16,0 0 3-16,0 0-7 0,-3 2 2 0,3-2-8 15,0 0 6-15,0 0-11 0,-1 5 2 0,1-5-3 16,0 0-3-16,0 0 0 0,0 0-2 0,0 0 2 16,0 0 0-16,-2 5-2 0,2-5-2 0,0 0 3 15,0 0 5-15,0 0 19 0,0 0 12 0,0 0 4 16,0 0 7-16,0 0-1 0,0 0-7 0,22-7-4 15,16 0-27-15,53-8-33 0,10-6-39 0,13 4-71 0,10-7-277 16,14 4-438-16,-14-11 193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30:41.18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2935 2455 169 0,'0'0'214'0,"0"0"-7"0,0 0-12 0,0 0-6 0,0 0-15 15,0 0-3-15,0 0-14 0,0 0-14 0,0 0-9 16,-2-5-17-16,2 5-10 0,0 0-13 0,0 0-11 15,0 0-10-15,0 0-7 0,0 0-3 0,0 0-13 16,0 0-6-16,0 0-7 0,0 0-9 0,0 0-11 16,0 0-3-16,0 0-15 0,0 0-1 0,0 0-12 15,-6 8-6 1,5-4-5-16,1-4-1 0,0 0-11 0,-1 5-13 16,1-5-14-16,0 5 15 0,0-5-1 0,1 4 2 15,0-1 6-15,-1-3 4 0,5 2 9 0,-5-2 5 16,6 0 1-16,2 0 4 0,3-2 2 0,1-1 8 15,-2-2-5-15,3 1 6 0,4-6 6 0,-7 5 5 16,8-5 9-16,-3 3 4 0,-5-4 17 0,1 5 4 16,1-6 10-16,-1-2-7 0,-1 6 12 0,-3 0 21 0,-1-3 18 0,-1 6 11 15,-1 0 10-15,-2-2 1 0,1 3 0 0,-1-1-6 16,0 0 4-16,-2 5-7 0,0-9-13 0,-2 3-12 16,0 1-17-16,2 5-18 0,-17-2-3 0,3 3-6 15,-10 3-8-15,-4 9 1 0,-4 1-6 0,-13 7-5 16,-2 8-1-16,3 3-1 0,-4 4-7 15,0 4 2-15,-17 18-2 16,22-16-5-16,4 2 5 0,1-1 0 0,5 3 0 16,-1-6-4-16,9 3 3 0,11-10-3 0,0 0-9 15,4 2-1-15,5-5-4 0,5 1 5 0,4-5-1 16,6 0 1-16,5-3 3 0,6-4 6 0,4-4 0 16,7-1-1-16,0-7 3 0,22 0 1 0,-3-4-3 15,0-3 2-15,1-6 1 0,-13 2 1 0,-1-1-5 16,-1 0-1-16,0-2 4 0,-5 1-2 0,-13-1 3 0,-1 2 0 15,-5 2-2-15,1-2 15 0,-5 2 9 16,-1 1 2-16,-8 2 4 0,12-4 1 0,-12 4 0 16,9-1-7-16,-9 1-2 0,0 0 1 0,8-4-15 15,-8 4-12-15,4-3-18 0,-4 3-20 0,0 0-27 16,0 0-48-16,0 0-35 0,0 0-62 0,0 0-58 16,0 0-254-16,0 0-563 0,0 0 249 0</inkml:trace>
  <inkml:trace contextRef="#ctx0" brushRef="#br0" timeOffset="463.24">3448 2792 195 0,'-5'-4'302'0,"5"4"-21"0,-2-2-22 0,-2 0-21 0,4 2-22 16,-8-3-21-16,8 3-20 0,-9-1-15 0,9 1-19 16,-10 1-19-16,5 0-10 0,-5 1-15 0,-3 2-3 0,1 2-16 0,-3 3-15 15,-2 1-2-15,0 2-8 0,-7 2-3 16,3 2-8-16,3-1-8 0,0 6 7 0,-4 2-12 16,6 0 2-16,-1-1-6 0,8-6-2 0,-1 1-1 15,2 0 3-15,3 0-8 0,0-2 3 0,4-1-3 16,2-2 4-16,2-2 0 0,2 2-3 0,8-1 6 15,3-1 3-15,1-7 5 16,11 2 3-16,3-5-6 0,1-1 0 0,2-7 2 16,2-1-5-16,-3-3 2 0,-1-1-6 0,-4-1 23 15,-2-3 12-15,-6 1 30 0,-3 2 10 16,-1-6 3-16,-4 6 11 0,-3-2 2 0,-3 1-2 0,-2-2 2 16,1-1-9-16,-5 7 0 0,-3-4-5 0,-2 1-5 15,-1 0-7-15,-2 5-16 0,-1-3-14 0,-6 4-3 16,3 2-9-16,-1 2-20 0,0 3-15 0,-1-4-28 0,-3 4-33 15,3 0-51-15,1 3-42 0,3 1-49 0,-4 2-39 16,4 2-41-16,4-2-46 0,3 2-317 0,0-1-688 16,8 1 304-16</inkml:trace>
  <inkml:trace contextRef="#ctx0" brushRef="#br0" timeOffset="1048.06">3920 2925 194 0,'-4'1'221'0,"4"-1"-8"0,0 0-19 0,0 0-13 0,0 0-10 0,0 0-16 15,0 0-2-15,0 0-17 0,0 0-3 0,0 0 3 16,0 0-3-16,0 0-2 0,0 0-15 0,0 0 5 16,0 0-9-16,13-9-5 0,1 4-6 0,-1 0-14 0,7-4 2 15,6-2-17-15,0-2-4 0,0 2-9 16,-2-3 0-16,2 1-9 0,-8 2-5 0,6-5-5 15,-2 0 2-15,-7 3-2 16,1-1 6-16,-4-2 1 0,-2 3 8 0,-4 0 11 16,-2 4 7-16,-2-2-4 0,-3 3-3 15,-4-2-9-15,-4 4-12 0,-2-1-1 0,-8 2 10 0,-2 2-15 16,-8 5 9-16,-4 0-17 0,0 6-1 16,-3 1-7-16,-1 6 0 0,1 0-27 0,2 1 19 15,5 4-6-15,-2 2 5 0,9 0-8 0,0 2-3 0,5 2 8 16,5 2-6-16,8 1 11 0,4 2 11 0,5-2-15 0,10-3 9 15,3-1 11-15,8-4-18 0,2-1 10 0,11-6-6 16,12-2 7-16,2 0 2 0,1-5 2 0,-3-4-7 16,3-2 4-16,-3-5-3 0,-16 0-3 0,0-1 8 15,-7 2 13-15,-6 2 16 0,-8-2 23 0,-2-1 20 16,0 0 18-16,-4 4 6 0,-3-2 4 0,0 0 0 16,0 1-10-16,-5 1-9 0,9-1-17 0,-6-2-22 0,-3 3-27 0,0 0-44 15,7-3-63-15,-7 3-44 0,0 0-74 0,0 0-89 16,0 0-164-16,0 0-357 0,0 0-856 0,0 0 380 15</inkml:trace>
  <inkml:trace contextRef="#ctx0" brushRef="#br0" timeOffset="2119.73">4648 2396 108 0,'2'-11'256'0,"-1"1"-16"15,1 0-14-15,0 3-20 16,0 0-14-16,0 2-24 0,-2 0-18 0,2 0-16 16,-1 3-19-16,-1 2-13 0,0 0-14 0,0 0-9 15,9 12-9-15,-7 1-3 0,0 12-10 0,-1 7-8 16,-1 16 0-16,-5 6-4 0,-4 29-4 0,-1-25-3 16,-8 21-1-16,4-21-5 0,1 27-1 0,6-32 1 15,-1 2 2-15,0-4 6 0,6-4-1 0,2-11-1 16,1-3 0-16,0-1-4 0,5-3 3 0,-4-4-1 0,1-7-4 0,2-1-2 15,-2-5-2-15,0-4-2 0,-2 1 7 16,2-2 11-16,-2-3 22 0,2 0 22 0,-1-2 12 16,-2-2 13-16,12-4-25 0,-3-2-4 0,0-1-8 0,4-5-8 15,-3-1-7-15,0-1-1 0,-1-2 1 0,1-3-20 16,-4 1-4-16,1-1-2 0,-5 0-6 0,1-1-15 16,-6-5-10-1,-2 7-2-15,0 1-5 0,-4 2-9 0,-7 1 1 16,-7-3 0-16,0 5 2 0,-3 2-2 0,-2 2-1 15,5 2-1-15,1 1 7 0,4-1-3 0,-1 2 0 16,2 2 0-16,6-1 4 0,2 3-2 0,4-2 1 16,-3 2-1-16,8 0-14 0,0 0 1 0,0 0-8 15,14-11-16-15,8 7-13 0,15-5-27 0,-1-1-30 16,16-4-39-16,0-3-41 0,0 2-43 0,-1 0-48 0,-14 1-174 0,14-3-496 16,-15 4 219-16</inkml:trace>
  <inkml:trace contextRef="#ctx0" brushRef="#br0" timeOffset="2837.08">5103 2418 281 0,'1'-9'336'0,"1"3"-7"0,-2-1-22 15,2 2-20 1,-2 0-28-16,0 1-31 0,0 2-14 0,2-2-35 16,-2 4-27-16,0 0-21 0,0 0-16 0,0 0-13 15,1 20-14-15,-1 5-2 0,-4 9-11 0,-5 20-6 16,-3 0-4-16,-3 4-7 0,-4 23-4 0,8-26-6 16,-5 1-6-16,6 0-4 0,4-4 3 0,-1-2-8 15,5-15-2-15,3 2 2 0,-2-4-6 0,1 1-3 16,1-5 7-16,3-3-7 0,0-3 0 0,-1-4-5 0,0-9 0 0,1 1 6 15,2-2-5 1,-2-2 3-16,1-1-1 0,-1-2 17 0,1-2 6 16,3-2 3-16,-8 0 3 0,19-10-3 0,-9 6-2 0,0-6-2 15,-3 0-4-15,2-4-3 0,-1 0-4 0,-1-4-5 0,-2-2 3 0,-5 2-14 16,0-2-6-16,-2 1-18 0,-4-5-5 0,-1 6-3 16,-6-6-3-1,-1 9-1-15,-8-1-2 0,1 2 3 0,-5 1 5 16,-2 1 9-16,-3 4-13 0,4 2-1 0,-1 0 8 15,9 2 1-15,-1 2-6 0,3-1 2 0,3 3 8 16,4-2-3-16,2 0-14 0,2 1-18 0,6 1-5 16,0 0-1-16,0 0-2 0,15-7-8 0,3 2-3 15,11-2 3-15,10 2-6 0,19-6 5 0,1 5 4 16,0-5 5-16,10 3 6 0,-6-5-3 0,-2 5 6 0,-4-1 6 16,1 4 2-16,-8-4 5 0,-14 2 4 0,-1 2-1 15,-5-4 2-15,-12 5 10 0,-1-2 24 0,-5 4 37 16,-2 1 35-16,3-2 37 0,-8 1 16 0,-1 0 14 0,6 0 5 15,-6 1-1-15,-4 1-6 0,9 0-10 16,-9 0-13-16,0 0-18 0,5-1-10 0,-5 1-17 16,0 0-16-16,0 0-16 0,4 4-7 0,-4 0-5 0,-1 2-6 0,-2 1-2 15,3 2-3-15,-2 1-5 0,-1 0-2 0,2 2 0 16,-2 0-2-16,3 0 7 0,-1 4-8 0,1-3-2 16,-3 6 0-16,3-9 2 0,3 5-7 0,-3-3 2 15,0 4-6-15,0-6-26 0,1 0-20 0,-1-3-24 16,0-2-23-16,0 2-15 0,0-3-6 0,0-4 0 15,-1 8 14 1,1-8-10-16,0 3-4 0,0-3-10 0,0 0-99 16,0 0-68-16,0 0-68 0,-13-20-249 0,8 7-650 15,1-4 288-15</inkml:trace>
  <inkml:trace contextRef="#ctx0" brushRef="#br0" timeOffset="2984.15">5604 2637 178 0,'-5'-11'337'0,"4"2"10"0,-2 0-4 0,2 3-4 0,1-1-28 15,0 2-24-15,-4 0-25 0,5 0-29 0,-1 5-32 0,-1-7-26 16,1 7-29-16,0-3-50 0,0 3-26 0,0 0-41 16,0 0-39-16,10 1-51 0,-10-1-59 0,10 9-67 15,-2-4-72-15,-4-2-195 0,4-1-490 0,-2 0 217 16</inkml:trace>
  <inkml:trace contextRef="#ctx0" brushRef="#br0" timeOffset="3585.5">6016 2738 122 0,'0'0'246'15,"0"0"-16"-15,0 0-20 0,0 0-23 0,6 0-17 16,-6 0-18-16,19-1-17 0,-10-4-5 0,5 0-22 15,3-1-8-15,-2 0-12 0,3-3-7 0,1 4-10 16,-4-4-5-16,-4 3-8 0,2-3-5 0,-2 2-6 16,-3 0-2-16,-2 0 3 15,-1 2 12-15,-1 0 5 0,1 1 5 0,-4-1-11 16,-1 2-8-16,0 3-6 0,-9-7-4 16,0 6-6-16,-7 4-4 0,-3-1-4 0,-2 4-3 0,-6 3-2 15,-2 4-4-15,1 3-2 0,-3-2-3 0,6 2 0 16,-5 0-2-16,5 4 2 0,-1 5-5 0,2-5 4 15,4 2-3-15,3-3-2 0,0 2-2 0,12-5 3 16,0-2-3-16,1 3 9 0,3 0-9 0,2-4 3 0,7-4 14 16,3 5 2-16,2-4 9 0,9-4-2 0,6 0 1 15,5-3-4-15,18-4 0 0,-10-3-4 0,12-1-2 16,-14-2 6-16,12-1-9 0,0-3-1 0,-15 0-5 16,-1 2 6-16,-1-5 17 0,-2 1 13 0,-8-3 17 15,1 1 27-15,-8 3 16 0,-1 0 24 0,-5 0 34 16,2 2 26-16,-5 2 16 0,-2-1 15 0,-1 5 7 0,2 0 4 0,-6 0-11 15,4 0-16-15,-2 0-17 0,-2 0-25 0,-1 4-18 16,5-3-17-16,-5 3-23 0,4-2-27 16,-4 2-23-16,0 0-36 0,0 0-18 0,0 0-4 15,5 7 1-15,-5-1-1 0,0 1 0 0,0 2 3 16,0 3 0-16,0 0-2 0,0 4 1 0,-1 0 3 16,1-3 1-16,0-1-3 15,1 2-18-15,-1 0-31 0,0-2-23 0,0-3-29 16,-1-1-15-16,1-3-27 0,0 0-20 0,0-5-8 15,1 9-5-15,-1-6 11 0,0-3 3 0,0 0 2 16,0 0-49-16,0 0-91 0,0 0-63 0,-11-12-24 16,4 5-247-16,2-5-685 0,1-6 303 0</inkml:trace>
  <inkml:trace contextRef="#ctx0" brushRef="#br0" timeOffset="3723.77">6428 2581 201 0,'-5'-16'345'15,"0"5"21"-15,1 3 5 0,2 1-8 0,-1 0-32 16,1 2-32-16,2 1-39 0,-3 0-26 0,2 2-25 0,1 2-30 15,-2-7-46-15,2 5-20 0,0 2-21 0,0 0-36 16,0 0-49-16,18 7-58 0,-5 0-76 16,1 1-81-16,0-2-322 15,-2 0-572-15,-1 0 254 0</inkml:trace>
  <inkml:trace contextRef="#ctx0" brushRef="#br0" timeOffset="4941.59">6804 2882 129 0,'0'0'227'16,"-1"5"-20"-16,1-5-10 0,0 0-11 0,0 0-6 15,0 0-13-15,0 0-11 0,0 0-10 0,0 0-9 0,0 0-11 16,0 0-11-16,0 0-12 0,11-7 28 16,3 3-18-16,-2-2-16 15,8-1-3-15,-2-2-15 0,9-1-9 0,-3-3-6 16,-3 3-5-16,4-3-4 0,-7 1-10 0,4-3-1 16,-6 3-7-16,0-2 0 0,-2 1 13 0,-3 2 13 15,-2 1 24-15,0 0 14 0,-4 2 3 0,0-1-3 16,-2 4-2-16,0-3-5 0,-1 4-2 15,-4-3-10-15,-1 4-12 0,-1-1-11 0,-4 1-27 0,-3 3 15 16,-2 3-5-16,-6-1-2 0,-3 5-5 0,-3 1-11 0,-3 4 10 16,1 0-9-16,0 4-7 0,4-1 1 0,-3 2-4 15,7 1 0-15,-2-2 2 0,5-2-2 0,3 0-4 16,3 2-12-16,3 0-19 0,1-2-7 0,6-1-4 16,2 2-2-16,4-5 4 0,6 2-7 0,4 3 3 15,11-3 2-15,5-3-10 0,6-4-8 0,14-1-23 16,-13-1-9-1,12-5-7-15,-11-1 1 0,-1-2 3 0,0-2 6 16,-2-4 7-16,-3-2 10 0,-3 3 7 0,-8-2 28 0,-4 4 26 16,-1-3 33-16,-4-1 36 0,-5 3 46 0,1 1 24 15,-2-2 19-15,0 3 20 0,-6 0 25 0,7-1 12 16,-8 3 7-16,3-1-4 0,0 0-7 0,-4 4-20 16,3-1-19-16,-3 3-24 0,1-5-17 15,-1 5-23-15,0 0-22 0,4-2-39 0,-4 2-33 0,0 0 3 0,0 0 0 16,-4 12-2-16,0-5-5 0,0 3 2 0,0 5-4 15,-2-1-8-15,1 4-22 0,0-3-8 0,2 0-18 16,-2 1-7-16,4-3 3 0,-2-5-16 0,3 2 13 16,-4 0-1-16,2-6 15 0,4 1 1 0,-2-5-1 15,-2 6 28-15,2-6 20 0,0 6 25 0,0-6 31 16,0 0 23-16,0 0-5 0,0 0-8 0,0 0-10 0,18-16-5 16,-13 6-6-16,6-4-5 0,0 1-10 0,0-1-9 15,0-1 4-15,-3 1-4 0,4 3-7 0,2-1 0 0,-5 3-4 16,-3 2-6-16,-2 2-1 0,2 0-6 0,-1 1 2 15,1 1-25-15,-3 0-15 0,5 2-7 0,0 1-11 16,-8 0 1-16,16 8 0 0,-7 0-6 0,4-1-1 16,1 3-9-1,0-1-6-15,-1 4-15 0,5-1-12 0,2 5 2 16,-2-6-30-16,0-1 13 0,0-3 0 0,0 4-8 16,-1-7 7-16,0-1-4 0,-4-1 18 0,1-2 16 15,-4-2 9-15,3-1 8 0,-4-4 10 0,0-1 20 16,0-1 27-16,-4-1 10 0,1-6 19 0,0-1 14 15,-4 2 12-15,1-5 11 0,-2 1 10 0,-1-8 3 16,0-2 15-16,0 2 0 0,4-5 12 0,-5 2 3 0,2 3 12 0,2 1 17 16,-3 9 17-16,0 3 7 0,-3 6-15 0,6-4-17 15,-3 9-12-15,0-5-17 0,0 3-34 16,0 2-41-16,0 3-62 0,0 0-16 0,0 0 12 16,3 12 5-16,-4 4-1 0,-1 4 14 0,-1 4-2 0,-1 3-2 15,4-1-26-15,-3 1-21 0,5 0-17 0,-2-1-13 16,1-2-30-1,2-5-22-15,-2 1-33 0,2-3-36 0,-3 0-38 16,3-5-55-16,-3-5-337 0,-1 0-721 0,1-4 319 16</inkml:trace>
  <inkml:trace contextRef="#ctx0" brushRef="#br0" timeOffset="5173.32">7730 2715 96 0,'-10'-4'321'0,"0"-2"-11"16,3 4-15-16,2-2-25 0,0 3-18 0,0-1-22 15,5 2-34-15,-5-2-9 0,5 2-15 0,0 0-18 16,0 0-5-16,33-2-11 0,3-1-2 16,23 1-11-16,8-3-7 0,32 0-10 0,-2-3-5 15,-1 2-14-15,-4 1-3 0,-28 0-7 0,-1 0-8 16,-5 0-16-16,0 0 4 0,-6 3-15 0,-17 0-10 0,-2-2 9 0,-14 3-13 16,-1-1-13-16,-5 1-9 0,-4 1-7 0,-3-1-21 15,-6 1-32-15,0 0-37 0,0 0-49 0,-24 4-43 16,3-3-67-16,-6 3-294 0,5-2-586 0,-5 3 259 15</inkml:trace>
  <inkml:trace contextRef="#ctx0" brushRef="#br0" timeOffset="5911.81">10006 2646 225 0,'0'-3'304'0,"-1"-1"-17"16,-4 2-22-16,5 2-24 0,-4-3-27 15,4 3-23-15,-5-3-25 0,5 3-15 0,-9 5-19 16,-5 2-10-16,1 3-17 0,-1 1-8 0,-6 7-10 16,0 4-6-16,4-2-10 15,-2 1-6-15,8-2-7 0,-4 1-6 0,3-4-6 16,2 2-4-16,2-2-2 0,2-1-5 0,2-4-5 16,2 2 0-16,2-3-1 0,0-1-2 0,3-2 4 15,0-1 7-15,6-2 4 0,2 1 13 0,3-7-2 16,2-2-22-16,3-1 12 0,-2-4-1 0,6-4 7 15,-6 2 11-15,-5 0 5 0,1-2 4 0,-2-2 2 16,-2-1-3-16,0 2-14 0,-4-3 0 0,-3-1-12 0,3-3-14 16,-4 1-3-16,-4 1-13 0,-4 0-8 0,1 2-9 15,-4 1-20-15,-4 0 9 0,2 4-17 0,-6 2-12 0,3 1-13 16,-4 3-14-16,-4 0-16 0,4 4-8 0,-2 1-21 16,2 4-17-16,4 0-25 0,1-1-34 0,3-1-36 15,2 1-35-15,5 0-169 0,3-2-469 16,0 0 209-16</inkml:trace>
  <inkml:trace contextRef="#ctx0" brushRef="#br0" timeOffset="6274.9">10216 2411 214 0,'1'-5'309'0,"0"3"-33"0,0-1-31 0,-1 3-31 0,0 0-23 16,0 0-20-16,0 0-19 0,-3 20-16 0,-5-3-14 15,-1 14-13-15,0 2-7 0,-9 13-15 0,3 5-5 16,-5-4-9-16,4 4-4 0,0-6-7 0,2-11-4 16,6 0-7-16,4 0 2 0,-1-2-7 0,2-1 12 15,-1-1-1-15,8-7 1 0,-1-3 2 0,3-3-1 16,-3-5-5-16,2 0 7 0,1-2 4 0,-1-3 15 0,-1-2 22 0,1-1 16 16,3-2 8-16,-8-2 4 0,11-2-3 0,-11 2-5 15,10-9-12-15,-7 3-21 0,1-5 11 0,-4 0-13 16,-1-1-13-16,1-6-21 0,-8-2-13 0,-7-1-11 15,0-1 0-15,-3-1-12 0,1 2 6 16,-2 2-6-16,7 4 19 0,-2 1 1 0,5 3 8 16,2 3 9-16,-3 0 2 15,3 2-11-15,2 0 1 0,1 2-13 0,4-2-14 16,0 6-8-16,18-7-17 0,10-2-24 0,23 1-43 16,12-1-64-16,33 4-79 0,5-3-92 0,0-6-423 15,-3 0-789-15,1-2 349 0</inkml:trace>
  <inkml:trace contextRef="#ctx0" brushRef="#br0" timeOffset="6891.15">12010 2285 155 0,'1'-9'315'15,"0"4"-6"-15,1 4-4 0,-2-4-15 0,0 5-17 16,1-9-14-16,-1 7-35 0,0 2-29 0,0 0-23 16,0-5-23-16,0 5-15 0,0 0-19 0,0 0-12 15,1 17-11-15,-1-4-8 0,-2 6-9 0,-4 7-4 0,-4 5-6 0,-1 18-10 16,-7 0 0-16,3 3-6 0,-3-2-8 0,1 0 0 16,-2-4 4-16,7-11-15 0,1 0 6 15,3-1-10-15,1-3 1 0,1-4-8 0,0-3 7 16,6-2-9-16,-5-7 5 0,5 2-2 0,-1-3 6 0,2-9-1 15,0 6 0-15,-2-6 0 0,2 3 12 0,-1-8 8 16,0 5 9-16,0-5 8 0,0 0-4 0,4 7 12 0,2-5-3 16,2-2-2-16,-8 0-13 0,27-4-4 0,-9-1-3 15,1 3-10-15,0-5-18 0,2 3-41 0,4-2-53 16,2-2-60-16,-5 3-74 0,7-4-104 0,-11-1-333 16,1 2-702-16,-6-1 311 0</inkml:trace>
  <inkml:trace contextRef="#ctx0" brushRef="#br0" timeOffset="7091.89">11658 2681 312 0,'-5'0'358'0,"5"0"-23"0,0 0-30 0,0 0-53 15,0 0-26-15,0 0-26 0,25-9-27 0,0 1-44 16,11 2-50-16,14-6-66 0,2 3-74 0,4-4-96 16,-2-3-204-16,3 1-391 0,-5 0 173 0</inkml:trace>
  <inkml:trace contextRef="#ctx0" brushRef="#br0" timeOffset="7630.09">12375 2073 29 0,'0'0'314'15,"4"-5"-33"-15,-4 5-30 0,0 0-31 0,0 0-21 16,0-4-25-16,0 4-20 0,0 0-18 15,0 0-11-15,0 13-17 0,0-5-10 0,0 1-7 16,-1 3-11-16,-2 2-9 0,1 4-6 0,-6 8-4 16,4-6-4-16,-1 5-7 0,0 0-1 0,-3-8-6 15,3 2-6-15,3-7-4 0,-2-1 2 16,0-1-8-16,1 0 2 0,2-6 0 0,0 1 19 16,1-1 48-16,-3 0 61 0,3-4 30 0,0 0 8 0,0 0-21 15,0 0-14-15,17-13-17 0,-2 1-15 0,-2-2-5 0,4 2-9 16,-3-2-16-16,2 2-9 0,-1 0-8 0,1 1-18 15,-3 1 0-15,-2 4-8 0,-2 1-8 0,-1-2-7 16,2 3-14-16,-5 2-7 0,0 2-10 0,-5 0-30 16,17 9-5-16,-11-1-25 0,6 6-13 0,-2 10-44 15,0-2-39-15,-1 3-51 0,-1 6-79 0,-8-5-402 16,4 0-734-16,-3 0 325 16</inkml:trace>
  <inkml:trace contextRef="#ctx0" brushRef="#br0" timeOffset="9093.35">14390 2367 248 0,'-1'-4'258'0,"-1"-1"-17"0,0 0-14 0,2 3-20 15,0 2-23-15,-2-5-17 0,2 5-24 16,0 0-9-16,0 0-20 0,-21 7-10 0,8 5-13 16,-7 5-3-16,-3 5-13 0,1 0-5 0,3 4-8 15,-2-4-6-15,4 2-6 0,-1-2-4 0,6 0-6 0,4-4-1 16,0-2-4-16,3 1 1 0,1 0-8 0,1-3-1 15,2-4-7 1,1 0 4-16,3-1-1 0,-1-2 3 0,1 0 0 16,2-4 30-16,1 0 17 0,6-1 10 0,-1-5 1 15,6-2 2-15,-2-2 4 0,3-2-1 0,-4-4-8 16,1-1-4-16,2-7-9 0,-3 6-13 0,0-9 3 16,0 1-2-16,-6-4-16 0,-4 9-5 0,1-8-2 15,-5 7-16-15,1-1-5 0,-3 0-14 0,-1 3-16 16,-3 0-11-16,-1 7-7 0,-4 3-15 0,-1-2-17 0,-4 4-14 0,-1 0-22 15,-2 3-18-15,-3 1-27 0,4 4-29 0,4-2-42 16,1 3-51-16,-3 1-171 0,7-1-480 0,4-1 213 16</inkml:trace>
  <inkml:trace contextRef="#ctx0" brushRef="#br0" timeOffset="9493.84">14654 2213 2008 0,'6'-10'188'0,"-1"1"-14"0,-5-1-11 16,4 5-26-16,-3-2-31 0,3 2-25 0,-4 1-32 15,2 1-13-15,1 0-11 0,-3 3-5 0,0 0-4 16,0 0-5-16,0 17-1 0,-5 2 3 0,-1 6-1 0,-2 9-1 16,-7 12-2-16,-1 2 2 0,0 2 3 0,3 1-1 15,-2-2-3-15,4-3 0 0,5-14 2 0,1 2-1 16,1-3 1-16,-2-1-3 0,5-3-1 0,-1-2 2 15,2-8 1-15,0-3-3 0,2-4 1 0,-1 0 6 16,-1-5 8-16,0 2 23 0,1-2 35 0,-1-5 43 16,0 7 39-16,0-7 15 15,0 0-22-15,0 0-17 0,0 0-16 0,4-12-7 16,-4 5-24-16,-4-1-27 0,2-4-6 0,-6-7-22 16,0 2-10-16,-6-5-37 0,4-2 22 0,-6 0-2 15,1 0-4-15,0 4-2 0,2 3 7 16,3 3 12-16,-2 1 8 0,2 4-3 0,4 1 3 0,-1 1 1 15,1 2-7-15,3 1-6 0,1 1-7 0,2 3 2 16,4-9-14-16,7 5-4 0,17 0-18 0,22-5-34 0,13 4-27 16,32-2-32-16,5-1-35 0,3 1-55 0,-8 2-53 15,6-1-73-15,-36 0-284 0,40-1-665 0,-9-5 295 16</inkml:trace>
  <inkml:trace contextRef="#ctx0" brushRef="#br0" timeOffset="9909.49">15976 2140 256 0,'2'-3'369'0,"0"-4"-18"16,-4 0-12-16,4 4-18 0,-2-2-22 0,0-3-15 15,1 5-25-15,3 0-22 0,-4 3-30 0,1-7-22 16,1 5-24-16,-2 2-20 0,0 0-34 0,0 0-42 0,0 0-2 0,0 0-16 16,2 17-8-16,-4 2-12 0,-1 8 7 0,-1 7 3 15,1 16-8-15,-6 1-1 0,0 5-2 0,-3-5 2 16,3 2 2-16,1-5-8 0,2 0 2 0,0-14-1 15,3-4-2-15,1 1 5 0,0-4-12 16,1-8 3-16,1 0-12 0,-1-2 3 0,1-3 4 16,-1-4-10-16,1 0-3 15,-2-5 2-15,4 0 3 0,-4 0 5 0,2-1 0 16,0 1 6-16,0-5-3 0,0 0-20 0,0 0-49 16,0 0-41-16,0 0-32 0,-6-12-29 0,2 1-33 15,1 3-50-15,1-4-43 0,-4-6-219 0,2-1-545 16,1-2 241-16</inkml:trace>
  <inkml:trace contextRef="#ctx0" brushRef="#br0" timeOffset="10147.43">15827 2506 57 0,'-12'-8'171'0,"3"4"-3"16,-3-2-4-16,1 2-3 0,-3 1-14 15,5 2-4-15,-1-3-8 0,4 3-8 0,-1 0-7 16,2-1-7-16,1 0-4 0,4 2-2 0,0 0-8 0,0 0 4 16,0 0 12-16,0 0 3 0,0 0-5 0,27-1-12 15,-4-1-8-15,9 2-12 0,0-4-5 16,5-1-5-16,15 2-5 0,2-2-7 0,-16 2-6 0,1-3-6 0,-1 3-3 15,-1 0-7-15,-5-1-2 0,-4-1-4 0,-10 2-2 16,-4 1-4-16,-1 1 0 0,-8 1-6 0,3-1-2 16,-2 0-4-16,-1-3-16 0,-5-1-27 0,0 5-10 15,0 0-10-15,-15-3 6 0,3 1-12 0,2 2-19 16,-9 0-10-16,7 0-22 0,1-2-38 0,-2 2-34 16,3 0-218-16,0 1-429 15,10-1 190-15</inkml:trace>
  <inkml:trace contextRef="#ctx0" brushRef="#br0" timeOffset="10826.4">16423 2239 403 0,'3'-7'425'15,"-2"2"-19"-15,3 2-31 0,-4 3-43 0,1-6-42 16,-1 6-32-16,3-5-32 0,-3 5-25 0,0 0-22 15,0 0-12-15,5 17-22 0,-4-3-19 0,-1 8-10 16,-1 5-9-16,-7 6-13 0,-1 13-9 16,-1 2-8-16,-2-4-7 15,-1 2-4-15,0-1-8 0,4-12-21 0,0-1-16 16,3-4-15-16,-1-6-8 0,2-5-9 0,3-3-6 16,0-4 0-16,1-1 3 0,0-4 6 0,2 5 3 15,-2-7 1-15,1 0 17 0,0-3-5 0,5 1 7 16,-5-1-19-16,19-4 5 0,-4-6-4 0,3 2-4 0,1-6-15 15,3 0-9-15,1-3-12 0,4 1-5 0,-4 0-4 16,-9 3 14-16,4 2 4 0,-5 0 4 0,-2 6 15 0,-6 1 9 16,2-2 17-16,-1 3-11 0,-2 1 1 15,0-1-4-15,1 1-2 0,-1 0-1 0,-4 2-3 16,3-3-8-16,-3 3 5 0,0 0-4 0,7 5 1 0,-5-3 5 16,-2-2-4-16,2 6 8 0,-1 1 3 0,2-4-7 15,-3 3 2-15,2-4 1 0,2 5 5 0,2-3 3 16,-1 1 1-16,4 0 4 0,4-1-2 0,5 0-1 0,0-1 4 15,11-1 6-15,1-2 1 0,0-1 1 0,1-2 7 16,-3-2-8-16,4 1 0 0,-4-4 8 0,-7 2 6 16,6-5 4-16,-7 4 4 0,-2-4 8 0,0 0 16 15,-3 4 12-15,-3-7 0 0,-2 6 14 0,-1 0 16 16,-3 1 7-16,-1 0-1 0,-1 0-9 0,-3 2-6 16,-1 1-13-16,-1 0-19 15,-3 0 0-15,-4 1-8 0,-4 3-8 0,-7 3-9 16,-8 4 0-16,0 0-8 0,0 5 0 15,0-2-1-15,8 0-6 0,-4 4-5 0,5-1-7 16,3 6-23-16,3-3-4 0,6 0-7 0,5 1 0 16,2 0 5-16,7-1 3 0,4-2 4 0,3 1 1 0,15 2 11 15,5-6-18-15,16 2 14 0,1-1 5 0,8-2 3 16,-2-3-1-16,2-5-2 0,-6 2 4 0,0-4-6 0,-15 1 9 16,-2-1-1-16,-8 0 3 0,-10-1 13 0,-5 1 12 15,-2 0 8-15,-2 0 3 0,-1 0-3 0,-3 0 0 16,-2-3-5-16,-4 3-14 0,9 0-10 0,-9 0-32 15,0 0-65-15,0 0-93 0,0 0-83 0,-22-3-84 16,3 0-426-16,0 2-835 0,3-2 370 0</inkml:trace>
  <inkml:trace contextRef="#ctx0" brushRef="#br0" timeOffset="11448.62">18960 2099 284 0,'2'-10'317'16,"1"6"-20"-16,-2-1-28 0,1-1-33 0,-1 1-28 16,0 3-25-16,-1 2-29 15,0 0-14-15,0 0-17 0,-1 22-12 0,-3 4-12 16,-2 6-12-16,-6 17-5 0,1 8-9 0,-2 3-5 16,-6 24-9-16,0-2 1 0,6-27-8 0,0 1-2 15,4-2-7-15,1-2 2 0,3-1-5 0,0-5-3 16,0-12 0-16,5-2-15 0,-2-3 6 0,0 3-19 15,2-6-20-15,0-7-25 0,0-2-18 0,-1-5-35 16,1-3-15-16,0-3-12 0,-4 0-6 0,4-3-85 0,0-3-206 16,0 0-446-16,-9-16 197 0</inkml:trace>
  <inkml:trace contextRef="#ctx0" brushRef="#br0" timeOffset="11726.69">18979 2462 1944 0,'-1'-5'118'0,"0"-2"8"15,-1 0-55-15,1 2-29 0,0 2-27 0,1 0-5 16,0 3-11-16,0 0 6 0,0 0-4 0,0 0 5 16,0 0-5-16,19 10-5 0,-4 1 9 0,-1 0-2 15,-1 2 3-15,11 3 1 0,-6 1 3 16,-4-1-3-16,-1-3-1 0,0 0 0 0,-4 0 0 16,-3-2-2-16,1 0-3 15,-4-3 3-15,-3 2-2 0,-3 1 5 0,-1-3-2 16,-6-1 1-16,-8 3 0 0,1-3 0 0,-10 1 1 15,0-1-3-15,-1-3-2 0,0 2 5 0,1-6-1 16,-1 0-3-16,0 0-15 0,9-1-12 0,-3-2-35 16,4 1-37-16,4-2-50 0,5 0-65 0,-1-4-108 15,4-1-345-15,7-2 152 0</inkml:trace>
  <inkml:trace contextRef="#ctx0" brushRef="#br0" timeOffset="12065.04">19342 2420 301 0,'0'0'270'16,"9"0"-31"-16,-9 0-26 15,6 1-22-15,-2 2-23 0,1 1-13 0,-1 3-20 16,4-2-13-16,-1 5-11 0,0 0-8 0,1 1-17 16,-1 4-2-16,2 0-9 0,-5 1-6 0,0 1-7 15,0 0-10-15,-2 1 0 0,-2-2-7 0,3-3-8 16,-1-4-1-16,-2 3-1 0,0-2-2 15,0-3-5-15,0-1-1 0,0-2 2 0,-1 1 19 16,0-1 20-16,-2 0 31 0,3-4 42 0,0 4 31 0,0-4 35 0,0 0 36 0,0 0 15 16,0 0-26-16,0 0-27 0,0 0-23 15,7-17-21-15,-5 7-17 0,8-5-18 0,-5-3-22 16,7-7-18-16,-1-1-23 0,6 1-30 0,-2-1-16 16,2 2-18-16,2 2-10 0,-1 5-19 0,-4 3-19 15,-2 1-31-15,2 0-30 0,-7 6-16 0,2 1-29 16,3 1-27-16,-2 2-40 0,-2 2-15 0,-1 2-29 0,-2 2-36 15,3-1-53-15,-5 3-183 0,-1 0-581 0,-2 4 258 0</inkml:trace>
  <inkml:trace contextRef="#ctx0" brushRef="#br0" timeOffset="12613.11">19829 2595 216 0,'0'0'214'0,"0"0"-15"0,0 0-15 0,-5 3-12 0,5-3-14 16,0 0-12-16,0 0-11 0,0 0 2 0,0 0-1 15,0 0 3-15,0 0 4 0,0 0-6 0,0 0-7 16,0 0-13-16,13-10-6 0,1 7-6 15,-2-8-10-15,6 5-5 0,3-6-4 0,3 0-8 16,-1-1-6-16,5 0-3 0,-5-2-5 0,3 3-5 16,-6-3 2-16,-3 3-1 15,-1-1-4-15,2 0 4 0,-5-2 7 0,1 3-4 16,-4 2 14-16,-1-2 0 0,-4 3 8 0,0 1 2 16,-1 3 4-16,0-2-15 0,-4 2-4 0,0 1-12 15,0 4-12-15,-4-7-13 0,-2 6-1 0,-7 1-6 16,-5 3-2-16,-1 3-13 0,-8 5 4 0,2 2-4 0,0 0-2 15,0 4-3-15,1 0-9 0,-1 3 7 0,7 4-2 16,-1-2 4-16,6-1-9 0,1 3 5 0,5-7-16 16,3 2 7-16,2-1-1 0,4-1-2 0,4-1 5 15,1-1 1-15,7 0 10 0,-4-3-1 0,8 0-4 16,0-5 4-16,9 3 11 0,1-3-7 0,2-1 5 16,-4-1 2-16,-4-1-2 0,-3-2 3 0,-5-2 1 15,-3 2 23-15,-4 0 10 0,2-2 7 0,-4 0-4 16,0 0 3-16,-5 0 0 15,8 1-9-15,-8-1-2 0,8 0-3 0,-8 0-15 16,0 0-12-16,9 0-18 0,-9 0-17 0,0 0-33 16,0 0-32-16,0 0-35 0,0 0-44 0,0 0-72 15,0 0-69-15,0 0-71 0,0 0-249 0,0 0-673 16,-13-14 297-16</inkml:trace>
  <inkml:trace contextRef="#ctx0" brushRef="#br0" timeOffset="12998.34">20372 2496 460 0,'1'-5'455'0,"3"0"-12"0,-1 0-13 0,-3 1-33 0,1 2-39 0,-1 2-36 16,1-6-37-16,-1 6-34 0,0 0-29 0,0-2-25 15,0 2-27-15,0 0-17 0,0 0-22 0,0 0-13 0,0 0-19 16,0 0-9-16,10 10-10 0,-6-3-23 0,0 1-6 15,-1 3-9-15,-1-1-10 0,-2 2 4 0,4 0-7 16,0 5 7-16,-2-1-11 0,2-1-5 16,0 0-1-1,-3-5 7-15,2 2-8 0,-2-3-2 0,2 2 0 0,-2-5-4 16,-1 1 4-16,3-2 1 0,-3-1 1 0,1-1 1 16,0 0 28-16,0 0 44 0,-1-3 45 0,0 0 35 15,0 0 25-15,0 0 32 0,0 0 5 0,0 0-27 16,0 0-24-16,13-10-18 0,-5 0-15 0,2-5-17 15,0-3-18-15,7-4-20 0,-1-3-14 0,1 3-16 16,0 1-7-16,-6 4-20 0,2 0-9 0,-3 2-18 0,-1 3-33 16,0 0-33-16,-4 4-39 0,0-1-49 0,-1 7-50 15,0-3-68-15,0 0-71 0,-3 3-69 0,-1 2-35 16,9-3-28-16,-9 3-398 0,5 8-934 0,-5-8 413 0</inkml:trace>
  <inkml:trace contextRef="#ctx0" brushRef="#br0" timeOffset="13268.72">20849 2458 283 0,'-2'-5'454'0,"5"1"-3"0,-3-2-12 16,0 1-19-16,1 4-28 0,-1 1-34 0,0-6-43 15,3 3-35-15,-3 3-30 0,0 0-28 0,0 0-29 0,0 0-23 0,0 0-25 16,0 0-27-16,0 0-24 0,0 0-9 0,0 0-4 15,2 12-10-15,0-2-7 0,-2-2 3 0,1 4-19 16,-1-1-18-16,-1 1 4 0,1 5-10 16,0-1-7-16,-2 0-19 0,4-1-17 0,-2-1-23 15,-2 2-18-15,2-5-23 0,0-1-18 0,-1-1-17 16,1 1-18-16,-1-3-14 16,-2-2-12-16,3 0-11 0,0-1-1 0,0-1 5 15,0-3-69-15,-6 2-81 0,6-2-208 0,-13-12-570 16,5 5 252-16</inkml:trace>
  <inkml:trace contextRef="#ctx0" brushRef="#br0" timeOffset="13415.45">20916 2247 1958 0,'3'-17'207'0,"-1"5"11"0,0 2-22 0,0 0-31 16,0 4-21-16,-1-1-51 0,-1 2-19 0,1 0-13 16,2 1-28-16,-2 0-38 0,-1 4-13 0,0 0-8 15,0 0-22-15,6 8-30 0,-4-2-35 0,0 4-43 16,1 0-49-16,-1 2-212 0,0 0-452 0,1-1 200 0</inkml:trace>
  <inkml:trace contextRef="#ctx0" brushRef="#br0" timeOffset="13785.22">21320 2376 33 0,'0'0'257'0,"-8"-1"-21"0,8 1-25 16,-12 1-24-16,3 3-16 0,-3 2-16 0,3 2-17 16,-7 5-15-16,3 1-8 0,-9 7-15 0,3 1-10 15,2 2-8-15,1-2-7 0,6-5-9 0,3 2-5 16,-2 0 8-16,4-1-5 0,4-1 0 0,1-1-6 16,1-5 0-16,3 1 9 0,3 0-2 0,0-3 5 15,3-1 4-15,4-1 10 0,0-1 4 0,0-3 2 0,4 0 8 0,1-4-8 16,3-1 2-16,-4-2 6 0,0-3 4 15,-3-1 3-15,3 2 4 0,-4-7-9 0,1-2-11 16,-3 3-9-16,1-5-9 0,-4 0-15 0,0-11-3 0,-1 3-18 16,-4 1-11-16,-2 5-4 0,-2 1-13 0,-3 2-6 15,0 1-3-15,-3 6-8 0,1-2-10 16,-4 0-19-16,-7 3-2 16,0-1-13-16,-2 4-14 0,3 0-18 0,1 4-20 15,1 2-28-15,-2 1-27 0,2 3-20 0,4-2-46 16,0 1-38-16,4 2-200 0,4-2-503 0,2 1 222 15</inkml:trace>
  <inkml:trace contextRef="#ctx0" brushRef="#br0" timeOffset="14185.41">21615 2401 239 0,'0'-5'400'0,"2"1"-23"0,0 1-39 0,-2 3-33 15,0-5-30-15,0 1-35 0,0 4-30 0,0 0-31 16,0 0-20-16,0 0-9 0,0 0-23 0,1 12-9 0,-1-3-7 0,-1-1-17 16,1 4-9-16,-4 5-4 0,0 2-13 0,4 5-6 15,-2-4-3-15,-3 1-6 0,2-4-5 16,2 1-3-16,-3-1 3 0,2-3-11 0,2-2-5 0,-3-4-4 16,3 3 2-16,0-4-5 0,-1-2 5 0,2 0 3 15,-2 0 13-15,1-2 27 0,0-3 14 0,6 2 5 16,-6-2-16-1,19-5-4-15,-8 0 5 0,1 0 10 0,5-4 4 16,-2 0-7-16,3-2-5 0,4-4-6 0,0-2-8 16,-1 1-6-16,1-1-4 0,2 2-5 0,-10 3 6 15,0 3 1-15,-3 0 0 0,3 1 0 0,-8 3-3 16,1 0-5-16,0 1-9 0,-4 1-9 0,0 0-5 16,1 1-8-16,-4 2-21 0,8-2-11 0,-8 2-5 15,10 4-12-15,-1-1-11 0,-1 4-25 0,2 0-34 0,0-1-34 0,1 3-34 16,1 1-44-16,5-1-46 0,-8-1-60 0,9 0-77 15,-4 0-260 1,-1-5-708-16,-2-1 313 0</inkml:trace>
  <inkml:trace contextRef="#ctx0" brushRef="#br0" timeOffset="14502.27">22216 2334 2 0,'0'-8'378'0,"1"3"-8"15,-1 1-17-15,1-1-29 0,1 0-25 0,-2 5-36 16,0 0-38-16,1-7-23 0,-1 7-12 0,0 0-29 16,0-5-22-16,0 5-33 0,0 0-18 0,0 0-6 15,0 0-11-15,0 0-8 0,-9 14-6 0,5-6 3 0,-2 2-15 16,3-1-3-16,-1 3-5 0,1 0-5 0,-1 1 3 16,1 3-11-16,3-1 1 0,1 2-2 0,3 2 0 15,1-1-3-15,3 0 2 0,1-1-4 0,0 0-5 16,0 0 0-16,2 0 0 0,-3-2-5 0,2-1 2 0,-1-2 2 15,-4-5-11-15,-1 3 2 0,-1-4-4 0,1 0-3 16,-2-1-1-16,2 0 0 0,-4 0 2 0,-4-3 8 0,-2 3-2 16,-5 1 0-16,-4 0 0 0,-13 0 0 0,6-1-14 15,-8 0-43-15,-2 0-58 0,-3-1-75 0,3-2-119 16,-1 0-225-16,6-4-574 0,9-3 255 0</inkml:trace>
  <inkml:trace contextRef="#ctx0" brushRef="#br0" timeOffset="15472.94">23703 2064 16 0,'0'-7'354'15,"0"1"-18"-15,-1 1-36 0,2 1-18 0,-1-2-30 16,0 4-36-16,0 2-21 0,3-3-40 0,-3 3-23 16,0 0-11-16,4 11-16 0,-6 4-10 0,1 5-14 15,-2 12-3-15,2 14-17 0,-1 9 4 0,-2-1-4 0,-2 4-6 0,-2 1-6 16,-1 0-1-16,4-1-7 0,-3-4 2 0,2-4-6 16,2-14-11-16,0-2 9 0,0-2-4 15,3-1-7-15,-2-6 6 0,-2 1-2 0,5-9-9 16,-5 1 7-16,1-4-5 0,3-2-4 0,1-5 4 15,-1 1-9-15,-2-4-9 0,3 1 9 0,-1 0-10 16,1-5-23-16,-7 5-62 16,7-5-55-16,-11-1-70 0,11 1-75 0,-15-12-176 15,10 3-497-15,1-2 220 0</inkml:trace>
  <inkml:trace contextRef="#ctx0" brushRef="#br0" timeOffset="15758.47">23725 2342 2163 0,'-6'-6'152'16,"-3"-1"-49"-16,2 2-4 0,2 0-7 0,-1 0-10 16,2 1-25-16,0 1-15 0,0 1-12 0,-1 0-9 15,5 2-2-15,0 0-7 0,0 0 3 0,5 17 0 0,3-8-3 16,3 5-3-16,9 3-1 0,0 3 11 0,3 1-2 16,5-1-3-16,-5 1 3 0,2 4 1 0,-4 0-2 15,2-4-4-15,-2-2 0 0,-1 2-2 0,-10-4 1 0,-1-2-4 16,-2-7 0-16,-5 4-5 0,-1 0 10 0,-3-3 2 15,-3 1 0-15,-7-2 8 0,-3 3-4 0,-3-3-5 16,-5 2 0-16,-5-3-2 0,-3 0 3 0,2 0-5 16,-1-3 4-16,1-1-6 0,1 0-6 0,6-2-17 15,1-1-19-15,0 0-18 0,2 0-26 0,6-2-30 16,-1 0-32-16,5-1-70 16,5-1-224-16,2-3-472 0,4 1 209 0</inkml:trace>
  <inkml:trace contextRef="#ctx0" brushRef="#br0" timeOffset="16408.41">24185 2321 244 0,'9'-8'338'0,"-1"2"-38"16,2 1-34-16,-4 3-19 0,3-1-32 0,0 2-24 15,5 0-22-15,-1 3-11 0,2 4-21 0,3 1-8 16,0 2-13-16,6 3-9 0,-2 5-6 0,0 0-12 15,-3 3-8-15,-4 1-10 0,1 1-8 0,-4 2 0 16,-1 0-8 0,-4 1 0-16,-2-7-12 0,-1 7-2 0,-2-6-5 15,0-1 1-15,-2 1-8 0,-4-2 0 0,0-5-16 16,1-2 16-16,-1-1-6 0,1-2 0 0,-1-2 4 0,-1 2 4 16,0-4 13-16,3 2 17 0,-2-3 18 0,4-2 17 15,-4 3-16-15,4-3 11 0,0 0-13 16,0 0-12-16,-3-17-15 0,8 7-19 0,4-5-29 15,4-2 3-15,10-5-15 0,-1-4-14 0,5 2-18 0,-2 1-7 0,3-2-1 16,13-2 10-16,-9 6 4 0,14-1 1 0,-14 5 4 16,3 4 0-16,-6-3 5 0,2 7 6 0,-3-3-13 15,-11 7 15-15,0-1-12 0,-4 1 16 0,-3 3 4 16,-1 0-2-16,-4 0 12 0,2-1-4 0,-2 3 8 16,0-3 0-16,-5 3 10 0,8-1-3 0,-8 1 2 15,0 0 5-15,5-1-4 0,-5 1-3 0,0 0 3 0,0 0-1 16,-17 8-8-16,7-4 4 0,-2 1-1 0,2 3-9 31,-4 1 8-31,-4-1-8 0,4 3 1 0,1-1-1 0,-4 2 0 0,-2 7 1 0,6-5 6 0,-3 2-7 16,2 6 0-16,4-6 3 0,0 1-3 0,-2 0 3 15,6-3 0-15,-2 3 5 0,7-5-8 0,0 2 1 16,1-6 2-16,0 2 5 16,1-2-1-16,4-2 13 0,-1-1 9 0,2-3 4 15,7 2 4-15,0-4 2 0,5 0-5 0,2-4 5 16,2-2-4-16,-3-4-7 0,0 3 4 0,5-8-5 15,-7 3-5-15,1-1 3 0,2-4-8 0,-7 1 4 16,4-5-4-16,-7 4 8 0,-3-1-10 0,-1 1-16 16,-5-2-6-16,-1 7-6 0,-1-5-7 0,-3 6-8 15,-2 0-6-15,-2 1-4 0,-7 1-4 0,3 4-7 0,-6 1-15 16,2-2-21-16,0 6-19 0,0 2-21 0,4 1-26 16,-2-1-28-16,4 5-25 0,0-1-33 0,3 2-42 15,2 0-186-15,5-1-503 0,1 1 222 0</inkml:trace>
  <inkml:trace contextRef="#ctx0" brushRef="#br0" timeOffset="16946.3">25625 2442 5 0,'-1'-5'276'0,"-7"-6"-23"16,3 5-21-16,-5-3-20 0,-6 1-17 0,4 3-17 15,-8 1-15-15,1 1-16 0,0-1-16 0,-4 4-11 0,-4 2-12 16,4-2-14-16,-3 7-9 0,-4-1-9 0,2 1-7 16,8 3-11-16,0-5-2 0,3 6-6 0,0-3-4 15,2 6-6-15,2-1-5 0,1-2-3 0,5 1-1 16,2 1-1-16,3-1-4 0,2 0-3 0,4 0 0 16,4 1-2-16,3 2-1 0,3-4 1 0,4-2-4 15,8 3 0-15,-6-6 2 16,7 2-6-16,1-5 3 0,0-2-4 0,-1-1-1 15,-5-1 0-15,-2-2-2 0,-2-6 0 0,1 3 3 16,-1-7 13-16,-4 1 15 0,-1-1 18 16,1-3 4-16,-4-6 17 0,-2 2 1 0,1-5 9 0,-3-3 4 15,-2-4 1-15,-1-2 12 0,-2-1 12 16,0-11 5-16,-2 11 13 0,0 0 6 0,1 6 2 0,-3 3 3 16,2 5 8-16,2 4-5 0,-2 6-5 0,-2 0 2 0,3 3-20 15,-1 2-11-15,0 1-24 0,1 1-36 0,0-2-54 16,0 6-51-16,-3-2-11 0,3 2 3 0,0 0-5 15,-5 14 10-15,5-1 3 0,-1 6 5 0,-2 6 9 16,1 4 5-16,-1 2 5 0,3 1-3 0,-4 1 10 16,7-1 2-16,-6-3 0 0,3 2-2 0,4-2 15 15,-1 3-6-15,-1-6-14 0,2-6 14 0,0-2 9 0,-3-2-8 0,2-4-11 16,-2-3 8-16,-1 0-8 0,1-2 10 0,-1 1-2 16,0-2 0-16,0-4-1 0,0-2 5 0,0 9-11 15,0-9 13-15,0 0-4 0,0 5-15 0,3-3-39 16,-3-2-83-16,0 0-95 0,0 0-71 0,0 0-86 15,0 0-203-15,-5-17-650 0,6 10 288 0</inkml:trace>
  <inkml:trace contextRef="#ctx0" brushRef="#br0" timeOffset="17362.38">25861 2402 19 0,'2'-4'449'0,"0"0"0"0,-2-1-19 0,2 2-37 16,-2 3-33-16,0-5-36 0,0 5-40 0,0 0-32 16,1-4-27-16,-1 4-26 0,0 0-29 0,0 0-20 15,0 0-14-15,0 0-15 0,5 15-14 0,-6-6-12 16,2-1-15-16,-3 4 1 0,0 2-9 0,1 2-3 16,-2 0-9-16,2 1-8 0,0 0-14 0,-1-1 6 15,0 1-7 1,1-5-3-16,1-2-2 0,0 2-3 0,-2-7-22 15,2 2 25-15,0-2-7 0,0-2-5 0,0 1 10 16,0-4 5-16,0 8 20 0,0-8 25 0,3 1 11 0,-3-1-14 0,0 0-7 16,17-11-12-16,-9 6 0 0,1-6-5 0,4 0-11 15,1-1-3-15,0-2 1 0,7-6-6 0,-8 4-6 16,7-4-3-16,-6 6-2 0,-4 0-1 0,-1 3 2 16,-2 4 14-16,0-2-4 0,-3 4-3 0,1 3-9 15,-2-1-5-15,1-2-21 0,-2 3-22 0,1 0-37 16,-3 2-6-16,0 0 3 0,7 9 4 0,-4-5 12 15,-2 7 5-15,2-2-14 0,-1 6-18 0,2 1-21 16,0 1-25-16,0 1-30 0,1 1-36 0,0-2-45 16,1 0-52-16,2-2-84 0,-1-2-285 0,0-8-709 15,2 2 314-15</inkml:trace>
  <inkml:trace contextRef="#ctx0" brushRef="#br0" timeOffset="17924.9">26360 2449 332 0,'-1'-9'358'0,"1"9"-29"0,-2-5-37 0,2 5-25 0,0 0-29 15,0 0-27-15,-1-7-32 0,1 7-23 0,0 0-14 16,0 0-17-16,5-2-14 0,-5 2-2 16,10 0-22-16,-1 2-11 0,0-2-28 0,0 3 3 15,0-6-6-15,1 3-11 0,3-2-7 0,-3 2-9 16,3-3 5-16,0 0-7 0,0-1 2 0,-2-3-5 15,2 2 1-15,-3-1-4 0,0-1 4 0,-1-2 2 0,-1 2 1 0,1-4 11 16,-4 3 8-16,0-2 4 0,-1 2 10 0,0 1 4 16,-3 1-9-16,1 1 15 0,-2-1-23 0,-2 1-5 15,-2 3-12-15,-1 0 0 0,-4 2-8 0,9 0 2 16,-25 4-3-16,8 1 0 0,2 5-6 0,-3-3 3 16,0 6-7-16,4 2 1 0,-8 3-5 0,4 3 6 15,-1 1-4 1,4 0 5-16,-2 3 2 0,7-1-5 0,3-5 3 0,3-2 5 15,1 2-3-15,6-1-3 0,3-2 11 16,4 2-9-16,6-6 4 0,8 7 9 0,5-5-17 16,8-1 3-16,0-4 3 0,3 1-1 0,12-8-8 15,-13 1 2-15,14-3 0 0,-16 0 0 0,-4-5 9 16,1-2-9-16,-6-3 3 0,-3-2 13 0,0-3 4 16,-10 1 16-16,0-10-12 0,1 1 27 0,-5-6 12 0,-2-3 9 0,-1-2-7 15,-2-1 6-15,-2-11 11 0,2 12 7 0,-3 1 4 16,-1 2 24-16,1 5 15 0,-3 7-4 0,1 2 14 15,-1 5-1-15,0 0-13 0,0 3-14 0,0 4-17 16,0 0-30-16,0 0-44 0,0 5-61 0,0 0-50 16,0 0 13-16,0 0 7 0,0 0 8 0,-9 31 5 15,3-11 7 1,2 9 12-16,-2 1-1 0,-1 3 6 0,1-2-17 16,1 1-19-16,-3-1-17 0,6 3-7 0,-5-4-19 0,6 0-18 15,-3-3-31-15,4-2-24 0,-4-7-30 0,0-2-41 16,3-5-50-16,-4 0-290 0,1-2-643 15,-1-6 284-15</inkml:trace>
  <inkml:trace contextRef="#ctx0" brushRef="#br0" timeOffset="18162.64">26727 2464 316 0,'0'0'407'0,"-5"-1"-18"0,5 1-26 0,0 0-31 0,-2-3-36 16,12 0-40-16,11-2-20 0,13 2-29 0,20-3-18 15,2 3-13-15,7 0-18 0,3-1-23 0,25-8-2 0,-32 11-16 16,2-5-14-16,-1 5-17 0,-5-6-4 0,-1 3-9 16,-22 0-11-16,0 0-10 0,-11 1 10 0,-4-1-14 15,-3 2 6-15,-4 1-8 0,-2-1-1 0,-3 0-21 16,-1-1-28-16,-4 3-47 0,0 0-22 0,-13-7-26 16,0 6-33-16,-6-3-44 0,0 7-63 0,1-2-82 15,0 2-238-15,4-2-605 16,0 2 267-16</inkml:trace>
  <inkml:trace contextRef="#ctx0" brushRef="#br0" timeOffset="18711.25">28977 2385 105 0,'0'-5'417'0,"0"5"-2"15,-3-5-32-15,6 2-35 0,-3 3-31 0,0-5-42 0,0 5-27 0,0-4-34 16,0 4-30-16,0 0-27 0,0 0-13 16,0 0-13-16,0 0-20 0,0 18 1 0,2-5-18 0,-2 2-16 15,0 2-5-15,0 0-11 0,-2 3-5 0,2 1-4 16,-3-4 8-16,3 4-10 0,-1-4-16 0,1 3-2 16,-1-5 3-16,0 1-13 0,1-4 12 0,-2-1-8 15,1-4-15 1,1-1-1-16,-1-1-5 0,1 1 2 0,1-1-1 15,-2-1 2-15,1-2-1 0,0-2 5 0,-3 5-19 0,3-5 4 16,0 0-71-16,0 0-26 0,0 0-64 0,-8-14-57 16,5 4-77-16,-3 0-286 0,-2-16-630 15,1 9 279-15</inkml:trace>
  <inkml:trace contextRef="#ctx0" brushRef="#br0" timeOffset="18864.96">28968 2232 155 0,'-1'-7'353'16,"-2"-1"0"-16,2 1 2 0,1 3-9 0,0-1-13 15,0-2-28-15,0 2-36 0,-1 1-33 0,1 4-45 16,0-5-7-16,0 5-38 0,1-4-28 0,-1 4-44 16,0 0-40-16,0 0-23 0,0 0-31 0,0 0-28 15,0 0-35-15,10 8-34 16,-4-3-41-16,1 0-52 0,1 2-262 16,-1 1-510-16,5-4 226 0</inkml:trace>
  <inkml:trace contextRef="#ctx0" brushRef="#br0" timeOffset="19165.72">29602 2293 190 0,'5'-2'400'0,"-5"2"-19"16,0 0-26-16,0 0-34 0,10-1-34 0,-10 1-26 16,0 0-36-16,0 0-21 0,0 0-21 0,0 0-34 15,-13 11-3-15,3-5-12 0,0 1-20 0,-5 5-4 16,-1-2-14-16,1 2-6 0,1 3-18 0,0-1-3 15,2 3-11 1,2 0 5-16,5 3-15 0,1-2-8 0,1 0-3 0,3 8-1 16,8-2 2-16,1 0-1 0,1-1-3 15,3 1-23-15,1-10 20 0,3 5-3 0,-5-6-9 16,-2-4 6-16,-1 1-30 0,-2-3 20 0,-1 1-9 16,0-3 9-16,-4-1-9 0,1 1-18 0,-2-1-4 15,-2 2 8-15,-7-1 10 0,-8 1-7 0,-4 2-34 16,-12 1-47-16,-6-1-89 0,-3-1-139 0,-9-4-299 0,13 0-664 0,0-4 294 15</inkml:trace>
  <inkml:trace contextRef="#ctx0" brushRef="#br0" timeOffset="23205.27">4095 5280 236 0,'0'-5'273'0,"0"1"-22"0,0 0-26 15,0 0-27-15,0 4-27 0,0 0-18 0,0 0-17 16,0 0-15-16,-4 20-7 0,-1-3-14 0,5 9-12 15,-4 4-9-15,3 2-8 0,-3 13-9 0,0-8 13 0,3 9-2 16,-2 0-11-16,2-12-8 0,1 1-3 0,0 0-6 0,1-3-1 16,2-2-7-16,-2 0-3 0,2-6-3 0,-6-5-4 15,7 0-2-15,-4-3-3 0,0-4-3 0,0-1-1 16,0-4 2-16,1-2-2 0,-1 2 2 0,0-2 25 16,0-2 20-16,0 2 27 0,0-3 16 0,0-2 19 15,0 6 3-15,0-6 0 0,0 0-11 0,0 4-10 16,0-4-3-16,0 0-21 0,0 0-7 0,0 0-22 0,0 0-30 0,0 0-39 15,0 0-36-15,0 5-48 0,0-5-46 16,0 0-102-16,0 0-369 0,0 0-665 0,0 0 294 0</inkml:trace>
  <inkml:trace contextRef="#ctx0" brushRef="#br0" timeOffset="23891.17">3497 6082 67 0,'-18'2'211'0,"0"1"-9"0,5 2-7 16,2-4-7-16,3-1-15 0,3 0-18 0,0 1-12 0,-3 1-15 16,8-2 6-16,-6 0 1 0,6 0-1 0,0 0-2 15,-8 0-7-15,8 0-6 0,0 0-7 0,-8 0-8 16,8 0-3-16,0 0-5 0,0 0-8 0,-3-3-3 0,3 3-7 16,0 0-4-16,0 0 3 0,0 0-11 0,0 0-5 15,0 0-2-15,0 0-4 0,0 0-10 16,0 0-2-16,0 0-1 15,0 0-10-15,0 0-3 0,0 0-6 0,0 0 6 16,0 0-10-16,0 0 3 0,0 0-7 0,0 0 3 16,0 0-2-16,0 0 0 0,0 0-8 0,0 0-2 15,0 0 4-15,0 0-5 0,0 0 10 0,0 0-9 16,0 0-2-16,28 3 1 0,0-3 1 0,8-2-1 16,18 0 4-16,4-3-3 0,36 0-1 0,-4-5 1 0,5 5-4 15,0-3 4-15,7 4 0 0,2-1 9 0,1-2 8 0,-4 2-1 16,-6 0 1-16,-33 1 11 0,1 1-15 0,-6 1-9 15,-16-2 11-15,-1 0 0 0,-3 2 12 0,-5-2 2 16,-10 3 11-16,-6-1 18 0,-2-1 13 0,-2 3 7 16,-2-1 8-16,-2 0 0 0,-3 1-9 0,1 0-10 15,-6 0-14-15,9-2-17 0,-9 2-28 0,6 0-50 16,-6 0-56-16,0 0-53 0,0 0-46 0,-16 10-71 0,6-6-130 0,-8 1-212 16,1 0-653-16,-1-1 288 0</inkml:trace>
  <inkml:trace contextRef="#ctx0" brushRef="#br0" timeOffset="24877">3964 6421 100 0,'-1'-5'307'0,"1"5"-9"0,0-3-12 0,0 3-21 0,1-5-26 0,-1 5-24 16,0-4-28-16,0 4-20 0,0 0-23 0,0 0-35 31,0 0-19-31,0 0-8 0,0 0-10 0,-1 18-9 0,1-7-7 15,0 6-6-15,-1 0-6 0,-1 2-6 0,0 7-5 16,1 3-4-16,-2 0 0 0,1-1-1 16,-1 1-6-16,-1 1-2 0,3-1-2 0,-4-2-1 0,4 0 1 15,-1 0-4-15,0-3 1 0,-3 0-1 0,5-5-1 16,-1-1 1-16,-2 0-3 0,2-6-3 0,0-4 2 16,1 3 1-16,0-5-2 0,-3-2 1 0,3 1 34 15,0 0 31-15,0-2 30 0,0-3 43 0,0 0 21 16,4 4 24-16,-4-4 23 0,0 0 18 0,0 0 8 15,0 0-29-15,0 0-14 0,1-12-24 0,3 0-19 16,0 0-12-16,2-5-15 0,4-5-25 0,-1-3-19 0,1 0-10 0,2-4-12 16,2 3-11-16,-1-4-17 0,5 5-1 0,-3-1-6 15,-1 4-4-15,0 1-3 0,-4 4-1 0,3 2-1 16,-4 1-2-16,-4 4-2 0,2 3-4 0,0-1 3 16,-3 1-4-16,0 3-5 0,-3 0-3 0,3 0-5 15,-1 2-5-15,-3 2-23 0,6 0-3 0,-6 0 0 16,9 5-11-16,-5 0 0 15,1 4 3-15,1 4-1 0,-1 1 2 0,2 3 9 16,-4 0-16-16,1 4 14 0,3 4 3 0,-3-1 3 16,0 2 5-16,-1 0-2 0,2-8 6 0,-2 8 5 15,-2-5 2-15,0-3 1 0,2-1 0 0,-3 1 1 16,1-5 2-16,1-4 0 0,-1 0 4 0,-1-2-1 16,0 1 2-16,0-4 3 0,0 1-2 0,0 2 4 15,1-4 2-15,0 0-2 0,-1-3 6 0,2 4-1 0,-2-4 4 0,1 4 0 16,-1-4 10-16,0 0 5 0,0 0-2 0,0 0 5 15,0 0-5-15,3 4-7 0,-3-4 6 0,0 0-4 16,0 0-3-16,0 0-6 0,0 0-13 0,0 0-14 16,0 0-14-16,0 0-56 0,0 0-74 0,0 0-67 15,1-13-36-15,0 6-42 0,3 1-56 0,0-1-367 16,0-3-790-16,1-2 350 0</inkml:trace>
  <inkml:trace contextRef="#ctx0" brushRef="#br0" timeOffset="25123.51">4510 6474 353 0,'0'-4'404'0,"0"0"-5"0,0 0-30 16,0 4-25-16,1-5-45 0,-1 5-36 0,0 0-28 15,0-5-25-15,0 5-29 0,0 0-18 0,0 0-22 16,4 13-11-16,-1-2-33 0,-2 1 23 0,2 5-27 15,-2 2-6-15,-2 6-7 0,2 0-11 0,-1 3-4 16,0-2-9-16,0 0 7 0,-4-1-19 0,4 1-16 0,0-1-36 0,0-5-25 16,-1 4-24-16,-3 2-30 0,4-6-26 0,0-1-34 15,-4 7-36-15,3-7-46 0,-3-2-57 0,3-1-239 16,1-2-569-16,0-2 251 0</inkml:trace>
  <inkml:trace contextRef="#ctx0" brushRef="#br0" timeOffset="25277.4">4558 7195 290 0,'0'6'450'16,"0"-4"17"-16,1 2 18 0,-1-4 13 0,-1 4 11 15,1-4 0-15,1 6-13 0,-1-6-24 0,0 0-35 0,0 0-41 16,1 3-42-16,-1-3-35 0,0 0-29 0,0 0-47 16,0 0-59-16,0 0-82 0,0 0-117 15,0 0-128-15,0 0-160 0,0 0-185 0,-1-14-438 0,0 9-1002 0,-2-4 443 16</inkml:trace>
  <inkml:trace contextRef="#ctx0" brushRef="#br0" timeOffset="35699.85">5677 5378 170 0,'2'-5'224'0,"1"0"-11"0,0 0-16 0,1-1-16 16,2 2-21-16,-1 0-14 0,4-4-13 0,-1 3-17 0,3 1-8 16,2 1-8-16,1 1-6 0,0 2-9 0,5 2-7 15,-1 3-8-15,0 4-6 0,6 2-8 16,-2 4 0-16,0 3-6 0,-2-1-3 0,-5 7-5 16,1 2 14-16,-5 1-6 15,1 5 0-15,-5-3-6 0,-3 5-8 0,-1-1 1 16,-5 2-4-16,-1-2 2 0,-5-1-6 0,0-3-2 15,-2 3 0-15,-3-6-4 0,-2 2-3 0,0-5 2 16,1-1 2-16,2-5 1 0,-2-3 8 0,1-1-7 16,4-2 6-16,2-3 4 0,-4-1 3 0,5 0 12 15,2-4 15-15,-2 3 24 0,2-2 34 0,0-2 43 16,4-2 25-16,-5 0 23 0,5 0 26 0,0 0-27 0,0 0-24 0,0-14-25 16,5 5-20-16,0-8-14 0,8-5-17 0,-3-3-23 15,7-4-20-15,1-3-28 0,9-10-13 0,-3-1-8 16,1 5-7-16,-7 8-2 0,0-1-1 0,-1 2 2 15,-2 3-6-15,-1 1 1 0,-4 8 15 0,-2 3 2 16,-3 3 0-16,2 2 4 0,-6 1 2 0,4 2-5 16,-1 1 0-16,-3 2-16 15,-1-1-16-15,4 0-19 0,-4 4-21 0,0 0-2 16,0 0 4-16,-4 11-16 0,-1 3 22 0,-4 4 9 16,-1 4-3-16,-2 6 12 0,2-1-4 0,2 0 3 15,2 1 5-15,2-1 0 0,0 0 1 0,4-3-1 16,4-4 4-16,0 4-6 0,5-5-19 0,0-2 13 15,10 3-20-15,4-3-29 0,5-1-41 0,1-3-59 16,3-1-67-16,3-3-85 0,-2-5-383 0,4 1-766 0,-1-3 340 16</inkml:trace>
  <inkml:trace contextRef="#ctx0" brushRef="#br0" timeOffset="36465.25">5572 6137 146 0,'-7'0'205'16,"1"1"3"-16,6-1-10 0,-5 3-16 0,5-3-17 16,0 0-12-16,-5 1-10 15,5-1-14-15,0 0-8 0,0 0-6 0,0 0 0 16,0 0-4-16,0 0-5 0,0 0-3 0,0 0-7 16,0 0 2-16,0 0 1 0,0 0-2 0,0 0-8 15,0 0-4-15,0 0-6 0,0 0-5 0,0 0-7 16,0 0-9-16,0 0-6 0,0 0-3 0,0 0-4 15,0 0-9-15,0 0-1 0,0 0-6 0,0 0-3 16,0 0-1-16,0 0-3 0,0 0-4 0,0 0 0 0,0 0-1 0,0 0-4 16,0 0 0-16,0 0 3 0,0 0-1 0,0 0 5 15,0 0-8-15,0 0 19 0,0 0-13 0,0 0-8 16,0 0 9-16,0 0-2 0,0 0-3 0,0 0 4 16,0 0-2-16,0 0-2 0,0 0-2 0,0 0 1 15,0 0-4-15,0 0 3 0,0 0-2 0,0 0-2 16,0 0 0-1,0 0-1-15,0 0 2 0,0 0-5 0,9 5 3 0,-9-5-2 16,14-2 4-16,1-2-1 0,7 1-3 0,13-2 4 16,2-3-2-16,19-1-3 0,5 3 2 0,5-7-3 15,27-2 2-15,0 4 9 0,-28 3 3 16,26-2-1-16,-31 5 4 0,-1-2-3 0,-4 0 3 16,-17 1-4-16,-1 2-6 0,-5 1 4 0,-4 2 11 0,-6-2-12 15,-8 2-4-15,-3-1 3 0,1 2 1 0,-2-2 33 0,-5 1-7 16,0 1-5-16,-5 0 0 0,10-1-8 0,-6 0-7 0,-4 1 10 15,0 0-44-15,0 0-15 0,0 0-21 0,0 0-37 16,-15 7-32-16,4-2-38 0,-6 3-44 0,-1-3-57 16,-1 2-298-16,0-2-604 0,1-1 268 0</inkml:trace>
  <inkml:trace contextRef="#ctx0" brushRef="#br0" timeOffset="37165.51">5943 6281 237 0,'0'0'259'0,"0"0"-32"0,0 0-21 0,0 0-20 16,0 0-18-16,18-3-19 0,-6 2-16 15,0 1-17-15,7 0-7 0,-1 1-12 0,-4-1-13 0,4 3-6 16,1-1-11-16,0 4 10 0,-6-3-9 0,0 2-6 16,-2 1-6-16,0 1-6 0,0-1-7 0,-5 4-4 15,-1-2 1-15,-2 3-9 0,-3-1 2 0,-3 5-2 16,-4-1 3-1,-2 2-1-15,-3 0-5 0,-1 0 1 0,-3-3-6 0,1 2 2 16,-6 1 0-16,2-6 1 0,2 2 1 0,2-3 2 16,-2-1 0-16,1-1 2 0,6 0 5 15,-3-4-8-15,4 2-1 0,2-1 3 0,2-1-1 16,0-1-5-16,-1 1 7 0,2-2 11 0,2 2 17 0,2-3 12 16,0 0 16-16,-8 1 20 0,8-1 8 0,-4 2-13 15,4-2 8-15,0 0-11 0,0 0 4 0,0 0-16 0,0 0-11 16,-6 2-9-16,6-2-5 0,0 0-13 0,0 0-1 15,0 0-2-15,0 0-8 0,0 0-8 0,-4 3 0 16,4-3-6-16,0 0 4 0,0 0 4 0,0 0-12 16,0 0-1-16,0 0 1 0,0 0-11 0,0 0 4 15,0 0-1-15,0 0-5 0,0 0 3 0,0 0 7 16,0 0 15-16,0 0-18 0,0 0 1 0,0 0 0 0,0 0 3 0,19-3-2 16,-9 0-2-16,8-1-4 0,4 2-1 0,8-6-3 15,5 3 1-15,-2-2 1 0,3 3 7 16,-1 0 3-16,-3 0-2 0,-4 2 0 0,-7-1-1 0,-3 0-12 15,0 1 13-15,-5 2 5 0,-7-3-4 0,2 3-4 32,-3-1 2-32,0 1 5 0,-5 0 11 0,9-3-7 0,-9 3 10 15,9 0 1-15,-9 0-1 0,0 0-4 0,6 0 2 16,-6 0-10-16,0 0 2 0,0 0-11 0,3-1-9 0,-3 1-17 16,0 0-18-16,0 0-33 0,0 0-7 0,0 0-36 15,0 0-18-15,0 0-18 0,0 0-21 0,0 0-77 16,0-5-92-16,0 5-363 0,-5-10-752 15,1 4 334-15</inkml:trace>
  <inkml:trace contextRef="#ctx0" brushRef="#br0" timeOffset="37751.49">6681 5209 241 0,'0'0'263'0,"-1"-5"-25"16,1 5-29-16,0 0-26 0,0 0-20 0,0 0-16 15,9 14-16-15,2-3-14 0,6 12-13 0,1 1-9 16,-1 8-4-16,9 18-7 0,-1 5-7 0,7 28-2 15,-7-1-7-15,-4 0-11 0,-6-1-1 0,-10-23-5 16,4 29-6-16,-9-2-2 0,-3-3 1 0,-2-24 1 16,-4 23 4-16,3-24 4 0,-7 1 2 0,0-3-4 15,-1-3-4-15,-2-5 1 0,-3-4-8 0,6-11-3 0,-2-4-3 16,0 3-4-16,-2-5 0 0,1-3-7 0,0-2 9 0,4-7 19 16,-1 0 11-16,4-3 6 0,3-2 13 15,-2-2-11-15,3-3 7 0,-1 2 2 0,2-2 0 16,0 0 9-16,2-2 3 0,-1 1 11 0,3-3 7 15,-4 4 4-15,4-4 11 0,-2 2-1 0,2-2-9 0,-2 3 4 16,2-3-14-16,0 0 3 0,0 0-11 0,0 0-10 0,0 0-7 16,0 0-13-16,-5 2-22 0,5-2-8 0,0 0-27 15,0 0-25-15,0 0-35 0,0 0-61 0,0 0-93 16,-7-7-76-16,5 0-101 0,-1 2-333 0,-3-5-773 0,0 2 342 16</inkml:trace>
  <inkml:trace contextRef="#ctx0" brushRef="#br0" timeOffset="38469.57">5433 5261 104 0,'0'0'242'0,"0"0"-25"0,0 0-27 0,0-4-21 0,0 4-29 16,0 0-11-16,-4 14-14 0,0 3-13 16,-6 7-9-16,1 12 0 0,-10 15-10 0,-6 34 8 15,1 1-4-15,-5 4-7 0,3-3-3 0,5-2-3 16,1 8-6-16,5-3 27 0,4-2 0 0,8-5 12 0,3-1-5 15,5-26 11-15,5-1 0 0,4-1-4 0,3-1-3 0,5-3-5 16,5-4-8-16,1-4 0 0,1-1-4 0,3-4-7 16,-5-11-10-16,-4 0 2 0,3-2-6 0,-1-3-2 15,-2-3 8-15,0 1-20 0,-9-6-3 0,0-3-10 16,-4-4-4-16,-2 1-6 0,0-1 0 0,-2 0 5 16,-2-3 46-16,1-1 16 0,-1 1 17 0,0-3 7 15,-3 3 8-15,-1-3 1 0,5 2 0 0,-5-2-4 0,0 0-3 0,5 2-13 16,-5-2-10-16,0 0-7 0,4 3-9 0,-4-3-12 15,0 0-14-15,0 0-17 0,0 0-22 0,0 0-44 16,0 0-76-16,5-10-99 0,2 5-80 0,-2 0-77 16,2-6-89-16,3 1-277 0,5-2-782 0,-3-3 346 15</inkml:trace>
  <inkml:trace contextRef="#ctx0" brushRef="#br0" timeOffset="40108.8">7099 4805 140 0,'1'-4'173'0,"2"-1"-2"16,-3 1-7-16,0 4-3 0,1-5-8 16,1 1-5-16,0 1 0 0,-2 3-6 0,1-5-9 15,-1 5-13-15,3-4-11 0,-3 4-14 0,0 0-11 16,1-2-12-16,-1 2-8 16,0 0-9-16,0 0-5 0,4 11-5 0,-2-5-6 15,1 4-1-15,-3 3-3 0,0 4-1 0,1 4-2 16,-2 5-5-16,1 1-1 0,0-2-4 0,-5 3-4 15,4 0 3-15,-3-4-2 0,1 2-4 0,2-1-2 16,-4 1 1-16,2-6-2 0,2-2-3 0,-1 0 3 16,0-3-1-16,2-4-5 0,-1-1 6 0,0 2-5 15,-2-4 1-15,3-1-2 0,0-1 4 0,0-2 22 0,-4 1 22 0,4-1 25 16,0 0 25-16,0-4 34 0,0 0 45 0,0 4 6 16,0-4 20-16,0 0-4 0,0 0-17 15,0 0-25-15,4-12-17 0,-3 4-13 0,3-4-12 0,4 0-17 16,-3-5-13-16,4 0-10 0,5-8-11 0,-1 0-8 15,-2 0-13-15,2 2-4 0,1 0-6 0,-4 4-3 16,1 2-2 0,-1 2-3-16,-1-1-6 0,-1 3-1 0,1-1 1 15,-3 4-6-15,0 3-3 0,-2 0-4 0,0 2-2 16,-3 1 1-16,3 1-3 0,-1-1-9 0,-2 1 6 16,-1 3-11-16,6-1-1 0,-6 1-4 0,7 5 3 15,-4 0-11-15,3 3 1 0,-3 4-12 0,3 0 6 16,1 4-7-16,-4 2 11 0,0 1-5 0,0 0 7 15,-2 0 0-15,2 2 4 0,-2-3-1 0,1 1 4 0,0 1 5 0,2-1-2 16,1-4-4-16,-5-1 5 0,1-4 3 0,-1 2-4 16,-1-2 2-16,1-5 2 0,0 4-3 0,0-6 10 15,-4 2 9-15,8 0-13 0,-3-3-1 0,-1-2 4 16,0 5 13-16,0-5 20 0,-5 4 9 0,5-4 8 16,0 0 12-16,0 4 2 0,0-4 4 0,0 0-2 15,0 0-8-15,0 0-4 0,0 0-5 0,0 0-2 0,0 0-4 0,0 0-7 16,0 0-4-16,0 0-1 0,0 0-3 0,0 0-5 15,0 4-1-15,0-4-4 0,0 0 0 0,0 0-4 16,0 0 1-16,0 0-3 0,0 0-4 16,0 0 2-16,0 0-3 0,0 0 0 0,0 0-1 0,5 3 0 15,-5-3 0-15,0 0-1 0,0 0 0 0,0 0 3 16,0 0-8 0,0 0 0-16,0 0 2 0,0 0-4 0,0 0 4 15,0 0 1-15,0 0-5 0,0 0 5 0,0 0-4 16,0 0 4-16,0 0-5 0,0 0-5 0,0 0-4 0,0 0-5 15,0 0-8-15,0 0-1 0,0 0-8 16,0 0-7-16,0 0-12 0,0 0-12 0,0 0-15 16,0 0-17-16,0 0-26 0,0 0-28 0,0 0-22 15,0 0-33-15,0 0-71 0,0 0-72 0,0 0-77 0,0 0-252 0,0 0-729 16,0 0 323-16</inkml:trace>
  <inkml:trace contextRef="#ctx0" brushRef="#br0" timeOffset="46221.7">7948 5982 28 0,'-7'0'236'0,"-3"-1"-9"0,10 1-6 0,-10 0-3 16,10 0-7-16,-9 0-15 0,9 0-16 0,-8-1-17 0,8 1-8 0,0 0-22 15,-6-2-15-15,6 2-14 0,0 0-8 0,0 0-12 16,0 0-6-16,-8 2-11 0,8-2-4 0,0 0-7 16,0 0-6-16,0 0-5 0,0 0-7 0,0 0 2 15,0 0-9-15,0 0-2 0,0 0-1 0,0 0-4 16,0 0-1-16,0 0-3 0,0 0 2 0,-6 0 2 16,6 0 0-1,0 0 4-15,0 0 9 0,0 0-12 0,0 0 6 16,0 0-4-16,0 0 1 0,0 0-4 0,0 0-1 0,0 0-3 15,0 0 1-15,0 0-1 0,0 0-1 0,0 0-1 16,0 0-1-16,0 0 5 0,0 0-5 16,0 0 5-16,0 0 1 0,39-2-2 0,-11-1-3 15,4-1 3-15,8-1-12 0,16 0 5 0,0 2-5 0,2-2-1 16,-3-1-1-16,1 5-2 0,-1-2 8 0,-17 2-8 0,1-2 1 16,-6 2 0-16,-2-1-1 0,-8 4 1 0,-5-2 5 15,-1 0-9-15,-6 0-1 0,0-2-1 0,-5 0 2 16,2 2 11-16,-8 0-12 0,9 0 3 0,-9 0 4 0,9 0-1 15,-9 0-2-15,5-2-4 0,-5 2-9 16,0 0 2-16,0 0-44 0,0 0-33 0,0 0-40 16,0 0-46-16,0 0-41 0,0 0-72 0,0 0-174 0,0 0-493 0,0 0 219 31</inkml:trace>
  <inkml:trace contextRef="#ctx0" brushRef="#br0" timeOffset="46922.78">10159 5201 28 0,'0'-5'163'0,"3"0"-1"0,-3 0-9 0,0-2 8 16,0 1 2-16,4 0 0 0,-3-2 1 0,-1 3 2 15,0-3 17-15,3 3 7 0,-2-1-12 0,-1-1-3 16,1 3-7-16,-1 1-9 0,3-2-13 0,-3 5-19 0,0-5-12 0,0 5-16 16,0 0-17-16,0 0-9 0,0 0-12 0,0 0-12 15,0 0-11-15,4 17-1 0,-4-4-5 16,0 4 0-16,0 9-1 0,0 1-3 0,1 4 3 16,-1 2-1-16,3 4-2 0,-1 0-3 0,-1-3-18 15,3 3-25-15,-4-3-33 0,0 1-32 0,4-3-36 0,-3 1-42 16,3-4-62-16,-4-4-243 0,3-6-504 0,-2-2 224 0</inkml:trace>
  <inkml:trace contextRef="#ctx0" brushRef="#br0" timeOffset="47906.73">9587 5924 131 0,'-11'0'178'0,"3"0"-7"0,0 0-7 0,3 1-12 15,5-1-9-15,-11 1-7 0,11-1-4 0,-8 0 3 16,8 0-19-16,0 0-5 0,0 0-9 0,-9 0-9 16,9 0-6-16,0 0 2 0,-4 1-12 0,4-1-7 15,0 0-3-15,0 0-5 0,0 0-7 0,0 0-1 16,0 0-1-16,0 0-2 0,0 0 0 0,-9 0-4 0,9 0-6 0,0 0-1 15,0 0-2-15,0 0-5 0,0 0-3 0,0 0-3 16,0 0-7-16,0 0 7 0,0 0-6 0,0 0-5 16,0 0-1-16,0 0 0 0,0 0-1 0,0 0 2 15,0 0-4-15,0 0-2 0,0 0-1 0,0 0 1 16,0 0-4-16,0 0 0 0,0 0 0 0,0 0 0 16,0 0 3-16,-1 2-6 15,1-2 1-15,0 0 0 0,0 0-3 16,0 0 3-16,0 0 1 0,0 0-1 0,0 0-3 15,0 0 0-15,0 0-1 0,0 0 1 0,0 0-2 0,0 0 4 16,0 0-3-16,0 0 1 0,0 0-1 0,0 0 2 16,0 0 1-16,19 0 1 0,-15 0-6 0,-4 0-1 15,9 0 4-15,-9 0-2 0,13 2 2 0,-7-2-1 16,1 0 0-16,0 0 3 0,2 0-2 0,1-2-2 0,3 2 1 0,0 0 0 16,5-2 5-16,0 4-6 0,1-2 2 0,0-2-1 15,9 2 2-15,4-1-1 0,0-1 1 16,4-2-1-16,1 1-2 0,16-1-1 0,1-1 2 15,8 1-2-15,1-1 4 0,36 1-2 0,-2-3 0 16,8 1 1-16,1 0 7 0,6 1-2 0,-1-2 6 0,3 2 5 16,4-1-7-1,-1 2 4-15,3 0-2 0,-7 0-4 0,-1 1 3 16,-2 1-1-16,-8 1-1 0,-3-1 0 0,-5 0-4 16,-3 1 2-16,-31-1-2 0,6 1 2 0,-2-2-3 15,-1 2 2-15,-4-2-4 0,-7 2 7 0,-15-4-4 16,-1 4 0-16,-4-2 9 0,-3-1 15 0,-12 0 22 15,2 1 21-15,-7 0 15 0,0 3 19 0,-3-2 15 16,4-1 5-16,-8 1-2 0,0 2-3 0,-5 0-14 0,8-3-8 0,-3 1-14 16,-5 2-8-16,0 0-8 0,9-2-14 0,-9 2-18 15,0 0-14-15,0 0-20 0,5 0-35 0,-5 0-24 16,0 0-33-16,0 0-35 0,0 0-37 0,0 0-5 0,4 4-19 16,-4-4-48-16,0 0-81 0,-14 5-225 0,14-5-583 15,-13 0 259-15</inkml:trace>
  <inkml:trace contextRef="#ctx0" brushRef="#br0" timeOffset="51016.78">9973 6259 178 0,'0'-8'252'0,"-4"3"-15"0,8 1 3 0,-4-2-10 16,0 6-18-16,0-7-17 0,0 7-21 16,0-4-24-16,0 4-22 0,1-3-23 0,-1 3-11 15,0 0-14-15,3 20-6 0,-3-9-8 0,-3 7-7 0,2 9-9 0,-4 1-1 16,4 1-8-16,-2 4-2 0,2-1-3 0,-2 0-5 16,-1 0-6-16,2-1-2 0,-1-4 2 0,-1 1-6 15,3-3 3-15,-2-5-4 0,3-1-2 0,-2-3-1 16,2 1-5-16,-1-5 3 0,-3-4-2 0,4 1 4 0,0-1-3 15,0-2 20-15,0-1 38 0,-3 0 35 16,6-3 44-16,-3-2 45 16,0 0 28-16,0 0 20 0,0 0-22 0,0 0-21 15,5-9-22-15,0-2-21 0,0-4-16 0,4-2-15 16,5-5-15-16,-5-4-17 0,9-1-11 0,-1-1-17 16,-3-2-9-16,4 2-7 0,-4 5-3 0,-4 6-7 15,0 2-5-15,0 6-3 0,-7-3-3 0,1 7-8 16,0-1-2-16,-2 2-8 0,2 0-25 0,-1 1-34 15,-3 3-12-15,0 0 6 0,0 0-1 0,12 11 8 0,-8-1 0 0,1 1-3 16,-3 2 4-16,1 2 3 0,3 0 11 0,-3 2-7 16,1 0 4-16,1-3 7 0,0 1 8 0,-2-3-14 15,1 1-32-15,-2-2-11 0,2 1-18 0,0-2-17 16,1 2-19-16,-1-3-20 0,-3 1-26 0,4 1-29 16,-1-6-29-16,4-1-50 0,-3 0-289 0,4-1-620 15,1-1 274-15</inkml:trace>
  <inkml:trace contextRef="#ctx0" brushRef="#br0" timeOffset="51379.62">10625 6573 80 0,'-8'-1'249'0,"8"1"-12"0,0 0-17 0,-9-1-14 0,9 1-20 16,0 0-17-16,0 0-21 0,0 0-13 0,-9 1-15 15,9-1-12-15,0 0-12 0,0 0-10 0,0 0-9 0,0 0-6 16,0 0-4-16,0 0-2 0,0 0 0 0,0 0 5 16,0 0 6-16,0 0-1 0,-5-2 2 0,5 2-1 0,0 0-4 15,0 0-6-15,0 0-5 0,0 0-7 16,0 0-1-16,18-5-7 0,-8 3-8 0,12 0-6 15,-3-1-2-15,14-4-1 0,-1 2-6 0,5 0 6 16,-1 0-7-16,0 1-5 16,-3-3-5-16,0 2-5 0,-2 2-7 0,-2 1-12 15,-10-1-18-15,-1 2-18 0,-5-1-22 0,0 2-32 16,-8-1-30-16,0 0-37 0,-5 1-45 0,0-4-216 16,0 4-464-16,-14-3 206 0</inkml:trace>
  <inkml:trace contextRef="#ctx0" brushRef="#br0" timeOffset="51649.06">10779 6436 283 0,'0'0'326'16,"0"-5"-9"-16,0 5-4 0,-1-6-9 0,2 3-14 0,-1 3-30 16,0 0-16-16,0-6-28 0,0 6-27 0,0 0-17 15,2-2-25-15,-2 2-21 0,0 0-25 0,0 0-14 0,0 0-13 16,0 0-9-16,2 14-6 0,-2-4-6 0,0 2-6 15,1 4-7-15,-1 1-8 0,3 3-4 0,-3-2 5 0,0 2-3 16,0 0-6-16,1 0 4 0,4 3-14 16,-1-3 3-16,0-1 4 0,-3-2 0 0,4-1-2 15,-2 0-23-15,1-4-14 0,-3 0-21 0,3-3-26 16,-4 1-21-16,1 0-20 16,3-3-27-16,-3-2-23 0,-1 2-13 0,3-4-3 15,-3-3-28-15,0 3-272 0,0-3-512 0,0 0 227 16</inkml:trace>
  <inkml:trace contextRef="#ctx0" brushRef="#br0" timeOffset="51996.71">11260 6418 294 0,'0'-5'390'15,"1"0"-1"-15,-1 0-1 0,0-1-20 0,1 4-22 16,-1-2-30-16,4 1-37 16,-4 3-37-16,0-4-12 0,0 4-34 0,0 0-22 15,3-5-27-15,-3 5-25 0,0 0-16 16,0 0 1-16,1 15-26 0,-1-8-7 0,1 5-10 0,2 0-3 16,-2 5-6-16,-1 0-13 0,0 1 2 0,0-1-12 15,0 2 2-15,0 0-1 0,4-2-6 0,-3-1 2 16,-1 1 2-16,4-1-7 0,-3-4-2 0,-1-1-2 15,4-1-2-15,-4-3-5 0,0-1 1 0,3-1 1 0,-3 0-5 0,1-1-8 16,-1 0 2-16,0-1-4 0,0-3-3 0,0 5 0 16,0-5-8-16,3 2 0 0,-3-2-5 15,0 0-9-15,0 0-30 0,0 0-75 0,0 0-67 16,-8-9-57-16,5 1-55 0,1-1-330 0,-2-6-691 0,0-4 307 16</inkml:trace>
  <inkml:trace contextRef="#ctx0" brushRef="#br0" timeOffset="52219.16">11492 6179 212 0,'4'-2'267'0,"-1"0"-32"0,-3 2-25 0,0 0-10 16,13 3-17-16,-3 3-13 0,0 1-7 0,3 6-6 0,5 7-6 0,1 2-8 15,-3 7-2-15,2 0-11 0,0 16-2 0,-6-12-14 16,0 15-7-16,-5-12-8 0,-6 10-12 0,-1-12 3 15,-4 13-14-15,-3-12-8 0,-9 8-20 0,-7 1-13 16,-6-5-23-16,-4 2-27 0,-8-7-37 0,-4-2-55 16,-10 2-65-16,-4-8-115 0,2-6-146 0,-6-4-467 15,-3-8 207-15</inkml:trace>
  <inkml:trace contextRef="#ctx0" brushRef="#br0" timeOffset="52635.55">9822 6234 69 0,'-14'5'199'0,"6"3"-10"0,-8 6-9 0,-1 7-11 15,-2 6-12-15,-12 13-11 16,2 6-5-16,-2 4-5 0,-13 20-10 0,15-18-12 15,0 1-14-15,2-6-13 0,11 2-2 0,-1 0-10 16,7-3 2-16,4-11 3 0,6-1-3 0,3-3-4 16,7-2-6-16,3-2-3 0,9-3-5 0,6-2-2 15,19-1 3-15,12-5-9 0,6-9-34 0,35 1-29 16,1-7-47-16,0 1-63 0,11-9-105 0,2-6-146 16,1 2-404-16,-9-4 180 0</inkml:trace>
  <inkml:trace contextRef="#ctx0" brushRef="#br0" timeOffset="53067.82">12053 6234 41 0,'-1'-5'332'0,"1"-4"-16"0,0 2-9 0,1 1-14 16,-1 2-17-16,0-1-20 0,0 0-36 0,0 5-28 0,-1-5-21 15,1 5-27-15,0 0-15 0,0 0-16 16,0 0-15-16,3 12-8 0,-1 5-10 0,-2 3-8 16,0 9-8-16,0 5-3 0,-2 2-2 0,0 10-6 15,2 0-4-15,-1-10 6 16,0 0-14-16,-1 9-6 0,2-10-29 0,-1-3-30 15,1 2-27-15,0-2-29 0,-1-1-38 0,-2 0-33 16,2-1-57-16,-3-4-280 0,4-1-526 0,-2-7 232 16</inkml:trace>
  <inkml:trace contextRef="#ctx0" brushRef="#br0" timeOffset="53221.44">12072 7034 46 0,'0'6'435'0,"2"-3"-13"0,-2-3 9 16,2 7 0-16,-2-5-5 0,0-2-10 0,0 4-20 15,0-4-33 1,0 0-32-16,0 0-39 0,2 3-33 0,-2-3-44 0,0 0-49 0,0 5-54 16,0-5-70-16,0 0-87 0,0 0-89 0,0 0-168 15,0 0-415-15,6-12-777 0,-3 5 343 0</inkml:trace>
  <inkml:trace contextRef="#ctx0" brushRef="#br0" timeOffset="55723.74">13455 5007 216 0,'0'-3'243'0,"4"-3"6"0,-4 0-13 15,0 2-21-15,3 2-23 0,0-1-19 0,1-2-21 16,0 3-17-16,1 1-15 0,-5 1-12 0,14 3-14 0,-5 3-14 15,3 1-7-15,-3 2-9 0,6 5-9 0,-5 1-8 0,4 7 1 16,-5 2-9-16,0 0-2 0,-1 3-3 0,-6 4-3 16,-1-1-3-16,1 3 0 0,-4 1-2 0,-1 0-3 15,-2 0-2-15,-2-2-3 0,-2-1 1 0,0-3 1 16,0 0-4-16,-2-2-3 0,-1-3 2 0,5-10 0 16,0 0-4-16,2-4 0 0,0 1 3 0,0-3 4 15,0-1 27-15,1-1 28 16,3-4 42-16,0 2 46 0,-2-1 36 0,3-2 11 15,0 0-17-15,0 0-22 0,3-14-11 0,0 2-20 16,4-2-12-16,3-3-17 0,3-9-12 0,5-5-3 16,2 0-18-16,9-9-8 0,-9 10-6 0,1-1-18 15,2 4 4-15,-5 0-2 0,0 5-3 0,-5 5-5 16,-3 4-4-16,-2 4-2 0,-2 1-10 0,-2 2 5 16,0 1-13-16,-2 2-11 0,3-3-33 0,-2 4-27 0,-1 1-52 0,-2 1 3 15,0 0 8-15,2 14 11 0,-2-4 3 0,0 8 24 16,-2 1 1-16,4 12 14 0,-1 1 13 0,2 2-3 15,-1-1 8-15,7 0 0 0,3 0-18 0,-1 1-32 16,8-2-38-16,-2-1-45 0,2 0-62 0,0-7-81 16,3-2-297-16,1-3-649 0,-5-7 287 0</inkml:trace>
  <inkml:trace contextRef="#ctx0" brushRef="#br0" timeOffset="56202.65">13409 5802 2252 0,'-31'2'149'0,"3"0"-59"0,7-2-21 0,2 2-25 16,2-2 7-16,4 0 10 0,4-2 0 16,0 2 0-16,4 0-8 0,5 0-7 0,-11 0-3 15,11 0-5-15,-8 2-8 0,8-2 2 0,0 0-4 16,-8 0 2-16,8 0-6 0,0 0-2 0,0 0 1 15,-6 0-2-15,6 0-3 0,0 0 0 0,0 0 6 0,0 0 6 0,0 0 1 16,0 0 1-16,0 0 4 0,0 0-1 0,-8 0-2 16,8 0 0-16,0 0-6 0,0 0-2 0,0 0 0 15,0 0-4-15,0 0-2 0,0 0 0 0,0 0-6 16,0 0-1-16,0 0 1 0,0 0-6 0,0 0-1 16,0 0 1-16,0 0 1 0,-4 2 4 0,4-2-8 15,0 0 6-15,0 0-6 16,0 0 3-16,0 0-4 0,0 0 2 0,0 0 1 15,0 0 4-15,27-4-3 0,-5 0 10 16,10 1 1-16,5 1 3 0,15-2-3 0,3 0 0 0,9-4 24 16,27 4-6-16,-26-1-2 0,30-3 5 0,-5 2-2 15,-26 1 8-15,-2 2-5 0,-6 0-3 0,-3-1-7 16,-17 2 4-16,-1-1-6 0,-14 3-4 16,-3-2 3-16,-4 2-19 0,-1 0 13 0,-3-2-10 0,-1 2 9 0,-2 0-1 0,-1 0-14 15,-6 0-25-15,4-1-18 0,-4 1-21 0,0 0-18 16,0 0-29-16,-35 5-24 0,15-1-37 15,-7 2-30-15,0 3-41 0,6-6-61 0,-6 2-216 16,0 2-557-16,0-2 246 0</inkml:trace>
  <inkml:trace contextRef="#ctx0" brushRef="#br0" timeOffset="56787.25">13592 5956 37 0,'0'0'307'0,"0"0"-21"0,-7-7-18 0,7 7-24 16,4-5-18-16,-1 2-21 0,3-2-17 16,3 0-22-16,5 1-15 0,-1 1-14 0,5-4-10 0,-3 4-7 15,3 1-15-15,0-1-10 0,2 2-6 0,-2 1-11 16,-6 0-9-16,-1 2-5 0,2 1-7 0,-1 1-2 0,-5 0-10 31,3 4-2-31,-4 1-7 0,0 0-2 0,-5 5 5 16,-1 2-11-16,-4 2 2 0,-5 8-1 0,-4 3 0 0,-3 0-6 15,-3 2-3-15,-4-1 2 0,1-3-5 16,2 1 1-16,-2-6-3 0,5 0-5 0,3-7 3 16,4-3 2-16,1 0-6 0,4-5 3 0,-4 1 13 15,4-3 16-15,1 0 46 0,2-4 41 0,-2 2 36 0,1 0 26 16,-1-1 22-16,4-2 5 0,0 0-19 0,0 0-22 0,0 0-21 15,9-19-16-15,-4 9-13 0,4 4-13 0,2-5-14 16,1 0-10-16,1 2-19 0,1-3 2 0,2 5-13 16,-5 0-10-16,1 0-3 0,0 2-8 0,5 0-4 15,-3 2-7-15,4 3-3 0,0-1-2 0,0 2-3 16,0 2-3-16,2-2-3 0,-2 4-3 0,-3 2-1 16,3-2-1-16,0 1-2 0,-3-1-3 0,3 0 0 0,-6 0-4 0,0-1 1 15,-1-1-5-15,-2 2 8 0,1-4 0 0,-4 4 2 16,1-4 0-16,-1-1 5 0,-1 2 1 0,-5-2 7 15,0 0-1-15,12-2-3 0,-6 0 1 0,-2-3-1 16,1 2 2-16,0-2-1 0,0 3-5 0,-1-5 0 16,1 2-4-16,0 0 0 0,-1 0 2 0,1 0-3 15,-1 1-5-15,1 0-19 16,-1-2-26-16,0 2-34 0,1-2-37 0,-2 1-62 16,-1-1-57-16,3 1-50 0,-5-1-55 0,5 1-65 15,-5-2-384-15,4 1-854 0,-1-5 377 0</inkml:trace>
  <inkml:trace contextRef="#ctx0" brushRef="#br0" timeOffset="57272.81">14328 4988 98 0,'0'-5'298'16,"0"5"-35"-16,1-5-25 0,-1 5-32 0,0 0-25 0,0 0-21 15,13 10-15-15,-4-3-16 0,1 8-12 0,5 9-7 0,1 6-20 16,4 13-5-16,-2 8-2 0,6 29-9 0,-6 4 2 16,-5 1-7-16,-4 4-7 0,-9-1-2 15,-4 5-4-15,-4-12-6 0,2 2-3 0,-7-24-5 16,0 0 1-16,-2 23 4 0,1-27-7 0,3-2 1 16,-6 1-3-16,0-8-1 0,-3 0-7 0,5-12 1 0,2-3-5 0,-5-3-4 15,5-2 0-15,0-2-3 0,3-6-1 0,1-4 5 16,1-5-4-16,2 0 4 0,1 1 17 0,1-5 13 15,0 0 15-15,3 0 14 0,-3-1 16 0,2-1 9 16,0-1 11-16,2-2 6 0,-2 4 4 0,2-4 10 16,0 0-4-16,-3 3-3 0,3-3-14 0,0 0-8 15,0 0-5-15,0 0-21 16,0 0-16-16,0 0-24 0,0 0-58 0,0 0-59 16,0 0-57-16,0 0-64 0,0-16-78 0,0 6-113 15,-5 0-262-15,-1-5-702 0,-3-1 310 0</inkml:trace>
  <inkml:trace contextRef="#ctx0" brushRef="#br0" timeOffset="57742.77">13105 5015 125 0,'-1'-6'274'0,"1"3"-25"0,0 3-28 0,0-4-26 0,0 4-23 15,0 0-23-15,0 0-17 0,-12 15-14 0,3 4-15 0,-5 11-7 16,-9 17-4-16,-9 32-7 0,0 8-1 0,0 7-5 16,3 3-8-16,1 4-5 0,6-4-4 15,2-6 17-15,9-2 16 0,9-29 3 0,1 27 18 16,10-29 7-16,3 0-2 0,4-5 3 0,8-2 13 16,4-6-5-16,5-5 1 0,-1-4-8 0,4-2-6 0,-7-12 2 0,1-1-11 15,-1-6-3-15,-1 4-13 0,-1-7-5 0,-9-4-7 16,-3-1-8-16,-2-3-5 0,-3 0 13 0,-2 0 13 15,0-2 14-15,-3 0 8 0,0-1 4 0,-1 1-4 16,-4-2-11-16,6 2-7 0,-6-2-10 0,5 0-7 16,-5 0-14-16,0 0-32 0,5 3-31 0,-5-3-82 15,0 0-129-15,10-12-107 16,-1 4-108-16,6-3-351 0,-1-2-836 0,2-6 370 16</inkml:trace>
  <inkml:trace contextRef="#ctx0" brushRef="#br0" timeOffset="58791.68">14760 4574 60 0,'1'-6'221'0,"-1"0"3"16,3 1-2-16,-1 0 1 0,2-1-5 0,-3-2-1 16,2 5-6-16,-1-3-4 0,1 0 0 0,-2 4-4 15,2-2-32-15,-2 0-13 0,-1 4-23 0,4-4-16 16,-4 4-12-16,1-4-28 0,-1 4-11 0,0 0-6 0,4 9-12 0,-4-2-5 15,0 6-6-15,0 3-3 0,0 2 2 0,-1 9-10 16,-2 1 0-16,-2 0-5 0,1 4-1 0,2-2 1 16,-2 0-3-16,-1 2 2 0,0-2-8 0,1 1 4 15,1-7-1-15,1-6-5 0,-1-2 1 0,3-3 1 16,0-2-4-16,-1-4 3 0,1 1 1 0,0-3 20 16,0-1 47-1,0 1 25-15,-3-1 40 0,3-4 30 0,3 3-1 0,-3-3-16 16,0 0-21-16,10-12-13 0,-2 3-10 0,1-4-11 15,1-3-14-15,2 1-11 0,3-7-6 16,1-4-7-16,0 6-14 0,1-5-1 0,-2 2-12 16,-6 7 3-16,1 1-3 0,-3 7-4 0,1-1-7 15,-4 1-7-15,0 4-3 0,-1-1-21 0,1 2-5 0,0 0-23 16,-4 3-19-16,0 0 1 0,0 0 9 0,9 9-2 0,-5 1 10 16,0 1-9-16,2 3-1 0,-2 1-1 0,1 4-9 15,3 1-22-15,-3-1-42 0,5-2-25 0,-1 7-46 16,-2-7-46-16,-2 0-51 0,2-2-82 0,-2-4-263 15,2-1-680-15,1-4 301 0</inkml:trace>
  <inkml:trace contextRef="#ctx0" brushRef="#br0" timeOffset="59731.75">15324 4720 163 0,'-7'1'214'0,"-1"-1"-17"16,8 0-14-16,-9 1-18 15,4 0-6-15,5-1-3 0,-5 0-7 0,5 0-8 16,0 0-9-16,0 0-6 0,-8 1-2 0,8-1-1 15,0 0 5-15,-5 1-2 0,5-1 1 0,0 0-9 16,0 0-4-16,0 0-9 0,0 0-7 0,0 0-10 16,0 0-8-16,0 0-6 0,0 0 3 0,0 0-9 15,13-7-13-15,-13 7-5 0,0 0-8 0,0 0-3 16,5-1-2-16,-5 1-2 0,0 0 11 0,0 0 5 0,0 0-14 0,0 0 6 16,0 0-3-16,0 0 1 0,0 0 3 15,0 0-16-15,0 0 3 0,0 0 0 0,0 0-10 0,0 0 3 16,0 0-1-16,0 0 0 0,5 0-1 0,-5 0 2 15,0 0 0-15,0 0 5 0,0 0 1 0,0 0 6 16,0 0-12-16,0 0-17 0,0 0 11 0,0 0 3 16,0 0 0-16,0 0-1 0,0 0-7 0,0 0 9 0,0 0 2 0,0 0 8 15,0 0-3-15,0 0 2 0,0 0-5 0,0 0-6 16,0 0 2-16,0 0 0 0,0 0-3 0,0 0-8 16,0 0 5-16,0 0-3 0,0 0 2 15,0 0-4-15,0 0-3 0,0 0 4 0,0 0-8 16,0 0 6-16,0 0 1 0,0 0-11 0,0 0 14 0,0 0-6 15,0 0-3 1,0 0 4-16,0 0-3 0,0 0-6 0,0 0 6 16,0 0 1-16,0 0 2 0,0 0-7 0,0 0 1 15,0 0-18-15,0 0 23 0,0 0-6 0,0 0 4 16,0 0-2-16,0 0 1 0,0 0-2 0,0 0 2 0,0 0-8 16,0 0 6-16,0 0-1 0,0 0 0 15,0 0 1-15,0 0-2 0,0 0 0 0,0 0 1 16,0 0-7-16,0 0 5 0,0 0 0 0,0 0-20 0,0 0 24 0,0 0 1 15,0 0-5-15,0 0-2 0,0 0 5 0,0 0-2 16,0 0 2-16,0 0-1 0,0 0 2 0,0 0-4 16,0 0-13-16,0 0 9 0,11-3 0 0,-3 0 5 15,1 2-3-15,4-2 1 0,2 1-4 0,6 0 5 16,-2-3-15-16,3 2 12 0,7-3-7 0,1 3 1 16,0 0-1-16,2-5-5 15,-2 1 4-15,-1 5-16 0,-10-3-5 0,2 1-9 16,-2 2-11-16,-9-1-10 0,4 2-2 0,-5-1-5 15,-3 0-10-15,1 0-7 0,-3-1-18 0,1 1-20 16,-5 2-11-16,0-6-21 0,0 6-7 0,-12-1-3 16,3-2-21-16,-1 3-15 0,-4-2-16 0,1 2-34 15,-6-3-148-15,1 3-432 0,4-1 191 0</inkml:trace>
  <inkml:trace contextRef="#ctx0" brushRef="#br0" timeOffset="59994.87">15454 4555 135 0,'1'-5'211'0,"-1"0"-3"0,1-2 6 15,0 3-10-15,-1-1 3 0,3-1-1 0,-3 1 3 16,1 3 1-16,1-2-4 0,0 1-12 0,-2 3-19 15,3-5-19-15,-3 5-19 0,1-3-22 0,-1 3-18 16,0 0-11-16,0 0-15 0,1 13-7 0,0-3-4 0,-1 8-10 0,-1 1-2 16,0 10-3-16,0 2-4 0,-2 5 0 0,1 12-3 15,-2-3-3-15,1-11-42 0,1 15-33 0,-1-15-45 16,0 0-59-16,3-2-87 0,-1-2-262 0,0-5-534 16,0-7 237-16</inkml:trace>
  <inkml:trace contextRef="#ctx0" brushRef="#br0" timeOffset="63238.81">16050 4411 112 0,'3'-5'274'0,"-2"1"-22"16,-1 2-26-16,4-1-23 0,-4 3-23 0,8-2-17 16,-8 2-23-16,11 5-15 0,-2 0-13 15,3 2-10-15,2 6-11 0,-2 3-11 0,4 6-6 16,-2 2-9-16,-4 3 1 0,0 0-9 0,-3 2-4 15,-1 0-5-15,-3-3-1 0,-6 6-6 0,1-4-7 0,-2-2 2 16,-3 0-6-16,-4-2-2 0,-1-1 2 0,3-5 0 0,-5 4 5 16,1-7-3-16,1 1-1 0,-2-3 2 0,2 1 4 15,2-6-6-15,1 0 0 0,1-3-4 0,-2 3-5 16,5-3 0-16,0-2-1 0,1 1-3 0,0-2 1 16,3 1-1-16,-3-1 10 0,1 1 1 0,3-3 7 15,-4 4 6-15,4-4 2 0,0 0 1 0,-3 3 11 16,3-3 6-16,-4 2-6 15,4-2 7-15,0 0 15 0,0 0-19 0,0 0 6 16,0 0 8-16,0 0 4 0,0 0 5 0,-2 3 3 16,2-3 6-16,0 0-6 0,0 0 1 0,0 0-7 15,0 0-7-15,13-7-9 0,-1 5-6 0,10-2-6 16,7-3 0-16,6 3-13 0,2 2 0 0,16-4 1 16,2-1-13-16,0 1-1 0,-2 2-3 0,-1-2-6 15,-15 5-2-15,0-3 0 0,-5 3-13 0,-10-1 13 0,-3 2-3 0,-7 0-3 16,-2-1 5-16,1 2-2 0,-4-2-7 0,-1 1 5 15,-6 0-3-15,9 0-6 0,-9 0-9 0,8-1-4 16,-8 1-21-16,0 0-29 0,0 0-34 0,0 0-15 16,0 0-26-16,0 0-27 0,0 0-43 0,-17 11-52 15,9-7-64-15,-2 0-273 0,1-2-645 0,4 0 285 16</inkml:trace>
  <inkml:trace contextRef="#ctx0" brushRef="#br0" timeOffset="72334.85">15888 5729 166 0,'-8'0'178'0,"8"0"-10"0,0 0-8 16,0 0-10-16,-7 0-18 0,7 0-12 0,0 0-8 15,0 0-9-15,0 0-10 0,0 0-11 0,0 0-5 16,0 0-9-16,-7 0-4 0,7 0-8 0,0 0-9 0,0 0 7 15,0 0-3-15,0 0 2 0,0 0 0 0,0 0 1 16,0 0-4-16,0 0-2 0,0 0-1 0,0 0-5 0,0 0 2 16,0 0 1-16,0 0-3 0,0 0 22 0,0 0 2 15,0 0 7-15,0 0-5 0,0 0-6 0,0 0-6 16,0 0-5-16,0 0-5 0,26-1-3 0,-8-2-7 16,11-1-6-1,1 2 0-15,4-2-3 0,-1 0-6 0,3 0-1 0,1 1-3 16,-4-1-7-16,1 2-4 0,-3-1-17 15,-1-2-15-15,-2 1-19 0,-10 0-22 0,1 2-22 16,-4-1-25-16,-2 3-28 0,-3-4-46 0,-2 2-213 16,-4-3-434-16,-3 3 192 0</inkml:trace>
  <inkml:trace contextRef="#ctx0" brushRef="#br0" timeOffset="72603.89">16102 5504 208 0,'-4'-5'325'15,"1"0"-1"-15,2 0-13 0,1 0-12 0,-1 0-18 16,1 5-27-16,-3-4-25 0,2 1-28 0,1 3-23 16,-3-4-23-16,3 4-37 0,0 0-25 0,0 0-12 15,-1 11-7-15,-3 3-5 0,0 4-13 0,-1-1-2 16,-1 12-8-16,-2-2-4 0,3 2-5 0,0 4-1 15,-3-4-2-15,3 3-3 0,1-1-3 0,-1-2-11 16,5 0-28-16,0-1-21 0,0-3-22 0,4 0-23 0,-3-7-36 16,3-1-44-16,0 1-37 0,2-6-55 0,-1-5-200 0,3 0-487 15,4 0 215-15</inkml:trace>
  <inkml:trace contextRef="#ctx0" brushRef="#br0" timeOffset="75628.75">18076 4975 62 0,'2'-8'244'0,"-1"-2"-14"0,2-1 5 0,-2 6-10 16,-1-3-10-16,2 3-2 0,-1 1-11 15,0-1-16-15,-1 2-20 0,1-2-22 0,-1 5-17 16,0 0-13-16,0 0-13 0,0 0-12 0,6 9-6 0,-6-1-14 0,2 5-6 16,1 3-3-1,-1 3-8-15,0 8-4 0,0-1-11 0,-1 1-20 16,3 0-30-16,-4 2-20 0,0 1-34 0,-4 1-32 16,1 0-33-16,0-2-36 0,-2 1-48 0,-2-1-160 15,0-1-407-15,-2-5 180 0</inkml:trace>
  <inkml:trace contextRef="#ctx0" brushRef="#br0" timeOffset="76078.32">17699 5525 89 0,'-5'0'197'16,"5"0"-8"-16,0 0-20 0,0 0-13 0,0 0-13 15,0 0-12-15,-8-1-19 0,8 1-9 0,0 0-10 16,0 0-10-16,0 0-9 0,0 0-6 0,0 0-9 0,0 0-7 0,0 0-6 16,0 0-1-16,0 0 1 0,0 0 0 0,0 0 6 15,0 0 0-15,0 0 3 0,22 4-4 0,-1-7-3 16,10 2 1-16,6-3 2 0,19 0-2 0,10 1 3 15,38 0 5-15,8-1 4 0,4-3 5 16,9 2 2-16,3 1-3 0,3 3 11 0,12-4-4 0,3 2-4 16,-4 1-5-16,-4 2 1 15,-9 2-10-15,-9-4-2 0,-10 2-3 0,-3 0-4 16,-11-2-10-16,-32 2 4 0,0 0-4 16,-8 0-11-16,-15 0-7 0,-5-1-9 0,-7 1-3 15,-11 0-1-15,-3-1-2 0,-3 1-1 0,-1-1 1 0,-3 1 1 16,-3-2 0-16,-5 2-18 0,5-2-31 0,-5 2-20 15,0 0-26-15,-20-2-26 0,1 1-34 0,-3-2-54 16,-9 4-245-16,1-1-488 0,-2 2 216 0</inkml:trace>
  <inkml:trace contextRef="#ctx0" brushRef="#br0" timeOffset="76826.28">17378 5914 162 0,'-5'0'184'0,"5"0"-9"0,0 0-17 15,0 0-15-15,0 0-14 0,0 0-15 16,0 0-11-16,0 0-13 0,0 0-8 0,23-1-3 15,-9 0-13-15,-1 1-3 0,4 0-9 0,2 1-4 16,9 0 1-16,-2 2-10 0,-4 0-3 0,6 3-4 0,-7-3-4 0,-1 2-2 16,1 4-2-16,-5-3-6 0,2 5 1 0,-4-2-3 15,0 3-5-15,-6-2-4 0,0 6-17 0,-5-2 17 16,-1 3-13-16,-5 2 2 0,-5-1-1 0,-6 4-2 16,-2 3 3-16,-6-5 0 0,-2 0 0 0,2-1 0 15,-6-1 1-15,1-4 2 0,-1 0 0 0,1 1 3 16,-2-6 4-16,9 0 8 15,-4 0 0-15,4 0 2 0,2-4-3 0,5 1 0 16,3-3-3-16,0 0-1 0,2-1 0 0,0 0 2 16,6-1 10-16,-2 2 7 0,0-2-1 0,4-1-4 15,-6 3 1-15,6-3 12 0,0 0 11 0,0 0 7 16,14 3 2-16,-4-1 0 0,4 0-3 0,7-1-4 16,5-1-2-16,3 1-2 0,-1-1-8 0,0-1-2 15,2 3-1-15,0 0-7 0,-10-2-1 0,7 2-1 0,-4-2-3 0,-1 3-4 16,7-3-13-16,-8 0-23 0,-5 2-29 0,2-1-35 15,0 0-43-15,-4-2-39 0,-1 1-72 0,-2-1-147 16,1-4-411-16,-2 3 182 0</inkml:trace>
  <inkml:trace contextRef="#ctx0" brushRef="#br0" timeOffset="77057.6">18243 5915 349 0,'3'-3'343'0,"-3"3"-26"0,1-4-34 0,-1 4-34 0,1-5-23 16,-1 5-32-16,0 0-13 0,0 0-28 16,0 0-19-16,0 0-12 0,2 14-11 0,-2-2-6 15,-2 6-15-15,2 10-26 0,2-1-33 0,-1 4-28 16,0 3-41-16,-1 13-35 0,3-1-56 0,-2-14-47 15,3 5-65-15,-3-5-142 0,0 2-416 0,2-3 185 0</inkml:trace>
  <inkml:trace contextRef="#ctx0" brushRef="#br0" timeOffset="77211.19">18260 6612 262 0,'-3'4'450'15,"2"-1"-19"-15,1-3-17 0,-4 3-16 0,4-3-19 16,0 0-19-16,-1 4-24 0,1-4-30 0,-3 2-30 15,3-2-28-15,0 0-39 0,0 0-33 0,0 0-60 0,0 0-90 16,0 0-123-16,0 0-106 0,18-8-107 0,-9 3-320 16,3-1-682-16,-1-1 302 0</inkml:trace>
  <inkml:trace contextRef="#ctx0" brushRef="#br0" timeOffset="79747.03">19166 5949 46 0,'0'-3'244'0,"1"-1"-3"0,0-2 1 16,2 2-1-16,-3 4-11 0,1-5-13 0,0 3-14 16,-1 2-20-16,2-5-21 0,-2 5-20 0,1-3-16 15,-1 3-20-15,0 0-19 0,0 0-9 0,0 0-12 0,1 10-8 0,0-1-5 16,-2 2-8-16,0 6-5 0,-3 10-1 0,-1 2-8 16,0 0 0-16,-3 1-3 0,2 1-5 0,-2 0 1 15,-1-2-2-15,4 0-2 0,-4-4-3 0,5 0-2 16,-2-6 3-16,2 0-3 0,2-2-3 0,-1-6-1 15,2-2-2-15,-2-1 2 0,3-2 1 0,-1 0 27 16,1-2 33-16,-3-2 52 16,3 2 50-16,0-4 36 0,0 0-1 0,0 0-18 15,7-9-26-15,-1 0-17 0,4-7-16 16,2-1-16-16,3-6-7 0,0-2-15 0,2-1-10 0,0 0-9 16,-1 0-6-16,0 2-10 0,0 2-3 0,-7 5-4 15,0 8-9-15,-5 0-2 0,4-1-7 0,-5 3-15 16,1 4 1-16,0-2-13 0,0 1-19 0,-3 1-37 15,3 2 0-15,-4 1 1 0,9 7 0 0,-8-1 5 0,6-3 0 0,-5 4 0 16,5 4 4-16,-2 3-20 0,1 2-2 0,2 0-19 16,-2 0-23-16,2 0-10 0,-3 0-38 15,1 1-30-15,2-1-40 0,-3-4-34 0,2-2-50 16,0-2-294-16,0 1-646 0,2-6 285 0</inkml:trace>
  <inkml:trace contextRef="#ctx0" brushRef="#br0" timeOffset="80000.42">19665 6136 267 0,'0'0'256'0,"0"0"-22"16,0 0-15-16,-6 1-14 0,6-1-11 0,0 0-14 15,0 0-17-15,0 0-16 0,0 0-16 0,0 0-4 16,0 0-12-16,23-1-20 0,-4-2-10 0,9 1-9 16,4 1-15-16,5-2-3 0,0-2-13 0,14-3-12 15,-11 4-13-15,-2-5-18 0,-2 5-24 0,0 1-33 0,-5-4-25 0,-12 2-43 16,1 0-39-16,-8-1-217 0,-5 2-410 0,-2 0 181 16</inkml:trace>
  <inkml:trace contextRef="#ctx0" brushRef="#br0" timeOffset="80232.14">19784 5992 163 0,'-5'-5'332'0,"0"-1"0"0,1 3-2 0,2 0-11 16,-1 1-20-16,-1-2-16 0,4 4-30 0,-1-5-28 15,1 5-25-15,-3-3-30 0,3 3-20 0,0 0-27 16,-2-2-24-16,2 2-10 0,0 0-10 0,0 14-21 15,1-4-3-15,-2 4-13 0,1 4 1 0,-3 8-2 0,3 0 3 0,-1 3-7 16,-2 2 2-16,3-1-15 0,-2-1-29 0,1 0-25 16,-2 0-32-16,3-2-28 0,0-1-28 0,0-7-42 15,0 1-42-15,0-3-50 0,-4-5-233 0,7-3-526 16,-2-1 232-16</inkml:trace>
  <inkml:trace contextRef="#ctx0" brushRef="#br0" timeOffset="80732.56">20240 5924 242 0,'0'0'309'0,"-2"-4"-21"0,2 4-29 0,0 0-29 15,-2-6-22-15,2 6-22 0,0 0-22 0,0 0-21 16,0 0-10-16,0 0-21 0,11 0-5 0,-11 0-11 16,14 6-14-16,-3-2-3 0,1-1-9 0,0 2-11 15,1 4-4-15,0-4-6 0,-3 4-4 0,3-3-5 0,-3 4-5 16,-1 0-3-16,0 0-3 0,-2 1-2 0,-1-1-4 16,-1 7-6-16,-5 0 4 0,-4 1-5 0,-1 6-1 15,-4-6-3-15,-5 4 3 0,0-5-1 0,1-5-3 16,-6 6 1-16,2-5-4 0,2-1 3 0,2-4-6 0,-1 4-1 15,5-8 4-15,4 1-2 0,-2 0 1 16,2-2 4-16,1-1-4 16,1 2 24-16,1-1 18 0,-1-3 6 0,3 0 11 15,-5 3 4-15,5-3 11 0,0 0-10 0,0 0-5 16,0 0-14-16,18-3-6 0,-5 3-12 0,-1-3 6 16,5-2 0-16,2 1-6 0,-2 1-14 0,3 1 12 15,-2 0-6-15,-6-1 1 0,-1 1-4 0,2 0 0 16,-3-1 4-16,-1 3-5 0,-4-1-8 0,2 1-4 15,-7 0-10-15,7-1-12 0,0-1-11 0,-7 2-20 0,0 0-16 0,6-1-15 16,-6 1 0-16,3-4-48 0,-3 4-50 0,0 0-36 16,-7-5-54-16,2 1-274 0,0-4-579 0,0 1 256 15</inkml:trace>
  <inkml:trace contextRef="#ctx0" brushRef="#br0" timeOffset="80986.19">20589 5837 147 0,'3'-5'357'0,"-2"1"-22"0,0 1-31 0,3-1-34 16,-4 4-31-16,0 0-26 0,4-5-26 0,-4 5-20 16,0 0-13-16,10 9-21 0,-6-1-19 0,5 7-6 0,1 1-4 0,3 8-11 15,-3 2-4-15,2 4-1 0,-2 3-3 0,-4 1-14 16,-1 1 1-16,-3 13-8 0,-4-1-6 15,-3-13-11-15,0 1-17 0,-9 9-18 0,-2-9-12 16,-10 5-20-16,-5-2-30 0,-6-5-34 0,9-6-48 16,-14 0-53-16,-4-4-104 0,-3-7-175 0,12-6-502 0,-14-1 222 15</inkml:trace>
  <inkml:trace contextRef="#ctx0" brushRef="#br0" timeOffset="81371.17">19075 5821 172 0,'0'0'228'0,"-9"0"-25"0,9 0-17 0,-13 7-19 16,1 1-15-16,-3 5-10 0,-4 7-15 0,-1 3-7 15,-1 6-4-15,-6 10-6 16,3 4-4-16,0 0-10 0,2 4-7 0,4-2-6 15,4 0-6-15,4-1-9 0,6-7-2 0,4-1 11 16,4 0-8-16,6-2-6 0,3-3 3 16,5-1-4-16,5-2-3 0,16 3-7 0,5-6 0 15,4-3-8-15,6-9-23 0,8 1-29 0,1-5-47 0,28-1-47 16,-24-9-74-16,23-2-246 0,-27-2-458 0,1-2 203 16</inkml:trace>
  <inkml:trace contextRef="#ctx0" brushRef="#br0" timeOffset="81787.08">21017 5753 176 0,'0'-11'346'0,"0"7"-7"0,-1-2-1 16,1 0-17-16,0 4-19 0,0-2-28 0,0 4-29 15,0-8-25-15,0 8-30 0,0-3-19 0,0 3-17 0,0 0-34 16,0 0-5-16,0 0-28 0,0 0-7 0,0 0-9 16,0 24-13-16,0-4-5 0,0 8-7 0,0 2 0 15,1 4-11-15,-2 0 1 0,1 14 0 0,0 3-6 0,-3-4 4 16,2 5-35-16,0-2-41 0,-2-6-33 16,-2 5-43-16,5-14-41 0,-8 13-38 0,2-15-27 15,1-3-82-15,-1-1-162 16,3-4-505-16,-3-5 225 0</inkml:trace>
  <inkml:trace contextRef="#ctx0" brushRef="#br0" timeOffset="81933.95">20972 6577 19 0,'3'3'400'0,"-3"-3"-16"0,0 3-16 16,0-3-2-16,0 0-12 0,-3 5-12 0,3-5-12 16,0 0-21-16,0 0-22 0,0 0-31 0,-1 4-24 0,1-4-26 0,0 0-28 15,0 0-34-15,0 0-39 0,0 0-53 0,0 3-70 16,0-3-64-16,0 0-74 0,-2 4-101 0,2-4-380 15,0 0-690-15,0 0 306 0</inkml:trace>
  <inkml:trace contextRef="#ctx0" brushRef="#br0" timeOffset="84256.09">21985 4800 87 0,'4'-8'217'0,"-1"-1"-9"15,4 1-13-15,-1 2-13 0,2-2-15 0,-1 1-8 16,5 2-14-16,-2-2-14 0,5 2-9 0,2 2-13 16,0 1-7-16,-2 2-9 0,-4 2-11 0,9 0-3 15,-4 7-9 1,-3 0-9-16,2 3-3 0,-4 2-10 0,-2 2-3 16,-3 5 2-16,-1 4-8 0,-5 3-3 0,0 2-5 0,-5-2-5 15,-3 3 1-15,-2-2-3 0,-2 0-1 0,-4-4-1 16,2 3-3-16,-4-2-1 0,-1-1-1 0,0-5 1 15,7-3-3-15,-2-3 2 0,6-2-5 16,-4-4-3-16,5-1 5 0,-2 1 10 0,2-4 19 16,3 1 27-16,0-2 37 0,0-1 31 0,2 1 58 0,2-3-9 0,0 0-19 15,0 0-17-15,2-15-16 0,6 5-16 0,2-4-14 16,4-1-6-16,6-5-13 0,1-2-14 0,3-2 9 16,-1-1-13-16,4-2-17 0,0 0-3 0,-2 2-6 15,-3-1-3-15,-1 3-2 0,-2 4 3 0,-8 7-2 16,-3 3-7-16,0 1 3 0,-5 3-9 0,3-1-8 15,0 3-13-15,-5-1-27 16,3 3-42-16,-4 1 3 0,0 0 7 0,5 15 14 16,-5-5-11-16,-1 6 3 0,-3 4 15 0,3 4 3 15,2 4 3-15,-1-2 2 0,4 2-13 0,2-1-21 16,3-1-22-16,4 4-27 0,6-6-39 0,5 2-39 16,-3-3-68-16,7-2-360 0,0-7-664 0,2-2 294 15</inkml:trace>
  <inkml:trace contextRef="#ctx0" brushRef="#br0" timeOffset="84710.17">21894 5476 44 0,'-12'1'235'0,"2"-1"-13"0,1 2-18 0,2-2-16 16,0 2-16-16,3 1-10 0,4-3-18 16,-10 0-13-16,8 1-10 0,2-1-13 0,0 0-12 15,-7 2-11-15,7-2-6 0,-4 2-9 0,4-2-3 0,0 0-6 16,0 0-10-16,0 0-5 0,0 0-12 0,-4 3 5 0,4-3 1 16,0 0-7-16,0 0 5 0,0 0 6 0,0 0-1 15,0 0 1-15,0 0-1 0,-2 2 2 16,2-2 1-16,0 0-2 0,0 0 1 0,0 0 0 0,0 0 4 15,0 0-5-15,0 0 0 0,0 0-2 0,0 0-3 16,0 0 7-16,0 0 2 0,0 0-3 0,0 0 0 16,0 0-8-16,19-4-3 0,2 1 2 0,5-3-4 0,10 1-2 15,15-3-8-15,2-1 4 0,8 4-9 0,5-8-2 16,24 3 14-16,-25 5 9 0,-1-2 1 0,-1-1-2 16,-5 4-10-16,1 0 5 0,-23 1-7 0,-2 2-4 15,-3-3-1-15,-7 4 1 0,-7-3-5 0,-2 3-16 16,-4-1-8-16,1 0-17 0,-7 1-22 0,1 0-16 0,-6 0 7 15,0 0-2 1,0 0-23-16,-13 5-26 0,-1-2-29 0,-8 1-27 16,1 1-27-16,-7-3-21 0,0 3-236 0,0 1-484 15,0-2 214-15</inkml:trace>
  <inkml:trace contextRef="#ctx0" brushRef="#br0" timeOffset="85226.62">22181 5591 20 0,'0'0'309'16,"0"0"-39"-16,0 0-25 0,0 0-25 0,14-5-23 16,-1 3-20-1,0 1-19-15,7-2-17 0,-2 2-15 0,3 1-9 0,-1 2-13 16,-1 3 6-16,3 0-10 0,-4 1-12 0,-3 5-10 15,1-4-5-15,-4 5-11 0,-4-2-11 0,-3 2-3 16,0 3-8-16,-4 2-3 0,-5 0-4 16,-4 1-5-16,-5 4-3 0,-4 0-2 0,-2-3-2 15,0-1-3-15,-4-1-1 0,3 0 5 0,4-6-1 0,-3-1 1 16,4-1 7-16,2-3 1 0,2 1 4 0,0-5 0 0,1 4 3 16,2-2 8-16,2-2 13 0,0 1 23 0,0-2 30 15,2 0 20-15,4-1 22 0,-7 2 8 0,7-2-6 16,-4 1-4-16,4-1-4 0,0 0-10 0,0 0-17 15,0 0-9-15,0 0-18 0,12-8-10 0,0 6-8 16,0-2-14-16,2 1-2 0,4-2-5 0,1 1-10 16,9-1-5-16,0-1-1 0,0 4-7 0,3-2-6 0,0 1 8 0,-3 1-11 15,-1 1-13-15,-9-1 11 0,1 2-1 0,-8-2-5 16,3 2-4-16,-5 2 3 0,0-4-6 0,-1 2 3 16,-2 0-2-16,-6 0 1 0,9 0-2 0,-9 0-6 15,5 0-5-15,-5 0 2 0,0 0 2 0,8 0 1 16,-8 0-4-16,0 0-8 0,0 0 2 0,0 0-21 15,0 0-16-15,9-1-8 16,-9 1-27-16,0 0-15 0,0 0-14 0,0 0-14 16,0 0-50-16,0 0-97 0,1-5-62 0,-1 0-362 15,0 0-750-15,0-3 331 0</inkml:trace>
  <inkml:trace contextRef="#ctx0" brushRef="#br0" timeOffset="85559.01">22859 4717 33 0,'1'-4'264'0,"4"2"-31"15,-5 2-25-15,11 6-17 0,-3 0-14 16,6 10-11-16,4 8-13 0,2 8-7 0,6 14-5 16,-3 7-6-16,0 0-10 0,4 25-2 0,-5 1-12 15,-10-21-3-15,1 25-7 0,-3 1-6 0,-6-25-12 16,-6 23-7-16,-2-24-1 0,-5 0-7 0,-3 0-8 0,-4-3-7 0,0-6 3 16,-6-1-9-16,-5-3-6 0,-7-3-2 0,5-4 1 15,-5 1-7-15,-5-8-1 0,-3 2-13 0,-3-7-26 16,-2 0-37-16,-4-6-30 0,-4-3-43 0,-1-5-70 15,0-6-281-15,2-4-506 0,3-4 225 0</inkml:trace>
  <inkml:trace contextRef="#ctx0" brushRef="#br0" timeOffset="85897.78">21794 5007 112 0,'0'0'212'0,"-11"10"-23"16,-1 4-13-16,-3 6-7 0,-3 7-14 0,-5 16 3 0,-4 6-9 15,-5 28-4-15,0 7 0 0,7-6-8 0,2 5-6 16,10-26-8-16,3 2-6 0,5 1-11 0,6-4-4 16,5-1 1-16,8-3 0 0,3-5-7 0,10-4-4 0,6-4 0 15,4 0-1-15,13-5-6 0,6-7-3 16,28 6-10-16,-21-15-14 0,30-2-40 0,-1-3-67 16,-27-6-82-16,33-6-115 15,-33-4-220-15,27-4-504 0,-40-3 224 0</inkml:trace>
  <inkml:trace contextRef="#ctx0" brushRef="#br0" timeOffset="86714.77">23276 4406 290 0,'3'-6'281'0,"-2"1"-4"0,1 1-14 0,-1 1-29 16,0-1-19-16,0 1-27 0,-1 3-22 0,3-5-25 0,-3 5-16 16,0 0-16-16,0 0-11 0,3 12-8 0,-2-3-11 15,0 0-6-15,-1 7-7 0,-1 1-10 0,-2 2-3 16,1 1-1-16,-2 6-6 0,-1 1-3 15,1-3-6-15,-1 1-1 0,2-6-6 0,1-2-4 0,-1-5 0 16,3-2-3-16,-1 1 1 0,0-6-2 0,1 0 15 16,-2 0 25-1,2-1 42-15,0-4 49 0,-1 3 23 0,1-3-6 16,0 0-18-16,0 0-10 0,15-16-21 0,-6 6-22 16,5-2 5-16,0-2-18 0,3-6-6 0,-2 6-4 0,-2 0-12 15,1-1-6-15,0 4-10 0,-4 2-5 0,-2 1-5 16,0 1-3-16,-3 2-7 0,0 2-11 15,1 1-11-15,-2 2-20 0,5 0-17 0,3 5-20 16,-2 0-21-16,1 5-15 0,2 4-25 0,-1 2-32 0,-1 0-35 0,6 3-37 16,-4 4-60-16,-1-7-372 0,-3 0-702 0,2-4 311 15</inkml:trace>
  <inkml:trace contextRef="#ctx0" brushRef="#br0" timeOffset="86977.43">23795 4536 170 0,'-6'-1'307'0,"6"1"-15"16,-3-2-22-16,3 2-23 0,0 0-24 0,-5-3-19 16,5 3-22-16,0 0-14 15,0 0-18-15,10-4-18 0,1 2-11 16,9-1-14-16,-2 0-11 0,15-1-7 0,2-3-11 15,3 1-4-15,14 0-8 0,-2-2-25 0,1 1-6 0,-12 2-26 16,-5-2-28-16,-2 5-28 0,-2-3-23 0,-10 2-29 16,-10-1-33-16,3 2-34 0,-8-1-50 0,-1 0-170 15,-3-1-417-15,-1 4 184 0</inkml:trace>
  <inkml:trace contextRef="#ctx0" brushRef="#br0" timeOffset="87162.08">24018 4368 202 0,'-3'-4'309'0,"-1"2"0"0,4 2-6 16,-2-6-21-16,0 2-32 0,2 4-30 0,0 0-26 16,-4-1-27-16,4 1-19 15,0 0-16-15,-1 12-1 0,1-4-29 0,0 6-7 16,-2 6-8-16,0 7-10 0,-1 2-3 0,0 5-5 16,1 1-10-16,2-1-2 0,-2 1-38 0,2-4-31 15,2 5-38-15,-4-5-54 0,2-3-66 0,0 0-75 16,-2-7-207-16,0-5-487 0,4-6 215 0</inkml:trace>
  <inkml:trace contextRef="#ctx0" brushRef="#br0" timeOffset="87600.9">24485 4234 244 0,'0'-4'330'0,"0"0"-23"16,0 4-30-16,1-5-34 0,-1 5-25 0,0-3-27 15,0 3-22-15,0 0-17 0,0 0-20 0,7 8-3 0,-6-1-11 16,-1 3-15-16,0 2-19 0,0 6 5 0,3 1-22 0,-7 7-3 15,0 3-8-15,0 2 0 0,-1-4-9 0,4 0-3 16,-3 4 3-16,4-5-9 0,-2-6-4 0,4-1 3 16,-2-9-6-16,0 4-4 0,4-4-2 15,-3-1-6-15,3-3 7 0,-3 1-2 0,4-4-2 16,3 1-1-16,0-2-5 0,3-2 4 0,2-1-2 0,-1 0-7 0,5-3 1 16,-5 2-4-16,-1 2 0 0,0-1-1 0,-4 1 2 15,1 0-8-15,2 1 4 0,-1 3-8 0,0 2 0 16,1 2 0-16,-1 9 1 0,1-2 2 0,-2 9-7 15,-1 5-4-15,-5 0-13 0,-2 0-24 0,0 5-26 16,-4-2-46-16,-1 3-40 0,1-4-89 0,-8 2-232 16,-1-3-520-16,0-3 231 15</inkml:trace>
  <inkml:trace contextRef="#ctx0" brushRef="#br0" timeOffset="87969.83">23937 5596 104 0,'-9'0'248'0,"4"1"-8"0,-1-1-9 0,6 0-9 16,0 0-9-16,-11 1-1 0,11-1-6 0,-8 0-16 15,8 0-12-15,0 0-23 0,0 0-9 0,0 0-19 0,0 0-9 0,32-2-12 0,-6-3-10 16,6 5-13-16,2-7-7 0,6 2-20 0,-1 1-9 15,0-1-14-15,1 0-27 0,-2-1-33 0,-2 1-30 16,-3 0-30-16,-3 1-34 0,-10 1-24 0,-3-3-36 16,-5 1-232-16,-1-2-447 0,-5-1 198 0</inkml:trace>
  <inkml:trace contextRef="#ctx0" brushRef="#br0" timeOffset="88163.21">24246 5327 254 0,'-5'-3'300'0,"2"-1"-13"15,1 1-21-15,-2-1-22 0,4 4-28 0,-4-4-26 16,4 4-23-16,0 0-20 0,0 0-17 0,-7 11-11 16,5 0-16-16,-1 1-6 15,-1-1-13-15,0 9-5 0,0 4-10 0,-2 2-5 16,2 0-3-16,-1 3-10 0,0 3-3 0,3-2-4 16,0-1 10-16,2 1 0 0,1-1-18 0,4-4-20 15,-1-5-30-15,0-2-29 0,1 1-39 0,2-2-44 16,5-4-72-16,-5-6-256 0,9 3-490 0,0-5 217 15</inkml:trace>
  <inkml:trace contextRef="#ctx0" brushRef="#br0" timeOffset="88337.34">24927 5524 333 0,'7'-3'426'0,"-2"1"-17"16,-3 1-32-16,-2 1-38 15,8-4-36-15,0 3-63 0,-2-2-56 16,4 0-53-16,3 0-56 0,6 0-64 0,3 1-80 16,9-1-92-16,4 1-272 0,5-3-470 0,-3 1 208 15</inkml:trace>
  <inkml:trace contextRef="#ctx0" brushRef="#br0" timeOffset="88485.5">25989 5494 311 0,'8'0'447'0,"-2"2"-32"0,-2-2-24 16,-4 0-39-16,9-2-38 0,-9 2-40 0,5-2-45 16,-1-3-62-16,0 3-74 0,2-2-72 0,6 0-76 15,1-1-64-15,7-3-78 0,0 2-244 0,2 1-477 16,9-5 211-16</inkml:trace>
  <inkml:trace contextRef="#ctx0" brushRef="#br0" timeOffset="88616.9">26393 5419 82 0,'0'0'284'0,"0"0"-15"0,0 0-23 0,4 2-21 0,-4-2-21 16,0 0-23-16,0 0-38 15,0 0-48-15,0 0-69 0,8-8-70 16,-3 4-101-16,1-1-116 0,5 3-283 0,1-4 125 16</inkml:trace>
  <inkml:trace contextRef="#ctx0" brushRef="#br0" timeOffset="90503.56">27318 5262 93 0,'-9'0'233'0,"-5"-1"-14"0,3 1-3 16,1 0-8-16,3-2-3 0,-2 2-3 0,1 0-7 15,8 0-18-15,-11 0-17 0,11 0-15 0,-6 0 0 16,6 0-4-16,0 0-7 0,0 0-9 16,-8 0-10-16,8 0-10 0,0 0-11 0,0 0-6 0,38-2-8 15,-6-2-13-15,4 1-8 0,16-1-5 0,2 0-2 0,0 2-11 16,2-3-2-16,2 1-5 0,-4 1 0 0,0 0-5 0,-18 2-1 15,-3-2-1-15,-2 1-9 0,-11 2 11 0,-1 0-11 16,-6 0-3-16,-3-1-4 0,-1 1-13 0,-2 1-16 16,-2-2-22-16,-5 1-22 0,0 0-11 0,0 0-12 15,0 0-14-15,0 0-26 0,-24 7-22 0,7-4-15 16,-2 1-11 0,0-1-33-16,-1 2-202 0,0-3-441 0,-2 2 196 0</inkml:trace>
  <inkml:trace contextRef="#ctx0" brushRef="#br0" timeOffset="90819.57">27337 5562 245 0,'-10'4'277'0,"6"-3"-2"0,-1 1-2 0,1 0-5 15,4-2-7-15,-10 3-4 0,10-3-19 0,-5 1-10 16,5-1-17-16,0 0-28 0,0 0-16 0,23 0-2 0,-1-1-39 0,10 1-10 16,21-4-13-16,1 1-8 0,2 1-13 0,8-1-3 15,-2 0-18-15,0 3-1 0,-2 0-3 0,-6-2-10 16,-18 2-3-16,-4 0-7 0,-11 0 3 0,-5-3-3 16,-5 3-6-16,3 0-11 0,-5 0 2 0,0 0-8 15,-4 0-14-15,-5 0-12 0,10 0-12 0,-10 0-17 16,0 0 0-16,0 0-24 15,0 0-37-15,0 0-46 0,-37 3-53 0,27-3-72 16,-3 0-263-16,-1-3-579 0,1 3 256 16</inkml:trace>
  <inkml:trace contextRef="#ctx0" brushRef="#br0" timeOffset="91984.25">28845 4717 16 0,'0'0'169'0,"0"0"-10"0,-6 0-2 0,6 0-2 15,0 0-10-15,0 0-7 0,0 0 0 0,-8-2-3 0,8 2-5 16,0 0-12-16,0 0 6 0,0 0-9 0,0 0-8 16,0 0-10-16,0 0-9 0,0 0-7 0,0 0-5 15,0 0-6-15,0 0-11 0,0 0-2 16,0 0-7-16,0 0-2 15,0 0-3-15,0 0-1 0,0 0-1 0,0 0 0 0,-5 2-1 16,5-2-4-16,0 0 4 0,0 0-4 16,0 0-1-16,0 0 0 0,0 0-3 0,0 0-3 15,0 0-5-15,0 0 3 0,0 0-7 0,0 0-6 16,19-4 1-16,-5 1-4 0,3-1-1 0,11 1 2 0,5 0-3 16,3-1-2-16,4-3-1 0,16 6 0 0,-1-6-2 15,1 4 1-15,0-4-3 0,-5 4 2 0,-10 3-6 0,-2-2 1 16,-7-1 3-16,1 3-15 0,-4 0-9 0,-14 0-19 15,-3-2-23-15,-2 4-21 0,-5-1-14 0,-1-1 4 16,-1 3 2-16,-3-3-12 0,-12 4-32 0,-2-4-25 16,-4 4-62-16,-12 1-113 0,-1-1-360 0,1-2 159 15</inkml:trace>
  <inkml:trace contextRef="#ctx0" brushRef="#br0" timeOffset="92369.45">29045 4766 231 0,'0'0'252'0,"0"0"-23"0,0 0-20 0,0 0-19 15,0 0-25-15,0 0-17 0,-6 2-15 0,6-2-19 0,-5 6-11 16,4-2-10-16,-1 6-10 0,0 3-7 0,-3 5-4 0,0 8-6 16,-3 1-4-16,0 4-5 0,-3 3-3 0,1 13-3 15,-3 1-1-15,4-2 0 0,-1 6-5 0,0-1-4 16,2-1 0-16,2 2-5 0,-1-1-3 15,5 0-3-15,-3 0-2 16,6-1-1-16,-5 1-5 0,2-4-3 0,-2-10 5 16,1-2-9-16,1-1 2 0,-1-3-3 0,-2 1 1 15,-4-6-5-15,5-1 1 0,-2-8-1 0,-2 0 9 16,3-5 3-16,-1 0 6 0,-5-3 12 0,2-1 8 16,-1-1 6-16,-6-1 3 0,-3-3 0 0,0-2 15 15,-1-4 15-15,-2 1-4 0,2-3-1 0,-6-2 21 16,-2-2 0-16,9 0 0 0,0 0-12 0,-2 0 7 15,4-2-15-15,1 2 7 0,2-1 3 0,5 3-4 0,-2 0-7 0,1 2-6 16,3 0-10-16,3 0-11 0,-1 3 3 0,1-1-13 16,0 1 2-16,4 2-36 0,-7-3-13 0,7 3-56 15,-3-4-40-15,3 4-38 0,0 0-37 0,-6 0-18 16,6 0-20-16,0 0-29 0,0 0-50 0,0 0-289 16,0 0-626-16,0 0 278 0</inkml:trace>
  <inkml:trace contextRef="#ctx0" brushRef="#br0" timeOffset="93139.73">29281 5732 7 0,'0'0'333'0,"-4"-6"-17"0,4 6-29 0,0 0-32 15,0-5-25-15,0 5-23 0,0 0-24 0,0 0-21 0,0 0-19 16,0 0-16-16,0 0-12 0,0 0-14 0,4 15-9 16,-3-5-11-16,-2 2-9 0,-3 4-8 0,3 1-3 15,-2 1-6-15,-2 1-10 0,1 5-4 0,1-1-2 16,-3-2-3-16,1-2-3 0,0 0-7 0,0 2-2 15,1-5 0-15,-1 0-4 0,3-3-4 0,0-1 2 0,-2-3-2 16,4 1-2-16,0-5 6 0,-1 0 32 0,-1-1 42 16,4 0 44-16,-4 0 23 0,2-4 50 0,0 0 31 15,0 0 9-15,0 0-31 0,0 0-21 0,7-11-21 16,0 2-18-16,-1 0-17 0,4-5-15 0,1-1-13 0,0 0-13 16,3-1-10-16,-4-1-7 0,2 4-11 0,-1-1-9 15,-4 4-4-15,-1 3-7 0,2-1-2 0,-3 1-10 0,-1 3-5 16,0-1-9-16,-2 1-2 0,2 3-12 0,-3-2-21 15,2 1-26-15,-3 2-28 0,0 0-1 0,0 0 7 16,10 5 8-16,-8-1-3 0,1 4-4 0,0-1 17 16,0 3-2-16,0 2 5 0,1 4 2 0,-1-4 1 15,0 0 5-15,1 1 3 0,-1-1 0 0,0 1 1 16,1-2 6-16,-2 0-2 16,-1-2 7-16,0-2-13 0,2-2 15 0,-1 0 3 15,-2 2-1-15,0-2 3 0,2-3 8 0,0 2-8 16,-2-4 3-16,0 5-7 0,0-5 10 0,1 3 1 15,-1-3-2-15,0 0-1 0,0 4 2 0,0-4-1 16,0 0 5-16,0 0-5 0,4 4 2 0,-4-4 0 16,0 0 3-16,0 0-3 0,0 0 5 0,0 0-1 15,0 0-14-15,0 0-6 0,0 0-9 0,0 0-28 0,0 0-62 0,0 0-54 16,0 0-40-16,7-11-44 0,-4 5-39 0,1-2-54 16,0-1-347-16,1-3-746 0,0 2 330 15</inkml:trace>
  <inkml:trace contextRef="#ctx0" brushRef="#br0" timeOffset="93809.06">30213 5051 160 0,'7'-5'217'0,"0"1"-23"0,3 2-11 0,0-1-21 16,3 2-17 0,-2 1-10-16,-1 3-17 0,3 0-10 0,-4 4-4 15,7 3-14-15,-5 0-5 0,-2 3-5 0,1 1-4 16,-1 3-8-16,-4 1-3 0,-2 3-6 0,-3 3-4 15,-4 3-6-15,0-2-5 0,0 1-3 0,-2-2 1 16,-5-9-6-16,2 9-1 0,-2-1 1 0,-1-6-2 16,-3 1-6-16,3-1 3 0,1-5 1 0,0 1 8 15,1-4 0-15,3 1 0 0,2-5 10 0,1-1 8 0,1 1 15 0,-1-1 19 16,1-1 27-16,1-1 25 0,2-2 36 0,-4 3 31 16,4-3 14-16,0 0-23 0,0 0-15 0,2-12-24 15,2 0-14-15,4-2-14 0,1-6-16 0,6-2-10 16,2-1-13-16,2 0-12 0,0-1-9 0,2 0-6 15,0 2-11-15,0 2-5 0,-6 6-9 0,-1 1 0 16,-1 2-9 0,-5 2-1-16,-1 2-3 0,2 1-8 0,-5 2-6 0,0-1-10 15,0 4-17-15,0-1-40 0,-1 1-27 0,-3 1 23 16,6 4-14-16,-3 3 7 0,0 3-8 0,1-1 5 16,-3 8 11-16,1 0 1 0,2 8 3 15,0-7 9-15,-1 0 5 0,6 8-11 0,-4-7-8 16,1 6-26-16,1-1-23 0,0-7-33 0,-1 2-35 0,2-4-35 15,1 1-56-15,-1-5-69 0,-2-2-244 0,3-2-622 0,0-4 275 16</inkml:trace>
  <inkml:trace contextRef="#ctx0" brushRef="#br0" timeOffset="94071.78">30740 5017 56 0,'0'-7'324'0,"0"3"-23"0,0 0-32 15,1 0-26-15,-1 4-29 0,4-5-24 0,-4 5-21 16,0 0-18-16,13 12-10 0,-3 0-13 0,-1 3-8 16,8 7-11-16,-2 4-7 0,-2 6-6 0,0 3-6 0,-2 14-8 15,-2 0 1-15,-1-2-9 0,-7 4-5 0,-2-2-4 16,-4 0-6-16,-7-3-2 0,-3 0-9 0,-7-3-14 15,-2-2-11-15,-1-12-16 0,-15 5-34 0,-7-3-33 0,2-1-46 16,-8-8-50-16,7-4-71 0,-5-5-228 0,0-4-493 16,13-6 219-16</inkml:trace>
  <inkml:trace contextRef="#ctx0" brushRef="#br0" timeOffset="94426.99">30372 4734 229 0,'0'-5'298'0,"0"0"-20"0,0 2-28 16,1-1-24-16,-1 4-30 0,0 0-23 0,0 0-19 16,0 0-22-16,-16 20-13 0,-1 2-11 0,-4 10-21 15,-9 15-12-15,-14 23-3 0,10-21-7 0,-12 25-5 0,15-25-3 16,-7 26-7-16,15-19-2 0,7 2-2 0,5 0-2 16,6-2-4-16,10 2 0 0,6-7 14 15,8-1-4-15,8-1 0 16,12-3 1-16,6-5-24 0,5-5-38 0,7-4-72 15,3-8-107-15,3-5-277 0,-3-5-503 0,1-4 222 16</inkml:trace>
  <inkml:trace contextRef="#ctx0" brushRef="#br0" timeOffset="110320.7">8173 10845 130 0,'0'0'128'16,"0"0"-12"-16,0 0-5 0,0 0-10 0,0 0-1 15,0 0-4-15,0 0-6 0,0 0-5 0,0 0-4 16,0 0-7-16,0 0 5 0,0 0-11 0,0 0-5 16,0 0-3-16,0 0-3 0,0 0-10 0,0 0-1 15,0 0-3-15,0 0-2 0,0 0-6 0,0 0 1 16,0 0 1-16,0 0-5 0,0 0 4 0,0 0 2 15,0 0 3-15,0 0-3 0,7-5-4 0,-2 1 5 0,0 3-5 0,3-5-2 16,2 3-3-16,4-4 4 0,3-2 1 0,6-4 6 16,9 0 6-16,-4 2 0 0,0-3 6 0,0-3-2 15,4 2-2-15,-5-2-6 0,4-1 1 0,1-2-6 16,-2 3 2-16,-3 1 3 0,-1 0-8 0,-1 0 3 16,-3 3-3-16,-7-2 0 0,2 4-1 0,-2 0-3 15,-4-1-2-15,0 2 0 16,-3 1 4-16,-2-1-1 0,2 1-5 0,-4 0 1 15,1 1-2-15,-3 2-1 0,-2-2-7 0,-1 3-1 16,1-4-1-16,-6 4-9 0,0-1 2 0,-1 1-3 16,-4 3-2-16,-6-3 0 0,-5 4 3 0,1 2-4 15,-8 2-2-15,-2 1 10 0,2 2-10 0,-2 3-1 16,-2 4-4-16,1 3 1 0,-1 4 4 0,-10 9-5 16,3 3-1-16,3 1 1 0,2 6-1 0,5 0 1 0,-1 4 1 15,9-4-1-15,6-6 1 0,5-1-3 0,3 0 1 16,5-1 0-16,4-2-1 0,8 0 7 0,0-2-4 15,5-1 3-15,8-1 4 0,6-6-2 0,4 1 6 0,18-2 3 16,7-3-2-16,6-5 8 0,3-5 2 0,29-1 0 16,-27-4 9-16,-4 0-12 0,-3 3-1 15,-5-6 0-15,-18 2 0 0,-3-2 0 0,-6 0-2 0,-9 3 1 0,-7-2 15 0,0-1 8 16,-1 3 5-16,-5-2 5 0,1 2 0 16,-4 0 5-16,-4 0-2 0,6-3-7 0,-6 3-1 15,9 0-13-15,-9 0 2 0,4-2 0 0,-4 2-10 16,0 0-7-16,0 0-21 0,0 0-23 0,0 0-31 0,0 0-34 15,-23 2-39-15,15 1-44 0,1-3-70 0,-3 2-253 16,2-2-542 0,0 0 240-16</inkml:trace>
  <inkml:trace contextRef="#ctx0" brushRef="#br0" timeOffset="115325.1">9109 9648 149 0,'-1'-7'208'0,"2"2"3"0,-1 0-7 0,0-4 2 15,0 6 1-15,0-6-9 0,0 4-2 16,3 0 1-16,-2 0-13 0,-1 0-12 0,0 2-6 16,0 3-12-16,3-5-10 15,-3 1-10-15,0 4-26 0,0 0-15 0,2-4-33 16,-2 4-33-16,0 0-21 0,0 0-3 0,0 0-3 15,0 16 2-15,0-2 0 0,0 1-4 0,-1 2 0 16,-3 0 3-16,0 3 1 0,4 0-2 0,-1-2-2 0,-3 8 3 16,4-6-1-16,-4-5 0 0,4 2 2 15,-4 0-4-15,2-5 2 0,-2 0 3 0,3-4-2 16,-2 1 2-16,2-2-1 0,1 0 0 0,0-3 3 0,-3 0 2 0,2 1-2 16,1-5 0-16,0 4-1 0,0-4 4 0,0 5-5 15,0-5-2-15,0 0-3 0,0 5-2 0,0-5-8 16,-1 2-20-16,1-2-13 0,-7 4-21 0,3-1-24 15,4-3-30-15,-10 5-41 0,5-4-41 0,-2 0-189 0,0-1-423 16,-3 0 186-16</inkml:trace>
  <inkml:trace contextRef="#ctx0" brushRef="#br0" timeOffset="115694.58">8742 10019 123 0,'0'0'189'0,"0"0"-12"16,-3 3-5-16,3-3-11 0,0 0-12 0,-4 2-8 16,4-2-11-16,0 0-10 0,0 0-9 0,0 0-10 15,0 0-17-15,0 0-2 0,0 0-6 0,0 0-7 16,16 2-2-16,-3-4-5 0,6 2-4 0,12-2-6 0,2-1-3 0,4-1 3 15,17 0 0-15,-3 0 0 0,4 2 4 16,-4-4 0-16,-10 4 2 0,-3 2-6 0,15-7-4 0,-20 5-6 16,0-1-3-16,-6 1-2 0,-8 0-8 15,0 2-2-15,-5 0 0 0,-5-1-1 0,-1-1-8 0,1 2 0 16,-1 0-2-16,-8 0 0 0,7-1-4 16,-3 0-2-16,-4 1-2 0,7-1-7 15,-7 1-4-15,0 0-9 0,0 0-13 16,0 0-25-16,0 0-19 0,-16 7-34 0,7-4-23 15,-2 1-43-15,2 0-226 0,-4 0-428 0,-1 0 190 16</inkml:trace>
  <inkml:trace contextRef="#ctx0" brushRef="#br0" timeOffset="116279.68">8974 10152 83 0,'0'0'223'0,"0"0"-20"0,0 0-14 16,0 0-22-16,0 0-16 0,0 0-16 0,0 0-20 15,0 0-4-15,24-2-9 0,-14 6-7 0,2-2-4 16,2-1-11-16,-1 3-6 0,-1-1-13 0,6 4-4 16,-6-2-7-16,-1 1-5 0,2 2-5 0,-3 1-6 15,2 3 0-15,-6-1-4 0,-2 2-4 0,2 1-4 16,-2 2-2-16,-4 2-7 0,-4-1 6 0,-3 0 2 0,-5-1-4 0,-2 4-2 15,0-6 0-15,-4 1 0 0,-1-1-1 16,1 0-5-16,1-6 1 0,2 3 3 0,1-3-5 16,1-1 2-16,3-4-4 0,1 1-1 0,0 1 1 0,3-2 4 15,2-1 1-15,0 1 9 0,2 0 10 0,-2-2 5 16,4-1 4-16,0 0-1 0,0 0 2 0,10 4 8 16,0-4 2-1,8-3 9-15,0 1-12 0,1 2 0 0,9-3-2 0,-5 0 0 16,5-1 2-16,2 3 2 0,0-1 13 0,-4-2-14 15,-4 1-1-15,-1 2 2 0,-2-1-4 16,-2 0-7-16,-3 2 1 0,-5-2-4 0,-1 1-2 16,-3 1-6-16,0-1-2 0,-5 1 0 0,10-1-2 0,-10 1-7 15,8 0 1-15,-8 0-8 0,5-2-12 0,-5 2-9 16,0 0-11-16,0 0-21 0,0 0-48 0,0 0-47 0,0 0-58 16,-4-6-40-16,4 6-245 0,-5-7-520 0,0 3 231 15</inkml:trace>
  <inkml:trace contextRef="#ctx0" brushRef="#br0" timeOffset="116880.22">9634 9832 36 0,'3'-4'223'0,"-3"4"-16"0,7-3-18 0,-4 1-15 0,2 0-19 0,-5 2-18 15,7-1-14-15,-7 1-17 0,12 1-8 0,-7 1-15 16,3 1-4-16,-3 3-9 0,3-1-7 0,0 2-8 16,-2 3-1-16,0 0-9 0,1 0-4 0,-6 4-6 15,4 2-2-15,-5 4-1 0,-4-1-3 0,2 0-5 16,-6 4-4-16,-3 1 4 0,1-7-4 0,0 1-4 16,0 0-2-16,-2-2 1 15,-1-1 0-15,4-2-4 0,0-2-2 0,1-3 0 16,3-1 2-16,-1-1 1 0,-1-1 8 0,3-1 14 15,3-1 20-15,-1 1 24 0,-1-2 28 0,3-2 22 16,-4 5 17-16,4-5-4 0,0 0 0 0,0 0-26 16,8-12-16-16,-2 3-8 0,7-2-5 0,0-3-11 15,7-8-7-15,-2 1-5 0,1 1-10 0,3-4-7 16,-3 2 2-16,-2 3-6 0,-3 5-2 0,-4 0 15 0,-1 5-6 16,-1-2-2-16,-2 4 1 0,0-3-6 0,0 7-8 0,-3-1-3 15,1 0-5-15,-2 0-8 0,-2 4-6 0,3-3-27 16,-3 3-9-16,0 0 7 0,0 0 2 0,0 0-6 15,-9 18 5-15,3-6 6 0,1 3-2 16,-4 1 1-16,4 0-3 0,1 2-3 0,1 0-5 0,3 0 5 16,0-1 1-1,2 0-2-15,2 0-6 0,2-2-2 0,5 1-16 16,2-2-27-16,12-1-46 0,0 0-54 0,6-3-84 16,2-1-308-16,-4-7-606 0,6-2 269 0</inkml:trace>
  <inkml:trace contextRef="#ctx0" brushRef="#br0" timeOffset="117549.84">10467 9639 98 0,'2'-3'241'16,"-2"3"-23"-16,0 0-20 0,1-4-22 0,-1 4-18 0,0 0-15 15,0 0-24-15,0 0-13 0,0 0-12 0,0 0-12 16,0 0-9-16,-1 21-9 0,-1-9-6 0,-1 3-6 15,-1 2-7-15,-1 2-7 0,-3 9 0 16,2 0-5-16,0-1-1 0,-1 1-2 0,-2 2-6 0,5-2-3 0,-1 2 1 16,0-4-6-16,2 1 0 0,-1-2 1 0,2-7-2 15,2-1-1-15,0-1-1 0,0-3-1 0,0-4-1 16,0 1-1-16,0-2 3 0,0-3-2 0,0 0 2 0,0 1 1 16,5-3 19-16,-4 2 17 0,3-3 1 0,1 3-4 15,3-3-3-15,5-1-5 0,0-1-3 16,3-1-19-16,2-1-27 15,0-2-41-15,-3-1-61 0,4-1-62 0,-2-3-211 0,-2 0-417 16,0-1 185-16</inkml:trace>
  <inkml:trace contextRef="#ctx0" brushRef="#br0" timeOffset="117796.98">10294 9898 149 0,'0'0'290'0,"0"0"-9"0,-7-3-17 0,6 1-18 0,1 2-18 16,0 0-31-16,0 0-18 0,0 0-23 0,18-3-22 15,-4 1-24-15,10 0-44 0,7 1-44 0,2-1-47 16,-1 2-82-16,3-1-78 0,-5-3-150 0,2 2-362 15,0-3 161-15</inkml:trace>
  <inkml:trace contextRef="#ctx0" brushRef="#br0" timeOffset="118135.48">10857 9903 275 0,'0'0'293'0,"0"0"-3"0,0 0-25 15,0 0-23-15,0 0-22 0,0 0-23 0,0 0-23 16,0 0-19-16,22-5-21 0,0 5-31 0,6-1-47 16,4-1-45-16,1 2-61 0,3-2-84 0,-3 2-239 15,0-5-402-15,0 0 178 0</inkml:trace>
  <inkml:trace contextRef="#ctx0" brushRef="#br0" timeOffset="120503.28">11482 9551 11 0,'3'-7'248'0,"-2"3"-8"0,-1-1-13 0,1 1-13 16,3 0-20-16,-3 0-14 0,-1 4-24 0,0-5-24 16,0 5-21-16,0 0-23 0,0 0-12 0,0 0-10 15,0 0-2-15,-1 20-9 0,-3-9-7 0,3 5 0 0,0 2-9 0,-2 2-6 16,-1-2-5-16,3 0 2 0,-2 1-6 0,2 0-4 16,1-2-2-16,-1 3-1 0,1-3-5 0,0-1 2 15,0-3-3-15,0-1-2 0,0-1-1 0,-3-3 7 16,3 2-4-16,0-3-4 0,3 0 2 0,-2-4-2 0,-1 1 1 15,0 0-3-15,0-4 1 0,-1 6 2 0,1-6 2 16,0 3 0 0,0-3-1-16,-3 4-1 0,3-4 2 0,0 4-1 15,0-4-3-15,0 0 1 0,0 0-15 0,-1 4-20 16,1-4-20-16,0 0-16 0,-4 3-27 0,4-3-32 16,-9 2-63-16,4-2-151 0,5 0-364 0,-9 2 162 15</inkml:trace>
  <inkml:trace contextRef="#ctx0" brushRef="#br0" timeOffset="121089.04">11248 10026 175 0,'0'0'207'0,"-10"0"-9"0,10 0-7 15,-5 2-4-15,5-2-11 0,-8 0-8 0,8 0-15 16,0 0-9-16,0 0-14 0,0 0-10 16,0 0-13-16,0 0-7 0,-8 0-10 0,8 0-3 15,0 0-10-15,0 0-3 0,0 0 4 0,0 0-5 16,0 0-5-16,0 0 5 16,0 0-10-16,0 0-1 0,0 0-10 0,0 0-6 15,0 0-7-15,0 0-1 0,0 0-3 0,0 0-5 16,0 0-5-16,0 0-1 0,0 0-2 0,0 0-2 15,0 0-1-15,0 0-1 0,0 0-3 0,0 0-2 16,0 0-1-16,0 0-3 0,0 0-1 0,0 0 2 16,0 0-1-16,0 0-2 0,0 0-3 0,0 0 0 15,0 0 2-15,0 0 0 0,0 0-3 0,0 0 0 0,0 0 7 0,0 0-10 16,0 0 0-16,0 0 3 0,0 0-1 0,0 0-4 16,0 0 4-16,0 0-2 0,0 0 1 0,0 0-1 15,0 0 3-15,0 0-3 0,0 0 3 0,0 0 8 16,0 0-7-16,0 0 0 0,0 0-1 0,0 0 5 15,0 0-1-15,0 0 1 0,0 0-8 0,0 0 3 16,39-4 3-16,-11 2-2 16,4-1-4-16,1-2 0 0,4 1 4 0,3-2-2 15,16-1 0-15,-2 0-4 0,-2 0 1 0,2-1 4 16,-16 1-2-16,-1 4 8 0,-2-3 2 0,-6-2-4 16,-7 5 0-16,-5-2 11 0,-5 3-8 0,-2 2-4 15,-2-2 5-15,0 0-3 0,-4 1-3 0,2-1 1 16,-6 2-3-16,6 0-5 0,-6 0-7 0,0 0-19 15,0 0-17-15,0 0-14 0,0 0-20 0,0 0-23 0,-30 3-29 0,19 1-19 16,-1 0-26-16,0 1-28 0,-1-1-211 0,-2 0-447 16,4 3 198-16</inkml:trace>
  <inkml:trace contextRef="#ctx0" brushRef="#br0" timeOffset="121474.25">11629 10060 198 0,'0'0'290'0,"0"0"-15"16,0 0-19-16,0 0-17 0,0 0-26 0,0 0-17 15,1-5-22-15,-1 5-20 0,0 0-16 0,0 0-16 16,0 0-12-16,0 0-18 0,0 0-10 0,0 0-12 15,0 0-10-15,0 0-2 0,2 14-6 0,-4-5-2 16,0 4-12-16,-1 2-2 0,-2 4-4 0,-1 0-3 16,-4 5-1-16,-1 1-7 0,3-2-1 0,-3 2-2 0,5-6-4 15,-1 0 2-15,2 1-3 0,0-3 1 0,-1-2-3 0,2 1-1 16,1-3-1-16,1-4-2 0,2 1-2 0,-2 0 2 16,1-5-1-16,1 1 1 0,-1 1 4 0,0-4-2 15,1 1 0-15,0 2 0 0,1-3 2 0,0 2 5 16,2-4-4-16,1 2-4 0,1-2-1 0,1 1 0 15,2-2 1-15,-2 2-3 0,4-2-18 0,3 0-25 16,-3-2-26-16,2 2-34 16,3-3-37-16,-4 0-54 0,1-1-66 0,-3-1-160 15,4 0-451-15,-5 0 200 0</inkml:trace>
  <inkml:trace contextRef="#ctx0" brushRef="#br0" timeOffset="121721.49">11422 10294 115 0,'0'0'270'0,"-6"2"-6"0,6-2-9 0,0 0-10 0,0 0-29 16,0 0-22-16,0 0-22 0,0 0-18 0,20-6-14 0,-6 3-15 31,9 1-14-31,5-2-13 0,7 0-16 0,1-2-26 0,-1 3-33 0,6 2-40 0,-5-5-54 0,0 3-79 16,-7-4-231-16,2 1-412 0,-3-2 183 15</inkml:trace>
  <inkml:trace contextRef="#ctx0" brushRef="#br0" timeOffset="122144.86">12108 9517 41 0,'1'-6'198'0,"-1"6"-19"0,0 0-17 0,8 11-13 0,-3-1-20 16,4 7-8-16,4 4-18 0,2 8-11 0,-2 4-2 15,5 12-7-15,-3 6-4 0,-1 2-5 0,-5 6-8 0,0 25 1 16,-6-23-3-16,-8-1-9 0,-4 27-3 0,-3-30-7 0,-2-2 0 16,-4-2-9-16,-7-6 1 0,-6 0-5 0,-2-3 0 15,-3-5 0-15,-4-3-4 0,-3-3-5 16,-3-4-6-16,0 0-12 0,-5-2-14 0,-5-3-27 16,-3-4-45-16,-2-3-101 0,-28 2-123 0,28-13-331 0,1-6 147 15</inkml:trace>
  <inkml:trace contextRef="#ctx0" brushRef="#br0" timeOffset="122860.99">10263 9467 61 0,'-10'21'140'0,"0"-5"2"0,-4 12-30 15,-3 1-3-15,-1 14-13 16,-5 6-10-16,4-3-3 0,2 9 10 0,-2 1-5 15,6 3-9-15,-2 22-7 0,11-29-3 0,3 1-11 16,6-4-1-16,5 1-8 0,2-4 25 0,4-1 2 16,-2-11 0-16,8-3 4 0,-1-2 11 0,12 6-10 15,-8-11 9-15,2-2-1 0,0-5-3 0,-1 0-4 16,-1-4-7-16,-7-4-4 0,-3-1-3 0,2-2 1 16,-7-1-1-16,-1-2 5 0,0 1 12 0,-1-1 5 0,-3-1 12 0,0-2 8 15,-2 3 7-15,0-2 8 0,-3-1 1 0,7 3-2 16,-7-3-11-16,6 1-5 0,-6-1-7 0,0 0-12 15,4 3-11-15,-4-3-8 0,0 0 1 0,0 0-14 16,0 0-12-16,0 0-14 0,0 0-38 0,0 0-51 16,9-6-48-16,-5 5-47 0,1 0-42 0,2-2-48 15,2 1-58-15,0-2-236 0,3-2-582 0,-2 4 257 0</inkml:trace>
  <inkml:trace contextRef="#ctx0" brushRef="#br0" timeOffset="124848.83">13170 10515 79 0,'0'0'123'0,"0"0"-12"0,-8 0-13 16,8 0 4-16,0 0 0 0,0 0-13 0,-6-3-2 15,6 3 0 1,0 0-3-16,0 0-3 0,0 0-7 0,0 0 2 0,0 0-4 15,0 0 11-15,0 0-7 0,0 0 3 0,0 0 1 16,0 0-1-16,0 0 0 0,0 0-4 16,0 0-3-16,0 0-10 0,0 0-6 0,0 0-2 15,0 0-6-15,19-2-5 0,0 2-9 0,12-3 1 0,1 1-6 16,4-1-1-16,-2 1-2 0,3 0 2 0,4-1-3 16,-4 1-3-16,2-1 1 0,-5 3-3 0,-3-4-3 0,-2 4-1 15,-10-1 5-15,-2 0-9 0,-3 1-2 0,-5 0-6 16,0 0-2-16,-3 0-11 0,-6 0-8 0,9 0-15 15,-9 0-1-15,0 0 1 0,0 0-10 0,0 0-11 16,-15 6-22-16,2-6-16 0,2 4-23 0,-1-1-17 16,-6-2-36-16,4 2-118 0,3-1-308 0,2 0 136 15</inkml:trace>
  <inkml:trace contextRef="#ctx0" brushRef="#br0" timeOffset="125112.29">13317 10730 191 0,'-3'2'250'16,"3"-2"-19"-16,-4 3-19 0,4-3-24 0,0 0-19 15,11 3-17-15,2-2-14 0,5-2-14 0,12 0-11 16,-2-3-12-16,4 1-7 0,3 2-12 0,-2-1-2 15,0-1-9-15,-1 2-9 16,-4 0-3-16,-6-3-11 0,-4 4-3 0,-3-1-5 16,-3 1-4-16,-1 0-13 0,-4-3-15 0,-1 3-14 15,-6 0-23-15,9-1-27 0,-9 1-6 0,5 2-22 16,-5-2-37-16,0 0-240 0,0 0-389 0,-17 3 173 16</inkml:trace>
  <inkml:trace contextRef="#ctx0" brushRef="#br0" timeOffset="125851.78">14619 10082 128 0,'-6'-4'177'0,"6"4"-7"0,-4-2-12 0,4 2-8 16,0 0-10-16,0 0-10 0,-4-2-7 0,4 2-4 15,0 0-8-15,0 0-5 0,0 0-1 0,0 0-8 16,0 0-9-16,0 0-7 0,0 0-8 0,0 0-8 16,0 0-3-16,18 0-6 0,-3-2-5 0,8 2-3 0,11 0-4 0,19 0-3 15,-1-3-2-15,2 3-1 0,3-4-3 0,5-1-1 16,-3 1-7-16,-3-2 2 0,-4 4-4 0,-13-1-2 15,-6 2-2-15,-2 0-7 0,-3-2-9 0,-8 3-18 16,-8 3-22-16,-1-3-32 0,-2 0-22 0,-5 0-3 16,-4 0-21-16,0 0-29 0,0 0-202 0,-27 5-373 15,7-3 166-15</inkml:trace>
  <inkml:trace contextRef="#ctx0" brushRef="#br0" timeOffset="126385.01">14505 10167 151 0,'0'0'154'0,"4"5"-8"16,0-1-12-16,0 1-13 0,6 2-4 0,-1 2-14 0,5 1-7 15,3 5-10-15,6 0-3 0,0 2-9 0,4 0-2 16,1 4-8-16,-1-2-4 0,2 3-7 0,-1-3-5 15,0 3-5 1,-1-2-1-16,-2-1-7 0,-1 3-3 0,-3-3-1 0,0-2-5 16,-6-3 2-16,-1-1-5 0,0-1-4 0,-4-4-3 15,-1-2 0-15,-1 2-4 0,0-4 1 16,-1 2-2-16,-3-3 3 0,0 1 2 0,0-2 15 16,0 2 12-16,-3-2 13 0,3 1 12 0,-2-2 5 0,-2-1 9 15,0 0 1-15,0 0 2 0,8 2-6 0,-8-2-7 16,0 0-4-16,2 1-13 0,-2-1-2 0,0 0-8 0,0 0-8 15,0 0-16-15,4 4-23 0,-4-4-11 0,-1 7 1 0,-2-2 1 16,0 5 0-16,-5 6 5 0,-3 6-2 16,-6 7 0-16,0 3 3 0,-10 9 3 0,3 7 4 15,-4-2-6-15,-4 4-3 0,3-6-3 0,2 3 6 16,4-2-1-16,-3-4 2 0,11-7 1 0,-3-4-1 0,2 2 1 16,1 0 1-1,0-5 1-15,4 1-1 0,-1-5 6 0,1 1-7 16,3-7 3-16,0-1-1 0,3 0-3 0,1-5 6 15,2-1-2-15,-2 1 1 0,3-6 5 0,-2 3-2 16,2-3 0-16,0 0 4 0,-1-1 2 0,1 0-3 0,0-1 1 16,-1 1-1-16,2-4 5 0,-1 3-5 15,1-3-1-15,0 4 2 0,0-4 1 0,0 0-16 16,-2 5-14-16,2-5-16 0,0 0-26 0,0 0-27 0,-1 3-49 0,1-3-46 16,0 0-209-16,0 0-424 0,0 0 187 0</inkml:trace>
  <inkml:trace contextRef="#ctx0" brushRef="#br0" timeOffset="126700.99">14648 11419 76 0,'-6'3'243'0,"6"-3"-15"15,-6 1-12-15,6-1-16 16,0 0-18-16,0 0-17 0,0 0-19 16,0 0-14-16,40-5-14 0,0 4-9 0,19-6-12 0,6 2-14 15,31-2-4-15,0 2-6 0,-3-4-7 0,1 1-10 16,4-1 1-16,-1 1 7 0,-1-1 4 0,-31 6-1 16,-5-3-8-16,-4 2-6 0,-20 2-1 0,-4-3-8 15,-9 5 4-15,-8-1-2 0,-2-2 7 0,-4 2 4 16,-1 1-1-16,-1-1-1 0,-3-1 2 0,-4 2-17 0,0-4-23 0,0 4-14 15,-19-7-18-15,6 4-25 0,-5 0-33 16,-1 1-47-16,0 2-52 0,0-2-286 0,1 2-496 16,4 0 220-16</inkml:trace>
  <inkml:trace contextRef="#ctx0" brushRef="#br0" timeOffset="130525.56">16357 10186 182 0,'1'-5'203'0,"1"-2"-5"0,0 2-10 0,1 2-5 15,-2-2-10-15,0-1-7 0,2 3-15 0,-3 3-11 16,1-5-13-16,0 2-11 0,2 1-13 16,-3 2-9-16,0 0-17 0,4-4-13 0,-4 4-21 0,0 0-22 15,0 0-4-15,0 0 0 0,3 12-8 0,-3-1 0 16,0 4 0 0,-1 9-6-16,-4 2 2 0,0 4 1 0,-1 1-2 15,-1 1-2-15,-2 1-2 0,-3-1 5 0,3-1 0 16,-4 3-3-16,3-3 1 0,2-1-1 0,0-1 2 0,1-3-4 15,0-1 4-15,2-5-2 0,1-4 3 0,-1 3 0 16,5-3-3-16,-1-1 5 0,-2-2-3 0,3-6 0 16,0 4 2-16,0-6-2 0,0 1-8 0,0 0 11 15,0-1 1-15,3-2 2 0,-3 0-2 0,1 1 4 0,-1-4 0 16,5 7-6-16,3-7 5 0,5 1-4 0,1-1-3 16,6-1-40-16,10-2-52 0,-1-2-66 0,-3-3-210 15,0 3-392-15,1-6 174 0</inkml:trace>
  <inkml:trace contextRef="#ctx0" brushRef="#br0" timeOffset="131094.41">16135 10495 78 0,'0'0'148'16,"0"0"-15"-16,0 0-10 0,-9 0-14 0,9 0-4 15,0 0-12-15,0 0-8 0,0 0-3 0,0 0-10 16,0 0 7 0,0 0-12-16,0 0 4 0,0 0 0 0,-4-2-2 0,4 2 1 15,0 0-1-15,0 0-3 0,0 0 0 0,0 0-8 16,0 0-1-16,0 0-7 0,0 0 0 0,0 0-7 15,0 0-4-15,0 0-1 0,0 0-2 16,0 0 6-16,0 0 6 0,0 0 2 0,0 0 1 0,0 0 1 16,0 0 2-16,0 0-3 0,0 0-2 0,0 0-5 15,0 0-3-15,0 0-2 0,10-3-5 0,3 2-15 0,4-2 1 16,6 0-3-16,9-2 1 0,2 1-3 0,4 1-3 0,2-1 2 16,13-1-3-16,-3-1-1 0,-13 2-1 0,-1-1-4 15,-4 4-1-15,-4-1-1 0,-8-2 3 0,-5 3 0 16,-5 0-2-16,3 0-7 0,-6-1-4 15,-1 2-4-15,0 0-12 0,-6 0-4 0,10 0-13 0,-10 0-11 16,0 0-17-16,0 0-13 0,0 0-22 0,0 0-28 0,0 0-27 16,0 0-184-16,-25-2-371 0,17 1 164 0</inkml:trace>
  <inkml:trace contextRef="#ctx0" brushRef="#br0" timeOffset="131997.01">16775 9927 162 0,'0'0'181'0,"-2"-6"-8"15,2 6-8-15,-2-4-7 0,2 4-4 0,0-5-12 0,0 5-11 16,2-2-12-16,-2 2-12 0,0 0-9 0,0 0-11 0,3-4-9 16,-3 4-14-16,0 0-9 0,0 0-18 0,0 0-7 15,0 0-1-15,0 0-6 0,0 0-7 0,0 15-1 16,1-9 3-16,1 6-6 0,-1-2 1 0,-2 0-1 16,-1 2-5-16,1 0 0 0,0 5 1 0,-1-2-1 15,0-2-2-15,1 2 1 0,1-1 3 0,0 1-6 16,-1-1-2-16,-1-6 1 15,2 4 3-15,0-3-5 0,0-3 8 0,0 0-5 16,0 0-2-16,-1-1-1 0,2 0 8 0,-1-1-1 16,0-4-5-16,-1 7 1 0,1-7 26 0,1 5 15 15,-1-5 20-15,0 0 22 0,-1 2 19 0,1-2 17 16,0 0 9-16,0 0 14 0,0 0-12 0,0 0-14 16,7-14-19-16,-3 5-7 0,4-2-6 0,2-5-11 15,3 0-6-15,2-5-12 0,-3 4-2 0,3-4-12 0,-6 6-2 0,5 3-1 16,-5 2-8-16,-1 1 0 0,-2 1-4 0,2-1-6 15,-3 4-6-15,0 2 6 0,-2-3-10 0,1 3-1 16,-1 0-3-16,-3 3-8 0,3-3-30 0,1 2-21 16,-4 1-19-16,0 0 0 0,0 0 9 0,9 7 4 15,-7-1 9-15,2 2-1 0,0 0 9 0,1 3 1 16,-1 0 3-16,1 4 5 16,-2-2 3-16,2 2 4 0,-4-3 1 0,2-3 3 15,-1 1 2-15,-1 2 2 0,1-5 10 0,-1 1-12 16,0-3 7-16,2 0 2 0,-2 1 0 0,-1-2-3 15,0 0 6-15,0 0 2 0,1-1 2 0,-1-3-2 16,3 3 4-16,-3-3 2 0,0 4 0 0,0-4-2 16,0 0 4-16,1 4-3 0,-1-4 3 0,0 0-4 15,0 0-6-15,0 0-16 0,0 0-31 0,0 0-36 0,0 0-54 16,-1 4-45-16,1-4-66 0,0 0-167 0,0 0-455 0,-3 3 201 16</inkml:trace>
  <inkml:trace contextRef="#ctx0" brushRef="#br0" timeOffset="134602.5">17579 9922 79 0,'0'0'163'0,"-11"0"-12"16,11 0-10-16,0 0-11 0,-10 0-10 0,10 0-3 15,0 0-12-15,0 0 0 0,-6-1-8 0,6 1-2 16,0 0 0-16,0 0-8 0,0 0-1 0,0 0-5 16,0 0 0-16,0 0-1 0,0 0-2 0,0 0-4 15,0 0-6-15,0 0-4 0,0 0-10 0,0 0-1 0,0 0-5 16,0 0-8-16,-7-2-3 0,7 2-4 0,0 0-5 16,0 0 1-16,0 0-2 0,0 0-5 0,0 0-2 0,0 0 0 15,0 0-4-15,0 0-1 0,0 0-1 0,0 0-1 0,0 0-1 16,0 0 1-16,0 0-5 0,0 0-4 0,0 0 4 15,0 0-4-15,0 0 1 0,0 0-1 0,0 0-2 16,0 0 4-16,0 0-4 0,0 0 0 0,0 0 2 16,0 0 1-16,0 0 0 0,0 0-1 0,0 0 7 15,0 0 0-15,0 0 6 0,0 0-4 0,0 0 1 0,0 0 0 16,0 0-1-16,26 0 4 0,-7 0 3 0,8-4 5 0,5 3-4 16,5-2-3-16,1 2 0 0,2-2-4 15,1 3 2-15,9-3-3 0,3 3-1 0,-16-2-2 16,2-2-2-16,-2 1 2 0,-5 3-3 0,-12-1 1 15,-1 0-5-15,-1 1-6 0,-6 0-16 0,-1 0-18 0,-5 0-22 16,2-3-14 0,-4 3-7-16,-4 0-3 0,0 0-10 0,0 0-23 15,-14 7-12-15,1-2-15 0,-5-3-28 0,-1 1-156 16,-1 0-355-16,-1 1 157 0</inkml:trace>
  <inkml:trace contextRef="#ctx0" brushRef="#br0" timeOffset="135019.54">17839 9973 233 0,'0'0'227'0,"0"0"-16"0,0 0-15 0,-10-3-19 15,10 3-14-15,0 0-16 0,0 0-17 0,0 0-14 16,0 0-13-16,0 0-12 0,0 0-13 0,0 0-12 16,0 0-5-16,-2 7-10 0,0 1-1 0,1 4-8 15,-3 2-6-15,-1 14 1 16,-3 4-4-16,-2 1-3 0,0 14-4 0,-2 0 3 15,-2 3 1-15,4 1-14 0,-3-2 4 0,3 2-3 16,1-3-4-16,-1 2 4 0,1-4-5 0,3 0 0 16,4-11-2-16,-4 10 5 0,0-8-3 0,1-4-3 15,-1-1-1-15,1-1 4 0,-1-1-4 0,-3-2-1 16,-1-5 3-16,-1 2-6 0,0-9 1 0,1-2-1 0,-2-1 0 16,-2-4 0-16,1-2 2 0,-1-2 1 0,0-3-1 0,-7-4 2 15,3-1 1-15,-3-2 25 0,0-2 17 0,0-2 3 16,3 0 7-16,0-2 12 0,2-3-1 0,-1 5 11 15,7-3 1-15,-3 2-2 0,7 4-2 0,-1-3 6 16,2 3-9-16,1 2-3 0,-1-1-11 0,0 2 4 16,4-1-16-16,-2 2-6 0,-1 0-17 15,4 2-21-15,-1-3-33 0,1 3-37 16,-5-3-30-16,5 3-28 0,0 0 2 0,0 0-11 16,0 0-22-16,0 0-32 0,10 9-30 0,-4-3-234 15,2-2-486-15,1 1 215 0</inkml:trace>
  <inkml:trace contextRef="#ctx0" brushRef="#br0" timeOffset="135752.69">17859 10764 211 0,'1'-5'256'0,"1"3"-11"0,-2 2-14 16,3-6-22-16,-2 2-13 0,-1 1-10 0,3 0-15 15,-2-1-15-15,-1 4-10 0,2-5-17 16,-2 5-14-16,2-3-12 0,-2 3-11 0,0 0-10 0,1-4-17 16,-1 4-14-16,0 0-15 0,0 0-11 0,0 0-6 0,0 0-6 15,6 8-1-15,-4 1-1 0,-2 0-1 0,-2 1-3 16,1 2-1-16,1 3 1 0,-1 2-2 0,-2 0 0 0,1 0 3 15,-1 0-4-15,-1 4-4 0,-1-6 6 0,4 2-3 16,-1-4 0-16,-1-1 0 0,2 0-1 16,-1-3 1-16,0-3 1 0,2 1 1 0,-1-3 0 15,1 2 1-15,-2-2-1 16,2 0 29-16,0-4 30 0,-1 8 15 0,1-6 26 16,0-2 20-16,0 0 10 0,-1 5 21 0,1-5-9 15,0 0-12-15,0 0-16 0,6-12-15 0,1 4-8 16,0-1-12-16,2-6-10 0,0 1-7 0,4 1-11 15,-2 0-6-15,0 1 1 0,-1 3-5 0,-3-2-3 0,1 4-16 16,1-3 1-16,-4 7-3 0,0-1-4 16,-1-2-2-16,0 4-14 0,-3-3-21 0,3 3-9 0,-4 2-8 0,0 0 0 15,15 5-1-15,-11-1 4 0,1 1-6 0,2 0-1 16,-1 5-3-16,-1-3 8 0,0 5 1 0,-1-2 1 16,1 0 13-16,-1 0-13 0,0 2 7 0,0-2 3 15,-2-1 0-15,1-3 1 0,-2 2-2 0,2-2-3 16,-3-2 4-16,1 2-2 0,0-2 3 0,0-1 4 15,1-1 3-15,-2-2 3 0,0 7 1 0,0-7 8 0,0 2-5 0,0-2 2 16,0 0-1-16,0 0 4 0,4 3-1 0,-4-3-4 16,0 0-9-16,0 0-21 0,5-10-21 0,-3 6-22 15,0-2-23-15,0 1-27 0,1-1-36 0,0 0-45 16,1-3-75-16,-1-3-218 0,1 2-544 0,1-2 242 16</inkml:trace>
  <inkml:trace contextRef="#ctx0" brushRef="#br0" timeOffset="136375.54">18634 10161 36 0,'5'-1'163'0,"0"0"-19"0,2 1-10 0,-7 0-12 0,14 2-11 16,-8 1-11-16,3 1-11 0,0 4-6 0,-1 1-7 0,-3 1-3 0,1 5 1 15,-2 2-15-15,1 1-6 0,-5 0-2 0,1 2-6 16,-2 1-3-16,-4-2-14 0,0 1 6 16,-1-3-1-16,-2 6-9 0,-2-6 3 0,1 1-3 15,1-4-2-15,0 1-4 0,1-5 7 0,-1 0-7 0,0-3 1 16,3-3-2-16,0 3 17 0,0-3 14 0,4 0 17 15,-3-2 20 1,1 3 22-16,3-5 20 0,-1 3 29 0,1-3 19 16,0 4 0-16,0-4-25 0,0 0-7 0,5-12-21 15,4 5-11-15,0-5-8 0,5-2-10 0,0-1-15 0,4-3-5 16,3-1-10-16,-1 0 2 0,-1 0-13 16,-4 7-7-16,0-4-5 0,-3 6-5 0,-3 0-3 15,-1 2-1-15,-1 2-2 0,1 1-4 0,-4 2-5 0,-3 0-5 16,5 1-13-16,-4-1-13 0,-2 3-23 0,5-1-6 0,-5 1 4 15,0 0-1-15,6 9 1 0,-3-2 9 0,-2 2-2 16,3 1 9-16,-3 5-2 0,2-3 0 0,1 5-5 16,-3 1-11-16,4-1-5 0,-1 1-19 0,0 1-18 15,0-3-21-15,-2 2-21 0,-2-3-40 0,4 2-53 16,-4-8-266-16,0 1-519 0,4-4 230 0</inkml:trace>
  <inkml:trace contextRef="#ctx0" brushRef="#br0" timeOffset="136622.31">19143 10143 160 0,'11'4'153'0,"-6"1"-10"0,0 4-11 15,6 6-6-15,-4 4-13 0,1 8-6 0,0-3 3 16,-2 7-20-16,-1-1-14 0,-5 3-3 0,-1-1-7 16,-2 0-19-16,-4 1 10 0,-4-3-5 0,0 3-9 0,-7-5 3 15,-4 1-10-15,-1-6-8 0,-5 3-34 0,1-3-41 0,-3-1-55 16,2-8-149-16,-1-1-271 0,1 1 120 0</inkml:trace>
  <inkml:trace contextRef="#ctx0" brushRef="#br0" timeOffset="137007.2">18795 9837 11 0,'0'-2'200'0,"0"2"-20"16,-2-7-17-16,2 7-17 0,-2-3-12 0,2 3-17 16,0 0-13-16,0 0-13 0,-20 8-10 0,7 3-3 0,-6 9-7 0,-4 5-4 15,-11 14 7-15,-1 8-4 0,-14 18 4 0,11-14 2 16,-12 26-4-16,6-4 1 0,20-25-1 0,-1 2-6 15,1 1-6-15,7-3-6 0,7-3-3 0,5-10-4 16,3-2-3-16,7 4-7 0,7-3 3 0,11 8-3 16,10-5 0-16,11-3-3 0,3-2-8 0,10-9-15 15,6-3-49-15,25 4-84 16,-32-13-268-16,7-3-422 0,1-5 187 16</inkml:trace>
  <inkml:trace contextRef="#ctx0" brushRef="#br0" timeOffset="138793.47">14771 11739 98 0,'3'-4'161'0,"-3"4"-4"0,1-5-12 0,-1 5-9 16,1-5-12-16,-1 5-4 0,2-6-6 0,-2 6-12 0,1-1-9 0,-1 1-10 0,1-4-14 31,-1 4-11-31,0 0-7 0,0 0-3 0,0 11-5 15,0-2-6-15,0 3-2 0,-1 3-6 0,-2 6 4 16,-2 1-8-16,3 7-1 0,-3 0-1 0,-2-2-1 16,1 2-7-16,2-3 0 0,-1 2 0 0,-4 0-1 15,4-3-3-15,-2 1 0 0,2-8-2 0,4 0-2 16,-2-2 5-16,-1 0-8 0,2-6-1 0,-2-1 0 0,3-1 7 16,1 0-3-16,-3-4 0 0,3 0 12 0,-1 1 45 15,1-1 39-15,0-4 35 0,0 4 28 0,0-4 28 16,0 0 9-16,0 0-12 0,0 0-24 0,0 0-18 15,11-20-21-15,-1 6-11 0,1-1-20 0,-1-2 2 16,7-7-14-16,1 0-8 0,0-1-13 0,1-1-7 0,1 2-4 16,-2-2-6-16,-1 3-7 0,-6 7-6 0,3 0 2 0,-5 3-4 15,-1 3-8-15,-2 0 1 0,1 6-6 0,-5-1-13 16,2 0-26-16,1 2-28 0,-1 3 0 0,-4 0 5 16,5 8 6-16,-1-2-2 0,-3 5 6 0,4 1-1 15,-1 3 9-15,-4 3-2 0,3 0 7 0,-2 1-2 16,-1 2 1-16,4-1 6 0,-3-2 1 0,2 0 1 15,-3 1 0-15,0-3 1 16,0 0-2-16,1-4 19 0,-1 0-11 16,0-5 0-16,0 1 0 0,0-1 14 0,0-4-14 0,0 1 0 15,3 3-1-15,-3-3 15 0,0-3-7 0,0 4-4 16,-3 0 4-16,3-5-8 0,3 5 2 0,-3-5 7 16,0 0-7-16,0 0-13 0,0 0-12 0,0 2-22 15,0-2-48-15,0 0-59 0,0 0-67 0,0 0-78 16,9-14-194-16,-3 10-540 0,2-7 239 0</inkml:trace>
  <inkml:trace contextRef="#ctx0" brushRef="#br0" timeOffset="138971.85">15259 11972 47 0,'-1'-10'300'0,"1"10"-6"15,1-3-31-15,-1 3-24 0,4-5-28 16,0 3-25-16,1 0-23 0,3-1-25 0,5-2-31 16,-3 3-34-16,10-1-42 0,-2 1-48 0,0 2-47 15,1-2-63-15,-2 1-181 0,1-1-332 0,-5 2 147 0</inkml:trace>
  <inkml:trace contextRef="#ctx0" brushRef="#br0" timeOffset="139125.47">15378 12094 15 0,'0'0'190'0,"5"4"-15"0,3-2-24 0,2-1-4 0,11 0-15 0,-1 0-17 15,11-1-30-15,-1 1-64 0,4-3-70 0,0-3-115 16,-3-1-178-16,1 1 80 0</inkml:trace>
  <inkml:trace contextRef="#ctx0" brushRef="#br0" timeOffset="139479.81">15946 12025 48 0,'0'0'146'0,"0"0"-12"0,-9 0-5 0,9 0-16 16,0 0-12-16,0 0-8 0,-9 0-6 0,9 0-10 16,0 0 3-16,0 0-9 0,0 0 2 0,0 0 5 15,0 0 3-15,0 0-13 0,0 0 6 0,0 0-7 16,0 0-2-16,0 0 3 0,0 0 1 0,19-3-5 16,1 3-4-16,-1-1-4 15,12-3-4-15,1 1-5 0,3-1-6 16,3-1-5-16,14 5 0 0,-2-5 7 0,4-2-3 15,-17 7-4-15,-1-2-3 0,-5-1-2 0,0 2-5 16,-12 0-3-16,-1 1 0 0,-1-2-5 0,-6 2-4 0,-3-1-5 16,1-1-7-16,-4 2-4 0,-5 0-13 15,8 0-15-15,-8 0-28 0,0 0-39 0,0 0-27 16,0 0-40-16,0 0-157 0,-31 3-347 0,23-1 154 0</inkml:trace>
  <inkml:trace contextRef="#ctx0" brushRef="#br0" timeOffset="140159.04">16995 12088 15 0,'0'0'176'0,"0"0"-1"16,0 0-1-16,0 0-5 0,0 0-3 0,0 0 0 0,0 0-4 0,0 0-2 15,0 0 0-15,0 0-8 0,0 0-16 0,0 0-12 16,3-14-9-16,-1 9-11 0,-2-1-13 16,2-3-6-16,0 1-9 0,-1-3-7 0,2-2-8 0,-1 4-7 15,-1-1-4-15,3-4-9 0,-3 1-3 0,2 1-2 16,-2 1-8-16,0 0 1 0,1 1-6 0,-2 0-2 16,1 1-4-1,-2 1 3-15,-1 1-6 0,1 1-6 0,-1-1-2 0,-1 3 1 16,-4-1-4-16,0 1 0 0,-2 1 0 0,-4 3-3 15,-3 3 1-15,-11 1 3 0,-1 1-3 0,-2 3 0 16,0 1 2-16,-4 2-5 0,1 1 4 16,0 2 1-16,-3 2-5 0,2-2 5 0,-1 2-5 15,2 0 2-15,4-1 0 0,3-2-1 0,3 1-4 16,6-6 7-16,6-2-2 0,-2-1 0 0,4 0 1 0,4-2 0 0,0 0 3 16,-1 0 0-16,2-1 11 0,4-2 10 0,-7 3 12 15,7-3 5-15,0 0 0 0,0 0-8 0,0 0-2 16,22-9-6-16,-9 4-3 0,5-3-1 0,-1 4-1 15,-1-1-7-15,-3 0 3 0,1 1-2 0,-1 2-5 16,1-1-4-16,-3 2-1 0,2 0-4 0,1 2 6 16,0 2-12-16,5 0 0 0,-1 4 1 0,-1 4 10 0,3-1-13 0,3 5 1 31,2 2 1-31,-4 0-2 0,1-1 4 0,0 4 1 0,-2-3 0 0,0 0-4 0,1 0-9 0,-7-4-18 16,4 1-43-16,-5-1-60 0,4-2-89 0,-5-4-245 15,-2-1-509-15,3-4 225 0</inkml:trace>
  <inkml:trace contextRef="#ctx0" brushRef="#br0" timeOffset="141763.06">15313 9595 86 0,'0'0'133'0,"0"0"-11"15,0 0 3-15,0 0-8 0,0 0 15 16,0 0-3-16,0 0 0 0,0 0-2 0,0 0 9 16,0 0 0-16,0 0 3 15,0 0-3-15,4-7-16 0,-3 4-15 0,0-1-9 16,1-1-10-16,0-2-9 0,-1-2-6 0,2-2-6 15,2 2-6-15,-1-1-8 0,-3-2-4 0,5-3-8 16,1-2-7-16,-2 0 1 0,0 0-5 0,3 0 0 16,-3-3-3-16,5 4-5 0,-6-1-4 0,4 0 0 0,-4 5-3 15,1-5 0-15,0 6-2 0,-1 5-3 0,-2-1 3 16,-2 0-4-16,0 4-3 0,0-2-4 0,3-2-7 0,-3 5 1 16,0 2 1-16,0 0-1 0,-19 6-2 0,3 3 3 15,-12 7-2-15,-3 1-1 0,1 3 4 0,-13 9 1 16,-5 0-1-16,1 0 0 0,-2 0 3 0,-2 2-2 15,0-2 1-15,0 0 1 0,1-3-1 0,-1 1-1 16,6-5 6-16,12-7-2 0,1-1-4 0,1-3-1 16,7-2 3-16,2-2-1 15,6-2 2-15,3-3 3 0,3 0 4 0,2 1 16 16,1-2 22-16,0 0 17 0,7-1-6 0,-10-4-1 16,6 1 9-16,3-2-9 0,-1-1-5 0,6-2-4 15,0-2-5-15,6-4-5 0,3-1-3 0,1 3-6 16,9-6-5-16,3 2-2 0,0 2 0 0,5-1-5 15,-4 4 0-15,0 3-5 0,2-1 3 0,1 6-5 16,-1 0-5-16,1 2 9 0,0 2-11 0,1 4-2 0,0 1-1 0,1 2-2 16,-2 2 4-16,2 2-1 0,-2 0-3 0,0 2 15 15,1-2-14-15,-3 1-11 0,-1 2-11 0,-4-3-21 16,-4-2-20-16,0 0-22 0,0 0-36 0,-1-3-53 16,1-1-74-16,-1-3-181 0,-4-1-468 0,-1-2 207 15</inkml:trace>
  <inkml:trace contextRef="#ctx0" brushRef="#br0" timeOffset="142916.71">6861 9038 27 0,'0'-8'239'16,"3"3"-23"-16,-3-1-26 0,0 1-20 0,0 1-17 15,0 4-19-15,0-7-27 0,0 7-37 0,0-3-33 16,0 3-20-16,0 0-4 0,0 0-7 0,1 22 3 0,-2-2-3 0,-3 10-7 16,-1 18 7-16,1 7 1 0,-5 27-1 0,-3 7 4 15,-1 0-7-15,-4 3-1 0,-2 2-2 0,4-4 3 16,-2 14-6-16,4 0 12 0,2 3-4 0,-1 2 1 16,2 0 17-16,-4-5 4 0,5-3-2 0,-3 1-5 15,2 2 24-15,3-3 3 0,-2-4 6 0,2-4 2 16,2-9 0-1,3-2 0-15,-3-26 1 0,2-1-8 0,3 3-2 0,0-4-7 16,1 4 1-16,-1-3-1 0,0 0-7 0,-1-3-1 16,-3-1-4-16,2-4 1 0,0-11-7 0,-3 10-4 15,1-13-7-15,-1-1 8 0,1-1-4 16,-3-2-3-16,-1 0 2 0,2-3-1 0,-3-3 3 0,2-4-7 16,2-3-1-16,-1-1 3 0,3-2-2 0,-4-2 4 15,2-1-12-15,-2-2-15 0,5-1-15 0,-1-2-14 0,-1-1-8 16,4-3-42-16,0-1-67 0,0 0-176 0,13-22-363 15,6 2 161-15</inkml:trace>
  <inkml:trace contextRef="#ctx0" brushRef="#br0" timeOffset="144120.56">7099 8468 36 0,'-2'2'94'0,"2"-2"-9"0,-3 4-20 0,3-4-1 0,0 6-14 15,-1-4 9-15,1-2-11 0,2 5-6 0,0-1-7 0,0 0 9 0,-1-2-19 16,-1-2 5-16,8 2-1 0,-4 0 10 15,0 1-2-15,-1 0 6 0,5-2-10 0,-3 2 4 16,3-1-12-16,0 0-1 0,3-2 6 0,2 5 5 0,5-4-8 16,0 3 6-16,2-1 3 0,2-3-7 0,7 3-8 15,3-1 2-15,-1 0-5 0,2 0-8 16,21-1 4-16,-6-1 0 0,6 2 0 0,-14 0-6 0,15-2 7 0,2 0 0 16,3 0-3-16,-1 1-3 0,4-6 1 0,2 3-1 15,1 1-3-15,29-5 2 0,-29 5 7 0,30-4-2 16,-1 0 3-16,-6 0 7 0,4 0-3 0,-2 5 3 15,0-9-4-15,-27 7 7 0,29 2-8 0,-29 0 1 16,33-2 1-16,-28-1-1 0,25 2-8 0,-27 2 4 0,29-3 3 16,-5 3-4-1,-25-1-2-15,30-4-2 0,-3 11 0 0,-30-4-1 16,27-1 1-16,-26 1-1 0,33 1-3 0,-6-2 1 16,1 1-6-16,1 0 5 0,-2-4 1 0,-1 3-3 15,-24-3 2-15,29 2 1 0,-2-3-9 0,0 0 11 16,-25 2 2-16,25-10-3 0,-25 11 0 0,25-1 1 15,-28-1-4-15,26 4 4 0,-30-3 0 0,5-2 5 16,1 4-9-16,-2-4-3 0,27 1 5 0,-29 2 5 0,2-2-6 0,2 1 1 16,22 1-3-16,-24-1 1 0,26 0-6 0,-27 4 1 15,4-6 0-15,-3 2 5 0,28 3 2 0,-33-3-4 16,30 0 0-16,-29 1-1 0,3-2 0 0,-2 2-3 16,29-1 8-16,-27 0-1 0,26 0-7 0,-28 0 0 15,3 0 3-15,26-4-3 0,-28 6 1 0,2-2-1 16,27-2 1-16,-27-1-2 15,26 1 3-15,-27 0 5 0,31-4-2 0,-4 0-1 16,-26 6 0-16,27-4-2 0,4-2 2 0,-32 3 6 16,31-1-10-16,-3-1 3 0,-2-5-1 0,2 5-3 15,2 0 7-15,1-2-5 0,1 3 0 0,-2 2 5 16,3-3-7-16,-1 2 4 0,3-2-1 0,3-2 2 16,6 4-2-16,-1 1 2 0,4-5-3 0,-2 1-4 15,-1 4 6-15,3-5-4 0,-2 3 5 0,1-1-1 0,0-1-1 0,5-1 0 16,0 2-1-16,-4-4-1 0,-2 2 0 0,-1 2-1 15,5 0 1-15,-1-2 3 0,2-1-3 0,2 1 4 16,1 6-6-16,4-5-3 0,1 1 9 0,-1 1 5 16,-1 1-4-16,4 0-3 0,2 0 6 0,0 5-2 15,-6-7 0-15,-3 5-1 0,-8-1 7 0,0 1-3 16,-6 0 3-16,0-2-3 16,-1 1-5-16,-8 2 6 0,-4-2-3 0,-27 0 1 15,3 0 1-15,-1 3 0 0,2-4-1 0,-4 2 0 16,-4 0-7-16,-5 0 7 0,-3-2 3 0,-13-1-5 15,0 2-1-15,-5-2-1 0,-1 1-1 0,-1-1 2 16,-3 0 0-16,-8-1-1 0,1 2 0 0,-3 1-1 16,-5-2 1-16,0 1-2 0,1 2 1 0,-4-3-5 15,0 1-22-15,-2 2-30 0,0-3-39 0,-2 0-95 0,-2 1-103 0,-2-2-315 16,1 0 139-16</inkml:trace>
  <inkml:trace contextRef="#ctx0" brushRef="#br0" timeOffset="145054.1">20322 8207 70 0,'0'0'115'16,"5"1"-9"-16,-5-1-9 0,0 0-18 0,1 5 5 0,3 0-14 15,-4-2-13-15,2 2-1 0,0 2-3 0,-1 2-7 16,2 1-4-16,0 5-8 0,-1-2-14 16,-1 5 5-16,2 2 7 0,1 6-2 0,0-1-1 15,-2 2-5-15,-2 2-8 0,0-1 7 0,0 4 0 0,1-3-1 0,-1 2 2 16,-1 0-12-16,1 1-5 0,0-3-3 0,0 3 9 0,0 1-2 15,0-4 0-15,0 1-3 0,-2 0-1 0,0-1 6 16,0 0-4-16,-2-1 13 0,4 1-6 0,-4-3-13 16,0 0 10-16,-1 2-2 0,1 0-5 0,-1 0 5 15,-2-2-4-15,2 0-1 0,-1 1 2 0,2 1 5 16,1-1 2 0,-3 0-11-16,2 0 5 0,0 0 1 0,1 1 6 15,-1-3 9-15,0 1 2 0,2-2-3 0,-2 1-2 16,1 1-2-16,1-1-1 0,-3 3-5 0,1-4 0 15,1 1 6-15,2-6-7 0,-3 8-1 0,0-8-6 16,2 7 4-16,-1 1 1 0,-2-4-4 0,0 1 4 0,0 0-7 16,0-4 4-16,-2 5-3 0,2-5-5 15,-5 2 4-15,5-2-1 0,-4 6-3 0,0-1 2 0,0 1 1 0,4-1 1 16,-3 1-1-16,3 2-3 0,-5-5 1 0,2 3-1 16,3 0 0-16,0-2 2 0,-1 3 9 0,-2-1-10 15,3-1-4-15,-3 0 5 0,3 1-1 0,-5 3 6 16,4-3 12-16,-3-1 3 0,2 3-3 0,-1-1-1 15,0-2-6-15,0 0 6 0,-1 2-2 0,-1 0-3 16,1-2 5-16,0 3-5 16,0-3 2-16,0 1 0 0,0 0-3 0,-1-1 4 15,2 0-2-15,-1 2 2 0,0 1 0 0,-1-2-8 16,1 4 8-16,0-1-7 0,0 0 1 0,2 0-2 16,-2 0-3-16,2 0 4 0,-2 0-5 0,2 0 6 15,0 0-2-15,0 1-2 0,-1-1-2 0,3 0 0 16,-3 1-4-16,4-1 5 0,-1-1-1 0,-1 0 3 15,-2 1 3-15,2 1 2 0,-2-4 1 0,2 3-2 0,-4-3-1 0,1 2 0 16,-2 1 0-16,4 1-1 0,-2 2-3 0,1-1 0 16,-2 1 5-16,1 0 0 0,0-1-4 0,-2 2 2 15,0 0-1-15,2 0-1 0,0 0-1 0,-2 2 6 16,2-1 1-16,-1 0-1 0,0 0 2 0,-1 1-3 16,2-1-2-16,-2 1 2 0,1-1-3 0,-2 0-5 15,-2 0 3-15,5-1 0 0,-2-2 2 0,3 1-7 0,-1 0 3 0,-4-2 3 16,7 4-5-16,-4-1 1 0,3-1-2 0,-2-2 1 15,4 4-1-15,1-5 0 0,-1 0 3 0,-3-1-6 16,2 1 3-16,0-3-8 0,-1 2 6 0,1-1 3 16,1-3-2-16,-3 0-1 0,4-6-1 0,2 3 0 15,-2-4 8-15,-1 2 1 0,1-4-1 0,-1 0 0 16,0-3 0 0,2 0 0-16,-2-2-1 0,1 1 1 0,-1-3 2 0,1 1-3 15,2-1-1-15,-4 1 1 0,2-4-10 0,1 2-16 16,-2-2-43-16,0 0-57 0,-3-3-90 0,-1-1-136 15,3-1-373-15,-6-3 165 0</inkml:trace>
  <inkml:trace contextRef="#ctx0" brushRef="#br0" timeOffset="148417.91">6818 13328 76 0,'0'0'74'0,"0"0"-3"0,0 0-11 0,0 0-3 0,0 0-7 16,0 0 3-16,0 0-15 0,10-5 4 0,-5 4-7 16,3 0-2-16,2-1-5 0,-1 0-3 15,4 1-3-15,6-3-4 0,0 4 1 0,3-5-3 0,8 2-5 16,0-3 5-16,3 5 15 0,4-3-8 0,-1 0 6 15,1-1 2-15,3 4 2 0,12-5 4 0,-1 1-3 16,-2-1-8 0,7 1 5-16,2 4-4 0,-1-4-10 0,3 4 6 15,0-2-3-15,2 1 0 0,1 0 0 0,4 0 2 0,-6 2-8 16,3-2 4-16,1 2-9 0,-1-1-5 0,-3 1-1 16,6-5 5-16,-4 7-10 0,0-2 7 15,29 0-2-15,-34 0 5 0,2 0-2 0,1-2-1 16,-1 2 3-16,0 0-1 0,2-3-5 0,-3 3 10 0,-2-2-2 15,3-1-6-15,-2-1-1 0,4 4 4 0,1-3-12 0,-1 2 11 16,2-4-2-16,4 0 3 0,-4-1-9 0,1 4-2 16,-1-3 5-16,0 0-2 0,-4 5-2 0,0-4 6 15,-5 1-3-15,3 0-2 0,-3-1 10 0,-4 3-10 16,5-1-1-16,-5 0 6 0,-12 1-1 0,14 0 0 16,-3 0-6-16,2-1 5 0,-12 2-1 0,13-2-3 15,1 1 8-15,-4-3-5 16,-8 6-6-16,11-2 12 0,-13 1-11 0,10-2 5 15,5 1-7-15,-4 0 6 0,-1-2 1 0,5-1 1 16,-1 0 0-16,1 1 4 0,-2 0-2 0,1-3-5 16,1 1-5-16,0 4 3 0,1-3 12 0,-1 3-1 15,-1-1-10-15,1 1 7 0,-3 0-7 0,-14-1-3 16,16 1 6-16,-3 0-3 0,-12 0 1 0,14 0 8 16,-12 0-1-16,11-1-17 0,1 1 11 0,-3-2 9 0,-12 0-11 0,13 2 6 15,0-3-1-15,-12 1-5 0,14 1 4 0,-16 2 0 16,17-3 2-16,-4 1 1 0,-9-2-5 0,11 3 3 15,-12-1-1-15,11 1 2 0,-15 0 6 0,1-3-9 16,1 3-3-16,4 0 6 0,-5 0-3 0,-1 0 2 16,0 0 1-16,0 0-4 0,1-2 3 0,-3 2-3 15,3 0-2-15,-1-2 3 0,-1-1-2 0,-1 5 2 0,2-2 0 16,-2 0 3-16,2 0-5 0,-1-2-2 0,-2 2 6 0,3-1-1 16,-2-1 1-16,3 0-4 0,0 0 13 0,-2-1-14 15,0 2-5-15,3 0 2 0,0-2 14 16,1 1-4-16,0 0 2 0,-2 2-8 0,2-5 1 15,13 0 0-15,-13 2-2 0,2 3 5 0,10-1-1 0,-1-2-1 16,1 3-5 0,-10-3-7-16,10 1 12 0,-12 0 8 0,12 1-5 15,-13-1 1-15,13 0-3 0,-10 2 0 0,10-1-7 16,0 5 1-16,-1-5-4 0,-9 1 10 0,-2-2-2 16,14 1-5-16,-2-3-11 0,0 1 18 0,1 2-1 0,-2-3 1 15,1 0-2-15,1 2 0 0,-13 1 1 16,12-5 4-16,-12 3-4 0,12-2-2 0,-13 4-2 15,-2-1 1-15,1-1 2 0,-1 0 12 0,1-1-6 0,-3 2 7 0,3-1-7 16,-2-1-2-16,-2 3 4 0,1-3 0 0,0 2-2 16,-2 0-3-16,2-1 0 0,3 2 5 0,-1 1-1 15,1-2 1-15,3 0-3 0,-1 1 10 0,-2-1-9 16,17 0-5-16,-17 2 3 0,1 0-17 0,-2 0 18 16,1-1-1-16,-1-1-3 0,0 2 2 0,-2-2 0 15,1 2 4-15,-1 0-2 16,-1 0-1-16,2 4 3 0,-3-6 1 0,3 2-1 15,-2 2-2-15,-1-1-1 0,1 1-2 0,0-1 5 16,0-2-2-16,-1 2-3 0,-1 1 5 0,1-2-3 16,2 0 0-16,-2 2 0 0,4-4 3 0,-4 4-1 15,3-4-6-15,-2 2 2 0,1 0 1 0,-1-1 0 16,3 0 1-16,-4 1 2 0,4-3-8 0,-4 2 9 16,1-1-5-16,0 0 1 0,2 2 10 0,-3-3-6 0,-4 1-3 0,4-2 8 15,0 4-14-15,-1-5 7 0,-2 3 5 0,-1 1-1 16,2-1-2-16,-1 0 3 0,-9-1-1 0,7 2-4 15,4 0 1-15,-10-3-6 0,1 1 6 0,5-1 0 16,-7 3 2-16,3-2 0 0,-2 1 5 0,7-2-5 16,-5 3 0-16,5-2-8 0,0 0 7 0,-5 2-2 15,-2 1-3-15,6 0 3 16,2-3-6-16,-1 3 6 0,-1 0 3 0,2 0-2 16,-1 3 3-16,-1-3 0 0,-6 0 0 0,3 0-6 15,-4 0 11-15,3 0-13 0,3 1 5 0,-4 3 2 16,6-4-4-16,-8 2 4 0,1-1-5 0,0 0 2 15,8-1-4-15,0 7-2 0,-9-6 0 0,2 0 0 16,8 3 8-16,-1-1-6 0,-7 1 0 0,4-2-3 16,-4 2 5-16,6-3 5 0,-9 1-4 0,3 0-1 0,-3-2-3 15,1 1-2-15,-1 1 10 0,-3 1-2 0,-2-3 2 0,-1 0-5 16,2 0 10-16,-2 0-8 0,1 0 0 0,-2 0-1 16,1 0 2-16,-1 0 0 0,1 0-9 0,0 0 10 15,-3 0 1-15,2-3-2 0,-1 1-2 0,1 2-5 16,0-1 3-16,-1 1 3 0,0 0 0 0,2 0 2 15,-3 0-4-15,0 0 3 0,2-1-4 0,-2 0-2 0,0-1 3 0,4 2 4 16,-5 0-8-16,3-1 1 0,-5 0 0 16,1 0 6-16,1 1-3 0,-4-2 1 0,1 1 3 15,2-3-2-15,-4 4-2 0,1-1 0 0,4 0 2 0,-4-1-1 16,3 1 1-16,-3 1-4 0,8 0 3 0,-6-2-6 16,5 2 1-16,-1 2 2 0,0-2-7 0,0 1 12 15,2-1-7 1,-4 0 5-16,1 2-1 0,0-2 1 0,1 0-1 15,-4 0-2-15,2 0 0 0,-2 0 7 0,0 1-5 0,-2-1 0 16,4 0-6-16,-9 0 6 0,13-1-3 16,-5 1 1-16,-2 1-1 0,4-1 0 0,-3 0-3 15,-1 0 2-15,2 0 4 0,1 1 7 0,-3-1-11 16,3 0 5-16,0 0-6 0,-3 0 5 0,2 0-3 0,0 0 3 16,-2 3 0-16,3-3 4 0,-1 0-3 0,-1 0-2 0,0 1-3 15,4-1 3-15,-6 0-2 0,3-1 2 0,-8 1-1 16,19 0 5-16,-12 0-2 0,0 0-3 0,2 1 0 15,0-1 4-15,0 1 1 0,1-1 0 0,-2 0 1 16,0 0-1-16,-2 0 6 0,3 0-3 0,-1-1-2 16,-8 1 4-16,13 0 1 0,-8 0-3 0,-5 0 1 15,15 0-2-15,-9 0-2 16,1 0 2-16,0 0-1 0,0-1-2 0,-7 1 0 16,11 0 2-16,-4-3-6 0,-7 3 4 0,11 0-6 15,-11 0 5-15,8 0 1 0,-2 0 0 0,-6 0-3 16,5 0-1-16,-5 0 0 0,9 0-1 0,-5 3 2 15,-4-3 3-15,6 1-5 0,-6-1-2 0,8 0 7 16,-8 0-8-16,9 1 7 0,-6 1-5 0,-3-2 5 16,6 1-2-16,-6-1-4 0,0 0 3 0,9 0 1 0,-9 0-3 0,5 1 2 15,-5-1 2-15,5 1-2 0,-5-1 1 0,0 0 6 16,5 0-7-16,-5 0 6 0,0 0 0 0,0 0 1 16,0 0-3-16,0 0 0 0,0 0 0 0,0 0-4 15,0 0 7-15,0 0-5 0,0 0 2 0,0 0 0 16,0 0-4-16,0 0 3 0,0 0 3 0,7-1-3 15,-7 1 3-15,0 0 4 0,0 0 2 0,0 0 1 0,0 0 2 0,0 0 6 16,0 0 2-16,0 0 6 0,0 0 10 0,0 0-4 16,0 0 1-16,6-1-2 0,-2-2-3 0,-4 3-4 15,5-5-2-15,1 3-1 0,-2-3 0 0,0 2-4 16,2-4-1-16,0-1-6 0,-1 0-3 16,1 1 2-16,2-3 0 0,-2 2-10 0,1-3-17 0,1 1-21 15,-1 2-28 1,1-3-43-16,-2 2-67 0,0-2-192 0,2 1-395 15,-2 0 175-15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35:54.19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5807 4564 118 0,'0'0'189'0,"0"0"-18"0,0 0-13 0,0 0-12 15,0 0-3-15,0 0-13 0,0 0-8 0,-4 3-7 16,4-3-7-16,0 0-6 0,0 0-9 0,0 0-7 16,0 0-8-1,0 0-2-15,0 0-2 0,0 0-3 0,0 0-7 16,0 0-5-16,0 0 0 0,0 0-8 0,0 0-1 0,0 0-1 16,0 0 3-16,0 0-1 0,22-3-4 0,-10-1 3 15,4-1-6-15,4-2-5 0,0 0-5 0,7-3-3 16,1-3 0-16,1 0-5 0,-2 0-5 0,2-1 2 15,2-3-22-15,0 1-1 0,-1-1 3 0,1 0 7 16,-2-1 8-16,-2 0 7 0,0-1 8 0,-1 0 14 0,-6 2 10 16,-7 3 10-16,1-1 11 0,-1 1 0 0,-3 0 15 15,-2 1 3-15,-3 2 3 0,0 0-1 0,-2 1-4 16,-3-3-17-16,0 3-2 0,-3-2-9 0,-2 1-11 16,-2 2-8-16,-2 2-16 0,-7-3 1 0,-2 4-3 0,-4 3-4 15,-6-2-8-15,-4 5-4 0,-2 5-2 16,2 0-2-16,-3 3 16 0,2 4-20 0,4 1-5 0,-2 1 4 0,0 6-1 15,6 4-4-15,-4-1-5 0,7 3 6 0,0 1-2 16,2 1 4-16,7 1 1 0,5 0-8 0,3-1 4 16,5 3-1-16,1-2 4 0,11 1-1 0,4-5 10 15,6 1 2-15,7-5 4 0,2 0 4 0,18 1 2 16,-1-8 15-16,7-1-15 0,0-5 12 0,-3 0-1 16,1-8-10-16,-17 3 2 15,-2-3 14-15,-1 0-13 0,-2 0 5 0,-12-1 12 16,-6-1 7-16,1 2 7 0,-4 0 9 0,-2 0 12 15,2 0 4-15,-4 0 6 0,-6 0 4 0,8 0 3 16,-8 0 0-16,8 0 4 0,-8 0-4 0,5 0-8 16,-5 0-8-16,0 0-13 0,0 0-12 0,0 0-14 15,0 0-22-15,0 0-31 0,0 0-29 0,0 0-45 16,9 0-49-16,-9 0-59 0,0 0-55 0,0 0-73 0,0 0-101 0,0 0-307 16,-19 2-791-16,19-2 351 0</inkml:trace>
  <inkml:trace contextRef="#ctx0" brushRef="#br0" timeOffset="3655.97">6578 3345 50 0,'1'-4'207'0,"-1"4"-11"16,4-3-9-16,-3-1-11 0,-1 4-7 0,4-6-16 15,-4 6-10-15,5-3-15 0,-2 1-12 0,1 0-14 0,-4 2-6 16,7-4-13-16,-3 2-9 0,-4 2-6 0,10 0-11 16,-6-1-6-16,-4 1-10 0,14 5 4 0,-9-1-9 0,3 1-3 15,1 4-3-15,-3 1-2 0,3 3 1 16,-4 2-3-16,0 1-3 0,3-1-3 0,-4 4 0 16,-3-2-3-16,0 3 0 0,-1-2-3 0,-1 1 0 15,0-1 1-15,-3 2-1 0,0-2 2 0,-2-1-1 0,-2-1 4 0,0-3 6 16,2-1-2-16,1-2 5 0,-4-2 3 0,5 0 3 0,-1-3-2 15,2 1 9-15,2-3 0 0,-2 3 15 16,-1-4 15-16,1 0 25 0,3-2 23 0,-4 4 36 16,4-4 27-16,0 0-2 0,0 0-24 0,0 0-14 15,4-11-17-15,3 0-9 0,1 0-14 0,3-2-11 16,5-8-13 0,2-2-6-16,0 1-17 0,4-2-5 0,-3-4 2 0,0 6-8 15,0 0-1-15,-1 2-5 0,-6 6-11 0,-1-2 9 16,1 2 2-16,-5 6 6 0,2-2 7 0,-6 3 4 15,3 0-5-15,-2 3 4 0,-3-3-9 0,3 4-6 16,-3 1-11-16,2-1-19 0,-3 3-19 16,0 0-25-16,0 0-11 0,0 0 2 0,0 0-2 15,-4 18 4-15,-1-6 17 0,-1 5 0 0,-1 1 2 0,-5 5 1 0,5-4 2 16,3 5 2-16,2-5 5 0,-1 0-1 0,4-1 4 16,2 0 1-16,2-1-7 0,3 1-4 0,3-1 8 15,7 3-36-15,3-7-37 0,5-1-52 0,5 1-64 16,0-5-79-16,3-2-113 0,-1-6-222 0,-1 1-666 15,-1-4 295-15</inkml:trace>
  <inkml:trace contextRef="#ctx0" brushRef="#br0" timeOffset="4394.96">6400 3813 81 0,'-11'1'233'16,"4"-1"-4"-16,1 0 0 0,6 0-8 0,-8 0-7 15,8 0-9-15,-9-1-8 0,9 1-15 0,0 0-19 16,-6 1-18-16,6-1-14 0,0 0-14 0,0 0-9 16,-5 2-8-16,5-2-12 0,0 0-1 0,0 0-7 0,0 0 2 15,0 0-4-15,0 0-6 0,0 0 5 0,0 0-3 16,0 0-5-16,0 0-1 0,-7-4 1 0,7 4-5 16,0 0 1-16,0 0-4 0,0 0 7 0,0 0-17 0,0 0 5 15,0 0-11-15,0 0 3 0,0 0-9 0,0 0-1 16,0 0-5-16,0 0-4 0,0 0-2 0,0 0-5 15,0 0-3 1,0 0 0-16,0 0-2 0,0 0-1 0,0 0-5 16,-5 4 3-16,5-4-5 0,0 0 4 0,0 0-9 15,0 0 8-15,0 0-1 0,0 0 13 0,0 0-20 16,21-7-4-16,-2 4 4 0,3-1-4 0,8 1 1 16,6-4 8-16,22 3-9 0,3-2 2 0,31-2 4 15,-27 2 5-15,34-2 12 0,-5 2-5 0,-4 1-1 16,-30 2-4-16,2 0 2 0,0 2-5 0,-8-2 1 15,-13 2-3-15,-5 0 1 0,-3 2 3 0,-2-1 2 0,-8 0-3 16,-5-1 0-16,-5 1 8 0,-3 0-10 0,0-3 26 0,-2 2 4 16,-3 1 2-16,-5 0 0 0,9 0 8 0,-9 0-6 15,0 0-8-15,0 0-11 16,0 0-7-16,0 0-28 0,0 0-23 0,0 0-30 0,0 0-30 16,-17 6-36-16,7-3-36 0,-7 2-40 15,-1 2-58-15,7-5-58 0,-7 4-259 0,-1-2-630 0,9-2 280 0</inkml:trace>
  <inkml:trace contextRef="#ctx0" brushRef="#br0" timeOffset="5196.16">6897 3867 118 0,'-1'-1'223'0,"1"1"-9"16,0 0-9-16,-3-3-8 0,3 3-19 0,0 0-18 16,0 0-16-16,-1-4-15 0,1 4-14 0,0 0-13 15,0 0-9-15,22 1-9 0,-12-2-9 0,-1 1-6 16,5 1-10-16,-1 2-3 0,1 0-10 0,3-3-2 15,-4 4-8-15,0-1-6 0,0 4-1 0,-1-4-5 0,-2 3 3 0,1 2-7 16,-3 1 0-16,1 1-4 0,-4 0-2 0,0 2 1 16,-2-1-3-16,-5 2 7 0,-3-1 0 0,-1 4 4 15,-3 1 2-15,-3-2 2 0,-3-2-2 16,-5 4 2-16,-1-1 4 0,3-6 3 0,-2 1 6 16,5-2 2-16,-6-1 11 0,6 0-11 0,1-2 0 0,1-1-3 15,0-1-4-15,3-1-1 0,4-1-4 0,-1 2-2 0,2-2-3 31,0-1-1-31,0 0 5 0,1 2 12 0,4-3 21 16,-5 1 9-16,5-1-1 0,-3 3-1 0,3-3 3 16,0 0 0-16,-5 1-2 0,5-1 2 0,0 0-7 0,-2 3-10 0,2-3-1 0,0 0-7 0,0 0 7 15,0 0-9-15,0 0-4 0,0 0 2 0,0 0 0 16,0 0-1-16,0 0-2 16,0 0-2-16,0 0 3 0,0 0-1 0,0 0 3 15,0 0-4-15,0 0 3 0,0 0 0 0,0 0 3 16,0 0 3-16,0 0-9 0,0 0-2 0,0 0-4 15,11-7-6-15,1 6-3 0,6-2-1 0,2 2 2 16,7-2-11-16,5-1-5 0,-4 2 4 0,3 0-4 0,-1 1 2 16,1 1 0-16,2-2-5 0,-6 2 5 0,0 1-4 15,-8 0-3-15,0-1 0 0,-6 0-4 0,-1 0-1 0,-1 1 7 16,-3-1-3-16,-3 0-2 0,-5 0 3 0,10 0 1 16,-10 0 2-16,8 0-2 0,-8 0 7 0,6 0 12 15,-6 0-5-15,5 2 6 0,-5-2-6 0,0 0-2 16,0 0-10-16,0 0-5 0,7 0-20 0,-7 0-18 15,0 0-35-15,0 0-45 0,0 0-46 0,0 0-60 16,0 0-63-16,0 0-88 16,0 0-283-16,0 0-709 0,0 0 313 0</inkml:trace>
  <inkml:trace contextRef="#ctx0" brushRef="#br0" timeOffset="7363.41">8160 3281 171 0,'0'0'193'0,"0"0"-11"15,-10-1-10-15,10 1-26 0,0 0-9 0,0 0-14 16,-6 4-11-16,6-4-10 0,-3 4-10 0,3-4-10 16,-3 6-4-16,2-2-9 0,-1 3-9 0,0-3 2 0,2 2-13 0,-1 0 1 15,1 1-5-15,1 3-5 0,-1-1-5 0,2 1-1 16,2-1-5-16,1-1-4 0,-1 0 2 0,5-1-5 15,0 0 3-15,5 7-4 0,0-4 0 0,4-3 0 16,0 4-5-16,0-4 2 0,-1 2-5 0,-5-4 0 16,0 1 4-16,-1 0-4 0,1 1-6 0,-3-1 2 15,0 2-2-15,-2-1-1 16,-2 0 1-16,-1 3 0 0,-1 0 3 0,-2 1 2 16,-3-2 4-16,-4 5-5 0,-4 3 3 15,-5 3 2-15,-3 1-3 0,-3 0-5 0,0 0 1 16,-2-2-1-16,1 2-2 0,-1 1 3 0,0-5-4 15,1 3 3-15,2-4 4 0,5-3-4 0,0-2 3 16,2-1-4-16,1-2-3 0,4-2 1 0,1-1-4 0,2-1 1 16,-2 1 4-16,2-1 5 0,1 0 12 0,3 0 15 0,-4-4 8 15,5 0 3-15,-4 4-3 0,4-4 10 0,0 0 10 16,10 6 6-16,-2-3 3 0,5-3-6 0,5 0-3 16,4 1-2-16,-2-1-10 0,9 3-6 0,-6-6-3 15,-3 6-3-15,1-3-1 0,-2 0-6 0,0 0-6 16,-2 0 9-16,-2 0-13 0,-4 0-6 0,-4 0 0 15,1 0 1-15,-3 0-1 0,-5 0-2 0,10 0-3 0,-10 0-1 0,5 1-5 16,-5-1 2-16,0 0-4 0,8-1-8 0,-8 1 4 16,0 0-26-16,0 0-12 0,0 0-17 15,8-3-51-15,-8 3-57 0,0 0-69 0,0 0-293 16,-9-14-566-16,5 11 251 0</inkml:trace>
  <inkml:trace contextRef="#ctx0" brushRef="#br0" timeOffset="7785.54">8062 3632 56 0,'-4'-1'215'15,"4"1"-4"-15,-12-1-9 0,12 1-13 0,-5 0-2 16,5 0-11-16,-5-2-7 0,5 2-8 0,0 0-4 16,0 0-11-16,-9-1-4 0,9 1-8 0,0 0-5 0,0 0-11 15,0 0-2 1,-4-2-8-16,4 2-1 0,0 0-15 0,0 0 1 16,0 0-12-16,0 0 4 0,0 0-9 0,0 0-2 15,0 0-9-15,0 0 2 0,0 0-1 0,0 0-4 16,0 0 4-16,0 0-4 0,0 0-3 0,0 0 0 15,22-1-4-15,-6-2-10 0,5 0 1 0,7 0-6 16,1 3-10-16,-1-2-2 0,-6 1 1 0,6-2-7 16,-6 3 2-16,-3 0-2 0,3 0 1 0,-5-3-4 0,-4 3-5 0,-1 0 2 15,-2-1-2-15,-2 1 1 0,-2-1-9 0,1 1 4 16,-1-2-3-16,-6 2-1 0,6-2-1 0,-6 2-8 16,0 0-11-16,8 1-6 0,-8-1-2 0,0 0-13 15,3-2-23-15,-3 2-21 0,0 0-30 0,0 0-34 16,-16 5-23-16,11-4-37 0,-1 0-60 0,6-1-253 15,-8 3-558-15,8-3 248 0</inkml:trace>
  <inkml:trace contextRef="#ctx0" brushRef="#br0" timeOffset="8116.92">8677 3638 61 0,'0'0'196'0,"0"0"-9"16,0 0-15-16,-9-3-8 0,9 3-7 0,0 0-8 15,0 0-2-15,0 0-2 0,0 0 5 0,0 0-3 16,0 0-3-16,0 0-19 0,0 0-9 0,0 0-9 16,0 0-12-16,21 3-12 0,-7-6-6 0,0 3-6 15,5-1-13-15,2-1-25 16,0 1-33-16,2-2-45 0,0 2-42 0,-4-2-68 16,3 0-229-16,1-4-414 0,-5 2 184 0</inkml:trace>
  <inkml:trace contextRef="#ctx0" brushRef="#br0" timeOffset="8448.95">9293 3305 131 0,'4'-11'339'0,"-3"2"-16"0,2 1-5 0,-3 1-10 0,1 0-12 0,3 2-21 0,-3 1-24 0,-1 0-29 15,3 0-21-15,-3 4-19 0,1-3-31 0,-1 3-20 16,0 0-16-16,0 0-14 0,0 0-19 16,8 10 0-16,-7 0-11 0,0 7 2 0,3-3-12 15,-4 6-9-15,0 0-3 0,4 6-4 16,-1-2-1-16,-2 2-39 0,1-2-17 0,-2-3-24 15,4 2-31-15,-4-3-26 0,-1-4-29 16,-2 2-38-16,1-2-47 0,-2-1-61 0,3-1-223 16,-3-4-531-16,1-1 235 0</inkml:trace>
  <inkml:trace contextRef="#ctx0" brushRef="#br0" timeOffset="8749.27">9182 3713 180 0,'-5'0'270'0,"5"0"-18"0,-8 0-6 0,8 0-18 15,-6 3-12 1,6-3-9-16,0 0-7 0,0 0-10 0,-8 0-10 0,8 0-16 16,0 0-18-16,0 0-10 0,0 0-9 0,0 0-14 15,38-3-9-15,-16 3-14 0,10-4-8 16,1 3-9-16,7-1-8 0,15-3-4 0,-2 3-9 15,0-1-5-15,-2 2-2 0,-11 1-9 0,-3-3-2 16,-3-1-3-16,-2 3-4 0,-5-2-2 0,-9 3-6 16,-4 0-3-16,-5-2-4 0,1 1-9 0,-1 0-8 0,-4 1-12 0,-1-1-15 15,-4 1-32-15,0 0-25 0,0 0-22 0,0 0-25 16,0 0-35-16,-37 1-29 0,18 0-38 0,-3 0-198 16,5-1-472-16,0 2 209 0</inkml:trace>
  <inkml:trace contextRef="#ctx0" brushRef="#br0" timeOffset="9265.67">9416 3800 237 0,'0'0'274'15,"0"0"-25"-15,-7 2-24 0,7-2-23 0,0 0-21 16,-2 3-18-16,2-3-18 0,0 0-14 0,0 0-11 16,8 9-8-16,-3-3-4 0,2 1-14 0,1 0-5 15,1 0-11-15,0 1-7 0,0 2-5 0,2 1-7 16,-3 1-7-16,0-2-4 0,-2 2-4 0,-1 0 2 16,0-2-11-16,-1 7-4 0,-4-1-5 0,0 0-5 0,-5 1-2 0,1-1 1 15,-5-2-2-15,-1 3-4 0,-2-4-2 0,2 2 5 16,-5-4-5-16,2 2 5 0,-2-2 1 15,2-2 8-15,0 0-12 0,4-4 0 0,-1 2 0 16,0 0-3-16,1-1 2 0,4-2-3 0,-3 0 0 16,4 0-5-16,-2 2 3 0,2-6 1 0,0 3-4 0,4-3-1 15,-2 4 3 1,2-4 12-16,-4 2 3 0,4-2 4 0,0 6 10 16,0-6 9-16,9 2 5 0,0-2 1 0,5 0-4 15,5 0 0-15,3-2-9 0,7-2 5 0,1 1-12 16,2-1-2-16,-3 3-6 0,-1-2 2 0,-5 3-3 15,-1-4 1-15,-4 1-3 0,1 1 8 0,-6-1-4 16,-1 2 2-16,-1 0-1 0,-5 1-6 0,0-3 6 16,1 3-6-16,-7 0 2 0,9-1-2 0,-6-1-6 0,-3 2-2 0,8 0-8 15,-8 0-2-15,0 0-7 0,0 0-17 0,0 0-27 16,0 0-25-16,0 0-25 0,0 0-23 0,-18-4-27 16,8 3-49-16,1-3-43 0,-1 4-270 15,-2-5-554-15,5 1 246 0</inkml:trace>
  <inkml:trace contextRef="#ctx0" brushRef="#br0" timeOffset="9619.81">9272 4007 85 0,'-3'0'294'0,"3"0"-9"0,-8 3 0 0,8-3 2 16,-5 2-9-16,5-2-20 0,0 0-17 0,0 0-22 15,0 0-22-15,0 0-16 0,23-7-21 16,-5 5-19-16,4 0-13 0,7 1-11 0,4 0-15 0,1-3-7 16,3 1-2-16,0 1 0 0,-3-1-9 0,1 0-3 0,-6 0-18 15,-6 2-1-15,-5 0-5 0,-3 0-2 0,-2 0-7 16,-4-1-4-16,-1 1-6 0,-1 1 2 0,-3-2 0 15,1 1-4-15,-5 1 0 0,8 0 0 0,-8 0-5 16,0 0-11-16,0 0-14 0,10 1-8 0,-10-1-13 16,0 0-8-16,0 0-21 0,0 0-10 0,0 0-16 15,0 0-31-15,0 0-19 16,0 0-23-16,0 0-17 0,0 0-26 0,0 0-38 16,-5-9-31-16,5 9-232 0,-4-6-527 0,4 6 233 15</inkml:trace>
  <inkml:trace contextRef="#ctx0" brushRef="#br0" timeOffset="10152.64">10094 3094 240 0,'0'0'227'0,"0"0"-30"0,0-5-15 16,0 5-20-16,0 0-16 15,9 10-13-15,-1 0-1 0,1 6-8 0,6 7-9 16,-2 7-9-16,6 17-3 0,-6 3-8 0,2 2-8 15,1 5-6-15,-8 2-4 0,-1 0-1 0,-4 2-10 16,-1 20-5-16,-2-21-3 0,-1-2-4 0,-4-4-3 0,1-4-8 0,-6 0 7 0,2-14-13 16,-2-4-4-16,0 0 1 0,-6 1-7 0,1-4 2 15,-4-2-3-15,2-3-2 0,-3-3 2 16,-3-1 6-16,1-2-12 0,-1-1 0 0,1-4 0 16,3-3-2-16,-1 0-1 0,-6-2-4 0,6 1-13 15,0-8-37-15,1 4-57 0,0-3-77 0,-1-1-286 16,7-2-495-16,-1-1 219 0</inkml:trace>
  <inkml:trace contextRef="#ctx0" brushRef="#br0" timeOffset="10891.98">7950 3080 41 0,'1'-4'220'0,"2"0"-3"0,-3 1-6 15,0 3-7-15,1-6-14 0,-1 6-21 0,2-2-20 16,-2 2-16-16,0 0-18 0,0 0-15 0,0 0-10 16,0 0-8-16,-7 19 0 0,-4 5-10 0,-9 6-12 0,-9 16 3 0,-4 5-9 15,-13 24-2-15,5-2-4 0,12-18-2 0,1-2-5 16,3 3-3-16,6-2-6 0,4 1 1 0,7 5 26 16,5-9 3-16,7-2 17 0,5 1-6 0,4-16-1 15,0-2 3-15,18 7 1 0,-5-11-2 16,11 2-3-16,-6-8 1 0,4-5-13 0,1-3 0 0,0 0-3 15,0-3-8 1,-3-3-4-16,-2-1 2 0,-4-2-7 0,-7-3-1 16,-7 1-7-16,-3-2 14 0,-1 0 3 0,-2 1 12 15,-7-2 10-15,13 0 3 0,-13 0 1 0,10 0-3 16,-10 0-8-16,0 0-5 0,9 0-1 0,-9 0-27 16,0 0-26-16,7-2-81 0,-5-1-62 0,-2 3-48 15,3-7-79-15,3 3-93 0,-1-2-191 0,4 1-597 16,0-2 264-16</inkml:trace>
  <inkml:trace contextRef="#ctx0" brushRef="#br0" timeOffset="14329.53">11403 4042 16 0,'0'0'182'0,"-9"0"-8"0,9 0-6 0,0 0-14 0,-5-3-12 0,5 3-4 16,0 0-7-16,-4-2-9 0,4 2-9 0,0 0-8 15,0 0-5-15,0 0-5 0,0 0-5 0,0 0-10 16,0 0 2-16,0 0-4 0,0 0-5 0,0 0-1 15,0 0-2-15,0 0-3 0,0 0-2 0,0 0-6 0,0 0 0 16,15-2-2-16,-3 1-2 0,8-1-9 16,2 0 2-16,9-3-5 15,1 1 4-15,5 0-4 0,1 0 4 0,0-1-10 16,-1 1 2-16,-1 1-9 0,-1 2-1 0,-2 0 0 16,-5-2-3-16,-7 2-3 0,-5-2-2 0,-4 3 1 15,0-1-13-15,-7 2-7 0,3-1-12 0,-8 0-12 16,5-1-7-16,-5 1 4 0,4 4 7 0,-4-4-18 15,-14 1-9-15,1 3-15 0,-5-1-16 0,-2 1-17 16,-7 2-24-16,9-3-22 0,-1-1-31 0,5 2-48 0,-8-1-121 16,8 0-367-16,1-1 164 0</inkml:trace>
  <inkml:trace contextRef="#ctx0" brushRef="#br0" timeOffset="14677.05">11405 4306 152 0,'-5'1'227'0,"-2"0"-15"0,3 0-7 0,4-1-3 0,-8 0 1 16,8 0-17-16,-5 2-13 0,5-2-16 15,0 0-16-15,0 0-14 0,21-2-10 0,-4 0-14 16,5 2-11-16,11-3-10 0,7-1-7 0,11 0-9 0,3 1-3 16,-16 1-3-16,22-4 6 0,-6 5-3 0,-4-3-6 15,-11 3-3-15,-6 0-5 0,-2 1-11 16,-9-1-2-16,-3-1-1 16,-5 2-5-16,0 2 0 0,-5-2-4 0,-2-2-2 15,1 2 4-15,-8 0 0 0,9 0-1 0,-9 0-7 16,8-1-3-16,-8 1-7 0,0 0-3 0,0 0-5 15,0 0-16-15,0 0-25 0,0 0-30 0,0 0-37 16,-19 6-47-16,11-6-48 0,1 2-251 0,0-2-488 16,7 0 216-16</inkml:trace>
  <inkml:trace contextRef="#ctx0" brushRef="#br0" timeOffset="17503.62">13110 3347 130 0,'0'0'157'0,"0"0"-9"0,0 0-11 16,0 0-8-16,0 0-9 16,0 0-6-16,-3-5-10 0,3 5-10 0,0 0-6 15,0 0-3-15,0 0-12 0,0 0-5 0,0 0-4 16,0 0 1-16,0 0-12 0,0 0-6 0,0 0-6 16,0 0-4-16,0 0 8 0,21 2 5 0,-7-1-5 15,8 1 3-15,12-2 2 0,2 1 2 0,19-1-1 16,4 2-2-16,-4-4-3 0,1 3-4 0,-2 0-2 15,-3-1-5-15,-13 0-4 0,-1 2-4 0,-2-2 29 0,-6 1-8 16,-6 3-4-16,-3-4-9 0,-3 0-5 0,-6 2-16 16,-2-2-5-16,-1 1-1 0,-3-1-9 0,4 0-3 15,-9 0-6-15,0 0-8 0,0 0-5 0,0 0-13 0,0 0-18 16,-33 1-15-16,15-1-19 0,-1 1-17 16,1-2-27-16,-1 1-31 0,0 0-155 0,-2 0-344 15,1-1 152-15</inkml:trace>
  <inkml:trace contextRef="#ctx0" brushRef="#br0" timeOffset="18082.3">13059 3422 101 0,'-4'-4'265'0,"4"4"-17"0,-4-2-17 0,4 2-24 16,-5-3-20-16,5 3-20 0,0 0-19 0,0 0-17 16,0 0-12-16,0 0-17 0,0 0-1 0,0 0-14 15,19 5-10-15,-6-1-9 0,1 1-1 0,5 2-9 0,2 1-9 16,8 2-3-16,-4 0-4 0,4-1-8 0,-2 2-2 16,0 0-4-16,1-1-5 0,-3 3-11 0,3 0 1 0,-11-5-9 15,3 1 4-15,-2 0-5 0,-4-1 2 0,4 0-2 16,-5-4 2-16,-4 1-4 0,1-1 1 15,-1 0 4-15,-5 0 0 0,1-4 15 0,-5 0 18 16,9 3 13-16,-9-3 19 16,2 4 8-16,-2-4 10 0,6 2 2 0,-6-2-6 15,0 0-5-15,0 0 0 0,0 0-8 0,0 0 4 16,9 1-38-16,-9-1 10 0,0 0-5 0,0 0-8 16,0 0-12-16,0 0-20 0,6 4-8 0,-6-4-13 15,-3 15 10-15,-2 2 2 0,-5 9-11 0,-9 20 16 16,-4 7 7-16,-13 25-12 0,-1 2 7 0,-3-2 3 15,1-2 3-15,1-2 1 0,8-22 1 0,2 3-6 0,1 0 3 16,5 0 1-16,-1-1 0 0,3-4 13 0,5-2-5 16,-1-2-2-16,7-14-13 0,0 2 20 0,1-5-4 15,1 3-16-15,1-5 16 0,1-2 7 0,2-7-5 16,-2 1-8-16,4-4 3 0,1-3 13 0,-3-1-17 16,1-4-1-16,-1 2 1 0,3-4 0 0,-1 2 0 15,1-7 2-15,-3 7 3 0,3-7-8 0,0 0 8 0,-1 7 6 0,1-7 8 16,0 0 7-16,0 0-2 0,-1 7 0 0,1-7 2 15,0 0-9-15,0 0-14 0,0 0-10 0,0 0-18 16,0 0-25-16,0 0-45 0,0 0-63 0,0 0-59 16,0 0-85-16,0 0-277 0,0 0-617 0,0 0 273 15</inkml:trace>
  <inkml:trace contextRef="#ctx0" brushRef="#br0" timeOffset="18421.45">13107 4841 2299 0,'-13'6'183'0,"1"-3"-81"0,3 2-40 0,0-3-28 16,1 1-9-16,3 0 6 0,0-2 9 0,1 2 7 15,4-3 9-15,-7 3 15 0,7-3-3 0,-3 1 0 16,3-1-9-16,0 0-5 0,19 0-1 0,2-4-8 15,9 2-7-15,6 0-5 0,14-4 7 0,5 1-12 16,5 1-3 0,1-3-1-16,2 4 2 0,-3-2-7 0,-1 0-6 15,-3 1-2-15,-19 1-4 0,-2 1 7 0,-6 1-5 16,-7 1-1-16,-3-2 1 0,-8 0-1 0,2 4-2 0,-3-2 3 16,-3 0-1-16,-1 0 14 0,-6 0 13 15,10-2 1-15,-6 0 6 0,-4 2-3 0,4-1-13 16,-4 1-9-16,0 0-14 0,0 0-21 0,0 0-40 15,0 0-41-15,-14-4-48 0,14 4-61 0,-13-5-114 0,7 3-178 0,1-3-542 16,1 1 239-16</inkml:trace>
  <inkml:trace contextRef="#ctx0" brushRef="#br0" timeOffset="23363.93">14668 3687 99 0,'0'0'163'16,"0"0"-2"-16,0 0-11 0,0 0-17 0,-7 0-17 15,7 0-7-15,0 0-11 0,0 0-8 0,-4 8-8 16,3-7-10-16,-1 3-3 0,0 0-5 0,0 4-5 15,-2-4 2-15,2 3-11 16,0-3-3-16,-2 6-2 0,3-5-6 0,-1 2-8 16,0 0 2-16,1 4-2 0,0-4-4 0,1 0 2 15,1 0-1-15,0-2-5 0,2 0 3 0,1-1-5 16,1 1 5-16,6 0-6 0,1 0 9 0,2-2 3 16,5 1 1-16,0 1 2 0,3-3 0 0,6 1-6 15,-8 0 1-15,1 1 0 0,-2 0-2 0,-2-4-2 16,-2 1 0-16,-2 2-8 0,-3-1 4 0,3 2 4 0,-3 1-5 15,-5-2-5-15,3 4-6 0,-2 3 5 0,-5-1-1 16,2 3 0-16,-7 5-4 0,-6 8 3 0,-3-1-6 16,-7 8 6-16,-2-1-4 0,-9 6 1 0,-3-2-4 15,8-9 0-15,-8 9 3 0,8-13-6 0,3 2 4 0,0 0-1 16,0-5 0-16,6 1-1 0,2-8 0 0,1 3-1 16,2-3 1-1,2-3-2-15,0 1 1 0,4-2 6 0,0-1-9 16,2-3 1-16,-3-1 1 0,5 2 0 0,-1 0 5 15,-1-3 12-15,4-2 13 0,-4 4 4 0,3-1 6 16,1-3 3-16,-1 5 5 0,1-5-1 0,0 0-3 16,0 0 1-16,-4 3 4 0,4-3-6 0,0 0 1 15,17 0-2-15,-2-1 2 0,8-1-9 0,8 0-4 16,5-1 0-16,2 0-6 0,13-1 0 0,-9 1-5 0,11-3-2 16,-2 3-5-16,-13 2 3 0,-1-1-7 0,-8 2 1 15,1-3-3-15,-10 3 2 0,-2 0 2 0,-6 0-3 16,0-1-1-16,-3 2-4 0,-2-2-3 0,-1 1-1 15,-6 0-7-15,10 0 2 0,-10 0-7 0,9 0 0 0,-9 0-1 16,0 0-2-16,0 0-8 0,0 0-10 16,0 0-8-16,-24-3-13 0,14 0-21 0,-3 2-20 0,3-2-24 0,-2 2-28 15,0 0-26-15,1-2-32 0,0 1-230 0,-2-3-470 16,4-1 208-16</inkml:trace>
  <inkml:trace contextRef="#ctx0" brushRef="#br0" timeOffset="23911.42">14479 4141 138 0,'-7'0'240'0,"7"0"-19"0,-9 1-8 0,9-1-17 16,0 0-13-16,-7 0-4 0,7 0-7 0,0 0-5 15,0 0-21-15,-7 1-9 0,7-1-12 0,0 0-14 16,0 0-11-16,0 0-7 0,-6 0-11 0,6 0-6 16,0 0-8-16,0 0-4 15,0 0-11-15,0 0-1 0,0 0 4 0,0 0-4 16,0 0-3-16,0 0-3 0,0 0-3 0,0 0-2 15,0 0-6-15,0 0-4 0,0 0 4 0,0 0-1 16,0 0-1-16,0 0-3 0,0 0-1 0,0 0-1 16,0 0-5-16,0 0 0 0,0 0-5 0,0 0 5 15,0 0-2-15,0 0-3 0,0 0 0 0,0 0 1 16,0 0-1-16,0 0-5 0,0 0-1 0,0 0 1 0,0 0 3 16,0 0 3-16,0 0 1 0,0 0-5 0,0 0-1 15,0 0-6-15,19-9 7 0,-5 9-6 0,4-6-2 16,14 1 0-16,-4-1 0 0,12 2-2 0,10-3-7 15,1 3 4-15,2-2 1 0,-2 2 2 0,-12 1-2 16,-1-1 1-16,-1 4 1 0,-1-4-2 0,-3 2 1 16,-7 1 2-16,-5 0-2 15,-3 0 5-15,-5 1-7 0,-3-1-5 0,-2 0 3 16,-2 1 2-16,-6 0-1 0,13 0-2 0,-13 0-1 16,6-1-3-16,-6 1 3 0,8 1-2 0,-8-1-7 15,0 0-7-15,5-3-24 0,-5 3-23 16,0-3-36-16,0 3-23 0,0 0-30 0,0 0-36 0,-9-8-38 15,7 7-242-15,-3-4-510 0,2 2 226 0</inkml:trace>
  <inkml:trace contextRef="#ctx0" brushRef="#br0" timeOffset="24734.15">15238 3492 201 0,'0'0'207'0,"1"-4"-3"0,-1 4-3 0,0 0-8 15,0 0-13-15,0 0-14 0,-1-6-16 0,1 6-11 16,0 0-15-16,0 0-11 0,0 0-12 0,0 0-9 15,0 0-14-15,0 0-11 0,0 0-8 0,0 0-6 16,0 0-9-16,3 16-1 0,-1-11-6 0,-2 6-3 0,0 1-3 16,0-1 4-16,-3 3-11 0,3 2 3 0,-1 4-6 0,0-2-2 15,-1-2-1-15,-2 1-2 0,4 0 0 0,-1 2-2 16,-1-1-4-16,2-2 2 0,-3-7-2 0,3 1 0 16,0 1 0-16,0-4 0 0,-1 2-3 15,1-4 3-15,-3 0 2 0,6-1 25 0,-3-4 33 16,0 0 24-16,0 0 22 0,0 0 35 0,-3 8 24 0,3-8 10 0,0 0-17 15,0 0-20-15,14-20-18 0,-5 7-10 0,4-3-15 16,5-3-14-16,2-5-9 0,-2 4-8 0,2 1-2 16,-1 1-15-16,-7 4-9 0,2 3-5 0,-5 1 1 15,2 2-15-15,-5 1 9 0,2 2-12 0,-3-1-3 16,-1 3-3-16,0 2-20 0,-2-2-21 0,2 0-15 16,-4 3-9-1,0 0-2-15,10 6 6 0,-10-2 6 0,5 2-8 0,-2 5-2 16,-1-1 4-16,2 3 9 0,-3-1 4 0,2 4 14 15,0 0-14-15,-2-3 5 0,4 2 4 0,-3-2 2 16,0-4 1-16,-1 4-9 0,2 1-19 0,-2-4-15 16,1-1-23-16,0 1-16 0,-1-4-15 15,0-1-21-15,1-1-11 0,0 1-14 0,-2-5-25 16,-1 5-36-16,2-4-46 0,-1-1-215 0,0 0-521 0,0 0 231 0</inkml:trace>
  <inkml:trace contextRef="#ctx0" brushRef="#br0" timeOffset="25582.03">16072 3528 42 0,'0'0'197'0,"0"0"-11"16,-10 0-12-16,10 0-13 0,0 0-14 0,-4 2-5 0,4-2-2 0,0 0-1 15,0 0-9-15,0 0-9 0,0 0-10 0,0 0-9 16,0 0-13-16,0 0-8 0,27-4-7 0,-10-2-9 16,5 3-4-16,9 0-8 0,4 0-5 0,2-1-1 15,15-1-1-15,-1 2-4 0,0-2-2 0,-10 3-1 16,-4-2-2-16,3 0 0 0,-4 3-9 0,-5-1 2 16,-11-1-6-1,1 2-1-15,-7-1-3 0,-2 0-2 0,-2 2-1 16,-1 0-3-16,-4-2-4 0,-5 2-3 0,9-3-5 15,-9 3-15-15,0 0-10 0,0 0-17 0,0 0-21 0,-33-1-12 16,15 5-16-16,-1-4-14 0,-3 2-8 16,3 0-12-16,0 1 0 0,0 1 9 0,-3-1 14 15,4 3-11-15,-1-3 13 0,2 2 2 0,-1-1 12 16,6-1 4-16,0 1 15 0,3-1 7 0,0-2 3 0,3 2 9 0,1 0 8 16,-2-3 8-16,4 1 14 0,-1 2 15 15,4-3 18-15,0 0 20 0,-8 2 11 0,8-2 13 0,-5 1 10 16,5-1 4-16,0 0 8 0,0 0-4 0,-6 0 8 15,6 0-4-15,0 0-3 0,0 0-1 0,-4 2-4 16,4-2-7-16,0 0-8 0,0 0-7 0,-3 2 1 16,3-2-3-1,-4 10-4-15,3-2-1 0,-3 3-4 0,-2 4-2 16,0-1-1-16,-1 6-2 0,1 6-4 0,-2 3-3 16,-1 6-1-16,3 15 3 0,-1-4-5 0,1 0-1 0,-2 2-2 15,3 1 0-15,1-5-2 0,3-10-1 16,1 1 0-16,-4-1 2 0,3-5-8 0,1 0 1 15,-3-2-2-15,3-2-1 0,-4-7 1 0,3-1-5 16,-4-2 1-16,0-4 0 0,3 0 1 0,-4-3-1 0,1-1 3 0,-1 2 4 16,-3-4 12-16,-3-1 1 0,2-1 9 0,-8-5-1 15,2 1 8-15,-4 0 14 0,-1-5-9 0,-1-1 5 16,4-1 2-16,-1 0 5 0,-2 0 8 0,2 1 7 16,4-3 6-16,-2 3-16 0,5 2-6 0,0-1 0 15,4 2-5-15,2 2-8 0,-1-1-8 0,3-1 2 16,-1 2-8-16,1 1 3 0,4 1-11 0,-4-4-8 0,4 4 2 15,-3-3-10-15,3 3-33 0,0 0-39 0,0 0-31 0,0 0-13 16,0 0-23-16,0 0-30 0,-4 10-42 0,4-10-57 16,4 7-257-16,-4-7-556 0,8 5 245 0</inkml:trace>
  <inkml:trace contextRef="#ctx0" brushRef="#br0" timeOffset="26120.78">16450 4204 20 0,'0'0'239'0,"0"0"-9"0,3-4-13 16,-3 4 0-16,0 0 0 15,1-4-21-15,-1 4-14 0,1-4-17 0,-1 4-17 16,0 0-13-16,0 0-11 0,0 0-14 0,0 0-18 16,0 0-7-16,0 0-11 0,0 0-9 0,0 0-6 15,-1 12-4-15,1-4-3 0,0-2-9 0,0 2-1 16,-1 4-4-16,-2 0-2 0,2-2-7 0,-3 2-2 15,0 0 0-15,3 0-4 0,-4-1-6 0,2-1 2 16,2 1 2-16,-1-5-6 0,0 1-1 0,1-1-1 0,1-2-1 16,-3 0 1-16,2 2 4 0,1-6 39 0,0 6 33 15,0-6 25-15,0 4 30 0,0-4 23 0,0 0 6 0,0 0-16 16,0 0-16-16,9-10-13 0,1 0-13 0,-1 1-12 16,4-1-11-16,2-4-11 0,-2 5-9 0,-1 0-9 15,-3 1-6-15,1 0-6 0,-1 2-7 16,-4 2-3-16,-1 0-3 0,1 1-6 0,-1-1-12 0,-2 2-4 0,-2 2-19 31,7-1-19-31,-7 1 2 0,0 0 0 0,10 6-1 0,-8-1 11 0,2 2-12 0,-1 1 3 0,1 1-5 31,0-1 5-31,-3 0 17 0,1 2-22 0,1-3-11 0,-2-1-37 0,0 1-26 0,1-1-13 0,-1-1-26 16,-1 0-26-16,1 0-28 0,-1-1-38 0,0-4-51 16,0 0-314-16,0 0-643 15,0 0 285-15</inkml:trace>
  <inkml:trace contextRef="#ctx0" brushRef="#br0" timeOffset="26785.1">17232 3624 19 0,'7'-3'185'0,"-1"0"-12"16,2 1-13-16,3 1-13 0,0 1-15 16,0 0-5-16,3 1-6 0,0 4-6 0,0-1-6 15,-1 2-7-15,2 4-6 0,-2-1-9 0,0 3-1 16,-6-3-7-16,2 8-12 15,-3 3-3-15,-2-3-4 0,-2 3-4 0,-4 1-7 16,-2-2 0-16,0 6-9 0,-9-3-2 0,2-4-3 16,-2-2-7-16,1 1 0 0,-6-3-3 0,8-1-1 15,-7-2-1-15,7-4-3 0,0 3-2 0,2-5 1 16,3 0 3-16,-1-1 20 0,3-1 23 0,-2-2 29 16,0 2 36-16,5-3 32 0,-4 1-20 0,4-1-7 15,0 0-1-15,0-12-19 0,4 3-12 0,4 0-3 0,1-4-9 0,2 0-15 16,8-8-14-16,0 1-2 0,3 2-8 0,0-2-5 15,-2 5-3-15,-4 3-6 0,-2-1-1 0,-4 6-2 16,-1 0 1-16,0 2-6 0,-3 1-7 0,1 1-7 16,-3 0-3-16,-1 1-14 0,3 0-9 0,-6 2-5 15,0 0-3-15,12 7 13 0,-8-3-19 0,1 4 9 16,-2 2-2-16,1 1 3 0,-2 2-3 0,3 2 4 0,0 2 2 16,0-3-1-16,3 3-23 0,0 0-22 0,-2-1-20 15,-1-1-31-15,3-4-36 0,-3 1-54 0,0-3-77 16,0-2-262-16,-1-3-581 0,0 0 257 0</inkml:trace>
  <inkml:trace contextRef="#ctx0" brushRef="#br0" timeOffset="27054.51">17816 3555 175 0,'4'-1'199'0,"3"1"-11"0,-7 0-17 16,12 5-10-16,-4-1-13 0,0 6-7 0,2 2-7 15,-1 3-9-15,2 8-1 0,-5 0-18 16,1 8 1-16,-6 1-11 0,-2 4-6 0,-6 0-8 16,0-1-6-16,-3 12-6 0,-2-13-8 0,-2-1 0 0,-4-1-12 15,-1 1-5-15,-5-6-3 0,-3 1-9 0,-5-4-14 16,1-3-23-1,-3-3-31-15,-2-2-28 0,2-3-35 0,-5-5-68 16,1-2-191-16,2-5-387 0,0-4 171 0</inkml:trace>
  <inkml:trace contextRef="#ctx0" brushRef="#br0" timeOffset="27387.81">17313 3297 165 0,'-4'-5'220'0,"4"2"-19"0,-3-1-24 15,3 4-21-15,-9-1-6 0,9 1-14 0,-15 10-15 16,0 5-9-16,-7 3-14 0,-3 7-8 0,-10 14-8 16,-1 4-8-16,0 3-4 0,3 3 1 0,-13 22-4 15,20-21 1-15,4 4-3 0,5-2-1 0,7-2-1 0,8-2 18 16,5 3 17-16,9-6 9 0,8 0-4 0,9-5-6 0,11 2-2 16,7-6-9-16,33 7-40 0,-25-16-80 0,5-6-138 15,1-7-288-15,0-2-498 0,1-7 220 0</inkml:trace>
  <inkml:trace contextRef="#ctx0" brushRef="#br0" timeOffset="28826.19">12991 5208 28 0,'0'-5'191'16,"0"5"-13"-16,0-4 2 0,0 4-1 0,0 0-9 15,0-5 4-15,0 5-12 0,0-4-17 0,0 4-5 16,0 0-26-16,0 0-13 0,4-3-12 0,-4 3-11 15,0 0-12-15,0 0-3 0,0 0-10 0,0 0-5 16,0 15-3-16,0-6-2 0,-4 1-6 0,4 2-4 0,-5 5-2 0,2 4-2 16,-2 3-2-16,0 3-2 0,-1-1-2 0,2-3 0 15,0-2-2-15,-1-2-2 0,1 8-2 0,-2-10-2 16,2 2-3-16,2-8 2 0,0 3-2 0,0-5 0 16,-1-1-2-16,3 1-2 0,0-2 0 0,-2-2 1 15,0 0 11-15,1-2 45 0,1-3 36 0,0 7 37 16,0-7 29-1,0 5 24-15,0-5 13 0,0 0-8 0,0 0-37 0,9-15-9 16,0 5-22-16,1-6-14 0,3 1-26 0,3-9 1 16,9 1-9-16,-6-3-2 0,0 2-14 0,2 1-3 15,-1 1-7-15,-1 3-5 0,-5 5-7 16,0 0-7-16,-1 4-3 0,-4 1-4 0,-1 4-3 16,-2-2-7-16,-1 4 4 0,-3 0-23 0,5 2-11 0,-7 1-2 15,0 0-3-15,15 5-5 0,-11 2-3 0,3 2 6 0,-2 4-2 16,1 4-1-16,-1 7 6 0,-2-5 4 0,-2 5 10 15,3 1-16-15,-4 0 5 0,0-5 5 0,0-1 0 16,0-1 3-16,0 1 3 0,0-2-5 0,0-4 7 16,0-2 3-16,0 1-5 0,0-3 0 0,0 2-1 15,-1-7 2-15,1 1-1 0,0 2 1 0,0-5 1 16,-3 2-2-16,3 0 9 16,0-4-4-16,0 5-4 0,0-5 5 0,0 4 2 15,0-4 4-15,0 0-3 0,0 0-19 0,0 3 19 16,0-3 6-16,0 0-5 0,0 0 0 0,0 0 1 15,0 0-7-15,0 0-9 0,0 0-13 0,0 0-48 16,0 0-50-16,0 0-44 0,0 0-43 0,5-12-61 16,-1 5-56-16,0 2-292 0,1-4-664 0,3 4 294 15</inkml:trace>
  <inkml:trace contextRef="#ctx0" brushRef="#br0" timeOffset="29074.29">13556 5450 195 0,'-5'-2'271'0,"0"1"-5"0,5 1 1 0,-5-5-15 0,1 4-18 16,4 1-13-16,-4 0-27 0,4 0-12 31,0 0-8-31,0 0-13 0,0 0-6 0,0 0-27 16,0 0-9-16,0 0-13 0,6-7-8 0,5 7-16 0,1-1-12 0,6-1-22 15,1 0-19-15,3 1-29 0,-4 1-28 0,1-3-27 16,2 3-34-16,-6 1-41 0,0 1-36 0,-1-2-60 16,-2-2-201-16,-1 4-462 0,0-2 205 0</inkml:trace>
  <inkml:trace contextRef="#ctx0" brushRef="#br0" timeOffset="29274.57">13753 5595 213 0,'0'0'260'15,"-3"3"-21"-15,3-3-18 0,0 0-12 0,-2 5-10 16,2-5-20 0,0 0-16-16,0 0-19 0,0 0-25 0,23-3-26 15,-5 3-35-15,2 0-51 0,12-2-67 0,1-3-87 16,2 3-170-16,1-3-342 0,0 0 152 0</inkml:trace>
  <inkml:trace contextRef="#ctx0" brushRef="#br0" timeOffset="29792.16">14398 5496 140 0,'0'0'183'0,"-8"0"-5"15,8 0-1-15,-5 0-15 0,5 0-6 0,-7 0-8 0,7 0-7 0,0 0-3 16,-4 3-7-16,4-3-7 0,0 0 2 0,0 0-3 16,0 0-3-16,0 0-5 0,-6 0-5 0,6 0 0 15,0 0-5-15,0 0-5 0,0 0-7 0,0 0-8 16,0 0-5-16,0 0 3 0,0 0-8 0,0 0 2 16,0 0-3-16,0 0 2 0,0 0 5 0,0 0-13 15,0 0 7-15,0 0-6 0,0 0-8 0,0 0-3 0,0 0-1 0,21-3-9 16,0 3-4-16,7-4-4 0,4 1-6 0,6 0 4 15,-1 1-11-15,19-3-6 0,-1 2 12 0,1-1-16 16,2 2-1-16,-7 0 3 0,-10 1-9 0,-3-1-2 16,-2 4 0-16,-4-2 0 0,-4 0-4 0,-8 1 7 15,-7-1 3-15,0 0-5 0,-1 0 8 0,-6-1-16 16,2 1 0-16,-8 0-5 16,12 0 3-16,-6 0-4 0,-6 0-4 0,6 0-12 15,-6 0-17-15,0 0-23 0,0 0-21 0,0 0-24 16,-14-5-22-16,14 5-36 0,-12-3-40 15,7 2-59-15,1 0-245 0,4 1-548 0,0 0 243 0</inkml:trace>
  <inkml:trace contextRef="#ctx0" brushRef="#br0" timeOffset="30523.62">15699 5559 28 0,'0'0'220'0,"0"0"-11"16,-1 2-6-16,1-2-9 0,0 0-4 0,0 0-8 0,0 0-4 15,0 0-6-15,0 0-7 0,0 0-3 0,0 0-16 0,0 0-16 0,0 0-12 0,0 0-11 16,6-11-13-16,-5 6-7 0,2-2-6 0,1 1-3 31,-2-1 1-31,2-2-5 0,1-1-1 0,-2 0-6 16,-1-2-4-16,1 0-1 0,1-1-1 0,-2 0-7 0,1 1 5 0,-1-1 0 0,0 1 3 0,0-5 5 15,-1 7-4-15,1-3 13 0,-2 2-23 0,2 1 4 16,-3-1-11-16,1 5-1 16,-1-5-9-16,-2 5-5 0,1 1-10 0,0 1-3 15,-6-1-1-15,0 2-18 0,-4 3 3 0,-6 0-6 16,-8 3 3-16,-4 5-1 0,-2 1 0 0,-1 3 1 15,-2 0 0-15,-12 10-1 0,13-7-1 0,-2 2 1 16,0-1-1-16,-10 7 13 0,10-4-15 0,6-2 3 16,3-2 5-16,5-1-2 0,-1 0-3 0,5-6 3 15,8-1 4-15,-3 0-2 0,8-4 0 0,-3 1 0 0,3-1 15 0,0-1 30 16,5 0 9-16,-4 1 37 0,4-3 0 0,0 0-14 16,0 0-7-16,8-11-4 0,1 3-11 0,6 0-21 15,-2 1 15-15,6-1-8 0,-3-1-5 0,0 2-6 16,1-1-3-16,-1 1-6 0,-3 5-2 0,3-1-7 15,0 1-4-15,-2 4-1 0,0-1-3 0,5 1-2 16,2 6 11 0,2 3-12-16,1 1-15 0,0 4 16 0,-2 1-2 15,1 1 2-15,3 2-2 0,-1-1 8 0,2 3-10 16,-3-1 2-16,3-3 0 0,-5 0 6 0,1-3-33 0,-4-5-37 16,-2 0-42-16,1-1-46 0,-4 0-51 0,2-1-66 15,-5-5-130-15,1-3-231 0,1-3-679 16,-4-2 300-16</inkml:trace>
  <inkml:trace contextRef="#ctx0" brushRef="#br0" timeOffset="31811.73">13761 2887 21 0,'2'1'131'0,"-2"-1"-13"0,0 0-3 0,0 0 2 16,0 0 17-16,0 0-19 0,0 0-1 16,4 3 1-16,-4-3 5 0,0 0 2 0,0 0 2 15,0 0 9-15,0 0 4 0,0 0 9 0,0 0 4 16,0 0 8-1,0 0-4-15,0 0-9 0,0 0-16 0,0 0-14 16,0 0-6-16,-3-13-13 0,3 6-4 0,3 4-7 16,-3-3-2-16,1-4-5 0,-1 0-7 0,1 0 0 0,1 0-10 15,-1-2-13-15,1 0 8 0,1-2 0 0,1-3-5 16,0 0 1-16,-2 5-3 0,2-5-4 0,-2 2 2 16,-1 5 5-16,0 3 1 0,0-2-5 0,-1 4 0 15,3-3-3-15,-3 4 1 0,0 0-13 0,0 0-8 16,0 4-35-16,-6-4 15 0,-5 6-5 0,-4 1-7 15,-6 4 3-15,-8 7-2 0,-3 1 5 0,-15 9-3 0,-1-2 3 16,-1 0-4-16,0 0 2 0,-2 2 3 0,-1-3 0 0,1 4-1 16,4-1-1-16,-1-3 5 0,15-8-3 15,0 4-1-15,3-1 2 0,-1-4 4 0,11-4 3 16,-1 1-13-16,5-4 10 0,3-1-4 0,2 2 7 16,3-4 1-16,2 1 36 0,-1-3 26 0,7 0 12 15,0 0 3-15,-14-3-4 16,14-2 6-16,0 5-10 0,-1-14-10 0,2 4-8 15,3 0-3-15,5 1-4 0,1-6-13 0,2-1 0 16,2 4-2-16,0 1-6 0,0-2-6 0,-3 8-4 16,5-4-6-16,-4 3 1 0,6 0-11 0,-4 2 6 15,8 4-5-15,-4 0-2 0,10 2 3 0,4 3-1 16,0-1-5-16,2 4 2 0,2-1 1 0,-4 1-3 16,0 2-7-16,3 0-15 0,-2-3-6 0,0 2-14 0,-1-2-14 15,-1-1-18-15,-1 1-34 0,1-3-1 0,-4 1-21 16,-8-4-22-16,3-2-28 0,-4 0-26 0,-1-2-43 0,-4-2-70 15,-4-2-269-15,3 2-634 0,-5 0 280 16</inkml:trace>
  <inkml:trace contextRef="#ctx0" brushRef="#br0" timeOffset="33400.74">7909 8095 202 0,'0'0'199'0,"0"0"-7"0,0 0-4 0,0 0-8 16,0 0-14-16,-3-3-7 0,3 3-7 0,0 0-11 0,0 0-9 15,0 0-8-15,0 0-5 0,0 0-8 0,0 0-4 16,0 0-4-16,0 0-1 0,0 0-7 0,0 0-8 16,0 0-8-16,0 0-9 0,0 0-4 0,0 0-8 15,0 0-4-15,0 0-7 16,17 3 11-16,-5-6-20 0,7 1-6 0,9 2-2 16,0-2 6-16,2-2-16 0,-2 3-19 15,-2 0-24-15,-5 0-25 0,1-1-34 0,-2 4-18 16,2-2-36-16,-3 0-26 0,0 0-35 0,-7 1-203 0,-3 0-434 15,-3 1 192-15</inkml:trace>
  <inkml:trace contextRef="#ctx0" brushRef="#br0" timeOffset="33599.58">7944 8257 50 0,'-3'3'229'0,"1"-1"4"16,2-2-3-16,-5 3-12 0,5-3-19 0,0 0-14 16,0 0-9-16,8 4-9 0,5-4-16 0,14-1-15 15,9 0-14-15,25-2-28 0,1-1-45 0,31-3-74 16,2-1-98-16,-35 0-226 0,1 2-378 0,-5-2 168 16</inkml:trace>
  <inkml:trace contextRef="#ctx0" brushRef="#br0" timeOffset="36721.25">9505 7718 87 0,'-5'-3'202'0,"5"3"-8"16,0 0-13-16,-9 0-8 0,9 0-8 0,0 0-10 16,0 0-11-16,-9 0-11 0,9 0-13 0,0 0-14 15,0 0-5-15,22-7-12 0,-3 7-8 0,12-2-13 0,1-4-4 16,4 1-8-16,3 0-3 0,15 1-7 16,-2-5-5-16,-13 6-4 15,12 0-8-15,-16 2 2 0,3-2-3 0,-4-1-2 16,-2 4-4-16,-10-1-5 0,-3 0-6 0,-6 1-18 15,-2 0-17-15,-2 1-19 0,-4-1 4 0,-1 2 3 16,-4-2-10-16,0 0-10 0,-19 7-15 0,6-4-11 16,-6 4-11-16,-8 1-4 0,0-4 0 0,7-2-8 15,-7 6-11-15,5-4-2 0,2-1-3 0,-1 2 2 16,2 0 13-16,0 0 12 0,1-1 10 0,4 0 8 0,0 0 22 0,4-2 46 16,1 0 34-16,0-1 35 0,1 1 24 0,3-2 11 15,5 0 8-15,-8-5 1 0,8 5 4 0,-6-2 4 16,6 2 5-16,-8-1 6 0,8 1 7 0,0 0 6 15,-2-4 2-15,2 4-6 0,0 0-1 0,-7-3-14 16,7 3-10-16,0 0-12 0,0 0-10 0,0 0-15 16,0 0-12-16,0 0-5 15,-3 7-15-15,1-2-2 0,1 4-4 0,-3 4-1 16,3 6-4-16,-7 5-3 0,3 3 9 0,0 5-9 16,1 2-5-16,-2 0 0 0,0 1-2 0,-1 11 3 15,3-11-7-15,-2-2-3 0,1 13 2 0,0-14 0 16,1 2 0-16,1 0-1 0,-1-4-4 0,1 2 1 15,0 3 2-15,-1-3-2 0,-1-2-1 0,-1-5 0 16,1-7-2-16,1 0 0 0,-1-2 5 0,-1-5 5 0,3-4 7 0,-4 3 3 16,1-3 13-16,1-2 10 0,-3-2 4 15,-2-3 4-15,-3 0 4 0,0-3 7 0,-5-2 3 0,2-2 18 16,-1-3 2-16,-2 2 21 0,4-5 3 0,-1 0 2 16,2 0 2-16,3-2 3 0,-1 3 0 0,5 4-2 15,-1 0-7-15,3 3-5 0,0-1-6 0,1 0-17 16,0 1-11-16,2 0-1 0,-2 5-15 0,4 0-12 0,-4-4-23 0,1 1-39 15,3 3-41-15,-3-4-45 0,3 4-50 0,0 0-17 16,0 0-3-16,0 0-10 0,-7 7-27 16,6-3-30-16,-3 4-46 0,4-2-42 0,-4 2-290 0,4 0-668 15,-1-1 296-15</inkml:trace>
  <inkml:trace contextRef="#ctx0" brushRef="#br0" timeOffset="37185.57">9964 8420 45 0,'0'0'304'0,"3"-3"-20"16,-3 3-25-1,0 0-22-15,1-5-21 0,-1 5-18 0,0 0-18 0,0 0-23 16,0 0-16-16,0 0-9 0,0 0-18 0,-12 15-8 16,7-6-13-16,-3 2-9 0,-3 3-8 0,0 2-7 15,-1 1-16-15,3 0-6 0,0-2-9 0,1 2 1 16,2-2-6-16,2-1-2 0,2-2 1 0,1-3-1 15,-1 1-1-15,4 1 4 0,0-3 18 0,3-2 1 16,3-2 3-16,2-1 5 0,4-3-1 0,4 0 2 0,1-4-1 16,-1 0 8-16,1-5 11 0,2 2 5 0,-7-3 5 15,2 0-4-15,-4-1 2 0,-2-2 0 0,-1-4-9 0,-1 4-7 16,-3-3-8-16,-4 6-9 0,-1-7 2 0,-1 4-17 16,-3-3-9-16,0 2-4 0,-2 5-10 15,-4-1-8-15,2 2-10 0,-3-2-4 0,0 3-17 0,2 2-7 16,-2 0-33-16,-1 1-30 0,2 3-32 0,2-1-34 0,-2 2-50 15,5 0-51 1,5 0-73-16,-5-2-204 0,5 2-580 0,0 0 257 0</inkml:trace>
  <inkml:trace contextRef="#ctx0" brushRef="#br0" timeOffset="37522.86">10657 8231 95 0,'-6'1'225'0,"6"-1"-17"0,-7 0-13 0,7 0-6 16,-9 0-11-16,9 0-10 0,0 0-13 0,0 0-6 0,-8 1-5 15,8-1-1-15,0 0-2 0,0 0 3 0,0 0-19 16,0 0-14-16,0 0-12 0,0 0-5 0,0 0-8 16,0 0-10-1,0 0-8-15,30 0-4 0,-10-2-9 0,11-1-4 16,-1 1-3-16,10 0-9 0,-3-2-1 0,17 0-4 16,-16-1-4-16,0 2-5 0,-1 1 1 0,-2-1-7 15,-3 1-15-15,-9 0-18 0,-3 0-17 0,0 0-30 16,-5-1-40-16,-4 2-44 0,0-1-37 0,-7-1-267 15,-2-1-487-15,-2 4 216 0</inkml:trace>
  <inkml:trace contextRef="#ctx0" brushRef="#br0" timeOffset="37744.92">10967 8079 163 0,'-2'-4'357'0,"-1"2"-6"0,2-1-9 15,-2-1-15-15,3 4-8 0,-2-5-13 0,2 5-33 16,0 0-28-16,-2-3-34 0,2 3-25 0,0 0-25 0,0 0-18 0,0 0-21 15,-6 9-19-15,5 2-12 0,-4 3-6 16,0 4 1-16,-4 8-16 0,3 1-6 0,0 0-5 0,0 2-4 16,2 0-2-16,0 0-2 0,7 1-15 0,-1 2-6 15,1-3-46-15,2 0-33 0,-2-4-45 0,0-5-58 16,0-2-76-16,-2-6-138 0,0 1-198 0,2-7-611 16,-3-6 270-1</inkml:trace>
  <inkml:trace contextRef="#ctx0" brushRef="#br0" timeOffset="38476.32">11807 7875 150 0,'-7'-3'280'0,"-2"-1"-17"15,4-1-17-15,0 4-19 0,3-3-19 0,2 4-16 0,-6-1-20 16,6 1-16-16,-5-4-17 0,5 4-15 16,-4 0-14-16,4 0-12 0,0 0-12 0,0 0-6 15,0 0-8-15,0 7-8 0,4-2-2 0,4 3-5 0,1-2-2 16,5 6-6-16,1 0-1 0,8 3-5 0,4 1 0 16,-3 0-4-1,2 1-2-15,0-1-4 0,-1 3-4 0,1 1-2 16,-2-1-1-16,-2-2-2 0,-2 3-3 0,-6-3-7 15,-5-4 4-15,1 4-5 0,-1-1-2 0,-5 3-4 0,-4-1-1 16,-3 1-3-16,-4-2 4 0,-5 6 2 16,-5-2-4-16,-3 0 0 0,-1-1-1 0,-2-1 2 15,1 2-1-15,-1-3-2 0,1-2-1 0,-1 1 1 16,9-9 0-16,5 1 1 0,-5-4-3 0,5 1 10 0,1 0-11 0,2-3-1 16,0 1 3-16,3-3 4 0,-1 3 17 0,0-1 18 15,4-3-7-15,-3 2-4 0,3-2 1 0,0 0-2 16,12 2 4-16,2-3-7 0,7 2-5 0,8-5 3 15,2 1-1-15,4 0-6 0,-2-3-1 0,1 3-15 16,-2-4-18-16,0 1-14 0,-4-1-15 0,-10 1-15 16,3 3-16-16,-6-2-17 15,-1 1-25-15,-5-1-39 0,-4 2-57 0,-1-2-275 16,-5-3-530-16,-2 1 234 0</inkml:trace>
  <inkml:trace contextRef="#ctx0" brushRef="#br0" timeOffset="38845.33">11753 8233 14 0,'-13'0'262'0,"-1"-1"-6"0,5 0-8 16,0 2-15-16,4-2-5 0,5 1-7 0,-13 0-7 0,13 0-12 31,-6 1-9-31,6-1 10 0,-6-1-14 0,6 1-18 16,0 0-12-16,0 0-16 0,0 0-20 0,0 0-11 0,0 0-12 0,30-7-7 0,1 2-8 0,1 0-6 15,5 2-11-15,15-4-8 0,6 0-6 0,-3 4-8 16,2-1-2-16,0 0-4 0,-1 0-11 0,-18 3 3 31,-2 1-5-31,-2-2 1 0,-4 0-7 0,-10 2-1 0,-2 0 0 0,-5 0-3 16,-2-2 1-16,-4 2-3 0,-1 0-6 0,2-1-7 15,-8 1-7-15,9 0 1 0,-9 0-5 0,0 0-11 16,0 0-17-16,0 0-19 0,0 0-11 0,-17-9-19 16,17 9-22-16,-18 0-28 0,8-1-30 0,2 1-49 15,3-1-84-15,0-2-180 0,0 1-518 0,5 2 229 16</inkml:trace>
  <inkml:trace contextRef="#ctx0" brushRef="#br0" timeOffset="39192.11">12694 7925 22 0,'-6'0'254'15,"1"-1"-8"-15,5 1-9 0,-8-3-17 0,8 3-10 16,-8-2-9-16,8 2-8 0,-4-1-3 0,4 1-25 0,0 0-13 16,0 0-18-16,0 0-10 0,0 0-12 0,18-3-11 15,-2-1-13-15,6 4-8 0,7-4-11 0,6 1 1 0,1-1-13 16,4 1-6-16,12-2-6 0,0-1-6 16,-15 2-2-16,14 0-4 0,-15 1-6 0,-3 0-9 15,-2 1-12-15,-11-3-7 0,-2 2-15 0,-5 2-7 16,-3 0-15-16,-1-1-16 0,-4 1-33 0,-5 0-27 0,0 1-20 0,0 0-23 15,-14-7-18-15,4 6-63 0,-9-2-120 0,-2 2-387 16,2 1 172-16</inkml:trace>
  <inkml:trace contextRef="#ctx0" brushRef="#br0" timeOffset="39561.18">12908 7877 86 0,'0'0'227'0,"0"0"-8"16,-8 1-11-16,8-1-16 0,-2 0-17 0,2 0-21 15,0 0-24-15,-3 4-9 0,3-4-10 0,-2 7-6 16,0-1-9-16,0 3 2 0,-2 4-8 0,-1 5-4 16,0 8-8-16,0 2 4 0,0 1-7 0,-3 2-3 15,-1 2-2-15,3-3-3 0,-2 2-11 0,2-1-5 16,1 0-1-16,-2-2-5 0,2 1-4 0,0 2-6 0,1-2-2 0,4-4-3 16,-4-1-2-16,-1-5-2 0,4-1-3 0,-3-7-4 15,3-2 3-15,-2 2 12 0,-2-2 8 0,4 1 6 16,-2-5 5-16,-1 1 16 0,0-2 7 0,1-1 10 15,-5-3-1-15,8-1 4 0,-14-1-3 0,3-3 0 16,-1 0 12-16,0-1-1 0,0-2 9 0,1-2 5 16,-2 0 10-1,0-3 6-15,0 1 7 0,5 2 4 0,2 2-13 16,1 0-8-16,0 2-11 0,1 0-4 0,-1 2-16 0,2 1-7 16,1-3-10-16,-1 2-12 0,3 3-20 0,-4-4-26 15,4 4-39-15,-5-2-44 0,5 2-42 16,-1-3-43-16,1 3-40 0,0 0 9 0,0 0-16 15,0 0-18-15,6 12-24 0,-2-6-33 0,6 3-74 0,-2-3-217 16,6 3-617-16,1-2 273 0</inkml:trace>
  <inkml:trace contextRef="#ctx0" brushRef="#br0" timeOffset="39808.44">13086 8451 219 0,'0'-4'396'16,"0"4"-7"-16,1-8 6 0,-1 8-13 0,-1-6-41 16,1 6-19-16,0-3-35 0,0 3-34 0,0-4-26 15,0 4-30-15,0 0-25 0,0 0-26 0,0 0-17 16,0 0-14-16,0 0-8 0,-3 17-11 0,1-4-9 16,0-1-11-16,0 0-6 0,-2 5-8 0,1-1-4 15,0-1-26-15,1 2-15 0,0-5-25 0,1 0-15 0,-2-2-30 0,3 0-19 16,0-1-18-16,0-1-19 0,-1-4-28 0,-1 1-25 15,1 0-28-15,1-5-24 0,-1 7-24 0,1-7-309 16,0 0-592-16,0 0 262 0</inkml:trace>
  <inkml:trace contextRef="#ctx0" brushRef="#br0" timeOffset="40109.53">13608 8252 30 0,'0'0'260'0,"-6"-1"-10"0,6 1-5 16,-8-1-13-16,8 1-8 0,-5-2-4 0,5 2-3 15,0 0-12-15,0 0-22 0,-4 4-10 0,4-4-19 0,0 0-18 16,0 0-11-16,22-2-12 0,1 0-10 0,8 1-9 15,5-1-9-15,4 2-9 0,16-5-15 16,-2 0-5-16,3 3-4 0,-4 0-6 0,-16-1-16 0,3 1-16 0,-7 0-9 16,-3-1-13-16,-10 1-15 0,-2-1-13 0,-8 1-15 0,-2 1-19 15,-2-1-29-15,-2 2-30 0,-4 0-36 16,0 0-34-16,-19-8-237 0,1 4-470 0,-4 1 208 16</inkml:trace>
  <inkml:trace contextRef="#ctx0" brushRef="#br0" timeOffset="40309.98">13818 8148 9 0,'0'-7'314'0,"-3"2"-1"15,3 2 17-15,0-1-4 0,0 4 3 0,3-7 4 0,-3 7-18 16,0-4-24-16,0 4-30 0,0 0-27 16,0-4-33-16,0 4-25 0,0 0-28 0,0 0-18 15,0 0-20-15,0 0-12 0,0 22-14 0,-3-5-4 0,3 0-4 0,-1 10-7 16,1-1-8-16,-2 2-9 0,0 0-13 0,2 1-63 15,0 5-37-15,2-1-48 0,-4-3-70 0,1 1-105 16,1-4-337-16,1-8-672 0,3-7 298 0</inkml:trace>
  <inkml:trace contextRef="#ctx0" brushRef="#br0" timeOffset="41043.31">14526 7897 320 0,'-4'-3'320'0,"-1"-1"-13"0,2 0-13 16,2 3-25-16,1 1-19 0,-4-6-24 0,4 6-27 0,-1-2-24 15,1 2-18-15,0 0-19 0,0 0-4 0,0 0-21 0,18 2-10 16,-8 4-11-16,8 1-9 0,9 4-7 0,1 1-3 15,1-2-7-15,2 5-14 0,-3-3-1 0,0 4-10 0,-1 1-6 16,-4 0-5-16,-2 1-2 0,-2 1-5 16,-6-5-11-16,-3 2 3 0,-3 0-10 0,0 1-1 15,-6 1-6-15,-3 1-1 0,-8 3 2 0,-3 2-2 16,-4-5-1-16,-5 1 3 16,2-2 1-16,-5 0-1 0,1-4-1 0,1-2 2 15,0 3-2-15,5-8 4 0,0 3-3 0,4-1 3 16,0-4 0-16,5 0 1 0,0 2-5 0,2-4 1 15,2-1 2-15,-1 2 6 0,3-1 7 0,-1-2 9 16,1 0 2-16,3-1 3 0,0 0 1 0,0 0 6 16,10 7-3-16,0-4 6 0,9-2-10 0,2-5-2 15,9 4 0-15,0 0-7 0,2-2 0 0,0 0 3 0,0 2-13 0,0 0 11 16,0-3-10-16,-4 3-1 0,-5 0 5 0,-5 0-9 16,-4-2 4-16,0 0-9 0,-4 1-9 0,-2 1-5 15,-3-2-14-15,3 0-15 0,-4 0-25 0,-4 2-40 16,1-2-57-16,-1 2-37 0,-6-8-26 0,-5 3-51 15,2 1-219-15,-2-1-538 0,2-3 239 0</inkml:trace>
  <inkml:trace contextRef="#ctx0" brushRef="#br0" timeOffset="41349.68">14577 8206 86 0,'-6'0'302'16,"-1"-2"-8"-16,1 2-6 0,6 0-6 0,-13 2-9 0,13-2 0 15,-4 0 1-15,4 0-11 0,0 0-24 0,0 0-23 16,0 0-21-16,0 0-18 0,0 0-15 16,36-9-21-16,-7 7-4 0,9-2-28 0,2 0-10 15,9-1-14-15,2 1-6 0,1 0-7 0,0 0-12 0,-13-1 16 0,-6 1-21 16,2 3-14-16,-4-2-6 0,-12 2 7 0,-7-2-5 15,-1-1-9-15,-2 3 6 0,-2 1-4 0,-2-2-4 16,3 2-12-16,-8 0-7 0,10-2-20 0,-10 2-37 0,0-3-32 16,0 3-13-16,-10-5-33 0,1 5-25 15,-4-4-31-15,-1 2-50 0,3-3-48 0,-3 2-270 16,2-2-598-16,1 0 265 16</inkml:trace>
  <inkml:trace contextRef="#ctx0" brushRef="#br0" timeOffset="41696.86">15016 7560 196 0,'0'-3'361'0,"2"-1"-34"0,-2 0-26 16,0 4-28-16,-2-6-26 0,2 6-29 0,0 0-25 0,4-4-21 0,2 4-5 16,-6 0-32-16,11 1-18 0,-3 4-12 0,-1 3-12 15,1-1-7-15,1 3-8 0,0 5-8 0,-1 0-4 16,-2 1-11-16,-1 2-1 0,-1 0-7 0,0 1-1 16,-2 0-6-16,-2-2-4 0,-4-2-3 0,2-2-10 15,2-2 5-15,-3 0-2 0,3-2-4 0,2-1-2 16,-2-4 0-1,0 1-1-15,0-2-2 0,3 3 5 0,1-3-6 16,5 2 0-16,2-3 5 0,9 0-9 0,9-2-16 16,7-1-29-16,1 1-56 0,1-1-57 0,-2 0-77 0,0-3-325 15,1 0-593-15,-5-3 263 0</inkml:trace>
  <inkml:trace contextRef="#ctx0" brushRef="#br0" timeOffset="41982.88">15827 7782 48 0,'-7'-1'326'0,"7"1"-25"0,-1-6-30 0,1 6-29 15,5-2-24-15,4 0-26 0,4-2-19 0,6 1-21 16,2 0-12-16,11-2-13 0,1 2-15 0,6 2-13 16,11-5-17-16,3 4-17 0,-14-1-12 0,1 2-22 0,-5 0-24 15,0-2-22-15,-7 2-25 0,-6-2-12 0,-8 3-17 0,-1-4-15 16,-7 3-22-16,0-1-32 0,-4-1-24 0,-2 3-168 16,0 0-356-16,-21-7 159 0</inkml:trace>
  <inkml:trace contextRef="#ctx0" brushRef="#br0" timeOffset="42315.33">16026 7708 116 0,'-5'2'179'0,"5"-2"-12"0,0 0-13 15,-13 1-18-15,13-1-9 0,-5 4-19 0,1-4-9 16,4 0-12-16,-5 8 11 0,1-2 7 0,-1 6-4 16,-2 5-3-16,1 0 5 0,-3 9-3 0,0 3-4 15,-1 2-4-15,1 3 1 0,-2 11-3 0,1-11-9 0,-3 12-3 16,4-12-7-16,-1 0-6 0,1 0-9 15,-4 1 0-15,4-1-8 0,0-4-4 0,-1 0 1 0,-2-4-6 0,6 0-4 16,-3-1-1-16,0-6-3 0,1-2-3 0,3-6-1 16,0 1-3-16,-1-2-1 0,-2 0 7 0,3-4 12 15,-1 3 10-15,2-6 2 0,-3-1 1 0,1 0-5 16,-3-2 10-16,0-3-6 0,-2 1 9 0,2-4 3 16,0 0 7-16,0-1 12 0,1-1 4 0,0 1-2 15,2 0 1-15,0-1-3 0,1 2-9 0,1 0-12 0,1 0-4 0,2 0-12 16,-3 2-15-16,4 1-25 0,0 3-38 0,0-5-59 15,0 5-51-15,4-7-51 0,0 5-57 0,3 0-93 16,0 2-196-16,0-1-580 0,5-1 256 0</inkml:trace>
  <inkml:trace contextRef="#ctx0" brushRef="#br0" timeOffset="42684.95">16085 8298 60 0,'0'0'432'16,"1"-4"-23"-16,3 2-37 0,-4 2-33 0,5-6-38 15,-1 6-31-15,-4 0-29 0,10-1-30 0,-2 1-14 0,1 1-30 0,0 2-17 16,0 1-19-16,1 2-16 0,-1 1-7 0,2 0-10 16,-4 3-17-16,-1-1-10 0,-2 4-6 0,2 3-5 15,-6 1-13-15,-3 0-7 0,-3 1-8 0,-3 0 3 16,0-1-7-16,-3 0-3 0,0-4-1 0,2 3-3 15,-2-4 5-15,5-4-4 0,2-1-2 0,-1 0-3 16,2-4-2 0,2 1 43-16,0-1 29 0,-1-1 23 0,3-2 15 0,0 0 0 15,0 0-12-15,11 2-16 0,2-4-11 0,17-2-8 16,2-1-10-16,4 2-3 0,2-2-8 16,0-2-1-16,-2 5-12 0,-2-1-6 0,2-2-2 0,-6 1-4 15,-1 3-4-15,-9-1 0 0,-4 0-6 0,-5 2 1 16,1 0-4-16,-6-2-5 0,3 2-17 0,-4-1-24 15,-5 1-30-15,9 0-36 0,-9 0-35 0,5-2-56 0,-5 2-57 0,0 0-73 16,0 0-118-16,0 0-262 0,-28 0-751 0,20-2 333 16</inkml:trace>
  <inkml:trace contextRef="#ctx0" brushRef="#br0" timeOffset="43818.14">17214 8204 40 0,'-9'0'184'0,"-2"-1"-9"15,3 1-8-15,2 0-5 0,6 0-8 0,-10-1-10 0,5 0-11 16,5 1-8 0,-8 0-6-16,8 0-5 0,0 0-2 0,-8-2-1 15,8 2-7-15,0 0-2 0,0 0-12 0,0 0 0 16,-6 0-5-16,6 0-6 0,0 0-3 0,0 0 3 16,0 0-1-16,0 0-6 0,0 0-5 0,0 0-4 15,-9 2-5-15,9-2-3 0,0 0 0 0,0 0-6 16,0 0-8-16,0 0 3 0,0 0 0 0,0 0-10 15,0 0-3-15,0 0-6 0,0 0 0 0,0 0-2 0,0 0-2 0,0 0 1 16,0 0-4-16,0 0-3 0,0 0 15 0,0 0-9 16,0 0-1-16,0 0-5 0,0 0 4 0,19-4-5 15,3 3-6-15,6-1 2 0,6-3-3 0,16-2 7 16,8 3-8-16,1-1-1 0,3 0 2 0,2 1-1 16,0 0-4-16,0 1 4 0,-7-1-7 0,-3 2 6 15,-13 0-1-15,-5 0-5 16,-4 1-4-16,-4 1-9 0,-10-2-14 0,-2 2-23 15,-7 0-27-15,1-1-26 0,-2 1-9 0,-8 0-25 16,0 0-23-16,0 0-31 0,0 0-64 0,0 0-135 16,-41-3-423-16,23-1 188 0</inkml:trace>
  <inkml:trace contextRef="#ctx0" brushRef="#br0" timeOffset="44071.93">17648 7998 295 0,'1'-5'332'0,"-1"2"-8"0,1-1-11 0,-1 0-24 0,0 4-21 15,3-4-28-15,-3 4-26 0,0 0-29 0,0-6-21 0,0 6-32 16,0 0-28-16,0 0-9 0,0 0-12 0,-4 18-7 16,1-2-9-16,1-2-10 0,-2 11-4 0,0 0-3 15,-1 0-6-15,4 2 0 0,-1-1-4 0,2 1-1 0,0-1-28 16,-1-1-10-16,1-6-22 0,1 1-19 15,2 0-27-15,-2-2-24 0,1 2-43 0,-1-3-48 16,1-6-47-16,0 1-231 16,-1-2-497-16,2-5 219 0</inkml:trace>
  <inkml:trace contextRef="#ctx0" brushRef="#br0" timeOffset="44288.16">18395 8111 126 0,'1'-3'257'0,"2"-1"-26"16,1 2-20-16,-4 2-26 0,10-5-21 0,-5 3-24 15,5 2-28-15,2-2-30 16,3 1-47-16,-2-1-44 0,9 2-60 0,-3-2-176 15,1 0-264-15,9 2 117 0</inkml:trace>
  <inkml:trace contextRef="#ctx0" brushRef="#br0" timeOffset="44435.39">19085 8107 73 0,'0'0'238'0,"9"-4"-26"0,-1 2-23 0,1-1-35 15,2 0-38-15,1 1-38 0,7-1-49 0,3-2-56 0,-1 2-150 16,6-1-192-16,5 0 85 0</inkml:trace>
  <inkml:trace contextRef="#ctx0" brushRef="#br0" timeOffset="44651.45">19806 8100 8 0,'0'0'265'0,"10"-3"-30"0,-4 2-27 0,1 0-24 0,4-4-30 16,1 3-25 0,-1 0-31-16,9-1-28 0,-1 1-25 0,0-1-25 15,1 0-29-15,1 3-17 0,-2-1-16 0,0 1-5 16,-2-1-4-16,-3 1 17 0,-3 0 5 0,-1-2-3 16,-2 2 4-16,-3 0 5 0,-5 0-7 0,0 0 5 15,0 0 11-15,0 0-2 0,0 0 5 0,0 0-9 16,0 0-144-16,-23 2-177 0,18-1 79 0</inkml:trace>
  <inkml:trace contextRef="#ctx0" brushRef="#br0" timeOffset="47024.32">21044 7894 144 0,'-5'-2'181'0,"-3"0"-3"0,2 2-10 16,-3-1-12-16,4-1-6 0,5 2-7 0,-10-1-6 16,10 1-6-16,-7-1-5 0,7 1-10 0,-5 0-8 0,5 0-7 0,0 0-11 15,0 0-12-15,-7-3 3 0,7 3-2 0,0 0 8 16,0 0-4-16,0 0 4 0,0 0 1 0,0 0-4 15,0 0-4-15,0 0-4 0,0 0-10 0,0 0-4 16,16-3-10-16,-3 2-8 0,7-2 2 0,12 0-9 16,3-1-1-16,3-2 0 0,17 2-9 0,1-1-2 15,-5-1-2-15,-1 2-3 16,-8 0-6-16,-5 1-9 0,2 0-16 0,-6 0-23 16,-1 0-19-16,-10 3-28 0,-3-3-25 0,-8 1-19 15,0 1-39-15,-5-1-61 0,-6-2-183 0,0 4-442 16,0 0 196-16</inkml:trace>
  <inkml:trace contextRef="#ctx0" brushRef="#br0" timeOffset="47208.88">21306 7720 129 0,'-6'-9'293'16,"2"4"-1"-16,-1-5 4 0,4 4-6 0,-2 2 6 16,2-4-14-16,-2 4-11 0,2 0-21 0,1-2-14 15,0 6-32-15,-3-3-16 0,3 3-28 16,0 0-34-16,0 0-27 0,0 0-5 0,-5 10-15 0,5 4-2 15,-1 4-11-15,1 6-5 0,0 3-5 0,-3 3 6 16,3 3-19-16,-4-1-4 0,3 4-19 16,2-3-36-16,-4 0-34 0,5-2-33 0,-4-1-39 15,-1 2-57-15,2-3-55 0,-2-6-321 0,1-6-600 0,2-8 266 16</inkml:trace>
  <inkml:trace contextRef="#ctx0" brushRef="#br0" timeOffset="48695.58">22525 7490 26 0,'-2'-6'209'0,"0"3"-8"0,-2-3-10 16,3 3-12-16,-3-2-6 0,-1 3-10 0,5-2-7 15,-4 1-8-15,4 3-12 0,-5-4-14 0,5 4-10 16,0-2-12-16,0 2-17 0,0 0-10 0,0 0-9 16,0 0-1-16,0 0-10 0,-5 6-8 0,5 0-4 0,1 0-5 0,3 3 1 15,1 1-3-15,4 0-5 0,4 2 2 0,0-1-5 16,6 3 0-16,5 3 3 0,2 0-4 0,2-2 2 15,-4 2-3-15,2-2 3 0,1 1-3 0,-3 0-3 16,-1 0-2-16,-9-4-2 0,1 0 0 0,-2-1-2 16,0 1-1-16,-7 0-1 0,-2 0-6 0,0 1 0 15,-3-1-1 1,-3 0 7-16,-5 3-7 0,-4 1 0 0,-7 2 1 16,-5 3 0-16,-4-3-1 0,0 3-3 0,-5-4-1 0,3-1 0 15,-2 1 0-15,2-3 3 0,2 1-3 0,1-4 1 16,-1 2-1-16,8-5-1 0,2 1 2 15,1-1-3-15,6-3-1 0,-1 2 2 0,4-4-1 16,1 0 3-16,2-2 0 0,0 5 6 0,-1-4 7 0,4 1 7 16,1-3 10-16,4 6 5 0,4-5 2 0,5 1-7 0,9-2 0 15,7 0-2-15,7 0-2 0,4-3-2 0,11-2-7 16,-13 3 3-16,13-2-6 0,-15-2 2 0,1 5-3 16,0-3-1-16,-5 0 6 0,-5 2-10 0,-8-1-1 0,0 3-3 15,-8-1 1-15,1-1 0 0,-5 1 0 16,0 0-6-16,-3 1-1 0,1-2-1 0,-1 0-25 15,-4 2-25-15,-1-7-17 16,1 7-23-16,-12-6-27 0,3 2-21 0,-3-2-32 16,0 1-22-16,-2-1-237 0,-1 1-465 0,-2-2 205 15</inkml:trace>
  <inkml:trace contextRef="#ctx0" brushRef="#br0" timeOffset="49143.54">22446 7750 67 0,'-12'0'227'16,"6"-1"-11"-16,-1 1-18 0,7 0-14 0,-10 0-12 15,7-3-14-15,3 3-8 0,-8 0-5 0,8 0-13 16,0 0-15-16,0 0-8 0,-8-1-7 0,8 1-12 16,0 0-12-16,0 0-3 0,0 0 0 0,0 0-8 15,0 0 2-15,0 0 0 0,0 0 5 0,0 0-10 16,0 0 8-16,0 0-8 0,0 0-2 0,0 0-8 0,0 0-4 0,14-4-10 16,-6 2 6-16,3 0-14 0,6 0 1 0,3 0-7 15,2-2-1-15,10 3-2 0,0 1-6 0,4-3 2 16,-2 0-3-16,4 1 2 0,2 0-4 0,-4-1-2 15,-3-2 1-15,-1 3-3 0,-2 2 7 0,-10-1-8 16,-3-3-1-16,-3 4-1 0,-5 0 1 0,-2-3-2 16,0 3 1-16,0 0 2 0,-7 0 0 0,8-2-6 0,-3 0 0 0,-5 2-12 15,2-3-7-15,-2 3-11 0,0 0-11 0,-11-4-23 16,3 4-22-16,2-3-27 0,-5 2-36 0,6-4-45 16,-2 3-258-16,0 1-485 0,1-4 215 0</inkml:trace>
  <inkml:trace contextRef="#ctx0" brushRef="#br0" timeOffset="49614.13">22774 7372 92 0,'-5'-1'220'0,"5"1"-9"0,-10 0-15 0,10 0-17 16,-9 0-13-16,9 0-14 0,-5-1-14 16,5 1-14-16,-6-1-17 15,6 1-6-15,0 0-8 0,0 0-7 0,0 0-6 16,0 0-1-16,0 0 4 0,0 0-5 0,0 0 0 0,0 0 1 15,0 0-2-15,-10 0-1 0,10 0 1 0,0 0-4 16,0 0-3-16,0 0-4 0,0 0-3 0,0 0-5 16,0 0-4-16,0 0-3 0,0 0-4 0,0 0-1 15,0 0-4-15,0 0-3 0,0 0-5 0,0 0 1 16,0 0-2-16,0 0-6 0,0 0-1 0,0 0-2 0,0 0-6 16,0 0 4-16,0 0-7 0,0 0-1 0,0 0 3 15,27-1-3-15,-10 1 0 0,5-1-3 0,7 1-2 16,4 0 2-16,1-1-6 0,0-3 3 0,-1 3 0 15,2 0 1-15,-4 1-2 0,-2-3-2 0,-7 3 14 16,-5 0-15-16,-2 0-2 0,-3-1-3 0,-2 1-5 16,-2 0-6-16,-1 0-6 0,0-2-12 0,-2 1-13 0,-5 1-21 0,0 0-34 15,0 0-24-15,0 0-24 0,0 0-37 0,-24-1-26 16,14 1-231-16,-2 0-477 0,1 0 210 0</inkml:trace>
  <inkml:trace contextRef="#ctx0" brushRef="#br0" timeOffset="49845.64">23308 7232 143 0,'2'-5'328'0,"-1"2"-5"15,0 0-13-15,-1 3-21 0,3-4-37 0,-2 1-23 16,-1 3-24-16,0 0-24 0,3-7-27 0,-3 7-34 0,0 0-26 15,0 0-12-15,0 0-7 0,-2 24-6 0,2-9-7 0,-1 4-4 16,-1 6-6-16,2 1 3 0,-2 0-29 0,1 3-22 16,1 0-27-16,1-4-38 0,2 2-30 0,-2-1-41 15,3-7-69-15,-4 0-234 0,3-6-469 16,-1-2 208-16</inkml:trace>
  <inkml:trace contextRef="#ctx0" brushRef="#br0" timeOffset="50268.68">23877 7308 22 0,'0'0'240'0,"-9"-1"-6"0,9 1-7 16,0 0-13-16,0 0-22 0,-4-1-22 0,4 1-14 0,0 0-18 16,23-1-14-16,-10 1-13 0,9 0-10 0,7-1-8 15,1 2-10-15,1-1-8 0,4 0-10 0,-2 0-12 16,3 1-13-16,0-1-11 0,-6-1-16 0,-2 1-18 16,-8 0-13-16,-6-1-17 0,-3 1-18 0,-2-1-23 15,0 1-27-15,-5-3-16 0,-4 3-32 0,0 0-153 16,-13-5-328-16,4 2 145 0</inkml:trace>
  <inkml:trace contextRef="#ctx0" brushRef="#br0" timeOffset="50663.43">24020 7296 82 0,'-9'3'238'0,"9"-3"-10"16,0 0-19-16,0 0-17 15,0 0-10-15,-4 0-19 0,4 0-16 0,0 0-13 16,0 0-17-16,0 0-13 0,0 0-10 0,-5 4-8 15,5 0-10-15,-4 2-5 0,4 1-4 0,-7 5-6 16,2 2-9-16,0 2-1 0,-1 11-5 0,-1-4-3 16,-2 6-5-16,1 1 0 0,-1 3-5 0,-2 15 3 15,2-4-6-15,2 5-2 0,2-16-2 0,-1 4 3 16,0 9-10-16,-1-12 2 0,5 1-2 0,-2 0-4 0,-3-3-2 0,5-1 0 16,-3-1 2-16,-2-2-4 0,5-3 4 0,-5-4-5 15,2-2-1-15,1-3 7 0,-2-1 4 16,-3-1 8-16,1-3 6 0,1-3 5 0,-3-1 6 15,-1 0 6-15,2-3 10 0,-3-1 4 0,0 0 3 0,-1-3 9 16,0-3 7-16,2 0 3 0,-2 0 3 0,2-3 15 16,-2 0 4-1,3 0 5-15,1 1 3 0,1-2-1 0,3 2-7 16,0 0-4-16,0 1-11 0,1 1-10 0,0 1-7 16,0-1-9-16,3 0-16 0,-4 1 3 0,5 2-14 0,-4-6-31 15,4 6-21-15,0 0-52 0,-4-4-42 16,4 4-47-16,0 0-46 0,0 0-15 0,0 0-28 15,0 0-62-15,0 0-297 0,0 0-649 0,0 0 287 16</inkml:trace>
  <inkml:trace contextRef="#ctx0" brushRef="#br0" timeOffset="50985.41">24053 8125 64 0,'0'0'327'16,"0"0"-21"-16,-5 1-23 0,5-1-19 0,0 0-13 16,0 0-15-16,-5 3-8 0,5-3-8 0,0 0-5 15,0 0-12-15,0 0-24 0,0 0-16 0,0 0-14 16,0 0-18-16,19-4-12 0,-6 4-17 0,10-3-7 16,6 0-15-16,2 1-5 15,2 0-10-15,-1-1-5 0,0 2-4 0,0-2-10 16,-10 2 1-16,-4-4-5 0,0 3-3 0,-7 0-4 15,-1 1-9-15,-3 0 4 0,-1 0-11 0,-1 1-7 16,1 0-12-16,-6 0-16 0,0 0-9 0,10-2-22 16,-10 2-19-16,-2-3-19 0,2 3-21 0,0 0-28 15,-14-7-21-15,9 6-39 0,0-2-38 0,1 2-73 16,0-2-162-16,0-1-507 0,4 4 225 0</inkml:trace>
  <inkml:trace contextRef="#ctx0" brushRef="#br0" timeOffset="51170.71">24557 7957 309 0,'4'-4'334'0,"-4"4"-11"0,2-3-15 16,0 0-15-16,-2 3-27 0,0 0-24 0,5-2-31 16,-5 2-23-16,0 0-16 0,0 0-27 0,2 8-16 15,-3 2-20-15,-3 1-3 0,0 9-12 0,-1 6-6 16,1 0-15-16,-1 2 5 0,1 0-9 0,1 0-16 0,-1 0-42 15,1 4-47-15,2-2-55 0,1-3-74 0,-1 0-81 16,-2-8-265-16,-1-4-553 0,3-5 245 0</inkml:trace>
  <inkml:trace contextRef="#ctx0" brushRef="#br0" timeOffset="51788.48">25265 7824 195 0,'-5'-2'216'16,"0"1"-14"-16,-1-1-7 0,1 0-21 0,-1 0-2 15,6 2-13-15,-8-2-8 0,4 1-10 0,4 1-7 16,-5-2-10-16,5 2-7 0,0 0-10 0,0 0-2 0,-5-3 0 0,5 3 0 16,0 0-11-16,0 0-7 0,0 0-10 0,22-1-7 15,-3 2-4-15,10-2-8 0,3-2-7 0,7 2-4 16,0-1-3-16,1-2-8 0,12 1-4 0,-2-2-6 16,-9 2-6-16,-1 0-13 0,-4 0-16 0,-5-1-17 15,-2-2-22-15,-8 5-22 0,-8-2-37 0,-3 1-48 16,-5-3-67-16,-1 3-192 15,-4-1-448-15,0 3 199 0</inkml:trace>
  <inkml:trace contextRef="#ctx0" brushRef="#br0" timeOffset="51972.73">25550 7606 315 0,'0'-7'348'0,"-2"3"-12"0,1-1-21 16,-3 0-26-16,4 5-30 0,-1-3-36 0,1 3-26 15,0 0-30-15,0 0-8 0,-11 14-20 0,7 4-12 16,-3 8-15-16,-1 2-7 0,2 4-14 0,1 4-5 16,1 11-6-16,0-11-8 0,6 10-20 0,0-11-49 15,0 0-43-15,1-1-44 0,1-1-56 0,0-3-65 16,-1-5-296-16,-1-7-543 0,-2-7 240 0</inkml:trace>
  <inkml:trace contextRef="#ctx0" brushRef="#br0" timeOffset="52752.52">26484 7391 148 0,'-4'-1'276'0,"4"1"-22"16,-4-4-20-16,3 1-26 0,1 3-17 0,0 0-21 15,-3-5-18-15,3 5-18 0,0 0-17 0,0 0-12 0,0 0-6 16,3 13-11-16,-2-4-8 0,6-1-8 0,4 6-7 15,1-1-6-15,5 6-8 0,4 1 0 16,1 1-12-16,3-3-1 0,-1 5-3 0,3-1-4 31,-4 3-3-31,3-1 0 0,-4-3-2 0,-3 2-5 0,-5-3-6 0,-4-1 5 16,-2-1-9-16,-5 2-6 0,-1-3 0 0,-4-1 1 16,-4 2-1-16,-5-2 1 0,-5 6 3 0,0-8-2 15,-5 3 7-15,-1-2 0 0,-1 0 5 0,-1-2 1 16,7-2-1-16,0-2-2 0,3-1 12 0,-2 1-9 15,6-3-4-15,0 0-2 0,1-3 0 0,3 0-4 16,0 1 1-16,2-2 0 0,0 0 3 0,1 2 0 0,3-4-1 0,0 0 5 16,9 7 1-16,2-3-2 0,10-1-3 0,8-1 0 15,4-2-2-15,2 3 3 0,3-3-20 0,3 0-15 16,-4-3-22-16,-1 3-32 0,-1-5-47 0,-4 3-50 16,-1-7-79-16,-10 3-181 0,-2-1-467 0,-1-5 207 15</inkml:trace>
  <inkml:trace contextRef="#ctx0" brushRef="#br0" timeOffset="53106.8">26490 7769 59 0,'-14'-1'263'0,"1"1"-7"0,2-1-18 0,-1 1-11 15,7 0-12-15,-3 0-16 0,2-1-12 0,6 1-18 0,-9 0-19 16,9 0-10-16,0 0-11 0,-9 0-10 0,9 0 0 16,0 0-2-16,-7 0 3 0,7 0-2 0,0 0-1 15,0 0-1-15,0 0 2 0,0 0-12 0,0 0-12 16,0 0-6 0,20-8-14-16,1 3-6 0,9 1-8 0,5-3-11 0,16-2 0 15,4 1-1-15,6 3-1 0,0-4-7 0,1 4 13 16,0-1-7-16,-3-3 2 0,-19 8-3 15,-3 0-14-15,-1-2 15 0,-6-1-21 0,-11 3-1 16,-6 0 2-16,1-1-3 0,-5 1-10 0,-1 1-18 0,-2 0-7 16,2-3-21-16,-8 3-13 0,6 0-15 0,-6 0-15 15,0 0-18-15,0 0-21 0,-34-2-27 0,13 1-30 0,2 1-29 16,1-3-41-16,-1 2-272 0,1-4-556 0,0 0 247 16</inkml:trace>
  <inkml:trace contextRef="#ctx0" brushRef="#br0" timeOffset="53522.75">26651 7195 126 0,'0'0'225'0,"-8"0"-11"16,8 0-18-16,0 0-13 0,0 0-10 0,0 0-15 16,-10 0-8-16,10 0-2 0,0 0-1 0,0 0 0 15,0 0-7-15,-5 0-14 0,5 0-10 0,0 0-9 0,0 0-8 0,0 0-10 16,27 4-7-1,-8-4-10-15,8-4-7 0,6 4-2 0,0-2-9 16,2 1-5-16,2-1-2 0,0 2-6 0,-5 0-3 16,-2-1-5-16,-2 1-4 0,-8-1-4 0,-7 0-3 15,1 1-1-15,-4 1-2 0,-2-2 3 0,-1 1-2 16,-3-2-8-16,-4 2-1 0,9 0-6 0,-9 0-7 16,5-1-4-16,-5 1-8 0,0 0-11 0,0 0-13 15,0 0-20-15,0 0-24 0,0 0-29 0,-22 0-31 16,16 0-48-16,6 0-245 0,-13 0-471 0,8-2 210 0</inkml:trace>
  <inkml:trace contextRef="#ctx0" brushRef="#br0" timeOffset="53876.21">27323 7023 140 0,'4'-2'376'0,"-4"2"-18"0,0-5-29 0,3 2-25 0,-3 3-27 16,1-5-34-16,4 2-12 0,-5 3-43 0,14-1-17 15,0 2-15-15,2 0-24 0,3 4-10 0,0 1-11 16,0 1-12-16,-1 2-16 0,-1 0-15 0,0 2-7 16,-4 1-13-16,0 2-9 0,-2 1-9 0,-3-2 1 15,1 4-11-15,-5-2-5 0,-2 0-11 0,1 2-3 16,-8-1 1-16,5-3-1 15,-4-2 2-15,0-1-3 0,-1 1 1 0,1-4-2 16,0 0-1-16,3 0-2 0,-3-3 6 0,4 0-3 16,-5 0 4-16,4-2 1 0,1-2 1 0,5 8-1 15,0-5 2-15,4 1 0 0,13 0-7 0,9 1-26 16,3-1-34-16,2 0-59 0,2-3-74 0,0 1-124 16,-2-2-174-16,1-2-531 0,-5-2 236 0</inkml:trace>
  <inkml:trace contextRef="#ctx0" brushRef="#br0" timeOffset="54154.82">28073 7265 159 0,'-6'0'299'0,"1"-2"-13"0,5 2-31 0,0 0-26 16,0 0-27-16,10-6-16 0,0 5-17 0,11-2-20 15,6-2-17-15,3 2-11 0,5-2-21 0,2 5-16 0,3-4-19 16,11 0-10-16,0 0-14 0,-12 0-25 0,1 4-25 16,-5-4-19-16,-1 2-19 0,-14 1-19 0,0-5-23 15,-9 2-19-15,-1 1-18 0,-5 1-29 0,-5-1-165 16,0 3-347-16,-10-9 153 0</inkml:trace>
  <inkml:trace contextRef="#ctx0" brushRef="#br0" timeOffset="54508.81">28330 7174 5 0,'-7'0'155'16,"7"0"-4"-16,-8-1-3 0,8 1 4 0,0 0 1 16,-10 1-13-16,10-1-4 0,0 0-18 0,-7 1-9 15,7-1-16-15,-2 3-6 0,2-3-14 0,-3 7-4 16,1 0 1-16,-1 4 7 0,0 6-7 0,0 2 2 15,-6 7-1-15,4 5-2 0,-2 2 2 0,1 5-9 0,-2 8 6 0,1 4-1 16,0-2-4-16,6 6 1 0,-3-2-5 0,0-1-5 16,0-1-5-16,3-2-5 0,-4-2 0 0,1-11-7 15,3 0-1-15,-2-2 2 0,-2-1-10 0,0-2 4 16,-3-4-5-16,-2-2-3 0,5-7-3 0,-3-3 0 16,-1-2 5-16,1-3 5 0,-1-2 6 0,-2 0 11 15,-5-4 7-15,2-1 8 0,-4-3 8 0,-1-3 11 0,1-3 8 0,1 0 13 16,-1-2 12-16,2-3 18 0,0 3 11 0,2-3 10 15,5 2-2-15,0-2-2 0,1 4-12 0,2 0-2 16,1-1-10 0,1 5-12-16,2 1-11 0,-1-1-10 0,-2-1-22 15,3 3-24-15,-1 0-35 0,3 2-52 0,-2-5-44 16,2 5-61-16,0 0-51 0,-2-3-31 0,2 3-42 16,0 0-54-16,0 0-334 0,0 0-710 0,21 3 314 0</inkml:trace>
  <inkml:trace contextRef="#ctx0" brushRef="#br0" timeOffset="54793.92">28404 7989 351 0,'0'0'372'0,"-5"0"-1"0,5 0-15 0,0 0-22 0,0 0-15 16,0 0-15-16,0 0-13 0,0 0-27 15,0 0-17-15,0 0-19 0,0 0-22 0,0 0-24 16,0 0-18-16,18 1-20 16,1-2-14-16,12 2-19 0,0-2-20 0,1 1-22 15,-2 1-23-15,0-2-20 0,-4 1 2 0,-4 0-5 16,-4 0-2-16,-5 0-12 0,0 0 2 0,-6-3 2 16,1 3 5-16,0-1-9 0,-3 1-6 0,-5 0 6 15,7 0-2-15,-7 0-8 0,6-3-6 0,-6 3-17 16,1-3-20-16,-1 3-21 0,0 0-20 0,-5-7-20 15,0 3-27-15,-1 0-27 0,0 2-37 0,0-2-44 0,1 0-42 0,0 0-288 16,-1-1-617-16,4 0 274 0</inkml:trace>
  <inkml:trace contextRef="#ctx0" brushRef="#br0" timeOffset="55109.51">28822 7767 74 0,'0'0'364'0,"5"-2"-22"0,-5 2-18 0,4-2-21 16,-4 2-24-16,4-2-28 0,-4 2-32 0,0 0-20 16,13 0-21-16,-2 3-20 0,-2 2-15 0,8 4-17 15,-4-1-17-15,2 6-8 0,-2 0-16 0,-2 2 7 16,2 7-11-16,-7-4-8 16,1 8-5-16,-5-1-5 0,-4 1-11 15,-3-1-2-15,-2-1-6 0,-3-1 1 0,-3-2-11 16,3-5 6-16,-1-2-7 0,0-1 0 0,5-6-4 0,-3 1 0 15,5-3-6-15,2-2 4 0,-2 3-2 0,1-4 34 16,2 0 29-16,0 1 15 0,1-4-1 16,6 2-9-16,16 0-12 0,11-1-18 0,22 1-41 15,8-2-82-15,3 0-91 0,27-2-125 0,2-6-428 0,-32 3-761 0,-1-4 336 16</inkml:trace>
  <inkml:trace contextRef="#ctx0" brushRef="#br0" timeOffset="55980.2">29494 7668 204 0,'0'0'229'0,"-6"-3"0"0,6 3 0 0,-5-2 3 0,5 2-9 16,0 0-15-16,-3-2-27 0,3 2-15 0,0 0-17 31,19-4-14-31,1 0-14 0,3 2-14 0,7-4-9 0,9 4-13 0,16-3-12 0,1-1-11 0,-3 2-14 0,4 1-9 16,1-1-19-16,-4-3-21 0,1 4-22 15,-14 0-27-15,-3 1-43 0,-4-2-56 0,-4-2-67 16,-11 0-169-16,-1-1-416 16,-9 2 185-16</inkml:trace>
  <inkml:trace contextRef="#ctx0" brushRef="#br0" timeOffset="56196.28">29879 7432 92 0,'-6'-3'339'0,"2"-2"-14"0,-1 1-9 0,3 1-20 0,0 1-34 16,2 2-24-16,-4-4-26 0,4 4-29 0,-4-4-19 16,4 4-32-16,0 0-12 0,-4 8-16 0,3 0 0 15,-1 4-20-15,-2 5-9 0,-3 9-8 0,-1-1-5 16,1 8-2-16,3-1-1 0,-1 0-8 0,0 0-32 15,2 0-25-15,-1 0-24 0,3 0-25 0,1-2-40 16,1-3-34-16,1-1-43 16,0-10-308-16,0-4-519 0,1-2 229 0</inkml:trace>
  <inkml:trace contextRef="#ctx0" brushRef="#br0" timeOffset="56380.75">30696 7573 47 0,'2'-3'296'0,"3"-2"-32"0,-2 1-31 0,0 1-32 16,1 1-47-16,3 2-49 0,4-3-42 0,7 3-58 16,5 3-112-16,5-3-104 0,4 0-227 0,1 0 101 15</inkml:trace>
  <inkml:trace contextRef="#ctx0" brushRef="#br0" timeOffset="56528.23">31617 7553 319 0,'11'-3'303'0,"-2"-2"-35"0,5 3-29 0,3-1-42 15,5 2-56-15,6 1-63 0,2 0-89 0,6 0-116 16,1 0-108-16,17-3-254 0,-2 6 112 0</inkml:trace>
  <inkml:trace contextRef="#ctx0" brushRef="#br0" timeOffset="56644.23">32382 7596 212 0,'0'0'382'0,"0"0"-35"0,8-4-26 16,-8 4-38-16,0 0-37 0,3-2-80 0,-3 2-107 15,0 0-178-15,6-1-198 0,-6 1-342 0,0 0 152 16</inkml:trace>
  <inkml:trace contextRef="#ctx0" brushRef="#br0" timeOffset="61737.75">26536 10089 19 0,'-2'-2'212'0,"2"2"-7"0,0 0-13 0,0 0-11 0,0 0-12 16,0 0-13-16,-4-5-13 0,4 5-10 0,0 0-14 15,0 0-8-15,0 0-10 0,-1-4-8 0,1 4-6 16,0 0-13-16,0 0-8 0,0 0-6 0,0 0-6 16,0 0-5-16,0 0 5 0,0 0-2 0,0 0-4 15,0 0 1-15,0 0-3 0,0 0 0 0,0 0-2 16,0 0-1-16,0 0-7 0,0 0-4 0,11 0-1 0,2-1-3 0,5 0-4 16,10-1 0-16,5 0-4 0,4-1 0 15,14 0-3-15,3 1 8 0,1-2 0 0,-2 1 3 0,1 2-5 16,-14-3 2-16,-6 4-3 0,-2-2-4 0,-4 0-2 15,-10 3 1-15,-4-3-5 0,-2 3-4 0,-1-1-12 16,-3 0-11-16,-3 0-11 0,-5 0-20 0,9 0-17 16,-9 0-7-16,0 0-18 0,0 0-6 0,0 0-12 0,0 0-14 0,-29 2-13 15,16 0-13-15,-5 1-2 0,1-3-14 16,-2 2-144-16,6-2-332 0,-2 3 147 0</inkml:trace>
  <inkml:trace contextRef="#ctx0" brushRef="#br0" timeOffset="62138.13">26895 10081 132 0,'0'0'166'0,"0"0"-12"0,0 0-14 0,0 0-15 15,0 0-12-15,-6-3-9 0,6 3-11 16,0 0-9-16,0 0-12 0,0 0-8 0,0 0-7 16,-3 6-7-16,2-3-9 0,-2 3 1 0,-3 4-9 0,-2 5 21 15,-1 9-10-15,-4 1-1 0,2 5-1 0,-10 13-4 16,3 2-7-16,1 1 4 0,0 0 1 0,1 2-2 0,-1 3-2 15,1-3-1-15,-2 2-7 0,2 2 2 0,1 0-1 16,-2-1-3-16,2 0-2 0,0-3 0 0,1 1-6 16,2-5 0-16,3-10 0 0,-1 0-1 0,-2-4-1 15,3 1-6-15,-1-2 5 0,0-3-3 0,2-9 0 16,2 1 1-16,-2-5 0 0,2-2-7 0,0-1 15 0,-1-4 24 16,1 3 23-1,1-5 19-15,-2 0 6 0,2-4 1 0,-4 0 1 16,9 0-5-16,-15-3 12 0,3-4-2 0,1 0 19 15,-1 0-7-15,5-2-4 0,-3 0-4 0,3-1-3 16,-3 1-1-16,-1-4-13 0,4 5 0 0,-1 0-12 16,2 1-7-16,1 0-6 0,0 2-9 0,1 0-12 15,1 1-3-15,1 1-2 0,-1 0 6 0,3 3 0 16,-5-6-22-16,4 6-19 0,1 0-38 0,-3-5-28 0,3 5-17 0,0 0-18 16,-14 5-48-16,9-5-50 0,0 5-57 0,-1-1-277 15,3-1-578-15,-1 1 255 0</inkml:trace>
  <inkml:trace contextRef="#ctx0" brushRef="#br0" timeOffset="62755.41">26805 11157 69 0,'-9'0'190'0,"0"0"-13"0,4-1-12 0,-1 0-7 16,6 1-20-16,-9-2-11 0,9 2-5 0,0 0-5 16,-7 0-1-16,7 0-9 15,0 0-8-15,0 0-1 0,-9 0-8 0,9 0 0 16,0 0 0-16,0 0-5 0,-5-2 2 0,5 2 0 15,0 0-1-15,0 0 0 0,0 0-6 0,0 0-1 16,0 0-3-16,0 0-8 0,0 0-6 0,0 0-6 16,0 0-3-16,0 0-3 0,0 0-4 0,0 0-4 15,0 0-1-15,0 0-3 0,0 0-5 0,0 0-3 16,0 0-3-16,0 0-2 0,0 0 1 0,0 0-3 0,0 0 0 0,0 0-4 16,0 0-3-16,0 0-1 0,0 0-2 0,0 0 1 15,36 0 0-15,-10 0-5 0,6 0 0 0,3 0 2 16,2 0-3-16,13-3-1 0,-12 3 3 0,0-1-2 15,-4 1-2-15,-1-1 2 0,-4 0 1 0,-8 1 5 16,-5-1-6-16,-2 1-2 0,-3-1 1 0,-1 2 10 16,-5-2-4-16,2 1-11 15,-7 0 1-15,9 0-4 0,-5-1-2 0,-4 1-4 16,0 0 1-16,0 0-12 0,0 0-21 0,0 0-20 16,0 0-21-16,0 0-31 0,-23 2-47 15,16-1-44-15,-4-1-269 0,4 0-510 0,7 0 226 0</inkml:trace>
  <inkml:trace contextRef="#ctx0" brushRef="#br0" timeOffset="63324.68">27498 10990 149 0,'0'0'284'0,"4"-4"-26"16,-4 4-22-16,0-4-24 0,0 4-22 0,4-3-18 15,-4 3-23-15,0 0-18 0,0 0-20 16,0 0-10-16,0 0-8 0,1 11-18 0,-2 0-5 0,-1-1-5 16,0 2-8-16,-2 4-3 0,-1 3-9 0,-5-1-2 15,4 2-4-15,-1-3-6 0,-2 6-2 0,-1-6-2 16,4 2-4-16,-2-4 0 0,2-1-4 0,-1-1-5 0,4-4-1 0,-1-3 2 16,1 0-1-16,1 1 1 0,0-3 18 0,0 0 37 15,0-2 32-15,2-2 40 0,-2 3 34 0,2-3 16 16,0 0-23-16,0 0-15 0,0 0-16 0,14-15-13 15,-8 6-10-15,4 0-12 0,3-5-10 16,-1 0-13-16,-1-1-6 0,5-1-8 0,-2 4-7 0,-1 0-8 16,-2 3 2-1,-5 1-7-15,3 1-6 0,-5 2-8 0,2 0-1 16,1 3-10-16,-6-1-15 0,4 0-16 0,-5 3-23 16,0 0-5-16,8 0-10 0,-8 0 12 0,4 8-1 15,-3-3-1-15,4 0 2 0,-2 3-7 0,-1 1 2 16,0 2 0-16,0-1-1 0,-2 0-8 0,4 0-21 15,-4-1-17-15,0 2-15 0,0-4 5 0,0 4-28 16,0-5-26-16,-1 2-18 0,1-4-21 0,0 2-25 0,-3 2-7 0,3-3-82 16,0-1-166-16,0-4-508 0,5 3 225 0</inkml:trace>
  <inkml:trace contextRef="#ctx0" brushRef="#br0" timeOffset="65130.25">28278 10602 147 0,'0'0'204'0,"0"0"-8"0,0 0-9 0,0 0-13 15,-6-2-1-15,6 2-7 0,0 0-3 16,0 0-3-16,0 0-8 0,0 0-5 0,0 0-13 16,0 0-13-16,0 0-10 0,0 0-14 0,20-3-11 15,-7 3-10-15,10 0-11 0,7 0-12 0,5 0-18 16,-2 0-27-16,4 0-31 16,-6 0-27-16,-1 4-29 0,-3-1-17 0,-5-1-37 15,-3 1-26-15,-8-1-47 0,1-1-113 0,-7 1-344 16,-2 2 152-16</inkml:trace>
  <inkml:trace contextRef="#ctx0" brushRef="#br0" timeOffset="65277.51">28338 10707 5 0,'-14'3'150'15,"1"-2"-16"-15,0 0-10 0,4 2-14 0,3 0 6 0,1 1-7 0,-1-3-4 16,6-1-4-16,-4 5 12 0,4-5-1 0,7 2-4 16,5 1-10-16,6 2-9 0,11-1-9 0,3 0-10 15,5-1-18-15,0 2-17 0,2-2-35 0,0-1-68 16,1-1-60-16,-1-1-125 0,-4 1-274 0,-2-1 122 15</inkml:trace>
  <inkml:trace contextRef="#ctx0" brushRef="#br0" timeOffset="65562.58">29232 10682 42 0,'0'0'287'15,"-7"-3"-19"-15,7 3-10 0,0 0-27 0,0 0-25 0,0 0-18 16,0 0-23-16,19-5-17 0,-2 3-17 0,9 4-18 0,8-4-23 15,0 2-27-15,6 0-31 0,12 0-30 0,-12 0-33 16,11 2-45-16,-11-4-63 0,-8-1-191 0,-2-1-357 16,-2 0 158-16</inkml:trace>
  <inkml:trace contextRef="#ctx0" brushRef="#br0" timeOffset="65901.36">29894 10507 106 0,'0'-4'333'0,"0"-1"-4"0,0 5-11 0,0-5-9 0,4 1-31 16,-4 4-13-16,0-5-18 0,0 5-23 0,0 0-26 16,0-6-21-16,0 6-16 0,0 0-23 0,0 0-31 15,0 0-24-15,0 0-28 0,0 0-10 0,0 0-9 16,0 0-2-16,1 15 6 0,-2-5-12 0,2 1-2 15,-1 1-9-15,0 4 9 0,-1 0-8 0,1 3-5 0,-2-2 2 16,2-2 0-16,0-2 0 0,0 3-3 0,2-3-3 0,-4-2-1 16,4 8 15-16,-2-8-16 0,0-2 2 0,0 1-20 15,1 1-17-15,-2-4-10 0,1-4-17 0,0 3-12 16,0-2-2-16,0 1-1 0,0-3 3 0,0-2 6 16,0 6 1-16,0-6 7 0,0 0-13 0,0 0-20 15,0 0-73-15,0 0-85 0,0 0-188 0,-5-16-468 16,5 6 207-16</inkml:trace>
  <inkml:trace contextRef="#ctx0" brushRef="#br0" timeOffset="66133.11">30191 10340 174 0,'0'0'222'0,"0"0"-23"16,0 0-20-16,0 0-18 0,4 15-11 0,-2-4-14 15,2 6-12-15,1 8-4 0,0 2-14 0,0 5-8 16,0 2-2-16,2 13-9 0,-6 2-12 0,-3-2-3 16,-1 2-5-16,-5-13-5 0,-2 9-7 0,-4 0-7 15,0-11-5-15,-3-4-4 0,-3 1-8 0,-11 7-9 16,4-12-15-16,-1-3-26 16,-1 3-24-16,-4-7-30 0,-2-3-38 15,-1-2-93-15,-4-5-117 0,4-4-347 0,0-2 153 0</inkml:trace>
  <inkml:trace contextRef="#ctx0" brushRef="#br0" timeOffset="66433.95">29204 10256 107 0,'-32'23'158'0,"-7"9"-8"16,-1 6-5-16,2 4-13 0,3 2-8 0,1-1-12 15,2 1-16-15,6 1-1 0,10-1-11 0,5 2 5 16,9 4 3-16,7-15-10 0,10 9-3 0,8 1-4 0,9-5 3 15,9-2-8-15,5-1-6 0,8-7-10 0,29 7-45 0,-23-13-72 16,28 0-243-16,-27-10-331 0,-1-8 147 0</inkml:trace>
  <inkml:trace contextRef="#ctx0" brushRef="#br0" timeOffset="69354.64">30497 9980 33 0,'2'-4'221'0,"0"-1"-11"0,0 2-10 0,-1 0-10 16,0-3-18-16,-1 6-18 0,1-3-17 0,-1 3-17 16,4-3-17-16,-4 3-27 0,0 0-13 0,0 0-4 15,0 0-9-15,0 12-5 0,-2-2-6 0,0 2-1 16,-1 6-9-16,1 0-4 0,-2 2 0 0,-6 6 0 16,3-2-11-16,0 1 1 0,2 0 4 0,-2 0-1 0,0 0-4 0,2-6-3 15,-2 1 1-15,2-4-7 0,-1 1 7 0,4-5-1 16,-1-4-1-16,0 1-5 0,2-3 20 15,0-1 29-15,0 0 34 0,-1-1 43 0,2-4 41 0,0 5 24 16,0-5-1-16,0 0-19 0,0 0-16 0,7-17-14 16,-3 7-12-16,2-3-15 0,4-3-12 0,4-6-19 15,1 3-7-15,1-5-9 0,2-1-6 0,3 2-3 0,-3 0-11 0,4-3-5 16,-3 6-1-16,-5 0-10 0,0 7-6 0,-6 4 4 31,-2 1-6-31,0 3-16 0,-1 0 22 0,1 1-20 16,-4 1-27-16,2 0-21 0,-1 1-31 0,-3 2-14 0,0 0 3 0,0 0 9 0,6 9 2 0,-4 1 10 15,-1 2 5-15,-2 3 6 0,-1 2 6 0,1 0 4 16,0 0 3 0,-1 2-7-16,1 0-12 0,0-2-21 0,0 3-22 15,1-3-25-15,-2 0-20 0,4-1-18 0,-2 1-38 16,2-5-62-16,-1-2-212 0,3-1-505 0,3-3 225 0</inkml:trace>
  <inkml:trace contextRef="#ctx0" brushRef="#br0" timeOffset="70098.45">31090 10056 71 0,'0'0'264'15,"0"0"-8"-15,2-6-11 0,-2 6-20 0,0 0-18 16,0 0-17-16,0-5-21 0,0 5-17 0,10-2-17 16,-2 2-14-16,4 0-13 0,7 0-11 0,4 0-15 0,5 0-15 0,3 2-18 15,5 1-9-15,1-2-10 0,0 0-8 16,2 1-10-16,0 1-10 0,-6-3-6 0,2 0-9 0,-6-3-8 15,-7 0-8-15,-4 1 1 0,-4 2 2 0,-1-3-7 16,-4 2-9-16,-2-3-19 0,-2 0-13 0,-3 1-8 16,-2 3-10-16,-2-4 4 0,-4 0 1 0,-3 1-2 15,0 0 3-15,-2 0 1 16,-7-1 7-16,1 3 10 0,3 0 6 0,1-2 9 16,-6 2 0-16,6 1 4 0,2 0 10 15,-1 0-3-15,3 1 5 0,1-1-2 0,1 0 21 16,-1-1-7-16,8 1 11 0,-10 1-5 0,10-1 22 15,-9 1 18-15,5-3 11 0,4 2 25 0,0 0 10 0,-9 0 15 16,9 0 4-16,0 0 2 0,0 0-5 16,-5-1-1-16,5 1-12 0,0 0-9 0,0 0-8 0,0 0-8 0,0 0-5 15,0 0-4-15,-7 2-6 0,7-2-6 0,-5 9-1 16,1 0-6-16,-3 2-1 0,1 9 6 0,-7 6 9 16,0 3-1-16,-1 4 1 0,-2 12 20 0,-3 0 1 15,4 3 2-15,0-3-3 0,2 1-4 0,-2 0-4 16,4 0-3-16,4-13 0 0,-2 13-5 0,0-10-3 15,2-3-1-15,1 0-1 0,0-1-7 0,0 1 0 0,1-6-1 0,-2 0-5 16,1-2 3-16,1-7-5 0,0-1 0 0,-2-2 0 16,3-5-2-16,-1 1 5 0,-1-6 3 0,0 2 5 15,0-2 7-15,0-2 6 0,-3-3-1 0,-2 0 2 16,-1-1 6-16,-2-1 4 0,-3-7 1 0,2 2-1 16,2-4 9-16,0 3 2 0,-1-5-5 0,4 1-8 15,-2 0-3-15,1 0 3 16,3 2 18-16,2 0 0 0,-1 4-12 15,3-1-1-15,0 1-6 0,1-1-5 0,1 6-7 16,0-3-2-16,0 0-7 0,2 4-11 0,-3-6-35 16,2 4-39-16,1 2-41 0,0 0-54 0,0 0-33 0,0 0-3 15,0 0-28-15,0 0-290 0,0 0-550 0,10 13 243 16</inkml:trace>
  <inkml:trace contextRef="#ctx0" brushRef="#br0" timeOffset="70556.36">31380 10698 209 0,'0'-4'288'0,"0"4"-17"0,0 0-22 0,-2-2-22 0,2 2-21 16,0 0-22-16,0 0-18 0,-1-6-21 0,1 6-18 0,0 0-14 0,0 0-12 15,0 0-14-15,0 0-8 0,0 0-9 0,3 14-5 16,-3-7-10-16,0-1-5 0,0 6-6 0,0 0-2 16,-2-2-8-16,1 4-3 0,-1 1 0 0,-1-2-1 15,1-2-6-15,-3 1-3 0,3 0-4 0,0-4 2 16,-2 3-4-16,2-3 1 0,1-1 0 0,-1-3 2 15,2-1 1-15,-1 0 7 0,0 3 50 0,1-6 36 0,-2 4 37 16,2-4 12-16,0 0-10 0,0 0-14 0,13-10-9 0,-4 4-21 16,1-1-10-16,5-2-16 0,2-1-9 0,-2-2-8 15,2 3-6-15,-1 1 1 0,-5 1-11 16,-2 0 0-16,0 2-3 0,0 2-3 0,-3-2-11 16,0 3-3-16,-1 0-7 0,0 2-21 0,-5 0-14 0,12 10 7 15,-6-2 0 1,1 8-8-16,0-2-12 0,2 5-14 0,-2 6-35 15,-2 1-40-15,-1 3-48 0,-1 1-43 0,-1 3-73 16,3-5-363-16,-5 0-696 0,-3-13 307 0</inkml:trace>
  <inkml:trace contextRef="#ctx0" brushRef="#br0" timeOffset="73128.67">26083 9602 22 0,'0'0'167'0,"2"-7"-5"0,0 5-25 0,-2 2 6 16,0 0-25-16,0 0-6 0,1-5-19 0,-1 5-3 0,0 0-14 0,0 0-6 15,0 0-7-15,5 14-12 0,-5-6-5 0,-3 4-3 16,1 7-8-16,1 8-9 0,-6 2 4 0,1 6-4 16,-8 16 0-16,-2 1 0 0,-7 28-3 0,4-1 2 15,1-23-4-15,-7 29 3 0,0-4 4 0,9-24-13 16,-1 0 0-16,-2 23 2 0,4-28 2 0,3 0-8 0,-2 2 0 15,1 1-3-15,4-2 0 0,-1-1 0 0,2-2 4 0,3-4-6 16,1 2-1-16,1-12 1 0,0-1-4 0,2-1 2 16,-2 2-7-16,3-2 7 0,-1 4 4 0,1-4-7 15,0-2 3-15,-2 0-1 0,2 2-1 0,-2-5 1 16,2-2-3-16,-1 3 4 0,-2-4-3 0,2 0 2 16,-3 2-5-16,2-1 7 0,0-1-3 0,2-1 8 15,-1 0-5 1,-3 3-4-16,-1-11-2 0,5 4 6 0,-2-1-1 0,0-3 4 15,1 2 1-15,1-2-2 0,-4 1-1 0,4-1-1 16,-2-5 1-16,-1 1 2 0,3 0-3 0,-1 4 0 16,1-5-1-16,-3 0 4 0,3 0-3 0,0 1 1 15,-4 3-1-15,4-5 1 0,-2 5-1 0,0-3 0 16,-1 3-3-16,2 0 4 0,-1 0-2 0,2 0 1 16,-4-4 1-16,2-1 0 0,-1 4 0 0,3 0 2 0,-4 1-3 15,2 1 3-15,-2-4-2 0,3-3-1 0,-2 2 0 16,-2 2 9-16,4-3 4 0,-2 1-1 0,1-3-2 0,-1 1 8 15,1-2 2-15,2 0-2 0,-2-2 2 0,2-2 4 16,-1 0 2-16,0-1 5 0,-1 1 8 16,2-4 7-16,0 6 3 0,0-6 2 0,-1 4-2 0,1-4-6 15,0 0-2 1,-1 4-2-16,1-4-5 0,0 0 2 0,0 0-9 0,0 4 2 16,0-4 0-16,0 0 3 0,0 0-5 0,0 0 0 15,0 0-4-15,-1 4 0 0,1-4 4 0,0 0-5 16,0 0-2-16,0 0 0 0,0 0-5 15,0 0 0-15,0 0 0 0,0 0-5 0,0 0 2 0,0 0-4 16,12-1-4-16,-12 1-1 0,14-3 0 0,-6 3-1 16,2-1 0-16,4 0 0 0,3-1-5 0,2 0 5 0,4 1-4 15,-1 0 0-15,6 1 3 0,4 0-3 0,-1 0-1 16,3 0 1-16,1 1 0 0,-1-2-2 0,3 5-2 16,2-2 1-16,12-2-2 0,-12 1 0 0,2 0 0 15,-1-1-3-15,-2 1 1 0,2 1 1 0,-1 0-3 16,2-1-4-16,-4 0 0 0,3-1 3 0,-3 2 0 15,0-1-7-15,-1-1 3 16,3 0 0-16,-3 3 2 0,3-3 0 0,-4 1 2 16,2 3-2-16,0-2 2 0,-1-1-4 0,-3 0 3 15,1 0-2-15,-1 1-1 0,-2-2 0 0,-2 0 2 16,-5 0 3-16,4 0-3 0,3 2 9 0,-3-2-5 16,-7 0 2-16,0-2-2 0,1 2 0 0,1 0 1 15,3 0-1-15,0 0 1 0,-4 0 4 0,1-2-2 16,-2 4 1-16,0-4-1 0,1 4-2 0,6-2 1 0,-9 0 1 0,4 0 0 15,-2 0 1-15,2 0-2 0,6 0 4 0,-10 0-4 16,4 2-1-16,4-4 12 0,1 7-1 0,-7-5-7 16,0-3-3-16,9 6 2 0,-1-3-1 0,-6 0 0 15,8 0 2-15,-2 0-1 0,2 4 2 0,-2-4-1 16,1 1 0-16,-2-1 0 0,5 0 0 0,-4 0-1 16,2-1 0-16,-2-1-2 0,2 0 5 0,-2-1-2 0,2 3 7 0,-5-2-9 15,-1 2 2-15,0-2-3 0,-4 0 2 0,1 1 7 16,6-3-7-16,-1 1 2 0,1 0-2 15,0 2 0-15,3-2 4 0,-2 0-2 0,2-1 0 0,-9 3-1 16,7-3-1-16,2 2 3 0,-4-3-2 16,3 2 1-16,-2 0 6 0,2-1-10 0,-1-1 4 0,-1 2-1 15,3 0 0 1,-2 1 2-16,-1-2 3 0,-1 1 7 0,6-1-7 16,-3 3-1-16,-2-2 1 0,4 1-1 0,-4 3-2 15,0-1 1-15,0-1 0 0,-6 2-4 0,6 1 2 16,-6 0 1-16,-2-2-1 0,2 0-1 0,6 0 2 15,-1 0-4-15,-3 0 5 0,-5 0 1 0,4 0-3 16,7 0-1-16,-2-2 3 0,0 1-1 0,0 1-1 16,0-2-4-16,0 0 5 0,0 1-4 0,-2 0 2 0,2 1 3 0,3 0-3 15,-9 0-3-15,4 0 3 0,-4 0 2 0,-1 1-7 16,0-1 5-16,-3-1-2 0,0 1 4 0,0-1 1 16,0-1-6-16,0 0 6 0,-5 1-2 0,2-4 3 15,3 5 7-15,-6 0-6 0,1-2 3 0,1 0-2 16,-1 1 2-16,6-3-3 0,-5 4 0 0,0-2-2 15,-1 1 3-15,6-1-1 16,-2-1-2-16,-3 1 3 0,4 0 19 0,0 0 1 16,0-1-4-16,-2 2-3 0,3-1-1 0,-1 0 3 0,3 0-4 0,-1 2-5 15,-2-1 3-15,4 0-3 0,-2 1-1 0,1-1 0 16,-1-1-2-16,2 0-2 0,6 2 1 0,-7-3-3 0,0 3 2 16,7-2 4-16,0 0-8 0,-6-1 8 15,5-2 0-15,0 3-3 0,1-2-1 16,1 1 4-16,1-2 4 0,-1 1 5 0,-1 1-2 15,0-1-3-15,2 1-1 0,-1 0-3 0,2 0 3 16,-1 1-2-16,-3 0-3 0,0 1-5 0,1 1 2 0,-7 0 1 16,0-1-2-16,1-1 0 0,6 2 0 0,-6-1 2 15,-2 1-3-15,1 0-1 0,0-2-1 16,1 2 1-16,0 2-1 0,1-1 0 0,-2-1 3 16,0 0-2-16,1 1 4 0,1 0 5 0,-3-1-2 0,1 1 6 0,0 0 0 15,0 1 8-15,-1 0 1 0,-1-1 0 0,1 1 3 16,-2-2-2-16,-2 0-3 0,-1 2 1 0,-2-1-1 15,0-1-7-15,0 0 1 0,-2 1 10 0,-2 1 4 16,-4-2 11-16,3 0-17 0,-8 0 3 0,10-2 0 16,-5 4 6-16,-5-2-14 0,0 0-6 0,9-2 5 15,-9 2-4-15,0 0 0 16,8 0-2-16,-8 0 0 0,0 0-4 0,0 0 1 16,0 0-3-16,6 2 3 0,-6-2-3 0,0 0 4 15,0 0-2-15,0 0-8 0,8 0 1 0,-8 0 1 16,0 0-2-16,0 0-2 0,0 0 6 0,0 0 4 15,0 0-10-15,0 0 2 0,0 0-4 0,0 0 17 16,0 0-13-16,0 0 1 0,0 0 0 0,0 0 0 16,0 0 2-16,0 0-7 0,0 0 0 0,5 1 2 0,-5-1-3 15,0 0 4-15,0 0 4 0,0 0 2 0,0 0-9 16,0 0 3-16,0 0-11 0,0 0 17 0,0 0-5 0,0 0-4 16,0 0 6-16,0 0 0 0,0 0-3 0,0 0 5 15,9 1 3-15,-9-1-1 0,0 0-11 16,5 0-1-16,-5 0 1 0,12 0 3 0,-7 1-16 15,1-1 29-15,1 1-16 16,0-1 1-16,1 3 0 0,4-2 0 0,-2-1-4 16,1 3 0-16,2 1-1 0,0-1-1 0,1-3 0 15,4 3 1-15,-3-1 16 0,0-2-8 0,-2 2-6 16,1-2 1-16,-1 0 3 0,1 0 1 0,-1 0-4 16,-3 0 2-16,4 0 1 0,-4 0-1 0,2 0-33 15,-2 0 6-15,-2 0 0 0,-1 0 3 0,1-2 3 0,0 2 4 16,-1 0 4-16,1 0-6 0,2 0 8 0,-1 0 4 0,2 0-5 15,-3 0 3-15,1 0 4 0,0 0-2 0,-2 0 0 16,4 0-3-16,-3 2 8 0,-2-2 0 0,3-2-4 16,-4 4 6-16,3-2 1 0,-8 0-1 0,9-2 0 15,-9 2-1-15,9 2-6 0,-9-2-13 0,0 0-14 16,6 0-18-16,-6 0-16 0,0 0-22 0,0 0-20 16,0 0-30-16,0 0-38 0,0 0-80 0,-4-7-248 0,-2 4-552 0,-4-5 245 15</inkml:trace>
  <inkml:trace contextRef="#ctx0" brushRef="#br0" timeOffset="75834.13">26256 9602 65 0,'4'1'103'0,"4"-1"-10"16,3 0-3-16,1 1-16 0,7-2-1 0,-2 1-3 15,3 0-13-15,0 0 5 0,2-1-13 16,6 2 3-16,3-1-8 0,0-1-7 0,-1 1 10 0,2 0-9 16,2-2-7-16,1 1 0 0,2-4 6 0,3 5 5 0,12-1-11 15,-15 1 5-15,2-3-9 0,13 3 5 0,-15 0-3 16,4-2-4-16,10 2-6 0,-11 0 6 0,-1 0-2 0,1-1 6 15,2 0-8-15,-2 2 4 0,-3-2 4 16,1 2-10-16,-1-1-2 0,0 1-2 0,0-1 0 16,-1 0-6-16,4 2 2 0,-2-4-4 0,-1 2 0 15,2 0 0-15,0 2 5 16,-1-4-5-16,2 4 2 0,11-4 0 0,-14 4 0 16,2 1-8-16,0-3 6 0,0 0-6 0,-4 1 3 15,5 3 5-15,-2 0-9 0,1-3 2 0,-4 0 0 16,1 0-5-16,2 4 5 0,-6-1 5 0,4-2-4 15,1 1-2-15,0 0 1 0,-1-3 1 0,2 3 1 16,-2 0-4-16,4 0 8 0,-4-1 4 0,3-1-3 16,0 1-4-16,-1 1 1 0,-2-3 2 0,3 4-3 0,0-1 1 0,-2 0 1 15,2 1 1-15,0-4-6 0,-2 3 1 0,-2 0 3 16,0-2 7-16,-2 0-8 0,-1 3 2 0,1-4-10 16,2 0 12-16,-2 3-8 0,-2-3-1 0,-2 0-1 15,2 0 3-15,1 0-2 0,-2-1-5 0,0-1 16 16,-2 2-11-16,1 0-1 0,-1-2 2 0,1 4-2 15,1-4 6-15,-3 2-6 16,1 0 2-16,3-2-1 0,-2 1-3 0,1 1 7 16,-1 0-10-16,-1-1 5 0,0 1 3 0,0-1-8 15,-1 1 4-15,1-2 6 0,-5 2-6 0,-2 0 5 16,0-2-9-16,2 2 5 0,4-1-2 0,-7 1 1 16,1 0 5-16,3 0-2 0,-3 0 1 0,1 0-2 15,7 0 0-15,-7 0 0 0,4 1 3 0,4 1-5 16,-1 0-1-16,-1-1 3 0,-7 0 0 0,7 2-3 0,0-1 2 0,-6 1-3 15,5-3-3-15,-1 3 8 0,-4-2-2 0,5 0 1 16,-3 2 3-16,-5-2 2 0,11 0 3 0,-11 2-6 16,8-2-1-16,1-1 3 0,-1 3-2 0,-6-3 4 15,1 2-2-15,6-1-5 0,2 0 3 0,-10 2-1 16,1-1 1-16,-2 1-9 0,3-1 12 0,-2-2-5 16,-1 5 0-16,4-3-5 15,0 1 5-15,5-1 2 0,-7 1-6 0,1-3 14 16,-1 2 4-16,0 1-7 0,2-3-2 0,-2 0 5 15,6 2-3-15,-7-1-2 0,1 0 5 0,1 0-6 16,-3-1 3-16,0 0-3 0,2 2-1 16,-5-2-2-16,2 2 1 0,1-2-3 0,-3 0 2 0,-1 3 8 15,2-3-10-15,-4 0 2 0,6 0-2 0,-2 1 2 16,1-2 4-16,0 2-4 0,1-1-2 0,-2-1-3 0,1 1 4 16,0 0-2-16,0 0-2 0,0 1-1 0,3-1-4 15,-2 3 2-15,-1-3 1 0,4 2 1 0,-3 1 0 0,-1 0-2 16,4-3 5-16,-3 4-1 0,-2-1-1 15,2 1 2-15,2-1-5 0,-1 0 3 0,1-1-2 16,6 5 5-16,0-4-1 0,-5 1-1 0,0 1 4 16,4-2 0-16,-4-1-2 0,7 3 4 0,-11-4-9 0,1 3 5 0,4 0 1 15,-6-3-2-15,2 1-1 0,2 1 5 0,-2-3-3 16,-1 3 1-16,0-2-2 0,2 4-2 0,-1-5 1 16,-1 3 2-16,1-3 4 0,-1 2-6 0,1 1 1 15,-1-3 2-15,-1 2 13 0,1-2-18 0,-5 1 2 0,1-1 2 16,2 0 4-16,-2 0-5 0,-1 1-1 15,0 2 2-15,-2-5-2 16,2 2-2-16,1 2 2 0,-4-4 10 0,3 2-10 16,-7 2 3-16,4-2-2 0,1-2 0 0,-2 2-2 15,-3 0 4-15,2 0-1 0,-3-1 1 0,4 2 2 16,-9-1-3-16,0 0 2 0,12 0-1 0,-12 0-1 16,5 0 11-16,-5 0-11 0,0 0-2 0,6 0 2 15,-6 0 4-15,0 0 3 0,6 2-3 0,-6-2 2 16,0 0 3-16,0 0 2 0,0 0 5 0,7 0 1 0,-7 0 0 0,0 0-2 15,0 0-3-15,0 0 5 0,5-3-5 0,-5 3 1 16,0 0 0-16,0 0-2 0,0 0-5 0,0 0 1 16,0 0 10-16,0 0-9 0,0 0-4 0,0 0 1 15,0 0 1-15,0 0-3 0,0 0-2 0,0 0 0 16,0 0 1 0,0 0-6-16,0 0-1 0,0 0-8 0,8 0-7 15,-8 0 1-15,0 0-2 0,0 8 2 0,0-8 6 0,1 7-3 16,-1-2 1-16,0 0 1 0,0 4 2 0,0 2 2 15,-1 0 0-15,2 9-2 0,-1-4 4 0,0 2 0 16,-1 1 9-16,-1 8-2 0,0 0-2 0,1-2 1 16,1 2 3-16,-3 0-4 0,2-1 3 0,-1 2-2 15,2 0 1-15,-2-2-2 0,-2 1 7 0,1-2-2 16,-2 3-2-16,3-4-2 0,-6 1 4 0,4 0-2 0,-2-7-1 0,-1 3 6 16,-3 1-3-16,5-4 2 0,-1 1 0 0,-1-1 0 15,0 0-1-15,0 7-5 0,2-9 3 0,0 1 3 16,1-2-3-16,0 2-1 0,-1 2-1 0,2 1 3 15,1-3-2-15,-3 2 3 0,3-1 2 0,-4 6-5 16,5-6 5-16,1 0-1 0,-4 0-1 0,2 0 4 16,-3 1-2-16,2-1-2 0,-1 0-3 0,0-1 2 0,1 3 1 0,-1-1-5 15,-3-1 3-15,2 1-2 0,2 0 3 0,-1 0-1 16,-1-1 1-16,-1 0 0 0,4 1-1 16,-2-1 0-16,-2 0 3 0,2-1-20 0,0 1 7 15,1-1 3-15,1-3 0 0,-2 2-3 0,1 0 6 0,2 0-1 31,0 0-6-31,-3-1 4 0,3 0 1 0,-3 1-2 16,1-4 3-16,1-1 0 0,-1 4 9 0,1-1-8 0,-2-2 7 16,1 2-7-16,1 3 0 0,-2-5 3 0,1 4-1 15,-2-5-3-15,0 7 4 0,1-1 2 0,-1 2-4 0,1-2 0 16,-1-3 2-16,1 1-1 0,-2 2 0 16,2-5 6-16,0 5-4 0,1-5-4 0,0 0 10 15,-1 1-6-15,-2-1 2 0,2 2-6 0,0-2 3 16,0 0 0-16,-1 0 1 0,3 1-4 0,-2 1 2 0,2-2 8 0,-1 0-6 15,-4-1-5-15,4 1 5 0,1-1-3 0,-2 1 5 16,-1 0-1-16,1-2-5 0,0 0 7 0,1 1-1 16,-1 1-2-16,1-3-5 0,-2 2 10 0,3-1-3 15,-2 1 8-15,1-3-8 0,2 3 5 0,-2-3-4 16,1 1 5-16,0-1 3 0,0-2-8 0,2 2 3 16,-4-1-4-16,3-1-3 15,0-1-2-15,-1 2 7 0,1-3 0 0,0 1-2 16,0 1 1-16,-1-1-3 0,1-1 3 0,0 1-2 15,-1-1 2-15,0 0-2 0,1 1-3 0,-1-1 10 16,1-1-3-16,-2 0-4 0,3-3 0 0,-2 6 0 16,1-1-4-16,-3-4 10 0,4-1-4 0,-1 5-4 15,-1-2 5-15,2-3 0 0,-1 6-6 0,1-6 8 16,-3 3-4-16,3-3 4 0,0 0 5 0,0 4 7 0,0-4 4 0,0 0 4 16,0 0-2-16,0 5 1 0,0-5 4 0,0 0-4 15,0 0-2-15,0 0-4 0,0 0 2 0,0 0-8 16,0 0 4-16,-5 0 0 0,5 0 3 0,0 0-9 15,-9 0-3-15,4 2-2 0,-6-1-1 0,-6 2 4 16,-10-2-4-16,-9-1-38 0,-15-3-77 0,-7 1-216 16,-9-3-352-16,1-6 156 15</inkml:trace>
  <inkml:trace contextRef="#ctx0" brushRef="#br0" timeOffset="96061.78">2303 13421 28 0,'0'0'124'0,"0"0"-12"0,0 0-2 0,0 0-7 15,0 0-9-15,0 0 3 0,0 0-13 0,0 0 0 16,0 0-14-16,0 0 5 0,0 0 9 0,0 0 2 16,26-8-3-16,-8 4-3 0,1-1-7 0,9-2-3 15,5-1-4-15,1-1 5 16,1 0-1-16,15-5 6 0,-13 1-2 0,13-5 2 15,-14 4-4-15,9-6 1 0,-11 5 1 16,-2-2 2-16,0-4 5 0,-4 4 2 0,-2-2 6 16,-1-1 1-16,-4-2 0 0,-1 3 9 0,-5-2-1 15,-3 5 7-15,-2 2-1 0,-6-2-6 0,-1 3-3 0,-1 0-21 16,-4 0-6-16,-1 3-8 0,-3-2-8 0,-6 4-8 16,-3-1-12-16,-6 5-12 0,-11-2 0 0,-2 6-2 0,-6 6-2 15,-11 3-6-15,-2 11 2 0,5 4-3 0,4 5-7 16,5 1 1-16,-1 5-5 0,4 1 4 0,14-7-5 15,-6 9 2-15,12-5 1 0,5-2-4 0,3 1 1 16,2-3-5-16,6 0-1 0,10 1 9 0,2-2-4 16,5-4 9-16,9-2-8 0,4-3 0 0,6-5 16 15,18 2-13-15,1-4 0 16,4-6 5-16,1-2 1 0,0-3-2 0,-3-2-2 16,-4 0 1-16,-15-2 1 0,-2-2-1 0,-4 4 2 15,-4-6 3-15,-9 6-3 0,-2-2 18 0,-6 1 0 16,-3-1 8-16,0 2-2 0,-1 0-2 0,0-1-2 15,-7 2-5-15,7-1-8 0,-7 1-9 0,8 0-17 16,-8 0-35-16,4-2-44 0,-4 2-60 0,0 0-93 16,0 0-308-16,0 0-599 0,0 0 265 0</inkml:trace>
  <inkml:trace contextRef="#ctx0" brushRef="#br0" timeOffset="97201.25">3277 11948 213 0,'3'-4'244'0,"-2"1"-11"16,3-1-14-16,-2 0-17 0,2-1 0 0,0 2-23 0,2-1-16 16,0 1-20-16,0-1-12 0,0 1-11 0,3 2-18 0,-1-2-9 15,1 5-15-15,-1-2-8 0,2 4-6 0,0 1-9 16,-1 1-13-16,1 5-6 0,0 1-7 0,-1 3-12 15,-1 4-3-15,-7 1-2 0,3 4-3 0,-8 2-1 16,3 1 1-16,-7 0-5 0,2 2-1 0,-7-3 0 16,0 1-2-16,-1 0 1 0,-1-5 1 0,2 0-3 15,2-8 0-15,-1 1 0 16,6-5 0-16,-1-2 3 0,1 2-1 0,2-3 0 16,0-4 6-16,2 1 34 0,-2 1 38 0,4-2 44 15,0-3 34-15,0 0 0 0,0 0 4 0,0 0-20 16,5-15-10-16,4 3-19 0,5-1-15 0,-1 2-5 15,3-5-9-15,5-6 4 0,-1 0-22 0,3-1-14 16,3-4-18-16,-2 4-4 0,3-1 4 0,-5 2-16 16,-3 2 4-16,-5 5-2 0,-1 3 5 0,-7 3 6 0,2 0-3 0,-4 4-8 15,2 0-4-15,-2 2-18 0,-2-1-17 0,1 1-30 16,-3 3-6-16,0 0 6 0,0 0 2 0,0 12 10 16,-5-2-2-16,0 5 5 0,-4 2 12 0,1 1 0 15,2 7-8-15,1 2 10 0,3-1-3 0,1-1 5 16,2-4-22-16,7 1-3 0,2 3-23 0,4-2-26 15,4-3-41 1,4-1-58-16,3-3-106 0,5-4-247 0,-2-2-588 0,-1-6 260 0</inkml:trace>
  <inkml:trace contextRef="#ctx0" brushRef="#br0" timeOffset="97711.48">3112 12535 60 0,'-6'0'235'16,"1"1"-26"-16,5-1-9 0,-8 1 4 0,4 2 5 0,4-3-6 0,-6 2-7 31,6-2-16-31,0 0-10 0,-6 1-12 0,6-1-6 15,0 0 3-15,0 0-14 0,0 0-9 0,0 0-2 0,0 0-11 16,0 0-6-16,0 0-10 0,0 0-10 16,0 0-12-16,0 0-6 0,0 0-7 0,0 0-14 15,0 0 3-15,0 0-7 0,0 0-7 0,0 0-4 16,0 0-5-16,0 0 1 0,0 0-7 0,0 0-6 0,0 0-6 0,0 0 3 16,0 0 1-16,0 0-2 0,0 0-4 0,0 0-2 15,0 0-2-15,0 0-1 0,0 0-1 0,0 0 0 16,0 0-4-16,0 0 2 0,0 0 3 0,0 0-9 15,0 0 7-15,0 0 3 0,0 0-8 16,0 0 0-16,0 0 1 0,0 0-1 0,0 0 1 0,15-7-4 16,2 6 2-16,4-2-1 0,15-1-2 0,6-1 1 0,18 0 7 15,5 1-2-15,27-1-7 0,2 0 1 0,-28 2-1 16,26-5 1-16,-28 7-3 0,-3 0 2 0,-1-1 3 16,-2 0-2-16,-7-1 5 0,-17-1-1 0,1 1-1 0,-7 1-4 15,-6 2 3-15,-8-3 5 0,0 3-5 0,-5 0 4 16,-1 0 4-16,-3 0-3 0,1 0 11 15,-6 0-10-15,9 0-3 16,-9 0-8-16,6-1-10 0,-6 1-14 0,0 0-29 16,0 0-27-16,-21 1-33 0,4 3-50 0,-3 0-30 15,-11 3-64-15,0-2-244 0,2-1-546 0,2 1 242 16</inkml:trace>
  <inkml:trace contextRef="#ctx0" brushRef="#br0" timeOffset="98365.26">3473 12610 52 0,'-4'-2'320'0,"4"2"-7"0,0 0-19 0,0 0-13 15,0 0-19-15,0 0-27 0,0 0-25 0,0 0-22 16,-1-3-18-16,1 3-18 0,0 0-19 0,0 0-17 15,14-2-9-15,-8 0-11 0,6 6-9 0,-1-4-12 16,2 3-9-16,1-3-5 0,-3 2-11 0,3 3-2 16,0 1-7-16,-3-2-8 0,0 1-17 0,-2 2-7 0,0-1-7 0,-2 2-12 15,0 1-8-15,-2 2-12 0,-1-4-7 0,0 1-9 16,-7 3-4-16,2-1 7 0,-3 0-1 0,-1 2 6 16,-5 0 3-16,-3 1 7 0,-1-2 5 0,-3-1 2 15,0 2 2-15,1-6 2 0,-2 5 6 0,3-4 6 16,-2 0 1-16,6-3 3 0,-2 0-2 0,4 0 3 15,0-2 10-15,4 0 0 16,0-1 9-16,0 2 6 0,0-2 5 0,5-1 14 16,-8 3 15-16,8-3 11 0,-4 1 20 0,4-1-14 15,0 0-6-15,0 0-5 0,0 0-8 0,0 0-11 16,0 0-8-16,0 0 4 0,36-4-8 16,-8 2 1-16,3 0-8 0,3 1-3 0,0 0-3 0,0 1-1 15,2-1-3-15,2 1-4 0,-6 1-3 0,-1 0 1 16,-5 2 3-16,-6-2-4 0,0 0-3 0,-10 0-3 0,3-1 4 15,-4 2-8-15,0-2 11 0,-5 0 2 0,-4 0-6 16,10 1 13-16,-6-1 6 0,-4 0 10 0,0 0-4 0,9-1-9 16,-9 1-6-16,0 0 8 0,0 0-31 0,0 0-36 15,1-4-59-15,-1 4-63 0,0 0-64 16,-10-8-71-16,6 3-253 0,3-2-598 0,-2 0 265 16</inkml:trace>
  <inkml:trace contextRef="#ctx0" brushRef="#br0" timeOffset="98944.79">4679 12051 215 0,'0'-4'250'0,"0"4"-14"0,0 0-20 16,0 0-17-16,0-5-15 0,0 5-15 0,0 0-13 16,3-3-21-16,-3 3-18 0,0 0-16 15,0 0-13-15,0 0-9 0,0 0-10 0,16 7-8 0,-11-5-8 16,4 3-6-16,4 1-4 0,-3 0-3 0,3 3-6 15,2 0-7 1,-2 0-5-16,1 2 4 0,-1 2-6 0,2 0 0 16,-5 1-7-16,2 1 1 0,-3 2-5 0,-4 0 3 15,0 2-6-15,-2-2 1 0,-6 2-3 0,-2-1-2 0,-4 5 1 16,-1-6 2-16,-2 5-4 0,-4-1-1 0,-1-1 2 16,-2-2-2-16,1 0 1 0,0-6 1 15,-1 5-1-15,2-7-4 0,2 2 4 0,1-4-2 16,0 1 6-16,4-1-5 0,2-1 0 0,2-2-1 0,-2-3 3 0,3 3-5 15,2-3 3-15,1 2 2 0,-2-3 4 0,4-1 4 16,-1 5 1-16,1-5 15 0,7 5 0 0,0-3 3 16,5-1 1-16,6 1-9 0,5-1 0 0,4-1-4 15,4 0 0-15,-4 0-3 0,2 0 1 0,2-3 0 0,-3 2-2 16,1-2-2-16,-11 3 0 0,0-1-5 16,-5 0 5-16,2-1 2 15,-7 1 6-15,-2 0 2 0,3 0 4 0,-4-2-4 16,-5 3-2-16,8-1-2 0,-8 1-6 0,1-3-21 15,-1 3-23-15,0 0-29 0,0 0-37 0,-14-5-26 16,5 3-46-16,4 0-58 0,-6 1-174 0,-1-3-438 16,1 2 194-16</inkml:trace>
  <inkml:trace contextRef="#ctx0" brushRef="#br0" timeOffset="99298.96">4665 12299 18 0,'-6'-2'260'0,"0"1"-3"0,6 1-8 0,-6 0-7 15,6 0-14-15,0 0-10 0,-6-3-1 0,6 3-19 16,-4-2-13-16,4 2-22 0,0 0-15 0,0 0-14 15,0 0-13 1,0 0-11-16,28 0-14 0,-9-3-9 0,1 2-10 16,10 0-8-16,-2-2-6 0,4 1-5 0,-1 0-4 0,-1-2-12 15,-3 4 2-15,-4-4-4 0,-4 4-2 0,0-1-10 16,-6 0 3-16,0-1-4 0,-5 1-3 0,-2 0-3 16,2 1 3-16,-2-1-5 0,-6 1 5 15,8 0-14-15,-8 0-13 0,5-2-12 0,-5 2-14 0,0 0-23 16,0 0-25-16,0 0-34 0,0 0-39 0,0 0-44 0,0 0-61 15,-18 7-202-15,18-7-494 0,-5 4 219 0</inkml:trace>
  <inkml:trace contextRef="#ctx0" brushRef="#br0" timeOffset="99730.27">5375 12286 104 0,'-9'1'255'15,"9"-1"-3"-15,0 0-2 0,0 0-6 0,0 0-11 16,0 0-12-16,0 0-14 0,0 0-25 0,0 0-2 16,0 0-30-16,0 0-17 0,21-1-17 0,-6-3-9 15,4 2-10-15,4 2-12 0,8-4-5 0,2 4-3 16,2-1-16-16,3-2-6 0,-2 3-5 0,1-2-8 15,0 2-1-15,-3-3 0 0,-2 3-12 0,-4-1-2 16,-7 0-1-16,-7 1-4 0,-1 0-4 0,-2 1-8 0,-3 0-4 16,-3-1-6-16,3 2-10 0,-4-1-17 0,-4-1-18 0,0 0-31 15,0 0-23-15,0 0-31 0,0 0-24 0,0 0-44 16,-25-5-60-16,15 4-143 0,5 1-435 0,-3 1 193 16</inkml:trace>
  <inkml:trace contextRef="#ctx0" brushRef="#br0" timeOffset="100046.53">6164 11960 174 0,'4'-10'321'0,"0"1"-5"0,-3 3-14 0,1 1-17 0,2-1-27 16,-1 3-20-16,-1-2-24 0,-1 3-23 0,1-2-11 16,-2 4-35-16,1-4-30 0,-1 4-19 0,0 0-11 15,0 0-5-15,6 10-11 0,-4-3-12 0,0 3-5 16,2 1-1-16,-4 7-7 0,4-1-6 0,-3 1 0 0,3 2-4 0,1-1-3 16,-5-1-5-16,1 0 1 0,2-2-37 0,-3 1-14 15,1 0-19-15,1-3-21 0,-2 0-29 0,0-4-18 16,-2 2-28-16,2 2-28 0,0-4-45 0,-1-5-222 15,0 0-471-15,1 2 209 0</inkml:trace>
  <inkml:trace contextRef="#ctx0" brushRef="#br0" timeOffset="100331.4">6055 12275 123 0,'0'0'241'0,"0"0"1"0,0 0-5 0,0 0-5 0,0 0-16 16,0 0-11-16,0 0-26 0,0 0-16 0,0 0-16 15,32-2-11-15,-10 2-15 0,10 2-16 16,1-2-7-16,7-2-12 0,-1 5-8 0,16-3-10 16,-5-3-3-16,-12 1-11 0,-1 2-3 0,-1-1-4 0,0-2-5 15,-4 2-6-15,-3 0 2 0,-8 0-7 0,-8-1-3 16,-2 2-3-16,-1-2 0 0,-3 1-6 0,0 1-6 0,-3-2-3 15,-4 2-10-15,5-2-15 0,-5 2-23 0,0 0-10 16,0 0-18-16,-25-1-21 0,12 2-38 0,-5 1-23 16,0 1-43-16,1 1-217 0,4-1-441 0,0 2 196 15</inkml:trace>
  <inkml:trace contextRef="#ctx0" brushRef="#br0" timeOffset="100800.4">6275 12371 106 0,'0'0'189'0,"0"0"-14"0,0 0-12 15,0 0-3-15,-4 5-6 0,4-5-5 0,9 4-14 16,-4-1-9-16,2 0-16 0,-1 4-11 0,3-2-10 15,-1 0-10-15,1 2-7 0,-1-3-6 0,0 3-11 16,-1 1-3-16,-1-1-1 0,-1 3-6 0,1-1-11 16,-3-1 5-1,1 1-5-15,-3 1 1 0,0 0-5 0,-2 2-6 16,-2-1 4-16,-2 0-10 0,-2 3-1 0,-3 0 0 0,-2-1-2 16,1 1 0-16,-1-2-8 0,2-4 7 15,0 1-3-15,-1 2-2 0,5-6 1 0,1 0-3 16,-4 1 3-16,5-1-5 0,-1-3 1 0,1 3 0 15,1-3 4-15,2 1-3 0,1-3 2 0,-5 5 18 0,5-5 7 16,0 2 10-16,0-2 17 0,5 4 2 0,-1-3 7 0,5 1-5 16,4-2-7-16,-2-2-2 0,10 4-7 0,4-4-4 15,-4 1-4-15,-1 1-3 0,1-2-4 0,-1 0-4 16,0 2-1-16,1-2-8 0,-2-1-1 0,-5 2-1 16,-5 0 1-16,-1 1-3 0,0-3 1 0,-1 3-1 15,-3-2-2-15,1 0-6 0,-5 2-4 0,7-1-12 16,-7 1-27-16,2-3-42 0,-2 3-55 0,0-4-76 0,0 4-83 0,-6-5-152 15,1 0-480-15,-2 1 213 0</inkml:trace>
  <inkml:trace contextRef="#ctx0" brushRef="#br0" timeOffset="101116.42">6191 12550 180 0,'-7'2'271'15,"7"-2"4"-15,0 0-8 0,0 0-11 0,0 0-17 0,0 0-22 16,0 0-22-16,0 0-21 0,32-4-17 0,-9 3-15 0,4 1-12 16,5 0-20-16,4-2-3 0,-3 2-13 0,1 0-12 15,1-2-14-15,-2 1 0 0,-2-3 4 0,-3 3-7 16,-10-1 3-16,-2 0 9 0,-2 1 13 0,-3-1 11 15,-5 0-2-15,1 2-4 0,0-1 5 0,-2 0-22 16,-1 0 0-16,-4 1-13 0,7-2-14 0,-7 2-2 16,0 0-11-16,5-1-18 15,-5 1-32-15,0 0-26 0,0 0-40 0,0 0-36 16,0 0-41-16,0 0-39 0,0 0-47 0,-14-4-53 16,10 2-215-16,-2 0-552 0,2-1 245 0</inkml:trace>
  <inkml:trace contextRef="#ctx0" brushRef="#br0" timeOffset="101450.83">6888 11911 145 0,'0'0'246'0,"0"0"-28"0,0 0-25 16,0 0-19-16,0 0-25 0,0 0-9 15,13 15-14-15,-4-1-11 0,1 8-9 0,3 5-7 16,1 6-9-16,-2 1-4 0,7 15-8 0,-5 4-10 16,-2 2-1-16,-2-2-1 15,-4 3-5-15,-3-3-10 0,-5-2-6 0,0-2-2 0,-5-3-4 16,-2-13-1-16,-5 0-2 0,-2 0-4 0,-6-4-5 15,-14 7-6-15,-1-2-1 0,-8-5-9 0,-2-5-21 16,-5-2-53-16,-11-2-36 0,-25-1-44 0,24-8-237 16,0-3-411-16,-4-4 183 0</inkml:trace>
  <inkml:trace contextRef="#ctx0" brushRef="#br0" timeOffset="102018.28">4504 11763 89 0,'0'0'200'0,"0"0"-23"0,0 0-21 0,0 0-17 0,0 0-10 15,-3 13-15-15,0 4-6 0,-7 9-10 0,-3 6-6 16,-3 15-4-16,-7-1-3 0,-1 8-3 0,2 1-9 16,-7 21-2-16,7-23-4 0,4 1-8 0,8-2-7 15,5-1-6-15,5-3-4 0,1-2-5 0,11 3 6 16,0-5 19-16,9-3 5 0,11 0-2 0,6-6-6 0,6 2-8 0,5-6-58 16,9-3-76-16,1-8-295 0,26 8-408 0,-22-17 182 15</inkml:trace>
  <inkml:trace contextRef="#ctx0" brushRef="#br0" timeOffset="103073.97">7287 13187 16 0,'0'0'197'0,"0"0"-5"0,0 0-3 16,-1-4-6-16,1 4-9 0,0 0-5 0,0 0-8 0,0 0 0 16,0 0-4-16,0 0-5 0,0 0-12 15,0 0-13-15,0 0-13 0,0 0-14 0,16-4-10 16,-3 1-13-16,7 0-5 16,10-3-8-16,0 1-3 0,4 2-7 0,2-1-5 15,3-1-9-15,12 3-4 0,-11 1-4 0,1-1 2 16,-4-1-5-16,-1 1-5 0,-4-1 0 0,-3 1-5 15,-10 0-10-15,-6 2-18 0,-1-3-23 0,-5 3-25 16,-1 0-24-16,0 0-4 0,-6 0-1 0,0 0-13 0,0 0-19 16,-22 8-24-16,9-6-51 0,-6 0-148 15,-2 1-370-15,1 0 165 0</inkml:trace>
  <inkml:trace contextRef="#ctx0" brushRef="#br0" timeOffset="103374.69">7518 13331 67 0,'0'0'242'0,"-7"1"3"0,7-1 3 16,-5 1 0-16,5-1-6 0,0 0-19 0,0 0-14 15,0 0-22-15,0 0-24 0,0 0-9 0,19-2-22 16,5 0-12-16,4 1-15 15,5-1-10-15,4-2-8 0,2 1-11 0,13-1-9 16,-15 3-17-16,-1-1-13 0,-4 1-12 16,0-1-12-16,-12 0-11 0,1 0-15 0,-10 2-4 15,1-1-10-15,-1-1-5 0,-6 2-2 0,0-2-23 0,-2 0-20 16,-3 2-21-16,-3-5-22 0,3 5-32 0,-10-5-36 16,1 1-183-16,-2 0-401 0,3 4 177 0</inkml:trace>
  <inkml:trace contextRef="#ctx0" brushRef="#br0" timeOffset="103838.09">8688 12838 81 0,'0'0'143'0,"0"0"-15"0,0 0-1 0,24 0-11 16,-5 0-8-16,9 1-20 0,3-1-7 0,3 0-6 0,3 1-7 15,18 1-3-15,-2 0-11 0,4-1-9 0,2 1-2 16,-2-2-7-1,0 0-5-15,-4 0 1 0,-13 0-2 0,-3 1-6 16,1-1 5-16,-7 0-9 0,-11 0-5 0,0 2 1 16,-6-2-5-16,-3-2-2 0,-5 1-12 0,-2 1-23 15,-4 0-13-15,0 0-20 0,0 0-16 0,-24-8-138 16,3 4-229-16,-7 2 101 0</inkml:trace>
  <inkml:trace contextRef="#ctx0" brushRef="#br0" timeOffset="104239.57">9063 12839 152 0,'0'0'209'0,"0"0"-3"15,0 0-17-15,0 0-13 0,0 0-14 16,0 0-15-16,0 0-16 16,0 0-11-16,0 0-15 0,0 0-19 0,0 0-11 15,0 0-6-15,0 0-4 0,1 11-10 0,-1 0-3 16,-1 2-4-16,-3 4-1 0,1 8-2 0,0 1-5 15,0 8-1-15,0 2-2 0,0 10 0 0,-1 2 0 16,0 0-7-16,3-2-3 0,-4 1-3 0,5 1-1 16,0-14-4-16,0 2 1 0,0-1-4 0,0-5-1 15,2 4-2-15,-2-5-4 0,-2-2 2 0,2-2 0 0,-3-7-5 0,2-1 3 16,-4-5 1-16,1-4-2 0,-1 1 4 0,-3-1 0 16,-3-1 2-16,1-2 1 0,-6-3-2 0,0-1 4 15,-3-2 3-15,-2-3 11 0,-6-1 0 0,0-3 5 16,7 0 5-16,0-1 1 0,2-3 9 0,0 3 2 15,2-1 3-15,0-2 3 0,6 5-9 0,1-1-3 16,0 2-2-16,1 1-7 16,5 0-4-16,-3 2 0 0,3-1 9 0,0 1-10 15,-1 0-18-15,4 3-12 0,-4-3-22 16,4 3-27-16,0 0-17 0,0 0-22 0,0 0-33 0,0 0-37 16,14 10-56-16,-5-5-244 0,3 0-493 0,0 0 219 15</inkml:trace>
  <inkml:trace contextRef="#ctx0" brushRef="#br0" timeOffset="104609.77">9416 13534 32 0,'0'0'248'0,"0"0"-22"0,-4 0-26 0,4 0-22 16,0 0-17-16,0 0-17 0,0 0-18 0,-8 5-13 0,4 0-10 16,1 1-13-16,-4 2-8 0,1 2-9 15,-1 2-8-15,2 1-3 0,0 1-7 0,-1-3-14 16,5 2 4-16,1-1-7 16,0 0-3-16,4 5 17 0,2-6 13 0,1 2 2 15,4-1 3-15,5-2 0 0,2 1-4 0,3-7 0 16,8 1-7-16,-2-3-4 0,-7-2-2 0,1-3 5 15,1-1 20-15,-6 0-5 0,1-7-1 0,-2 4-6 16,-3-5-7-16,-5 0-3 0,-2 2 5 0,-2-2-21 16,-3-4-6-16,-3-1-9 0,-3 1-7 0,-3 0-14 15,-6-1-17-15,-7 2-21 0,-5-2-26 0,-5 7-41 0,1 3-50 0,-1 0-64 16,2 2-254-16,3 4-507 0,8 1 225 0</inkml:trace>
  <inkml:trace contextRef="#ctx0" brushRef="#br0" timeOffset="106697.22">10193 13114 42 0,'-7'-1'138'0,"7"1"-7"15,0 0-5-15,0 0-14 0,0 0 0 16,0 0-6-16,-6-2-1 0,6 2 0 0,0 0-9 0,0 0 7 16,0 0-11-16,0 0-4 0,0 0-2 0,0 0-5 15,0 0-8-15,-8 0-7 0,8 0-8 0,0 0 0 16,0 0-4-16,0 0-1 0,0 0-1 16,0 0 1-16,0 0-4 0,0 0 1 0,0 0 0 0,0 0-3 0,0 0-5 0,0 0-5 15,0 0 0-15,0 0 0 0,0 0-6 16,0 0-1-16,0 0-1 0,0 0-1 0,0 0 1 15,0 0 1-15,0 0 4 0,0 0-3 0,0 0 0 16,0 0-2-16,0 0-4 0,17-3-7 0,-4 0 2 0,3-1-3 16,6 2-2-16,6 0-3 0,5-3-3 15,3 5 3-15,2-5-6 0,16 0 5 0,-1 2-6 0,0-4 2 0,2 0 6 16,-4 0-6-16,-11 3 0 0,11-2-3 0,-18 4 2 16,-1-1-3-16,-13 3-3 0,3-4 3 0,-4 1 2 15,-8 1-5-15,0 1-10 0,-2 1-4 0,-2-1-6 16,-3 0-16-16,-3 1-21 0,6-2-17 0,-6 2-16 15,0 0-12-15,0 0-17 0,-20-3-15 0,7 1-18 0,3 1-51 16,-9-2-104 0,-2 0-330-16,3 5 146 0</inkml:trace>
  <inkml:trace contextRef="#ctx0" brushRef="#br0" timeOffset="106944.87">10508 12886 234 0,'-3'-8'281'0,"-1"1"5"15,1 1-8-15,2 2-10 0,0 0-21 0,-1 0-20 16,1 1-19-16,1 3-27 0,0-5-22 0,0 5-22 16,0 0-28-16,0 0-13 0,0 0-11 0,-9 14-10 15,7-3-6-15,-4 7-10 16,3 9-6-16,-4 0-5 0,2 11-1 0,1-4 3 15,1 12-34-15,0 2-36 0,0-2-40 0,2-10-41 16,0 8-40-16,1-10-48 0,0-4-262 0,0 0-488 16,1-12 217-16</inkml:trace>
  <inkml:trace contextRef="#ctx0" brushRef="#br0" timeOffset="113239.2">11708 12579 73 0,'-5'-4'155'0,"5"4"-8"16,-5-1-4-16,5 1-15 0,0 0-10 0,0 0-10 16,-9 4-10-16,5-2-14 0,0 1 0 0,1 1-13 15,1 2-5-15,-3 0-6 0,4 0-2 0,-3 4-5 16,4 0-9-16,-4 2-1 0,3-5-1 0,-2 5-4 0,3 0-1 0,3-2-4 15,-2 1-2-15,3 0-6 0,0-2 0 0,4 2 1 16,2-1-8-16,-4-2 4 0,11 3-3 0,-3-2 0 16,1-1 2-16,2-2-1 0,1-2 1 0,-3 3-7 15,3-1 8-15,-3-2-5 0,-2 1-7 0,1 1 1 16,-4-2-2-16,-1-1 3 0,-4 0-9 0,1 1 3 16,1 3-2-16,-3-2-1 15,-3 0 0-15,-1 5-2 0,-4 1 3 0,-2-1-1 16,-5 5-7-16,0 0 5 0,-8 2 3 0,-2 4-4 15,-1-1 4-15,-1-2-2 0,-3 0-1 0,3-1 2 16,0 2-5-16,0-2 1 0,1-2 1 0,7-1-2 16,-2-2 5-16,3 0-1 0,-1 1-7 0,7-6 12 15,1 3-6-15,0-4-1 0,2 1 2 0,1-3 2 16,3 0 1-16,0 1 3 0,3-1 0 0,5 1 4 0,4-1-3 16,6 3 5-16,2-3-3 0,13-1-4 0,4-3 7 0,1 3 2 15,0-2-5-15,2 0 1 0,-4-1 0 0,-3 3 1 16,-3-3-4-16,-7 0-1 0,-4 0 0 0,-4 0 1 15,-5 0-1-15,3 0 3 0,-5-1 12 0,-2-1 1 16,0 2-3-16,-5 0-4 0,8 2-3 0,-8-2-5 16,0 0 1-16,7 0-8 0,-7 0-2 0,0 0-15 0,0 0-20 15,0 0-27-15,0 0-23 0,-16-8-22 0,11 4-43 16,0 3-175-16,-4-1-350 0,5-3 155 0</inkml:trace>
  <inkml:trace contextRef="#ctx0" brushRef="#br0" timeOffset="113794.2">11629 12961 14 0,'-4'-1'225'16,"4"1"-13"-16,-9-1-5 0,9 1-6 0,-9-1-8 15,9 1-10-15,0 0-23 0,0 0-13 0,0 0-15 16,0 0-7-16,0 0-19 0,0 0-9 0,0 0-13 16,0 0-11-16,0 0-2 15,0 0-7-15,0 0-8 0,0 0-3 0,0 0-7 16,0 0-5-16,0 0 0 0,0 0-6 0,0 0 0 15,0 0 2-15,0 0-1 0,0 0-1 0,0 0 0 16,0 0 0-16,0 0-3 0,0 0-2 0,0 0 1 16,0 0-3-16,0 0-3 0,0 0-1 0,0 0-3 15,0 0-2-15,0 0 1 0,0 0-3 0,0 0-1 16,0 0 2-16,0 0-5 0,0 0-3 0,0 0-1 0,0 0-5 0,0 0 3 16,0 0-1-16,0 0 0 0,0 0 0 0,0 0-1 15,0 0 0-15,0 0 0 0,19-3 0 0,-7 3-1 16,7-1-1-16,2-2-1 0,12 3 1 15,0-2 1-15,4-1 3 0,14 3-1 0,-10-3-1 0,-4 2-1 16,4 0 6-16,-4-1-4 0,-4-3 4 0,-2 5-2 16,-7-1 0-1,-6 0 7-15,0 1-6 0,-5-2 0 0,-3 1 3 16,-1-1 2-16,-1 2 5 0,-1-1 0 0,-7 1 2 16,8 1-3-16,-8-1-6 0,5-1 1 0,-5 1-5 0,0 0-3 15,0 0-10-15,9-1-12 0,-9 1-17 0,0 0-22 16,0 0-17-16,0 0-18 0,0 0-36 15,-11 12-38-15,8-10-41 0,-1 1-232 0,4-3-473 16,-1 2 211-16</inkml:trace>
  <inkml:trace contextRef="#ctx0" brushRef="#br0" timeOffset="114358.12">12535 12992 21 0,'0'0'162'0,"0"0"-5"0,-9-3 1 16,9 3-17-16,0 0-1 0,0 0-5 0,0 0-6 16,0 0-5-1,0 0 4-15,-9 0-9 0,9 0 1 0,0 0 4 16,0 0-12-16,0 0-12 0,0 0-9 0,0 0-8 0,0 0-11 16,27-2-7-16,-8 2-5 0,-1-2-6 0,5 1-3 15,5-3-6-15,3 4-2 0,2 0-6 0,-1-3-1 16,1 2 3-16,4-2-5 0,-5 2 2 15,0 0-2-15,-11-2 5 0,-1 3-12 0,-1-2 0 16,-7 2-5-16,-2-1-2 0,0 0 1 0,-5 1-6 0,3 0-1 0,-8 0-4 16,9 0-2-16,-4-1-6 0,-5 1-7 0,0 0-16 15,0 0-26-15,0 0-21 0,0 0-32 0,0 0-44 16,-26-2-34-16,15 1-204 0,1 0-415 0,3 1 184 16</inkml:trace>
  <inkml:trace contextRef="#ctx0" brushRef="#br0" timeOffset="115170.7">13248 12641 112 0,'0'0'175'0,"0"0"-15"0,-1-4-11 0,1 4 0 0,0 0-15 15,-1-4-9-15,1 4-12 0,0 0-3 0,0 0-10 16,-3-4-8-16,3 4-3 0,0 0-11 0,0 0-5 15,0 0-5-15,0 0-8 0,0 0-9 0,0 0-5 16,0 0-10-16,0 0-2 0,0 0-2 0,0 0-9 0,9 10-2 0,-5-7 4 16,2 1-1-16,3 1-3 0,0-2 2 0,2 1 1 15,6-1-3-15,2 1-2 0,2-1-2 0,-3 1-1 16,2-3-3-16,0 1 0 0,1 1 2 0,-2-1-3 16,0 0-4-16,-6-1 0 0,-1 1 3 0,-1-1-5 15,-2 2 2-15,-3-2-8 0,0 1 3 0,0 0-8 16,-4 1 4-1,1 0-3-15,-3 1 1 0,0 4 0 0,-3 0-1 16,-4 2 1-16,-5 4-1 0,-4 5 2 0,-5 1 0 16,-2 1-2-16,-1-2-3 0,2 3 9 0,-1 0-7 0,-4-1 6 15,3-1 1-15,5-1-2 0,-2 3-2 0,0 1-2 16,7-8 4-16,0-2 0 0,2 2-2 16,3-4 1-16,0-3 2 0,4 2-2 0,0-1-2 15,0-4 6-15,1 2-2 0,-1-4 1 0,5 1 1 0,-2 0 3 0,4 2 16 16,3-4 6-16,0 1 4 0,7 1-2 0,3-3 2 15,2 0-5-15,3 0-3 0,3 1-3 0,5-4-1 16,-9 2-11-16,4-1 7 0,0 1-1 0,-2 0 1 16,-2-1 11-16,-4 1 6 0,-2-1 3 0,-1 2 9 15,-2-1 0-15,-3-1 7 0,-1-1-2 0,-1 4 12 0,-5-2-7 16,10-2-4-16,-6 0-6 0,-4 2-3 0,0 0-7 0,9 0-5 16,-9 0 9-16,5 0-15 0,-5 0-6 0,0 0-7 15,0 0-13-15,0 0-23 0,0 0-10 0,0 0-34 16,6 0-23-16,-6 0-21 0,0 0-30 0,0 0-33 15,0 0-53 1,0 0-169-16,8 0-431 0,-8 0 190 0</inkml:trace>
  <inkml:trace contextRef="#ctx0" brushRef="#br0" timeOffset="115544.58">13207 12866 49 0,'-5'-1'204'15,"5"1"-8"-15,-8 0-12 0,8 0-9 0,0 0-7 16,0 0-6-1,0 0-15-15,0 0-13 0,-6-1-11 0,6 1-17 16,0 0-1-16,0 0-10 0,28 0-6 0,-9 0-12 0,11 0-5 16,2 0-2-16,3 0-12 0,6 0-4 0,-4-2-4 15,3-1-5-15,-4 3-4 0,-4 0 1 16,-2-3-11-16,-8 2-2 0,0 1-1 0,-9 0-6 16,-1 0 0-16,0 0 5 0,-6 0-8 0,2-2-2 0,-2 2-1 15,-6 0-10-15,12-1 10 0,-12 1-9 0,5-2 1 0,-5 2-12 16,0 0-9-16,0 0-11 0,0 0-31 0,0 0-32 15,0 0-37-15,-18-2-36 0,18 2-212 0,-10-1-402 16,6-1 179-16</inkml:trace>
  <inkml:trace contextRef="#ctx0" brushRef="#br0" timeOffset="115929.53">13344 12480 72 0,'0'0'240'0,"-6"-1"-9"0,6 1-15 0,0 0-18 0,-6-2-16 16,6 2-18-16,0 0-15 0,0 0-16 0,0 0-15 15,20-2-11-15,-6 3-11 0,7-1-11 16,10 1-23-16,0 1-32 15,1-1-30-15,-3-1-45 0,0 2-53 0,1-4-93 16,-9 2-101-16,0-3-316 0,-2 1 140 0</inkml:trace>
  <inkml:trace contextRef="#ctx0" brushRef="#br0" timeOffset="116299.23">13860 12356 240 0,'0'-5'267'0,"0"1"-23"0,0 4-22 0,0-5-21 15,0 5-24-15,0 0-16 0,1-3-20 16,-1 3-18-16,0 0-21 0,0 0-14 0,0 0-10 0,0 0-5 15,4 20-14-15,-4-11-1 0,0 3-6 0,0 2-3 16,0-3-5-16,0 9-8 0,0-2 0 0,0 3-8 16,0 2-1-16,3-5-5 0,-2 0-5 0,-1 2 5 15,0-2-4-15,1-3 1 0,2-3-2 0,-2 0-6 0,-1-2 0 0,0 2 1 16,0-7 1-16,3 2-3 0,-3 0-2 0,1-5 1 16,-1 6 4-16,0-5-3 0,0 1 0 15,0-4-1-15,0 5-2 0,0-5-3 0,0 5 1 16,0-5-3-16,0 0-1 0,0 0-13 0,0 0-40 0,0 0-52 15,0 0-60-15,0 0-78 0,4-12-122 0,-3 7-394 16,3-3 175-16</inkml:trace>
  <inkml:trace contextRef="#ctx0" brushRef="#br0" timeOffset="116561.72">14125 12293 173 0,'0'0'224'0,"0"0"-22"0,0 0-23 0,0 0-19 15,0 0-13-15,14 17-16 0,-9 0-6 0,3 12-7 16,-1 3-11-16,3 17-11 0,-3 5-4 0,0 5-6 16,-7 0-7-16,-2 24-8 0,-1-29-6 0,-4 4-6 15,-6 0-5-15,-1-2-8 0,-4-1 0 0,-4-2-6 0,-1-4 1 0,-8-1-9 16,-2-4-4-16,-7-1-2 0,-8-3-9 0,-4-2-18 15,-24 7-46-15,21-15-32 0,-3-4-48 16,-27 10-238-16,21-18-396 0,3-5 175 0</inkml:trace>
  <inkml:trace contextRef="#ctx0" brushRef="#br0" timeOffset="117193.14">11721 12248 60 0,'-4'0'151'0,"4"0"-16"0,-10 6-9 15,1 4-3-15,-9 8 0 0,-1 5-4 0,1 9-14 0,-10 13-4 16,2 5-5-16,-9 27-10 0,-2-3-7 16,11-18-7-16,-7 22-8 0,11-23-1 0,2 3-7 15,5 1-12-15,7-2 9 0,5 4 16 0,7-5-1 16,5-1-5-16,2 0-3 0,8-6-7 0,3-3-3 15,9-2-3-15,-3-3 1 0,4-5-28 0,-5-9-34 16,10 7-40-16,-4-13-49 0,0-3-225 0,2-2-354 16,11 2 157-16</inkml:trace>
  <inkml:trace contextRef="#ctx0" brushRef="#br0" timeOffset="118200.81">14600 12414 115 0,'0'0'177'0,"0"0"-16"15,0 0-13-15,-5-3-17 0,5 3-5 0,0 0-8 0,0 0-11 16,0 0-13-16,0 0-4 0,0 0-11 0,0 0 5 15,0 0-8-15,0 0 1 0,0 0-2 0,0 0 0 16,0 0-5-16,0 0-1 0,0 0 3 0,0 0 0 16,0 0-5-16,0 0-8 0,0 0-5 0,0 0-4 15,0 0-9-15,18-7 3 0,-6 6-8 0,5-1-5 16,6-1-5-16,5-1-1 16,3 2-2-16,2 0-4 0,3-1-1 0,3-1-1 15,0 3-4-15,-1-3 0 0,-1 1-2 0,-3 1-4 16,-5 0 3-16,-7 0-3 0,-3 1 1 0,-6 1-3 15,-1-2-8-15,-3 1-13 0,-1 0-14 0,-3 1-18 16,-5 0-12-16,0 0-30 0,0 0-11 0,0 0-23 16,0 0-27-16,-33 1-179 0,14 2-357 0,-2-3 159 15</inkml:trace>
  <inkml:trace contextRef="#ctx0" brushRef="#br0" timeOffset="118586.5">14789 12414 203 0,'-5'1'223'16,"5"-1"-11"-16,0 0-17 0,0 0-11 0,0 0-17 0,0 0-16 16,0 0-12-16,0 0-15 0,0 0-17 0,0 0-10 0,0 0-17 15,0 0-7-15,3 9-9 0,-3-4-8 0,0 4-8 16,-3 3-6-16,2 6 0 0,-3 6-2 16,-1 3-1-16,-3 2-5 0,2 3-3 0,1 1-2 0,-6 14-1 15,6-13-3-15,-1 0-2 0,1 0-2 0,-2 1-4 16,4 0-5-1,1-1 2-15,1-1 0 0,-3-2-1 0,4 0-4 16,0 1-2-16,-5-5 0 0,4-3 5 0,-3-6-5 0,4-1-2 16,-4-4 0-16,0-1 0 0,-1-2 3 0,1 2-1 15,-4-5 3-15,0 0 7 0,-1 0 1 16,-4-6 4-16,2 5 2 0,-2-6 0 0,-3 0 8 0,1-4 3 0,-3 1 7 0,-1-2-2 16,5-2-1-16,-4-1-2 0,5-1-4 15,-2 2 0 1,2 2-2-16,4-2 2 0,-1 0-2 0,2 2-5 0,3 1 4 15,0 0-8-15,1 0 1 0,-1 1-4 0,1-1-8 16,4 4-5-16,-3-2-22 0,3 2-35 0,-7-1-34 16,7 1-12-16,0 0-28 0,0 0-13 0,0 0-19 15,-1 11-53-15,1-11-187 0,5 8-429 0,1-5 190 16</inkml:trace>
  <inkml:trace contextRef="#ctx0" brushRef="#br0" timeOffset="118880.19">15088 13084 46 0,'0'-6'327'0,"1"0"-27"0,-1 1-24 0,2 0-26 0,-2 1-32 15,1 1-6-15,-1 3-36 0,0-4-22 0,0 4-20 16,0 0-24-16,0 0-16 0,0 0-7 0,0 12-9 15,-1 0-9-15,-1 2-6 0,0 3-5 0,1 0-7 16,-1 3-7-16,-4 6-4 16,2-1-3-16,3-1-9 0,-4-5-3 15,1-1 4-15,1-1-5 0,1-1-5 0,-1-6 2 16,2 4-25-16,0-5-23 0,-2-2-21 0,3-1-15 0,-1 1-14 16,1-2-4-16,-2 0-5 0,1-1-4 0,1-1-19 15,0-3-16-15,0 0-33 0,0 0-193 0,0 0-380 16,10-15 170-16</inkml:trace>
  <inkml:trace contextRef="#ctx0" brushRef="#br0" timeOffset="119296.96">15661 12963 1 0,'0'0'180'0,"-7"-2"-18"0,7 2-5 0,-7-1-10 16,7 1-5-16,0 0-19 0,0 0-11 0,0 0-1 15,-7-1-6-15,7 1-7 0,0 0 7 0,0 0-7 16,0 0-2-16,0 0-6 0,0 0-4 0,0 0-13 16,0 0-6-16,19-4-7 0,-5 0-7 0,6 3-5 15,1-2-6-15,9 0-1 0,0 1-6 0,6-1-2 0,4-2-5 0,12 0-4 16,-1 1 1-16,-13 1-2 0,2 2-5 16,1-4 0-16,-4 1-4 0,-4 1 0 0,-5-1-5 0,-6 3-7 15,-3-2-7-15,-6 1-11 0,1 1-14 0,-5-1-23 16,-1-1-35-16,-3 1-35 0,-4-1-28 0,-1 3-178 15,-6-7-357-15,-2 5 157 0</inkml:trace>
  <inkml:trace contextRef="#ctx0" brushRef="#br0" timeOffset="119519.47">15931 12798 152 0,'0'-5'296'0,"-1"3"13"16,1-2-25-16,1-1-14 0,-1 5-22 0,2-7-20 16,-2 7-32-16,0-3-23 0,0 3-26 0,0 0-20 15,0 0-27-15,0 0-9 0,-3 20-7 0,-2-3-8 0,-2 8-11 16,0 2-5-16,3 5-4 0,-2-3-8 16,1 20-1-16,1-15-1 0,0 0-40 0,-1-1-49 15,4 4-58-15,-1-2-49 0,-1-1-24 0,-4-4-267 0,2-1-476 0,0-8 210 16</inkml:trace>
  <inkml:trace contextRef="#ctx0" brushRef="#br0" timeOffset="120669.27">17117 12589 30 0,'0'0'130'0,"0"0"-6"0,0 0-15 15,0 0-7-15,-5 7-24 0,5-4 10 0,0-3-8 16,5 9-5-16,3-4-5 0,0 4-8 0,6 0-2 15,1 2-3-15,11 1-4 0,0 2 1 0,0-2-3 0,3 1-9 16,2 1-4-16,-3 0 0 0,0-1 2 0,-2 2-11 0,-3-1 1 16,-1 0-5-16,-6-2-1 0,-2 3-7 0,0-4 1 15,-5 4 1-15,-4-3 0 0,-1-2-7 0,-4 3-2 16,-2 0 2-16,-4 2-1 0,-3 0 1 16,-3-1-3-16,-10 6 2 0,0-1 0 0,-2 0-3 0,-3-2 0 15,3 0 2 1,-3-3-4-16,0-1 4 0,4 0 1 0,4-4-3 15,-5 6 2-15,7-6-3 0,1-2 0 0,4 0 0 16,3 1 1-16,2-6-2 0,0 3 2 0,2-3 1 16,1 3 3-16,-1-1 7 0,0-1 3 0,5-1 18 0,0-2 19 15,9 6 6-15,1-4-1 0,8 1-2 0,3-2-8 16,8-3-4-16,3 2-6 0,1-2-2 16,5 2-6-16,-2-2-1 0,1-3-3 0,-1 4-5 0,-3-1-4 0,-3-1-1 15,-1 1-3-15,-9 0 0 0,-7-3-9 0,1 5-8 16,-5-2-11-16,0 2-23 0,-1 0-16 0,-3-2-30 15,-5 2-46-15,2-3-38 0,-2 3-185 0,0 0-375 16,0 0 166-16</inkml:trace>
  <inkml:trace contextRef="#ctx0" brushRef="#br0" timeOffset="121038.78">17252 12941 174 0,'-6'-2'247'0,"1"2"-13"0,0-2-15 16,5 2-16-16,-8-3-8 0,8 3-16 0,0 0-17 15,-3-1-18-15,3 1-13 0,20-1-11 0,2-1-17 0,11-1-12 0,3 2-7 16,2 1-7-16,16-4-10 0,-2 0-7 0,0 1-4 16,-12-1-8-16,13-2-2 0,-16 4-4 0,-4 0-3 15,-11 0-9-15,-2-1 3 0,-6 3 0 16,-4-2-5-16,4 1-1 0,-7 1-5 0,-1 0-2 0,-2-2-17 16,-4 2-8-16,0-4-14 0,0 4-14 0,-9-4-13 15,1 2-12 1,-2 0-22-16,0 1-26 0,-3 1-30 0,3-2-34 15,-2 2-208-15,1-2-409 0,5 2 181 0</inkml:trace>
  <inkml:trace contextRef="#ctx0" brushRef="#br0" timeOffset="121285.93">18053 12891 28 0,'0'0'253'0,"0"0"-22"0,0 0-28 0,0 0-21 16,0 0-16-16,25-3-19 0,-6 2-16 0,11-2-10 16,3 2-13-16,4 0-13 0,16-2-3 0,-15 3-19 15,1 0-14-15,-2-1-30 0,-2 1-30 0,-6-2-36 16,-7-2-39-16,-4 2-56 0,-4-2-147 0,-4 2-302 15,-2-1 134-15</inkml:trace>
  <inkml:trace contextRef="#ctx0" brushRef="#br0" timeOffset="121524.25">18266 12722 139 0,'-1'-2'271'0,"-1"-2"-8"0,2 4-17 0,-1-5-19 0,0 3-18 15,1 2-24-15,0 0-23 0,-4-5-16 0,4 5-22 0,0 0-20 0,0 0-15 16,0 0-10-16,-2 13-9 0,-1-1-5 16,1 2-7-16,-2 3-2 0,-3 10-6 0,5-4-6 15,-2 4-2-15,-1 0-2 0,1-3-3 0,0 3-6 16,3 0 0-16,2 2-8 0,-1-3-33 0,0-1-37 0,3-4-29 16,-2-3-21-16,0 1-31 0,7 0-64 15,-3-5-182-15,0-1-405 16,3-7 180-16</inkml:trace>
  <inkml:trace contextRef="#ctx0" brushRef="#br0" timeOffset="121987.93">18838 12570 174 0,'0'0'194'16,"0"0"-16"-16,0 0-21 0,0 0-10 0,0 0-12 16,0 0-16-16,21 11-6 0,-8-5-8 0,2 3-8 15,6 0-13-15,5 6-2 0,2-4-9 0,-4 2-3 16,1 2-13-16,-6-3-3 0,-5-1-6 0,0 0-6 15,-1 0-7-15,-3 2-6 0,-3-1-3 0,-5 0-2 16,1-2-3-16,-3 4-4 0,-5 4-4 0,-3-4 1 16,-5 2-7-16,-1 5 3 0,-8-3 1 0,2 1-4 0,-7 3-2 0,2-6 5 15,-2 0-6-15,0 1 2 0,0-3-4 0,8-4 6 16,-3 4 0-16,3-4-7 0,3-2 2 0,5 0-1 16,2-2-1-16,-2-1-4 0,4 0 7 0,2-3 1 15,0 0 0-15,1 1 6 0,0 0 7 0,1-2 16 16,3-1 7-16,-5 5 11 0,5-5 7 0,0 0 8 15,0 0-2-15,14 1-8 0,-3 1-3 0,8-2 1 0,-1 0-11 0,9-2-4 16,1 1-4-16,2 1-6 0,-1-1 0 0,0-2-4 16,1 1-8-16,-1 1-14 0,-6-1-16 0,-4-3-30 15,0 1-31-15,-1-1-25 0,-6 2-47 0,-2 0-37 16,-1-1-218-16,-4-1-431 0,-2 2 191 0</inkml:trace>
  <inkml:trace contextRef="#ctx0" brushRef="#br0" timeOffset="122310.08">18828 12896 264 0,'0'0'281'0,"-6"-2"-13"0,6 2-6 0,0 0-6 16,-8-1-19-16,8 1-24 0,0 0-21 0,0 0-21 16,0 0-17-16,24-6-17 0,-3 5-18 0,10-2-7 15,2 2-13-15,0 0-11 0,5-1-9 16,-1 1-6-16,-2-1-10 0,2-3-5 0,-5 1-6 16,-3 1-3-16,-7 1-2 0,-5 1-7 0,-4-1 0 15,-4 0-2-15,-1 1-1 0,-1 0 0 0,-1-1-1 16,-2 1-10-16,-4 1-7 0,5-5-13 0,-3 5-17 15,-2 0-19-15,0 0-20 0,-7-7-20 0,1 6-22 16,0-1-27-16,1 0-27 0,-3 1-37 0,2 0-32 16,-1-2-225-16,1 1-476 0,3-1 211 0</inkml:trace>
  <inkml:trace contextRef="#ctx0" brushRef="#br0" timeOffset="122811.43">19339 12297 135 0,'0'0'271'0,"2"-4"-17"15,-2 4-25-15,0 0-21 0,1-4-24 0,6 3-16 16,-7 1-20-16,11 1-19 0,-3 1-9 0,1 0-14 16,2 2-11-16,-2 3-9 0,0-3-9 0,1 5-10 15,-1-1-5-15,-2-1-8 0,0 2-3 0,1 1-9 16,-4 0-5-16,1-2-3 0,-1 5-4 0,-4-2-5 15,2-1-2-15,-2 1-4 0,0-1-1 0,-4-1-2 16,2-1-1-16,0 0-2 0,1-2-2 0,1-1-1 16,-2 1 1-16,0 0-3 0,2-3-5 0,0-3 5 15,0 5 0-15,0 0-1 16,0-5 1-16,4 4 7 0,-4-4 17 0,5 3 9 16,0-3 3-16,4 2-1 0,4 0-5 0,1-2-4 15,5-2 0-15,2 2-4 0,-3 0-5 0,1 0 1 16,-5 0-5-16,0 0-4 0,-1-1-10 0,-1 1-11 15,-1-1-22-15,-5 1-18 0,-1 0-22 0,-5 0-15 16,12 0-23-16,-12 0-30 0,4-3-53 0,-4 3-239 16,2-2-460-16,-2 2 203 0</inkml:trace>
  <inkml:trace contextRef="#ctx0" brushRef="#br0" timeOffset="123074.23">19729 12322 74 0,'3'-1'258'0,"-3"1"-22"0,1-6-22 15,0 3-24-15,-1 3-23 0,0 0-14 0,12 5-17 16,-7 0-8-16,3 4-12 0,-1 8-9 16,6 6-8-16,-4 7-3 0,-3 5-9 0,1 16-7 15,-7 0 0-15,-4 7-8 0,-4 0-3 0,-7-5-10 0,-2 3-5 16,-7 2-6-16,-3-7-4 0,-5-1-1 0,-2 3-3 0,-1-6-4 15,-7-2-5-15,-4-2-5 0,-4-5-4 0,-19 13-10 16,21-21-13-16,-5-1-22 0,-2-4-32 0,-5 1-37 0,-24 4-34 16,27-14-79-16,3 0-175 0,-1-7-411 15,1-5 183-15</inkml:trace>
  <inkml:trace contextRef="#ctx0" brushRef="#br0" timeOffset="123712.62">17303 12301 140 0,'-2'-2'166'15,"2"2"-17"-15,0 0-15 0,-19 6-3 0,4 9-1 16,-8 6-6-16,-1 6-3 0,-10 9-15 16,0 8-7-16,-2 1-7 0,5 6-3 0,1-2-5 0,2-1-3 0,3 3-8 0,5-4-17 15,6 3 5-15,3-2-6 0,7-3-6 16,6-9-4-16,8 10 1 0,8 1-6 0,9-5 11 15,11-3-6-15,3 1-3 0,10-7-4 0,27 10 4 0,-19-17-31 16,0-1-49-16,0-1-70 0,-2-7-251 0,-1-1-390 16,-7-6 173-16</inkml:trace>
  <inkml:trace contextRef="#ctx0" brushRef="#br0" timeOffset="124430.43">20343 12318 153 0,'-6'-3'193'0,"1"-2"-8"0,1 3 1 0,3-1-14 0,1 3-11 16,-7-1-9-16,7 1-5 0,0 0-20 0,-3-3-13 0,3 3-12 15,0 0-5-15,23-4-14 0,-4 6-7 0,9-2-6 16,4 0-12-16,4-2-3 0,1 2-4 0,3 2-8 16,13-4-2-16,0 4-11 0,-17-2-8 0,1-2-11 15,-2 1-15-15,-3 1-16 0,-10 1-8 0,0-2-6 0,-9 2-15 16,-2-1-3-16,-3-1-20 0,-4 1-23 0,-4 0-18 15,0 0-21 1,-16-5-37-16,1 5-89 0,-7-3-281 0,3 2 125 16</inkml:trace>
  <inkml:trace contextRef="#ctx0" brushRef="#br0" timeOffset="124761.73">20519 12315 57 0,'0'0'128'0,"-3"7"-1"0,-1-4-9 0,3 3 1 0,0 5-7 15,-2-2 6-15,0 8-2 0,0 0-16 0,-1 1-14 16,-2 10 19-16,-1-4-5 0,0 10-10 0,-2-2-7 16,0 2-4-16,2 2-4 0,-1-2-2 0,0 0-8 15,3 0 0-15,-2-3-1 0,2 0-7 0,-1 1 0 16,1-4-4-16,0 2-3 0,-2-5-5 0,-2 1-5 16,3-2-3-16,-2-5 0 15,3-2 5-15,0-1 0 0,-1 0-2 0,-2-2 2 16,0-2-1-16,3-3 3 0,-4 0-2 0,2-2 4 15,0 0 5-15,-1-2 8 0,1-2 10 0,-1 1 3 16,3-4 7-16,-3 0-1 0,1 0 5 0,-1-3 3 16,0 2-2-16,2-3-8 0,0 0-6 0,0 1-9 15,0-1-4-15,0-1-4 0,2 2-5 0,0 0-8 16,0-2 2-16,2-1-16 0,-1 3-22 0,-1 0-27 0,1-1-23 0,0 2-39 16,3 2-37-16,-4-5-48 0,4 5-66 0,0 0-63 15,8-3-160-15,-1 3-497 0,4 0 220 0</inkml:trace>
  <inkml:trace contextRef="#ctx0" brushRef="#br0" timeOffset="125192.8">20672 12959 2 0,'3'-3'369'0,"-1"-2"-30"0,2 5-30 0,-4 0-28 16,5-4-28-16,-5 4-30 0,5-4-28 0,-5 4-17 15,4-1-20 1,-4 1-17-16,0 0-14 0,9 4-17 0,-4 0-13 16,-1 0-19-16,-1 2-9 0,2 2-14 0,-1 1-7 15,-3 2-7-15,-1-1-14 0,-1 4 1 0,-3 0-8 16,-1 3-1-16,-3-2-8 0,-1 2 3 0,-1-1 1 16,0-3 5-16,-1-1-9 0,1 0-3 0,1-2-2 15,4-1-1-15,-1-1-1 0,1-4 0 0,-3 1 0 16,4 0 1-16,2-1-5 0,-2-1 5 0,1 0 4 0,2-1 17 0,1-2 12 15,-3 3 2-15,3-3 9 0,0 0-3 0,0 0 0 16,16 2-6-16,5-2-4 0,11-3-5 0,8 1-2 16,16-1-1-16,3 1-9 0,2-2 4 15,3 1-3-15,4-1-5 0,-2 1 3 0,-4 2-5 0,-1 1 1 16,-6 1-2-16,-18 1 1 0,-2-4 3 0,-9 2-5 16,-5 0 8-16,-10 0-10 15,0-1 0-15,-1 1 4 0,-4 0-1 16,1-2-1-16,-1 2-2 0,-6 0-1 0,6 0-8 15,-6 0-8-15,0 0-21 0,9 0-19 0,-9 0-43 0,0 0-54 16,0 0-57-16,0 0-57 0,-24 7-272 0,6 0-573 16,7-4 254-16</inkml:trace>
  <inkml:trace contextRef="#ctx0" brushRef="#br0" timeOffset="127050.81">9224 15198 101 0,'-8'-1'137'0,"8"1"-9"0,0 0-10 0,-6 1-10 15,6-1-7-15,0 0-12 0,0 0-4 0,0 0 6 16,0 0 3-16,0 0 1 0,0 0-2 0,0 0 4 16,0 0-1-16,0 0-4 15,-8 0 3-15,8 0-4 0,0 0 0 0,0 0-4 16,0 0-5-16,0 0-9 0,0 0-3 0,0 0-11 16,0 0-5-16,0 0-3 0,0 0-7 15,0 0-4-15,0 0-3 0,0 0-5 0,0 0-4 0,0 0-3 16,0 0-3-16,0 0-4 0,0 0-1 0,0 0 9 15,0 0-9-15,0 0 1 0,0 0-2 0,0 0-2 16,0 0-1-16,0 0-1 0,0 0-2 0,0 0 0 0,0 0 0 0,0 0-2 16,0 0-1-16,26-3 2 0,2 1-3 0,5-1 0 15,7 0 0-15,16-3-1 0,0 2-2 16,7-1 3-16,0-1-1 0,1-1 0 0,-6 1-2 16,4 1-1-16,-10 1 2 0,-15-2-5 0,-4 3 3 15,-5 1-2-15,-6 1-15 0,-4-1-11 0,-4 1-10 0,-6 1-14 16,-2-3-10-16,2 3-6 0,-8 0-30 0,1-2-34 0,-1 2-24 15,0 0-20-15,-23-4-152 0,4 3-354 0,1-2 157 16</inkml:trace>
  <inkml:trace contextRef="#ctx0" brushRef="#br0" timeOffset="127297.78">9573 15023 92 0,'-2'-11'273'0,"-1"0"-2"16,2 1 3-16,-2-1 6 0,3 5-8 0,0-2-11 16,0 1-16-16,-1 3-25 0,0-1-30 0,1 2-18 15,0 3-25-15,-2-4-23 0,2 4-11 0,0 0-18 16,-5 19-7-16,1-1-13 0,-6 7-8 0,4 6-5 0,-2 2-2 16,0-2-10-16,-2 14-3 0,5-10-3 0,1 1-49 0,0 10-37 15,3 3-48-15,-3-3-46 0,4-13-68 0,-2 1-53 16,0-3-208-16,0-5-504 0,2-9 223 0</inkml:trace>
  <inkml:trace contextRef="#ctx0" brushRef="#br0" timeOffset="129302.04">10851 14750 55 0,'0'0'184'0,"-4"-8"-11"0,4 8-14 16,-4-1-18-16,4 1 2 0,0 0-25 0,0 0 0 0,0 0-12 0,-2-4-17 16,2 4-11-16,0 0-12 0,0 0-10 15,0 0-5-15,0 0-11 0,0 0-4 0,0 0 1 16,16 8 0-16,-8-3-1 0,5-3-6 0,7 4 1 0,6 2-1 16,4 2 4-16,4-3-4 0,0 0-3 0,3-2-4 15,0 3 0-15,-1-2 13 0,-3 1-7 0,-1 1-1 16,-4-3-4-1,-10 0 2-15,1 0-4 0,-6 1-7 0,0-3-1 16,-4 3-3-16,-4-2-2 0,0 2-1 0,-1 0-2 0,-4 3-3 16,-5 2 1-16,-5 3 3 0,-11 5-7 0,-2 0 5 15,-6 2-3-15,-1 1-1 0,-12 6 5 16,10-7-4-16,3 2-2 0,-2-1 1 0,-2-1-3 16,2 0 3-16,4 1 0 0,3-2 4 0,0-1-5 15,1 1 9-15,5-6-7 0,5-1-3 0,3 0 0 0,1-3 1 0,4 0 0 16,-3-2 6-16,3-2-1 0,4 1 3 0,1-2 3 15,1 1 4-15,4-2 8 0,7 2 2 0,-1-2 0 16,11-1 0-16,9-2-2 0,-1-1 0 0,2-3-3 16,5 3-1-16,-1-1-2 0,1 1-4 0,-1 0 1 15,-4-3-2-15,-1 0-1 0,-3 1-2 0,-8-1 1 16,-1 2 0-16,-7-1 6 16,-2 1 13-16,-1 1 8 0,-3-2 3 0,-2 2 1 15,3 0 0-15,-7 0-10 0,6-3-2 0,-6 3-7 16,5-1-8-16,-5 1-10 0,0 0-21 0,0 0-22 15,0 0-18-15,-22 0-30 0,16-1-29 0,-3 1-25 16,9 0-34-16,-13-2-195 0,5 0-402 0,5-1 178 16</inkml:trace>
  <inkml:trace contextRef="#ctx0" brushRef="#br0" timeOffset="129702.08">10774 15121 163 0,'-9'-1'205'16,"9"1"-12"-16,-7 0-10 0,7 0-6 0,0 0-7 16,0 0-11-16,0 0-21 0,0 0-12 0,0 0-13 15,21-5-14-15,1 2-4 0,10 0-11 0,1 2-8 16,19-5-8-16,-2-1-7 0,4 4-4 0,5-2-5 16,-2 0 9-16,2-3 2 0,-7 3-4 0,1 1-1 15,-15-2-7-15,-5 1 0 0,-6 3-7 0,-7 0-5 0,-3-2 4 16,-4 2 0-16,-3 0 3 0,-5 1 0 0,3 1-5 0,-4-1-5 15,1-2-7-15,-5 3-2 0,0-3-7 0,0 3-17 16,0 0-17-16,-10-4-20 0,-2 3-25 0,1-1-33 16,-2 2-42-16,0-1-40 0,2 0-238 15,2-1-447-15,-3 2 198 0</inkml:trace>
  <inkml:trace contextRef="#ctx0" brushRef="#br0" timeOffset="130272.23">11454 14407 30 0,'6'-4'217'0,"-1"1"-16"15,7-4-18-15,2 4-15 0,0-1-16 0,6 2-12 16,2 1-11-16,0 0-11 0,7 3-12 0,-2 0-10 16,-4 2-6-16,-5 2-14 0,1 1 0 0,-1 1-14 15,-6-1-11-15,-3-2-4 0,2 6 0 0,-5-1-10 16,1 0-7-16,-5 0-1 0,0 1-6 0,-5-1 0 16,-2 2-3-16,0-2-3 0,-5 2 0 0,1-1-3 15,0-2-2-15,-4 3-2 0,4-5 0 0,1 3-1 0,2-3 0 0,-3 2-3 16,4-2 0-16,1-1-2 0,-1 1 2 0,2-2-3 15,2 2 0 1,1 1 2-16,4 1 3 0,-1 1 2 0,3-1-1 0,3 5 5 0,5-1-1 16,-1-2 0-16,-2 2 5 0,2-1-3 0,1-2-2 15,-2 4-1-15,-6-4-4 0,3-2 1 0,-1 1 1 16,-2-2-6-16,-3 0-1 0,-1-1 0 16,-2 1 1-16,-1 0-5 0,-2 1 1 0,-4 0 2 15,-7 2-8-15,-2 0-26 0,-3 0-27 0,1-1-35 16,0 0-53-16,-1 0-206 0,1-3-380 0,4-1 169 15</inkml:trace>
  <inkml:trace contextRef="#ctx0" brushRef="#br0" timeOffset="130625.62">11947 15161 79 0,'0'0'272'0,"-7"0"-12"16,7 0-16-16,0 0-24 0,0 0-25 0,0 0-20 16,0 0-16-16,20-6-15 0,2 4-9 0,10 0-20 15,2 2-13-15,3-3-10 0,3 1-10 0,14 0-6 16,-2-1-12-16,3 0-2 15,-16 3-11-15,0-1-1 0,-5-2 0 0,-2 1-8 16,-11 0 0-16,-2 2-6 0,-8-1-2 0,1 1 0 16,-6 0 1-16,1-3-2 0,-1 3 1 0,-6 0-12 15,7-1 0-15,-7 1-4 0,0 0-3 16,0 0-20-16,0 0-13 0,0 0-22 0,-20-5-33 16,11 5-35-16,2-1-53 0,0 1-45 0,-1-2-192 0,2 0-430 15,6 2 191-15</inkml:trace>
  <inkml:trace contextRef="#ctx0" brushRef="#br0" timeOffset="131243.81">12913 14633 82 0,'0'0'131'0,"0"0"-8"0,0 0-12 0,0 0-4 0,-2 4-8 15,2-4 1-15,7 6-9 0,1-2-9 16,1 1-6-16,6 2 1 0,2 0-10 0,2-1-10 0,8 2-2 0,0 1-8 16,0-3-1-16,1 1-5 0,-3-2-3 0,-3 0 6 15,-2 0-6-15,1-2-7 0,-6 0 0 0,-2-1-3 16,0 3-1-16,-7-3-7 0,6 0-3 0,-7 1 0 31,1 1 0-31,-1 2-6 0,-4-2 0 0,1 2-1 16,-6 3 0-16,-1 1-3 0,-5 4 1 0,1 1 0 0,-9 6-3 0,-3-1 1 15,-2 4 3-15,-1-2-2 0,-3 4-1 0,1-3-2 16,-1 2 2-16,4-3-2 0,0 3 0 0,2-2 1 16,3-2 1-16,3-5 0 0,6-3-2 0,-1 1 0 15,0-1 0-15,3-1 0 0,3-4 1 0,0 0-2 16,2-2 1-16,1 0 3 0,2 0 8 0,3 0 10 16,2-2 8-16,7 2-2 0,6-2-1 0,4-1-2 15,9 2-10-15,-1-2 6 0,3-1-1 0,2-1-7 0,1-4 2 0,-4 3-4 16,2-3-1-16,-6 3 4 0,0-4 3 0,-7 3 4 15,-4-2 4-15,0 1 10 0,-5 1 8 0,-3 1 6 16,0-1 2-16,-3 1-1 0,-1 0-7 0,-6 0-2 16,9 0-6-16,-9 0-6 0,5 0-6 0,-5 0-14 15,0 0-24-15,0 0-35 0,0 0-48 0,-24 0-49 16,12 0-55-16,2 0-167 16,0 0-395-16,1-3 176 0</inkml:trace>
  <inkml:trace contextRef="#ctx0" brushRef="#br0" timeOffset="131607.29">12847 14979 112 0,'-7'-3'265'15,"7"3"-5"-15,-10 0-13 0,9-1-20 0,1 1-26 16,0 0-21-16,0 0-17 0,20-8-19 0,7 4-15 16,7 0-10-16,4 3-13 0,14-3-11 0,4-3-12 15,-2 5-8-15,6-3-9 0,-4 1-4 0,2-2-11 16,-2 2-4-16,-4-2 0 0,-16 2-5 0,1 0-3 15,-5 0-3-15,-13 0-5 0,-1 1 1 0,-6 2 4 0,-1-1 0 16,-2 0-3-16,-4-2-3 0,1 3-6 0,-3 0-3 16,2-2-6-16,-5 3-12 0,-5-7-26 0,3 2-30 0,2 5-23 15,-11-3-52-15,6 1-46 0,-2 0-75 0,-2-2-144 16,2 2-425-16,1-2 188 0</inkml:trace>
  <inkml:trace contextRef="#ctx0" brushRef="#br0" timeOffset="132345.26">13290 14462 110 0,'-8'-1'131'0,"8"1"-8"16,-7-2-12-16,7 2-5 0,0 0-12 0,-5-1-1 16,5 1-9-16,0 0 7 0,0 0 4 0,0 0 0 15,0 0 5-15,-4-1-2 0,4 1-1 0,0 0-5 16,0 0-6-16,0 0-7 0,0 0-10 0,0 0-5 16,0 0-3-16,0 0-6 0,0 0-7 0,0 0-3 15,0 0-1-15,0 0-7 0,0 0-1 0,0 0-3 0,0 0-6 16,0 0-3-16,0 0-2 0,0 0 0 0,0 0 11 15,0 0 7-15,0 0-1 0,0 0 8 0,0 0-1 0,0 0 0 16,0 0-1-16,0 0-3 0,0 0-3 16,0 0-3-16,0 0-4 0,0 0-4 0,23 0-3 15,-5 0-4-15,10-3 0 0,1 0-1 0,3 2-1 16,5 1-4-16,-2-1-4 16,-2 1-1-16,3-2-1 0,-2 0 0 0,0 1 0 15,-4-2-3-15,-7 1 0 0,-5 0-1 0,-5 2 0 16,-2-1 1-16,0-1 4 0,-5 2-3 0,0 0 3 15,-6 0-3-15,8-2-2 0,-4 0-4 0,-4 2 4 16,7-1-7-16,-7 1-8 0,0 0-15 0,0 0-22 16,0 0-29-16,0 0-31 0,0 0-32 0,-25 3-46 15,20-1-215-15,5-2-432 0,-10 0 191 0</inkml:trace>
  <inkml:trace contextRef="#ctx0" brushRef="#br0" timeOffset="132960.87">13887 14275 103 0,'0'0'177'16,"10"0"-15"-16,-3 0-19 0,3 0-13 0,4 2-15 16,-3 1-12-16,8 1-10 0,1 2-10 0,-1 0-7 15,1 2-8-15,-3 0-9 0,-2 0-6 0,-2 1-5 16,2 0-3-16,-7 0-7 16,1-1-3-16,-4 3-4 0,3-4-4 0,-7 4-5 15,0-4-5-15,-2 5-3 0,-3-4 5 0,-1 1-4 16,-1-1-3-16,-2 0 2 0,3-4-6 0,-3 1-1 15,2 0 2-15,0-1-4 0,-1-1 1 0,3-1 13 16,-1 1-16-16,0-1 0 0,3 0 2 0,2-2 1 16,-3 5-3-16,-1-3 2 0,4-2-1 0,0 5 1 15,0-5 1-15,5 6 3 0,1 0 8 0,6-1 4 0,-3 0 2 0,5 0 3 16,3 4-1-16,2-2 2 0,-5 1 0 0,1 3-5 16,2 2 1-16,-2-1-1 0,-1-2-3 0,-1 4 0 15,-1-1 0-15,-5-3-3 0,2-2-1 16,-4 2-4-16,-1-2-1 0,-1-1 1 0,-1-1-4 0,-2 2-2 15,-4 1-1-15,-1-1-1 0,-4 1 0 0,-2-1-2 16,-1-1-20 0,-6 0-32-16,2 3-47 0,-5-7-57 0,1 0-155 15,2-3-335-15,0 0 147 0</inkml:trace>
  <inkml:trace contextRef="#ctx0" brushRef="#br0" timeOffset="133292.54">14378 14224 281 0,'1'-2'270'0,"-1"2"-27"0,2-5-29 0,-2 5-25 16,0 0-21-16,0 0-19 0,0 0-16 0,9 18-14 31,-3-2-10-31,4 8-9 0,0 5-13 0,0 4-4 0,5 16-9 0,-2 2-4 0,-5 9-6 0,3 27-2 0,-2-4-5 16,-5 1-4-16,-9-1-4 0,-4-25-4 15,-13 26-3-15,2-26-5 0,-4-1-4 0,-8-7-4 16,-22 25 0-16,-1-9-3 16,-6-5 0-16,16-18-1 0,-28 12-3 0,18-21-24 15,-20 15-12-15,-4-8-3 0,20-18-32 0,-1 4-32 16,-22 5-37-16,23-10-40 0,-29 4-49 0,-3-5-167 15,1-5-405-15,24-10 179 0</inkml:trace>
  <inkml:trace contextRef="#ctx0" brushRef="#br0" timeOffset="133932.09">10876 14444 136 0,'2'-4'201'0,"-2"1"-19"16,0 3-20-16,0 0-20 0,0 0-22 0,-12 12-2 15,-4 9-3-15,-4 9-15 0,-13 20-1 0,-15 29-2 0,4 3-4 16,-2 4-6-16,5-1 6 0,8-1-9 0,6 1-6 0,0-7-10 16,17-21-5-16,1 2-1 0,11 21-7 0,6-22-6 15,7-3-3-15,7 0-21 0,22 18 3 0,-6-25-1 16,11-6-7-16,24 9-17 0,5-12-34 15,5-4-57-15,10-6-94 0,-1-12-160 0,1 0-371 16,-26-13 164-16</inkml:trace>
  <inkml:trace contextRef="#ctx0" brushRef="#br0" timeOffset="135112.44">15153 14495 114 0,'-10'0'99'0,"2"0"3"0,0 0-8 0,1 0 0 15,-2 0-3-15,9 0-2 0,-11 0-7 0,11 0 0 16,-8-2 2-16,8 2-7 0,-6 0 0 0,6 0 14 16,0 0-1-16,0 0-11 0,-7-1-5 0,7 1-7 15,0 0-5-15,21 0-6 16,-1-2-6-16,8 0-6 0,4 1-5 0,5-3-2 15,14 1-3-15,2 2-5 0,-1-4-1 0,3 1 1 16,1 2-2-16,-1-2-10 0,-4 2 7 0,-12 1-7 16,-6-1-4-16,-5 1 2 0,-10 0-6 0,-3 1-9 15,-3 0-9-15,-3 0-15 0,-3-3-11 0,-3 3 3 16,-3 0-4-16,0 0-17 0,0 0-9 0,-29 0-8 16,9 3-15-16,-7-3 4 0,0-3 4 0,-2 6 0 0,7-3 12 0,-6 0 4 15,5 0 7-15,3 0 7 0,0 0 7 0,1 0 4 16,3 0 3-16,2 0 13 0,2-3-1 0,3 3 19 15,2 0-1-15,-1 0 5 0,8 0 7 0,-10 0 14 16,2 3 4-16,8-3 4 0,-6 0 4 0,6 0-3 16,0 0-8-16,-8-3-6 0,8 3 1 0,0 0-3 15,0 0-1 1,-8 3 2-16,8-3-7 0,-1 2 0 0,-3 2 12 16,3 1 4-16,-4 3-6 0,-2 3 14 0,2 3 11 0,-2 4-8 15,-3 6 9-15,-1 6 2 0,0 4-6 0,-1 1 1 16,-2 12 0-16,-1 1-10 0,3 1 3 0,1 1 19 15,-1 1-10-15,6-2-3 0,-3-3-3 16,5-9-5-16,-1-2-1 0,4 11-6 0,-3-13 0 0,3-2-5 16,1 0 3-16,-3-1-5 0,2-5 2 0,0-8-8 0,1 0-2 15,-3-5 2-15,-1 1 1 0,0-2 10 0,3-5 9 16,-3 0 6-16,-2-2 6 0,1 0 3 0,-7-3 1 16,1-2-2-16,-6-5 9 0,-5-1 6 0,2-1 7 15,3-2-1-15,-6-4-1 0,7 2 2 0,-2 0-2 16,4 0-3-16,-3 0-6 0,8 3-3 0,-1 1-6 15,1 1 9-15,0 0-5 0,5 3-3 0,-2 0-1 0,2 0-10 0,0 1-5 16,3 0-16-16,-3 0-22 0,4 3-28 0,-4-2-11 16,4 2-10-16,0 0-18 0,0 0-20 0,13 9-32 15,-3-4-32-15,2 0-46 0,4 2-256 0,0-3-493 16,4 2 218-16</inkml:trace>
  <inkml:trace contextRef="#ctx0" brushRef="#br0" timeOffset="135597.68">15721 15216 154 0,'5'-4'206'0,"1"3"-26"0,4-1-19 0,3 1-17 16,0 0-12-16,4 1-14 0,0 1-8 0,0 2-19 15,2-2-7-15,-1 6-11 0,0-3-4 0,-6 2-12 16,-1-2-3-16,-3 4-7 0,-2-1-4 0,-2 0-7 15,-1 3-4-15,-3-3-5 0,0 1-3 0,-6 3-4 0,0-2-4 16,-3 0 2-16,-5 1-4 0,0 2 1 0,0-1-1 16,0-4-1-16,1 1-1 0,4-3-3 0,0-1 1 0,4 1-1 15,-4-1-5-15,5 0 0 0,-1 0 1 0,5 1 0 16,0-1 0-16,1 2 4 0,7 3-1 0,1-1 0 16,1-1-3-16,7 3-2 0,-2-1 4 0,6 3-4 15,-6-2 2-15,11 4 4 0,-10-1 4 0,1-4-3 16,-1 3-1-16,-3-2-5 0,-4-1 6 0,-1-1-4 15,-1-1-1-15,-3 0 0 0,0-1-1 0,-3-2-1 0,-1 4 4 16,-3-3-17-16,-4-1-2 0,-2 1-4 0,-5-1 6 0,-4 1-6 16,-4-4-27-16,2-2-19 0,2-1-34 0,-5-3-30 15,0-1-168-15,4-2-317 0,1 1 142 16</inkml:trace>
  <inkml:trace contextRef="#ctx0" brushRef="#br0" timeOffset="135983.28">16411 15070 153 0,'-8'-1'137'15,"8"1"-14"-15,-6 0-4 16,6 0-21-16,0 0 9 0,0 0-13 0,0 0-6 16,0 0 4-16,0 0-5 0,0 0 3 0,0 0-1 15,0 0-2-15,0 0 1 0,0 0-8 0,30-3-4 16,-7 2-8-16,8-2-8 0,5 2-10 0,2-2-1 15,2 2-7-15,13-2-5 0,1 0-5 0,5 1 0 16,-4-1-4-16,1-2-4 0,-19 4 1 0,0-2-3 16,-1 0-3-16,-7 0-1 0,-7-1-4 0,-3 3-1 0,-7-2-3 0,0 3-8 15,-4-3-18-15,-3 2-24 0,-1-4-28 0,-4 3-27 16,0 2-28-16,-9-7-180 0,-4 2-326 0,-3 0 144 16</inkml:trace>
  <inkml:trace contextRef="#ctx0" brushRef="#br0" timeOffset="136237.44">16738 14853 145 0,'1'-7'281'0,"-1"2"-23"0,1 1-26 0,-1 4-28 16,-1-7-19-16,1 7-26 0,5-1-19 0,-5 1-13 0,0 0-12 15,-1 16-15-15,-3-3-12 0,2 4-10 0,-1 10-9 16,-1 1 3-16,-1 4-10 0,1-3-4 0,3 3-6 16,-3-1-4-16,0 1-6 0,2-3-6 0,2 0-26 15,2-1-20-15,-2-3-28 0,0-3-28 0,0-4-26 16,3 0-28-16,-1-2-40 0,1 1-187 0,-2-7-373 16,2 0 165-16</inkml:trace>
  <inkml:trace contextRef="#ctx0" brushRef="#br0" timeOffset="136484.37">17656 14991 16 0,'6'-3'141'0,"-1"3"-30"0,-5 0-30 16,10-2-50-16,-1 2-64 0,-1 0-26 0,3 0-61 16,3 0 27-16</inkml:trace>
  <inkml:trace contextRef="#ctx0" brushRef="#br0" timeOffset="136653.44">18197 14938 55 0,'5'-2'159'0,"7"-4"-23"0,-3 5-25 16,2 0-44-16,2-2-59 0,2 2-98 0,-2-2-97 0,7 1 43 15</inkml:trace>
  <inkml:trace contextRef="#ctx0" brushRef="#br0" timeOffset="136816.35">18771 14882 87 0,'3'-3'152'0,"3"-1"-25"0,3 1-15 15,2 1-37-15,7 1-32 0,5 0-65 0,4 0-74 16,3-2-104-16,2 2 46 0</inkml:trace>
  <inkml:trace contextRef="#ctx0" brushRef="#br0" timeOffset="136954.12">19420 14816 109 0,'6'-2'124'0,"5"0"-30"0,5 2-34 0,2-3-47 0,4 6-80 0,7-3-72 15,1 0 31-15</inkml:trace>
  <inkml:trace contextRef="#ctx0" brushRef="#br0" timeOffset="137100.97">20022 14807 106 0,'10'0'128'0,"4"-2"-28"0,7 2-28 0,9 2-61 0,2 0-52 16,0 1-22-16,5-1-68 0,1 1 30 0</inkml:trace>
  <inkml:trace contextRef="#ctx0" brushRef="#br0" timeOffset="137216.84">20553 14812 119 0,'3'-3'207'0,"-3"3"-22"16,-3-6-20-16,6 3-19 0,-3 3-16 0,1-5-46 15,-1 5-84-15,0 0-173 0,0 0-188 0,0 0 84 16</inkml:trace>
  <inkml:trace contextRef="#ctx0" brushRef="#br0" timeOffset="-99118.99">22224 14795 4 0,'0'0'98'15,"0"0"-7"-15,0 0-11 0,-8 0-2 0,8 0-5 16,0 0-8-16,0 0 1 0,0 0-2 0,0 0-8 16,-8 0 1-16,8 0 0 0,0 0 4 0,0 0-4 15,0 0 4-15,0 0 1 0,0 0-3 0,0 0-4 16,0 0-1-16,0 0 3 0,0 0-1 0,0 0 3 16,19 0 2-16,2 0-5 0,13-3-1 0,6-1-3 0,20-1 1 0,31 2 6 15,1-1 1-15,-28 2-5 0,31-1-5 0,-5 1-7 16,-28-1-1-16,4 3-5 0,-4 0-1 0,1 0-4 15,-6 0-7-15,-2 0 0 0,-15 0 1 0,-2 0-7 16,-3 2 1-16,-4-1-1 0,-10 0-5 0,2 0-2 16,-7-1-3-16,-4 2-4 0,0-2-5 0,-6 0 2 15,2 1-3-15,-3-1 0 0,-5 0-2 0,6 0-4 0,-6 0-2 0,0 0-12 16,0 0-18-16,0 0-24 0,0 0-23 0,0 0-34 16,0 0-49-16,0 0-118 0,-23-3-310 0,18 2 137 15</inkml:trace>
  <inkml:trace contextRef="#ctx0" brushRef="#br0" timeOffset="-98734.1">23374 14514 129 0,'-2'-5'194'0,"2"5"-19"15,-2-1-19-15,2 1-25 0,0 0-12 0,0 0-15 0,0 0-9 16,0 0-13-16,21 6-4 0,-9-1-11 16,6 5-6-16,-3-3-2 0,12 7-10 0,-4 1-4 15,-2 1-2-15,2-1-9 16,-6-2 1-16,-4 2-2 0,1 1-3 0,-4-2-2 15,2 3-7-15,-7-2-7 0,1 1-6 0,-3-6-2 16,-3 5 5-16,-3-2-2 0,-3 4-2 0,-5-5-3 16,0-1 2-16,-5 2-1 0,-2-2-6 0,-7 2 9 15,0 2-7-15,-3-4 4 0,1 0-6 0,4-1 9 16,1-2-6-16,4-3 2 0,2 4-2 0,-1-3 0 16,7 0-8-16,-3 0-25 0,7-2-35 0,1 1-8 0,2-2-27 0,3 1-164 15,0-4-288-15,10 3 128 0</inkml:trace>
  <inkml:trace contextRef="#ctx0" brushRef="#br0" timeOffset="-98271.79">24691 14347 62 0,'0'0'151'0,"0"0"-21"0,0 0-23 0,0 0-28 0,0 0 11 0,0 0-11 16,0 0-6-16,-5 17-3 0,1-8-9 0,-5 6-9 16,1 1-6-16,-7 5-5 0,1 3-8 0,-5 1 3 15,1 1-12-15,-1 3 0 0,0-3 10 0,-2 2-16 16,3-3 1-16,-1 0 0 0,2-1-1 0,2-2-8 16,6-8 6-16,0 1-7 0,0-3-10 0,4-1 11 15,0-1 0-15,1-1-4 16,0-2 6-16,3-2-9 0,0 1 10 0,1-3 13 15,4 2 27-15,2-1 2 0,6 2 2 0,9-2-7 16,9-2-6-16,3-1 0 0,-1-1-6 16,3 2-5-16,-4-4-9 0,1 0-9 0,-5-1-25 0,1 1-35 15,-5-4-15-15,-2 4-43 0,-2-2-54 0,-5-1-80 16,-3 2-256-16,0-4 114 0</inkml:trace>
  <inkml:trace contextRef="#ctx0" brushRef="#br0" timeOffset="-98049.54">24830 14621 168 0,'0'0'237'0,"0"0"-22"0,0-3-20 0,0 3-22 0,0 0-18 16,0 0-20-16,0 0-26 0,0 0-12 0,0 0-7 16,-1 15-14-16,0-5-6 0,-1 2-8 0,-3 4-6 15,3 2-9-15,-2 8-3 0,0-1 0 0,2 1 8 16,-2 3-6-16,1-2-6 0,2 3 0 0,0-3-2 0,2 1-7 31,-1-5-29-31,-1 4-20 0,1-9-32 0,0 1-13 16,-2-1-36-16,2-3-49 0,-2-2-160 0,0-4-332 0,0-1 147 15</inkml:trace>
  <inkml:trace contextRef="#ctx0" brushRef="#br0" timeOffset="-97470.64">24673 14183 122 0,'-14'-5'117'0,"4"3"-12"0,-3 1-10 0,-2 1-17 15,-4 4-1-15,-2 0-3 0,-6 6-13 16,-1 3-5-16,-4 3-6 0,2 3-9 0,-10 12 8 15,-1 1-1-15,4 4-3 0,1 0 2 0,0 6-5 0,3 2 0 16,2-1 2-16,5 6-8 0,3-2-4 16,-2-1-7-16,5 0 1 0,5-2-6 0,6-8 1 15,-5 7 5-15,6-9-6 0,3-4 4 0,2 2-9 0,3-2 1 0,4-2 6 16,1-2 1-16,7 0 18 0,2-2 2 0,4-1 12 16,5-2 20-16,5-2 6 0,4-3 16 0,18 3-1 15,3-4 5-15,0 1 1 0,2-8 5 0,3 1-5 16,6-4 7-16,0-3-5 0,1-2-5 0,26-6 2 15,-31 0 0-15,0-4-1 0,0-3-8 0,-3-3 0 16,-8 0-10 0,-3-7-2-16,-1 0-10 0,-8-9-5 0,2-2-7 0,-6-3-7 15,-3-5-11-15,-9-3-5 0,-1-3-8 0,-11 1 4 16,-8-2-6-16,-2 2 0 0,-12 1-7 0,-6 3 1 16,-10 2-4-16,-8 7-9 0,-12 2-20 0,-31-4-41 15,-10 10-43-15,-7 13-45 0,-5 4-77 0,-21 7-333 16,2 6-598-16,-4 1 265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38:33.80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3677 2888 222 0,'-1'-4'295'0,"1"1"-6"0,1-2-8 0,-2 0-14 0,1 5-14 16,0-8-12-16,0 4-16 0,0-1-29 0,0 0 7 15,1 0-12-15,-1 3-20 0,0-3-15 0,0 0-16 0,0 5-22 16,0-5-10-16,0 5-6 0,3-4-9 0,-3 4-8 31,1-3-16-31,-1 3-4 0,0 0-12 0,3-6-3 16,-3 6-13-16,0 0-27 0,0 0-23 0,0 0-23 16,0 0-17-16,0 0-2 0,-3 18 5 0,3-6 6 15,-4 7 4-15,-1 8 3 0,1 7 9 0,-5 13 6 0,3 3-4 0,-3-1 8 16,1 2 5-16,3-3 7 0,-2-1 1 0,4-13 12 15,-1 10 6-15,2-11 7 0,2-3-4 0,2-3 1 16,-6-1-3-16,3-6 9 0,4-4-15 0,-3-3 16 16,2-4 3-16,-2 1 1 0,0-3 6 0,-2-1 17 15,4-2-4-15,-2-4 27 0,0 7 24 0,0-3 7 16,0-1 14-16,0-3 4 0,0 0-3 0,1 4-2 16,-1-4-6-16,0 0-12 0,0 0-7 0,0 0-14 0,0 0-7 0,0 0-9 15,0 0-9-15,0 0-21 0,0 0-16 16,0 0-31-16,0 0-35 0,0-15-32 0,3 12-33 15,-3 0-37-15,0 3-34 0,0-8-37 0,0 8-38 16,1-7-64-16,1 3-307 0,-2-3-683 0,0 7 302 16</inkml:trace>
  <inkml:trace contextRef="#ctx0" brushRef="#br0" timeOffset="432.48">3626 3485 53 0,'-5'2'217'0,"-3"0"-14"0,3 0-6 0,0-1-6 16,5-1-6-16,-9 2-11 0,9-2-6 0,-6 1-5 15,6-1-8-15,-7 0-8 0,7 0-4 0,0 0-9 16,0 0-12-16,0 0-6 0,-6 1 0 16,6-1-12-16,0 0-7 0,0 0-10 0,0 0-4 15,0 0-12-15,0 0-4 0,24-1-11 0,-6-1-5 16,9-3-6-16,6 1-6 0,3-2 2 0,15 1-9 0,0-1 1 0,0-1-9 15,3 2 3-15,-2-2-2 0,1 2-4 0,-19 1-4 16,2 2-3-16,-5-2-2 0,-3 1 1 0,-12 0-2 16,2 1 1-16,-7 0-1 0,-3 1 3 0,0 0-4 15,-2 0 25-15,-3-1 10 0,-3 2 4 0,8 0 4 16,-8 0-8-16,7-2-6 0,-7 2-5 0,0 0-17 16,0 0-8-16,0 0-16 0,0 0-18 0,-25 4-20 0,18-3-25 15,7-1-28-15,-16 2-33 0,8 0-40 0,2 0-60 16,6-2-278-16,-12 0-550 0,12 0 244 0</inkml:trace>
  <inkml:trace contextRef="#ctx0" brushRef="#br0" timeOffset="1187.54">4450 3413 63 0,'-5'0'251'0,"5"0"-18"0,-6 4-14 0,6-4-11 15,-4 1-12-15,4-1-8 0,0 0-10 0,0 0 1 16,0 0-3-16,0 0-15 0,0 0-14 16,0 0-15-16,0 0-11 0,0 0-11 0,18-10-13 15,-3 6-8-15,2-4-5 0,2 3-13 0,9-6-7 16,0 1-10-16,-2-1-1 0,-1-1-8 0,1-2-1 15,-1-2-8-15,-3 3 0 16,-3-2-5-16,-1-1-7 0,-3 3 3 16,-2-1-6-16,0 0 18 0,-5 4 5 0,-2 0 6 0,2 0 25 15,-6 1-3-15,1 0 0 0,-2 2-9 0,-2-2-12 16,-3 3-7-16,-2 0-7 0,-6 1-9 0,-1 1-4 16,-6 1 2-16,-4 3-7 0,-5 0 2 0,-3 4-4 15,1 3-5-15,3 0 2 0,-5 2-3 0,4 4-8 16,2 1 8-16,2 1-3 0,2 2-4 0,7-3 1 0,-2 5 2 15,8-1-6-15,1-1-15 0,2-1-5 0,6 2 2 16,4-2-1-16,4-1 3 0,2-1 6 0,8 0-4 0,8-2 2 16,4-2 4-16,7-2-10 0,1-4 3 15,15-4-5-15,-13 0-4 0,13-5-3 0,-3-5-2 16,-13 0 4-16,1-1 3 0,-2-4 6 0,-3-2 2 16,-2-2 2-16,-3-2 10 15,-2 0 13-15,-3-2 7 0,-4-2 2 0,1-2-2 16,-4-1 6-16,-2-6 1 0,0-12-5 0,-4-1 11 15,-4 13 2-15,-2-11-1 0,0 13 24 0,-4 2 22 16,1 2 27-16,-2 2 23 0,-1 8 9 0,2 1 5 16,-3 6 0-16,2-1-6 0,1 4-10 0,0 1-13 15,0 1-14-15,0 2-11 0,-2 0-34 0,2 4-33 16,0-7-44-16,0 7-30 0,0 0 2 0,0 0 10 0,-3 19 8 16,3-2 0-16,-3 6 7 0,0 5-3 0,2 5 6 15,-4 13 6-15,4 0-16 0,0-12 23 0,1 2 0 16,2-1 4-16,0-2-1 0,1 0-3 0,0-2 5 15,-1-2 5-15,2-5-2 0,-1 2 1 0,-1-9-3 16,2 0 2-16,-3-6 7 0,2-1-9 0,-3-3 1 16,3 2 7-16,-3-3-4 0,2-3 9 0,-2 4 4 0,0-4 12 0,0 0 3 15,0-3 7-15,0 4 0 0,0-4 3 0,0 0-2 16,2 5-3-16,-2-5-14 0,0 0-6 0,0 0-37 16,0 0-41-16,17-6-63 0,-3 0-57 0,-2-1-56 15,3-2-66-15,11-4-110 0,-8 1-249 0,4-1-720 16,0-4 319-16</inkml:trace>
  <inkml:trace contextRef="#ctx0" brushRef="#br0" timeOffset="1519.16">4979 3012 152 0,'0'0'285'0,"-13"0"-13"0,13 0-22 0,-11 0-15 0,11 0-29 15,0 0-11-15,-9-2-19 0,9 2-19 0,0 0-3 16,0 0-1-16,-8 3-11 0,8-3-4 16,0 0-1-16,0 0-3 15,17 6-8-15,-3-4-8 0,8 0-9 0,6-2-15 16,13 3-5-16,9-3-9 0,2-3-9 0,4 1-4 15,-2 1-15-15,-4-1 1 0,-13-1-6 0,-4 1-2 16,-5-2 6-16,-6 4-15 0,-7-3 0 0,-3 1 12 16,-5 1-2-16,2 0 4 0,-9 1 3 0,13 0 12 15,-13 0-16-15,8 0 3 0,-8 0-10 0,0 0-11 16,0 0-6-16,0 0-27 0,0 0-21 0,-26 7-43 0,13-6-56 0,0 3-59 16,0 0-90-16,-3 1-339 0,5-3-660 15,4-1 293-15</inkml:trace>
  <inkml:trace contextRef="#ctx0" brushRef="#br0" timeOffset="2388.92">7036 2747 254 0,'-3'-2'251'0,"-1"-1"-19"0,4 3-24 0,-6-4-22 0,6 4-8 0,-7 0-18 16,7 0-10-16,0 0-15 0,-10 0-14 0,10 0-14 15,-7 5-8-15,1 0-12 0,2 0-6 0,0 2-9 16,-2 3-8-16,3 1-3 0,0 0-4 0,0 1-7 15,6 4-4-15,0 0-4 0,4 1-2 0,3-2-6 16,11 5-1-16,0-3-2 0,6 2-6 0,1-2 1 16,4 0-1-16,0-2-2 0,-1 0-10 0,-2-1 7 0,-1 0-3 0,-2 2-2 15,-7-4-2-15,0 1-4 0,-6 0-1 0,-3 1-8 16,-1-2 1-16,-1 2-1 0,-6 1-1 16,1 2-3-16,-7 0 3 0,-5 0-2 0,-1 5 2 15,-11 0-2-15,0 2 3 0,-4-5-3 0,0 2 3 0,2 1 0 16,-5-3 2-16,-2-1 0 0,5-1 0 0,-2 0-2 15,4-3 0 1,-2-1 2-16,6-4-4 0,4 1 3 0,4-6 1 16,2 3-3-16,0-3 3 0,4 0 5 0,0-3-1 15,1 2 3-15,0-1 3 0,4-2 3 0,5 7 3 16,1-7 4-16,12-1 1 0,10 1-3 0,4-3-1 16,4 1-6-16,4 0 5 0,12-3-7 0,-13 1 0 15,14-4-4-15,-14 5 3 0,-1 3-2 0,0-2 0 16,-5-1-3-16,-5 2 2 0,-8 0-2 0,-1 1-1 0,-6-2-4 0,-2 2 3 15,-5-1 0-15,-6 1-2 0,12-1-2 0,-12 1 0 16,0 0 0-16,0 0-2 0,0 0-17 0,0 0-7 16,0 0-20-16,-38 5-23 0,23-3-17 0,-2 0-30 15,0-2-36-15,2 0-51 0,-4-2-213 16,6 1-452-16,0-3 200 0</inkml:trace>
  <inkml:trace contextRef="#ctx0" brushRef="#br0" timeOffset="2735.77">6837 3213 235 0,'-6'1'252'0,"1"-1"-19"0,5 0-11 16,-8 0-13-16,8 0-19 0,0 0-11 0,0 0-20 0,0 0-12 0,33-3-13 15,-1-1-14-15,4-3-13 0,19 2-15 0,4-2-7 16,1 2-5-16,0-1-13 0,-4 2-3 0,2 0-11 16,-5 0-1-16,-17 2-8 0,-4-1-3 15,-1 2-4-15,-11-2-3 0,-5 2-4 0,-3 0-1 0,-2-1-3 16,0 2 3-16,-5 0 9 0,1 2 0 0,-6-2-6 15,6-3-2 1,-6 3 0-16,0 0-12 0,0 0-5 0,0 0-5 16,0 0-13-16,-26 4-11 0,19-3-26 0,-1-1-30 15,8 0-39-15,-11 3-60 0,8-3-63 0,3 0-184 16,-10-3-452-16,10 3 199 0</inkml:trace>
  <inkml:trace contextRef="#ctx0" brushRef="#br0" timeOffset="3051.91">7900 3125 259 0,'-5'2'326'0,"5"-2"-23"0,-1 3-3 0,1-3-13 0,0 0-28 0,0 0-21 16,0 0-25-16,0 0-44 0,13-7 0 0,1 4-32 15,6-3-34-15,8 2-56 0,-1 0-39 0,4 1-43 16,-3 0-59-16,3-1-84 0,-10 2-241 0,0-1-453 15,-3 0 201-15</inkml:trace>
  <inkml:trace contextRef="#ctx0" brushRef="#br0" timeOffset="3205.26">7996 3251 45 0,'-5'4'275'0,"0"-1"0"0,-1-1-2 0,3 1-5 15,3-3-21-15,-3 3-25 0,3-3-20 16,16-3-16-16,-1 3-27 0,13-4-12 0,5-1-37 15,4-3-50-15,3 5-50 16,13-6-66-16,3 0-90 0,-5-3-234 0,0 2-411 16,1 0 182-16</inkml:trace>
  <inkml:trace contextRef="#ctx0" brushRef="#br0" timeOffset="3736.81">9161 3104 190 0,'-10'0'250'0,"7"1"-16"16,3-1-13-16,-7 0-5 0,7 0-2 0,0 0-1 15,0 0-20-15,0 0-13 0,0 0-19 0,0 0-12 16,0 0-22-16,18-9-3 0,-1 7-21 0,3-4-9 16,0-1-10-16,6 0-6 0,2-3-12 0,3 1-4 15,0-1-8-15,-2-3-6 0,2 1-1 0,-5-2-6 16,1 0-2-16,0-1-6 0,-8 3-4 0,2-3-2 0,-1-1-4 0,-8 2-1 16,-1 1-3-16,-2-2 4 0,-1 6 5 15,-6-3-6-15,-2 1-8 0,-2 2 4 0,-6 0 0 16,-1-1-6-16,-9 3 2 0,-1 2-1 0,-10-2 0 0,-6 7-7 15,1 2 2 1,-3 4-2-16,0 3 0 0,-12 5-3 0,17-2 3 0,-2 3-2 0,5 2-2 16,5 0 3-16,4 4-2 0,3 6-1 0,3 0 5 0,5-1 18 0,9 0 8 15,8 1 6-15,5-2 11 0,7 1 1 0,9-6 3 32,16 2 1-32,10-3-9 0,3-5-2 0,4-2-3 15,30-2-1-15,-29-5-5 0,1-3-3 0,-3-2-4 0,-5 0-18 0,-3 0 8 0,-19-2-4 0,-7 0-10 16,-6-1 6-16,-4 1-8 0,-4-1-11 0,-4 1-15 31,-4-3-46-31,-4-2-17 0,-2 3-32 0,-4 0-37 0,-8-3-55 16,-1 0-100-16,-7 0-226 0,0-1-581 0,2 1 257 15</inkml:trace>
  <inkml:trace contextRef="#ctx0" brushRef="#br0" timeOffset="4469.58">9823 2520 212 0,'-1'-5'361'16,"1"5"-10"-16,-1-5-8 0,1 5-6 0,0-2-19 15,0 2-42-15,1-5-8 0,-1 5-28 0,0 0-23 16,0 0-29-16,0 0-22 0,0 0-20 0,0 0-10 0,0 0-21 0,0 0-14 15,1 11-12-15,-2 1-16 0,2-2 1 0,-1 6-8 16,0 2-7-16,-1-1-26 0,1 1 19 0,-1 2-2 16,-2 1-9-16,6-3-7 0,-6 0 3 15,7 2-5-15,-5-4-2 0,1 1-9 0,1-2 1 16,-1-5 0-16,1 1 1 0,-1 0-2 0,2-5 3 0,-2 0-7 16,0-2 4-1,0-4-5-15,-2 7 6 0,2-7 0 0,0 5 2 16,0-5-2-16,-1 4 8 0,1-4-4 0,0 0-16 15,0 0-44-15,0 0-15 0,-7-16-43 0,3 9-42 16,0-3-52-16,0-2-61 0,0-7-93 0,-2-6-278 16,1 1-669-16,4-5 296 0</inkml:trace>
  <inkml:trace contextRef="#ctx0" brushRef="#br0" timeOffset="4623.25">9751 2225 254 0,'-4'-8'337'0,"1"1"-8"0,2 2-1 0,-3 1-13 15,4-1-20-15,-1 1-33 0,1 4-23 0,0-7-46 16,-3 3-11-16,3 4-28 0,0 0-41 16,0 0-45-16,0 0-31 15,4-2-51-15,-4 2-45 0,0 0-53 0,9 13-56 16,-4-9-85-16,-1 2-164 0,1 1-452 0,-2-1 200 16</inkml:trace>
  <inkml:trace contextRef="#ctx0" brushRef="#br0" timeOffset="5155.38">10298 2440 377 0,'2'-5'398'0,"-1"2"-30"0,2-3-5 0,-3 6-25 15,4-5-16-15,-2 4-30 0,-2 1-24 0,0-2-32 16,0 2-22-16,0 0-26 0,2-5-22 0,-2 5-22 16,0 0-26-16,0 0-22 0,0 0-4 0,0 0-13 15,1 10-15-15,-2 2-6 0,1-5-13 0,-2 8 1 16,0 4-5-16,-2 1 1 0,1-3-17 0,0 9 0 16,-1-1 12-1,1-4-13-15,1-3-3 0,0 1 6 0,2 0-7 0,0-1 5 16,3-2-5-16,-1-2-6 0,2 2-1 0,-1-5 4 15,2-2 11-15,1 1-5 0,-1-3 3 16,3 1 7-16,-1-3 11 0,5-2 0 0,-2-3 9 16,2 1 1-16,7-3 6 0,0 0 1 0,-3 0-5 15,1-4 6-15,-1-3-6 0,0-4-3 0,1 3-8 16,0-3-3-16,-1-7-4 0,2-2-4 0,-1-4-14 0,-6-3-5 0,2-2-9 16,-4 1-6-16,-4-1-3 0,-5 2-1 0,0-2-2 15,-9 1-2-15,-5 4 1 0,-3 4-7 0,-4-1 5 16,-3 5 4-16,-5 1 0 0,0 2 7 0,-3 4-3 15,3 5 1-15,-5 4 1 0,1 4 1 0,3 1-2 16,-1 6-8-16,2-1 4 0,3 6-3 0,2 1 0 16,11 2 3-1,-4 4 5-15,11-2-5 0,3 6 1 0,15-1 9 16,6 3-3-16,10-5 2 0,25 7-4 0,9-6-31 0,40 1-68 16,-6-11-101-16,-3-4-111 0,-24-9-484 0,23-6-860 15,-32-4 381-15</inkml:trace>
  <inkml:trace contextRef="#ctx0" brushRef="#br0" timeOffset="7915.63">14954 2536 132 0,'-3'-2'262'0,"-2"-1"-20"0,5 3-21 15,-6-1-24-15,6 1-8 0,0 0-25 0,-13 5-13 16,4-1-14-16,4 4-15 0,-3-1-10 0,-2 7-9 16,0-2-12-16,2 1-7 0,1 3-8 0,0 2-10 15,1 1-4-15,2-2-6 0,4 2-2 0,1 1-10 0,7 3 1 16,0-5-6-16,3 8-1 0,8-2 0 0,2-2-6 16,2-2 1-16,1-2 2 0,4-1-6 0,0 1 0 15,-1-1 2-15,-1-3-5 0,-3 1-7 0,-3 1-3 0,-6-3 0 16,-5-5 0-16,0-2-5 0,-4 4 0 15,0-3-2-15,-1 5-4 0,-8 0 1 0,-2 1 2 16,-7 3-1-16,-5-4 0 16,-2 5-1-16,-6 1-1 0,-3-2 3 0,-2-1-2 15,-1 2 2-15,0-3-6 0,1 0-1 0,2-1 2 16,-2 1 1-16,3-3-1 0,4 1-1 0,5-4 0 16,5 1 1-16,4-4 2 0,-2-1 1 0,7 0 1 15,0 0 2-15,2 0 16 0,2-2 12 0,6 1-8 16,2 1 13-16,7-1-7 0,7-2-6 0,11 0 0 15,8-3-6-15,11-1-5 0,4 3 0 0,-3-4 0 0,-13 4-1 16,13 0-3-16,-15-3-1 0,-5 2-5 0,3 1 6 16,-7-1-1-16,-10 1-2 0,-6-2-2 0,1 2-2 15,-6-1 3-15,0 1 1 0,-7 0 2 0,11 0-3 16,-11 0-2-16,0 0-6 0,0 0-6 0,0 0-8 16,0 0-19-16,0 0-22 0,-22-9-33 0,10 7-28 15,-1 1-38-15,1-3-62 0,-1 2-278 0,-5-5-532 0,8 3 236 0</inkml:trace>
  <inkml:trace contextRef="#ctx0" brushRef="#br0" timeOffset="8432.79">14769 2988 107 0,'-8'-1'217'16,"8"1"-17"-16,-6 0-18 0,6 0-9 0,-7 1-10 16,7-1-4-16,0 0-6 0,0 0-12 0,0 0-9 15,-9 0-5-15,9 0-7 0,0 0-6 0,0 0-3 16,0 0 0-16,-5-4-4 0,5 4-6 0,0 0 6 15,0 0-5-15,0 0-7 0,0 0-6 0,0 0-5 16,-4 5 0-16,4-5-14 16,0 0-5-16,0 0-6 0,0 0 1 0,-1 3-8 15,1-3-6-15,0 0-4 0,0 0-5 0,0 0-3 16,0 0 3-16,0 0-4 0,0 0-1 16,0 0-5-16,0 0 6 0,0 0-13 0,0 0 28 15,0 0 13-15,0 0-7 0,0 0-3 0,26-3 0 16,-7 2-5-16,9-3-9 0,6 1 0 0,2-1-11 0,15 0 5 15,2-1-2-15,0 2-2 0,2 1-2 0,-19-1-7 0,1 2 2 16,-5 0-1-16,1 2 1 0,-11-2-4 0,-3 2 7 16,-6-2-9-16,-2 1-3 0,-3 0 1 0,-3-2-1 15,2 1-2-15,-1 0 2 0,-6 1 8 0,8-1-8 16,-8 1-4-16,0 0-8 0,0 0-11 0,0 0-15 16,0 0-15-16,0 0-24 0,-18 5-31 0,9-4-33 15,1 0-35-15,8-1-45 0,-14-2-74 0,6-1-272 0,3 1-603 0,1-2 267 16</inkml:trace>
  <inkml:trace contextRef="#ctx0" brushRef="#br0" timeOffset="8879.6">15255 2592 188 0,'-8'0'222'16,"2"1"-18"-16,6-1-10 0,-7 5-16 0,3-5-15 15,4 0-12-15,0 0-14 0,-9 2-8 0,9-2 0 16,0 0 3-16,0 0-2 0,-6 1-5 0,6-1-10 16,0 0 8-16,0 0-16 0,17 1-6 0,-5-1-10 15,7-1-9-15,-1-1-18 0,5 1 4 0,5-5-6 16,3 5-9-16,-11-2-6 0,2 3-1 0,1-1-3 15,-3-1-11-15,-7 2 0 0,1-2-4 0,-5 2-1 0,-1-2-4 16,-1 1 6-16,-1-1-7 0,-1 0 3 0,-5 2-5 16,6-2-6-16,-6 2 1 0,5-1-21 0,-5 1-20 15,0 0-27-15,0 0-23 0,0 0-36 0,0 0-36 0,-15-3-59 16,15 3-248-16,-10-2-490 0,7-1 216 16</inkml:trace>
  <inkml:trace contextRef="#ctx0" brushRef="#br0" timeOffset="9164.7">15828 2418 149 0,'0'-7'380'0,"0"2"-6"16,0 1-17-16,0 0-22 0,4 0-37 0,-4 4-30 15,0 0-27-15,1-3-16 0,-1 3-43 16,0 0-17-16,0 0-24 0,0 0-10 0,0 13-20 15,-1 1 0-15,-3 3-21 0,4 1-11 0,0 8-7 16,0-2-4-16,-1 3-5 0,-2-1-8 0,3 3 0 16,0-7-7-16,0 0 0 0,0-3-8 0,0-2-5 15,0-1 2-15,3 0-20 0,-3-4-11 0,1-1-32 0,-1-3-24 0,4 2-19 16,-4-3-23-16,0 1-13 0,1-4-24 0,-1 3-8 16,0-2-13-16,0-5-14 0,-5 7-44 0,5-6-56 15,0-1-201-15,0 0-503 0,0 0 222 0</inkml:trace>
  <inkml:trace contextRef="#ctx0" brushRef="#br0" timeOffset="9534.44">16293 2943 249 0,'0'0'354'0,"0"0"-10"0,0 0-10 0,0 0-12 15,0 0-14-15,0 0-23 0,0 0-30 0,0 0-19 16,0 0-31-16,0 0-42 0,0 0-27 0,32-4-42 16,-11 2-47-16,7-1-45 0,1-1-48 0,-1 4-43 0,-5-1-50 15,4-1-58-15,-8 1-87 0,-7-1-147 0,1 0-464 16,-2 1 205-16</inkml:trace>
  <inkml:trace contextRef="#ctx0" brushRef="#br0" timeOffset="9681.09">16299 3044 196 0,'-10'6'189'0,"0"1"-8"0,6-5 8 16,-1 2 13-16,1-1-3 0,4-3 5 0,0 6 5 16,0-6-18-16,17 4-15 0,2-1-13 0,12-2-22 15,7 0-22-15,4-2-48 0,8 1-57 0,2 0-62 16,-1 0-116-16,-13-3-208 0,-3 0-403 0,1-2 178 15</inkml:trace>
  <inkml:trace contextRef="#ctx0" brushRef="#br0" timeOffset="10451.45">17673 2971 16 0,'0'0'177'0,"0"0"-10"0,0 0-17 15,-5 2-13-15,5-2-21 0,0 0-8 0,0 0-5 16,-3 2-5-16,3-2-2 16,0 0-3-16,2 5 10 0,-2-5 0 0,0 0 1 15,10 1 5-15,0 0-7 0,2-1-6 0,-1-2-15 16,8-1 1-16,3-3-10 0,-4-1-3 0,10-1 1 16,0-2-5-16,2-2-1 0,-2 3-3 0,-1-2-5 15,-1-3 28-15,1 2-11 0,-3-5-4 0,2 1-7 16,-8 3-8-16,-3 1-3 0,1-4-3 15,-5 2 3-15,-1 1 14 0,-5 2-13 0,-1 1 3 0,-2-1-8 0,-4 1-2 16,-3 3-3-16,-4-1-4 0,-3 2-4 0,-5 3-2 0,-5 3-9 16,-11 4 2-16,0 3-2 0,-1 4-3 15,0 3-7-15,2 1 0 0,-1 2 3 0,2 4-6 16,3 0-2-16,5 3-1 0,-1 2-2 0,5 1 5 16,6-1-1-16,3 0 7 0,7 1-2 0,9-1 18 15,3-4 4-15,14 1 2 16,3-4-5-16,8-2-14 0,19-2-27 0,4-7-46 15,6 2-73-15,2-10-74 0,-2-4-363 0,-2-6-610 16,-1 0 270-16</inkml:trace>
  <inkml:trace contextRef="#ctx0" brushRef="#br0" timeOffset="11067.27">17921 2492 150 0,'-6'1'151'0,"6"-1"-8"0,0 0-2 0,-4 1-9 15,4-1-2-15,0 0-8 0,0 0-3 16,0 0-5-16,0 0 3 0,0 0-3 0,-8 2 1 16,8-2-2-16,0 0 3 0,0 0 1 0,0 0-1 15,0 0-3-15,0 0-4 16,0 0-9-16,0 0 0 0,0 0-10 0,0 0-3 15,0 0-9-15,0 0-3 0,23-5-13 0,-9 3-8 16,5 1-2-16,7-1-11 0,6 0 0 0,1 2-8 16,3-3 1-16,2 3-9 0,-2-4 0 0,5 3-3 15,-8-1-4-15,3-1 6 0,-5 2-9 0,-3-2 1 16,-13 3-2-16,-1 0-1 0,-2-3-3 0,-5 3 3 16,2 0-5-16,-4 0-4 0,-5 0-4 0,9 0-7 0,-9 0-7 15,8 0-3-15,-8 0-16 0,0 0-11 0,0 0-10 16,0 0-20-16,0 0-27 0,-17 5-30 0,10-4-36 15,7-1-47-15,-12 2-191 0,7-2-439 0,5 0 194 16</inkml:trace>
  <inkml:trace contextRef="#ctx0" brushRef="#br0" timeOffset="11436.93">18816 2377 162 0,'0'-7'387'0,"-2"4"-10"0,2-1-16 16,0 4-29-16,0-5-30 0,0 5-32 0,0 0-23 16,0-7-27-16,0 7-34 0,-2-3-9 0,2 3-31 15,0 0-9-15,0 0-15 0,0 0-22 0,0 0-11 16,0 0-5-16,0 0-12 0,7 15-10 0,-3-9-7 15,-4 2-4-15,4 1 5 0,-4 1-13 0,4 0 4 0,-3 2-6 16,1-2-10-16,1 0 3 0,1 3-8 0,-3-1-3 16,3-1-3-16,-3-1 3 0,2 2 0 0,-2-3 1 15,2-1-14-15,-2-3-20 0,-1 2-15 0,0-2-1 0,0-1-15 16,0 1-1-16,3-3-3 0,-3 1 4 16,0-3-4-16,0 0 7 0,0 0-13 0,0 0-51 15,0 0-44-15,0 0-38 16,0 0-52-16,-21-14-37 0,15 4-234 0,-2-4-547 15,3-1 242-15</inkml:trace>
  <inkml:trace contextRef="#ctx0" brushRef="#br0" timeOffset="11599.56">18846 2188 11 0,'1'-7'301'0,"-1"2"-2"0,3 0-9 0,-6-2-11 0,3 7-18 0,3-4-27 0,-3 4-21 15,0-5-12-15,0 5-30 0,0 0-19 16,0-4-12-16,0 4-47 0,0 0-25 0,4-3-19 15,-4 3-21-15,0 0-36 0,5 9-27 0,0-6-34 16,0 1-36-16,0 4-46 0,2 0-72 0,-3-3-144 16,1 3-397-16,3-3 176 0</inkml:trace>
  <inkml:trace contextRef="#ctx0" brushRef="#br0" timeOffset="12100.4">19369 2303 2425 0,'1'-5'239'0,"3"0"-46"15,-3 0-2-15,-1 5 1 0,3-8-7 0,-3 2-19 16,0 6-20-16,2-4-15 0,-2 4-26 0,4-5-9 16,-4 5-8-16,1-6-16 0,-1 6-10 0,0 0-11 15,0 0-5-15,3-3-14 0,-3 3 2 0,0 0-8 16,0 0-7-16,0 0-8 0,5 15 1 0,-4-7-5 0,2 1-6 15,-2 6-4-15,-1 1 0 0,0 3 6 0,-2-2-3 0,4 8-2 16,-3-7 4-16,-2 4 0 0,2 0 2 0,0-1-1 16,1 0 0-16,-3-3 2 0,5-2-2 0,0 1 8 15,-1-5-12-15,1-2 3 0,-2 2 2 0,1-7 6 16,0 4-7-16,1-4 11 0,-1-1 6 16,-1-1 18-16,2 2 16 0,-2-5 8 0,8 2 3 15,-8-2 4-15,17-7-4 16,-6 0-4-16,-1 2-6 0,1-5-9 0,1-3-8 15,6-1-1-15,-3-6-6 0,2-1-2 0,2-4-10 16,-5-2-10-16,4-2-8 0,-2-3-2 0,-1 0-8 16,-9 1 1-16,2-1 7 0,-4 4-2 0,-5-2 1 15,-3 5-8-15,0 7 14 0,-5-1-1 0,-1 4-3 16,-7-4-1-16,-2 7 0 0,6 1-9 0,-14 3 2 16,-1 2 6-16,-4 4 4 0,-2 5-8 0,1 9 2 0,2-2-6 15,0 9 5-15,3 0 2 0,6 2 0 0,8 1-11 0,2 0-3 16,10 3 3-16,6 1-1 0,11 0 4 15,12-1 4-15,17 4-27 0,13-6-51 0,5-5-79 16,3-2-86-16,29-4-113 0,-31-7-344 0,-3-5-765 16,3-11 339-16</inkml:trace>
  <inkml:trace contextRef="#ctx0" brushRef="#br0" timeOffset="15143.94">5476 5160 136 0,'-3'-2'261'0,"0"1"-16"16,-1-2-13-16,4 3-14 0,-6-4-13 0,3 1-12 16,3 3-11-16,-4-4-14 0,4 4-17 0,0 0-14 15,-6-1-16-15,6 1-16 0,0 0-13 0,0 0-6 16,-5 10-12-16,5-7-6 0,1 2-6 0,0 3-8 15,2 0-1 1,3 2-5-16,2 0-3 0,5 2-3 0,5 1-5 0,5 7-3 16,7-4-3-16,0 1-4 0,-1 0-1 0,3-1-1 15,1-1-1-15,-2 4-7 0,-2-3-1 16,-5 2-6-16,0-1-3 0,-4 2-4 0,-7-4-1 16,-3 0-5-16,-5 3 0 0,-1 0 2 0,-8 4-3 15,-4 0 5-15,-8 5-2 0,-10-1-1 0,1-3-1 0,-6 1 3 16,-9 3-1-16,9-6 0 0,-13 2-2 0,-2 0 2 0,13-6 5 15,0-2-2-15,1-2 5 0,-3 3-3 0,7-4 2 16,2-3-1-16,7 2-1 0,3-5-1 0,3 0 0 16,4 1 1-16,0-3-1 0,4 0 6 0,0-1 2 15,1 2 6-15,4-1 11 0,4-1 0 0,3 0 6 16,5 1-2-16,7-2 1 0,10 0-1 0,5-2-3 16,2 1-3-16,2-4-4 15,13 3 9-15,0-2-1 0,-13-1 1 0,-3 2-1 16,2-2 2-16,-6 0-11 0,-10 1 10 15,-2 2-6-15,-4 0 3 0,-6-2 0 0,-1 1-5 0,0 1 2 16,-3 0 10-16,-5 0-5 0,9-1-2 0,-4 1 3 16,-5 0-6-16,0 0 2 0,0 0-6 0,0 0-17 15,0 0-10-15,0 0-22 0,0 0-18 0,0 0-26 16,-28 2-23-16,18 0-32 0,10-2-46 0,-15-2-66 0,7 1-314 0,8 1-597 16,-9-6 265-16</inkml:trace>
  <inkml:trace contextRef="#ctx0" brushRef="#br0" timeOffset="15591.9">5465 5571 189 0,'-11'3'227'0,"4"-3"-10"0,1 0-10 0,6 0-3 16,-9 0-14-16,9 0-14 0,-8 0-9 0,8 0-4 15,-9 0-6-15,9 0-4 0,0 0-3 0,0 0-10 16,0 0-10-16,-5 0-4 0,5 0-14 16,0 0-11-16,0 0-10 0,0 0-6 0,0 0-3 0,0 0-10 15,0 0 2-15,0 0-3 0,0 0 3 0,0 0-14 16,-8 0-1-16,8 0 8 0,0 0-10 0,0 0-4 0,0 0-11 15,0 0-5-15,0 0-6 0,0 0-1 0,0 0 4 16,0 0-5-16,0 0-5 0,0 0 1 0,0 0-2 16,26-3 2-16,-8 2-2 0,10-4-8 0,5 1-6 15,6 0 12-15,14-3-11 0,2-1 2 0,4 3 1 16,-2 0 4-16,-6 1-12 0,-11 1 7 0,-3-1-12 16,-2 1 14-16,-5 1 3 15,-3 0-12-15,-8 2 8 0,-6 0-11 0,-3-1 14 16,-1 1-16-16,-1 0-1 0,-3 0 13 0,-5 0-24 15,10 0-7-15,-10 0-8 0,0 0 9 0,0 3-20 16,0-3-40-16,-14 4-49 0,4 0-54 0,-2 0-68 16,2-1-321-16,1-1-618 0,1 1 273 0</inkml:trace>
  <inkml:trace contextRef="#ctx0" brushRef="#br0" timeOffset="16678.07">6784 5692 76 0,'-12'3'202'0,"3"-3"-14"0,4 2-8 0,-4-1-10 16,4-1-14-16,1 1-12 0,4-1-7 0,-9 0-6 0,9 0-5 0,0 0-2 15,-5 1-10-15,5-1-5 0,0 0-1 0,0 0-7 16,-10-1-7-16,10 1-4 0,0 0-4 0,0 0-5 16,0 0 2-16,0 0-7 0,0 0 9 0,0 0 4 15,-8-1-4-15,8 1 2 0,0 0 0 0,0 0-8 16,0 0-2-16,0 0-4 0,0 0-5 0,0 0-5 16,0 0-7-1,0 0-10-15,0 0-2 0,0 0-5 0,0 0-3 16,0 0-5-16,0 0 0 0,0 0-5 0,0 0-4 0,0 0 0 15,0 0 0-15,0 0-2 0,0 0 2 0,0 0-1 16,0 0-2-16,23-1-6 0,-7-4 0 0,4 3 9 16,11-5-4-16,3 2-8 0,1 0 9 0,5-2-18 15,13-2 2-15,1 1 2 0,-15 3 1 0,-1-2-2 16,1 2 2-16,-6 2-1 0,-5-1 0 0,-5 0-15 0,-10 0-9 16,-1 4 0-16,-1-2-17 0,-5 1-12 0,1 0-14 15,-3-2-25-15,-4 3-30 0,0 0-24 0,0 0-29 16,-26 0-40-16,8-1-30 0,-2 1-227 0,-8-1-505 15,7 2 224-15</inkml:trace>
  <inkml:trace contextRef="#ctx0" brushRef="#br0" timeOffset="16947.36">6928 5528 295 0,'0'-9'331'16,"-1"-2"-3"-16,1 2 12 0,-3 0 9 0,3 3-14 15,0-1-18-15,-1 4-25 0,1-1-27 0,0-2-36 16,0 6-23-16,-3-5-27 0,3 5-36 0,0 0-53 0,0 0 23 0,0 0-36 16,-1 18-5-16,-2 1 7 0,2 6-31 0,-3 4 17 15,3 4-21-15,-4 1 2 0,1 0-2 0,3 0-6 16,-2 0-5-16,2-3 4 0,1-2-4 0,4 2-5 16,-4-5 1-16,1-1-6 0,3-10 0 0,-4 0-32 15,5-6-7-15,-4 3-32 0,-1-4-16 16,3-1-12-16,-2-2-8 0,0-1-4 0,2-1-41 0,-3-3-56 0,0 0-66 0,18-10-59 15,-12 5-236-15,3-2-590 0,-1-1 261 0</inkml:trace>
  <inkml:trace contextRef="#ctx0" brushRef="#br0" timeOffset="17595.03">7675 5278 155 0,'-2'-2'201'0,"2"2"-12"0,0 0-12 0,0 0-16 16,-9 0-15-16,9 0-10 0,0 0-12 0,-4 9-8 16,3-6-13-1,0 1-9-15,-2 1-7 0,3 1-12 0,-1 0-5 16,1 2-5-16,1 0-7 0,2 1-2 0,2 0-3 0,1 1-4 16,0 3-5-16,5-1-4 0,3 2-1 0,1 1-4 15,8-1-2-15,1 6-4 0,3-6-1 16,-2-1-1-16,-1 3-4 0,-5-4-1 0,-2-2-4 15,-1 2-2-15,0 0-2 0,-4 0-1 0,-3-1-3 0,0 2 7 16,-1 2 6-16,-4-3 1 0,-2 4 2 0,-2 2 2 0,-8-1-1 16,-3 5 3-16,-3-1-4 0,-4-1 0 0,1 1-3 15,-3-1 0-15,0-1 2 0,-2-4-2 0,-1 5 4 16,5-8 3-16,-8 4 0 0,11-4 0 0,-1-1-4 16,0 0-1-16,6-4 0 0,-3 1-4 0,3-1-1 15,0-1-2-15,1-1-1 0,4 1-2 0,-1-1-4 16,3-3 0-16,-1 2 0 0,-1-1 10 0,1-3 13 0,4 0 5 0,-4 7 4 15,4-7 2-15,-3 1 1 0,3-1 8 0,0 0 5 16,0 0 8-16,13 2-3 0,0-3-3 0,4 0-7 16,4-3-13-16,8 3 2 0,1-4-4 0,2 2-5 15,4 0-1-15,1 2-2 0,-4-2-5 0,-1 2 5 16,-1 0-10-16,-11 1 6 0,2 0-10 0,-8 0-1 16,-4 0-5-1,2 0 6-15,-7 0-6 0,1 0-6 0,2 0 8 0,-3-3-4 16,-5 3-4-16,0 0-3 0,6 0 4 0,-6 0-1 15,0 0-18-15,0 0-9 0,-20 3-19 16,7-3-21-16,-1-3-38 0,0 3-42 0,0-1-59 16,1-2-93-16,-1-2-257 0,3 0-594 0,0 1 262 15</inkml:trace>
  <inkml:trace contextRef="#ctx0" brushRef="#br0" timeOffset="18122.68">7675 5728 153 0,'-14'2'277'0,"5"-2"-16"0,2 2-9 0,-1-1-19 16,4 0-10-16,-2 1-4 0,6-2-9 0,-5 2-4 0,5-2 3 15,0 0-39-15,0 0-11 0,-8 0-11 0,8 0-19 16,0 0-2-16,0 0-12 0,0 0-5 0,0 0-3 16,-5-4-6-16,5 4-5 0,0 0-1 0,0 0 14 15,0 0-24-15,0 0 6 0,0 0-9 0,0 0 2 0,0 0-14 16,0 0-4-16,0 0-7 0,0 0-6 0,0 0-7 16,0 0-7-16,0 0 3 0,0 0-5 0,0 0-15 15,0 0 6-15,0 0 7 0,0 0-5 16,0 0-2-16,0 0-20 0,0 0 22 0,0 0 5 0,0 0-8 0,0 0 1 0,0 0 10 15,0 0-32-15,0 0 16 0,0 0 3 16,0 0-5-16,0 0-4 0,0 0-2 0,0 0 2 31,0 0-1-31,0 0 1 0,0 0-5 0,0 0 5 16,22-5-20-16,-1 2 20 0,8-2-4 0,0 1-5 0,8-1 3 0,0 0-1 0,4-2-8 0,10 2 4 16,0-3 2-16,-14 3 3 15,4 1-7-15,-4-1-2 0,-4 1 0 0,-3 1 2 16,-9 0-2-16,-4 3-18 0,-3-2 21 0,-5 1 2 15,0 0-2-15,-5 1 2 0,3-2-4 0,-7 2-2 16,8-1-9-16,-8 1 1 0,8 0-5 0,-8 0-12 16,0 0-8-16,0 0-30 0,0 0-22 15,0 0-30-15,0 0-30 0,0 0-31 0,-22 3-32 16,17-2-51-16,5-1-71 0,-13-1-265 0,8-1-644 16,0-1 285-16</inkml:trace>
  <inkml:trace contextRef="#ctx0" brushRef="#br0" timeOffset="20037.86">7104 5596 57 0,'0'0'77'0,"0"0"-5"0,-4-4-18 16,4 4-5-16,0 0-8 0,0 0-16 15,0 0-29-15,-9 0-59 0,9 0-66 0,0 0 29 0</inkml:trace>
  <inkml:trace contextRef="#ctx0" brushRef="#br0" timeOffset="21240.81">5529 5631 190 0,'-4'-9'246'0,"-1"-3"-10"16,1 2-5-16,0 1-11 0,-1-3-22 0,1 2-19 15,0-2 0-15,2 3-12 0,0-1 0 0,1 5-12 0,0 0-15 0,0 0-14 16,1 0-15-16,-2 0-6 0,1 3-21 0,1 2-11 15,0 0-4-15,0 0-15 0,0 0-3 0,0 0-6 16,23 10-2-16,-8 1 1 0,7 4-11 0,6 1-3 16,4 1-1-16,16 7 0 0,3-2 2 0,5-2 4 15,6 0 2-15,32 1-4 0,-5-1-6 0,1-6 8 16,-1-2-13-16,3-4 1 16,-28-8 0-16,29 1-2 0,-26-5-3 0,27 0 0 15,-31 0-5-15,1-5-4 0,-2 0-16 0,-2-1-7 16,-5-5-4-16,-1 1 0 0,-3-2-5 0,-15 1 5 15,-5 0-2-15,-6-3 2 0,-1 0 0 0,-3-2 3 16,-2 2 3-16,-7 2 4 0,-5 0 9 0,1 1 6 16,-6 2 8-16,0 1 4 0,-2 1-2 0,-2 1-2 15,-1 5 5-15,-4-2-5 0,-3 4-3 0,-3 4 2 0,-7 1-5 16,-10 8 7-16,-3 4-10 0,1 3 5 0,-1 1-6 16,1 0-2-16,5 7 4 0,3 0-4 0,3 4-1 0,1-4 1 15,7 5 0-15,3-6 4 0,7 2-7 0,6 1-2 16,6-4 1-16,6 0 2 0,8-2 2 15,13-4 0-15,15 3 0 0,8-8 1 0,6-5-4 16,28-4 1-16,-27-4 1 0,31-6 1 0,-5-4 0 0,-26 3 0 0,24-11-2 31,-32 7 1-31,1-1 2 0,-5-6-5 0,-3-3 3 0,-19 5 2 0,-5-2-1 0,-2-3-4 0,-3 3-3 16,-10-3 3-16,-5 2-2 0,-3 3 0 0,-8 0-1 16,-5 1-2-16,-5 5-1 0,-9-2 2 0,-6 5-4 15,-4 4 4-15,-5 4 1 0,-14 0-1 0,1 9 4 31,-4 4-1-31,0 4-3 0,-1 3 2 0,-2 1 2 0,2 0 0 0,0 3 0 16,10-2 2-16,-1 2-5 0,13-7-2 0,6 0 4 16,4 0-1-16,10-2-5 0,4-1-13 0,3-2 2 15,7-2 4-15,8 0 2 0,9-2-1 0,10 1-12 16,7-7-7-16,21-4-7 0,4-1 4 0,-1-7 2 16,1-1 2-16,4-1 6 0,-4-6 0 0,-1-2 6 15,-3-1 2-15,-6 1 2 0,-14 2 0 0,-6 1 7 0,-2 3 3 0,-9 3 13 16,-7 4 16-16,-1 1 2 0,-3 1 1 0,-4-1-8 15,-3 4-4-15,0 2-2 0,-13-1 1 16,-5 4-3-16,-9 5-1 0,-5 4 1 0,-3 0-3 0,2 0-1 16,1 2 0-16,0 2-3 0,4 0-1 0,4-4 1 15,6 2 0-15,5-1-23 0,8-6-9 0,1 4 2 16,7-2 5 0,3 0 3-16,10-1 1 0,5-4 2 0,14-3 1 15,4-2 2-15,15-6 3 0,-3-1-1 0,-13-3 5 0,-2-2-1 16,-5 0 3-16,-3-5 10 0,-8 1 5 15,-3 2 12-15,-7 1 2 0,-6-3 3 0,0 1 0 16,-4-1-2-16,-8 1-5 0,-2 2 2 0,-12-5-7 16,-2 6 0-16,-7 4-1 0,-2-1-5 0,-4 8-13 15,-1-1-19-15,-1 3-34 0,2 5-47 0,1 3-56 0,6-1-82 0,2 2-221 16,14-1-500-16,6-4 222 0</inkml:trace>
  <inkml:trace contextRef="#ctx0" brushRef="#br0" timeOffset="22043.4">9707 5126 311 0,'-2'-5'293'0,"-1"5"-16"0,3-5-22 0,0 5-20 15,-5-5-19-15,5 5-21 0,-2-4-20 16,2 4-18-16,0 0-22 0,-4-3-20 0,4 3-20 16,0 0-13-16,0 0-10 0,0 0-8 0,7 16-5 15,2-12-3-15,0 7-5 0,9-3-4 0,0 4-4 0,7 3-4 0,0-1-3 16,3 1-3-16,2 2-1 0,1-5-2 0,1 6-2 16,-1-5 0-16,-4 7-6 0,-3-2-3 0,-1 2-1 15,-4-3-2-15,0 2 0 0,-7 3-2 0,-5-2-4 16,4 4 0-16,-10 2-4 0,-4 3 2 0,-6-1-5 0,-5 3 4 15,-11 11 1-15,-2 0 1 0,-6 0-6 0,-3-6 0 16,-4-2 0 0,2 0 2-16,1-1-1 0,-1-1 5 0,7-10-5 15,0 2 1-15,1-3-3 0,3 1 0 0,3-1 0 16,4-10 1-16,1 4 0 0,4-2 0 0,5-7-3 16,3 2 4-16,0-1 0 0,3-1 9 0,0-3 6 15,0 0 5-15,4-3 8 0,0 7 8 0,7-4 0 16,-7-3 5-16,22 0-2 0,0 0-3 0,9-1-8 15,5-2 8-15,2-1-17 0,-1 1 0 0,0 1 0 0,1-1 2 16,-3 1-5-16,-4-1-8 0,-1 1 3 0,-8 0-2 0,-5 0-2 16,-6 0-1-16,1 2-2 0,-6 0 5 0,-6 0 11 15,14-1-9-15,-9-1 24 0,-5 2-12 0,8-1-3 16,-8 1 6-16,0 0-21 0,0 0-11 0,0 0-22 16,0 0-28-16,0 0-36 0,0 0-35 15,0 0-42-15,-17-9-62 16,15 4-93-16,-6 1-200 0,4-1-562 0,4 5 249 0</inkml:trace>
  <inkml:trace contextRef="#ctx0" brushRef="#br0" timeOffset="22390.74">9716 5682 176 0,'-13'0'275'0,"3"1"-15"0,1 1-14 16,4-2-11-16,1 1-6 0,4-1 0 0,-10 0-8 15,10 0-15-15,-5 1-22 0,5-1-14 0,0 0-12 0,0 0-9 16,33-1-17-16,-5-2-9 0,8 0-16 0,1 1-6 16,13-2-11-16,2 0-8 0,-12 0-12 0,11-1-9 15,-11-2 3-15,-3 5 5 0,-4-2-26 0,-4 2-4 0,-3-1 0 16,-8 2 6-16,-8-2 3 0,0 1 9 0,-1 1 7 15,-5 0 3-15,1 0-13 0,-5 1 13 0,10 0-3 16,-10 0-8 0,8 0-2-16,-8 0-21 0,0 0 7 0,0 0-10 15,0 0-22-15,0 0-14 0,0 0-26 0,0 0-32 16,-23 7-40-16,19-6-47 0,-1 1-48 0,5-2-67 16,-5 2-86-16,5-2-194 0,0 0-590 0,0 0 261 15</inkml:trace>
  <inkml:trace contextRef="#ctx0" brushRef="#br0" timeOffset="22628.87">10713 5653 357 0,'-5'3'384'16,"-1"-3"-19"-16,3 3-16 0,3-3-22 0,-5 1-20 0,5-1-42 0,0 0-28 16,0 0-25-16,21-4-34 0,0 1-42 0,11-2-58 0,6 1-64 15,16-5-67-15,-4 1-86 0,3 1-133 0,-2-5-186 16,2 1-496-16,-19 2 220 16</inkml:trace>
  <inkml:trace contextRef="#ctx0" brushRef="#br0" timeOffset="23391.25">11798 5177 218 0,'-7'-1'235'16,"7"1"-15"-16,-9-2-21 0,9 2-20 0,0 0-18 15,-6-1-16-15,6 1-20 0,-6 3-6 0,6-3-17 16,-4 3-15-16,4-3-5 0,0 6-6 0,0-1-8 16,2 1-6-16,3-1-1 0,3 5-7 15,2-2-3-15,7 1-6 0,2 3-6 0,10 2 0 0,2-4-5 16,1 4-4-16,0 3-3 0,4-4-1 0,-3 4-2 16,-2-3-2-16,-2 3-4 0,-5-4-4 0,-7 0-2 0,1 1-4 15,-8 1 0-15,0 2-2 0,-3-2 16 0,-3 4-2 0,-6-2-6 16,-3 10 1-16,-5-2-2 0,-3-2 3 0,-6 3-1 15,-3 2-4-15,-3-5 1 0,-2 5 0 16,0-5-2-16,0 2 0 0,2-4-4 0,1-2 3 16,-1 1 0-16,3-5-1 0,8-1 0 0,2-2-1 15,-1-2-1-15,1-3 5 0,7 0-4 0,-4-2 0 0,4 0 4 0,0 0 14 16,3-2 9-16,-1 1 8 0,3 1 13 0,3-2 5 16,4 0 2-16,3-1 3 0,8 1-9 0,4-2-7 15,6-1 3-15,4 0-12 0,4 0-4 0,1-2-4 16,0-1-3-16,-3 2-5 0,2 0-4 0,-4-1 2 15,1 4-3-15,-12-4 0 0,-2 2-2 0,-6 0-4 16,-3 0 3-16,-1-1-1 16,-3 1 0-16,1-2 10 0,-1 2-2 0,-6 0-1 15,0 0-2-15,5 0-15 0,-5 0-16 0,0 0-9 16,0 0-17-16,0 0-26 0,-16-10-31 16,5 8-41-16,0-2-63 0,2-1-89 0,0-2-200 15,3 3-529-15,2-4 234 0</inkml:trace>
  <inkml:trace contextRef="#ctx0" brushRef="#br0" timeOffset="23793.47">11848 5563 56 0,'-13'2'259'0,"0"-1"-25"16,2-1-14-16,3 1-16 0,1-1-17 0,7 0-18 15,-11 2-16-15,7-2-11 0,4 0 3 0,-8 1-4 16,8-1-3-16,0 0-15 0,-5 1-9 0,5-1 0 16,0 0-7-16,0 0-1 0,0 0-5 0,22 3-5 0,-8-3-12 0,4-3-10 15,4 3-9-15,8-2-4 0,1-2-1 0,5 1-6 16,-1 0-7-16,5 1 24 0,-3-2-4 0,0 3-5 15,-1-3-7-15,-3 1-2 0,-7 3-6 0,-4-3-7 16,-2 2 2-16,-7 1-5 0,-2-1-7 0,-2-1 9 16,-1 2-1-16,0-1 7 0,-1 1 3 0,-3-1-10 15,-4 1 17-15,0 0-8 0,9 1-17 0,-9-1 8 0,0 0-9 16,7-2-14-16,-7 2-20 0,0 0-33 0,0 0-25 0,0 0-42 16,0 0-37-16,-15-7-48 0,13 4-72 0,-1-1-301 15,1-1-609-15,2 2 270 0</inkml:trace>
  <inkml:trace contextRef="#ctx0" brushRef="#br0" timeOffset="24346.89">12239 5075 99 0,'-8'-1'258'0,"3"0"-14"16,5 1-17-16,-12 0-22 0,12 0-16 0,-6 0-16 15,6 0-7-15,0 0-3 0,-8 0-4 0,8 0-4 16,0 0-8-16,0 0-4 0,0 0-9 0,0 0-9 16,0 0-1-16,0 0 1 0,0 0 3 0,-8-2 2 15,8 2-1-15,0 0 3 0,0 0-12 0,0 0-8 16,0 0-4-16,0 0-2 0,0 0-16 0,0 0 6 16,0 0 2-16,0 0-23 0,0 0-2 0,0 0-6 0,0 0-6 0,0 0 4 15,-7 2-9-15,7-2-6 0,0 0-9 0,0 0 0 16,0 0-3-16,0 0-4 0,0 0-4 15,0 0-3-15,0 0 1 0,0 0-5 0,0 0-1 0,0 0 0 16,0 0-3-16,0 0-3 0,0 0 0 0,0 0-3 16,0 0 1-16,0 0 0 0,32-2 11 0,-13 1-17 15,3 0-2 1,6-2-12-16,2 3 15 0,0-3-3 0,-8 1 4 16,-2 0-3-16,3 1 0 0,-5-1-3 0,0 0 3 0,-7 1-5 15,1 1 2-15,-6-1-2 0,2 0 6 0,-3 1-4 16,-5 0-4-16,10-1-2 0,-10 1-6 15,0 0-15-15,9 0-25 0,-9 0-28 0,4-1-21 16,-4 1-25-16,0 0-27 0,0 0-23 0,0 0-25 16,0 0-40-16,0 0-50 0,-13 5-316 0,8-2-652 0,5-3 288 0</inkml:trace>
  <inkml:trace contextRef="#ctx0" brushRef="#br0" timeOffset="25433.83">12757 4907 88 0,'-1'-4'312'0,"1"4"3"16,0-3-8-16,0 3-9 0,-1-5-20 0,1 5-23 0,0 0-22 15,-3-4-26-15,3 4-28 0,0 0-17 0,0 0-26 16,0 0-31-16,0 0-21 0,0 0-11 0,0 16-3 0,3-4-10 16,-3 1 0-16,1 6-5 0,-1 8-4 0,0 1-5 15,4 0-8-15,-3-1-20 0,4 2-32 16,-5-1-32-16,4 4-41 0,0-5-51 0,-3 4-51 15,4-6-304-15,2-4-534 16,-3-4 237-16</inkml:trace>
  <inkml:trace contextRef="#ctx0" brushRef="#br0" timeOffset="25834.88">13075 4839 4 0,'0'0'325'0,"2"-6"-36"0,-1 3-31 0,-1 3-28 0,0 0-23 16,6 8-24-16,0 0-16 0,1 8-15 0,7 6-14 15,-1 5-11-15,4 4-7 0,4 15-6 0,0 3-13 16,-5 9-2-16,10 24-3 0,-12 0-4 0,-5 5-5 0,-4-8-4 16,-10 7-11-16,0-5-5 0,-4-27-5 0,-9 2-4 15,0 0-8-15,-9-1 0 0,-2-3-4 16,-6-2-4-16,-16 17-2 0,12-23 2 0,-10-3-4 0,2 2-3 15,-27 8-11-15,20-17-31 0,0-2-43 0,-30 9-51 16,1-6-83-16,20-17-342 0,-22 7-571 0,26-13 253 16</inkml:trace>
  <inkml:trace contextRef="#ctx0" brushRef="#br0" timeOffset="26614.06">9576 4906 160 0,'-5'-2'182'0,"5"2"-13"0,-12 12-12 0,-2 0-12 16,0 13-10-16,-9 6-7 0,-4 16 2 0,-13 26-5 15,5 5-12-15,3 2-2 0,1 7-5 0,4 2-3 0,0 3-6 16,7-5-4-16,8-2 0 0,7-27-1 0,9 2 5 0,5-1-1 15,10-2 1-15,8-2-10 0,23 12-5 0,-4-22-6 16,32 6-8-16,8-6-6 0,7-7-23 0,0-9-40 16,3-4-57-16,1-6-84 0,-1-10-299 0,-3-2-477 15,-29-6 211-15</inkml:trace>
  <inkml:trace contextRef="#ctx0" brushRef="#br0" timeOffset="27638.03">13910 5476 95 0,'0'0'190'0,"0"0"-2"15,0 0-12-15,0 0-8 0,-6 0-7 0,6 0-6 16,0 0-6-16,0 0-1 0,0 0-2 0,0 0 18 0,-3 1-16 0,3-1-10 15,0 0-19 1,0 0-11-16,18-3-11 0,-5-3-12 0,6 1-7 0,1 0-9 16,11-3-11-16,4 0-10 0,4 4-19 0,11-6-12 15,2 3-23-15,-13 2-20 0,13-2-30 0,-15 2-34 16,-1 3-30-16,1-2-39 0,-6 1-62 0,-5 0-122 16,-8 1-371-16,-4 0 163 0</inkml:trace>
  <inkml:trace contextRef="#ctx0" brushRef="#br0" timeOffset="27838.2">13980 5803 82 0,'-5'5'301'16,"3"-3"-31"-16,0 1-25 0,2-3-23 0,18 1-22 0,5-1-33 15,14-1-48-15,23-2-68 0,4-3-101 0,28-4-219 16,-28 5-289-16,-1-3 129 0</inkml:trace>
  <inkml:trace contextRef="#ctx0" brushRef="#br0" timeOffset="37960.39">15404 5020 53 0,'0'0'169'0,"0"0"-7"0,-4-3-6 0,4 3-11 0,0 0-9 15,0 0-3-15,0 0-11 0,-4-3-9 0,4 3-3 16,0 0-8-16,0 0-6 0,0 0-5 0,0 0-7 16,0 0-8-16,0 0-6 0,0 0-4 0,0 0-4 15,0 0-8-15,0 0-8 0,0 0-3 0,0 0-8 16,0 0-1-16,14-4-4 0,-14 4-3 0,18 5-3 15,-4-5-5 1,3 2 0-16,3 1 0 0,0 0 2 0,0 3-4 16,9-1-1-16,-2 5 1 0,-3-1 0 0,-7 1-4 15,1 1 3-15,3 5-3 0,-3 3-2 0,-6-4-3 0,-2 2 1 16,-3 0 3-16,-2 9-3 0,-7-1-2 0,-1 4-1 16,-9 0-1-16,-5 1 2 0,-9 13-1 15,-5-5 0-15,-5-4-2 0,-4 1 0 0,3-5 2 16,5-8 2-16,3-2-6 0,-3-1 4 0,0 0-3 0,0-5 0 0,4 1 3 15,1-4 4-15,0 0 2 0,2-2-1 0,7-1 3 16,0-4 0-16,9-1 6 0,-5 0 7 0,9 1 8 16,-3-2 10-16,2 0 9 0,2 1 8 0,-1-3 11 15,5 0-3-15,-4 0-1 0,4 0-8 0,-5 3-4 16,5-3-3-16,0 0-6 0,0 0-2 0,-4 3 0 16,4-3-10-16,0 0-4 0,0 0-4 0,0 0-5 0,0 0 1 0,0 0-7 15,0 0-2 1,0 0 0-16,18 1 0 0,-5-3 0 0,1 0 0 15,9 1 0-15,5-1-6 0,7 0 3 0,0 0-2 16,16 1 1-16,3-4-5 0,1 0 1 0,3 1 0 16,-1 4 1-16,-2-1-6 0,3 0 6 0,-6 0-4 15,-14 1 0-15,-6-2-2 0,0 4 4 0,-2-4-6 16,-11 2 1-16,-6 2 0 0,-2-1-1 0,0-1 6 16,-3 1-3-16,-1-1-3 0,-2 0-1 0,-5 0 7 15,9 0 9-15,-6 1-2 0,-3-1 2 0,8 0 2 16,-8 0-6-16,0 0 3 0,0 0-14 0,0 0-7 0,0 0-10 15,0 0-26-15,0 0-29 0,0 0-28 0,0 0-38 16,0 0-43-16,-15 2-45 0,15-2-282 0,0 0-550 16,0 0 243-16</inkml:trace>
  <inkml:trace contextRef="#ctx0" brushRef="#br0" timeOffset="38878.56">16525 5120 197 0,'-3'-4'204'0,"3"4"-14"0,0 0-16 0,-5-3-17 16,5 3-10-16,0 0-16 0,-5-2-11 0,5 2-10 15,0 0-14-15,0 0-9 0,-7 0-8 0,7 0-9 16,0 0-8-16,0 0-5 0,0 0-9 0,0 0 0 16,0 0-8-16,0 0-3 0,0 0 6 0,0 0-11 15,0 0 1-15,0 0-8 16,20 5 3-16,-8-5-4 0,1 2-1 0,1-4-4 16,3 2-1-16,0-2-1 0,-4 1-3 0,5-1-1 15,-4 0 0-15,4-3-3 0,-1 1 0 0,-6-1-3 16,1 1 3-16,-3-1-4 0,1-1 5 0,-1 1 20 15,-4 0 0-15,-1 1 3 0,1-1 8 0,-4 0 2 16,4 1-4-16,-3-2-5 0,-2 1-5 0,-7 1-4 16,2 1 1-16,-4 1-6 0,-4-1-7 0,-7 3 1 0,-2-2-3 15,-8 4-2-15,0 1-2 0,-2 1-1 0,-1 4-1 0,-2 1 0 16,1 4-3-16,-4-1 2 0,-8 7-2 0,12-2 1 16,1 4-2-16,-8 3 0 0,12 1 0 0,-7 10 0 15,12-9 1-15,3 3-1 0,6 2 2 0,2-1 4 16,6 1-1-16,7-5 1 0,5 2 2 15,6-2 1-15,10 0 1 0,4-4-1 16,21 3 4-16,9-4-3 0,7-8-3 16,31 0 0-16,-29-8-3 0,29-1 5 0,-28-4-4 15,2-4-1-15,-4 0-2 0,1-4 1 0,-6-1-2 16,-1-4 0-16,-4 0-1 0,-18 0-2 0,1-2 2 16,-4-2-5-16,-2 2 6 0,-6-2-1 0,-9 6 8 15,-1-1 16-15,-3-3 17 0,-6 5-8 0,-1 1 2 16,-4-3-5-16,-2 3-3 0,-5-1 1 0,-2 3-8 0,-7-1-5 0,0 3-2 15,-6 1-4-15,-6 3-3 0,-3 1 3 0,3 6-2 16,-3 0 0-16,1 1-2 0,3 4-1 0,0 0 0 16,9 0-4-16,3-1 7 0,2 3-6 0,-1-2-8 15,9-1-5-15,1 1 2 0,3 2 5 0,1-3-2 16,5 2 5-16,3-3 0 0,8 2 0 0,3-4 2 16,1 0 1-16,9-4 4 15,-1-2-8-15,3-1 4 0,-5 0-4 0,-4-1 0 16,0-4 5-16,-3 1-3 0,0-2 1 0,-6 0 0 15,1-2-2-15,-4-1 4 0,-3-2-10 0,-1 1-1 16,-3-3-11-16,0 2-4 0,-5 0-4 0,-1-1-1 16,-4-3-2-16,0 6-2 0,-2 1-6 0,-5-1-6 15,4 1-2-15,-5-1-8 0,-2 3-12 16,6 0-13-16,-1 3-18 0,2 1-23 0,-3 1-35 0,8-1-38 0,5 2-203 0,-9-2-427 16,9 2 189-16</inkml:trace>
  <inkml:trace contextRef="#ctx0" brushRef="#br0" timeOffset="39325.71">17625 5174 239 0,'1'-4'267'0,"-1"4"-22"0,0 0-20 16,-1-3-25-16,1 3-21 0,0 0-15 0,0 0-19 15,0 0-17-15,-9-2-14 0,9 2-10 0,-13 5-9 16,3-1-12-16,-3 1-10 0,-4 2-4 0,2 3-9 16,-3-2-7-16,4 4-4 0,-1-3-7 0,-1 3-3 15,3 0-3-15,1 1 1 0,3 0-9 0,0 3-1 16,3-4 0-16,2-2-7 0,1 4-4 0,4 2 2 0,2-6-5 15,0 1 1-15,4 0 1 0,1 2-1 0,3 1-2 16,3-3-4-16,-1 0 6 0,2-1-3 0,0 1-2 0,1-2 4 16,-6-3-11-16,-1 1 4 0,3 1-1 0,-6-4-3 15,2 1-2-15,-3 0-1 0,-1-1-1 16,0 1-2-16,-2-4 2 0,-2 3 6 0,0 0 3 16,-6 0-2-16,2-1-1 15,-5 2-2-15,-4-1 3 0,3 1-3 0,-4-2-2 16,-4 1 3-16,5-1 2 0,-5 0-8 0,6 1-8 15,-4-4-20-15,4 3-26 0,-2-2-24 0,2 0-37 16,6 1-53-16,-2-4-242 0,8 2-448 0,0 0 199 16</inkml:trace>
  <inkml:trace contextRef="#ctx0" brushRef="#br0" timeOffset="39829.53">17995 5228 375 0,'4'-4'390'0,"-3"-2"-12"0,2 1-23 0,-2 0-19 15,-1 1-34-15,0-1-21 0,3 2-32 0,-3 3-29 16,1-4-31-16,-1 4-23 0,3-3-20 0,-3 3-36 16,0 0-20-16,0 0-14 0,0 0-9 0,0 0-7 15,-4 15-1-15,0-6-7 0,0 2-9 0,0 1 0 0,0-1-5 16,-2 6-1-16,2 2-8 0,-1 6-2 15,0-8 0 1,1 2-1-16,1 0 2 0,2-4-7 0,1 2-1 0,-2-5-6 0,4 5 3 0,-2-7-7 16,0-1 27-16,0 1-31 0,1-4 10 0,2 0 3 15,-2-1 5-15,3 0 12 0,0-1-1 0,0 1 21 0,1-5 6 16,1 0 4-16,3-3 4 0,2-1 2 0,0 1-2 31,3-6-8-31,5-1-9 0,-3-4-6 0,5-3-1 0,0-4-9 0,-1-4-2 16,-1 4-10-16,0-7-8 0,-1-4-25 0,0-1-8 15,-5 2-1-15,1 0 1 0,-11 2 2 0,-6 1 2 0,-1 3 4 16,-6 0 2-16,-3 1-3 0,-1 10 16 0,-8-4-30 16,-2 3 20-16,-5 4-2 0,-2 3-3 0,2 5 0 15,-2-1 3-15,-1 6-8 0,0 5-14 0,4 3 20 16,-1 2 2-16,1 1-1 0,5 6-3 16,10-5-12-16,0 3 7 0,9 0-1 15,6 3 8-15,10 6 0 0,11-4 2 0,23 3 0 16,13-4-31-16,34 3-59 0,3-8-87 0,0-8-100 15,-3-8-138-15,-2 0-225 0,-27-7-697 0,-4-3 308 16</inkml:trace>
  <inkml:trace contextRef="#ctx0" brushRef="#br0" timeOffset="45810.09">18930 5545 92 0,'2'-3'265'0,"-2"3"14"15,2-4-13-15,-2 4-22 0,2-2-25 0,-2 2-27 16,0 0-26-16,0 0-23 0,0 0-16 0,0 0-16 0,0 0-11 16,-10 14-9-16,-2 1-4 0,-6 6-13 15,-1 2-7-15,-8 3-6 0,0 0-19 0,-7 8-33 0,-1-1-56 0,-3-2-75 31,-4-2-289-31,12-9-446 0,12-10 197 0</inkml:trace>
  <inkml:trace contextRef="#ctx0" brushRef="#br0" timeOffset="46855.21">20755 4885 247 0,'-4'-3'284'0,"-2"1"-7"0,4-3-20 0,0 3-16 16,-2 0-23 0,4 2-22-16,-5-4-16 0,5 4-27 0,-4 0-19 15,4 0-14-15,0 0-12 0,-5 6-9 0,4 1-12 16,0 2-10-16,1 1-7 0,2 2-3 0,1 0-8 16,6 2-2-16,1 3-9 0,7 4-5 0,4-1 0 15,1 0-6-15,5-1-3 0,-1-1-2 0,3 0-3 16,-4 0 2-16,1 1-7 0,1-2-2 0,-3 0-2 15,-10-4 0-15,-1 0-3 0,-3 2-6 0,-2 1-7 0,-4-1 6 0,-3 0-5 16,-2 3-4-16,-6-1-2 0,-4 6 4 0,-6-1-1 16,-4 2 1-16,-4-5-2 0,-4 3 2 0,0-3-3 15,-1 0 3-15,2-1-3 0,-2-2 0 0,2-1 7 16,4 1-8-16,-1-5 5 0,6 0 0 0,4-3-5 16,4-1-1-16,-1-4-1 0,3 2 2 0,3-1 2 15,2-1 2-15,-2 0 3 0,3-1 3 0,1 1 4 0,2-3 3 0,0 0 3 16,9 6 3-16,3-3 4 0,11-3-4 0,7 0-1 15,4 0-9-15,2-3-2 0,5 2 1 0,0-3-4 16,-4-1-28-16,-1 1-27 0,-2 1-30 16,-6-1-41-16,2 1-43 0,-5-2-59 0,-8-1-268 0,1 1-530 15,-5 2 235-15</inkml:trace>
  <inkml:trace contextRef="#ctx0" brushRef="#br0" timeOffset="47457.04">20616 5247 225 0,'-8'0'257'0,"2"-1"-14"16,-2 0-14-16,8 1-13 0,-6 0-13 0,6 0-16 15,-8-3-19-15,8 3-19 0,0 0-13 0,0 0-12 0,-5 0-7 0,5 0-20 16,0 0-8-16,0 0-8 0,0 0-7 0,0 0-11 16,0 0-5-16,0 0-4 0,0 0-4 0,0 0-7 15,0 0-4-15,0 0-5 0,0 0 0 0,0 0 3 16,0 0 7-16,0 0-5 0,0 0 6 0,0 0-2 16,0 0-3-16,0 0-3 0,0 0-2 0,0 0 0 15,0 0-1-15,0 0-9 16,0 0 3-16,0 0-2 0,0 0 10 0,0 0-4 15,0 0 2-15,18-1-4 0,-18 1-10 0,15-1 13 16,2-3-13-16,11 1-5 0,4-1-4 0,5 3 3 16,14-3-1-16,4 1-2 0,4-2-4 0,-2 3 4 15,2-1-7-15,1 0 0 0,-2-1-1 0,-10 2 3 16,-11 1-2-16,-2-1 0 0,-6-1 3 0,-11 3-6 16,-4 0 5-16,-2 0-1 0,-2 0 2 0,-2-2 22 0,-3 0-7 0,-5 2 9 15,9 0 2-15,-9 0-1 0,6 0 1 0,-6 0-10 16,6-1-10-16,-6 1-18 0,0 0-17 0,0 0-24 15,0 0-24-15,0 0-33 0,0 0-36 16,-25 1-39-16,16 1-46 0,3-2-81 0,-1-2-179 16,7 2-523-16,-6-1 231 0</inkml:trace>
  <inkml:trace contextRef="#ctx0" brushRef="#br0" timeOffset="49261.84">21338 4530 16 0,'0'0'181'0,"0"-6"-2"0,0 6 6 0,1-3-5 15,-2-1-15-15,1 4-7 0,0-6-8 0,0 6-12 16,0-6-5-16,0 6-13 0,1-4-8 0,2 2-11 16,-1-1 8-16,2-1-11 0,4 1-12 0,-1 2-7 15,3 0-11 1,1-2-4-16,2 2-6 0,0 1 0 0,3 1-7 0,1-1-5 16,-6 3-5-16,3 1-7 0,0 0-3 0,-5 1-3 15,2-1-4-15,-4 3-9 0,0 0-1 0,-2 3-2 16,-1 0-1-16,-6 2-7 0,0-1-1 0,-2 3 3 15,-5 3-1-15,-4-2-3 0,0-1 0 0,2-1 4 16,-3 0 0-16,-3-1-6 0,4 0 2 0,0-3-1 16,2-1 0-16,2-1 2 0,-1-2-2 0,2 1 0 0,5-1 2 15,0 1-1-15,-1-2-1 0,1 0 5 0,3 2 1 16,2-2-2-16,2 1 1 0,2 1 0 0,4-1-1 16,4 2 1-16,4-2-2 0,-2 3 0 0,5-1 2 0,-3 2-3 15,0-1 1 1,0-1-1-16,-3 2 1 0,0 1-2 0,-4-5 3 0,-2 4-3 15,-3-3 0-15,0 3 1 0,-4-3 3 0,-2 1 3 0,-3-2 0 0,-4 4-3 0,-2-2 1 16,-9 3-2-16,0-2 2 0,-9 1-2 0,0 4-3 16,-1-4-4-16,1-1-9 0,9-2-14 0,-2 1-21 31,0-2-20-31,3 3-33 0,0-4-41 0,6 1-62 16,-2 0-189-16,9-1-423 0,3-1 188 0</inkml:trace>
  <inkml:trace contextRef="#ctx0" brushRef="#br0" timeOffset="49763.1">21799 5254 70 0,'-6'-1'272'15,"6"1"-20"-15,-9 1-16 0,9-1-25 0,-8 0-19 16,8 0-20-16,0 0-14 0,-7 0-15 0,7 0-16 0,0 0-15 16,0 0-10-16,0 0-12 0,-7 0-10 15,7 0-6-15,0 0-8 16,0 0-6-16,0 0-8 0,0 0-2 0,0 0-5 16,0 0-5-16,0 0-4 0,0 0-4 0,0 0-2 15,0 0-2-15,0 0-5 0,-6 0 1 0,6 0-3 16,0 0-1-16,0 0 1 0,0 0-5 0,0 0-3 15,0 0 5-15,0 0 4 0,0 0 5 0,0 0-1 16,0 0 1-16,0 0 4 0,0 0 0 0,0 0 2 16,0 0-2-16,0 0 0 0,0 0-2 0,0 0-4 0,0 0-1 0,0 0-1 15,0 0 2-15,0 0 22 0,0 0 8 0,0 0-4 16,0 0 6-16,0 0-12 0,20 3 3 0,-1-6-10 16,3 3-8-16,10-4 1 0,5 0-4 0,3 3-2 15,12-3-4-15,1-4 11 0,-1 3-11 0,2 2-6 16,-1-2 0-16,-16 1 10 0,4 1 2 0,-5 1-8 15,-8-1 5-15,-10 1-7 16,1 0-1-16,-9 2 11 0,2-1 0 0,-6 0 3 16,1 0 2-16,-2 1 5 0,-5 0 0 0,8-2-14 15,-8 2-6-15,7 0-8 0,-7 0-33 0,0 0-34 16,0 0-42-16,0 0-37 0,0 0-50 16,0 0-60-16,-32 2-93 0,25-2-178 0,7 0-560 0,0 0 248 15</inkml:trace>
  <inkml:trace contextRef="#ctx0" brushRef="#br0" timeOffset="50518.1">23085 4801 254 0,'-3'-4'261'0,"3"4"-12"0,-5-2-6 15,5 2-13-15,-4-3-8 0,4 3-17 0,-1-5-11 16,1 5-12-16,-3-3-29 0,3 3-11 0,0 0-18 16,0 0-14-16,0 0-18 0,0 0-11 0,0 0-8 15,0 0-8-15,16 7-6 0,-7-3-5 0,1 2-4 16,6 2-7-16,1 2-5 0,2-1-5 0,3 8 1 0,-9-5-8 0,7 6-3 15,-7-2 3-15,4 4-9 0,-6-3-3 16,-3 0-6-16,-2 0 1 0,-1 4-5 0,-2-2-1 16,-7 6 0-16,-4 0-3 0,-3-2 7 0,-4 2-5 15,-2-1 1-15,-5-1-2 0,-2 2 1 0,2-3 0 0,-3-3-1 16,2 1-1-16,0-3 5 0,0 2-5 16,5-8 0-16,1 0 3 0,3 1-2 0,5-5-2 0,-1 1 1 0,2-2 0 15,3-3-3-15,1 1 4 0,-1-1 7 0,5-3 6 16,-5 5 5-16,5-5 15 0,0 0 6 0,18 7-2 15,-8-5 3-15,13-1-8 0,8-2-1 0,1-1-1 16,2 0-12-16,7 1 5 0,-4 1-3 0,3-2-2 16,-4 0-4-16,-3-2-4 0,-1 3-2 0,-12 1-10 31,1-2-11-31,-5-1-8 0,-2 1-18 0,-5 2-12 0,-1-1-32 0,-2-1-39 16,-6 2-41-16,4-4-53 0,-1-2-62 0,-3 6-186 15,-9-7-503-15,1 2 223 0</inkml:trace>
  <inkml:trace contextRef="#ctx0" brushRef="#br0" timeOffset="50950.47">23026 5165 194 0,'-9'0'237'0,"3"0"-19"0,6 0-20 15,-9 0-12-15,9 0-16 0,-8-1-17 0,4-1-17 16,4 2-10-16,0 0-3 0,0 0-15 0,0 0-6 16,-9 2-5-16,9-2-8 0,0 0-10 0,0 0 4 0,0 0 0 15,0 0 11-15,0 0 6 0,0 0 3 16,0 0 3-16,0 0-2 0,0 0 3 0,0 0 1 0,0 0-7 0,0 0-7 15,0 0-12-15,0 0-1 0,-5-4-6 0,5 4-10 16,0 0-5-16,14-2-6 0,0 2-11 0,9-4-1 16,8 0-4-16,1 0-3 0,4 0-1 0,3 0-5 15,16 0-4-15,-1-2 2 0,-3-1-6 0,1 2-11 16,-13 2 9-16,-2-1-3 0,-7 4-3 0,-3-2 9 16,-9-1-8-16,1 1 0 15,-8 0-4-15,-2 2 6 0,-2-1-12 0,-2-1 4 16,2 2-23-16,-1-2-11 0,-6 2-4 15,4 0-28-15,-4 0-27 0,0 0-23 0,0 0-33 0,-12-5-27 16,7 2-43-16,5 3-48 0,-10-4-251 0,4 0-551 16,1 0 244-16</inkml:trace>
  <inkml:trace contextRef="#ctx0" brushRef="#br0" timeOffset="51589.73">23307 4624 71 0,'-11'1'178'15,"4"-1"-12"-15,2-1-8 0,5 1-22 0,-11 0-16 16,11 0-9-16,-9 0-13 0,9 0-9 0,-7-1-8 16,7 1-7-16,0 0-4 0,0 0-12 0,-7 0-4 0,7 0 0 15,0 0 9-15,0 0-1 0,0 0-1 16,-7-2 0-16,7 2-2 0,0 0-5 0,0 0-7 16,0 0-1-16,0 0-6 15,0 0 0-15,0 0-2 0,0 0 4 0,0 0 1 16,0 0-4-16,0 0 4 0,0 0-1 0,0 0 0 15,0 0 4-15,0 0 5 0,0 0 12 0,0 0 2 16,0 0-3-16,0 0-6 0,0 0-2 0,0 0-5 16,33-2-3-16,-5 2-4 0,2 0 0 0,6-2-9 15,1 2-3-15,15-1-2 0,-2-4-1 0,1 5-4 16,-14-3 3-16,0 2-7 0,-5 0 1 0,-3 1 0 0,-8-2-1 16,-2 2-5-16,-7-2-2 0,-2 3 2 0,-2-1-1 0,-1-1 1 15,0 0 3-15,-7 1-1 0,8 0-1 0,-8 0-7 16,0 0-7-16,8-2-12 0,-8 2-11 0,0 0-12 15,0 0-19 1,-27 3-29-16,17-3-28 0,-3 1-26 0,3 2-32 0,1-5-42 16,-2 5-201-16,11-3-443 0,-14 0 196 0</inkml:trace>
  <inkml:trace contextRef="#ctx0" brushRef="#br0" timeOffset="52137.95">24002 4405 47 0,'0'0'213'0,"10"0"-12"0,2 0-20 0,-1 0-11 16,2 1-10-16,6 3-18 0,-2 3-2 0,2-1-21 16,-1-1-15-1,-6 2-10-15,-2 0-10 0,0 0-10 0,-2 2-7 16,-3 0 7-16,-1 2-24 0,-3 0-4 0,-2 2-8 15,-6 1 0-15,1 0-8 0,-5 1-2 0,-4-4 0 16,-1 3-5-16,-5 0-1 0,2-6-2 0,5 1-4 16,-3-1 2-16,3-1-4 0,4 0-3 0,1-5 0 15,1 3 0-15,5-2 1 0,-4-2-4 0,2 0 1 16,3 4 1-16,2-5-4 0,-2 5 6 0,2-5 4 0,7 5-1 0,0-3 3 16,4 3 1-16,2 1 4 0,4-1 7 0,5 2-5 15,-3 2-3-15,8-2 4 0,-7 2 2 0,7-1-2 16,-1 4 2-16,-8-3-3 0,0-1-4 0,-3 1 0 15,0 1-1-15,-4-3-6 0,-1 0-1 0,-3 1-5 16,1-2-7-16,-7 1-3 0,3-2-1 0,-5 0 3 16,-3 1 0-1,0-2-3-15,-6 3-5 0,-3-4-21 0,-4 2-26 0,-2 0-32 16,-2-1-32-16,0-4-64 0,2 0-191 0,0-2-405 16,2-1 180-16</inkml:trace>
  <inkml:trace contextRef="#ctx0" brushRef="#br0" timeOffset="52454.35">24476 4368 102 0,'9'3'231'0,"-1"-3"-18"0,-3 8-13 0,5-1-12 16,4 7-16-16,8 4-14 0,-7 7-12 0,4 5 0 16,2 14-5-16,-2 4-6 0,-7 4-9 0,-1 6-6 15,-6 26-5-15,-11-4-11 0,-4-24-4 0,-11 28-6 16,0-27-5-16,-14 27-11 0,-7-13-2 0,-5-1-5 16,-6-4-5-16,-4-2-10 15,-10-9-4-15,18-15-5 0,-24 14-3 0,20-19-4 16,-18 16-14-16,14-21-22 0,-27 9-27 15,25-13-42-15,-31 6-38 0,0-3-62 0,26-15-299 0,-28 3-503 16,27-10 222-16</inkml:trace>
  <inkml:trace contextRef="#ctx0" brushRef="#br0" timeOffset="53094.11">20783 4496 63 0,'-14'5'200'0,"5"-1"-14"0,-6 9-13 15,-5 7-12-15,-12 17-4 0,0 4-16 16,-9 9-7-16,-14 24-4 0,2 4-7 0,5 0-9 0,1 0-4 0,2 4-9 0,7-4-5 16,4 4 14-16,20-24 3 0,2 3 6 15,5-1-3-15,10 22-8 0,6-28-9 0,11-1-1 16,13-5-8-16,11 0-4 0,35 5-6 0,12-10-7 15,11-8-19-15,9-5-37 0,3-9-43 0,-7-2-71 16,9-9-95-16,-9-4-265 0,-3 0-493 0,-14-5 218 16</inkml:trace>
  <inkml:trace contextRef="#ctx0" brushRef="#br0" timeOffset="54057.71">25501 4886 184 0,'0'0'198'0,"0"0"-9"0,-6-1-3 0,6 1-7 16,0 0-3-16,0 0-7 0,0 0-5 15,0 0-5-15,-7-1-3 0,7 1-10 0,0 0-7 0,0 0-11 16,0 0-12-16,0 0-15 0,0 0-5 0,0 0-13 0,0 0-7 16,16-7-4-16,-4 5 3 0,6 0-16 0,4 2-21 15,5-3-23-15,1 0-39 0,-1 3-39 0,2-3-40 16,-8 2-52-16,6-2-36 0,-6 0-204 0,-3 2-428 0,1 1 190 15</inkml:trace>
  <inkml:trace contextRef="#ctx0" brushRef="#br0" timeOffset="54211.1">25574 5048 116 0,'-8'4'181'0,"3"0"0"0,0-1-5 0,1 2-7 16,0-1 5-16,4-4 3 0,8 6-12 0,-1-5-13 15,14 2-18-15,14-3-14 0,2 0-21 0,20-3-40 16,-2 1-55-16,5-1-60 0,2-4-72 0,-6 0-160 0,0 0-311 16,-6-2 139-16</inkml:trace>
  <inkml:trace contextRef="#ctx0" brushRef="#br0" timeOffset="54743.78">26499 4647 98 0,'3'-5'234'0,"1"0"-20"0,1 1-19 0,2-1-25 15,2 0-13-15,2 2-16 0,1-1-11 0,6 1-12 16,3 1-7-16,0 2-6 0,11 0-7 0,-4 0-5 16,4 2-6-16,0 1-5 0,-2 1-4 0,-1 1-10 15,-8 3-9-15,0 0-3 0,-7 1-4 0,2 2-11 16,-5 2-4-16,-5 2-3 0,2 3-3 0,-7 2 1 0,-7 6-6 0,-7 1-2 16,-3 2 3-16,-13 12-7 0,-5-6 3 31,-3-1-6-31,-4 0 1 0,13-9-3 0,-3-1-3 15,-2-4 3-15,4 2-2 0,-3-3 1 0,4-2 5 16,1-2 3-16,0-1 5 0,10-3 3 0,3-7 1 0,5 1 0 0,-1 2 10 0,3-2 14 0,0-5 24 0,3 2 31 16,4-2 5-1,-5 4 23-15,5-4-22 0,-4 3 10 0,4-3-18 16,0 0-10-16,28-5-8 0,-6 1-8 0,14 1-12 16,1-4-5-16,15 0-10 0,-2 4 6 0,8 0-17 15,-1-1-1-15,-1 6-13 0,-1-4-3 0,-15 2 1 16,-8 2 2-16,0 0-10 0,-1 1-6 0,-12-3 3 15,-6 3-4-15,-3-2-1 0,1-1-15 0,-6 1 2 16,3-1-20-16,-3 0-22 0,-5 0-19 0,10 0-5 0,-10 0-1 0,0 0-18 16,0 0-39-16,-19 4-49 0,6 0-63 0,-1-3-96 15,2-1-229-15,-2-4-610 0,3 2 270 0</inkml:trace>
  <inkml:trace contextRef="#ctx0" brushRef="#br0" timeOffset="56076.21">27751 4695 21 0,'-5'-4'241'15,"5"4"-12"-15,-4-2-19 0,4 2-20 0,0 0-16 16,0 0-17 0,0 0-17-16,-5-1-15 0,5 1-12 0,0 0-16 15,0 0-7-15,0 0-13 0,0 0-13 0,0 0-7 0,0 0-4 16,0 0-2-16,0 0-6 0,0 0-6 0,13 7-1 15,-13-7-5-15,18 3-2 0,-5-1-3 16,1 0-4-16,3-2 0 0,4-2-2 0,-2 2-2 16,2-2-3-16,1 1-6 0,0-1 3 0,-1-4-5 15,-2 2 7-15,0-2-7 0,-1-2-1 0,1 3-5 0,-3-4 7 0,-2-1-1 16,-4 4 5-16,-1-2 13 0,0 0 4 0,-1 0 7 16,-3 0 6-16,-3 2-5 0,0-1-4 0,-2 2-9 15,-4-1-3-15,0 0-2 0,-5 0-2 0,-3 3-2 16,-3-2-2-16,-5 4-3 15,0 1-1-15,-3 1 0 0,-6 2-5 0,-4 4 0 0,1 3-1 16,-3 4-3-16,0 0 0 0,-13 6 6 0,16-2-4 0,-12 5-1 0,14 1 1 0,-8 6-1 16,12-6-2-16,6 2 9 0,1 0-1 0,5 3-7 15,6-2 0-15,3 0 3 0,6 2 0 0,12-4 0 16,6-3 4-16,9 1-1 0,21 1 0 0,7 0 0 16,8-8 6-16,30 0-7 0,2-2-2 0,-29-8-2 15,29 0-3-15,-2-3-1 0,-2-6-3 0,-27 2-1 16,2-2-8-1,-6-5-3-15,-2 1-3 0,-7-2-3 0,-15-1 3 16,-5 0 0-16,-5 0 5 0,-8-1 3 0,-2 2 5 16,-6-3 13-16,-2 1 5 0,-2 3 1 0,-6-4 1 0,0 4-3 15,-5-1 5-15,-3 1-8 0,-9-1 1 0,-1 2-1 16,-4 2 0-16,-11 1 2 0,0 1-2 16,3 5-4-16,-6 1-2 0,5 2 1 0,-2 4-5 15,2 0 2-15,2 4-1 0,5-1 2 0,5-4 0 0,4 4 0 0,4-3 2 16,2 0-5-16,5 2 2 0,3 1 2 0,3-3 0 15,6 1 2-15,8 2-2 0,10-2 3 0,2-3 6 16,4 1-6-16,2-4 1 0,-1-1-1 0,1-3-1 16,-3-3-2-16,-3 2 2 0,-1-4 0 0,0-2-1 15,-10 1 0-15,0-1 3 0,-4-1-1 0,-3 1-2 16,-2-3-1-16,-1 1 0 16,0-3-1-16,-3-1-8 0,-4 6-1 0,-1-5-6 15,-1-1-7-15,-3 5-4 0,-3-2-8 0,-1-1-12 16,-2 3-13-16,-3-5-14 0,0 9-16 0,0-4-9 15,-1 3-29-15,5 1-32 0,-2 1-73 0,1 0-121 16,3-1-381-16,4 2 169 0</inkml:trace>
  <inkml:trace contextRef="#ctx0" brushRef="#br0" timeOffset="56492.33">29285 4723 15 0,'0'0'244'15,"0"-5"-26"-15,0 5-14 0,0 0-25 0,-8-1-18 16,8 1-16-16,-13 3-14 15,3 0-13-15,-4 2-13 0,-3 1-5 0,-2 2-14 16,-1 2-10-16,-3 1-3 0,4 1-7 0,0-1-11 16,3-1-5-16,2 3-7 0,3-1-3 0,0 5-3 15,-3-5-4-15,8 3-3 0,0 1 2 0,3-2 1 16,4-1-4-16,1 3 1 0,4 1-1 0,4-1-1 16,0-2-6-16,7 1 2 0,0-1-2 0,-1-4-2 15,3 2 2-15,-1-2-9 0,-2-3 3 0,-1 2-6 0,-5-4 4 0,0 0-7 16,-1 0-2-16,-4-2 0 0,1 0-4 15,-3-1-5-15,-3 1 2 0,0-3-3 0,-5 4 3 16,-4-3-14-16,-5 0-20 0,-6 1-15 0,1-1-28 16,-3 1-29-16,4-4-49 0,-1 1-196 0,1-2-380 15,5 2 169-15</inkml:trace>
  <inkml:trace contextRef="#ctx0" brushRef="#br0" timeOffset="57061.32">29578 4611 235 0,'0'0'212'0,"0"0"-23"0,11-3-20 0,-6 2-17 15,5 3-17-15,2 2-14 0,-1-1-10 0,2-2-14 16,-2 2-6-16,6 2-12 15,-3 0-9-15,-4 2-5 0,3-2-9 0,-4 4-6 16,-4-1-8-16,3 1-5 0,-3 1-3 0,1 0-4 16,-4 0-4-16,-2 2 0 0,-2-1-3 0,-5 2-1 15,-1-4-3-15,-2 5-3 0,-4-1 0 0,-2-1 2 16,1 1-5-16,-3-3 1 0,4 2 3 0,-1-5-7 16,1 4-1-16,2-5 0 0,3 0 1 0,1 2 0 15,-1-6-5-15,2 5 2 0,3-4-1 0,0 2 1 0,-1 0 1 0,4-1 1 16,2 0 6-16,2 1-5 0,1 1-3 0,1 0 1 15,3 0-1-15,2 2-1 0,2-3-1 0,3 4 2 16,0-2 5-16,2 1-8 0,-2 0 2 16,-4-2-3-16,3 2-1 0,-2-4 1 0,-6 4-2 15,4-1-2-15,-6-2 2 0,4 1 3 0,-4 0-6 0,-3-2 4 16,-1 2 5 0,-1-2 2-16,-2 1-4 0,-2 0 0 0,-3 2-2 15,-3-4-1-15,-2 1-10 0,-1 3-13 0,-4-5-28 16,4 0-31-16,0-1-37 0,0 0-76 0,1-1-130 15,4-2-351-15,2 1 156 0</inkml:trace>
  <inkml:trace contextRef="#ctx0" brushRef="#br0" timeOffset="57499.98">30191 4702 247 0,'2'-7'385'0,"0"0"-15"0,-1 2-20 16,-1 0-23-16,1-2-41 16,-1 4-30-16,0 3-22 0,0-5-29 15,3 1-22-15,-3 4-37 0,1-2-38 0,-1 2-15 16,0 0-9-16,0 0-5 0,-6 11-6 0,3 0-14 0,-3-2-2 16,-1 3 7-16,1 3-21 0,-3-1 7 0,0 2-18 15,1 0-3-15,3 1-3 0,-3-3 0 16,3 3-1-16,-1-2 0 0,4-1-5 0,-1-2 2 15,0-5-5-15,2 4 2 0,1-1-2 0,0-4 0 0,0 0 21 0,0-1-5 16,4 0 12-16,-1-1 22 0,3-1-6 0,1-1 8 0,6-2-5 16,1 0-7-16,4-3-5 0,3-1-6 15,-3-2-19-15,2-1 1 0,4-7 9 0,-1 1-1 16,-3-3-1-16,1-4-14 0,-7 1-10 0,0-5-15 16,-2-1 0-16,-2 1-6 0,-9-4-1 0,-1 2-5 15,-7-2 0-15,-5 1-6 0,-6 3 8 0,-1 0 5 0,-4 2 0 0,-8 2 10 16,5 3-4-16,-4 1 4 0,6 6 0 0,6 3-5 15,-1 5 0-15,2 1 3 0,-2 1-4 0,1 2-2 16,7 3 2-16,-1 3-21 0,5 1 1 0,4 3 7 16,9 8 9-16,14 3-2 0,20 6 2 0,19-3-36 15,38 9-71-15,3-8-80 0,9-8-125 0,-10-8-310 16,4-2-683-16,-8-8 301 16</inkml:trace>
  <inkml:trace contextRef="#ctx0" brushRef="#br0" timeOffset="61355.75">9537 7134 26 0,'0'0'332'0,"0"0"-20"0,-1 2-28 0,1-2-25 16,0 0-24-16,0 0-28 0,0 0-18 0,0 0-19 15,-4 2-21 1,4-2-18-16,0 0-20 0,0 0-14 0,0 0-20 16,0 0-32-16,0 0-29 0,0 0-33 0,26-4-40 0,-13 2-40 15,6-3-39-15,11-1-34 0,-3-2-191 0,5 2-391 16,4-1 174-16</inkml:trace>
  <inkml:trace contextRef="#ctx0" brushRef="#br0" timeOffset="61509.41">10217 7089 106 0,'4'0'235'0,"-4"0"-21"16,8 2-23-16,-8-2-22 0,0 0-16 0,6-1-12 0,2 1-21 15,-8 0-13-15,16-4-22 0,-3 2-21 16,5-1-22-16,4-4-47 0,8 3-18 0,7-5-42 16,2 1-45-16,-2 3-128 0,13-6-257 0,-12 6 114 0</inkml:trace>
  <inkml:trace contextRef="#ctx0" brushRef="#br0" timeOffset="61640.77">11113 7010 121 0,'4'1'196'16,"-4"-1"-17"-16,5 2-34 0,-5-2-32 0,14-2-24 0,-5 2-57 16,6-2-50-16,3-2-126 0,10-2-154 0,4 3 69 15</inkml:trace>
  <inkml:trace contextRef="#ctx0" brushRef="#br0" timeOffset="61789.47">11956 6950 174 0,'3'3'282'0,"-3"-3"-31"0,0 0-29 0,10 0-39 16,-3-3-36-16,3 3-37 0,2-2-43 0,10-2-48 15,10-1-64-15,5 0-70 0,14-2-102 0,4 1-233 16,1 0 104-16</inkml:trace>
  <inkml:trace contextRef="#ctx0" brushRef="#br0" timeOffset="61925.98">13070 6946 290 0,'5'2'262'0,"-2"-1"-25"15,-3-1-30-15,5 1-32 0,-5-1-34 0,0 0-51 0,0 0-65 16,0 0-83-16,0 0-171 0,-19 0-246 0,19 0 109 0</inkml:trace>
  <inkml:trace contextRef="#ctx0" brushRef="#br0" timeOffset="72822.05">9316 5709 129 0,'-6'-2'182'0,"6"2"-12"0,0 0-21 0,0 0-14 0,-4-3-14 16,4 3-12-16,0 0-6 0,0 0-4 0,-5-2-13 0,5 2-11 16,0 0-10-16,0 0-2 0,0 0-11 0,0 0-5 15,0 0-5-15,-3-4-3 0,3 4-13 0,0 0 2 16,0 0-1-16,0 0-3 0,0 0-1 16,18 0-4-16,-9 0 1 0,1 0-6 0,3-1 5 0,-1 1-8 15,7 0 2-15,0 0 0 0,1 0-5 0,7 0-2 0,1 0-3 16,7 0 4-16,-3 0-3 0,0-2 1 0,2 4-1 15,4-4 0-15,0 2-1 0,0-3 12 0,3 2-12 16,-2 0-2-16,14-1 1 0,-2 4-2 0,-14-4 9 0,5 4-7 16,12-4 4-16,-2 1-6 0,2 0 0 15,-2 0-2-15,3-2 3 0,-1 4-3 0,1-3 3 16,1 2 2-16,5-1-3 16,-4 1-2-16,4 0 3 0,-2 1-1 0,1-2-1 15,5 1 2-15,-5 0 2 0,3 0 2 0,-2 1-3 16,3 0-4-16,0 2 2 0,0-2 2 0,2 1 1 15,25 1-2-15,-31-3-1 0,-1 1 4 0,3 2-3 16,-3 0 1-16,4-1-1 0,-2 1 0 0,2 1 2 16,-3-2-4-16,2 1 3 0,-3 0-1 0,2-1-7 15,1 1 10-15,-1-2-2 0,-1 3-3 0,0 0 2 0,0 0-3 0,4-1 7 16,-5-1-4-16,2 1-1 0,3-3-1 0,3 2 2 16,-2 1-7-16,1-2 11 0,29 5-5 0,-30-6-2 15,1 4 3-15,25-3-3 0,-26 3-1 0,-1-3 1 16,30 3-2-1,-31-4 2-15,5 3 10 0,24-1-6 0,-2 2-1 16,-28-5-1-16,31 3-3 0,-27-2 2 0,27 0-1 16,-27 2 6-16,25-2-2 0,-24 2 2 0,25-1 3 15,-30-2-13-15,29 2 6 0,-26-1 0 0,27 0 3 0,0-1-2 16,-26 2-7-16,28-1 8 0,-4 0-2 0,-26 0-1 16,30 0 1-16,-30 0 3 0,30 0-2 0,-1 2-4 15,-1-2 3-15,-1 0-2 0,1 2 0 0,-1 0 4 16,-25-1-2-16,31-1-4 0,-1 2 6 0,-32-2 0 15,31-5 1-15,-3 5-6 0,-26 0 1 0,34-2-5 0,-6 0 12 0,0 2-9 16,-29 0 3-16,26-1 1 0,-25 1 2 16,1-2 2-16,31 0 0 0,-5 2 2 0,-27-1-7 15,29-1 1-15,-5-2-1 0,-27 1 1 0,29-1 1 0,-26 1 1 16,28-3-2-16,-29 5 0 0,1-4 0 0,28-1-2 16,-35 5 1-16,10-4-2 0,24-1 3 15,-26 1-1-15,25 0-1 16,-26 1 5-16,25-1-2 0,-30 1-5 0,31-1 2 15,-33 0 1-15,7 0 1 0,3 1-3 0,25-4 7 0,-32 3 0 16,33-4-3-16,-33 6 0 0,6-3-2 16,23-5-3-16,-26 8 4 0,0-4 2 0,32-2-2 15,-35 4 2-15,2 0 1 0,29-3 0 0,-32 3-4 16,3-2-1-16,3 1 1 0,-1-1-1 0,0 1 5 0,2 2 1 16,-3-3-3-16,-1-1 0 0,3 2-3 0,-6 0 8 0,4-1-8 15,0-3 1-15,-2 4-1 0,1-2 0 0,2 2 0 16,1 0 1-16,-5 0-2 0,4-2 3 0,-4 2 0 15,29-3-4-15,-35 4 4 0,4-3 1 0,0 4-3 16,-2-6 3-16,3 4 0 0,-2 2 0 0,-2-8-4 16,3 5 2-16,-3-1 5 0,4 1-4 0,0 1-3 15,-1-2 1-15,3-1 2 0,1 3 3 0,-4-3-1 0,-3-1-4 0,1 3 4 16,1 2 7-16,-1-5-12 0,2 3 5 0,2-2 1 16,-2-1-1-16,1 2-3 0,-1-1 9 0,3 3-10 15,-2-3 3-15,0 4-1 0,2-7 3 0,0 6 4 16,-1-2-6-16,1 1 2 0,-3 0-2 0,1-1 4 15,-2 1-2-15,0 2-3 0,0-3 3 0,1 1-6 16,-1 0 8-16,1 2-4 16,1-2-1-16,-2 0-1 0,3 2 13 0,-4-2 0 15,-3 2-5-15,2 2 8 0,2-2-1 0,0 2-9 16,0 2 6-16,-2-4 1 0,1 3 0 16,-1-2-2-16,1 2-4 0,-2 0-3 0,2 1 3 0,0 0 0 15,0 1 1-15,-1-3-4 0,-1 3 2 0,-16 0-2 16,14 0 2-16,-1 0 0 0,2-1 0 0,-3 1-4 15,-1 0-1-15,1 0 7 0,-14-2-3 0,15 2-3 0,-1-2 3 16,1 2-2-16,0 0-2 0,-2-2-1 0,-1 2 2 0,-10 0 4 16,12-1 1-16,-1 0-5 0,1-2-1 15,-1 3 0-15,-11-2 4 0,10 4-2 0,-8-2 2 16,-3-2-3-16,18 2 3 0,-5 0-3 0,1-3 2 16,-14 3 0-16,11 0-2 0,1 0 17 0,-11 0-6 0,12 3-1 15,2-6-2 1,-15 3 2-16,0 0-1 0,12 0 0 0,3 0 0 15,-16 0 0-15,17-1 4 0,-5 2-2 0,2-2 0 16,-12 1-3-16,11-1 1 0,0-1-1 0,0 1 3 16,2-1-3-16,-1 2-3 0,0-1-1 0,5 2-2 15,-3 1 0-15,2-4 0 0,-1 4 3 0,2-2-3 16,-2 1 2-16,1-1-6 0,-2-1 3 0,2 2 5 16,0 1-5-16,3-2 0 0,0 0-1 0,-3 1-2 0,4 0 2 0,4 2-1 15,1-1 1-15,-1 2 0 0,3 4 1 16,-1-5 1-16,30 2-2 0,-34 1 3 0,1-3-1 0,28 2 0 15,-30 2 4-15,2-4 3 0,-1 2-1 0,2-3 4 16,4 2 4-16,23 0 7 0,-29-2 0 0,1 2 3 16,-3-1-2-16,1-3-3 0,2 2 0 0,-3-2 3 15,-2 2-9-15,-5-1 0 0,-16 1-1 0,4-2-3 0,-4 0 2 0,0 0 0 16,-5 0-2-16,-1-2 6 0,-2 2 4 16,-8 0-4-16,-1 2-3 0,-6-2 2 0,-2-2-3 15,-2 1 3-15,-4-1-6 0,2 2-8 0,-3 0-15 16,2 2-27-16,-7-2-38 0,0 0-27 0,6 1-21 0,-6-1-38 15,0 0-250-15,0 0-446 0,-26-1 198 0</inkml:trace>
  <inkml:trace contextRef="#ctx0" brushRef="#br0" timeOffset="74763.07">10061 5059 100 0,'0'0'92'0,"0"0"1"0,-1 4-8 0,1-4-13 15,0 0 0-15,0 0 3 0,5 3-11 0,-5-3-7 16,4 4-7-16,-4-4 6 0,10 3 7 0,-4-1-16 16,3-2-4-16,2 0 4 0,5 3-6 0,3-2-3 0,0 2 1 0,11-3-1 15,-1 1-6-15,2 1 11 0,1-4-10 0,1 2-2 16,4 0-6-16,4 2 1 0,10-4-6 0,0 1 2 15,-10-1-10-15,9 2 8 0,3-1-9 16,-1 1 10-16,1-1-8 0,5 1-5 0,5-3 6 16,-5 3-1-16,6-2-5 0,3 0-1 0,-1 1 0 0,25-1 6 15,-27 0 1-15,3 0-5 0,24 1 2 0,-28-1-3 0,2 0 1 16,27 4-2-16,-27-2 8 0,29-4-7 0,-1 4-2 16,0-1-1-16,-26 1 1 0,31-3 1 0,-9 2 1 15,3 2-8-15,-1-1 4 0,-25 3-3 0,29-6 5 16,0 4 2-16,-2-1 7 0,-2-1-12 0,2 4-3 0,-28-2 4 15,30-4-7-15,2 5 4 0,-32-2-1 16,32-2 7-16,-5 0-9 16,3 1 2-16,-3 1-1 0,1-1-2 0,0-1 5 15,2-1-5-15,-28 2 1 0,29 1 6 0,-4-3-4 16,-1 2 4-16,0 1-5 0,-27-5 4 0,34 5 1 16,-5-1-1-16,-2-1-1 0,-24 2-1 0,32-3-2 15,-35 1-1-15,38-2 3 0,-7 4-1 0,-2-1 7 16,-1-4-7-16,6 2 11 0,-3-4-11 0,0 4 0 15,-3-1 3-15,2 1-6 0,0-3 1 0,-2 1 2 0,2-3 2 0,-4 4-5 16,4-1 7-16,-1-2-3 0,2 2 5 0,1-1-5 16,-2 1 1-16,-30 1 4 0,33-2-6 15,-1 0 3-15,-29 1-2 0,30-2 4 0,-4 2-1 16,1-4 5-16,-3 6-6 0,-24 0-3 0,23-4 1 16,1 2 1-16,-28 3 1 0,30-5 2 0,-3 0 5 15,-25 2-8-15,31 2-2 16,-3-2 2-16,-27 3 1 0,29-3 0 0,-5 0-4 15,-26-1 3-15,4 5-2 0,28-7 1 0,0 4 2 16,-7 2-4-16,-25-1 4 0,28-6-1 0,-25 6 0 16,23-2-2-16,-23 2 2 0,22-3-2 0,-25 1 0 15,1-1-1-15,2 0 3 0,26-1-2 0,-28 2 6 0,2 0-3 16,26-3-2-16,-28 1 1 0,2 2 2 16,25-2-3-16,-31 1-1 0,4 2 0 0,3 0-2 0,23-2 7 0,-29 2-1 15,2-1 0-15,0-2-3 0,29 2 2 0,-30 3 3 16,1-1-3-16,2 0-2 0,2-2 5 15,-4 0-7-15,2 1 5 0,25 1-7 0,-36-2 4 0,5 1 2 16,1 0-3-16,1 0 0 0,-2 0 4 0,2 2-4 16,2-2 3-16,0 0-3 0,0 0 0 0,1 1 3 15,-1 1-3-15,3-5-1 0,-5 7 1 0,3-2 2 0,0 0 0 16,-2 1-1-16,-2-4 1 0,1 2-6 0,0 3 5 0,0-2 2 16,-4-1-4-16,5 1 2 0,-6 0 1 15,2-2-2-15,-5 1-2 0,2 3 1 0,-2-1 4 16,-1-3-5-16,1 2 2 0,3 1-2 0,-3-3 5 15,5 2-2-15,0 2 2 0,1 0-2 0,1 2-2 16,3 0 4-16,3-5-1 16,0 2 2-16,-3 1 0 0,0-3 3 0,27 5 6 15,-30-2-3-15,2-2 0 0,-3 0 5 0,1 3-4 16,-1 0 1-16,2 1 1 0,2-2 5 0,-2-2 1 16,2 5-1-16,1-4 2 0,1 1 1 0,2 1 1 15,-1-2 3-15,-5 2 0 0,32-2-1 0,-34 2 0 16,2 1-4-16,29 2 1 0,-27-4-4 0,26 1 0 15,-28 3-4-15,33 0-1 0,-31 2-1 0,3-4 0 0,23 1 0 0,-26 0-3 16,2 1-1-16,25 2 3 0,-30-2-2 0,6-1-2 16,-1-2 0-16,26 4 0 0,-28-1-3 15,29 0 0-15,-28 0 3 0,-1-1-4 0,28 1 0 0,-27-1-1 16,26 2 3-16,-32-3 3 0,7 2-2 0,-2 1 4 16,3-2-3-16,24 4-1 0,-26-2-2 0,1 0 3 15,0-5-2 1,2 1 2-16,24 6-2 0,-32-3 1 0,0 1-1 15,4-4 1-15,0 1 1 0,28 5 0 0,-30-4 0 0,6 1 2 16,22 1-2-16,-26 0 2 0,29-1 3 0,-29 0 0 16,0 1-5-16,25 2 5 0,-25-3 2 15,0 1 2-15,3-3-3 0,-1 5-1 0,26 1 2 16,-26-2 0-16,-2 0-4 0,3-1 2 0,-1 1 2 16,-6-2 1-16,-1 2 0 0,-1-1-1 0,-5 0-2 0,-16-2 1 0,-1-1-1 15,3 0-1-15,-3 1 2 0,-4 0 2 0,0-3 2 16,-4 1-2-16,-6-1-5 0,-3 0 4 0,-1 1 1 15,-5-2-5-15,-1 1 5 0,-1-1 9 0,-5 1 3 16,1-1-13-16,-2-1-3 16,-5 2-5-16,9-1-1 0,-9 1 4 0,8 1-3 0,-8-1-19 15,6 0-9-15,-6 0-16 0,0 0-25 0,0 0-30 0,0 0-33 0,6-1-34 0,-6 1-63 16,0 0-148 0,0 0-402-16,0 0 178 0</inkml:trace>
  <inkml:trace contextRef="#ctx0" brushRef="#br0" timeOffset="77083.73">9368 5489 30 0,'0'0'137'0,"0"0"-16"0,0 0-13 16,0 0-7-16,0 0-18 0,0 0 3 0,0 0-17 15,15-4-12-15,-9 3-5 16,2 1-4-16,-1 0 2 0,4-3-10 0,0 1 2 16,7 0-3-16,0 0-7 0,1-1-5 0,1 1 3 15,11-3-8-15,-1 4-5 0,1-1 4 0,1-1-5 16,0 1 1-16,4-1-1 0,-4-1 1 0,5 1-5 0,-1 1 8 15,0-1-9-15,2 2-8 0,4-2 4 0,8-1-4 16,-10 0 1-16,-1 0-1 0,17-1 7 0,2 1-18 16,-4-1 15-16,1 2-1 0,3-2-2 0,5 0-4 0,-2 1-3 15,5 0 11-15,1 0-2 0,-4-1 2 0,3 1 5 16,-1 0 3-16,26-4-5 0,-26 5 1 0,1-2-1 16,33 0-6-16,-34 1 4 0,34-2-1 0,-7 3 1 15,-28 0-4-15,2 0-6 0,31-4 2 0,-28 5 20 16,23-6-17-16,-1 4-3 0,-26 0-2 0,27 4 2 15,0-4-5-15,-25 2 10 16,22 1-6-16,-22 1-3 0,25-7 3 0,-29 4 0 16,28 2 3-16,-26 1-5 0,28-5 6 0,-25 4-6 15,27-3 3-15,-30 6-3 0,31 0 10 0,-7-6-8 16,-25 6-4-16,26-2 4 0,-26-2-3 0,26 0-5 16,-23-1 11-16,25 1 1 0,-26-1-6 0,33 6 4 15,-5-10 0-15,-2 4-2 0,0 0 1 0,-2-1-5 16,-25 1 6-16,28-1-2 0,-3-1 4 0,4 2-7 0,-2 1-4 15,-24-3 3-15,30-1 8 0,-1 2 2 0,-6 0-11 16,-3-4 3-16,4 4 3 0,-27 3-4 0,31-4 10 0,1 1-2 16,-1 4-5-16,-3-3 0 0,3-2-3 0,-1 4 2 15,-1 0 2-15,-3-2-6 0,-1 1 13 0,2-5-4 16,-2 7-1-16,2-3-5 0,7 1 8 0,-10 0-10 16,6-1 5-16,-1 1-6 0,-27 1 5 0,27-1 1 0,-2-2 5 0,3 4 1 31,-5 0-3-31,2-1-3 0,3-1 2 0,-30 1-2 0,36 1 1 15,-4-4-6-15,-33 4 8 0,31-3 0 0,-2 3-5 16,-2-1 5-16,-1 1-5 0,-22 0 1 0,32 0 0 16,-34 0-1-16,31-1 7 0,-6 3-6 0,-23-2-3 15,28-4 9-15,-3 6-3 0,-32-2-3 0,35-2 3 16,-4 4 0-16,-27-1 1 0,32-2 3 0,-29 3-4 16,24-2-1-16,-2-1 5 0,-28 1-1 0,5 4-4 15,30-1-2-15,-7-1 10 0,-26 1-2 0,27-2-4 16,0 5-5-16,-30-4 2 0,6-1 2 0,23 1-1 15,-26 1-1-15,1 3 3 0,-1-3-6 0,5-1-3 16,23 0 13-16,-27 1 1 0,2-1-7 0,26 3 3 16,-29-2-1-16,27 5 2 0,-30-6-4 0,2 2 1 0,-2-1 3 0,6-1-1 15,-5-1 1-15,5 1 2 0,-5 0-2 0,1 0 10 16,3 1-1-16,-2 1-3 0,1 0-3 0,-1 0-5 16,0-3 10-16,1 0-7 0,-2 3 3 0,-1-3-4 15,5 2 1-15,-4 0-3 0,-5-2 5 0,5 2-4 16,-3-1-2-16,1 0 1 0,1-4 4 0,0 4 0 15,4 0-5-15,-1-2 2 16,2 3-2-16,0-2-5 0,-1 3 7 0,0-1-2 16,0-1 4-16,27 2-9 0,-33 1 3 0,4-2 4 15,3-3-2-15,-2 3-7 0,24-2 8 0,-22 2-1 16,-3 0-3-16,-2-3 5 0,3 6-1 0,1-6 5 16,26 5 4-16,-34-5 1 0,6 0 5 0,1 5-9 15,2-1 4-15,-2-2-3 0,27 2 3 0,-29-1-2 16,27 1-3-16,-32 1 1 0,3 0-2 0,2-2-2 0,2 2 5 0,-1 0 0 15,1-1-1-15,-2 1-5 0,26 0-1 0,-29-3-3 16,4 2 0-16,1-3 4 0,-1 4-5 0,1 1 2 16,3-2-3-16,-3 1 4 0,2-4 2 0,0 3-6 15,-3 3 5-15,1-5-3 0,-1 1 4 0,0 4-4 16,1-6 2-16,26 3 2 0,-32 1-2 0,0-3-4 16,2 3 3-16,0-3 0 0,1 1 1 0,-1-3 0 0,-2 2 2 15,2 1 2-15,-1-2 9 0,0 2-4 0,0 0 0 16,0 1 2-16,0-3-1 0,4 1-5 0,-4 0 0 0,3 1 2 15,1-3 0-15,1 0-4 0,-5-1 5 0,4 2-2 16,-3 2 0-16,0-1 1 0,2 2-4 0,-2-3 0 16,2 1 1-16,-3-2-6 0,3 2 3 0,-3-2-1 15,2 2 1 1,1 1 1-16,-3-3-4 0,1 0 3 0,2 0 2 0,-3 2-2 16,0 1 4-16,0-2-6 0,-2-1-2 15,-1 0 5-15,-2 0-2 0,4-1 1 0,-5 2-1 16,-1-1 0-16,2-1-2 0,1 2 1 0,0 2 1 15,-3-2-1-15,1 1-2 0,2-2 1 0,-2 0 1 0,-4 3 1 16,3-3-1-16,-2 0 1 0,-11 2-2 0,0-2-3 16,12 0 4-16,-14 0-1 0,3 0-1 0,-4-2-1 0,17 2 13 15,-14 0 4-15,11 0-6 0,-12-1 0 0,12-1-3 16,-14 0 0-16,0-2 1 0,-1 3 1 0,0-3-7 16,-4 3 3-16,5-2 0 0,-5-1 2 0,1 2 8 15,0 1-7-15,-1-1-4 0,0-2 1 0,-4 3 2 16,4-2-3-16,-1 2-2 0,0 0 4 0,-1-2-4 15,-3 1 2-15,1-1-2 16,-7-1 0-16,7 4-1 0,-6-4 2 0,-1 3-1 16,-1-2-1-16,0 2-1 0,-1-2 0 0,-1-1 5 15,1 0-2-15,-2 3 3 0,2-2-2 0,-4 1 0 16,3-1 1-16,-4 3-2 0,4-2 1 0,-4 0 0 16,-1-1 0-16,1 2 1 0,-1 0-3 0,-2 0-2 15,2-3 3-15,-1 4-4 0,-2-3 1 0,1 2 1 16,-2-2-5-16,-1 1-4 0,-2 2 1 0,1-2 3 0,-1 1-7 0,-1-2-2 15,0 3-25-15,3-2-19 0,-3 0-22 0,-1-1-44 16,2-1-53-16,-2 1-169 0,1-2-372 0,0 1 166 16</inkml:trace>
  <inkml:trace contextRef="#ctx0" brushRef="#br0" timeOffset="79457.53">3856 8669 52 0,'-9'0'142'0,"9"0"3"0,-10 2 2 15,10-2-3-15,-7 3-9 0,7-3-15 0,-5 4-11 16,4-1-11-16,-3 1-4 0,0-2-16 0,2 4 1 16,-1-2-15-16,-2 3-4 0,3 0-8 0,-1 2-6 15,1-2 5-15,2 5-12 0,0-3-4 0,1 3 0 16,1-2-7-16,2 6-2 0,4-1-1 0,2-1-4 16,0 2 2-16,4-3-2 15,3 0 2-15,6 4-2 0,0-1-2 0,1-2 5 16,1 0 0-16,-2 3-5 0,-4-5 2 15,2 2-4-15,-4 0-2 0,-3-2-3 0,-4 4 4 0,-1 0-10 16,-1 1-1-16,-3 0 4 0,-5 2-4 0,-8 8 1 16,-4 2 0-16,-9 1 2 0,-12 9 0 0,-4-1-5 15,-4-2 3-15,-4-2-2 0,3 0-2 0,-1 0-2 16,2 0-6-16,0-6 6 0,10-8-1 0,0 2 3 0,2 0 3 16,1-3-5-16,4-2 1 0,1-3 1 0,9-2-3 0,0-1-4 15,6-5 7-15,0 1-1 0,3-4 5 16,0 2 3-16,3-3 1 0,-1 3 12 0,3-1 19 15,0-4 13-15,13 3 24 0,-3-3-3 0,12 0-3 16,6-3-6-16,2 2-4 0,5-3-5 0,-6-1-3 16,7 1-3-16,-1 2-5 15,-1-1-5-15,-2-1-1 0,1 1 1 0,-6-1-8 16,-4 3 2-16,-4-2-7 0,-6 2-3 0,0-2-2 16,-3 3-3-16,-4 0-2 0,1 0-3 0,-2-1-1 15,1 0-2-15,-6 1-2 0,8 0-4 0,-8 0-4 16,0 0 4-16,6 1-11 0,-6-1-9 0,0 0-20 15,0 0-33-15,0 0-43 0,0 0-39 0,-13 7-55 16,13-7-236-16,-11-3-476 0,11 3 211 0</inkml:trace>
  <inkml:trace contextRef="#ctx0" brushRef="#br0" timeOffset="79842.82">3635 9247 172 0,'-9'-3'224'15,"1"3"-7"-15,2 0-11 0,6 0-13 0,-8 0-11 16,8 0-18-16,-9 0-10 0,9 0 0 0,0 0-13 15,0 0-3-15,-6-1 0 0,6 1-12 0,0 0-7 16,0 0-13-16,0 0-12 0,0 0-8 0,15-4-7 16,-2 3-8-16,15-1-9 0,4-2-5 0,4-1-6 15,18 0-9-15,-1 1 1 0,1 0-6 0,-3 0-1 16,-13 0-6-16,-1 4 0 0,-3-3-6 0,-4 3-3 0,-8-2 0 16,-4 0-5-16,-3 2-2 0,-6 0 1 0,-1-2-1 15,1 3-3-15,-4-2-4 0,0 0 2 0,-5 1-2 0,8 0-4 16,-8 0-1-1,0 0-7-15,0 0-8 0,6 2-10 0,-6-2-14 16,0 0-30-16,-11 8-47 0,4-4-49 0,2 0-68 16,0 0-214-16,0-2-480 0,4 1 213 0</inkml:trace>
  <inkml:trace contextRef="#ctx0" brushRef="#br0" timeOffset="80289.78">4821 9310 15 0,'0'0'196'0,"0"0"-16"0,-8 0-5 0,8 0-15 0,0 0-8 0,0 0-11 15,0 0-10-15,0 0-6 0,0 0-8 16,0 0-10-16,0 0-8 0,0 0-4 0,0 0 6 0,0 0-5 31,22 2-2-31,-8-2-7 0,6 0-7 0,9-2-7 0,1 4-4 16,6-4-3-16,-3 0 5 0,4 1-1 0,-1-1 0 15,-3 0 1-15,-1 1-11 0,-5-1-7 0,-7 0-1 0,0 2-1 16,-9-1 0-16,1 1-3 0,-2 0 12 16,-3 0-5-16,-1 0 0 0,-1-3-2 0,-5 3-3 15,7 0 7-15,-7 0-16 0,0 0-5 0,8 1-7 16,-8-1 0-16,0 0-7 0,0 0-25 0,0 0-20 0,0 0-24 0,0 0-18 16,0 0-41-16,0 0-51 0,0 0-56 0,0 0-259 15,0 0-511-15,0 0 226 0</inkml:trace>
  <inkml:trace contextRef="#ctx0" brushRef="#br0" timeOffset="81006.84">5784 8908 56 0,'-5'-2'244'0,"5"2"-18"0,-4-5-16 0,4 5-17 16,-1-3-16-16,1 3-19 0,-2-2-13 0,2 2-17 15,0 0-15-15,0 0-14 0,0 0-15 0,0 0-13 16,0 0-10-16,0 0 1 15,0 0-10-15,12 10-6 0,-5-3-2 0,4-1-6 16,3 3-1-16,4-2-5 0,0 1-1 0,0-2 1 0,1 2-6 16,3-1-3-16,-3-2-2 0,1-1-3 0,-2 1-4 15,-5-1 0-15,2-1-2 0,-4-3 0 0,0 2 1 16,-1-2 1-16,-5 3 7 0,3-3 0 0,-4 2 7 16,1-1 3-16,-5-1 2 0,5 2 0 0,-5-2-1 15,8 0-2-15,-8 0-6 0,0 0 2 0,4 4-9 16,-4-4-5-16,-7 6 0 0,1 1-3 0,-2 3-1 15,-6 4-2-15,-5 8 1 0,-4 2-1 0,1 5 3 0,-7 8-3 16,-1 1 2-16,6-9-5 0,-4 9 0 0,5-6 1 0,0-2 0 0,5-1-3 16,-1-1 4-16,4-1-6 0,2-2 7 15,1-1-5-15,3-8 3 0,2-1-3 0,2-3 2 16,0-2-1-16,2-1-1 0,2-1 1 0,-1-4 4 0,0 2 5 16,3-2 3-16,-2 1 8 0,0-2 11 15,1-3 6-15,-3 4 12 0,3-4 13 0,-3 3 7 16,3-3 0-16,0 5 0 0,0-5-8 0,0 0 1 15,0 0-10-15,0 0-9 0,16-3-2 0,-8 1-10 0,2 2 0 16,0-3 3-16,2 1-8 0,7 0-6 16,2 0 12-16,7 1-17 15,-1-1-6-15,2 2-2 0,0 0-7 0,3 0 1 16,2 0-6-16,2 0 1 0,1 0 1 0,-2 0 13 16,-1 0-17-16,1 0 1 0,-2 0 7 0,-8 0-6 15,-3 0 3-15,-4 0 1 0,-9-3-1 0,1 6 0 16,4-3 0-16,-10 0-2 0,1-3 9 0,-5 3 5 15,9 0-2-15,-9 0 5 0,9 0-1 0,-9 0 2 16,0 0-5-16,0 0 1 0,8 0-4 0,-8 0-5 0,0 0-3 0,0 0-18 16,0 0-26-16,0 0-22 0,0 0-28 0,0 0-31 15,0 0-45-15,0 0-53 0,-23 0-93 0,19-4-171 16,-1-1-529-16,2 0 234 0</inkml:trace>
  <inkml:trace contextRef="#ctx0" brushRef="#br0" timeOffset="81491.89">5755 9287 67 0,'0'0'205'0,"-9"0"-1"16,9 0-5-16,0 0-5 0,0 0-15 0,0 0-9 15,-8 0-12-15,8 0-9 0,0 0-8 0,0 0-14 16,0 0-11-16,-2 3-6 0,2-3-10 0,0 0-11 0,0 0-11 16,0 0-8-16,0 0-3 0,0 0-8 0,0 0 0 0,0 0-2 15,0 0-3-15,0 0-1 0,0 0-6 0,0 0 1 16,0 0 2-16,0 0-5 0,0 0 0 15,0 0-3-15,0 0 1 0,0 0-5 0,0 0-1 16,0 0-2-16,0 0-4 0,0 0-3 0,0 0-5 0,0 0-2 16,0 0 4-1,0 0-2-15,0 0-4 0,0 0 1 0,21-5-1 16,-3 3-1-16,4 0-1 0,10-1 5 0,0 1-11 16,4-1 2-16,1-1-4 0,2 0 3 0,1 3 8 0,11-3 3 15,-15 1 3-15,-5-1-3 0,-3 2 0 16,-9 0 1-16,-4 0 9 0,-5 2 6 0,1-3 6 15,-4 3 0-15,1 0 0 0,-3-1-10 0,-5 1-5 16,10-1-3-16,-10 1-3 0,5 0-3 0,-5 0-8 0,0 0-16 0,7-3-15 16,-7 3-38-16,0 0-45 0,0 0-50 0,0 0-52 15,0 0-72-15,-24-1-248 0,17-1-566 0,3 1 250 16</inkml:trace>
  <inkml:trace contextRef="#ctx0" brushRef="#br0" timeOffset="82341.1">6064 8714 177 0,'0'0'177'0,"0"0"-9"0,-9-1-6 15,9 1-11-15,0 0-9 0,0 0-10 0,0 0-13 16,0 0-9-16,0 0-11 0,0 0-13 16,0 0-7-16,0 0-12 0,0 0-2 0,0 0-9 0,0 0-3 15,0 0-4-15,0 0-13 0,0 0 1 0,0 0-1 16,0 0-7-1,-5-2-3-15,5 2-3 0,0 0-2 0,0 0-6 16,0 0 3-16,0 0 1 0,0 0-7 0,0 0 1 16,0 0-3-16,0 0-1 0,0 0-2 0,0 0 3 0,0 0-1 15,0 0-4-15,0 0 6 0,0 0-3 16,0 0-1-16,0 0 1 0,0 0 3 0,0 0 4 16,0 0 0-16,0 0-3 0,0 0 3 0,0 0-2 15,0 0 2-15,0 0 1 0,0 0-2 0,0 0 6 0,0 0 0 0,0 0-1 16,0 0 1-16,0 0-3 0,0 0-1 0,0 0-1 15,0 0 1-15,0 0-4 0,0 0 2 0,0 0-3 16,0 0 2-16,0 0 7 0,0 0 1 0,26 3 7 16,-15-3-3-16,7-1-5 0,5 1 3 0,6 0-6 15,1-1-2-15,0-1 5 0,5 0-7 0,-3 1 0 16,1 1 1-16,-1-3-1 16,-4 1-3-16,-7 0 3 0,-1-1-5 0,-1 1 5 15,-1 2-2-15,-5-2 0 0,-4-1 4 0,-2 3-1 16,1 0 0-16,-3 0-3 0,2-2 0 0,-7 2-4 15,6-1-3-15,-6 1-8 0,0 0-11 0,9-2-20 16,-9 2-36-16,0 0-34 0,0 0-33 0,0 0-34 16,0 0-232-16,-18 5-438 0,18-5 193 0</inkml:trace>
  <inkml:trace contextRef="#ctx0" brushRef="#br0" timeOffset="82742.34">6744 8569 87 0,'0'-7'337'16,"0"7"-18"-16,0-5-14 0,0 5-21 0,-1-3-26 15,1 3-24-15,0 0-14 0,0 0-26 16,1-6-22-16,-1 6-18 15,0 0-18-15,0 0-14 0,0 0-26 0,0 0-21 16,0 0-12-16,0 0-5 0,5 19-8 0,-5-9-6 16,3 9 0-16,-2 0-8 0,-1 8-1 0,0-3-6 15,0 5-3-15,0-2 2 0,0-1-3 0,0-2-6 16,0-5 2-16,0 1-2 0,4-3-2 0,-8-3-2 16,4-2-1-16,0-2 1 0,0 0-7 0,0-4 6 15,0 0-1-15,0 0-5 0,0-1 2 0,0-1 6 0,0 1-8 0,0-5 2 16,-1 3 3-16,1-3-1 0,0 5 0 0,0-5 2 15,0 0-2-15,1 4-5 0,-1-4 1 0,0 0 2 16,0 4-6-16,0-4 3 0,0 0-21 0,0 0-29 16,0 0-38-16,0 5-48 0,0-5-41 0,0 4-31 15,5-3-105-15,-5-1-160 0,5 3-505 0,-5-3 225 16</inkml:trace>
  <inkml:trace contextRef="#ctx0" brushRef="#br0" timeOffset="83830.64">7511 9203 137 0,'0'0'149'0,"0"0"-2"0,-7 1-3 0,7-1-1 15,0 0-5-15,0 0 0 0,-5 2-5 0,5-2-1 0,0 0 3 16,0 0 2-16,0 0 7 0,0 0-6 0,0 0-11 15,0 0-13-15,0 0-7 0,0 0-9 0,0 0-6 16,19-9-7-16,-6 8-9 0,6-4-6 0,13 3-8 16,6 1-5-16,19-1-4 0,1-4-2 0,1 3 5 15,3 1 2-15,-2-2-4 0,-6 2-5 0,-1-1-5 16,-14 2-3-16,-1-2-4 16,-5 1-2-16,-2 2-7 0,-2-2 1 0,-9-1-1 15,-7 3-5-15,-4 0-7 0,0 0-4 0,-1-2-7 16,-3 2-13-16,-5 0-10 0,8 0-4 0,-8 0-12 15,0 0-17-15,0 0-13 0,0 0-22 0,-27 5-22 16,9-3-36-16,-4 4-38 0,-1-3-70 0,5 0-141 16,-4 0-424-16,1 2 187 0</inkml:trace>
  <inkml:trace contextRef="#ctx0" brushRef="#br0" timeOffset="84184.15">7632 9443 74 0,'-5'0'209'0,"5"0"-3"0,-5 2-3 15,5-2-6-15,0 0-6 0,0 0-8 0,0 0-5 0,0 0-12 0,29-2-11 16,-7 2-14-16,12-3-12 0,6-1-13 0,15 0-9 16,0-2-6-16,0 1-11 0,2 2-1 15,0-1-4-15,0 1-2 0,-3 1-4 0,-2-2-7 0,-11 1-7 16,-9 0-5-16,0 3-3 0,-10-2-8 0,-9 2-3 16,0 0 2-16,-2 0-3 0,-5 0 2 0,2-3-5 15,-3 3-13 1,0 0-12-16,-5 0-20 0,0 0-39 0,0 0-47 0,0 0-56 15,0 0-65-15,-24-2-269 0,10 3-518 0,0-1 229 16</inkml:trace>
  <inkml:trace contextRef="#ctx0" brushRef="#br0" timeOffset="89981.74">9090 8877 39 0,'0'0'180'0,"0"0"-4"0,0 0-8 16,0 0-6-16,0-3-9 0,0 3-1 0,0 0-14 16,0 0 0-16,0 0-8 0,-1-5-2 0,1 5-9 31,0 0-8-31,0 0-9 0,1-6-7 0,4 3-8 15,-5 3-12-15,8-3-11 0,-4 0-3 0,2-1-8 0,2 0-4 16,3 1-6-16,1 0-4 0,2-2-11 0,-3 3 7 16,2 0-5-16,6-1-3 0,-1 1 2 0,-1 1-8 0,-1 0 1 15,1 3-7-15,-6 0-1 0,5 1-5 0,-5 1-4 16,2 1 3-16,-1 3-7 0,-1 2 1 0,-2 1-5 16,0 4-2-16,-2 2 2 0,-3 0-5 0,0 12 1 15,-5-3 2-15,-8 4 0 0,-2 1-1 0,-9 11 2 16,-4 1 2-16,2-10 0 0,-4 6 2 0,-3 1-5 0,7-14 5 15,0 2-1-15,-1-1 0 0,0-1 1 0,2-3-1 16,1-2 1-16,3-6 1 0,4-2-1 0,4-4-2 0,-1-2 5 16,5 2-1-16,0-6 2 0,1 2 6 0,-1-1 37 15,0-2 26-15,2 1 32 0,3-3 30 16,-5 1-12-16,5-1 0 0,0 0-20 0,4-13-10 0,0 6-11 16,4-3-8-1,-1-3-6-15,4-3-11 0,1 4-7 0,-7 1-5 16,7-2-6-16,-2 2-2 0,-1 3-5 0,-1 0 3 15,-2-1-10-15,-1 6-2 0,3-2-10 0,-3 1 4 16,0-1-6-16,-1 3-4 0,6 2-4 0,-4 0 5 0,-6 0-9 16,15 2 2-16,-7 3 15 0,3 0-16 15,-2 1 6-15,3-1-6 0,-1 3-6 0,0-1 9 16,5 3-5-16,-1-1 5 0,0 1 0 0,-2-3-3 0,1-2 6 0,0 3-3 16,-1-4-2-16,-3 1-3 0,3-2 2 0,-2 0-5 15,0-2 4-15,-2-1-1 0,-1 0 1 0,1-3-1 16,0 1-2-16,1-2-5 0,-3 1-6 0,2-3-6 15,0-1-3-15,-2-1-14 0,2 0-3 0,-2 1-11 0,-1 2 0 16,3-4-8-16,-5 4-5 0,1 2-20 16,-5-2-24-16,4 1-40 15,0 2-31-15,0-1-25 0,2 3-40 0,-6 0-216 16,10 0-498-16,-3 0 220 0</inkml:trace>
  <inkml:trace contextRef="#ctx0" brushRef="#br0" timeOffset="90413.7">9891 9121 240 0,'0'-5'327'0,"0"3"-9"0,1-3-12 0,1 0-14 16,-2 5-21-16,-2-7-21 0,2 7-24 0,-1-4-17 15,1 4-29-15,1-4-11 0,-1 4-26 0,0 0-19 16,0 0-19-16,0 0-4 0,0 0-29 0,0 0-10 16,0 0-8-16,0 0-10 15,0 0-8-15,0 0-9 0,-1 21-2 0,-1-12-6 16,0 4 2-16,1 3-8 0,-3 0 1 0,-1 0-2 15,1 1-1-15,2 0-2 0,-1 0 2 0,-1-1-1 16,2 1-3-16,-1-5 2 0,2-1 12 0,-2 0-14 16,2-5-2-16,-2 2 3 0,0-1-5 0,2-1 6 15,-1 0-3-15,2-3-4 0,-1 1-2 0,0-1-2 16,1-3-5-16,-2 5 2 0,2-5-3 0,-1 4 2 0,0-1-2 16,1-3-3-16,0 0 3 0,-4 3-4 0,4-3-31 0,0 0-77 15,-8-8-76-15,4-1-76 0,-1-3-242 16,-1-7-556-16,2-1 247 0</inkml:trace>
  <inkml:trace contextRef="#ctx0" brushRef="#br0" timeOffset="90582.9">9834 8889 30 0,'0'-7'327'16,"1"1"8"-16,-1 1-17 0,0 1-11 0,0-1-11 15,-1 0-32-15,1 5-25 0,1-4-24 0,-1 4-24 0,1-5-16 16,-1 5-27-16,0-4-42 0,0 4-52 15,0 0-53-15,-2-4-63 0,2 4-19 0,0 0-26 16,0 0-33-16,9 12-43 0,-8-7-223 0,0-2-440 0,2 1 196 0</inkml:trace>
  <inkml:trace contextRef="#ctx0" brushRef="#br0" timeOffset="91184.38">10497 8772 182 0,'0'0'257'0,"1"-7"-11"0,0 6-16 0,-1 1-22 0,2-4-19 15,-2 4-19-15,0 0-20 0,0 0-11 0,1-4-14 16,-1 4-22-16,0 0-12 0,0 0-13 0,0 0-3 15,0 0-7-15,-22 12-9 0,12-7-4 0,-6 4-6 16,0 3-9-16,-3-4-4 0,1 4-3 0,0 2-1 16,-1-4-6-16,2 2-1 15,2 1-5-15,2 0-1 0,-2 0-3 16,3-1-1-16,3-2-1 0,4 1-2 0,-2-1-6 16,3 5 3-16,1-8-2 0,2 4-1 0,1 2 6 15,3-3-5-15,1 4-1 0,3-3-2 0,3 2-3 0,2 0 3 16,1 1 0-16,-1-2 0 0,4 0-3 15,-1 3 0-15,0-5 0 0,1 3-1 0,-4 0 0 16,0-3 6-16,-3 1-9 0,1-2-1 0,-4 2-6 0,0-3 6 0,-2 3-4 0,-2-2-2 16,-1-3 1-16,-2 4 0 0,-1-3 1 15,-5 1 4-15,1 0 2 0,-7 0-1 0,0 1 1 16,-5-1-4-16,3 0 3 0,-3-1 3 0,1-2-3 16,-2-3-1-16,1 1 0 0,0 1-2 0,5-2-14 0,0 1-13 15,-1-1-9-15,3-1-12 0,1-1-22 0,5 1-23 16,5-1-55-1,-9-4-56-15,9-3-133 0,0 4-369 0,8 0 164 16</inkml:trace>
  <inkml:trace contextRef="#ctx0" brushRef="#br0" timeOffset="91515.84">10717 9069 353 0,'2'-4'351'0,"1"0"-7"0,-2-1-6 0,2 3-20 16,-3 2-15-16,0-5-33 0,0 5-25 0,2-2-22 16,-2 2-12-16,0 0-34 0,2-4-27 0,-2 4-17 15,0 0-31-15,0 0-30 0,0 0-21 0,0 0-5 16,0 0-3-16,4 13 1 0,-5-8-6 0,0 2-5 0,-1 3-1 0,0 1-4 16,1-1-3-16,0 1-5 0,-2 4-3 0,1 2-9 15,0-2 9-15,1-3-3 0,-3 2 0 0,4-1 3 16,-1-3-6-16,0-1-1 0,-1-2-3 0,1 1 0 15,0-3-4-15,-1-1-5 0,2 1-7 0,-1 0 4 16,1-2 0-16,0-3-3 0,-1 5 7 0,1-1 3 16,0-4 2-16,0 0 2 15,-5 4-5-15,5-4-1 0,0 0 0 0,0 0-1 16,0 0-8-16,0 0-46 0,0 0-42 0,-5-12-41 16,3 6-70-16,2-5-79 0,-1-4-258 0,-1 0-588 15,2-2 261-15</inkml:trace>
  <inkml:trace contextRef="#ctx0" brushRef="#br0" timeOffset="91700.73">10681 8836 122 0,'0'0'306'0,"0"-5"-20"0,0 5-25 0,0-5-26 15,0 5-15-15,0-5-30 0,0 5-19 0,0 0-25 16,0-5-38-1,0 5-45-15,0 0-59 0,0 0-31 0,0 0-28 16,0 0-65-16,0 0-199 0,0 0-345 0,6 12 153 16</inkml:trace>
  <inkml:trace contextRef="#ctx0" brushRef="#br0" timeOffset="92418.99">11030 8931 163 0,'0'0'269'0,"1"-5"-10"0,-1 5-13 16,0 0-16-16,0 0-8 15,0 0-18-15,0 0-17 0,0 0-12 0,0 0-16 16,0 0-20-16,0 0-8 0,0 0-15 0,0 0-9 16,0 0-16-16,0 0-9 0,0 0-6 0,0 0-9 15,0 0-12-15,0 0-9 0,0 0-7 0,0 0-6 16,0 0-7-16,0 0-1 0,0 0-3 0,-1 11-4 15,1-4-1-15,-3 0-1 0,2 3-5 0,-3 0 0 16,2 4-3-16,0 0 0 0,-2 4-3 0,-1-1-1 0,-1 2 0 0,2-4 2 16,0 3 0-16,0-1-4 0,1 1 5 0,-1 1-2 15,1-4 1-15,-1 1-1 0,-1-6-2 0,4 1-3 16,-2 0 0-16,2-5 3 0,-1 0-1 0,2 2 1 16,-2-3-1-16,1-1 2 0,0 0-1 0,1-4 2 15,-2 6 2-15,2-6 7 0,0 5 23 0,0-5 14 16,-1 2 19-16,1-2 30 15,0 0 23-15,0 0 16 0,0 0 19 0,0 0 10 16,0 0-4-16,0 0-20 0,0 0-12 0,9-14-17 16,-5 5-12-16,2-2-9 0,1 0-11 0,0-2-2 15,2-2-14-15,0 6-10 0,0-1-6 0,-1 0-7 16,-2 0 1-16,3 1-9 0,-4 1-4 0,3 2-4 16,-3 1 3-16,-1-1-11 0,1 2-1 0,-1 2-9 15,-3-1-1-15,3 2-11 0,-4 1-25 0,5-3-23 0,-5 3 2 0,0 0-1 16,9 4-10-16,-6 1-3 0,-1 0-2 0,2 1-9 15,-3 0-1-15,2 2 8 0,-2 0-2 0,2 2 2 16,-2 3 9-16,0-1 0 0,-1-2 5 0,2 2 6 16,-2-3-2-16,-2-1-2 0,4-3 2 0,-2 4-22 15,0-2-3-15,0-2-10 0,0 1-9 0,0-1-9 16,0 1-9-16,0-2-8 16,1-1-11-16,-1-3-10 0,-1 8-8 0,2-7-10 15,-1-1-5-15,1 5-39 0,-1-5-71 0,0 0-170 16,0 0-477-16,19-6 212 0</inkml:trace>
  <inkml:trace contextRef="#ctx0" brushRef="#br0" timeOffset="92872.89">11501 8997 183 0,'3'-5'343'0,"-2"1"-5"0,-1 1-28 16,4 1-25-16,-1 0-21 0,-3 2-23 0,0 0-25 15,2-6-23-15,-2 6-23 0,3-4-22 0,-3 4-12 16,0 0-29-16,0 0-12 0,0 0-10 0,1 11-7 0,-2-6 1 0,-2 5-19 16,-2 0-4-16,5 2-8 0,-4-1-6 0,0 6-4 15,-1 0-4-15,1 0-3 0,-1-1-5 16,3 2 4-16,-1 2-5 0,2-3-4 0,-3 0-1 0,4-2 3 16,0-3-6-16,0-2 2 0,4-1-7 0,-3 1 3 15,-1-3 1-15,3 0 0 0,-2-3 4 0,-1 0-3 16,1-2 18-1,4 1 11-15,-1-1 15 0,4-2 1 0,0-1-4 0,2-1 1 16,1-2 0-16,5-7-6 0,1 2-6 0,5-7-9 16,-1-2-1-16,2-1 5 0,-3-5-22 15,4-3-17-15,-3 1-17 0,-3-2-13 0,-3 1-11 16,-4-1 8-16,-3 2 6 0,-4 2-3 0,-5-3 3 0,-4 9-6 16,-7-3 7-16,-2 7 7 0,0 1-4 0,-8-1 3 15,-2 0 0-15,-3 6-6 0,-2 1 5 0,-1 7-1 0,2 0 5 16,-1 3 2-16,2 2 1 0,-1 5-5 0,1 4 2 15,9-2 0-15,3 2 0 0,2 1 2 0,7 2 8 0,4 0 0 16,11 9 1-16,9-2 4 0,14-2 6 16,19 7-15-16,6-9-27 0,32 6-72 0,-26-14-97 15,32-3-136-15,-4-3-211 0,-27-4-598 0,0-7 265 16</inkml:trace>
  <inkml:trace contextRef="#ctx0" brushRef="#br0" timeOffset="94068.71">13785 8652 89 0,'0'0'189'0,"-4"-3"-9"0,4 3-16 0,0 0-15 16,0 0-20-16,0 0-15 0,0 0-7 0,-3 9-8 15,3-9-7-15,13 13-11 0,1-3-6 0,0 4-3 0,11-1-2 0,4 3 6 16,4 1-10-16,-1 0-2 0,1-2-6 0,-2 3-2 0,-2 0-10 15,0 1-4-15,-4-3-2 0,-1 2-8 0,-3 0-2 16,-7-2-5-16,-4 1-2 0,1 0-4 0,-5 0 0 16,-3 1-8-16,-3 7 0 0,-5 1 1 15,-5-3-6 1,-1 3 3-16,-7 1-1 0,-3-4 1 0,-2 2 1 0,-1 0-1 16,1-4-5-16,-4-1 0 0,3-1 0 0,0-1 0 15,1-1 1-15,6-7-2 0,-1 3 1 0,4-2 1 0,0-2-4 0,4-4 0 0,2 2 4 16,-2-3 0-16,6 1-1 0,0-3 2 0,-1 1 2 15,1 1 8-15,4-4 7 0,-4 5 3 0,4-5 13 16,4 3 14-16,-4-3 8 0,13 2 5 0,2-2-2 16,7-1-6-16,9 0-2 0,2-2-4 15,3-2-8-15,-2 3 6 0,2 0-14 0,-4-2-3 16,0 1-3-16,-4 2-1 0,0-1 3 16,-7-1-11-16,-3 2-5 0,-3-2-5 0,-2 1-11 0,-3 2-10 15,0 0-12-15,-5 0-14 0,-5 0-14 0,11 0-14 16,-9-2-21-16,-2 2-27 0,0 0-38 0,0 0-31 15,0 0-229-15,0 0-445 0,0 0 197 0</inkml:trace>
  <inkml:trace contextRef="#ctx0" brushRef="#br0" timeOffset="94506.14">13842 9166 96 0,'-5'0'225'0,"1"3"-34"0,4-3-15 0,-9 0-15 16,9 0-10-16,-6 0-10 0,6 0-5 0,0 0-11 15,-6 0 0-15,6 0 0 0,0 0-4 0,0 0-11 0,0 0-2 16,0 0-6-16,0 0-2 0,0 0-9 16,0 0-8-16,16-7-10 0,-3 0-1 0,6 1-5 15,8 0-4-15,6-2 1 0,5-3 3 0,12 1 1 16,5-3 2-16,4 2-2 16,2-1 8-16,2-1 2 0,-8 6-5 0,-1-2-8 15,-16 4-3-15,-6 0-7 0,-4 2-4 0,-9 1-10 16,-1 0-13-16,-5 1-10 0,-7 0 2 0,2 1-3 15,-3-1-3-15,-5 1-4 0,13 0-5 0,-13 0-9 16,5-2-1-16,-5 2-6 0,0 0-4 0,0 0-12 16,0 0-18-16,0 0-17 0,0 0-29 0,0 0-31 15,-18 9-45-15,10-7-35 0,2-1-75 0,-6 1-151 0,5-1-462 0,-1-1 204 16</inkml:trace>
  <inkml:trace contextRef="#ctx0" brushRef="#br0" timeOffset="95269.67">14425 8373 186 0,'4'-4'177'16,"0"0"-14"-16,3 0-14 0,2 0-8 0,2-2-10 16,2 2-11-16,4-1-7 0,1 2-13 0,1-1-9 15,-1 4-6-15,-4 0-10 0,0 0-7 0,0 2-9 16,-2 0-6-16,-2 1-8 0,1 1-8 0,-3 1-6 15,0 2-3-15,-2-1-3 0,0 4-11 0,-2-2 1 16,-1 3-1-16,-3 3-1 16,-1-1-3-16,-1 0 2 0,-2 3 3 0,-2-5-9 15,4-1 3-15,-2 1 2 0,-3 0 0 0,3-4-7 16,2 2 2-16,1-2-5 0,1 3 5 0,-2-4-1 16,4 1-5-16,-1 0 1 0,1 1 4 0,4-1 4 15,1 1-5-15,3 0 9 0,1 1 1 0,4-1 1 16,0 5 1-16,2-4-2 0,2 4 2 0,-2-4-1 15,-4 3-2-15,1 0 2 0,-3 0-4 0,-3-4-2 0,-3 1 0 0,2 1-1 16,-3 0-3-16,-2 1 5 0,-2-2-6 0,-4 2-1 16,-2 1 0-16,-6 0-3 0,-8 5 0 0,-5-2 1 15,2 2-6-15,-5-3-14 0,5 0-28 0,-4-3-22 16,11-2-43-16,-2 0-76 0,2-4-113 0,2 1-325 16,5 0 144-16</inkml:trace>
  <inkml:trace contextRef="#ctx0" brushRef="#br0" timeOffset="95732.55">15240 9099 45 0,'0'0'155'16,"0"0"-2"-16,-9 0-14 0,9 0-9 0,0 0-15 0,-9 2-6 16,9-2-11-16,0 0-11 0,0 0-7 15,-7-2-10-15,7 2-7 0,0 0 6 0,0 0 2 16,0 0-7-16,0 0 10 0,0 0-3 0,0 0 4 15,0 0-5-15,-4 3-3 0,4-3 8 0,0 0-8 0,0 0 0 16,0 0-4 0,0 0 2-16,0 0 3 0,0 0 7 0,0 0-6 15,0 0-8-15,0 0-3 0,0 0 1 0,0 0-7 16,30-3 5-16,-16 1-6 0,16-2-3 0,-1 1-4 0,8-2-1 16,-1 1 6-16,3 0 2 0,-1-2-2 15,0 0 1-15,-1 4-5 0,-5-3 1 0,-1 1-2 16,-11 3 1-16,-2-1 2 0,-4-1-1 0,-1 2-8 15,-5 0-1-15,-2-1-2 0,-1 1-2 0,2 1-4 0,-4-2-6 0,-3 2-9 16,0 0-11-16,11-2-10 0,-11 2-18 0,0 0-14 16,0 0-40-16,0 0-43 15,0 0-48-15,0 0-53 0,0 0-252 0,0 0-514 16,3-3 228-16</inkml:trace>
  <inkml:trace contextRef="#ctx0" brushRef="#br0" timeOffset="96278.4">16158 8586 170 0,'-4'-2'229'0,"4"2"-20"0,-4-5-18 0,1 2-17 0,3 3-18 15,0 0-21-15,-2-2-11 0,2 2-14 16,0 0-8-16,0 0-15 0,0 0-2 0,0 0-13 0,9 12-6 16,-3-6-6-16,6 1-6 0,-1 0-6 0,7 2-3 15,0 0-6-15,2-1-2 0,7 5 0 0,0-6-3 0,-6 2 2 16,4-1-7-16,-6-1 0 0,-3-1-5 0,2 2 1 16,-7-5-5-16,-1 0-2 0,-1 3-5 0,0-3-4 0,-4 0-5 15,0 2-1-15,-1 1-7 0,0 0-3 0,-3 3-1 16,-5 0 5-16,1 6-2 0,-5 2 4 15,-5 5-2-15,-3 0 0 0,-4 3 0 0,-3 0 3 16,0-2 2-16,0 3 0 0,-2 0-4 16,2-1-3-16,0 0 3 0,1 0 5 15,0 0-3-15,5-4 6 0,4-4-5 0,-4 5 0 16,7-5-4-16,0-2 1 0,3-3 2 0,2-2 8 16,1 1-2-16,2-4 13 0,-1 0 7 0,2-1 8 0,1 1 5 15,1 0 10-15,2-4 6 0,1 1 8 16,1 0 0-16,6-3-1 0,2 2-2 0,0-3-3 15,9 2-10-15,6-4 1 0,2-1-6 0,1 2 0 0,-3-4-7 0,-1 4 1 16,-5-1-2-16,-6-3 2 0,-2 2 4 0,-2 1-1 16,-2 0 7-16,0 1-7 0,-6 1-5 0,-4 0-2 15,10-1-1-15,-5 1-8 0,-5 0-7 0,8-1-9 16,-8 1-8-16,0 0-14 0,0 0-15 0,6 0-31 16,-6 0-32-16,0 0-35 0,0 0-52 0,0 0-52 0,0 0-54 15,4-3-144 1,-4 3-467-16,0-8 207 0</inkml:trace>
  <inkml:trace contextRef="#ctx0" brushRef="#br0" timeOffset="96610.45">16257 8973 52 0,'-11'3'224'0,"4"-3"-5"0,2 2-13 16,5-2-11-16,-10 0-7 0,10 0-6 0,-9 3-12 15,9-3-16-15,0 0-12 0,0 0-10 0,0 0-8 0,23 0-12 0,-1-3-13 16,6 3-9-16,1 0-7 0,5-2-9 0,-3-3-6 16,7 2-6-16,-3 0-3 0,4-1 0 0,-1-1 5 15,-5 0 8-15,-1 3-8 0,-11-3-8 0,-5 3 0 16,-3 0 7-16,-3 1-1 0,-1-1 0 0,-4 1-5 31,2 0-6-31,-1 1-8 0,-6 0-6 0,8-3-5 0,-8 3-13 16,0 0-18-16,2 0-20 0,-2 0-42 0,0 0-42 15,0 0-38-15,0 0-45 0,-23-1-58 0,13 0-203 0,-3-2-483 16,4 1 213-16</inkml:trace>
  <inkml:trace contextRef="#ctx0" brushRef="#br0" timeOffset="97312.06">16486 8485 168 0,'0'0'188'0,"0"0"-16"0,-9-3-11 0,9 3-11 16,0 0-12-16,0 0-16 0,-8 0-13 0,8 0-9 15,0 0-12-15,0 0-9 0,0 0-9 16,0 0-2-16,0 0-6 0,0 0-11 16,0 0-1-16,0 0-13 0,0 0 8 15,-7 0 6-15,7 0-4 0,0 0-9 0,0 0 0 16,0 0-1-16,0 0 0 0,0 0-6 0,0 0 2 16,0 0 4-16,0 0 2 0,0 0-1 0,0 0 4 0,0 0 2 15,0 0 0-15,0 0 0 0,0 0 1 0,0 0 1 16,0 0 0-16,0 4 8 0,0-4-12 15,0 0-3-15,0 0-4 0,16-4-1 0,-3 4-9 0,10 3 5 0,5-6-5 16,4 6-1-16,4-6-3 0,1 3-6 0,17-1 2 16,-16-2-1-16,3 3-1 0,-3-3-3 0,-2-2 0 15,-3 5-1-15,-3-2-4 0,-10 2 4 0,-2-3-2 16,-8 3-3-16,-1-1 8 0,-2 0-5 0,1 2 1 16,-2-2-5-16,-6 1-1 0,7-2-4 0,-7 2-1 0,4-2-4 15,-4 2-10 1,0 0-18-16,0 0-25 0,0 0-32 0,-17-3-33 15,17 3-51-15,-16 3-22 0,7-3-205 0,2-3-433 16,0 6 191-16</inkml:trace>
  <inkml:trace contextRef="#ctx0" brushRef="#br0" timeOffset="97843.9">17134 8253 154 0,'0'0'206'0,"0"0"-19"0,0 0-20 0,19-3-16 15,-10 1-13-15,10 5-14 0,-2-3-10 0,2 2-12 16,0 2-6-16,0 1-13 0,-1-2-9 0,1 4-6 16,-5-2-9-16,-1 0-8 0,-4 2-7 0,0-2-8 15,-4 0-3-15,4 3-6 0,-8 0-10 0,2 1 0 16,-3-1-1-16,-4 6-1 0,-2-3-5 0,-2 1-1 15,0 1-6-15,2-3 12 0,-8 3-4 0,6-4-1 16,1 1-3-16,-1-3-5 0,2 1 4 0,3 0 1 16,-1-2-2-16,0 2 0 0,3-1-1 0,0-1 3 15,2 1-3-15,2-1 4 0,3 4-1 0,3 0 0 16,1-2 4-16,3 3 6 0,2 1-1 0,1-2 4 16,0 2-3-16,1 0-2 0,-2-2-2 0,-1 1 2 15,-1-1-1-15,-3 0 0 16,-1-1-1-16,-1 0-6 0,-2-1 1 0,-1 0-4 15,-2-2 1-15,-3 2 0 0,-1-1-1 0,-4 3-1 16,-5-1-1-16,-5 1 1 0,-2 1-1 0,-8 5-10 16,-2-5-34-16,0-2-46 0,7 0-27 0,-7 1-229 15,9-5-372-15,-2 0 165 0</inkml:trace>
  <inkml:trace contextRef="#ctx0" brushRef="#br0" timeOffset="98160.08">17861 9019 296 0,'0'0'343'0,"-6"0"-26"0,6 0-26 0,0 0-24 16,0 0-24-16,0 0-29 0,0 0-29 0,19-9-44 16,-1 7-28-16,9 1-48 0,3-3-46 0,5 3-55 15,-1-3-63-15,3 1-83 0,-7 0-182 0,-1-2-392 16,-8 4 174-16</inkml:trace>
  <inkml:trace contextRef="#ctx0" brushRef="#br0" timeOffset="98297.58">17980 9082 115 0,'-4'3'173'0,"4"-3"-1"0,-4 2 4 16,4-2 16-16,8 6-6 0,3-5-14 0,9 4-21 15,10-3-24-15,5-1-52 16,4-1-78-16,11 0-137 0,-12-3-93 15,-2-2-253-15,-1-2 113 0</inkml:trace>
  <inkml:trace contextRef="#ctx0" brushRef="#br0" timeOffset="100400.89">19143 8636 21 0,'-3'-5'226'0,"3"5"-6"15,-4-4-8-15,3 0-15 0,1 4-12 0,-1-5-14 16,1 5-9-16,-1-4-6 0,1 4-7 0,-2-5-8 16,2 5-5-16,-1-6-12 0,1 6-10 0,0-4-11 0,3 2-13 0,-3 2-7 15,7-7-8-15,-2 3-13 0,4 0-5 0,1 1-7 16,4-2-6-16,4-1-5 0,3 2-3 0,-1 2-6 16,2 0-5-16,5-1-2 0,-7 3-6 0,2 0-3 15,-3 4-7-15,-1 0-3 0,-3 5-8 0,2 1 2 16,-5 0-6-16,-2 4-1 0,-5 2-5 0,-3 5 4 15,-2 7-4 1,-6 2-1-16,-5 1 1 0,-13 13 1 0,-5-1 1 0,-8-1 2 16,0-1 3-16,-7-3-1 0,0 1 9 0,2-8-8 15,-3 3-1-15,5-7 0 0,12-7 2 0,0 1 4 16,3-4-1-16,0-3-1 0,9-5 1 0,4-1 4 16,2-3 1-16,2 0 20 0,2-1 33 0,1 0 31 15,1-3 41-15,0 1 23 0,4-2-16 0,0 0-16 16,0 0-12-16,10-18-18 0,3 5-2 0,9-6-15 0,2 2-11 15,2 0-9-15,2 0-6 0,0 3 1 0,0-1-10 0,-2 1-3 16,-2 4-14-16,3 2 2 0,-8-1 3 0,-1 4-6 16,1 0-8-16,0 2 8 0,0-1-32 0,-1 4-11 15,1 2-10-15,-1 0-9 0,0 2-12 0,4 0-15 16,-2 1-26-16,7 4-28 0,1 1-30 0,-10-2-30 16,2-1-64-16,-3 0-279 0,2 1-571 0,-1-1 253 0</inkml:trace>
  <inkml:trace contextRef="#ctx0" brushRef="#br0" timeOffset="100748.06">19845 8815 370 0,'0'-4'354'0,"2"-1"-21"0,-2 5-25 16,-2-7-23-16,2 7-26 0,0-5-29 0,0 5-26 16,0-4-19-16,0 4-22 0,0 0-24 0,2-4-12 0,-2 4-14 0,0 0-28 15,0 0-21-15,0 0-10 0,0 0-5 0,0 0 8 16,0 15-21-16,-2-7-3 0,1-2-5 0,0 5-3 16,0-1-4-16,-2 7 4 0,-1-6-8 0,1 5 0 15,0 0-3-15,-1-1 3 0,0 1-3 0,3-4 0 16,-2-2-3-16,2 5 1 0,-2-4 2 0,1-1-3 15,-1 0 0-15,1-2-2 16,1-1-15-16,-1 0-10 0,1-2-7 16,0-1-5-16,0 0-3 0,-1 0-14 0,2-4 6 0,-1 5-1 15,0-2 1-15,1-3-1 0,-4 2-24 0,4-2-75 16,0 0-77-16,-8-8-281 0,4-1-539 0,-2-2 238 16</inkml:trace>
  <inkml:trace contextRef="#ctx0" brushRef="#br0" timeOffset="100917.38">19830 8442 24 0,'-1'-6'336'15,"2"1"-18"-15,-2 0-25 0,1 5-26 0,0-6-28 0,1 3-19 16,-1 3-28-16,0-6-32 0,0 6-39 0,2-3-37 16,-2 3-16-16,0 0-29 0,0 0-33 0,10 6-32 0,-7 0-40 15,-1 0-47-15,2 0-94 0,-2-2-120 0,1 2-352 16,-1-2 156-16</inkml:trace>
  <inkml:trace contextRef="#ctx0" brushRef="#br0" timeOffset="102019.43">20700 8365 185 0,'0'0'206'0,"0"-4"-15"0,0 4-17 0,-2-5-21 16,2 5-17-16,-7-5-11 0,0 3-14 16,-3 4-10-16,-2 0-11 0,-7 2-7 0,-3 2-11 15,-6 1-6-15,0 1-9 0,2 2-5 0,-2 2-3 0,3 1-5 16,0 1-4-16,1 1-4 0,4 2-3 0,2-6-4 0,-1 6-1 15,3 0-6-15,5-1 1 0,-1 1-3 0,3-1 1 16,4 0-3-16,0 1-1 0,8 0-3 0,0 2 4 0,5 1-3 16,5 2-2-16,6 1 0 0,3-3-7 0,0 0-1 15,6 0-4-15,-1-3 10 0,-1 1-3 16,2-1-5-16,-1-1 2 0,0 2 1 0,-3-2 2 16,-2-1 0-16,-8-3-5 15,0 1 1-15,-2-1-1 0,-5-2-1 0,-3-1-1 16,-4 2 0-16,-1-2 1 0,-4 0-1 0,-5 3-2 15,-4-3 0-15,-3 3 5 0,-2-4-3 0,-11 4-3 16,2-6 5-16,1 2-3 0,-2-3 1 0,1 0 0 16,1 0 1-16,-1 0 0 0,10-3-8 0,-1-2 12 0,0 1-4 15,0-1 2-15,7 0-3 0,1 0-2 16,0-1 5-16,6-1 3 0,0 0-33 0,5 2-36 0,0 0-31 0,12-10-17 16,3 3-27-16,4 0-185 0,0-1-350 0,8-2 155 15</inkml:trace>
  <inkml:trace contextRef="#ctx0" brushRef="#br0" timeOffset="102288.71">20832 8794 28 0,'5'-7'262'15,"-1"2"8"-15,0-1 0 0,-2 0-8 0,1 1-12 16,-2 4-18-16,2-3-21 0,-3 4-14 0,4-4-23 16,-4 4-10-16,2-5-28 0,-2 5-19 0,0 0-11 15,3-2-14-15,-3 2-13 0,0 0-7 0,0 0-13 16,2 11-8-16,-3-6-4 0,1 6-4 0,-1-5-3 15,-2 6-6-15,6-2-2 16,-6 2-4-16,3 3 1 0,0-4-5 0,-1 4 0 16,0-1-7-16,-1-3 3 0,0 1-23 0,2 0-11 15,-3-3-13-15,2 2-14 0,-2-2-6 0,2 0-14 16,0-2-16-16,-3-2-3 0,-1 3-18 0,1-6-19 16,-1 3-44-16,-3-5-86 0,0-1-153 0,8 1-433 15,-13-5 192-15</inkml:trace>
  <inkml:trace contextRef="#ctx0" brushRef="#br0" timeOffset="102435.86">20886 8592 268 0,'2'-6'272'0,"2"4"-28"16,-1-3-24-16,-2 1-21 0,2 3-20 0,-3 1-23 16,4-6-30-1,-4 6-23-15,4-1-19 0,-4 1-23 0,0 0-30 16,8 7-24-16,-4-4-36 0,0 4-48 0,0-2-67 0,-3 2-140 15,3 0-306-15,-3 1 135 0</inkml:trace>
  <inkml:trace contextRef="#ctx0" brushRef="#br0" timeOffset="102820.71">21169 8770 46 0,'0'0'286'0,"0"0"-30"0,0 0-28 0,0 0-25 0,0 0-23 0,-3 3-17 15,1 2-18-15,2-1-16 0,-5 3-9 0,1 1-11 16,0 4-18-16,0-2-6 0,1 6-9 0,-2-3-6 16,-2 2-9-16,3 1-1 0,-2-2-10 0,2-3-5 15,0 0-6-15,-1-1-1 0,4-3 2 0,-1-2-7 16,0 2-7-16,1-2 3 0,1-2 5 0,-1 1 15 15,1-4 25 1,-2 8 22-16,2-8 27 0,0 0 18 0,0 0 15 0,0 0-9 16,0 0-14-16,0 0-12 0,16-11-17 0,-9 5-7 15,1-1-16-15,0 2-2 0,0-3-10 0,0 0-6 16,1 3-9-16,1-1-4 0,-1 1-11 0,-1 1-4 16,-3 2-7-16,0-2-1 0,2 1-4 0,-1 2 8 15,-1 0-23-15,3-1-30 0,-2 0-22 0,4 4-19 16,3-2-23-16,1 3-28 0,-2 0-29 0,2 1-33 0,-1 1-61 15,-2-3-82-15,4 1-226 0,-3 0-589 0,2-1 260 0</inkml:trace>
  <inkml:trace contextRef="#ctx0" brushRef="#br0" timeOffset="103383.77">21628 8546 177 0,'0'0'187'15,"10"-3"-25"-15,-10 3-13 0,13 2-7 0,1 0-18 16,-5 1-13-16,5 2-7 0,3 1-4 0,1 0-9 16,-2 1-11-16,1 1-10 0,-2 2-8 0,-1-1-5 0,-5 1-5 0,0-1-7 31,1 1-4-31,-1-1-4 0,-5 1-4 0,-1 2-14 16,-1 0-2-16,-4 0-7 0,-2 1 2 0,-4 3-5 15,-3-1 0-15,-2-2 4 0,-2-2-2 0,-1 4-4 0,-2-5 4 0,2-1-5 0,-2 3 7 0,1-5-5 31,2 1-1-31,3-3-3 0,1 2 8 0,3-2-10 16,1-3 0-16,0 0 1 0,2 1 5 0,1-1 3 0,-1 1 3 16,5-3-4-16,-4 3-1 0,4-3 4 0,2 4 9 15,0 0 1-15,3-1 6 0,4 0-2 0,-2 0 5 0,4 1-1 16,3 0 0-16,-1-1-2 0,1 0-3 0,1 4-10 16,-3-1 4-16,2-2-1 0,-3 3-5 15,5 0 1-15,-7-2 1 0,0 0-3 0,-2 0-2 16,-2-1 0-16,0 1-2 0,-1 0-4 0,-2 2 0 0,0-2-3 0,-3 0 7 0,-2 2-4 15,-1-3 0-15,-2 1-1 0,-2 3 0 16,-4-3 2-16,-3 0-2 0,2 1-1 0,-4 0 4 16,0 1-6-16,-2-4-7 0,5 0-18 0,2 1-19 0,1-2-24 15,2 1-33-15,3-3-53 0,0 0-180 0,6 0-362 16,0 0 160-16</inkml:trace>
  <inkml:trace contextRef="#ctx0" brushRef="#br0" timeOffset="103852.79">22318 8589 267 0,'0'-7'292'0,"-1"2"-26"0,1 5-24 15,0-5-26-15,0 5-25 0,0-5-20 0,0 5-14 16,0 0-22-16,0 0-13 0,0 0-14 0,-17 15-10 15,7 0-10-15,-3 2-8 0,-3 4-13 0,0 5-3 16,2-2-7-16,1-1-4 0,-1 0-6 0,3-1-7 16,2-3-5-16,2-1 1 15,0 1-5-15,3-2-4 0,2 0-3 0,0-3 9 16,2-4-10-16,0 3 8 0,2-3 3 16,0 1 13-16,1-2 18 0,1-4 11 0,4 3 15 0,1-1 9 15,2-2 4-15,1-4-10 0,6 2 2 0,3-2-7 16,0-4 5-16,-3 1-25 0,9-5-4 0,-5-1-2 15,3-3-11-15,2 0-8 0,-4-5-8 0,-2-2-8 16,0-1-24-16,-4-7-14 0,-2-2-20 0,-6-2-4 0,-5-1-7 0,-3 1-1 16,-6-1 0-16,-4 3 16 0,-8-2-8 15,-4 3 3-15,-2 4-1 0,-6 0 7 0,-2 3 6 16,0 4 3-16,3 5 0 0,1 0-1 0,1 3 4 0,5 6 1 16,3 0 0-16,3 2 4 0,-2 2-7 0,5 6-1 15,1-1-1-15,1 7 13 0,1 2 0 16,9 11 15-16,9-1-3 0,9 3 9 0,20 9-2 0,8-4 6 0,10-1-9 15,33 5-20-15,1-8-34 0,-3-3-62 0,1-9-88 16,-28-9-153-16,2-2-177 0,-2-6-565 0,-8-5 251 16</inkml:trace>
  <inkml:trace contextRef="#ctx0" brushRef="#br0" timeOffset="106326.43">23590 8874 214 0,'-2'-2'205'0,"2"2"-16"0,0 0-14 0,-2-3-14 16,2 3-22-1,0 0-21-15,0 0-37 0,6-5-40 0,-6 5-30 16,11 0-40-16,1-1-45 0,1 2-132 0,6-1-222 16,4 0 99-16</inkml:trace>
  <inkml:trace contextRef="#ctx0" brushRef="#br0" timeOffset="106495.67">24360 8911 89 0,'6'-1'327'16,"0"-1"-32"-16,-1 0-34 0,1-1-30 0,1 1-36 0,1-2-34 16,4 0-45-16,2 0-41 0,5 1-40 0,2-2-35 15,9 1-33-15,2 1-49 0,1 0-197 16,1-1-302-16,0 2 135 0</inkml:trace>
  <inkml:trace contextRef="#ctx0" brushRef="#br0" timeOffset="106643.05">25232 8880 76 0,'0'0'279'0,"10"-4"-32"0,-4 2-34 0,3-3-29 16,0 1-37-16,6 2-43 0,1-4-49 0,5 2-47 16,11-3-57-16,-1 1-162 0,2-1-228 0,-1 5 100 15</inkml:trace>
  <inkml:trace contextRef="#ctx0" brushRef="#br0" timeOffset="106796.89">26079 8836 67 0,'0'0'330'0,"10"-3"-41"0,1 1-34 0,-2-1-31 16,7-1-30-16,0-1-41 0,7 1-49 0,11 0-46 15,1 4-63-15,6-3-44 0,10-2-88 0,-11 1-111 16,11 2-268-16,-10 2 119 15</inkml:trace>
  <inkml:trace contextRef="#ctx0" brushRef="#br0" timeOffset="106912.92">26865 8828 70 0,'0'0'187'0,"0"0"-26"0,0 0-31 15,0 0-51-15,7 3-80 0,-7-3-104 0,0 0-113 0,0 0 50 16</inkml:trace>
  <inkml:trace contextRef="#ctx0" brushRef="#br0" timeOffset="111267.2">3641 11351 115 0,'0'0'159'0,"-6"-1"-17"16,6 1-4-16,0 0-8 0,0 0-15 0,0 0-8 15,-9 1 0-15,9-1-13 0,-2 3-8 0,2-3-3 16,0 0-12-16,0 0-2 0,-3 6-7 0,3-6-8 16,0 4-9-16,0-4-1 0,0 7-7 0,0-2-3 15,3 2 0-15,-1-1-6 0,4 2-6 0,2 0-1 16,1 2-2-16,5 2-1 0,0 1-3 0,4 1 2 16,5 1-4-16,-1 5-2 0,1-6 2 0,0 4-1 0,-4-1 0 15,0 3-3-15,-6-5 0 0,-2 2 1 0,1 6-4 0,-7-4-2 16,-1 0-1-16,-2 6 1 0,-7 1-3 15,-5 1 1-15,-3-1 2 0,-10 1-5 0,-2 0 4 16,-10 4-2-16,-3 1 1 0,-4-3 3 0,11-8-5 16,-1-2 1-16,-13 4 2 0,15-4-7 0,-1-4 5 0,2 1 5 15,-1-1 1-15,6-3-4 0,6-2 0 0,0-1 4 0,4-1-4 16,3 0 2-16,2-1-1 0,0-3 4 0,2 0 7 16,3-1 9-16,1 1 4 0,0 0-3 0,3-4 15 15,4 5 7-15,2-4 4 0,7 0 2 0,1-1 2 16,13-1-3-16,2-2-4 0,7 1 14 0,5-1-4 15,-1 0-3-15,12-4-6 0,-10 3-5 0,-5 1-3 16,0-2-3-16,-1 3-2 16,-5-1-5-16,-3 2-5 0,-8-2-1 0,-1 2-5 15,-7-1-14-15,-3 2-16 0,1-1-15 0,-6 1-12 16,1-1-8-16,-5 1-8 0,0 0-38 0,0 0-36 16,0 0-43-16,0 0-232 0,-23-1-434 0,9-1 192 15</inkml:trace>
  <inkml:trace contextRef="#ctx0" brushRef="#br0" timeOffset="111635.93">3433 11854 87 0,'0'0'228'0,"-9"0"-15"0,9 0-12 15,-10-2-4-15,10 2-15 0,0 0-6 0,-6 2-2 16,6-2-11-16,0 0-16 0,0 0-14 0,0 0-11 16,0 0-10-16,39-3-9 0,-7 2-12 0,9-3-2 0,16-6-14 0,6 3-8 15,1 0-6-15,2-1-2 0,25-3-2 0,-32 4 2 16,-2 1-6-16,-4-1 1 0,-17 4-6 0,-2-2-4 15,-6 3-2-15,-10 0-7 16,-6 2-5-16,-2-2 1 0,-1 1-6 0,-3 1-4 0,-1 0-6 16,0 0-5-16,-5 0-10 0,0 0-23 0,0 0-27 15,0 0-45-15,-23 4-60 0,7-3-85 0,-6 1-201 0,-7 5-476 0,8-6 210 0</inkml:trace>
  <inkml:trace contextRef="#ctx0" brushRef="#br0" timeOffset="115512.04">4002 11086 219 0,'1'-3'239'0,"0"-1"-13"15,-1 1-12-15,0 3-22 0,0-9-8 0,0 6-20 16,0 3-20-16,7-3-16 0,-6 1-11 0,2-1-14 16,2-2-9-16,0 4-11 0,-5 1-12 0,11 0-8 0,-6 0-8 15,-5 0-1-15,11 1-11 0,-4 5-2 16,-2-3-9-16,3 4-4 0,-3-3-2 0,-1 4-4 15,2 3-3-15,-2-1-6 16,0 2 1-16,-4 3-2 0,0-3-2 0,-4 2 2 16,0 2-5-16,-2-2-1 0,2 0 5 0,0-1-5 15,-1-4 0-15,0 2 0 0,-1-1-1 0,1-2 0 16,-1-1-6-16,4 0 5 0,-1-1 0 0,2-2-1 16,-2-1-1-16,2 1 6 0,1-4-2 0,4 6 3 15,-1-5 21-15,3 2 4 0,8-3 7 0,1 1-1 16,3-1 0-16,5 0-1 0,-2-1-3 0,0-2-2 0,8 2-5 0,-8 1 0 15,-1-1-4-15,-1-2 4 0,-7 2-9 0,1 0-5 16,0-1 6-16,-7 2-6 0,3-1 1 0,-5 1-4 16,-4 0 0-16,9-1-3 0,-9 1-4 0,8 1-4 15,-8-1-16-15,0 0-21 0,6-1-23 0,-6 1-33 16,0 0-41-16,1 5-1 0,-1-5 14 0,-2 9-41 16,-2-5-255-16,-1 1-450 15,1 0 200-15</inkml:trace>
  <inkml:trace contextRef="#ctx0" brushRef="#br0" timeOffset="116113.79">4730 11796 76 0,'0'0'140'16,"-9"1"-16"-16,9-1-14 0,0 0 5 0,-8 0-2 15,8 0-8-15,0 0-10 0,0 0-2 0,0 0 2 0,0 0-4 16,-5 1 2-16,5-1 0 0,0 0-6 0,0 0 4 0,0 0-8 15,0 0 0-15,0 0 3 0,0 0 2 0,0 0-1 16,0 0-1-16,0 0 5 0,0 0 0 0,0 0-9 16,0 0-9-16,0 0-3 0,0 0-11 0,0 0-3 0,18-7-2 15,-5 5-6-15,6-1-6 0,2-1-3 16,9 0-5-16,6-2-2 0,0 2-2 0,2-3-2 16,2 0-4-16,-2 1 0 15,0 0-2-15,-2 1-1 0,-4-1 0 0,0 2 0 16,-5-1-2-16,-8 2-2 0,-1 1-3 0,-5-1 0 15,-4 1-2-15,-2 0-1 0,0 2-2 0,-1-5-2 16,-6 5-6-16,8 0-9 0,-6 0-8 0,-2 0-19 16,0 0-26-16,0 0-19 0,0 0-16 0,-17-9-28 15,5 9-13-15,-1-4-14 0,-2 2-28 0,-2 2-191 16,-2-1-399-16,0 1 177 0</inkml:trace>
  <inkml:trace contextRef="#ctx0" brushRef="#br0" timeOffset="116461.4">4904 11560 247 0,'0'-5'330'0,"0"0"-26"0,0 5-17 15,0-11-8-15,0 11-12 0,0-5-12 0,0 5-28 16,0 0-21-16,0-5-20 0,0 5-24 0,0 0-20 16,0 0-20-16,0 0-19 0,1-6-25 0,-1 6-16 15,0 0-17-15,0 0-5 0,-5 23-10 0,5-9 4 16,0 6-8-16,-4 4-1 0,0 4-5 15,0-2-2-15,3 1-5 0,0-2 12 16,1 1-13-16,0-7 1 0,1 1-2 0,-1-3 1 16,0 0 13-16,1-1-19 0,-1-5 0 15,3 1 0-15,0-5 7 0,-3 3-5 0,1-3 1 16,0 0-2-16,1-2 3 0,0 0-4 0,-2-2 4 16,0-1 0-16,1 2 1 0,-1-4 2 0,3 5-3 0,-3-5 1 15,0 0-2-15,1 3-3 0,-1-3 7 0,0 0 3 16,0 0-4-16,0 0 1 0,1 4-14 0,-1-4-12 0,0 0-12 15,0 0-29-15,0 0-156 0,8-14-122 0,-5 3-198 16,4 1-573-16,6-3 253 0</inkml:trace>
  <inkml:trace contextRef="#ctx0" brushRef="#br0" timeOffset="117009.85">5458 11369 218 0,'-1'-2'251'0,"1"2"-17"16,0 0-22-16,0 0-17 0,0 0-19 0,0-3-21 0,0 3-14 0,0 0-17 16,0 0-12-16,0 0-11 0,0 0-10 0,0 0-7 15,0 0-6-15,13 5-6 0,-7 1-5 0,6-2-2 16,-1 2-4-16,3-1-7 0,3 1-6 0,1 0 9 15,1-1-10-15,0 2-5 0,0-2-4 0,-1 1-1 16,0-2-2-16,-5 1-3 0,2-3-4 0,-2 2-4 16,0-1 0-1,-3 0-6-15,-2-1 2 0,-2 1-2 0,2-1 2 16,-3 0-10-16,0 1-1 0,-1 1-2 0,-2 2-2 0,0 0-2 16,-1 0 1-16,-4 6 0 0,-3 4 1 0,0-1-1 15,-2 5-2-15,-5 2 4 0,2-5-6 0,-7 9 2 16,0-1-1-16,0 0 1 0,-1 1-3 15,2 0 3-15,-5-2 0 0,7-2-2 0,1 2 3 0,0-4-2 16,3-6-2-16,2 1 1 0,2-4-2 0,2 0 3 0,0-2 0 16,0-2 0-16,2-2 2 0,1 0 0 0,-1 0 1 15,-1 0 6-15,3-1 6 0,0-2-4 0,1-2 7 16,-2 5 3-16,2-5 5 0,0 5 5 0,0-5 7 0,7 2 1 16,-7-2-2-16,19-2 0 0,-6 2-10 0,6-2 5 15,-5-1-8-15,-4 3 3 0,4-1-4 16,3-2-3-16,-3 2-5 0,-4-1 1 0,-1 2-9 0,-1-2 11 0,-3 2-1 15,3 0 0-15,-8 0 0 0,10-2-2 0,-10 2-2 16,6-1-4-16,-2 0 3 0,-4 1-4 0,0 0-3 16,8 0-17-16,-8 0-14 0,0 0-18 0,0 0-18 15,0 0-18-15,0 0-28 0,0 0-32 0,0 0-49 16,0 0-47-16,0 0-233 0,0 0-507 0,-2-8 224 16</inkml:trace>
  <inkml:trace contextRef="#ctx0" brushRef="#br0" timeOffset="117464.29">5466 11697 85 0,'-5'1'220'15,"5"-1"-13"-15,-7 0-6 0,7 0-2 0,0 0-6 16,-8 0-1-16,8 0-10 0,0 0-9 0,0 0-7 16,0 0-6-1,-8 0-13-15,8 0-3 0,0 0-6 0,0 0-11 0,0 0-9 16,0 0-3-16,0 0-8 0,0 0-3 0,0 0-11 16,0 0 0-16,0 0-5 0,0 0-16 15,0 0 1-15,0 0-9 0,0 0 1 0,0 0-9 16,0 0-1-16,0 0-5 0,0 0 13 0,0 0-20 15,0 0-7-15,0 0-4 0,23-5 1 0,-4 1-5 0,8 0-3 16,4 0 0-16,3-1-7 0,3-1 13 0,3 0-19 0,15-3 4 16,-4 4 2-16,-13-2 6 0,13 0 3 0,-15 1 10 15,1 1 0-15,-8 3-3 0,-9-2 1 0,1 3 2 16,-7-2 1-16,-2 2 11 0,-2-4-1 0,3 4 2 0,-8-1-3 16,0 2-1-16,-5 0 5 0,9-1-14 15,-9 1-1-15,9 0-4 0,-9 0-3 0,5-1-18 16,-5 1-14-16,0 0-16 0,4-1-40 0,-4 1-22 0,0 0-30 0,0 0-29 15,0 0-39-15,0 0-35 0,-13 5-55 0,6-4-70 16,-1 3-221-16,4-3-607 0,4-1 269 0</inkml:trace>
  <inkml:trace contextRef="#ctx0" brushRef="#br0" timeOffset="118134.03">6059 11119 246 0,'0'0'255'0,"1"-5"-8"0,-1 5-9 0,0-7-13 15,3 5-15-15,-3 2-18 0,1-4-20 0,3 1-15 16,0 1-20-16,0-1-11 0,2 3-11 0,-6 0-17 0,14-3-11 16,-5 3-7-16,-1 3-7 0,3-3-11 0,-2 4-5 15,0 1-7-15,1-2-4 0,-1 5-2 0,-1-3-11 16,-2 3 3-16,3 0-8 0,-4 1-2 0,-1 1 0 16,0-1-1-16,-3 2-5 0,-1-1-1 0,2 7-2 15,-5-3-2-15,-1 1-1 0,0-4 0 0,-1 0 0 16,-1 0-3-16,0-1 0 15,-2 0-1-15,3-3 0 0,-2 1 2 0,1-2-1 16,2-1-6-16,0-1 3 0,3 2 1 0,-2-5-2 16,1 3-3-16,1-1 6 0,1-3 3 0,-3 3 13 15,3-3 13-15,-3 3 3 0,3-3 4 0,0 0 2 16,0 0 7-16,13 3-1 0,0-3-6 0,4 0-6 16,3 0-5-16,8-5-7 0,1 4 3 0,2 1-4 15,1-5-1-15,0 3-5 0,-1 1-5 0,1-1-2 0,-3 1-7 16,-6 1 7-16,-5-3 0 0,-4 3 7 0,0 0-12 0,-5-1 0 15,0 0-4-15,-1 1 7 0,-8 0 5 0,10 0 1 16,-10 0 11-16,9 0 12 0,-5-1-27 0,-4 1 5 16,5-1-7-16,-5 1-5 0,0 0-13 0,0 0-16 15,0 0-28-15,0 0-29 0,0 0-23 0,0 0-16 16,1 4-24-16,-1-4-32 0,-9 7-45 0,5-4-53 0,1 2-240 0,-1 0-551 16,4-5 244-16</inkml:trace>
  <inkml:trace contextRef="#ctx0" brushRef="#br0" timeOffset="118666.61">7093 11668 5 0,'0'0'225'0,"0"0"-5"0,0 0 2 0,0 0 7 16,0 0 4-16,0 0-2 0,0 0-6 0,0 0-14 15,0 0-25-15,0 0-13 0,0 0-19 16,0 0-16-16,24-1-18 0,-6-2-20 0,2 3-26 0,10 0-38 0,-2-2-34 16,1 2-55-16,2-2-54 0,2 0-47 0,-4 2-89 15,-8-3-129-15,10 2-402 0,-10 1 179 0</inkml:trace>
  <inkml:trace contextRef="#ctx0" brushRef="#br0" timeOffset="118813.49">7286 11778 39 0,'-5'2'217'0,"2"1"-5"16,-1-1 1-16,2-1 1 0,2-1-10 0,-5 4-14 15,5-4-21-15,0 0-17 0,11 3-14 0,1-3-17 16,9-1-42-16,7 2-64 0,7-2-97 0,-1-2-232 15,5 1-340-15,0-3 151 0</inkml:trace>
  <inkml:trace contextRef="#ctx0" brushRef="#br0" timeOffset="119868.56">8313 11339 148 0,'0'0'217'0,"0"0"-12"0,0 0-11 16,0 0-18-16,-5-3-16 0,5 3-13 0,0 0-18 15,0 0-16-15,13-1-9 0,-3-2-12 0,3 3-11 16,5 0-6-16,3 0-8 0,10 0-7 0,-3 3-8 16,3 1-3-16,-2-1-5 0,-1 2-12 0,-1 1-9 15,-5 0 5-15,-3 2-11 0,-2 0 1 0,-2 0 0 16,-5 1-4-16,-1 1-5 16,-1 5 2-16,-7-3-3 0,-1 6-5 0,-5 0 3 15,-4 7-5-15,-5 2 5 0,-4-6-5 16,-4 1-1-16,1 0 2 0,-1-3 4 0,1-2 5 0,-1 0 0 15,-1-1 4-15,6-3 0 0,-1-4-9 0,5 2 5 16,-1-5 3-16,5 1 0 0,0 1-5 0,0-3-4 16,4-1 0-16,0 0 0 0,1 0 8 0,0 0 4 15,2-1 2-15,2 0 6 0,0-3 12 0,10 7 4 0,0-7-3 0,8 4 2 16,5-4-3-16,5-1-3 0,7-1 2 0,-1 1 6 16,2-2 2-16,6 2 3 0,-2 0 0 0,-3-3 0 15,3-1 7-15,-6 2-10 0,-2 3-1 16,-11-3-3-16,-4-1-5 0,-4 3-3 0,-2 0-5 0,0 1 0 15,-6 0 1-15,3 0 0 0,-2-1-2 0,-6 1-1 16,8 0-5-16,-8 0-10 0,6-2-4 0,-6 2-18 0,0 0-18 16,8-2-18-16,-8-1-37 0,0 3-41 0,0 0-46 0,0 0-83 15,0 0-198-15,-12-3-491 0,12 3 217 0</inkml:trace>
  <inkml:trace contextRef="#ctx0" brushRef="#br0" timeOffset="120597.3">9472 11335 199 0,'0'0'183'0,"0"0"-11"16,-6 0-8-16,6 0-13 0,0 0-12 0,0 0-15 0,-4-5-17 16,4 5-8-16,0 0-7 0,0 0-13 0,17-1-7 15,-5 1-5-15,5 0-10 0,2-4-12 0,-1 3-2 16,4-1-6 0,-2 1-1-16,3-2-5 0,-4-2-2 0,2 2-3 0,-1-1-7 15,-6 1 3-15,-3-2-5 0,1 2-2 0,-2 0 11 16,-1 0 15-16,-1 0 6 0,-4-1-3 0,-3 1-7 15,3-3-2-15,-4 6-5 0,-8-5-8 16,-1 2 1-16,-2 1-8 0,-9 1-1 0,-2 1-3 0,-9 2 0 16,0 1-1-16,-2 2-2 0,-4 0 0 0,1 3-3 15,0 1-2-15,2 1 2 0,-3 1-4 0,0 3-1 0,5 1 0 16,0 0-1-16,0 1 3 0,7 2 0 0,3-1-4 16,1 4 1-16,6-1-2 0,6-2 2 0,5-1 6 0,4 1 2 15,7-1 3-15,4 0 3 0,14 5-3 16,5-5 2-16,21 2 0 0,4-6-2 0,6-3-4 15,34 3 5-15,-3-9-4 0,-3-1-3 0,-22-7 5 0,-2 4-7 16,28-9 3-16,-35 2 0 0,-2 3 1 0,-6-4-1 0,-14-1 0 16,0 1-6-16,-6-1-1 0,-3 0 1 0,-9 1 10 15,-4 2 32-15,-5-1 18 0,-2-1-9 0,-5 0-7 16,-1 2-8-16,-4-6-6 0,-4 4-6 0,-3 1-5 16,-6-2-1-16,-4 2-2 0,-7 1-1 0,-1 5-5 15,-3 0 3-15,-2 1-2 0,0 2-4 0,2 3-1 16,2 0-3-16,3 2 3 15,3 0-1-15,5 0-3 0,3 0 1 0,5 1-4 16,1-3-15-16,0 2-3 0,4 1 4 0,2-3 4 16,5 2 1-16,0-2 6 0,5 1-4 0,5 0 9 15,1-2 2-15,6 1-5 0,1-4 1 0,1-1 3 16,7 0 0-16,-5-1 0 0,-3-3 3 0,-1 1 4 16,-2 1 9-16,-4-1 14 0,0-1 8 0,-3 0 4 15,-6 2-2-15,5-5-7 0,-3 2-8 0,-2 1-2 0,1-3-2 0,-3-1-7 16,0 0-10-16,-2-1-29 0,-4 3-7 0,4-1-17 15,-4 2-22 1,-1-5-18-16,-1 4-28 0,0 1-37 0,-1 2-31 0,1-4-228 0,-4 3-446 16,4 0 197-16</inkml:trace>
  <inkml:trace contextRef="#ctx0" brushRef="#br0" timeOffset="120986.18">10608 11335 175 0,'0'0'233'16,"0"0"-26"-16,0 0-20 0,-8-6-16 0,8 6-21 15,-9 0-12-15,9 0-21 0,-13 1-11 0,2-1-9 16,2 5-9-16,-5-3-9 0,3 2-11 0,-6 2-6 15,2 2-10-15,4 1-2 0,1-5-6 0,1 4-6 16,-1-3-7-16,3 3 0 0,0-1-7 0,1 0-1 16,2 2-6-16,2-2 1 0,0 1-3 0,2 4-4 15,2-3 9-15,1 0-7 0,2 2 2 0,0 0-1 0,8 1 1 16,-3 0-7-16,2 2 5 0,2-5-5 0,-1 0 2 16,3 2 0-16,-7-4-2 0,0-2-4 15,1 1 1-15,-1-1-3 0,-5-1 3 0,1 0-5 16,-1 0-1-16,1-1-1 15,-5-3-11-15,5 2-12 0,-2 1-5 0,-3-3 5 16,-4 5 0-16,-3-3-10 0,0 0-23 0,-6 1-44 16,1-3-44-16,-1 3-174 0,0-4-347 0,-1-1 153 15</inkml:trace>
  <inkml:trace contextRef="#ctx0" brushRef="#br0" timeOffset="121402.51">10829 11252 159 0,'0'0'238'0,"0"-4"-30"0,0 4-15 16,4-2-22-16,-4 2-16 0,9-3-18 0,-4 3-17 16,3 0-12-16,-8 0-12 0,15 4-12 0,-3 0-7 15,-1 0-10-15,-2 1-8 0,1 0-7 0,-2 2-4 0,0 2-10 16,-3 0-3-16,-1 2-3 0,-3 0-3 0,0 6-3 0,-3-2-4 16,-4 1-4-16,-3 0 0 0,-6 5-4 0,-2 1 4 15,-3-5-5-15,1 3 1 0,-2-1 0 0,6-5-7 16,2-2 0-16,4-2-1 0,-1-3-1 0,1 1 2 15,0-4-2-15,2 1 0 0,4-1-1 0,-1 0 3 16,0-1 8-16,2 1 7 0,2-1-2 0,2 2 11 0,2-3-3 0,10 0-2 16,-1 0 0-16,7-1-1 0,11-1-5 0,0 0-4 15,-2-1-19-15,3 0-36 0,1 0-48 16,-1-3-57-16,0 4-235 0,0-5-410 0,-2 2 181 0</inkml:trace>
  <inkml:trace contextRef="#ctx0" brushRef="#br0" timeOffset="121856.65">11432 11308 337 0,'1'-3'364'0,"2"-1"-21"16,-2 1-11-16,3 0-43 0,-4 3-25 0,0-5-34 15,0 5-21-15,0 0-25 0,4-1-11 0,-4 1-38 0,0 0-25 16,0 0-17-16,0 0-11 0,0 0-10 0,0 0-4 16,-3 15 3-16,2-6-19 0,-1 2-7 15,-1 0-7-15,-3 1-3 0,2 5-5 0,0-5-2 16,0-2-3-16,4 4-3 16,-4-1-2-16,6-1 9 0,-4 2-12 0,2 0-4 15,0-2 0-15,4-2 1 0,-4 1 3 0,4 0 0 16,0-1-3-16,3 0 6 0,1-4 6 0,2 1 2 15,4-2 6-15,-1-2 12 0,8 1-7 0,-3-3 12 16,-1-2 7-16,1-3 13 0,-1 1 14 0,-4-2 0 16,-2 1 2-16,2-5-7 0,-3-1-9 0,-1 0-2 15,2-2-10-15,-1-4-6 0,-4 0-6 0,-3-3-21 0,-1-2-20 0,-1-6-1 16,-6 5-10-16,-5-3-11 0,-8 1-10 0,-5 4 8 16,-4 0 1-16,-1 2-2 0,-2 4 2 0,-2 0 2 15,1 2 6-15,-1 1-3 0,5 5 0 0,8 2 16 16,0 1-17-16,2 3-1 0,3 1-10 0,4-1 5 0,-1 3 1 15,3 2-2-15,4 3-4 0,4-1 4 0,5 6-6 16,17 5 19 0,11 2 2-16,24 1-9 0,32 2-24 0,0-6-31 15,-22-9-75-15,31 5-69 0,4-12-82 0,-7 1-323 16,-31-2-669-16,-2-3 296 0</inkml:trace>
  <inkml:trace contextRef="#ctx0" brushRef="#br0" timeOffset="122959.54">13109 11456 189 0,'0'0'222'15,"0"0"-16"-15,0 0-15 0,0 0-19 0,0 0-9 16,0 0-17-16,0 0-14 0,0 0-8 0,-3-3-14 16,3 3-11-16,0 0-11 0,0 0-10 0,0 0-6 15,13-2-9-15,0 2-7 0,5-3-5 0,2 2-7 16,12-2-5-16,1 1-11 0,7-1-9 0,11-1-14 15,-14-1-13-15,18 2-22 0,0-2-23 0,-5 2-30 0,-12-1-34 0,-1-1-64 16,-5 3-124-16,-1-1-329 0,-1 0 146 0</inkml:trace>
  <inkml:trace contextRef="#ctx0" brushRef="#br0" timeOffset="123222.82">13585 11260 68 0,'-6'0'281'0,"2"-3"-16"0,4 3-16 0,-2-4-17 16,2 4-24-16,-6-2-21 0,6 2-19 0,0 0-23 16,0 0-17-16,0 0-9 0,0 0-35 0,0 0-22 0,0 0-9 0,-5 6-2 15,4 1-12-15,-2 1-2 0,2 5-3 0,-4 0 0 16,1 7-4-16,2-3-7 0,-2 8 0 0,1 0 0 15,1 0-11-15,3 4-11 0,-2-3-21 0,3-1-9 16,0-1-20-16,2 1-19 0,2-4-25 0,1-6-47 16,2 2-220-16,2-4-389 0,5-3 172 0</inkml:trace>
  <inkml:trace contextRef="#ctx0" brushRef="#br0" timeOffset="124152.42">13342 11318 166 0,'-20'0'151'16,"-2"0"-6"-16,1 1-12 0,0 4-8 0,-7 0-20 15,1 6-7-15,3-1-12 0,-1 2-7 0,7-2-7 0,1 3-11 31,2 2 0-31,-1-1-9 0,6 2-5 0,1 0 5 16,3 0-6-16,2 2-5 0,8-1-2 0,6 0-5 16,3-2 0-16,14-1-3 0,2-2-3 0,8-3 0 0,14-4-5 15,3-1-1-15,-3-5-4 0,0-2-5 0,1-6-2 16,-2 1-1-16,0-8-6 0,-15 9-1 0,-1-5-8 16,-6-3-1-16,2 2-2 0,-6-1 11 0,-6 1-9 15,-5 2 3-15,-4 0-5 0,-6 1 16 0,2-1-5 16,-3 0 3-16,-4 0 5 0,-3 0 6 0,-1 4 0 15,-3-3 6-15,-1 5-4 0,-7-4-3 0,-2 5-1 0,-3 4 1 0,3 0-6 16,-9 6 0-16,1 1-1 0,-1-2-1 0,3 5 2 16,-1 4-5-16,3 1 1 0,5-4-4 0,-1 6-1 15,5-2 1-15,1 2 5 0,4 0 1 0,5 1 2 16,3-1 3-16,5-1-3 0,0-2-2 0,7-1 6 16,3-3-8-16,7-1 2 0,8-2 8 0,2-4-6 15,-1-2-1 1,2-2-2-16,0-2 7 0,-1-4 4 0,1 1 7 0,-5-1 14 15,-8 1 5-15,-1-2 13 0,-3 1 12 0,-5 2-3 16,-1-3-4-16,0 2-5 0,-2-5-3 0,-4 4-1 16,1-1-6-16,0 2-1 0,-2 1-12 0,-1 0-9 15,-1-2-12-15,0 3-8 0,1 0-17 0,-1 4-18 16,-1-7-40-16,0 4-48 0,1 3-32 0,1-6-53 16,0 3-176-16,5 1-410 0,1-2 182 0</inkml:trace>
  <inkml:trace contextRef="#ctx0" brushRef="#br0" timeOffset="124346.02">15054 11375 106 0,'0'0'177'0,"9"-3"-16"15,-4 0-13-15,4 2-29 0,0 0-29 0,2 1-41 16,3-3-52 0,-2 3-139-16,4-2-152 0,5 2 67 0</inkml:trace>
  <inkml:trace contextRef="#ctx0" brushRef="#br0" timeOffset="124492.9">15760 11361 133 0,'5'-1'172'0,"4"-4"-34"0,2 1-32 0,1 3-37 15,9-2-46-15,-1-3-84 0,8 0-36 0,2 0-105 16,2 2 47-16</inkml:trace>
  <inkml:trace contextRef="#ctx0" brushRef="#br0" timeOffset="124646.85">16669 11330 16 0,'9'-1'192'16,"2"-3"-21"-16,2 3-21 0,6-2-22 0,4 0-36 16,9-3-29-16,-1 2-40 0,3 1-57 0,2-1-100 0,0 1-145 0,1 3 65 15</inkml:trace>
  <inkml:trace contextRef="#ctx0" brushRef="#br0" timeOffset="124793.74">17625 11318 42 0,'12'-3'159'0,"7"0"-23"15,11 1-31-15,1-1-45 0,3 0-73 0,2 0-69 16,16 0-89-16,1 3 41 0</inkml:trace>
  <inkml:trace contextRef="#ctx0" brushRef="#br0" timeOffset="182167.19">3844 13370 73 0,'-1'-7'236'0,"1"4"-15"0,0 3-25 0,0-7-19 15,0 7-19-15,0-7-18 0,0 7-32 0,0 0-10 16,0 0-14-16,0 0-11 0,-2 19-4 0,2-2-15 16,-4 7-7-16,0 7-2 0,0 4-9 0,-1 0-2 15,-1 13-5-15,0 1-5 0,-4-2-3 0,3 3 2 16,3-1-4-16,-3 4 1 0,0-5-2 0,4-12-4 15,-1-1-4-15,2-2 2 0,-2-1 0 0,3-3-6 0,-2 0-10 16,1-6-1-16,-1-5-1 0,2 1 0 0,-1-4 2 0,1-5-1 16,0 1 5-16,-1-3 1 0,0-1-3 0,1 0 1 15,0-2 3-15,1 0 1 0,0-2-1 0,0-3 6 16,-3 7 3-16,3-5 13 0,0-2 12 16,-1 6 12-16,1-6 4 0,0 0 0 0,0 0-29 15,0 0-48-15,-9-18-43 0,6 6-43 0,1-8-39 0,-1-4-172 0,0-7-350 16,1-1 155-16</inkml:trace>
  <inkml:trace contextRef="#ctx0" brushRef="#br0" timeOffset="182484.12">3729 13297 184 0,'-1'-12'231'0,"0"7"-6"0,-3 0-24 16,4-2-18-16,-1 2-23 0,1 2-18 0,0 3-19 15,0 0-20-15,1-6-12 0,-1 6-11 0,10 1-11 16,1 4-10-16,5-1-5 0,2 5-5 0,8 2-6 16,3 2-4-16,-2 2-2 0,1 2-2 0,3 2-7 15,-1 1-6-15,1 4 2 0,-3 0-4 0,0 0-2 0,-7-2-6 0,-2 4-2 16,-4-4-5-16,-2 1-2 0,-9-5-5 16,-3-3 0-16,-5 2 2 0,-5 0-1 0,-1-5 1 0,-12 7-1 15,-2-1 4-15,-5-4-1 0,-5 1-5 16,2-3 0-16,0-1 4 0,-1 0 0 0,1-1 1 15,0-2 0-15,3 2 1 0,1 0-2 0,2-1-1 16,6-4 0-16,2 5-2 16,4-5-12-16,4 1-39 0,-1 0-46 0,4 1-33 15,4 0-194-15,2-4-353 0,1-3 157 0</inkml:trace>
  <inkml:trace contextRef="#ctx0" brushRef="#br0" timeOffset="183101.55">4298 13896 81 0,'0'-6'293'0,"-4"1"-22"0,3 0-24 0,1 5-23 0,0-4-24 16,0 4-23-16,0-5-20 0,0 5-20 0,0 0-28 16,0 0-32-16,0 0-9 0,0 0-7 0,0 0-10 15,-4 13-6-15,4 0-3 0,-1 2-1 0,-3 2 9 0,0 2-5 16,3 6-5-16,-3 1-4 0,4-3-5 0,-3-2-1 16,6 0-4-16,-6-2-2 0,6-1-1 0,-2-1 0 15,2-6-5-15,-3-1 2 0,0 0-15 0,3-3-3 16,-1-1 2-16,-2-2 8 0,1 1 30 0,2-2 19 0,-2-1 15 15,-1-2 5-15,0 0-5 0,18-10-3 0,-10 2-6 16,1-1-3 0,2-4-7-16,2-3 0 0,1-6-8 0,1-1-7 15,-5 7-7-15,5-8 2 0,-4 2-6 0,-1 5-4 16,-1 1-2-16,-4 5 0 0,1 0-2 0,0 3 3 16,-4 1-10-16,2 2 4 0,0 1-7 0,-1-1-6 15,-1 2-23-15,-2 3-8 0,0 0-1 0,0 0 2 16,8 9 2-16,-7-3 3 0,4 4 4 0,-1 0-2 15,-1 4-3-15,0 3-6 0,4-2-9 0,-1 2-19 0,3-1-21 16,-4-1-22-16,4 1-29 0,0-1-17 0,4-1-23 16,-4-6-50-16,-4-1-218 0,8-2-469 0,-3-3 209 0</inkml:trace>
  <inkml:trace contextRef="#ctx0" brushRef="#br0" timeOffset="183455.26">4845 13551 179 0,'0'-5'268'0,"0"3"-18"0,0 2-24 0,0-7-23 16,1 4-24-16,-1 3-23 0,0 0-20 0,0 0-19 15,0 0-18-15,0 0-6 0,3 12-14 0,-4-2-10 0,-1 2-8 0,2 7-7 16,-1 6-2-16,1 1-11 0,-1-1 3 0,-2 6-4 16,2-3-7-16,0 6 3 0,-2-4-2 0,3 1-7 15,-2-4-4-15,0 0-17 0,2-1-28 16,0-9-23-16,-1 0-13 0,0-2-21 0,1-3-11 15,-3 1-13-15,2-2-22 0,0-4-49 0,-1-2-128 16,1-3-327-16,-2 1 145 16</inkml:trace>
  <inkml:trace contextRef="#ctx0" brushRef="#br0" timeOffset="183718.06">5110 13617 143 0,'0'0'256'16,"0"0"-26"-16,0-5-26 0,0 5-24 0,0 0-17 15,0 0-21-15,0 17-14 0,-2-5-9 0,1 4-12 16,0 2-11-16,-2 2-9 0,1 6-7 16,0 3-8-16,-2 0-4 0,4-1-6 0,-1-1-9 0,0 1-2 15,-2-3-7-15,3-6-2 16,0-2-32-16,0-1-22 0,0-2-19 15,-1-4-17-15,0 2-13 0,-3-3-14 0,2 2-14 16,-1-2-2-16,-1 1-17 0,0-6-32 0,-1 0-141 16,-1-1-303-16,-2-2 134 0</inkml:trace>
  <inkml:trace contextRef="#ctx0" brushRef="#br0" timeOffset="184056.87">4650 13842 33 0,'-6'3'186'0,"6"-3"-14"0,-7 0-4 16,7 0-17-16,-7 0-9 0,7 0-20 0,-6 2-12 0,6-2-6 15,0 0-12-15,-4 2-9 0,4-2-10 0,0 0-4 16,0 0-6-16,28-2-6 0,-9-1-2 0,12-4-9 16,1 0-6-16,5 2-4 0,15-5 2 0,-13 3-6 0,-1 2 2 15,0-2-3-15,-2 2-2 0,-5 0-2 0,-3 0-7 0,-9 3-1 16,-1-1-2-16,-5 1 0 0,-2 0 0 16,0 1-6-16,-6-1-5 0,0 1-12 0,1 1-6 15,-6 0-9-15,0 0 7 0,0 0-13 0,0 0-28 16,0 0-27-16,-18 8-29 0,9-7-45 0,-5 1-114 15,5 2-292-15,2-2 130 0</inkml:trace>
  <inkml:trace contextRef="#ctx0" brushRef="#br0" timeOffset="184404.6">5429 13808 273 0,'0'0'328'16,"0"0"-28"-16,0-5-21 0,0 5-26 0,0 0-25 0,0 0-25 0,0 0-24 16,0-4-21-16,0 4-14 0,0 0-17 0,0 0-18 15,0 0-10-15,0 0-18 0,0 0-18 0,0 0-5 16,0 0-6-16,0 0-8 0,3 16-5 0,-3-8-2 15,1 2-3-15,0 1-5 0,-1-1 0 0,3 2-5 16,-2 2-4-16,-1-2 1 0,0 1-6 0,3-1 0 16,-3 0 1-16,1 0-8 0,0-1-10 0,-1-2-7 15,0 0-21-15,1-2-24 16,-1-4-18-16,0 1-16 0,0 2-8 0,-1-2-4 16,1-4 14-16,0 5 10 0,0-5 12 0,0 0-3 15,0 0-8-15,0 0-333 0,-9-10-442 0,4-2 196 16</inkml:trace>
  <inkml:trace contextRef="#ctx0" brushRef="#br0" timeOffset="184558.41">5429 13583 234 0,'0'-4'310'0,"0"-2"-22"16,3 4-30-16,-3-3-25 0,0 5-28 0,0-4-21 16,0 4-29-16,1-4-37 0,-1 4-29 0,0 0-13 15,0 0-20-15,0 0-27 0,0 0-31 0,5 14-31 16,-1-6-36-16,-3 1-29 0,0 2-38 0,-2 0-181 15,0 0-342-15,0-1 152 0</inkml:trace>
  <inkml:trace contextRef="#ctx0" brushRef="#br0" timeOffset="185321.53">5645 13798 199 0,'8'-2'351'0,"-8"2"-42"0,0 0-32 16,0 0-32-16,0 0-30 0,1 5-18 0,-1-5-23 15,0 6-20-15,0-1-11 0,0 4-11 0,0 2-17 16,0-1-7-16,-1 2-18 0,-2 0-9 0,3-2-9 16,0-1-11-16,0 3-11 0,0-4-6 0,0-1-6 0,0-2-5 0,0 0 1 15,0-1-6-15,3-1 11 0,-3-3-6 0,4 2-8 16,-4-2-2-16,13-4 2 0,-4-2 3 15,2 1 12-15,-1-4 0 0,5-1-7 0,-3 0 7 0,1-5-2 16,2 0-4-16,-4 4-6 0,2-2 2 0,-4 5 7 16,-4 0 12-16,3 2-8 0,-6 2-4 0,2 0-7 15,1 0 2 1,0 1-7-16,-2 0-11 0,1 1-8 0,-4 2-12 16,2-5-27-16,-2 5-16 0,0 0 3 0,0 0 4 0,8 5 5 15,-4 0-7-15,-3 4-6 0,4-2-5 16,-1 3-3-16,1 0-4 0,3 0-2 0,1-1 1 15,1-1-6-15,-1-1 1 0,1-1-1 0,3 0 0 16,-3-4 11-16,5 1-5 0,-2-3 3 0,5-3 5 0,-5-1 5 16,4-1 5-16,-5 0 13 0,5-3 21 0,-8 1 20 0,1-2 24 15,-1 1 20-15,3-1 14 0,-6 2 15 0,2-1 19 16,-2 1 9-16,-1 0-5 0,-1 2-7 0,0 0-8 16,-2 3-9-16,1-3-3 0,1 3-30 0,-2-1-8 15,-2 3-17-15,4-2-35 0,-4 2-15 0,0 0 2 16,6 7-1-16,-4 0 4 0,0 5 0 0,1 6 3 15,2 6 2-15,-1 4 2 16,-1 4 1-16,-2 3 2 0,1 13 1 0,-3-2 2 16,0-11 2-16,-2 9 0 0,1-10 3 0,-3 0-4 15,-2-1 4-15,1-4-2 0,-3 1 0 0,1-4-7 16,-1-2-1-16,-1-8 3 0,1 0 4 0,-4-4 0 16,6-3 6-16,-4-1 1 0,2-2 11 0,-2-3 12 15,2-1 5-15,-3-2 20 0,1-1 30 0,1-3 7 16,-1-2 34-16,1-5-5 0,1-2 16 0,2-5 3 0,3-1-4 0,5-12-24 15,8-15-24-15,10 0-12 0,7 1-6 0,9 0-13 16,4 7-1-16,-2-4-9 0,8 4 1 0,-2 6-7 16,-1-1-22-16,3 8 12 0,-4-1-4 0,-4 9 0 15,-1 2-1-15,-2 3 0 0,-7 1-9 16,-9 6 4-16,-4 2-9 0,-4 0 1 0,1 0-7 0,-4 2-40 16,2-2-30-16,-5 1-18 0,-4 2 6 0,9 3-11 0,-6 1-2 15,-3 1-3-15,-3 0-19 0,2 2-22 0,-4 1-36 16,-3-2-40-16,0 1-71 0,1 1-277 0,0-3-610 15,3-1 271-15</inkml:trace>
  <inkml:trace contextRef="#ctx0" brushRef="#br0" timeOffset="185722.39">7168 13750 164 0,'0'-4'341'0,"0"-2"-6"0,0 6-15 0,0-7-24 16,0 4-31-16,0 3-27 0,0-4-31 0,0 4-24 15,0-5-25-15,0 5-27 0,0 0-24 0,0 0-14 16,0 0-8-16,0 0-13 0,0 17-6 0,0-5-5 16,0 0-6-16,-1 0-6 0,0 5-4 0,-2 3-6 15,-1-1-4-15,0 5 1 0,3-5-8 0,0 1 2 16,-2-2-7-16,-2-3 1 0,4 0-21 0,0-3-4 0,-2-3-13 0,-1 0-14 15,3-2-11-15,-2-2-2 0,2-1 2 0,0 0 4 16,-2 0 9-16,3-4-5 0,-5 1-38 0,5-1-56 16,-9-9-67-16,4 2-284 0,0-4-513 0,1-5 227 15</inkml:trace>
  <inkml:trace contextRef="#ctx0" brushRef="#br0" timeOffset="185875.72">7103 13639 93 0,'1'-17'263'15,"3"4"3"-15,-4 4-2 0,4-4-14 0,-3 5-6 31,3 0-11-31,-4 1-18 0,5 1-19 0,-5 2-21 16,1-1-21-16,2 0-24 0,-2 2-17 0,-1 3-43 16,0-4-33-16,0 4-18 0,0 0-25 0,0 0-31 15,9 8-38-15,-5-3-30 0,0 1-33 0,-3 2-55 16,4 1-169-16,-5 2-391 0,4-1 173 0</inkml:trace>
  <inkml:trace contextRef="#ctx0" brushRef="#br0" timeOffset="186876.28">7442 13733 183 0,'6'0'240'16,"-6"0"-30"-16,5 4-21 0,-5-1-20 0,-2 4-12 16,2-3-17-16,-2 7-12 0,0-2-15 0,-2 4-9 15,1 6-11-15,-2-2-7 0,0 2-8 0,1-1-9 16,-2-2-7-16,3 0-4 0,1-4-12 0,1-2 2 15,-2-2-6-15,2-1-2 16,-1 0-1-16,1-4 6 0,1 0 39 0,1 1 34 16,-1-4 23-16,0 0-11 0,0 0-11 15,0 0-15-15,13-9-4 0,-5 1-8 0,1-1-7 0,1-4-8 16,1-1-12-16,0 2-5 0,0 0-4 0,1 0-7 16,-1 0-7-16,-3 3 0 0,2 1-2 0,-4 1-6 15,1 2-8-15,-2 2-3 0,0-2-3 0,0 3 0 16,-1 0-22-16,2 0-4 0,-6 2-9 0,12 3-7 0,-7 0-4 0,4 2-10 15,-4 1-5-15,3 1-3 0,1 2-10 16,-3-1-7-16,3 1-5 0,0 0-6 0,1-1-1 16,6 1-6-16,-1-1-11 0,-4-2-4 0,3-2 5 15,-1 0-4-15,6-4-1 0,-2 0 2 0,0-5 9 0,-2-2 4 16,0 0 21-16,1-3-4 0,-1-3 10 0,-4-2 18 16,2 0 13-16,-1-2 21 0,1-5 11 0,-1 0 12 0,-1-2 9 15,1 0 12-15,-2-2 4 0,1-1 0 0,0 2-1 16,-2-2 10-16,0 3 1 0,-2 5 13 0,0 2 11 15,-3 7 16-15,1 1-18 0,-4 2-7 0,2 0-14 16,2 2-9-16,-5 0-11 0,1 4-24 0,-1 1-6 16,0 0 2-16,0 0-4 0,0 14 1 0,-1-2-1 15,-3 5-1-15,-1 9-1 16,-3-2-2-16,3 5 1 0,-1 0-3 0,0 0 2 16,0 0 2-16,3 2 2 0,0-6-2 0,0-6-4 15,2 1 7-15,1-1-3 0,-2-3-1 0,-1-4-4 16,3-4-3-16,0-1 0 0,-1 0 6 0,1-3 1 15,-1 0 20-15,2 0 12 0,-1-4-4 0,0 0-3 16,0 0-1-16,0 0-10 0,-10-12-1 0,4 4 0 16,0-1-7-16,-3 0 4 0,2 0-6 0,-4-3 0 0,-1 0 2 0,-1-1-9 15,-2 4 8-15,-1 0-12 0,2-2 4 16,1 6 3-16,-1-3-2 0,1 1-1 0,3 2 1 0,1 1-4 16,0 1 1-16,4 2 5 0,0-2-6 0,1-1-17 15,4 4 3-15,-6-2-11 0,6 2 2 0,0 0-3 16,16-3-1-16,4 2-3 0,13 1-3 0,3 0-1 15,17 0-1 1,5-3-2-16,-1 3-4 0,4-1-2 0,1-3 5 0,-1 1 4 0,-2 2 3 0,-3-2 4 0,-3 1 5 16,-14-1-1-16,-2-1 1 0,-5 0 5 0,-5 0 8 15,-9 3 18-15,-4-2 20 0,-4 0 10 16,-1 0-2-16,-1-1 6 0,-3 1-3 0,-2-1-3 0,-2-1-2 16,-1 2-7-16,0 3-3 0,-7-4-3 0,1 3-2 15,-2 1-1-15,-2-1-3 16,-1 2-4-16,-2 2-1 0,0 0-2 0,-1 2 2 15,-1 1-6-15,-2 4 1 0,7-4-3 0,-4 5 2 16,-2 0-5-16,5 0 2 0,0 3 10 0,0 3-9 16,4-5 0-16,4 3-2 0,1-3 4 0,4-2 2 15,-1 2 3-15,8 2-2 0,0-6-1 0,4 2 3 16,5-1-4-16,1-3 3 0,-1 0-2 0,5-4 3 16,0-2 0-16,-5-2 3 0,2 0 7 0,-2-3 12 0,-2-2 11 0,-1-2-5 15,-5 4 0-15,-1-5-8 0,1 0 2 0,-1-4-5 16,-5 3 2-16,-3-3-2 0,-1 2-6 0,-1-5-6 15,-7 2-6-15,3 1-1 0,-5-3-9 0,0 7-4 16,-4 0-11-16,1 1-4 0,-1 2-12 0,1 2-17 16,3 2-27-16,0-2-27 0,2 4-32 0,0 1-27 15,3 0-28-15,5 0-20 16,-10 2-255-16,10-2-506 0,5 7 225 0</inkml:trace>
  <inkml:trace contextRef="#ctx0" brushRef="#br0" timeOffset="187277.06">9613 13461 126 0,'1'-4'229'0,"-1"4"-23"0,0 0-24 0,2-5-19 16,-2 5-20-16,0 0-15 0,0 0-16 0,0 0-11 16,-1 13-9-16,1-7-9 0,-2 0-10 0,-1 5-3 15,-5 0 0-15,2 5-6 0,-3 1-3 0,-2 5-6 16,-1 1-1-16,-1 0-3 0,-1 0-6 0,4 0-2 0,-4-1-7 0,5-6 1 15,1 0-2-15,1 0-5 0,0 1-4 0,2-6-6 16,0-3 4-16,1 4-4 0,-1-2 0 0,2-3-1 16,2-2-1-16,1 2-1 0,0-2 13 0,1 2 29 15,3-2 10-15,4 0 1 0,2-2-10 0,8 1-5 16,5-1-4-16,5-1-7 0,3 1-21 0,0-3-30 16,-1-1-40-16,2 0-43 0,-5 1-53 0,2-6-57 0,-8 1-205 0,1 0-438 15,-3 1 193-15</inkml:trace>
  <inkml:trace contextRef="#ctx0" brushRef="#br0" timeOffset="187493.17">9809 13692 70 0,'0'0'284'0,"-3"-3"-22"0,3 3-26 15,0 0-26-15,0 0-29 0,0 0-20 0,0 0-14 16,0 0-21-16,-7 12-12 0,6-5-13 0,-3 3-8 15,-1 5-11-15,0 3-9 0,1 7-6 0,-1 0-8 16,-3 1-3-16,3-2-5 0,-1 3-4 0,2-8-5 16,-1 1-14-16,1-1-37 0,0 0-30 0,0-2-50 0,-1 0-33 0,1-2-20 15,3-1-33-15,-4-3-144 0,5-1-347 16,0-2 154-16</inkml:trace>
  <inkml:trace contextRef="#ctx0" brushRef="#br0" timeOffset="187994.11">9518 13321 36 0,'-22'-5'169'16,"1"4"-5"-16,0 2-15 15,-7 2-7-15,2 4-8 0,-2 1-9 0,-1 6-9 16,1 4-5-16,-3 3-9 0,-11 13-8 0,4 1-1 15,-1 5-6-15,1 1-15 0,1 2 3 0,1 0-5 16,4 6-8-16,4-5-5 0,6 4-4 0,2-4-6 16,11-11-6-16,1 2 6 0,5 1 12 0,4-2-3 15,3-2 5-15,6 2 4 0,4-3-5 0,8 0 9 16,13 3 4-16,6-5 1 0,8-5 3 0,3-5 1 0,3 1 3 0,6-8 23 16,29 0-12-16,-26-6 6 0,29-10-4 0,-29 2 4 15,29-8-5-15,-33-3 1 0,2-3 4 0,-7-3 1 16,-3-8 5-16,-2-2-11 0,-4-8-12 15,-1-6-44-15,8-25-23 0,-21 22 7 0,-8-7-17 16,-7 1-15-16,-10 0 0 0,-10-2-1 0,-10 6 0 0,-10 0 2 16,-10 2-1-16,-17 5-1 0,-29-7 3 0,-20 11-38 0,-14 13-50 15,-18 12-62-15,-9 7-82 0,-16 5-325 0,-1 5-612 16,-5-2 271-16</inkml:trace>
  <inkml:trace contextRef="#ctx0" brushRef="#br0" timeOffset="189414.09">11928 13568 121 0,'3'-5'220'0,"-3"1"-10"0,0 0-17 0,0 4-21 0,1-4-20 16,-1 4-18-16,0 0-17 0,1-5-15 0,-1 5-11 15,0 0-12-15,0 0-6 0,0 18-9 16,3-6-5-16,-2 4-5 0,-2-1-7 0,1 4-6 0,0 5-1 0,0 1-5 16,-3 1-5-16,3 3-3 0,0-4-3 0,0 1-1 15,3-5-2-15,-2-2-2 0,-1-1 1 0,3 0-6 16,-3-7 2-16,1 1-1 0,0-3-2 0,1-1 5 16,0-3 2-16,-2-1 36 0,0 2 41 0,0-4 23 0,0-2-5 15,0 0-10-15,10-8-10 0,-1 2-12 0,0-5 3 16,5 2-19-16,-2-5-6 0,0-1-7 0,1 3 0 0,2-2-8 15,-3 0-6-15,3 1-5 0,-4 1-2 0,-2 5-5 16,-2-1-1-16,2 3-8 0,-4 0-2 0,-1 0-3 16,1 1-7-16,-1 2 6 0,1 2-11 0,-5 0-1 15,14 4-1-15,-5 1 3 0,1 3-3 0,-1 1 2 16,-1 0-4-16,6 4 1 0,-5-1 0 0,-1-1 3 16,1 2-1-16,1 0-5 15,-3-2 16-15,-1-1-11 0,1-2 0 0,-2-1-1 16,-1-3 4-16,0 2 3 0,0-2-2 0,-2 0 16 15,0-3 53-15,0 2 6 0,-2-3-11 0,0 0 0 16,14-9-12-16,-9 0-5 0,3 0-2 0,-3-1-3 16,4-1-13-16,0-4-9 0,-3 0 20 0,5-1-21 15,-1-2 0-15,-4 2 4 0,3 3-6 0,-1-4-7 16,5 0 7-16,-7 1-30 0,3 2-26 0,-1 3-28 0,-3 1-24 0,1 3-37 16,-1-2-38-16,3 3-42 0,1 0-46 0,0 1-40 15,0 3-230-15,2-1-562 0,0 3 249 0</inkml:trace>
  <inkml:trace contextRef="#ctx0" brushRef="#br0" timeOffset="189768.18">12568 13821 25 0,'0'0'250'0,"0"0"-3"0,0 4-9 16,0-4-24-16,0 0-21 0,0 0-20 0,0 0-20 15,0 0-13-15,22-12-14 0,-9 7-16 0,2-1-10 16,4 0-8-16,2-4-12 0,4 1-6 0,1-1-6 0,-2-3-10 0,0-1-3 16,2 4-10-16,-2-4 0 0,-1-2-3 15,-4 0-7-15,-3 4 0 0,-3-2-9 0,0-3-3 16,-2-5-4-16,-3 7-1 0,-3-2-1 0,-2 6 2 0,-3-3-3 16,-6 3-4-16,1-1 2 0,-2 3-7 0,-3 0 2 15,-1 3 0-15,-6 1-6 0,-3 5-3 0,-2 1-2 16,-10 6 0-16,4 3-2 0,-3 3-1 0,3 2-2 0,-2 5 2 0,4 1-1 15,-1 1-1-15,7 5 3 0,-1 2 0 0,11 1 0 16,6 0 3-16,5 2 2 0,12-1 6 16,9-1 1-16,15 5 2 0,9-5 4 0,14-4-5 15,32 1 2-15,3-8-41 0,3-5-60 0,2-10-69 0,-8-4-261 16,1 0-455-16,-5-8 201 0</inkml:trace>
  <inkml:trace contextRef="#ctx0" brushRef="#br0" timeOffset="191235.59">14577 13459 78 0,'-12'-4'126'0,"-4"-1"-6"0,-1-1-20 15,-2 2-3-15,0 1-18 0,-2 0 4 0,1 3-18 16,-2 1-2-16,4 3-7 0,2 1-1 0,4-2-11 16,2 1-4-16,0 4-3 0,1-2 3 0,0 1-9 15,3 0-8-15,2 3 7 0,1-3 1 0,3 2-13 0,3-3-2 0,2 3 2 16,5-2 0-16,2 0 3 0,4 0-12 0,3-1-1 15,2-2 9-15,-1-1-5 0,2-1-2 0,1-3-1 16,0 0 1-16,-4-3-5 0,2-2 1 0,-2-1 1 16,-1-2 10-16,-2-1 11 0,-2 0 0 0,0 0 6 15,-3 0 0-15,1-2 8 0,-7 0 3 0,3 3-2 16,-5-2 4-16,1 0 2 16,-2 3 1-16,3-1 3 0,-5 5-1 0,1-4-5 15,1 4-5-15,-2-1-11 0,2 2-11 0,-2 3-5 16,0 0-4-16,0 0 2 0,-10 12-7 0,4-3 4 15,-1 8-4-15,1 3-8 0,-1 4 11 0,-3 3-6 16,0 6-3-16,1 1-1 0,-2 14 4 0,-1-2-1 16,1 4-6-16,2 2 7 0,-2-3 3 0,5 0-4 15,-3-4 0-15,4-8-4 0,1-1 1 0,-1 0 0 0,5-2 1 0,-1-3-3 16,-2-1 2-16,-1-2 3 0,3-4-3 0,-4-7-1 16,0 0 6-16,1-5-2 0,0 0 1 0,-2-3-5 15,-3-1 8-15,0-5 1 0,0 4 1 0,-5-5-2 16,1-1 7-16,-3-4 2 0,-2-4 6 0,1 2 7 15,-1-5 11-15,2 1-1 0,-6-8 0 0,9 2 1 16,-6-4 6-16,10 4 4 0,0-4-5 0,5-5-5 0,0-4-9 0,7-2 0 16,2 1-4-16,8-5-8 0,5 5-1 0,0-3-2 15,6 6-1-15,1-3 0 0,4 5-1 0,-1 0-2 16,2 4-4-16,2 0-2 0,0 1-1 0,1 5 4 16,2-3-4-16,-6 5 0 0,-1 0-1 0,-6 4 2 15,-5 1 2-15,-2 0 1 0,-2 2 2 0,-3 1 1 16,-5 1-1-16,3 0 0 15,-3 1-2-15,0 0-1 0,0 1-3 0,-2-1-16 16,-3 2-12-16,0 0-20 0,0 0-25 0,0 0-24 16,0 0-18-16,0 0-42 0,0 0-36 0,-23 1-173 15,16 1-392-15,2 2 174 0</inkml:trace>
  <inkml:trace contextRef="#ctx0" brushRef="#br0" timeOffset="191839.92">15013 13661 118 0,'0'0'245'0,"-4"-3"-19"16,4 3-19-16,0 0-18 0,6-7-23 0,-3 5-16 15,2-1-15-15,5 0-11 0,-1-1-19 0,4 1-13 16,-2-1-17-16,3-1-15 0,3 1-4 0,2-2-11 15,-1-2-10-15,0 0 1 0,1 2-9 0,-2-4-1 16,-2 2-4-16,1-1-2 0,-1-3-2 0,-6 3-2 0,-1 1-6 16,0-3 4-16,-3 1 1 0,2 0-1 0,-5 2 1 15,-2-1-1-15,0 2-3 0,-1 2-4 0,-3-1 2 0,-1 2-2 16,-3 2 1-16,-3-1-4 0,-3 3-2 0,-4 3-1 16,0 1-1-16,-5 1 0 0,4 3-2 0,-6 4 5 15,1 2-8-15,1 1 7 0,3 2-6 0,5-4 4 16,-4 5-1-16,7 1 1 0,1-2-3 0,3 0 3 15,0 0-4-15,8 1 2 0,3-1 4 0,2-1-3 16,5 1 2-16,5-3 3 16,10 1-4-16,0-4 4 0,6-3 0 0,5-3 0 15,2-2-3-15,2-4-1 0,13-3-5 0,-14-2 2 16,10-3 0-16,-10-1 4 0,-6-2-3 0,2-2-2 16,-2-2 9-16,-1-2-6 0,-7-4 3 0,-2 1 1 15,-1-4-1-15,-5-1 1 0,-2-6 6 0,-3-1-2 16,0-12-2-16,-3 0 9 0,-5 9 3 0,1 2 18 15,-1 0 8-15,-3 2 9 0,-1 1 1 0,-1 4 4 0,0 9-4 0,-2 2 3 16,3 5 0-16,-2 1-9 0,-1 2-7 0,3 1-7 16,-1 2-17-16,-1 2-8 0,2 3-9 0,0 0-2 15,-14 11-1-15,4 3 4 0,-1 8-1 0,-6 4-1 16,4 6 1-16,-6 11-1 0,1 1 2 0,8-12 0 16,1 2-1-16,5-1 1 0,-4-1-2 0,8 1 4 15,-1-3 1-15,2-1-1 0,2 0-1 0,0-5-8 0,-1-7-17 0,-1 0-13 31,1-5-25-31,0-3-13 0,0 1-16 0,-2-3-15 16,2 1 5-16,-2-4-7 0,1 0-64 0,-1-4-184 16,0 0-386-16,0 0 172 0</inkml:trace>
  <inkml:trace contextRef="#ctx0" brushRef="#br0" timeOffset="192107.13">15471 13513 238 0,'0'0'296'0,"-8"0"-11"15,8 0-10-15,0 0-13 0,-7-1-17 0,7 1-27 0,0 0-20 0,40-7-20 16,-2 1-17-16,27 0-19 0,30-4-14 0,2 3-15 16,0-2-15-16,-5 1-4 0,-1-1-7 0,-27 1-18 15,2-1 4-15,-3 1-20 0,-7-1-12 0,-6-2-4 16,-19 5-6-16,-5-4 2 0,-7 5-3 0,-7 0-4 15,-1 1-5-15,-4-1-12 0,-5 0-15 0,-3 1-28 16,-7 1-24-16,-6 3-36 16,-14-1-43-16,-4 2-66 0,-2 3-283 0,3 4-525 15,3-3 234-15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5:19:00.1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5812 11234 1 0,'0'0'126'0,"0"0"-10"15,0 0-9-15,0 0 1 0,0 0-9 0,0 0 0 16,0-5-6-16,0 5-2 0,0 0-10 0,0 0-1 16,0 0-6-16,0 0-7 0,0 0-17 0,0 0 10 15,0 0-9-15,0 0-6 0,0 0-5 0,0 0 2 16,0 0-4-16,0 0 4 0,0 0-18 0,0 0 3 16,0 0-8-16,0 0 0 0,0 0-1 0,0 0 0 15,0 0 2-15,0 0-11 0,0 0 1 0,0 0-6 16,0 0 3-16,0 0 1 0,0 0-2 0,0 0-1 15,0 0 0-15,0 0-2 0,0 0-1 0,0 0-4 16,0 0 1-16,0 0-2 0,0 0-5 0,0 0 2 16,0 0 2-16,0 0-20 0,0 0 9 0,0 0-2 15,0 0 7-15,0 0-3 0,0 0-2 0,0 0 4 16,18 4-11-16,-10-3 12 0,1 0 0 0,-3-1-6 16,6 0-3-16,-1 0-4 0,1 3-2 0,-2-3-4 15,1 1 11-15,1-1-11 0,-2 0 7 0,2 0 0 16,-5 0-4-16,0 0 10 0,2-1 10 0,-9 1-5 15,9 0 16-15,-4-3 6 0,-5 3 12 0,7 0-9 16,-7 0 10-16,6 0 3 0,-6 0-11 0,0 0 7 16,0 0-1-16,0 0-14 0,0 0 2 0,0 0-2 0,0 0-2 15,-20-4 3-15,14 3-1 0,-3 1-9 16,0 0 7-16,-1 0 3 0,-2-1-1 0,6 1-4 16,-2 0-2-16,2 1 0 0,-3-1 4 0,9 0 0 15,-12 0 3-15,5 0-4 0,-2 0-5 0,4 1-1 0,-3-1 5 16,8 0 10-16,-10-1-16 0,10 1 2 0,-9 0-3 15,9 0 2-15,-8 0 4 0,8 0 0 0,0 0-2 16,-9 1 1-16,9-1 1 0,0 0-3 0,0 0 1 16,-9-1 1-16,9 1-1 0,0 0 9 15,0 0-1-15,0 0 0 0,0 0-1 0,0 0-4 0,0 0 3 16,0 0-1-16,0 0 1 0,0 0-3 0,0 0-2 16,22-1 6-16,-12 1-8 0,-3 0 7 0,-1 0-8 15,2 1 4-15,-3 0 1 0,5-1-3 0,-4-1-1 16,0 2 0-16,-6-1 3 0,10 0-4 0,-10 0 1 15,10-1 3-15,-10 1 4 0,6 0-5 0,-6 0-1 16,0 0 0-16,6-1 3 0,-6 1-1 0,0 0 2 16,0 0 2-16,0 0-5 0,0 0 2 0,0 0 3 15,-18-3-2-15,9 3-3 0,0 3-2 0,-3-3 5 16,2 0-3-16,4 0-2 0,-3 0-3 0,0 0 3 16,0 0 0-16,1 1-5 0,3-1 11 0,-5 0-9 15,10 0 3-15,-9 0-8 0,5 1-6 0,4-1-1 16,-8 0 1-16,8 0 5 0,0 0-14 0,-5 2 7 15,5-2 5-15,0 0 2 0,0 0 1 0,0 0 2 16,18 0-8-16,-10 0 6 0,3 0 5 0,1 0-7 16,-1-2 5-16,1 2 3 0,-2 0-12 0,3-1 6 15,-3 1 0-15,2-1 0 0,-4 1-1 0,0 0-6 16,-1 0 7-16,-7 0-1 0,10 0-5 0,-10 0 11 16,7-3-6-16,-7 3-4 0,0 0 9 0,0 0 1 15,0 0-3-15,0 0-6 0,0 0 10 0,0 0 3 0,-24 3-2 16,16-3-1-16,-3 0 1 0,2 0 8 15,-4 1-12-15,2 0 2 0,-1-1 5 0,1 2-6 16,2-1 3-16,1 0-1 0,0-1 4 0,1 0 6 16,7 0-3-16,-9 3-7 0,9-3 4 0,-8 0-7 0,8 0 3 15,-5 1 4-15,5-1-4 0,0 0-5 0,-4 1 2 16,4-1 1-16,0 0-4 0,0 0 7 0,0 0-5 16,0 0 12-16,0 0-1 0,0 0-2 15,0 0-7-15,22 0 11 0,-12-2 0 0,-5 3-10 0,3-2 7 16,2-2-7-16,-1 3-6 0,-1 0 10 0,-8 0 1 15,13 0 2-15,-7 0 1 0,-1-1-3 0,-5 1 2 16,8-1-6-16,-8 1-1 0,0 0 8 0,0 0-6 16,0 0 5-16,0 0-3 0,0 0 3 0,0 0 5 15,0 0-9-15,0 0 3 0,-27 1-6 0,22-1 3 16,5 0 1-16,-12 0-1 0,2 0-21 0,5 1 22 16,5-1 2-16,-12 0-5 0,6 0 1 0,6 0 0 15,-5 3-16-15,5-3-8 0,-5 2-25 0,5-2-27 16,0 0-128-16,0 0-223 0,0 0 99 0</inkml:trace>
  <inkml:trace contextRef="#ctx0" brushRef="#br0" timeOffset="3529.9">5895 11214 2 0,'0'0'75'0,"0"0"-1"0,0 0-12 0,0 0-2 15,0 0-11-15,0 0 5 0,-6 0-1 0,6 0-12 16,0 0 8-16,0 0-15 0,0 0 2 0,0 0-2 15,0 0-7-15,0 0 3 0,0 0-4 0,0 0-6 16,0 0-5-16,0 0 4 0,0 0-6 0,0 0 1 16,0 0-2-16,0 0 6 0,0 0-10 0,19 3 2 15,-19-3 4-15,12 0-11 0,-6 0 9 0,1 0-4 16,-1 1-2-16,0-1-5 0,-6 0 3 0,13 0-6 16,-8 0 7-16,1 1 1 0,-6-1 11 0,9 0-11 15,-9 0 3-15,7 0 9 0,-7 0 7 0,0 0 4 16,0 0 2-16,6 0 6 0,-6 0-6 0,0 0 3 15,0 0-19-15,0 0 9 0,0 0-5 0,0 0-1 16,-23-1-8-16,12 0 12 0,0 1-4 0,1 1-6 16,-1-2-1-16,1 1 0 0,-3 0-8 0,0 1 5 15,0-1 0-15,1 1 5 0,0 2-11 0,-2-3 4 0,5 0-6 16,-4 0 5-16,3 0-5 0,1 1-2 0,1-1 4 16,3 0-11-16,5 0 17 0,-12 0-1 15,12 0 3-15,-8 0-6 0,8 0-3 0,-7 0 3 16,7 0 0-16,0 0-2 0,-7 0-7 0,7 0 10 15,0 0-1-15,0 0-5 0,0 0 4 0,0 0 1 0,0 0 5 16,0 0-8-16,0 0-3 0,0 0 7 0,0 0-7 16,0 0 4-16,22 2 1 0,-16-2-9 15,5 0 11-15,-3 1-2 0,1-1-3 0,2 0-8 16,1 0 3-16,1 0-2 0,-3 3 9 0,-1-3-11 0,5 0 0 16,-9 0 0-16,4 0 9 0,-3 1-1 0,1-1-8 15,-7 0-1-15,11-1 5 0,-11 1 8 0,7 1-3 16,-7-1-3-16,0 0 6 0,0 0-3 15,0 0 0-15,0 0 5 0,0 0 3 0,0 0-10 0,0 0-4 16,0 0 6-16,-27 1 0 0,19-1 0 0,2 0-1 16,-7 0 3-16,7 2 2 0,-2-4-3 0,0 4 1 15,2-1 1-15,-2 0-4 0,8-1 1 0,-10 0 2 16,6 3-3-16,4-3-1 0,-9 0 0 0,9 0 6 16,-5 1-7-16,5-1-6 0,0 0 10 0,0 0-8 15,-5 1 6-15,5-1 5 0,0 0-8 0,0 0 11 16,0 0-13-16,0 0 14 0,23-2-10 0,-18 2-1 15,3-3-7-15,-3 3 14 0,-5 0-5 0,10 0 0 16,-10 0 2-16,9-1 8 0,-9 1-8 0,0 0-5 16,9 0 5-16,-9 0-9 0,4-1 15 0,-4 1 1 15,0 0-2-15,0 0-3 0,0 0 0 0,0 0 5 16,0 0-9-16,0 0 1 0,0 0 1 0,0 0-1 16,-22 0-7-16,22 0-3 0,-9 2-7 0,9-2-14 15,0 0-18-15,-10-1-31 0,10 1-114 0,-4 1-209 16,4-1 92-16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41:53.10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3804 3945 140 0,'0'0'168'0,"0"0"-14"0,-7 0-13 16,7 0-13-16,0 0-6 0,0 0 1 15,0 0-6-15,-2 3-3 0,2-3 0 0,0 0-10 16,0 0-2-16,0 0-13 0,0 0-5 0,0 0-3 16,0 0-10-16,0 0-1 0,0 0-5 0,0 0-3 0,25-7-5 0,-15 1 5 15,12-2 0-15,1-3 0 0,2-4 1 0,3 2 0 16,-2-5 6-16,0-2 0 0,1 4 8 0,-4-5 9 16,-1 1-2-16,-2-2 4 0,0 1-4 0,0-4 2 15,-4 1-5-15,1 2-4 0,-3-2 11 0,-5 7 9 16,-2 2 22-16,0 1 20 0,-3-3-6 0,-2 8-5 15,-2-1-13-15,0 0-9 0,-2 3-16 0,-1-1-9 16,-1 3-12-16,-2-1-13 0,0 3-15 0,-6 0-14 16,-7 2-4-16,1 5-5 15,-9 3-6-15,-5 3-6 0,0 9 1 16,-1-1-3-16,2 0-10 0,3 4 3 0,4 0-19 16,1 8-9-16,-3 12 17 0,7-1-1 0,5-11-30 15,9 0-19-15,-1 1 7 0,8-2 1 0,2-2 11 0,9-2 9 16,0-1 15-16,6-6-1 0,9 0 14 15,4-9 4-15,5 0 1 0,1-6 4 0,17-2 8 0,0 0 2 16,-5-3-5-16,-12-2 1 0,-1-3 3 0,-1 5 1 0,-17-1 0 16,2-1 19-16,-7 4 15 0,-4-1 3 0,-1-2 5 15,0 2 5-15,-4 1 4 0,1-1 2 0,0 0-3 16,-6 1-14-16,7 0-12 0,-7 0-13 0,0 0-26 16,0 0-33-16,0 0-40 0,0 0-41 0,-20-2-47 15,7 2-50-15,3-3-57 0,-3 0-77 0,4-3-231 16,0 3-629-16,0-3 278 0</inkml:trace>
  <inkml:trace contextRef="#ctx0" brushRef="#br0" timeOffset="485.66">4478 3151 61 0,'0'-4'423'0,"0"4"2"0,0-5-18 0,0 5-29 16,1-3-20-1,-1 3-23-15,0 0-28 0,0 0-31 0,0 0-21 16,-1-5-32-16,1 5-25 0,0 0-24 0,0 0-30 16,0 0-12-16,0 0-15 0,0 0-19 0,0 0-17 15,0 0-18-15,1 17-17 0,2-12-6 0,-3 4-17 16,0 1-15-16,1 0 2 0,-1 4-6 0,2-2-1 15,-1 3 0-15,-1 3 2 0,2 1 0 0,1 2 2 16,-3-1-10-16,0-4 5 0,0 1 10 0,0-4-3 0,0 0-3 0,0 1 6 16,0-9 1-16,0 6-2 0,0-5-6 0,-3 1 2 15,3-3-5-15,0 2 4 0,-1-1 1 0,1-1-5 16,0-4-9-16,0 5 5 0,0-5-26 16,0 0-47-16,0 0-39 0,-8-10-40 0,1 3-36 15,1-3-49-15,-2-6-24 0,-1-10-80 0,-3-4-205 0,3-5-593 16,2-10 263-16</inkml:trace>
  <inkml:trace contextRef="#ctx0" brushRef="#br0" timeOffset="632.54">4411 2944 141 0,'-4'-18'336'15,"1"9"-3"-15,2-3 31 0,-2 2-8 0,2 2-2 16,0-1-8-16,-1 4-23 0,1 2-26 0,1-2-32 16,0 5-24-16,-1-6-31 0,1 6-17 0,-1-5-19 15,1 5-25-15,0-5-29 0,0 5-40 0,0 0-55 0,0 0-53 0,0 0-16 16,0 0-10-16,0 0-33 0,11 6-41 0,-7 1-44 15,-1 1-57-15,2 0-69 0,-2-2-247 0,0 0-590 16,2 3 261-16</inkml:trace>
  <inkml:trace contextRef="#ctx0" brushRef="#br0" timeOffset="1249.05">4790 3066 137 0,'3'-5'302'0,"0"1"-18"0,3 0-14 0,-2-1-21 0,-1 1-24 16,1 0-19-16,1 2-27 0,0-1-13 0,2 2-19 15,0 0-18-15,-7 1-13 0,14 5-16 0,-3-2-6 16,0 6-7-16,-2 0-11 0,1 4-4 0,-2 6-9 16,2-2-6-16,-9 2-4 0,2 0-6 0,-3 8-1 15,-3 0-1-15,0 2-8 0,-4-4-3 0,-3 2-2 16,2-2-4-1,1-6-2-15,-3 0-2 0,4-2-2 0,-1-1-3 0,2-9-1 16,-2 4-2-16,6-3 4 0,-2-3 13 0,1 0 25 16,-1-2 40-16,2 1 46 0,0-2 39 0,1-2 35 15,0 0-11-15,0 0-21 0,0 0-17 0,2-17-20 16,5 5-16-16,2-4-13 0,1-2-11 16,6-8-12-16,1 2-11 0,2-1-9 0,-1-4-7 15,0 2-8-15,1 2-9 0,-6 2-9 0,-1 6 0 0,-2 2-2 0,0 4 6 16,-5 1 2-16,-2 3 1 0,-2 0-9 0,5 3-6 15,-3 0-9-15,-2 0-17 0,-1 4-21 0,4-5-25 16,-4 5-23-16,0 0-17 0,0 0 4 0,0 0 1 16,-1 18 5-16,-3-7 12 0,-3 6 6 0,1 1 7 15,2 0 3-15,-1-1 14 0,1 0-6 0,3 2 7 16,2-2-3-16,-1 2 0 0,4-2 4 0,1-5 7 0,2 1 5 0,3-2 1 16,3-1 4-16,4-3-15 0,3-1-28 0,8-4-55 15,2 0-70-15,1-4-46 0,-3-2-93 0,-1-2-428 16,1-2-801-16,-10 0 355 0</inkml:trace>
  <inkml:trace contextRef="#ctx0" brushRef="#br0" timeOffset="1803.25">5613 2855 183 0,'0'-3'354'0,"0"3"-17"0,-4-5-15 16,4 5-28-16,-1-3-22 0,1 3-27 0,0 0-20 15,0 0-23-15,0 0-30 0,-3-5-24 0,3 5-16 16,0 0-17-16,0 0-17 0,0 0-10 0,-14 9-9 16,9-3-9-16,-4 3-1 0,0-2-6 15,-1 5-11-15,-4 0-5 0,1 1-4 0,-1 2 1 16,0 7-10-16,3-6 3 0,0-1-6 0,3 2-5 15,0 0 1-15,3-1-1 0,-1-1-1 0,5 2-3 16,1-4-6-16,4-2 5 0,0 1 1 16,8 1-5-16,0 2-3 0,5-2 2 0,2-3 2 0,5 5 2 15,3-4-9-15,-1 1 3 0,-2-2-2 0,-5-2-3 16,0-1-10-16,-2 3 10 0,-5-2-24 0,1-2 3 0,-4 0 19 16,-1 0-3-16,-2-1-3 0,-2 2-4 0,-2-2-1 15,-4 2 6-15,0 1 1 0,-7 2-1 0,-4-1 2 16,-3 2 0-16,-1-2 1 0,-10 2-3 0,4-2-1 15,1-1-3-15,3-1 8 0,-1-1-11 0,0-1-15 16,1-3-22-16,5 0-20 0,1 1-20 0,3-3-17 16,1 3-27-16,2-3-53 15,7 0-67-15,-3-6-68 0,3 6-171 0,7-9-526 16,4 3 232-16</inkml:trace>
  <inkml:trace contextRef="#ctx0" brushRef="#br0" timeOffset="2081.64">5865 3114 45 0,'4'-8'380'0,"-3"5"0"0,4-4 6 16,-4 4-9-16,2-1-17 0,-3 2-19 0,1-4-31 15,-1 6-29-15,0 0-35 0,3-2-29 0,-3 2-26 16,0 0-20-16,2-3-22 0,-2 3-15 0,0 0-11 16,0 0-14-16,3 13-15 0,-2-8-10 0,-1 6-6 15,0 0-4-15,3 0-5 0,-2 6-23 0,1-1 10 16,0-3-8-1,-5 2 0-15,6-1-2 0,-2-2-10 0,0 0-24 16,-1 1-9-16,2-2-17 0,-2-1-18 0,1 0-7 0,-1-3-21 16,0-2-16-16,4 1-8 0,-4 0 6 0,1-3 4 15,-1-3 1-15,-1 4-10 0,1-4-39 16,0 0-42-16,0 0-44 0,-18-9-48 0,13 1-59 16,-2-1-221-16,0-6-581 0,2-1 256 0</inkml:trace>
  <inkml:trace contextRef="#ctx0" brushRef="#br0" timeOffset="2234.71">5806 2927 15 0,'-3'-5'364'0,"2"0"25"0,1-3-6 0,-1 4-14 0,1 1-40 15,0 3-13-15,0-5-33 0,0 5-32 0,0 0-19 16,0 0-32-16,-3-7-25 0,3 7-34 0,0-2-41 0,0 2-45 16,0 0-38-16,0 0-45 0,0 0-51 0,0 0-52 15,13 9-60-15,-8-4-73 0,-5 0-224 0,4 2-529 16,-3-1 235-16</inkml:trace>
  <inkml:trace contextRef="#ctx0" brushRef="#br0" timeOffset="2851.6">6150 3063 250 0,'0'0'326'0,"2"-4"-1"16,-2 4 17-16,4-2-8 0,-4 2-5 0,0 0-7 16,3-4-22-16,-3 4-15 0,2-3-14 0,-2 3-26 15,0 0-27-15,0 0-17 0,3-3-28 0,-3 3-14 16,0 0-20-1,0 0-22-15,0 0-12 0,0 0-25 0,0 0-6 16,5 10-7-16,-4-6-12 0,2 4-7 0,-1 2-17 16,1 4 10-16,-1 3-4 0,0 3-2 0,0 6-3 0,2 0-17 15,-3 2 15-15,3 0-6 0,-4-3 0 0,3 4 1 16,-2-11-16-16,4 3 8 0,-4-4-3 16,2-2 4-16,-2-3-3 0,3-3 1 0,-4 0-8 15,3-3 1-15,-1 0-7 0,-2-1 6 0,3-2 9 0,-3-3 14 0,0 5 23 16,0-5-2-16,7 0-8 0,-7 0-3 0,13-8-4 15,-7 1-7-15,2-3-5 0,1-2 4 0,5-2-4 16,-5-3-5-16,8-2-3 0,-4-3 1 0,-1-3-5 16,-3 1-2-16,2 2-7 0,-5 5 4 0,4-7-2 15,-4 7 0-15,-2-1-1 0,1 0-7 0,-2 6 6 16,0-4-1-16,0 1 0 0,-3 3 2 0,0 0 1 0,-1 4-1 0,0-4 1 16,-2 3 0-16,1-1 1 0,-2 2-9 15,-1-3 8-15,1 2 0 0,-4 1-6 0,3 2 0 0,-1-1-3 16,-5 5 0-16,6-3-4 0,-6 3 5 0,2-1-5 15,-5 6 0-15,1-1-1 0,-1 5 3 0,-1 3-2 16,-1 3-6-16,1-2 5 0,6-1-3 0,0 1 0 16,2 0 4-1,0-2-4-15,3 3 3 0,3 1 4 0,1-2 0 16,5-1 3-16,4 1 5 0,6 0 1 0,12-1-5 16,9-1 6-16,19-4-31 0,5-9-57 0,5-1-90 15,2-4-116-15,21-6-149 0,-32 0-331 0,-1 0-831 16,-4-2 367-16</inkml:trace>
  <inkml:trace contextRef="#ctx0" brushRef="#br0" timeOffset="5895.87">6028 3168 87 0,'0'0'173'0,"0"0"7"16,0 0-9-16,0 0-8 0,0 0-14 15,0 0-12-15,0 0-8 0,0 0-18 0,0 0-13 16,0 0-9-16,0 0-13 0,0 0-9 0,0 0-8 16,0 0-3-16,0 0-5 0,0 0-10 0,0 0-3 15,0 12-4-15,-1-8 2 0,1 4-12 0,-4-2 0 0,4 3-1 16,-1-2-7 0,1 4 4-16,0-4-3 0,0 4 3 0,0-1-6 15,-3 0 26-15,2-2-5 0,1-2-1 0,-2 1-6 16,2-2-4-16,0-2 1 0,0 2-3 0,0-1 1 15,0-4 13-15,0 5 24 0,0-5 24 0,-2 6 34 16,2-6 20-16,0 0 34 0,0 0 8 0,0 0-11 16,0 0-20-16,0 0-14 0,8-11-13 0,-3 4-19 15,-3 2-7-15,5-4-11 0,-3 4-1 0,-2-2-15 0,2 2-2 0,0 0-15 16,0 0-2-16,-3 0-15 0,3 3 0 0,-4 2-10 16,4-3-8-16,-3 1-8 0,-1 2-11 0,0 0-8 15,9 5-2-15,-5 0-4 0,4 2-9 16,-2 1-3-16,-1 1-26 0,0 1-5 0,-1 1-30 15,0-1-36-15,1 7-52 0,-1-6-75 0,-3 0-345 16,4-1-645-16,-2-2 287 16</inkml:trace>
  <inkml:trace contextRef="#ctx0" brushRef="#br0" timeOffset="8997.91">7670 3558 81 0,'0'0'203'0,"-10"-2"-10"0,10 2-3 0,-6-1 1 15,6 1-18 1,-5-1-9-16,5 1-13 0,0 0-11 0,-7 0-10 0,7 0-15 16,0 0-8-16,0 0-11 0,0 0-6 0,0 0-3 15,0 0-1-15,0 0-6 0,-5-3-1 0,5 3-9 16,0 0-5-16,0 0-8 0,0 0-7 0,0 0-2 15,17-3-5-15,-3 1-4 0,5-1-2 0,10-3-6 16,6-1-3-16,3 3-6 0,16-9-1 16,3 6 2-16,3-5-6 0,-3 5 0 0,-2-2-5 0,-2 2-2 0,-16 2-5 15,-1 1 10-15,-5 1-7 0,-2 0-1 0,-10 1-3 16,-6 0-18-16,0 1-17 0,-6 1-27 0,1 0-23 16,-3 0-1-16,-5 0 3 0,0 0-21 0,0 0-30 15,-19 8-25-15,5-3-20 0,-5-1-172 0,0 3-376 16,-3-4 167-16</inkml:trace>
  <inkml:trace contextRef="#ctx0" brushRef="#br0" timeOffset="9352.35">7890 3743 228 0,'-14'6'242'0,"3"-3"-9"0,-1 0-7 0,7 1-17 16,-4-3 0-16,6-1-12 15,-3 3-18-15,6-3-16 0,0 0-18 0,0 0-11 16,0 0-14-16,37-7-14 0,-5 0-11 0,5 0-10 15,18 2-5-15,3-2-13 0,0-1-4 0,1-1-9 16,4 4-4-16,-2 1-6 0,-5-1-4 0,-1 2-3 16,-19 2-6-16,-1-1-2 0,-6 2-7 0,-9 0 4 15,-6-1-9-15,-1 1-5 0,-3 1 1 0,-3-1-3 16,1 0 1-16,-1-1-15 0,-7 1-5 0,5 1 1 0,-5-1-3 16,0 0-15-16,0 0-28 0,-14 7-38 0,5-4-35 0,0 0-54 15,-2-1-67-15,2-2-156 0,9 0-435 0,-9-4 192 16</inkml:trace>
  <inkml:trace contextRef="#ctx0" brushRef="#br0" timeOffset="10540.04">9532 3139 11 0,'0'0'168'0,"0"0"-4"0,0 0-17 0,-8-2 7 0,8 2-10 0,0 0-7 15,0 0-7-15,-2-3-9 0,2 3-5 0,0 0-11 16,0 0 0-16,0 0-11 0,0 0-1 0,0 0-14 16,0 0 8-16,0 0-2 0,0 0-4 0,0 0 4 15,0 0 2-15,0 0-1 0,0 0-9 0,0 0-7 16,0 0-4-16,0 0-8 0,0 0-6 0,22-7-7 15,1 3-1-15,6-5-9 16,6 4-5-16,18-4 0 0,2 0-3 0,4 2-4 16,5-2-2-16,-5-2-1 0,3 2 4 0,-2-5-10 15,-4 8 1-15,-3 1-3 0,-15 1-12 0,-6 3-8 16,-1 1-16-16,-11-2-13 0,-6-1-27 0,-2 3-22 16,-1-1-6-16,-7 2-1 0,-4-1 1 0,0 0-5 15,0 0-16-15,-24 7-18 0,4-3-5 0,-7 3 1 16,0-4 15-16,-4 5 10 0,3-2 11 0,-3-3 1 0,4 2 20 15,7 1 4-15,-7 0 5 0,0-2 14 0,8 4-1 16,3-7 4-16,-1 4 14 0,3-4-4 0,1 4 11 16,4-3-1-16,2 1 8 0,1-1-1 0,1 1 7 15,5-3-5-15,-10 1 11 0,6 2 14 0,4-3 0 16,0 0 11-16,-5 4 10 0,1-3 9 0,4-1 11 16,0 0 12-16,-4 3 16 15,4-3 10-15,0 0 12 0,0 0 12 0,-5 1 0 16,5-1 5-16,0 0 1 0,0 0-9 0,-2 3-7 15,2-3-5-15,0 0-12 0,0 0-7 0,-2 5-9 16,2-5-8-16,-3 5 2 0,0 2-3 16,2-1-7-16,-2 5-1 0,2 0-2 0,-3 7 3 0,3 6-5 15,0 5 1-15,-2 1-1 0,4 1-1 0,-2 2 0 16,2 2 0-16,2 0-4 0,1 11-5 0,0-12 0 0,1 1-6 16,1 1 0-16,2 0 0 0,2-3 0 0,0 12-4 15,-1-11 0-15,0 1 0 0,-5-3-5 0,3 2 3 16,1-8-2-16,-4 3 2 0,-3-6-8 0,-1-2 0 15,0-4 6-15,-1 0-6 0,-3-2 7 0,-1-5 5 16,-1 2 2-16,-2-3 5 0,-3 3 7 0,-5-3 4 16,2-2-1-16,-5-3 1 15,0-3 5-15,-3 0-4 0,-6-1 12 0,8-2 4 16,-10-1 2-16,2-2 1 0,8 0 1 0,-1 1 8 16,0-3-5-16,2 2-10 0,3-1 5 0,3 3-4 15,0-2-2-15,2 2-5 0,4 0-6 0,1 2 19 16,0-2-19-16,6 3-7 0,-9-3-6 0,9 3 2 15,-8-3-29-15,8 3-26 0,-5-2-31 0,5 2-33 16,0 0-37-16,0 0-45 0,0 0-19 0,0 0-22 0,0 0-42 0,0 0-59 16,0 0-185-16,0 0-535 0,22 5 237 15</inkml:trace>
  <inkml:trace contextRef="#ctx0" brushRef="#br0" timeOffset="10972.37">10346 3875 287 0,'-13'-7'288'0,"13"7"-27"16,0 0-26-16,0 0-29 0,0 0-20 0,0 0-20 0,0 0-16 15,0 0-18-15,-10 7-13 0,4 1-14 16,-1 1-11-16,0 0-10 0,-1 6-10 0,-1 3-4 16,-4 3-10-16,4-3-3 0,2 5-6 0,-1-3 1 15,0 3-12-15,5-3 9 0,-1-2-3 0,2-1 0 16,2-1-4-16,2-1 15 0,2 1-8 0,1-4 4 0,2-2 10 0,3-2 7 16,6 1 5-16,2-5 5 0,9-3-14 0,3-2-5 15,1-1-3-15,-2-5-3 0,2-2-5 0,-3-3-8 16,-2 0 12-16,-6-2-7 0,-3 0 8 0,-2 0-8 15,-5-1 4-15,-1-2-8 0,0-6-8 0,-4 3-2 16,-8 0-11-16,0-5-1 0,-5 6-9 0,-1 2-6 16,-7-4-1-1,-2 4-4-15,-4 0-2 0,-1 3-8 0,4 5-6 0,-8 2-3 16,-1-1-14-16,6 6-16 0,-6 2-21 0,6 0-27 16,4 1-36-16,1 2-48 0,5-2-53 0,3 3-49 15,0-2-218-15,9-2-540 0,-1 3 239 0</inkml:trace>
  <inkml:trace contextRef="#ctx0" brushRef="#br0" timeOffset="14259.44">11283 3478 62 0,'-8'2'188'0,"2"-2"-5"0,6 0-11 0,-12 1-9 15,12-1-11-15,-9 0-15 0,9 0-21 0,-6 0 0 16,6 0-17-16,0 0-9 16,-8 1-7-16,8-1-13 0,0 0-4 0,0 0-8 15,0 0 0-15,0 0-5 0,0 0-13 0,0 0 0 16,-5 0 2-16,5 0 10 0,0 0 2 0,0 0-1 15,0 0 1-15,0 0-2 0,0 0 10 0,0 0-2 16,0 0-1-16,0 0 3 0,0 0 1 0,0 0-2 16,0 0-5-16,0 0-3 0,0 0-1 0,0 0-7 15,0 0-4-15,0 0-4 0,0 0-5 0,0 0-4 0,0 0-2 0,0 0-5 16,0 0 0-16,0 0-4 0,0 0-1 0,0 0 4 16,0 0-9-16,0 0 1 0,0 0-4 0,0 0 2 15,0 0-4-15,0 0 1 0,0 0 8 16,0 0-11-16,0 0-4 0,0 0 2 0,0 0 1 15,0 0 3-15,0 0-7 0,0 0 2 0,0 0 3 16,0 0-1-16,0 0-4 0,0 0 2 16,-6 1 1-16,6-1-2 0,0 0-1 15,0 0-2-15,0 0 0 0,0 0-2 0,0 0 1 16,0 0 0-16,0 0-1 0,0 0 8 0,0 0-8 16,-2 4 2-16,2-4-3 0,0 0 3 0,0 0-1 15,0 0 2-15,-4 2 1 0,4-2 2 0,0 0-1 16,0 0 4-16,0 0-1 0,0 0 0 0,0 0 1 15,0 0 8-15,13 2 1 0,0-4 1 0,9 0-5 0,9-2 2 0,6 3-2 16,15-6 1-16,2-1-2 0,2 4 0 0,0-4 5 16,3 0-10-16,1 0 0 0,-1 2 0 0,-6-2-1 15,-3 1 1-15,-14 2-2 0,-3 2 4 0,-2-2-2 16,-12 3-11-16,-5-1-6 0,0 1-7 16,-4 0-12-16,-2 1-8 0,-3-1-14 0,0 1-26 0,-5 1-23 15,0 0-19-15,0 0-16 0,-27-1-45 0,6-1-7 0,2 2-25 16,-8 2-129-16,-4-2-373 0,11-2 165 0</inkml:trace>
  <inkml:trace contextRef="#ctx0" brushRef="#br0" timeOffset="14518.84">11564 3317 261 0,'0'-5'273'0,"4"-3"9"0,-3 2 0 16,0 0-1-16,1 2-7 0,-2-3-11 0,0 3-14 15,0 4-19-15,1-5-21 0,-1 5-26 0,0-4-21 16,0 4-17-16,0 0-34 0,0 0-36 0,0 0-10 16,0 0-12-16,0 0-5 0,-4 24-12 0,3-4-2 15,-2 7-2-15,-2 4-5 0,-1 4 0 0,-2 11 3 0,3-12-4 16,1 1 0-16,3 1-3 0,-1 0-2 0,4-2-1 0,2 1 1 16,-2-3 0-16,3-3-4 0,2-1 2 15,-2-7-2-15,0-4 8 0,0 0-12 0,0-2 2 16,0-6-6-16,0 0-21 0,-2-2-14 0,-1-2-16 15,0 3-22-15,0-4-22 0,-2-4-61 0,0 0-111 16,0 0-287 0,0 0-591-16,0 0 261 0</inkml:trace>
  <inkml:trace contextRef="#ctx0" brushRef="#br0" timeOffset="17002.59">12463 3114 78 0,'-7'0'197'15,"7"0"-11"-15,-9 0-6 0,9 0-7 0,-7-1-5 0,7 1-5 16,0 0 6-16,-6 0-11 0,6 0-11 15,0 0-10-15,-6 0-12 0,6 0-9 0,0 0-12 16,0 0 8-16,0 0-19 0,0 0 0 0,0 0-3 16,0 0-3-16,-8 0-8 0,8 0 0 0,0 0-2 15,0 0-7-15,0 0-9 0,0 0-3 0,0 0-6 0,0 0 0 0,0 0-11 16,0 0-1-16,0 0-5 0,0 0-6 0,18-5-1 31,-5 2-5-31,6-1-4 0,8-1 3 0,3 1-3 16,6-1-3-16,4-2 0 0,13-2-3 0,1 1-3 0,6 0-2 15,-6-3-3-15,2 5 5 0,-2-5-6 0,-2 9 2 16,-16-3-5-16,-5 0-3 0,-1 3-6 0,-9-1 1 16,-5 2-7-16,-2 1-4 0,-5-3-5 0,-2 3-6 15,-1 0 4-15,2 0-23 0,-5-2 2 0,-3 2-3 0,0 0-8 16,0 0-3-16,-19 5-2 0,8-4 0 0,-8 2 1 16,2 0-6-16,-3 0-2 0,1-1 4 15,2 3-2-15,-5-1-2 0,3-1 0 0,1 2-7 16,2-2 11-16,4 1 0 0,-2 0 9 0,4 2-1 15,-1-4 5-15,0 2 12 0,2-1-3 0,3 0 1 0,-1 0 9 0,0-1 1 16,2 0 5-16,-1 0-1 0,6-2 8 0,-6 1 8 16,2 1 3-16,4-2 17 0,-5 2 13 15,0 1 12-15,5-3 8 16,0 0 11-16,-5 4 7 0,5-4 6 0,0 0 3 0,0 0 2 0,0 0-4 0,-5 0-2 16,5 0 1-16,0 0-7 0,0 0-9 0,0 0-4 15,0 0-9 1,-4 3-4-16,4-3 1 0,-1 5-8 0,1 0-2 0,-3 7-4 15,-1-2 2-15,3 9-4 0,-5 4 0 0,-1 4 4 16,2 5 0-16,4 0 2 0,-2 1 0 16,-2 13-5-16,4-11 3 0,-2 1 6 0,2 0-11 0,-3-3 2 15,4 2-5-15,4-2-1 0,-4-1 2 16,-4 2 0-16,8-4 1 0,-8 2-3 0,3-2 2 16,1 2-3-16,0-6 2 0,-4-8-5 0,-1 0 2 0,0 0 0 0,-2-2 8 15,0 0 14-15,-5-6 4 0,3-2 8 0,-1-1 6 16,-3-2 5-16,-4-2 10 0,-2-1 12 0,0-2-4 15,0-2 7-15,-1-1 8 0,1-2 12 0,1-2 7 16,-3-2 7-16,7 1 1 0,-1-1 3 0,-3 0 5 16,9 1 0-16,-3 1-1 0,5 1 0 0,1 4-10 15,-1-3-11-15,3 1-14 16,0 1-5-16,0 1-8 0,2-1-8 0,2 3-17 16,-8-3-16-16,8 3-23 0,-3-3-26 0,3 3-33 15,0 0-25-15,-4-4-45 0,4 4-30 0,0 0-5 16,0 0-16-16,0 0-20 0,0 0-25 0,14 11-32 15,-9-7-45-15,1-3-22 0,1 3-257 0,4-2-618 16,-2 3 273-16</inkml:trace>
  <inkml:trace contextRef="#ctx0" brushRef="#br0" timeOffset="17387.8">13095 3755 116 0,'0'-9'362'16,"0"5"-19"-16,0 4-27 0,0 0-24 0,-1-4-29 15,1 4-29-15,0-5-23 0,0 5-28 0,0 0-17 16,0 0-22-16,0 0-15 0,0 0-16 0,0 0-7 16,0 0-1-16,1 22-30 0,-2-10 1 0,1 6-13 15,0 2-4-15,0 4-3 16,-2 1-10-16,1 1 1 0,2 0-5 0,-2 1-6 15,0-4-7-15,-1-4 2 0,2 1-3 0,0-2-4 16,0-6-8-16,2 2 6 0,-2-2 2 16,0-4-5-16,0 0-7 0,-2-2 6 0,2-2-9 15,2 2 27-15,-2-4 14 0,0 2 14 0,0-4 12 16,0 4 10-16,0-4 12 0,1 3 2 0,-1-3-7 0,0 4-5 16,0-4-5-16,0 0-11 0,0 0-8 0,0 0-6 0,0 0-7 15,0 0-3-15,0 0-22 0,0 0-23 0,0 0-25 16,0 0-22-16,0 0-36 0,0 0-54 0,0 0-52 15,0 0-50-15,9-11-40 0,-2 5-43 0,-1-1-284 16,1-1-653-16,5-1 290 0</inkml:trace>
  <inkml:trace contextRef="#ctx0" brushRef="#br0" timeOffset="18088.38">13644 3632 71 0,'0'0'206'0,"-4"1"-18"15,4-1-14-15,0 0-8 0,0 0-9 0,0 0-4 16,0 0-5-16,0 0-10 0,-2 2-11 0,2-2-3 16,0 0-11-16,0 0-3 0,0 0-9 0,0 0-1 0,23-9-14 15,-13 6-10-15,10-4-7 0,1 0-4 0,7-3-7 0,0-1-8 16,3-2-3-16,2 0-5 0,-4-4 4 0,5 2 7 15,-5-2 3-15,0 0 1 0,2-2 0 0,-4 1-2 16,-4-4-4-16,1-2 9 0,-5 4 2 16,-2-1 16-16,-3 6-12 0,-5 0 3 0,0-1 5 15,-5 5 4-15,-1 1 7 16,-3-1-26-16,0 1-8 0,-7 3-8 0,2 0-4 16,-7 3-9-16,-4 1-4 0,-5 3 0 0,-10 0 2 15,1 10-12-15,-6 2 1 0,3 4-2 0,0 0-5 16,-2 4-4-16,5 2 0 0,0 0 2 0,5 5-2 15,4-2 11-15,1 1-14 0,6-1 0 0,3-2 2 16,5 1 3-16,6-7 4 0,6 2-4 0,5-1 9 16,10 3 11-16,9-4-11 0,4-5 3 0,20 2-2 0,1-2-15 15,4-6-16-15,-1 0-24 0,1-2-35 0,-5-7-45 0,-15 0-51 16,1-1-60-16,-7-2-79 0,2-2-214 0,-7 1-562 16,-9 0 249-16</inkml:trace>
  <inkml:trace contextRef="#ctx0" brushRef="#br0" timeOffset="22649.52">14204 3050 143 0,'0'-3'205'0,"0"3"-13"0,0 0-12 0,0 0-14 15,0 0-19-15,0-6-13 0,0 6-18 0,0 0-11 16,0 0-10-16,0 0-11 0,-17 26 6 0,2-1-14 15,-12 14-1-15,-5 7-4 0,-1 5-2 0,-13 22-4 16,10-24-3-16,-10 22-5 0,8-21-5 0,7-1-5 16,-1 1 3-1,5-4 8-15,4 1 1 0,-1 2 3 0,2-9 6 16,9-9-6-16,1-2 2 0,3-3-3 0,0-1-4 16,4-8-1-16,0-5-5 0,2-3-2 0,1 2 0 15,-1-5 0-15,2 0-1 0,-2-2-7 0,1 2 3 16,2-6-1-16,-3 5 1 0,3-5-1 0,0 5-1 15,0-5-12-15,0 0-38 0,0 0-30 0,0 0-38 16,0-18-34-16,0 13-47 0,4-6-58 0,-2 1-245 0,0-2-498 0,-1 2 220 16</inkml:trace>
  <inkml:trace contextRef="#ctx0" brushRef="#br0" timeOffset="23967.25">14711 2907 73 0,'0'-4'188'0,"1"-1"-7"0,3-1-11 16,-4 2-13-16,0-1 4 0,0 2 21 0,0 3-16 0,0 0-17 15,2-7-17-15,0 4-16 0,-2 3-14 0,0 0-12 16,0 0-9-16,0 0-7 0,-9 18-4 0,-1 6-2 15,-3 8 0-15,-10 16 1 0,-2 7-8 0,-7 23-4 0,1-3 1 16,8-19-11-16,5-2 0 0,-1 3-7 16,6-2-1-16,0-2 1 0,7-1-5 0,7-2-3 15,4-4 0-15,4-12-3 0,8 10 0 0,-2-11-9 16,5-1-22-16,5-5-25 0,2-3-44 0,6-7-62 0,4-2-84 0,1-5-186 16,16-6-435-16,-17-1 193 0</inkml:trace>
  <inkml:trace contextRef="#ctx0" brushRef="#br0" timeOffset="24653.58">14959 3100 76 0,'0'-6'191'0,"4"3"-20"0,0-1-15 0,0-2-11 16,2 1-15-16,0 0-11 0,5 0-9 16,-1 2-11-16,1-1-5 0,1 4-2 0,-1 3-9 15,5-1-9-15,-5 4-7 0,8 3-1 0,-5 1-3 16,2 5-4-16,0 6-5 0,-3-4-6 0,-3 6-5 0,-2 4-3 0,-2 1-2 16,-3 0-3-16,-3 4-2 0,-4 0-6 0,-5 0-5 15,0 1 3-15,-5-1-9 0,-4-2 10 0,-3-2-5 31,-5-1 0-31,2-1-3 0,-5-1 0 0,0-4-3 16,1 0 1-16,1-7 4 0,6 0 11 0,5-5 11 16,2-3 20-16,4-2 29 0,2 0 31 0,1-1 26 15,0-2 11-15,2 0-11 0,5-1-21 0,-6-5 2 0,6-1-20 0,0 0-10 16,3-2-12-16,5-1-13 0,0 1-6 0,6-5-9 16,1 2-8-16,3 1-13 0,1 5-1 0,-2-3 0 15,1 2-8-15,0 3-5 0,1-1 5 16,0 0-34-16,-1 4-14 0,1 0-25 0,0 5-23 15,0-2-30-15,3 0-27 0,-4 3-30 0,2 0-46 16,1-3-17-16,-3 4-57 0,-7-4-215 0,2 1-529 0,0-4 234 0</inkml:trace>
  <inkml:trace contextRef="#ctx0" brushRef="#br0" timeOffset="24954.12">15441 3345 175 0,'0'-6'363'0,"1"0"-16"16,-1 1-30-16,0 0-27 0,3 2-34 0,-3 3-31 15,2-6-27-15,-2 6-24 0,1-2-23 0,-1 2-18 16,0 0-18-16,-1 13-10 0,1-4-7 16,-1 5-10-16,1 1-2 0,-1 2-20 0,-2 2-4 15,3 0-8-15,0 0-1 0,0 0-5 0,0-2-3 0,0 1-6 0,0-2-1 0,0 1-3 16,0-7-4-16,3 2-2 0,-3-2-12 15,1-3-18-15,-1 1-5 0,1-2-6 0,-1-1 5 16,1-2 7-16,-1-3-3 0,-2 4 2 0,2-4 1 16,0 0-26-16,0 0-25 0,0 0-23 0,-5-14-20 15,1 5-27-15,0-2-21 0,-1-7-50 0,1 1-26 16,2-11-29-16,-2-1-161 0,4-4-441 0,1-1 196 0</inkml:trace>
  <inkml:trace contextRef="#ctx0" brushRef="#br0" timeOffset="25101.62">15451 3094 18 0,'0'-10'259'0,"0"1"4"0,1 1 3 15,-1 0-7-15,0 4-15 0,0-1-22 0,2 2-22 16,-2-1-22-16,0 4-20 0,0-5-17 16,0 5-15-16,1-4-16 15,-1 4-8-15,0 0-16 0,2-2-5 0,-2 2-9 0,0 0-28 16,12 6-24-16,-7-3-23 0,-1 4-32 0,1-5-30 16,0 5-28-16,-1-3-33 0,3 1-30 15,-3 0-44-15,0-1-163 0,1-2-391 0,1 2 173 16</inkml:trace>
  <inkml:trace contextRef="#ctx0" brushRef="#br0" timeOffset="25687.29">16127 2921 194 0,'0'0'253'0,"0"0"-19"0,0 0-23 0,3-2-19 16,-3 2-18-16,0 0-17 0,0 0-15 0,0 0-18 15,0 0-14-15,-20 7-9 0,8-1-11 0,-4 3-3 16,-3 0-14 0,-4 6-10-16,0 1-10 0,0 1 2 0,1-1-9 15,0 1-2-15,3-1-9 0,3-2 2 0,0-1-7 16,-3 5-4-16,8-1 1 0,1-3-5 0,1 2-1 0,1 0-1 15,4-2 4-15,3 2-8 0,1-1 4 16,1 2-5-16,6 0 3 0,-1 0 0 0,8-2-3 0,1 7 1 16,4-4-3-16,3-1-1 0,3-1-3 15,0 2 1-15,-1-5 7 0,3 1-8 0,0 1 0 0,-10-4-1 0,3 4-2 16,-4-3-2-16,-4-1 3 0,-4-3-4 0,1 1 2 16,-3-1-5-16,-2-3 2 0,-1 2 1 0,-3 1 1 15,-2-1 1-15,-3 2 1 0,-2-2 2 0,-8 1-2 16,-2-2 3-16,-1 1-7 0,-4-2 2 0,3-1-1 15,-2 0 0-15,-2 0 0 0,3-3-1 0,1 2-2 16,0-3-6-16,1 0-5 0,4-3-17 0,1 2-21 0,1-3-22 16,6 2-36-16,0-1-41 0,3 0-45 0,3-2-194 0,3-2-420 15,2 3 186-15</inkml:trace>
  <inkml:trace contextRef="#ctx0" brushRef="#br0" timeOffset="25972.57">16363 3266 97 0,'2'-3'371'15,"0"-2"7"-15,0 2-21 0,0-1-20 0,-2-1-32 16,0 5-19-16,4-2-43 0,-4 2-27 0,4-2-27 16,-4 2-15-16,0 0-27 0,0 0-13 0,0 0-21 15,0 0-14-15,5 8-9 0,-4 0-6 0,0 1-9 0,1 4 5 0,0-1-33 16,1 2 11-16,-2 3-11 0,2-1 3 15,-1 2-7-15,1-3-6 0,-2 1-1 0,2 0-6 0,0-4 1 16,-3-1-4-16,0 1-13 0,2-3-14 0,-2-1-6 16,0-1-25-16,2 1-16 0,-2-3-5 0,-2 0-3 15,0-2-5-15,2 1 7 0,0-4 7 0,-6 6-3 16,2-5-14 0,4-1-30-16,-14-2-31 0,5 0-28 0,2-5-27 15,-2-2-22-15,1-1-39 0,-2-6-218 0,2-8-495 16,0-1 219-16</inkml:trace>
  <inkml:trace contextRef="#ctx0" brushRef="#br0" timeOffset="26141.6">16348 3084 36 0,'0'-5'310'0,"0"1"-11"0,0-2-2 0,0 0-26 0,1 2-13 0,-1 2-23 16,0 2-21-16,0-7-17 0,0 7-34 0,0-3-11 16,0 3-19-16,0 0-14 0,2-6-16 0,-2 6-13 15,0 0-16-15,0 0-24 0,0 0-27 16,0 0-29-16,9 9-32 0,-7-4-28 0,1-1-31 0,2 3-32 15,-3-1-39-15,2-1-32 0,0 5-187 0,0-5-419 16,2 2 185-16</inkml:trace>
  <inkml:trace contextRef="#ctx0" brushRef="#br0" timeOffset="27074.99">16632 3226 285 0,'0'0'338'0,"0"0"-27"0,0 0-23 0,0 0-27 16,6-6-22-16,-6 6-24 0,0 0-24 16,0 0-17-16,0 0-19 0,0 0-15 0,0 0-19 0,0 0-10 15,0 0-16-15,0 0-13 0,0 0-9 0,0 0-7 0,0 0-2 16,4 6-13-16,-4-6-3 0,1 4-3 0,-1 3-8 15,0-3 1-15,2 1-7 0,-2 3-2 0,2 1-1 16,-2 0-9-16,0 1 6 0,0 2-6 0,0 0-3 16,0 1-3-16,0 0 0 0,0 3 2 0,0-1-2 15,1-1-1-15,-1-3-5 0,0 0 3 0,4 3 3 16,-4-5-2-16,0 2-1 16,1-2-1-16,-2-2-3 0,5 0-3 0,-7-1-1 15,6-2 2-15,-3 1 2 0,-3-3 0 0,6 2-2 16,-3-4-3-16,0 6 5 0,0-6 0 0,0 4-3 15,0-4 6-15,1 4-5 0,-1-4 4 0,0 0-3 16,0 0-1-16,0 0-4 0,-1 4 5 16,1-4-1-16,0 0-2 0,0 0 1 0,0 0-3 0,0 0 0 0,0 0 2 15,0 0-3-15,0 0 1 0,0 0 9 0,1 4-10 16,-1-4 0-16,0 0-2 0,0 0-2 0,0 0 13 16,0 0-10-16,0 0 0 0,0 0 1 0,0 0 0 15,0 0-2-15,0 0 3 0,0 0-6 0,0 0 3 16,0 0-1-16,0 0 4 0,0 0 2 0,0 0-1 15,0 0-4-15,0 0 6 0,0 0-3 0,0 0 0 16,0 0 5-16,0 0-4 16,0 0-1-16,0 0 2 0,0 0 1 0,0 0 0 15,0 0-1-15,0 0 11 0,0 0-14 0,0 0 1 16,0 0 0-16,0 0-3 0,0 0-5 0,0 0 10 16,0 0-1-16,0 0-2 0,0 0 1 0,0 0 2 15,0 0 1-15,0 0 1 0,0 0 2 0,0 0 3 16,0 0-4-16,0 0 6 0,0 0 3 15,0 0 25-15,0 0 12 0,0 0 16 0,0 0 10 0,0 0-5 0,0-12-11 16,2 7-14-16,0-1-4 0,3-3-5 0,-1 1-2 16,1-4-6-16,0 0-2 0,4-2-6 0,-1-1-5 15,0 0 0-15,-1-2-4 0,-2 2-1 0,3 0 11 16,-2 5-11-16,0-1-5 0,0 1 7 0,-1 2-9 16,0 0 2-16,-1 0 6 0,0 3-7 0,0 1 0 0,0-1-5 15,0 1 3-15,0 0 2 0,-1 0-9 0,-2 1 6 0,-1 3 3 16,0 0-17-16,0 0 13 0,9-1-7 0,-9 1 0 15,0 0 0-15,13 12-6 0,-8-3 13 0,-1 0-17 16,1 4 1-16,3 1 2 0,-2 3-3 0,-1-1 10 16,0 1-2-16,-1-1 4 0,1 2 10 0,-1-1-20 15,0 0 5-15,-3-6 2 0,4 0 4 0,-5 0 0 16,1-1 2-16,2-3-3 16,-3 0 1-16,0-2 1 0,0-1 5 0,5 1 2 15,-5-5-7-15,0 6 2 0,0-6 3 16,0 5 0-16,0-5-1 0,0 0-3 0,0 0 3 15,1 5 11-15,-1-5-1 0,0 0-4 0,3 6 2 16,-3-6-1-16,0 0 6 0,0 0-11 0,0 0-3 16,0 0-37-16,0 0-46 0,0 0-24 0,0 0-27 0,0 0-34 15,0-17-40-15,0 17-34 0,5-10-36 0,-3 5-36 0,-2-1-201 16,2 0-554-16,2 0 246 0</inkml:trace>
  <inkml:trace contextRef="#ctx0" brushRef="#br0" timeOffset="27544.32">17038 3289 178 0,'4'-2'277'0,"0"-3"-2"15,-2 3 1-15,1-1-15 0,-1 1-15 0,-2 2-17 16,4-4-23-16,-4 4-23 0,0 0-18 0,0 0-19 16,4-4-15-16,-4 4-16 0,0 0-16 15,0 0-9-15,0 0-6 0,0 0-9 0,1 13-5 16,-2-8 4-16,1 4-18 0,0 3-4 0,-4-2-7 15,4 6-1-15,-2-4-6 0,0 4-3 0,0 1-3 0,-1-2 0 0,3-3-5 16,-2 0 1-16,2-1-5 0,0 1-1 0,0-2-4 16,0 0-1-16,0-3 13 0,2 0-15 0,-2 1-2 15,0-4 0-15,1 2 2 0,-1-4 8 0,2 1 11 16,-2-3 21-16,0 0 15 0,6 6 17 0,-2-6 6 16,-4 0-2-16,13-3-4 0,-2-2-7 0,-3-1-4 15,7-4-8-15,-3-1-4 0,2-1-7 0,5-8-10 0,-1-2-4 0,-1-2-13 16,-1-3-19-16,0-1-14 0,-2 0-1 0,-7-1-6 15,2 3-3-15,-5 1 2 0,-4 6 14 0,-2-3-11 16,-2 6-1-16,-5 1-1 0,-4 0 4 0,-1 3-3 16,-4 3-5-16,0 1 0 0,-1 6 2 15,-4-1 1-15,-3 4-2 0,3 3 2 0,4 0 4 16,1 4-4-16,-6 5 3 16,6-4 2-16,4 3-7 0,1 1 7 0,6-4-6 15,2 4-3-15,2-2-1 0,4 1 10 0,6 3 6 16,2-1 3-16,11 2 2 0,6-3-18 0,6-5-3 15,6-1-35-15,14-5-40 0,-12 1-44 0,15-6-21 16,-3 1-60-16,-2-8-77 0,-14 1-297 0,-4 0-637 16,0 0 283-16</inkml:trace>
  <inkml:trace contextRef="#ctx0" brushRef="#br0" timeOffset="27845.06">17411 2680 292 0,'-1'-3'300'15,"1"3"-31"-15,0 0-33 0,8-2-19 0,-8 2-29 16,19 9-17-16,0 1-17 0,6 9-12 0,2 3-8 15,9 14-10-15,-1 3-14 0,-6 7-1 0,16 30-1 0,-11 2-8 16,-18-24-3-16,5 33-9 0,-8-6-3 0,-9-21-11 16,-4-2-9-16,-8-2 2 0,1 0-7 0,-7-6-7 15,-3 1-2-15,-7-8-4 0,-3 1-1 0,-9-3-4 16,-1-2-6-16,-9-6-21 0,1-1-29 0,-5-5-62 16,-2-4-74-16,2-2-134 0,-5-5-209 0,0-10-534 0,2-10 237 15</inkml:trace>
  <inkml:trace contextRef="#ctx0" brushRef="#br0" timeOffset="29378.74">18804 3243 122 0,'-13'0'198'0,"-1"0"-13"15,4 0-20-15,-2 1-1 0,5-1-17 0,-1 0-12 16,3 0-12-16,5 0-8 0,-9 0-3 0,9 0 0 15,0 0-8-15,-8 0-7 0,8 0-8 16,0 0-9-16,0 0-4 16,-8 0-9-16,8 0-7 0,0 0-7 0,0 0-5 15,0 0-2-15,0 0-7 0,0 0 0 0,-8 0-5 0,8 0-5 16,0 0-4-16,0 0 8 0,0 0 6 16,0 0 1-16,0 0-3 0,0 0 0 0,0 0-4 15,0 0-1-15,0 0 1 0,0 0-2 0,0 0-5 16,0 0-4-16,0 0 1 0,0 0 2 0,0 0 1 15,0 0 1-15,0 0 1 0,0 0 6 0,19-2-10 0,-6-1-2 0,8-2-3 16,11 0 1-16,4 1 4 0,19-1 23 0,0-4-9 16,3 1-5-16,2 2-3 0,1-3-6 0,-5 2 2 15,1 1-3-15,-5 1-1 0,-15-1 0 0,-6 1-8 16,-3 1-16-16,-8 3-15 0,-7-1-20 0,-2-1-19 16,0 3-23-16,-5 0-24 0,-6 0-25 0,0 0-30 15,5-1-31 1,-5 1-44-16,0 0-163 0,-34-1-429 0,16 1 189 15</inkml:trace>
  <inkml:trace contextRef="#ctx0" brushRef="#br0" timeOffset="29610.76">19081 3101 203 0,'0'-5'303'0,"0"2"-1"0,0-2-4 15,0 5-5-15,0-8-16 0,-1 4-25 0,1 4-26 16,0 0-25-16,0-5-21 0,0 5-18 0,0 0-22 15,0 0-20-15,0 0-17 0,-5 17-4 16,1-1-1-16,-1 10-20 0,-3 3-9 0,3 4-16 16,-4 13 7-16,0 1-1 0,2-2-6 0,4-11-11 0,-3 1 0 15,3 1-4-15,-1-4 3 0,3 3-9 0,1-5 4 0,1 0-14 16,3-3-11-16,-1-7-10 0,-1-2-27 0,2 1-33 16,-1-6-42-16,-1-1-43 0,2-2-50 0,1-4-66 15,-5-1-259-15,5-4-562 0,-5-1 250 0</inkml:trace>
  <inkml:trace contextRef="#ctx0" brushRef="#br0" timeOffset="30380.35">20032 2830 174 0,'0'0'239'0,"-10"-3"-13"0,10 3-13 16,-6 0-15-16,6 0-4 0,0 0-19 0,-7 0-15 0,7 0-14 15,0 0-13-15,0 0-9 0,22-2-12 0,-1 2-11 16,9-2-13-16,8 0-5 0,12 1-5 16,1-2-9-16,4 0-8 0,1-1-6 0,4-1-7 0,3 3 0 0,-2-3-6 15,-2 3-4-15,-1-3-8 0,-21 2-6 0,-4 2-17 16,-4 0-7-16,-11-1-9 0,-6 2-4 0,-1-2-14 15,-7 1-10-15,2 0-15 0,-6 1-13 0,0 0-19 16,0 0-3-16,-42 1-21 0,18-1-13 0,-4 1-5 16,-7 3-1-16,5-3 6 0,-9 3-1 0,10-1 16 15,-2-1 8-15,10 0 7 16,0 1 14-16,-1 0 5 0,2 1 3 0,1-2 13 16,5 1 8-16,1-2 10 0,0 0 7 15,4 1 11-15,4-1 9 0,5-1 9 0,-13 2 15 16,13-2 17-16,-9 1 13 0,9-1 8 0,-5 2 11 15,5-2 7-15,0 0-3 0,0 0-4 0,0 0-3 16,-9 2-12-16,9-2 7 0,-2 5 5 0,2-5 4 16,-3 12 3-16,3-5 5 0,-5 4 6 0,3 6 1 0,0 3 4 0,-3 8 4 15,0 2 0-15,1 4 2 0,-4 15-4 0,2 0 1 16,-3-1-10-16,4 2 3 0,-1 2-3 0,0-5-2 16,-1-1-6-16,3-12-5 0,-2 12-13 0,2-13 4 15,0-1-6-15,1-2-10 0,0-4 8 0,-2-7-9 16,2 2 1-16,-2-5-7 0,0 1 2 0,0-6 2 15,-2 0 6-15,1-2 13 0,-3 1 3 0,0-3 1 0,-1 0 1 16,-2-5-4-16,-1 0 4 0,-1-1-14 0,-2-2 6 16,-1-2-13-16,-3-1 3 0,2 0-5 0,0 0 13 15,3-3 2-15,-3 0 7 0,6 1 0 0,1 3 0 16,3-1 10-16,2 1-12 0,-1-1-7 0,1 2-8 16,6 2-10-16,-9-3-20 0,9 3-28 0,-8-4-41 15,8 4-45-15,0 0-53 16,0 0-47-16,0 0-51 0,0 0-68 0,13-9-234 15,1 8-604-15,-2-1 268 0</inkml:trace>
  <inkml:trace contextRef="#ctx0" brushRef="#br0" timeOffset="30749.92">20571 3499 121 0,'8'0'392'16,"-8"0"-42"-16,5-1-34 0,-5 1-45 0,10 0-19 16,-1 1-30-16,0 0-23 0,0 6-17 0,3-2-24 15,-2 3-8-15,-1 1-30 16,2 4 3-16,-3 1-9 0,1 2-11 0,-4 1-19 16,-4 9 5-16,-1 0-10 0,-5 0-6 0,-4 0-10 15,-1-1 1-15,-3 0-5 0,-1-2-11 0,0-1-9 16,1-10 10-16,3 2 1 0,1-5 4 0,0-1 0 15,4-2 7-15,0 2 15 0,0-7 21 16,1 4 21-16,0-2 15 0,4-3 7 0,-5 5-4 0,5-5-13 16,0 0-14-16,23-8-9 0,4 3-9 0,6-1-15 0,0 0-7 15,3-1-6-15,1 0-7 0,4-1-5 0,-5 2-8 16,1 0-5-16,-2 4-1 0,-4-1-6 0,-1 1-3 16,-10 0-2-16,-6 2-11 0,0 0-4 0,-5 0-25 15,-1-2-16-15,2 2-21 0,-10 0-18 0,9 0-36 16,-9 0-26-16,0 0-28 0,0 0-54 0,0 0-74 15,0 0-144-15,0 0-255 0,0 0-744 0,-34-12 330 0</inkml:trace>
  <inkml:trace contextRef="#ctx0" brushRef="#br0" timeOffset="31767.95">21642 2927 15 0,'0'0'231'0,"0"-2"-4"0,0 2-12 16,-2-5-8-16,2 5-2 0,0 0-8 0,-4-3-5 16,4 3-18-16,-2-5-10 0,2 5-20 0,0 0-11 0,0 0-15 15,0 0-15-15,6-5-10 0,1 5-8 0,2 0-11 16,5-2-13-16,4 2 1 0,5 0-9 0,7 2-4 15,0 3-9-15,2 0-3 0,0 2-4 0,-4-1-5 16,0 5-1-16,-1 4-4 0,0-3-1 0,-7 7-3 16,-7-5-1-16,4 6-3 0,-8-1-1 0,0 4 0 15,-5 5-5-15,-6-1 3 16,-3 1-5-16,-5 1 4 0,-4-1 1 0,-4 1 2 16,-2-1-4-16,-3 0 0 0,-4-4 0 0,1-2 0 15,-3-1 6-15,3-4-3 0,-1-1 0 16,3 0 3-16,5-7-2 0,4 3 1 0,1-7-5 0,3 0 3 15,2-1 1-15,4-1 10 0,0 1 5 0,0-2 9 16,4 2 0-16,1-4-1 0,0 0 4 0,20-3-5 16,2 1-8-16,10-3-1 0,5 2-6 0,1-3 2 0,13-4 5 15,4 3-17-15,-3 0 12 0,1 2 8 0,-1-3 11 16,-12 7-8-16,-1-1-3 0,-3-3-3 0,-2 5 1 16,-6-1-2-16,-9 1-4 0,-5-3-1 0,-4 3-6 15,-1-2 2-15,0 2-10 0,-4 0-2 0,-5 0-12 16,9-1-8-16,-9 1-22 0,4-1-18 0,-4 1-30 15,0 0-47-15,0 0-54 16,-18-2-88-16,4-2-271 0,5 0-587 0,0 0 260 16</inkml:trace>
  <inkml:trace contextRef="#ctx0" brushRef="#br0" timeOffset="34575.24">22999 2808 113 0,'0'-3'229'0,"0"3"-20"15,0 0-21-15,0 0-15 0,-5-5-29 0,5 5-8 16,0 0-14-16,0 0-9 0,0 0-14 16,0 0-14-16,-4-2-6 0,4 2-10 0,0 0 0 15,0 0-16-15,0 0-3 0,-5 8-5 0,5-8-4 16,0 0-7-16,0 0-7 0,0 4-2 0,0-4 0 0,0 0-1 0,8 4 1 16,-2-4-4-16,2 1-4 0,0-1-2 0,4 0 1 15,1-2-3-15,1-1 28 0,3 2-4 0,-4-3-4 16,1 0-4-16,-3 1-4 0,2-1-5 0,-4-2 8 15,1 2 9-15,-2 2 9 0,-1-3 8 0,-3 4 10 16,1 0 0-16,-1-2 4 0,-4 3 4 0,4-3-11 16,-4 3-8-1,0 0-15-15,0 0-4 0,-12-5-11 0,2 8 3 16,-9-1-4-16,-1 4-6 0,-11 3-7 0,0 3 6 16,-2 2-2-16,0 3-4 0,-2 2 1 0,-8 6-4 15,11-5-1-15,-9 13 4 0,12-9 1 0,2 3-3 16,1-3-2-16,11 5 3 0,-3 1-3 0,5-1 1 15,6 0 1-15,3-1-1 0,8-2-1 0,5 1 1 16,8-3 3-16,9-1-2 0,16 1-5 0,10-3-4 0,2-5 0 0,6-7-6 16,34 3 3-16,-29-12-2 0,29-3 2 0,-27-1-4 15,-3-3 3-15,-3-3 0 0,0 0-9 0,-7-5 0 16,1 1-2-16,-21 1-2 0,1 1 0 0,-7-4 1 16,-4 1 6-16,-11 2 4 0,0 0 8 0,-6 2 6 15,0-3 8-15,-5 2-3 0,0 3 1 0,-7-1 2 16,-2 3-4-16,-4-1-2 0,-5 2-1 0,-4 2 0 0,-3 0-5 15,-8 7 1-15,-1 2 0 0,0 1 1 0,1 1-6 16,-1 3 1-16,2 1 4 0,2 2-3 0,10-4-2 16,-5 4 4-16,7-3 1 0,7 0 8 0,2-3-10 15,3 5 5-15,4-3 1 0,0 0 0 0,5 0 5 0,7-2-9 16,5 2 7-16,3-5-2 0,11 0 1 0,3-4-1 16,2 3 1-1,-2-9-4-15,2 2 1 0,-4-4-8 0,-4 2 7 16,-10-4-5-16,5-1 2 0,-8 1-6 0,1-2-8 15,-2 0-11-15,-8 1-5 0,5-3-13 0,-6 3-7 16,-5-1-6-16,0-4 2 0,-4 1 2 0,-1 3 3 16,-2 3-2-16,0-4-2 0,-6 1-8 0,3 5 0 15,-5-3-15-15,2 5-7 0,-3-1-23 0,2 2-23 0,1 1-25 16,2-1-37-16,-1 2-152 0,6 2-369 0,6 0 164 0</inkml:trace>
  <inkml:trace contextRef="#ctx0" brushRef="#br0" timeOffset="35022.98">24129 2882 228 0,'1'-5'238'0,"-1"5"-29"16,0 0-22-16,0 0-22 0,0 0-15 0,0 0-24 15,0 0-14-15,0 0-11 0,0 0-10 0,0 0-9 16,-24 13-10-16,12-6-6 0,-2 1-6 0,0 1-4 16,-1 3-7-16,-1 0-6 0,1 0-3 0,-2 2-4 15,2-1-2-15,1-1-6 0,1 3-1 0,3-1-3 16,1 0 1-16,2 1-5 0,-1 0-3 0,5-2 0 0,3-1 1 0,2 0-2 15,0-1-1-15,3 2 3 0,7-1-4 0,1 0 3 16,2 0 0-16,0-2-2 0,4-1-4 0,-1 0 3 16,5-1-5-16,-5-1-1 0,4-2 0 15,-7 2 0-15,-2-1-1 0,0-2-2 0,-4 0 0 16,-3-1-2-16,-1-2 0 0,0 4-1 0,-3-1 2 16,-2-4 4-16,0 0 0 15,-10 12-1-15,0-7 1 0,-1 0 1 0,-7 3-5 16,1-2 2-16,-2-3-7 0,-1 4-6 0,-1-5-14 15,2 3-17-15,1-3-23 0,4 0-24 0,3 1-39 16,-2-5-35-16,3 2-187 0,10 0-374 0,-15-3 165 16</inkml:trace>
  <inkml:trace contextRef="#ctx0" brushRef="#br0" timeOffset="35439.08">24432 2835 94 0,'0'0'218'0,"7"-4"-21"0,-3 3-24 16,6-2-15-16,-1 3-19 0,4 3-9 0,2-3-10 0,2 2-13 0,2 5-6 16,0 0-14-16,-2 0-6 0,-1 3-6 15,-1-2-9-15,-4 2-8 0,-5-1-1 0,1 4-7 16,-3 3-3-16,-2 2-6 0,-6 0-2 0,-5 7 1 16,-2-8-1-16,-4 6-5 0,-2-3-3 0,-3 1-3 0,4-7 3 15,-4 4 4-15,6-6 0 0,-3-1 0 0,7-2 1 16,0-3 0-1,3 1-7-15,-3-1 0 0,6-3-2 0,-2-1 5 16,3 4 4-16,1-5 2 0,2-1 11 0,5 6-4 16,1-5-3-16,10 0-3 0,4-1-3 0,8 1-16 15,4-3-21-15,-1-1-43 0,-3-1-57 0,4 0-68 16,-1-2-253-16,-5-1-455 0,1-2 202 0</inkml:trace>
  <inkml:trace contextRef="#ctx0" brushRef="#br0" timeOffset="35892.47">24966 2908 79 0,'1'-1'410'0,"-1"1"-18"0,4-4-36 16,-4 4-36-16,2-5-39 0,-2 5-25 0,2-3-26 0,-2 3-25 0,0 0-23 16,0 0-31-16,0 0-15 0,0 0-16 0,0 0-14 15,1 17-7-15,-2-7-17 0,-1 2-16 0,0 5 12 16,-2 0-15-16,4 2 2 0,-1-3-12 0,0 1 2 15,-1-2-5-15,4-1-5 0,-2 1 10 0,1-2-27 16,-1 1 3-16,1-4-5 0,3-1 1 0,0 2 3 16,-2-2-1-1,2-4-3-15,1-1-6 0,-1 1 17 0,5-2 6 0,1-1 0 16,0 0 1-16,3-5-6 0,-1 1 14 0,1-2-3 16,6-3-6-16,-2-3-5 0,-2-2 1 15,1 2-6-15,-2-13-7 0,0 0-10 0,-1-3-19 16,-1-1-14-16,-5 0-18 0,1-4-1 0,-7 4-5 15,-1-1 4-15,-1 5 0 0,-7-1 5 0,-2 5-2 16,-3-1 7-16,-7 3 2 0,-1 3 8 0,2 4-3 0,-9-2 7 0,6 7 1 16,-4 0-1-16,4 5-3 0,1 0 6 0,1 8 3 15,2-3-7-15,0 2 3 0,5 3 3 0,2 0 0 16,1 0 4-16,7 1-2 0,0 3 0 0,7-1 9 16,0 3-1-16,15 6-20 0,3-7 15 0,6 0-14 15,8-1-26-15,1-2-44 0,0-6-39 0,1 3-60 16,-2-4-59-1,-4-5-77-15,3-1-199 0,-6-3-563 0,-8-1 249 0</inkml:trace>
  <inkml:trace contextRef="#ctx0" brushRef="#br0" timeOffset="36124.24">25480 2569 34 0,'0'0'298'0,"1"-6"-38"0,-1 6-20 0,5-2-29 0,-5 2-13 15,7 9-9-15,2-3-4 0,4 6-10 0,1 5-7 16,5 4-12-16,-1 6 2 0,1 4-1 0,3 16-7 16,-6 2-4-16,-5 3-10 0,-6 4-2 0,-6 2-4 15,-13 23-19-15,0-21-8 0,-8-5-32 0,-16 19 15 16,8-23-1-16,-9-4-8 0,-18 16-3 0,13-24-24 0,-30 12 8 16,17-19-13-16,-22 8-33 0,-4-7-40 0,-3-3-49 15,-2-4-63-15,-2-4-89 0,-10-10-342 0,2-3-618 16,4-9 273-16</inkml:trace>
  <inkml:trace contextRef="#ctx0" brushRef="#br0" timeOffset="36656.33">21776 2603 194 0,'-16'11'191'0,"-11"6"-7"0,-9 17-15 15,-1 2-21-15,-4 11 2 0,-16 26 4 0,1 11 8 16,4 0 21-16,-3 7-9 0,14 0 2 0,7-2-6 16,13-6-1-16,8-26 0 0,5 5-14 15,9-4-9-15,18-1-8 0,8-1-15 0,29 12-9 16,16-10 2-16,15-12-18 0,9-14-26 0,10-6-40 15,6-9-63-15,0-5-64 0,11-12-129 0,-13 1-283 16,-3-11-548-16,-7 5 243 0</inkml:trace>
  <inkml:trace contextRef="#ctx0" brushRef="#br0" timeOffset="37526.18">26293 3096 20 0,'-16'5'164'0,"2"-2"-15"16,2-1-7-16,-2 0-4 0,5 0-10 0,4-2-11 16,-3 3-10-16,2-2-3 0,2-1 6 15,4 0-6-15,-7 3-8 0,7-3-3 0,-4 3 7 16,4-3 6-16,0 0-2 0,24 0-8 0,-6-4-11 16,10 1-7-16,7-5-7 0,16-3-7 0,2 4-8 0,2-4-6 15,6-1-5-15,2 1-6 0,2-2 1 0,-3 0-22 0,-2 4-15 16,-9 0-36-16,-15 2-33 0,-6 1-33 0,-9 2-44 15,-5-4-47-15,-8 1-126 0,-1 5-343 0,-5-2 152 16</inkml:trace>
  <inkml:trace contextRef="#ctx0" brushRef="#br0" timeOffset="37741.82">26522 2950 61 0,'-7'-2'271'0,"7"2"-14"0,-3-4-13 0,3 4-20 15,0 0-16-15,0 0-28 0,-4-1-22 16,4 1-20-16,0 0-16 0,0 0-18 0,-6 8-9 0,3-1-12 31,-2 10-4-31,-3 7-7 0,-2 5-9 0,4 2-6 0,-5 2-6 16,1 2-1-16,1 9-6 0,3-10-1 0,-1 0-6 16,6-1 1-16,-5-1-21 0,2-3-16 0,4 0-24 15,1 0-33-15,2-11-32 0,0 0-49 0,1-3-46 16,0-5-186-16,2 0-399 0,0-6 177 0</inkml:trace>
  <inkml:trace contextRef="#ctx0" brushRef="#br0" timeOffset="38064.19">27166 2753 129 0,'0'0'228'0,"0"0"-20"0,0 0-26 0,0 0-12 0,0 0-18 16,22-1-16-16,-2-1-15 0,14 2-11 0,3-2-11 15,15 2 16-15,2-1-13 0,3-3-10 0,3 3-11 16,-1-1-16-16,-2 0-11 0,-2 2-18 0,-15 0-19 16,-3-3-31-16,-6 3-14 0,-11-4-31 0,-2 4-14 15,-6 0-28-15,-6-3-35 0,-3 2-145 0,-3 1-305 16,0 0 134 0</inkml:trace>
  <inkml:trace contextRef="#ctx0" brushRef="#br0" timeOffset="38395.97">27437 2742 107 0,'0'0'233'16,"0"0"-23"-16,0 0-23 0,0 0-20 0,-6 3-22 16,6-3-3-16,-7 12-16 0,2 0-2 0,-1 3-7 15,-3 4-11-15,-4 8-6 0,-1 3-8 0,4 4-6 16,0 16-6-16,-1-2-1 0,-4 1-8 0,10 1-1 15,2-2-6-15,2 0-7 0,0-1-2 16,-2-1-4-16,3-12-5 0,0 1-5 0,3-2-3 0,-1-2-4 0,2 2-1 0,0-6 1 16,2-1-7-16,-6-8-1 0,3-1-1 15,-2 3-2-15,-1-8-1 0,-1 2-2 0,-2-5-2 16,-3 1 6-16,2-3 2 0,0 0 2 0,-5-2-6 16,-1-2 1-16,-4-1-2 0,1-4-5 0,-6 2 3 15,1-5-5-15,0 2 0 0,1-4-3 0,0 2-2 16,3 1-3-16,-3-4-14 15,3 4-17-15,4-1-23 0,-3 2-29 0,4-2-48 16,4-1-68-16,-3 3-243 0,2-1-472 0,6 4 209 16</inkml:trace>
  <inkml:trace contextRef="#ctx0" brushRef="#br0" timeOffset="38812.68">27667 3446 3026 0,'12'-4'229'0,"-12"4"-76"0,3-3-67 0,-3 3-21 15,0 0-12-15,6-4-16 0,-6 4-15 0,0 0-5 16,0 0-7 0,0 0-9-16,7-1 3 0,-7 1-5 0,10 5 6 15,-8 1 0-15,1 0-3 0,3 2 4 0,-2 0-2 16,-1 2-3-16,1 1-5 0,-4 1-4 0,0 0-4 15,0 3-1-15,-1 0 0 0,-3 2-1 0,0-1-3 16,0-2 4-16,-1-3-3 0,3-1 2 0,0 1-5 16,-2-4-6-16,4 3 5 0,-2-3 0 0,4 0 0 15,2 0 2-15,0-3 6 0,3 3-1 0,4 0 5 0,8 0-1 16,0 2 3-16,-2-6-4 0,5 4 2 0,-1 2 0 16,-1-3 6-16,0 6-3 0,6 0 0 0,-10-2-1 15,7 9 1-15,-9-7 1 0,-5 3 0 0,0-1-1 16,-5 2 2-16,-3 1 6 0,-1-2-1 0,-5 0 8 15,-5-1-7-15,-8 2 3 0,-5 0 2 0,-3-2-2 16,-4 0-2-16,0-3 3 0,-3-4-3 0,0 1-7 0,1-2-18 0,0-5-30 16,0 1-47-16,-1-4-74 0,5-3-122 0,5-6-170 15,5 4-501-15,4-7 221 0</inkml:trace>
  <inkml:trace contextRef="#ctx0" brushRef="#br0" timeOffset="40082.64">28719 2878 59 0,'0'0'215'0,"-3"-4"-16"0,3 4-26 0,-1-4-17 0,1 4-16 0,9-2-19 16,0-1-6-16,4 3-14 0,4-1-9 0,3 1-13 15,1 0-4-15,6 1-6 0,4 3-10 0,-4 1-5 16,1 1-12-16,0 2 3 0,-4 3-2 0,4 0-2 31,-5 5-2-31,-9-3-3 0,4 8-7 0,-5 1-1 16,-4 5-2-16,-5-2-4 0,-4 3 1 0,-7 2-4 15,-3 1 0-15,-4 1-2 0,-5-2-1 0,-10 11 4 0,1-4-4 16,-1-11 8-16,-6 6-9 0,4-8 4 0,0-6 5 16,-1 0 9-16,4-4 4 0,0 1 2 0,10-5 0 15,-1-3 2-15,6 0-1 0,2-2-3 0,2-1 11 16,4 0 19-16,-1 0 8 0,0-1 6 0,1-2-15 16,5-1 0-16,0 0-14 0,21 1 0 0,-1-2-7 15,12 0-6-15,2-2-7 0,3-1 4 0,17 2-5 0,-2-4-8 0,-13 5 1 16,13-3-6-16,-1 2 2 0,-10 0-3 0,10-1 1 15,-15 3-3-15,-1 0 1 0,-5 0-3 0,-9 0-3 16,-2 0 2-16,-6 0-2 0,-2 0-5 0,-4 0-7 16,0 0-1-16,0-2-10 0,-7 2 32 0,10 0-19 15,-10 0-31-15,0-4-31 0,0 4-33 0,-9-8-31 16,3 5-39-16,-1-1-52 16,1-4-239-16,-6 2-493 0,7-2 218 0</inkml:trace>
  <inkml:trace contextRef="#ctx0" brushRef="#br0" timeOffset="41369.19">29620 2992 278 0,'0'-7'323'0,"0"4"-10"15,0-2-6-15,0 5-15 0,1-4-23 0,-1 1-30 0,0 3-30 0,0-7-18 16,0 7-28-16,0 0-16 0,0-4-21 0,0 4-20 16,0 0-15-16,0 0-12 0,-1 16-4 0,-1-6-5 15,0 6-10-15,0-1-7 0,2 7-4 0,-3-5-2 16,0 7-6-16,2-4-2 0,1 1-6 0,-1-3-2 15,-1 0-1 1,1-1-6-16,1 2 4 0,0-3-5 0,0-4 2 0,0-1-8 16,0 0-3-16,0-3-1 0,-1 0 1 0,2-3-2 15,-1 2-3-15,-1-4 2 0,1-3-2 16,-2 7 2-16,2-6 5 0,0-1-4 0,0 0-11 0,0 0-39 16,0 0-34-16,0 0-41 0,-3-14-25 0,0 6-29 15,2-5-18-15,-3-2-52 0,0-3-53 0,-2-7-154 16,3-1-480-16,-1-2 213 0</inkml:trace>
  <inkml:trace contextRef="#ctx0" brushRef="#br0" timeOffset="41516.18">29567 2803 214 0,'-1'-10'300'15,"1"1"1"-15,-1 2-2 0,1 2-14 0,0 0-18 16,-2 0-19-16,2 1-23 0,0 4-24 0,-1-6-20 16,1 6-33-16,0-4-7 0,0 4-28 0,-1-5-31 15,1 5-38-15,0 0-31 0,0 0-33 0,0 0-22 0,0 0-36 0,0 0-28 16,0 0-34-16,17 14-30 0,-14-12-37 0,1 3-177 15,0-2-415-15,0 1 185 0</inkml:trace>
  <inkml:trace contextRef="#ctx0" brushRef="#br0" timeOffset="41971.36">30290 2696 219 0,'0'0'290'0,"-1"-4"-24"0,1 4-22 16,0 0-30-16,0 0-20 0,1-5-23 0,-1 5-21 0,0 0-28 16,0 0-11-16,0 0-14 0,-9 9-7 0,1-3-11 15,-1 2-6-15,-7 3-7 0,0 3-5 0,-5 1-9 16,-2 4 0-16,0-4-10 0,0 2-1 15,0 0-9-15,0 1-1 0,5 1 0 0,3-4-7 16,2 2 1-16,2-4-1 16,1 4-4-16,2 0 0 0,1-1 0 0,2 1-4 15,4 1 2-15,-1-1-3 0,5 1 1 0,1 0 3 16,4-1-2-16,2-1-4 0,8 5 0 0,-1-3 0 16,4 2 0-16,2-2-3 0,0 0-2 0,-1-2 0 15,0-1-1-15,-2 0-2 0,-3-1 0 0,-2-2 1 16,-2 0-1-16,-4-3-1 0,-3 0-2 0,-1 0-1 15,0 1 5-15,-5-1-2 0,-2-1-3 0,-1-3 7 0,-6 5-5 16,-2-4 1-16,-7 2 1 0,0-2-3 0,-2 2 2 16,-1-5 0-16,2 0-3 0,0 1-4 0,0-4-3 15,-2 0-6-15,7 0-13 0,2 0-14 0,0-4-18 0,4 1-17 16,1 1-26-16,3-4-32 0,4-1-20 0,2-1-12 16,7-2-2-16,3-1-22 0,6-1-146 0,2-5-360 15,4 0 159 1</inkml:trace>
  <inkml:trace contextRef="#ctx0" brushRef="#br0" timeOffset="42350.03">30285 3176 266 0,'28'-14'105'0,"-11"6"23"16,3-2 18-16,-3 3 12 0,0-3 13 0,-7 5 10 16,1 0 16-16,-4 1 10 0,-1 1 3 0,-1 2-3 15,-5 1-12-15,7-5-24 0,-7 5 1 0,9-3-17 16,-9 3-13-16,5-2-17 0,-5 2-15 0,0 0-11 16,5-3-10-16,-5 3-18 0,0 0-7 0,0 0-8 0,0 0-4 0,6 9 6 15,-6-4-20-15,0 2 1 0,2 3-6 0,-2 1 7 16,2-1-11-16,0 2 1 0,0 1 2 0,0-2-6 15,2 4-2-15,-1-3-7 0,-1 3 12 0,2-2-18 16,0-2 7-16,1-1-4 0,-3 1-18 16,3-2-26-16,-2-2-21 0,-1-2-22 0,-2 0-7 15,2 0-3-15,-2-5 3 0,0 4 10 0,0-4 2 0,0 0-16 0,0 0-16 16,0 0-12-16,0 0-3 0,-18-17 7 0,12 8-4 16,1-4-3-16,-2-1-2 0,1-2-3 0,1-5-7 15,0-4 4-15,1-2 12 0,1 0 10 0,2-1 8 16,2-2 28-16,-1 6 34 0,4-3 37 0,-1 8 29 15,-2-1 34-15,4 6 24 0,-3-2 10 0,0 5 17 16,-2 1 8 0,4-1-10-16,-3 6-4 0,-1 0-12 0,1-2-15 15,-1 7-8-15,2-5-11 0,-2 0-4 0,0 5-11 0,0 0-27 16,-2-8-26-16,2 8-12 0,0 0-19 0,0 0-19 16,0 0-33-16,0 0-22 0,0 0-32 0,13 15-31 15,-10-10-70-15,-3-5-127 0,1 10-393 16,2-2 175-16</inkml:trace>
  <inkml:trace contextRef="#ctx0" brushRef="#br0" timeOffset="42704.09">30678 3103 59 0,'3'5'244'0,"-3"-5"-27"15,3 5-22-15,-2-1-15 0,-1-4-9 0,-1 10-14 0,0 1-17 0,-1-1-9 16,1 4-12-16,-1 2-13 0,-3 0-11 0,3 0-4 16,1 0-11-16,-1-4-7 0,-1 0-9 0,4-2-1 15,-5-2-10-15,6-1-2 0,-1-1-6 0,-2 0 3 16,1-6 30-16,-4 7 35 0,4-7 31 0,1 4 19 16,-1-4-19-16,0 0-20 0,0 0-7 0,13-13-18 15,-6 5-5-15,2-1-13 0,0 0-3 0,5-4-14 16,-1 4-3-16,-3-2-5 0,3 5-25 0,-4-3 11 15,1 3-8-15,1 0-2 0,0 1-5 0,-1 2-2 16,2-1 0-16,-2 0-17 0,3 4-16 0,0 1-17 16,1-1-16-16,-3 3-21 0,2-2-28 15,0 3-26-15,2 2-30 0,-2-4-39 0,0 5-46 0,-1-3-289 0,-3-2-563 0,-1 2 249 16</inkml:trace>
  <inkml:trace contextRef="#ctx0" brushRef="#br0" timeOffset="43121.25">31188 2853 301 0,'2'-5'289'0,"3"3"-27"0,-2-2-30 16,3 1-24-16,-1 1-20 0,4 1-18 0,0 2-20 15,0 1-13-15,-1 1-19 0,2 2-10 0,-4 1-11 0,3 0-12 16,-5 3-12-16,3-1-6 0,-4 4-9 0,1-2-6 16,-4 6-8-16,-4-1-3 0,-1 0-10 0,-2 1 0 15,-1-1 0-15,-5-2-3 0,0 1-5 0,3-2-2 16,-4 1 0-16,6-5-7 0,-1 1 3 0,1 0-6 16,1-5 3-16,3 1-5 0,-1 0 1 0,1 0-1 15,0 0 0-15,2 2 2 16,4-2-2-16,-2 0-2 0,2 1 5 0,4 0-3 15,3 1 2-15,0 1 0 0,6 1 3 0,-2-1-1 16,4 0 0-16,-3 1 1 0,1 1 0 16,2 0 3-16,-2-1-6 0,-2 1 2 0,-2-2-3 15,-2 1-1-15,-1 0-4 0,0-3-3 0,-3 2 8 16,-1 1-1-16,-1-2-2 0,-3 1-2 0,-1-3 1 16,-3 5-9-16,-3-3 9 0,-2 0 0 0,-2-2-7 0,0 1-10 0,-4 1-25 15,3-3-25-15,-6-1-33 0,-1-1-22 0,6-2-45 16,3 0-44-16,-4-2-217 0,9-1-455 0,-3-4 202 15</inkml:trace>
  <inkml:trace contextRef="#ctx0" brushRef="#br0" timeOffset="43607.07">31577 3019 215 0,'4'-3'346'0,"-4"3"-21"0,6-7-25 15,-6 7-28-15,2-3-28 0,-2 3-25 16,2-3-22-16,-2 3-21 0,0 0-28 0,0 0-14 16,0 0-26-16,0 0 1 0,0 0-8 0,5 20-11 0,-8-11-12 0,3 2-5 15,-2 1-4-15,2 3-10 0,2 2-4 0,-5-1-9 16,4-1-5-16,-1 1-1 0,2-1-5 0,-1 1-12 16,1-4 7-16,0-1-1 0,2 1-3 0,-1 0-3 15,1-2 4-15,-2-2-6 0,1 0-1 0,2-2 5 16,-1 0 13-16,0-2 6 0,1 0 9 0,-1-2 8 15,-4-2 20-15,11 3-11 0,-4-6-1 0,2 3-2 0,0-5-1 0,1-2-11 16,-2 1 1-16,-1-4-10 0,1 2 4 16,3-8-5-16,0 1-15 0,-2-2-10 0,1-7-6 15,-4-3-13-15,-1 1-8 0,-2-3-1 0,-2-1-4 16,-2 5 5-16,-3-1-7 0,-1 8 1 0,-4-7 0 16,0 11-6-16,-1-1 7 0,-2 3 3 0,2 2 0 0,0 3 2 15,-2 1-1 1,2 2 2-16,-3 2-3 0,4 0-2 0,-2 2-2 15,-1 3 8-15,2 1-5 0,3-1 4 0,0 3 9 16,-3-1-23-16,7 5 6 0,-2-1-3 0,4-1 3 16,2-1 7-16,4 6 5 0,8 0 0 0,0 0-1 15,6-4-2-15,9 3 1 0,-1-3-23 0,0-1-27 16,2-4-30-16,2-2-32 0,-10-4-37 0,0 2-30 16,-2-1-44-16,3-7-35 0,-7 1-269 0,-2 2-574 0,1-7 255 0</inkml:trace>
  <inkml:trace contextRef="#ctx0" brushRef="#br0" timeOffset="43838.39">32065 2646 28 0,'-1'-5'316'0,"1"1"-27"0,4 1-28 0,-4 3-32 15,1-5-22-15,-1 5-31 0,3-3-18 0,-3 3-17 16,0 0-20-16,13 13-6 0,-6-4-11 15,3 10-6-15,3 1-9 0,-1 8-6 0,3 2 1 16,-3 5-7-16,3 15 0 0,-10 2 3 0,-2 7-4 0,-5-2 1 16,-3 2-12-16,-8-2 2 0,-1-2-7 0,-5-4-5 0,-5 0 1 15,-2-7-8-15,-6-2-9 0,-5-6-14 0,-2-4-12 16,-6-2-26-16,-4-8-39 0,0-1-49 0,3-3-55 16,8-7-83-16,-1-4-221 0,-11 2-496 0,13-7 220 15</inkml:trace>
  <inkml:trace contextRef="#ctx0" brushRef="#br0" timeOffset="44745.61">28827 2576 105 0,'-1'-3'244'0,"-3"-1"-11"0,4 0-16 15,-1 0-21-15,1 4-25 0,-4-4-20 0,4 4-18 16,-9 7-14-16,-4 3-16 0,-8 9-14 0,-4 10-5 16,-10 9-9-16,-20 26-2 0,1 4 12 0,0 0 2 15,1 10 8 1,9-2 9-16,10 2 6 0,13-22 1 0,2 24 4 16,10-27-4-16,9 0-1 0,5 0-7 0,13-1-8 15,13-4-4-15,29 16-1 0,11-6-12 0,15-5-12 0,2-19-47 0,13 2-70 16,-8-12-106-16,-1-7-386 0,3-2-587 0,-34-11 259 15</inkml:trace>
  <inkml:trace contextRef="#ctx0" brushRef="#br0" timeOffset="46424.25">9536 6036 25 0,'-8'-2'197'16,"8"2"-8"-16,-9-1 0 0,9 1-8 0,-10-1-11 16,10 1-7-16,-5-1-15 0,5 1-10 0,0 0-15 0,-9-2-13 15,9 2-10-15,0 0-12 0,-8 2-2 16,8-2-17-16,0 0-8 0,0 0-3 0,0 0-10 15,-8-2-2-15,8 2-3 0,0 0-3 0,0 0-12 16,-7 2 3-16,7-2-2 0,-4 2-7 0,4-2 5 0,0 0-7 16,-5 3-4-16,5-3 6 0,0 0 2 0,0 0 8 0,0 0 9 15,0 0 16-15,0 0 0 0,0 0-1 0,0 0 0 16,0 0-5-16,0 0-5 0,0 0-7 0,22-3-1 0,-3-1-4 16,12-1-6-16,2-2 1 0,8 0-4 15,11-1-5-15,4-2-2 0,1 1 3 0,-6 3-5 16,1-3-1-16,-11 4-11 0,-3 0-11 0,-2 0-13 15,-3-1-9-15,-3 5-24 16,-2-3-17-16,-10 0-19 0,-5 0-24 0,-1 2-39 16,-5-1-48-16,-5 1-208 0,0 0-440 0,-2 2 196 15</inkml:trace>
  <inkml:trace contextRef="#ctx0" brushRef="#br0" timeOffset="46655.64">9841 5832 90 0,'-6'-4'261'0,"0"0"-9"0,0-1 7 15,0 0 10-15,1 2-6 0,1 0-7 0,-1-2-6 16,4 1-19-16,1 4-24 0,-4-3-23 0,0 1-17 16,4 2-23-16,0 0-14 15,-5-2-22-15,5 2-10 0,-5 5-11 0,5 4-9 0,-4-1-6 16,-1 9-11-16,-3 2-7 0,2 0-3 16,-3 5-7-16,0 4-7 0,4 0 2 0,-2 3-8 0,1-4-1 0,2 2 1 0,3-3-1 0,1-1-1 15,-3 1-29-15,6-7-17 0,-2 1-21 0,3-2-25 16,1-2-25-16,-1 1-26 0,1-5-35 15,-1-3-46-15,4-2-63 0,-3-2-230 0,6 1-526 16,2-5 232-16</inkml:trace>
  <inkml:trace contextRef="#ctx0" brushRef="#br0" timeOffset="46824.78">10568 5941 180 0,'7'-2'262'0,"-1"1"-26"0,-1-1-24 0,3 0-23 15,2 0-33-15,4 1-34 0,3-1-41 0,5 0-42 16,6 2-49-16,2-1-52 0,6-5-173 0,0 3-253 16,5-1 112-16</inkml:trace>
  <inkml:trace contextRef="#ctx0" brushRef="#br0" timeOffset="46977.62">11473 5913 164 0,'4'1'289'0,"1"0"-26"16,-5-1-25-16,10-1-24 0,-3 1-17 0,-1-1-24 16,6 0-16-16,2-1-22 0,2 0-45 0,7 2-55 15,7-5-73-15,4-1-86 0,2 0-176 0,2 1-323 16,12 0 144-16</inkml:trace>
  <inkml:trace contextRef="#ctx0" brushRef="#br0" timeOffset="47140.09">12423 5883 22 0,'4'1'371'0,"-4"-1"-39"0,8 0-37 0,-8 0-29 0,11-2-38 0,-4-1-29 15,6 0-39-15,-1 2-42 0,9-3-45 0,-1 0-44 16,10 1-53-16,2-2-63 0,5 0-62 0,-2-1-157 15,2 0-331-15,-2 1 147 0</inkml:trace>
  <inkml:trace contextRef="#ctx0" brushRef="#br0" timeOffset="47377.86">13151 5835 171 0,'5'1'332'15,"-5"-1"-26"-15,0 0-25 0,5 1-27 0,-5-1-28 16,0 0-21-16,14-2-28 0,-3-1-24 0,2 2-29 15,9-2-25-15,9 0-31 0,1-1-29 0,4 2-35 16,3-3-31-16,12 1-31 0,4 0-35 0,-4 0-26 16,4-1-17-16,-5 4 10 0,-10-1 10 0,12 0 19 0,-15 1 30 15,0 1 41-15,-3-2 29 0,-5 2 27 0,-10-1 13 0,-5-1 25 16,-1 2 23-16,-3 0 24 0,-3 0 8 0,0 0 4 16,-7 0 5-16,10 0 4 0,-6-2 1 0,-4 2-5 15,7-2-15-15,-7 2-11 0,0 0-17 16,7 0-27-16,-7 0-46 0,0 0-69 0,0 0-100 0,8 2-93 15,-8-2-196 1,0 0-479-16,0 0 213 0</inkml:trace>
  <inkml:trace contextRef="#ctx0" brushRef="#br0" timeOffset="53065.71">1576 8407 50 0,'0'0'160'0,"0"0"0"0,0 0-19 16,0 0-6-16,-9 4-16 0,9-4-10 0,0 0-4 0,0 0-8 0,0 0-6 16,0 0-12-16,0 0-2 0,0 0-9 0,0 0 0 15,0 0-8-15,0 0-5 0,0 0-5 0,0 0-4 16,0 0 4-16,0 0 10 0,0 0 7 0,31 1 0 16,-18-3-2-16,7 0-3 0,10 1 4 0,0-2 2 15,6-3 1-15,0 3 4 0,16 0-3 0,-13 1-3 16,-1-3-5-16,0 2-6 15,-3 0-3-15,-5 2-6 0,-9-1-8 0,-2 1-1 16,-6 1-3-16,1-2-6 0,-6 0-10 0,-2 1-17 16,2 2-24-16,-2 1-18 0,-6-2 1 15,3 2-12-15,-3-2-24 0,-12 7-35 0,1-2-50 0,-6 1-230 16,-1-1-422-16,-1 1 187 0</inkml:trace>
  <inkml:trace contextRef="#ctx0" brushRef="#br0" timeOffset="53434.5">1592 8665 45 0,'-3'3'215'0,"2"0"-8"0,1-3-20 0,0 0-19 16,0 0-13-1,0 0-16-15,16 2-14 0,0-2-9 0,12 1-11 0,4-4-10 16,5 1-9-16,-1-1-7 0,14 2-12 0,-11 0-3 16,-2 1-6-16,3-5-9 0,-3 0-4 15,-4 4-2-15,-1 1-1 0,-11-1-7 0,-4 1-8 16,-5 0-1-16,-1-1 1 0,-3 1-5 0,-2 0 0 15,1-2-2-15,-7 2-2 0,10 2-1 0,-10-2-1 0,0 0-3 16,0 0-1-16,0 0-4 0,-22 8-7 0,12-6-15 0,-3 1-19 16,2-3-36-16,-2 1-31 0,3-1-37 0,-1 0-197 15,3-1-362-15,1-2 161 0</inkml:trace>
  <inkml:trace contextRef="#ctx0" brushRef="#br0" timeOffset="54050.87">2076 8231 286 0,'0'-5'316'16,"-2"3"-14"-16,2 2-38 0,0-5-27 0,-2 1-23 15,2 4-24-15,0 0-20 0,0 0-18 0,0 0-28 16,-1-4-26-16,1 4-19 0,0 0-11 0,0 0-6 16,0 0-7-16,6 13-6 0,3-8-4 0,-2 6-3 15,0-3-3-15,6 4-4 0,1 2 0 0,0-2-4 16,0 3-3-16,4-1-1 0,3 2-3 0,-5-1-1 0,0-5-3 0,0-1-5 16,-2 4 4-16,4-1-5 0,-6-5-5 0,-1 0 2 15,-1-1-1-15,-2-1-4 0,-2-3 3 0,2 1 0 16,-3 1 21-16,-1-3 20 0,0 0 17 0,-4-1 16 15,0 0 5-15,0 0-9 0,0 0-6 0,0 0 5 16,0 0 11-16,14 0 6 0,-14 0-10 0,0 0-6 16,0 0-15-1,0 0-2-15,0 0 0 0,0 0-16 0,0 0-5 16,0 0-2-16,0 0-9 0,0 0-17 0,0 0-16 0,6 0-22 16,-6 0-33-16,0 4-1 0,-5 2 7 0,0 6 5 15,-8 10 8-15,-6 7 3 0,-13 15 2 16,-2 6 9-16,-15 21 0 0,-3-5 2 0,13-18 6 15,1 0 0-15,-3 0 2 0,3-4-1 0,3-1 5 16,2-1-1-16,0-6 1 0,11-10 1 0,-1 1 1 0,3-1 3 0,4-2 1 16,1-4-1-16,6-7 2 0,1-2 1 0,3-3-1 15,-1-1 3-15,2-4 40 0,-1 2 11 0,4-1 34 16,-2-2 23-16,2 3 21 0,-3-3 15 0,4-2 10 16,0 0 3-16,0 0 0 0,-4 3 5 0,4-3-11 15,0 0-5-15,0 0-13 0,0 0-12 0,-3 2-10 16,3-2-14-16,0 0-8 15,0 0-10-15,0 0-5 0,0 0-19 0,0 0-15 16,0 0-19-16,0 0-26 0,0 0-34 0,0 0-83 16,0 0-54-16,0 0-48 0,0 0-69 0,3-12-49 15,1 6-106-15,0 0-288 0,0-1-799 0,1-1 353 16</inkml:trace>
  <inkml:trace contextRef="#ctx0" brushRef="#br0" timeOffset="56740.63">3686 8214 137 0,'0'0'161'0,"0"0"-7"0,-6-3-6 0,6 3-12 0,0 0-9 15,0 0-6-15,0 0-6 0,-7-3-7 0,7 3-3 0,0 0-5 0,0 0 1 16,0 0 7-16,0 0-10 0,0 0-11 0,0 0-7 15,0 0-11-15,0 0-8 0,0 0-6 0,0 0-9 16,0 0-4-16,0 0-5 0,0 0-4 16,0 0-4-16,0 0 0 0,0 0-4 0,0 0-2 15,17 10 1-15,-10-10-4 0,5 0 0 0,-1-2-6 0,2 2 2 16,5-3-3 0,-2-2 2-16,3 3-1 0,-3-3-5 0,2 0 1 15,-1-2-3-15,-2 0 1 0,-1 2 3 0,-1-2-3 16,-3 1 4-16,3 0 11 0,-4-1 18 0,-1 2 5 15,-3-1 13-15,0 2 1 0,1-1 3 0,-2 2 9 16,-1-1 2-16,-1 0-4 0,-2-1-9 0,0 5-5 16,-2-5-10-16,-2 2-4 0,-1 0-6 0,-8 1-7 15,0 2-3-15,-5 2-3 0,-2 1-4 0,-8 3 2 0,-2 1-6 0,-4 6-2 16,2 0-3-16,0 2-4 0,-13 6 5 0,13 0-2 16,-1-1-5-16,-8 7-1 0,4 4 0 0,3 3 0 15,0 5 5-15,6 0-7 0,1 1 3 0,6 2 3 16,10-9-6-16,4-1 0 0,0 2-6 0,6-5-6 15,5 4-4-15,6-3-2 0,7-1 6 0,5-2-2 16,7-5 4-16,21 2 3 16,5-5 0-16,8-5 4 0,32-4-4 0,0-10 0 15,-2 0-2-15,0-12 1 0,3-1-2 0,-3-3-1 16,-29 2-4-16,0-2-6 0,0-2-10 0,-5-2-1 16,-5-1-1-16,-6-2 0 0,-3-3 3 0,-3-3 4 15,-15 11-1-15,-5 0 4 0,-2-3 5 0,-7-1 11 16,-6 5 0-16,-3 0 13 0,-4 1 3 0,-5 3 6 0,1 3-2 15,-10-2 1-15,-1 2-1 0,-4 3 3 0,-8 2-4 16,-5 3-3-16,-1 4 1 0,-7 5 2 0,4 2-6 16,-14 6-1-16,15 0 3 0,0 2-4 0,2 0-3 15,6 1 1-15,-1 5 0 0,5-3-2 16,5 1 1-16,7-6-2 0,4 1-1 16,2 2-8-16,4-2 2 0,5-1 1 0,2 0 0 15,7-4 4-15,5-1 3 0,2-3-2 0,12-2 2 0,5-5 2 0,15-4-3 0,-13-1 0 0,13-5 1 16,-16 1-1-16,1-5 1 0,-4 0 1 0,-3 0-2 15,-3 0 1-15,-5-3 5 0,-3 0-4 0,-7 2-2 16,-3-2 0-16,-1 0 1 0,-3 2 1 0,0 3-2 16,-5-4 2-16,-5 4-2 0,0-1-2 0,-3 2-1 15,-1 3-5-15,-6-2-1 0,-2 6-5 0,-3-2-3 16,-2 2 0-16,2 4-6 16,-2 1-24-16,2 1-21 0,-2 5-26 0,5-2-30 15,-2 2-35-15,7 1-51 0,2-2-198 0,4-1-441 16,2 0 195-16</inkml:trace>
  <inkml:trace contextRef="#ctx0" brushRef="#br0" timeOffset="57140.78">5146 8285 211 0,'0'-3'297'0,"0"3"-19"0,3-6-17 15,-3 6-16-15,0-2-20 0,0 2-22 0,0-5-20 16,0 5-20-16,0 0-18 0,0 0-16 0,0 0-11 16,0 0-16-16,-19 6-8 0,6 0-10 0,-1 2-12 15,-1 2-8-15,-3 2-2 0,0 1-5 0,5-2-7 16,-1 1-3-16,1 4-6 0,3-1-7 0,0 0-2 15,4-1-5-15,-1 3-5 0,5-2-13 0,2-1 1 0,1-2-2 0,3 5-1 16,4-2-2-16,2-1 4 0,2 0-6 0,2 1 1 16,1-3 3-16,2 0 0 0,4 3-3 0,2-1 0 15,-5-4-3-15,-2 2 0 0,1 0 2 0,-8-4-2 16,0-1 1-16,1 0-1 0,-5 2-2 0,2-2-5 16,-6-1-2-16,-1 1 3 0,-4 0 1 0,-4 1-1 15,-7 2 2-15,1-1-7 0,-12 3-17 0,5-6-19 0,-6 3-27 0,6-5-30 16,1 1-47-16,1-4-39 0,2-1-262 0,-3-1-488 15,3-4 217-15</inkml:trace>
  <inkml:trace contextRef="#ctx0" brushRef="#br0" timeOffset="57673.37">5614 8307 91 0,'4'-6'229'16,"0"4"-23"-16,1 1-20 0,-5 1-16 0,17 1-13 15,-7 1-19-15,4 0-13 0,4 3-11 0,0 2-9 0,6 6-14 16,-7-6-7-16,2 5-12 0,2 4 0 15,-4 3-13-15,-8-4-3 0,5 2-4 0,-6 1-4 16,-3 1-2-16,-1 0-5 16,-7 2 0-16,2-1-5 0,-4 4-1 0,-4-1-6 15,-5 0-3-15,-3-3 1 0,2-3-4 0,-4 0-1 0,2-3-2 16,3-2 0-16,-3-2 0 0,6-2-2 16,-4 0 6-16,3-2 7 0,3-2 9 0,2 2 18 15,0-2 24-15,2-1 32 0,1 0 29 0,-1-3 42 16,5 0-26-16,0 0-19 0,-4-10-13 0,8 0-14 0,1-1-18 15,8-6-15-15,1-1 10 0,4-7-21 0,5 2-9 0,0 0-14 16,2-1-11-16,-3 0-5 0,1 4-1 0,-1-2-4 16,-8 11 1-16,0-3-1 0,-6 6-2 0,-2-1-1 15,3 1 7-15,-5 4-5 0,1 1-12 0,-3-2-8 16,1 1-21-16,1 3-21 0,-4 1-8 0,0 0-4 16,0 0 15-16,2 13 0 0,-4-2-2 0,-2 6 11 15,-2 0 2-15,-1 1-3 0,-3 5 10 0,5-4-4 0,4 1 2 0,-2-3 10 16,3 2 9-16,0-1-28 0,7-1-6 0,2 0-17 15,6-1-15-15,-1-3-32 0,15-2-36 0,2-1-52 16,8-8-57-16,-3-3-284 0,18 0-570 0,-16-4 252 16</inkml:trace>
  <inkml:trace contextRef="#ctx0" brushRef="#br0" timeOffset="58196.8">6555 8090 167 0,'0'0'237'0,"2"-6"-22"15,-2 6-16-15,0 0-15 0,3-2-18 0,-3 2-10 0,0 0-19 16,0 0-8-16,0 0-16 0,0 0-9 0,0 0-9 16,-16 11-14-16,5-4-6 0,-3 5-2 0,-4-2-11 15,-6 4-6-15,-1 1-3 0,2-1-8 16,1 3-1-16,-1-2-6 0,6-4-4 0,0 4-4 0,4-4-3 15,0 2-3-15,1 1-9 0,3-1 5 0,0-1 1 0,4 0-5 16,1 0-3-16,4 0-1 0,0-2 2 0,4 4-2 16,4 1 1-16,3-1-2 0,1-1-2 0,8 3 2 15,3 0 0-15,0-3-2 0,1 0-4 0,2 0 1 0,-6-4-5 16,-3 1 4-16,2-3 2 0,-2 5-3 0,-2-2 0 16,-5-4-1-16,2 1-3 0,-5 1 1 15,-1 0-1-15,-3-1-1 16,-1 2 1-16,-4-3 2 0,-1 4 0 0,-5-1 1 15,-6 3-3-15,1-3 3 0,-3 1-2 0,-4-3 1 16,1 2 0-16,0-1 5 0,-7-1-7 0,5 1 1 16,2-4-1-16,1-1-2 0,1 2 2 0,4 0-3 15,2-4-2-15,3-1-3 0,2 1-10 0,1-1-17 16,5 0-59-16,0 0-61 0,0 0-31 0,10-9-195 16,0 1-412-16,7 1 182 0</inkml:trace>
  <inkml:trace contextRef="#ctx0" brushRef="#br0" timeOffset="58460.11">6760 8411 269 0,'7'-9'309'0,"-3"4"-1"0,-2 1-10 0,2-1 4 15,0 2-16-15,-1-1-11 0,0 1-24 0,-3 3-15 0,3-4-26 0,-3 4-24 16,2-4-24-16,-2 4-22 0,3-2-22 0,-3 2-28 16,0 0-2-16,0 0-13 0,0 0-10 0,4 10-5 15,-4-3-7-15,0 3-10 0,-3-1 0 0,2 1-8 16,1 3 0-16,-3-1-14 0,3 5 13 0,-1-5-13 15,0 1 4-15,1 3-3 0,-1-5 0 0,1 2 1 16,0-3-18 0,0 1-10-16,-2-6-22 0,2 3-19 0,-1-1-13 0,-1-2-20 15,2 0-14-15,-2-2-10 0,1 2-6 0,-2-3-21 16,1 1-37-16,2-3-38 0,0 0-59 0,-13-5-207 16,7-1-509-16,-3-3 225 0</inkml:trace>
  <inkml:trace contextRef="#ctx0" brushRef="#br0" timeOffset="58613.93">6760 8260 213 0,'2'-9'296'0,"2"1"3"16,-3 2-1-16,1 1-5 0,1 1-9 0,0-3-25 0,-2 2-15 15,-1 3-25-15,0 2-23 0,0-6-24 0,0 6-18 16,1-2-21-16,-1 2-34 0,0 0-37 16,4-3-11-16,-4 3-16 0,0 0-24 0,6 10-29 15,-4-4-35-15,-1 3-32 16,-1 1-38-16,0-1-63 0,-3 1-290 0,0 0-515 15,0-1 228-15</inkml:trace>
  <inkml:trace contextRef="#ctx0" brushRef="#br0" timeOffset="59247.32">7057 8325 267 0,'0'0'289'0,"0"0"-18"15,2-5-21-15,-2 5-21 0,0 0-24 16,0 0-19-16,0 0-23 0,0 0-19 0,0 0-15 0,0 0-16 15,0 0-9-15,0 0-13 0,0 0-8 0,3 12-12 0,-2-4 3 16,1-1-19-16,-2 0-1 0,0 4 0 0,0 2-13 16,-3 2-5-16,2 0 0 0,-3 3-5 0,2-2-5 15,-1 1 0-15,-2 2-2 0,1-3-4 0,0-2-2 16,0-2-3-16,2-1-1 0,-1-2-1 0,-1 1-3 16,2-3 7-16,1-2-6 0,1 1 3 0,-2-2 20 15,1-1 37-15,1-3 30 16,-1 4 35-16,1-4 18 0,-2 5 6 0,2-5-9 15,0 0-10-15,0 0-21 0,0 0-11 0,8-15-10 16,-3 8-10-16,1-1-9 0,1-1-10 0,-1 0-11 16,1-1-2-16,0 0-6 0,0 2-6 0,0-1-8 15,-3 5 7-15,1-4-18 0,0 6 0 0,-2-2-8 16,2 1 2-16,-4 2-10 0,-1 1-14 0,6-5-24 16,-6 5-4-16,0 0-18 0,11 5-22 0,-5-4-20 0,2 3-15 0,1 0-42 15,-1 5-26-15,2-3-40 0,-2 1-62 0,-2 0-106 16,0-4-202-16,2 3-634 0,0-5 281 0</inkml:trace>
  <inkml:trace contextRef="#ctx0" brushRef="#br0" timeOffset="59679.25">7408 8307 315 0,'3'-11'354'0,"2"1"1"16,-2 3-2-16,2 0-19 0,-4 0-29 0,1 3-23 15,1 0-32-15,0 0-31 0,-2 1-24 0,-1 3-24 16,2-4-41-16,-2 4-24 0,0 0-18 0,0 0-6 16,2 11-6-16,-4-1-10 0,0 5-6 0,-5 4-5 0,0 4-1 0,2 4-13 15,1-2-3-15,1 0 5 0,1-6-11 16,1 0-3-16,-2 1 1 0,3-4-5 0,0 1-2 0,3-5 2 16,-2-1-9-16,0 0-1 0,3-1 3 0,-1-1-2 0,-1-2 5 15,6-4 3-15,-3 2 11 0,0-3 11 0,3-2 8 16,1 0-2-16,3-2-3 0,0-1-13 0,0-4 13 15,3-3-3-15,1 1-4 0,-6-2-4 0,7-2-7 0,-4-3-3 16,1-7-7-16,0-2-7 0,0 2-6 0,-1-4-15 16,-6 2 4-16,-1-1-2 0,-5 8-9 15,-2-3-2-15,-3 4 1 0,-4 1 0 0,-1 3 12 0,-5 1-7 16,-5-1-3-16,2 6-1 0,-3 2 6 0,1 1-11 16,-3 3 3-16,-1 4-2 0,1-1 2 0,2 4 4 15,-1 0-2 1,6 2-6-16,4-3 15 0,-1 1-13 0,7 3-19 15,-3 0 3-15,7 1 1 0,5 1 13 0,2 0 2 0,7 3 8 16,13 2-9-16,3-3-19 0,4-3-33 16,3-3-27-16,1 0-44 0,1-2-52 0,1-7-59 15,-1 1-342-15,-2-4-644 0,-3-2 285 0</inkml:trace>
  <inkml:trace contextRef="#ctx0" brushRef="#br0" timeOffset="59917.85">7862 7968 180 0,'0'0'273'0,"-1"-4"-37"15,1 4-24-15,0 0-22 16,0 0-20-16,0 0-19 0,0 0-9 0,11 13-12 16,1 0-1-16,-3 4-17 0,7 8-5 0,-3 4-5 15,4 3-8-15,1 14-2 0,-9 2-2 0,2 2-7 16,-11 5-3-16,-3 2-1 0,-8 4-9 0,-11 19-1 15,0-28-8-15,-8-3-2 0,-6 2-5 0,-2-3-12 16,-7-4-6-16,-3-8-16 0,-2 5-28 0,-4-10-43 16,-24 8-45-16,17-16-57 0,1-5-307 0,-3-4-497 0,0-3 220 0</inkml:trace>
  <inkml:trace contextRef="#ctx0" brushRef="#br0" timeOffset="60403.65">5630 7998 76 0,'0'0'233'0,"-12"2"-27"0,3 5-15 0,-1 6-21 15,-3 3-19-15,-5 11-17 16,-4 14-11-16,-3 6-12 0,-10 30-11 0,5-2-11 16,2 10-5-16,5-1-3 0,10 2-8 0,4-26 11 15,13 24 11-15,6-28 7 0,8 0-4 16,10-5 1-16,10-2-9 0,6-7-6 0,6-4-17 0,29 9-33 15,-18-20-65-15,2-10-104 0,3-5-267 0,-1-7-435 16,-2-8 193-16</inkml:trace>
  <inkml:trace contextRef="#ctx0" brushRef="#br0" timeOffset="61437.45">8838 8460 78 0,'-5'1'182'0,"-3"-1"-17"0,8 0-9 0,-8 0-8 15,8 0-8-15,-9-1-6 0,9 1-8 0,-6 1 1 16,6-1 3-16,0 0-4 0,0 0-4 0,-7-1-5 16,7 1-3-16,0 0-8 0,0 0-10 0,0 0-5 15,0 0-7-15,0 0-7 0,0 0-2 0,0 0 0 16,0 0-2-16,0 0-2 0,0 0-1 0,0 0-2 0,0 0-2 0,-5-1-3 15,5 1-3-15,0 0-4 0,0 0-4 0,0 0-6 16,0 0-5-16,0 0-3 0,0 0-5 16,0 0 2-16,0 0-5 0,0 0-4 0,0 0-4 0,0 0-2 15,0 0 0-15,0 0-3 0,0 0 2 0,0 0-3 16,0 0 0-16,0 0-3 0,0 0 4 0,0 0-3 16,0 0-3-1,0 0 1-15,0 0-5 0,0 0 3 0,0 0 0 16,0 0-3-16,0 0 1 0,0 0-3 0,0 0-2 0,0 0 1 15,0 0 4-15,0 0 0 0,0 0 5 0,0 0-3 16,0 0-1-16,0 0 1 0,0 0-1 16,0 0 1-16,0 0 2 0,0 0 1 0,0 0-3 0,0 0-1 15,0 0 1-15,0 0-1 0,0 0-2 0,0 0-3 16,0 0 5-16,0 0-4 0,0 0 1 0,0 0 0 0,0 0-1 16,0 0 0-16,0 0-2 0,0 0 2 0,22-3 0 15,-9 0 3-15,9 1-5 0,9-2 2 0,7 0 4 16,1 0-8-16,15-4-4 0,4 4 0 0,-4-3 1 15,5 0 3-15,-2 1-1 0,2-4-17 0,-7 5-15 16,-13 3-15-16,-2-3-22 0,-2 2-17 0,-5 0-26 0,-10 2-23 16,-2-2-27-16,-8 1-42 0,-2-1-281 0,-2-2-523 0,-3 4 232 15</inkml:trace>
  <inkml:trace contextRef="#ctx0" brushRef="#br0" timeOffset="61669.2">9127 8221 77 0,'0'-6'362'16,"0"2"-10"-16,0 0-23 0,-4 0-34 0,7 0-17 16,-3 4-42-16,-3-4-28 0,3 4-30 0,0 0-21 0,0 0-16 15,-5 9-19-15,3 5-14 0,-5 10-5 16,1 4-13-16,-1 5-9 0,-4 22-5 0,6-2-6 0,-3 0-14 0,5-2-30 15,2 1-28-15,2-1-41 0,2-3-49 0,-2 3-58 16,3-17-51-16,0-3-276 0,1-2-515 0,3-9 228 16</inkml:trace>
  <inkml:trace contextRef="#ctx0" brushRef="#br0" timeOffset="62424.47">10055 8265 98 0,'-1'-5'296'0,"-1"-2"-6"0,2 0-25 0,-1 3-9 15,0-1-16-15,-1 0-12 0,2 1-23 0,-2 0-22 16,2 4-17-16,0 0-20 0,1-8-19 0,-1 8-14 0,0 0-13 0,0 0-9 16,0 0-11-16,7 13-10 0,-5-4-6 0,1 3-6 15,3 3-3-15,-2 3-7 0,-3 2-4 0,2 0-5 16,0 4-6-16,0-3 3 0,2 6-7 0,-4-8-2 16,2 6-4-16,-2-5 13 0,4-1-16 0,-3 0-1 15,-1-5 8-15,0-1-14 0,-1-2 1 0,1-3-3 16,-1 2 3-16,0-5-6 0,2 1 1 0,-4-1-3 15,2 0-6-15,0-3 1 0,0-2 4 0,0 5-2 0,0-5-1 16,0 0-2-16,0 0-17 0,0 0-36 16,0 0-40-16,-15-7-56 15,7 1-55-15,1-2-76 0,-5-5-187 0,2-1-507 16,1-4 225-16</inkml:trace>
  <inkml:trace contextRef="#ctx0" brushRef="#br0" timeOffset="62587.3">10085 7938 270 0,'-1'-4'310'16,"1"-1"-23"-16,-1 1-31 0,1 4-29 0,0-6-17 15,0 6-24-15,0 0-21 0,1-5-37 0,-1 5-32 16,0 0-11-16,0 0-17 0,0 0-39 0,0 0-42 16,-2 19-48-16,3-9-37 0,0-2-85 0,0-1-144 15,1 0-355-15,0-2 157 0</inkml:trace>
  <inkml:trace contextRef="#ctx0" brushRef="#br0" timeOffset="63703.25">10939 7750 129 0,'1'-1'203'0,"-1"1"-17"0,2-5-17 0,-2 5-17 0,0 0-16 16,3-3-15-16,-3 3-18 15,0 0-6-15,0 0-10 0,0 0-8 0,0 0-8 16,-10 16-3-16,-1-6-9 0,-5 2-2 0,-5 5-14 16,-2 0-1-16,-4 2-6 0,0 5-4 0,0-6-4 15,0 4 3-15,3 0-6 0,0 0-7 0,-1-1-2 16,5 0 4-16,-2 0-7 0,6-1-2 0,3-3 1 15,0-1-1-15,5-1 1 0,2 0-1 0,2 1 1 16,4 1-6-16,1-1 9 0,7-2 1 0,1 2-3 0,4-2 2 0,6 4-2 16,1-1 1-16,5-3-3 0,-2 0-3 0,5-3 3 15,1 3-3-15,-2-2-1 0,4-1-2 0,-3 2 5 16,0-3-8-16,-2 1 3 0,-10-3-1 0,2 4 1 16,-9-7-3-16,1 7-1 0,-2-3 1 0,-3-1 2 15,-4 2 3-15,-1-3-2 0,-4 2-1 0,-5 2 1 16,-7 1 2-16,-7 2 0 0,-4-2-1 0,-2 0-2 0,-1-2 2 15,-1-3-3-15,2 3 2 0,-2-1 0 0,3-2-1 0,2 0-1 16,3-2-1-16,4-2 2 0,2 0-6 0,0-1-3 16,7-2-4-16,2 0-6 0,3 0-15 15,-1-2-62-15,6 2-85 0,3-11-159 0,8 4-364 16,4-4 161-16</inkml:trace>
  <inkml:trace contextRef="#ctx0" brushRef="#br0" timeOffset="63973.07">11243 8234 122 0,'3'-2'314'16,"-3"-2"-13"-16,0 4-13 0,2-4-17 0,-2 4-22 0,0-4-29 0,0 4-17 16,0 0-25-16,4-4-17 0,-4 4-24 0,0 0-14 15,0 0-6-15,0 0-24 0,0 0-10 0,4 10-5 16,-4-4-8-16,1 0-6 0,-1 4-7 0,3 0-8 15,-2 1-4-15,-1 1-5 0,1 0 0 0,2 1-7 16,-3-1 0-16,0 0-6 0,1 2-9 0,-1 0-11 16,0-1-10-16,-1-2-12 15,-3 2-14-15,4-4-11 0,-4 0-13 0,-1-3-16 16,2 0-16-16,-3-1-33 0,1-2-24 0,0 0-32 16,-2-3-81-16,-2-3-152 0,1-1-440 0,0-5 195 15</inkml:trace>
  <inkml:trace contextRef="#ctx0" brushRef="#br0" timeOffset="64110.9">11215 8039 156 0,'0'-10'297'0,"2"4"-11"15,1 1-23-15,-3-1-22 0,3 2-25 0,-3 2-21 16,0-4-22-16,0 6-18 0,2-6-29 0,-2 6-32 16,0-3-21-16,0 3-14 0,0 0-16 0,0 0-26 15,4 11-30-15,-3-5-31 0,2-2-33 0,-2 4-40 16,3 0-241-16,-4-1-386 15,1-1 171-15</inkml:trace>
  <inkml:trace contextRef="#ctx0" brushRef="#br0" timeOffset="64476.77">11607 8177 288 0,'7'1'275'0,"-7"-1"-30"0,0 0-33 0,3 1-16 16,-1 2-17-16,0 2-23 0,-2-1-15 0,4 2-15 15,-4 0-11-15,1 2-13 0,1 4-9 0,-1-1-8 0,-1 0-6 16,1 1-12-16,1 0-2 0,-2 0-4 0,0-1-10 0,0-2-7 16,-2-3-4-16,2 0-3 0,0-1-5 0,2 2 3 15,-2-4-4-15,0 1 10 0,0-4 20 0,2 7 32 16,0-5 25-16,0 1 28 0,-2-3 10 0,0 0-8 0,0 0-3 15,0 0-26-15,8-12-12 0,1 7-16 16,-2-4-8-16,1-1-15 0,6 3-2 0,-8-1-8 16,2 1 6-16,2 2-19 15,-3 0-3-15,-1 1-9 0,3 1-12 0,0-1-13 16,-4 2-11-16,4 1-5 0,2 1-20 0,0 1-15 16,-2 1-17-16,5 2-18 0,-4 1-23 0,0 1-25 15,3 0-30-15,-3 0-33 0,4 0-65 0,-5-3-317 16,0 4-618-16,-5-4 274 0</inkml:trace>
  <inkml:trace contextRef="#ctx0" brushRef="#br0" timeOffset="65013.7">12347 7956 127 0,'4'-3'212'0,"4"0"-22"16,-2 2-7-16,7-2-21 0,-3 4-16 0,3 1-15 16,-2 1-12-16,2 3-13 0,0 1-6 0,0 5-9 15,1 1-11-15,-5 3-6 0,1 1-5 0,1 7-7 0,-6 0-5 16,-2-5-8-16,-2 8-5 0,-3-3-3 0,-3 3 0 15,-5-1-7-15,-1-2-6 0,1-2 2 0,-3 1-3 0,3-5-3 16,-6 2-2-16,3-3-2 0,0-4 0 0,-1-2 2 16,2 3 3-16,2-5-2 0,1 1 5 0,3-3 6 15,-1-2 8-15,2 0 17 0,3-1 24 0,-1 0 20 16,2 0 26-16,-3-1 35 0,4-3 8 0,0 0 2 0,0 0-7 0,0 0-27 16,0 0-19-16,9-21-3 0,1 10-28 0,-1-3 4 15,4-1-17-15,6-6-8 0,0-1-4 16,2 0-13-16,-1-1-3 0,0-2-10 0,0 3-10 0,0 0-1 15,-5 1-2-15,-3 4-7 0,1 2 1 0,-6 4 2 16,1 1-2-16,-3 2 2 0,3 1 2 0,-3 2-7 16,-1 0-4-1,-3 1-15-15,2 2-8 0,-2-1-26 0,-1 3-15 16,0 0-5-16,0 0 11 0,0 0-2 0,4 12 6 0,-4-4 17 16,-3 3-10-16,3-1 5 0,0 1 4 15,0 3 0-15,4 2 5 0,1-1 2 0,2 2 0 16,1-1 5-16,7-2-11 0,1 1-11 0,7-1-23 15,3 0-35-15,4-2-46 0,2-3-71 0,4-6-96 0,1-2-246 16,-1-4-597-16,-2 2 264 0</inkml:trace>
  <inkml:trace contextRef="#ctx0" brushRef="#br0" timeOffset="65530.46">13363 7693 91 0,'0'0'241'0,"3"-4"-22"0,-2 1-23 0,-1 3-18 0,0 0-24 16,1-4-7-16,-1 4-28 0,0 0-7 0,0 0-15 15,0 0-10-15,-5 20-3 16,-3-14-13-16,-1 9-7 0,-3 1-7 0,-5 6-7 0,-2-2-3 16,-4 1-3-16,0 1-8 0,-3 2-4 0,6 2-4 15,-6-3-3-15,7-2 3 0,-3 4-8 0,3-4-1 16,4 1-6-16,1-1 5 0,6-4-1 16,2 1-2-16,2-2 1 0,1 1 2 0,3 1 4 15,4-3-1-15,4 1 0 0,2-1 1 0,7-3-5 16,-1 1 0-16,7 1-3 0,6 0-2 0,-4-2-1 15,3 0-2-15,-1-2 0 0,-9-3-6 0,2 2 6 16,-2-3-5-16,-1 3 2 0,-2-2-4 0,-5-1 2 16,-1-1-2-16,0 0-1 0,-5 0-2 0,1-1 6 15,-4 3 4-15,-1-2 3 0,-1 2-2 0,-4-1 1 0,-5 0-1 0,-4 1-2 16,-3 1 2-16,-1 1-1 0,-2-4 2 0,-6 4-7 16,0-2 4-16,-1 2-3 0,6-4-2 0,-4 2 1 15,6-3 1-15,1-2 0 0,4 1-2 0,3-3-4 16,4 1-1-16,-1 0-8 0,8-1-10 0,0 0-45 15,0 0-46-15,0 0-15 0,17-10-12 0,4 4-17 16,9 0-33-16,-1-4-123 0,3 2-337 0,4-2 150 0</inkml:trace>
  <inkml:trace contextRef="#ctx0" brushRef="#br0" timeOffset="65762.42">13486 8289 230 0,'36'-9'98'0,"-3"1"31"0,-3-1 11 0,-4 0 20 16,-7 1 16-16,-5 2 11 0,3-1 4 0,-7 2 4 16,0 0 16-16,0-2 13 0,-4 4 3 0,-1 1-6 15,1-1 8-15,-2-1-10 0,0 3-16 0,-4 1-18 16,6-4-18-16,-3 2-11 15,-3 2-13-15,4-1-16 0,-4 1-15 0,0 0-3 16,0 0-26-16,0 0-18 0,5-1-22 0,-5 1-14 16,0 0-5-16,0 0-5 0,1 9 9 0,1-2-14 15,-2 1 1-15,-2 1-5 0,1 0 3 0,1 1-11 16,0 1 6-16,0-1-16 0,-2 1-18 0,4-1-11 16,-2 0-2-16,-2-1-14 0,1-2-14 0,1 1-14 15,0-3-11-15,0 2-15 0,-1-2-2 0,1 1-1 0,0-3 9 16,0-3 2-16,-1 5-3 0,1-5-58 0,0 0-57 0,0 0-281 15,-12-13-539-15,8 4 239 0</inkml:trace>
  <inkml:trace contextRef="#ctx0" brushRef="#br0" timeOffset="65909.64">13729 7997 92 0,'1'-12'263'0,"1"1"7"0,0 0 8 15,-1 5-11-15,-1-1-24 0,2 2-26 0,0 0-20 16,-1-1-23-16,-1 1-18 0,0 5-30 0,2-4-36 15,-2 4-12-15,0 0-13 0,0 0-23 0,7 9-32 16,-3-3-36-16,-2 0-27 0,4 4-50 0,0-2-72 16,-4 2-194-16,2 1-399 0,0-2 176 0</inkml:trace>
  <inkml:trace contextRef="#ctx0" brushRef="#br0" timeOffset="66263.53">13988 8136 118 0,'0'0'302'0,"2"0"-21"0,-2 0-29 16,0 0-26-16,4 4-26 0,-4-4-20 0,2 3-16 0,-2-3-18 15,1 6-14-15,0 1-14 0,-1-5-12 0,0 8-12 16,1-1-6-16,-2 0-11 0,0 2-7 0,-2 3-6 16,2-2-6-16,-2-2-5 0,1 2-4 15,1-3-9-15,-2 2-1 0,2-1-5 0,-1-3-2 0,1-3-2 16,-1 2 0-1,1-2-3-15,-1-1 2 0,2 1 39 0,0-4 29 16,-1 5 38-16,1-5 20 0,0 0 15 0,0 0 17 16,0 0 2-16,0 0-4 0,0 0-23 0,0 0-17 0,11-12-15 15,-4 5-11-15,0-2-13 0,2-1-13 0,0 1-10 16,2 0-13-16,-4 2-3 0,2-1-5 0,-3 3-8 16,1 1-17-16,-4-1 5 0,3 1-6 15,-1 0-17-15,-3 3-21 0,1-2-22 0,-3 3-37 0,9 0-28 0,-9 0-19 0,12 0-12 16,-5 2-23-16,2 1-41 0,0 2-33 15,2-1-51-15,0 0-81 0,-3 0-299 0,2 1-701 16,1-3 310-16</inkml:trace>
  <inkml:trace contextRef="#ctx0" brushRef="#br0" timeOffset="66717.27">14389 8119 229 0,'3'-6'371'0,"-1"1"-3"0,1 0-7 0,-2 0-32 16,0 3-8-16,1-1-37 0,-2 3-29 0,5-5-32 16,-5 5-22-16,2-3-34 0,-2 3-23 0,0 0-19 15,0 0-26-15,0 0-6 0,5 10-19 0,-3-5-9 0,-1 5-9 16,0 0-3-16,-1 3-3 0,2 3-12 0,-5 0-4 0,2 1-3 16,1-2 1-16,1 3-1 0,-1-2-1 0,0-2-5 15,1-2 0-15,2-1 2 0,-2 0-10 0,2-1 2 16,-3-5 2-16,2 2-6 0,1 0 6 0,-2-1-5 15,0-2 4-15,3 1 8 0,-3-3 10 0,3 1 30 16,-4-3-1-16,9 0 9 0,-9 0-11 0,13-5-6 0,-3 0-6 0,-1-2-6 16,0-1-6-16,1-1 1 0,3-5-10 15,1-2-8-15,-5-1-7 0,4-6-11 0,-3 0-12 16,-5 3-4-16,-1-5-2 0,-5-3 2 0,-2 8-9 0,-2 2 5 16,-2 1 4-16,0 0 0 0,-6 2-9 0,2 2 4 15,-2 0 1-15,-1 6 1 0,-3 1 7 16,2 1-7-16,0 4-6 15,1-1 0-15,1 4 17 0,0-1-19 0,-1 1 5 0,1 5-8 16,3-5 10-16,5 5-5 0,-2 0 1 0,1 0-15 16,2 1 8-16,4 2 4 0,4 0 3 15,1 0 0-15,8 2 2 0,11 1-1 0,6-2-15 16,0 0-39-16,5-3-31 0,3-1-37 0,-1-3-46 0,2-2-49 16,0-4-90-16,-7 0-239 0,-4-1-609 0,0-5 270 15</inkml:trace>
  <inkml:trace contextRef="#ctx0" brushRef="#br0" timeOffset="66948.92">14875 7650 246 0,'2'-5'269'0,"0"3"-32"0,1-2-23 0,1 3-19 15,-4 1-17-15,18 2-16 0,-9 7-8 0,10-1-13 16,4 9-10-16,-2 5-8 0,-1 6-13 0,3 4-9 15,1 13-8-15,-3 7-1 0,-5 1-9 0,-3 2-4 16,-8 4-7-16,-6-4-6 0,-10 5-1 0,-15 19-8 16,3-28-4-16,-8-1-3 0,-17 18-8 0,7-22-13 15,-24 11 7-15,16-17-31 0,-6-5-33 0,-19 12-37 0,18-18-30 0,-3-2-53 16,0-10-311-16,-1-3-495 0,0-2 219 0</inkml:trace>
  <inkml:trace contextRef="#ctx0" brushRef="#br0" timeOffset="67434.59">12476 7541 70 0,'0'0'256'0,"0"0"-33"0,0 0-27 15,-14 17-15-15,1 7-24 0,-1 8-11 0,-10 16-13 16,-13 26-21-16,-4 5-11 0,0 3-10 0,3-1-7 15,6-1-8-15,4-2-8 0,9 2 6 0,10 2 38 16,14-22 7-16,13 24-1 0,9-6 9 0,2-24-18 16,27 19-4-16,17-13-14 0,5-8-16 0,11-7-52 15,6-7-90-15,12-11-144 0,-2-8-218 0,-3-9-463 0,-10-10 205 0</inkml:trace>
  <inkml:trace contextRef="#ctx0" brushRef="#br0" timeOffset="83627.73">16154 8147 37 0,'0'0'178'0,"-8"-1"-11"0,8 1-7 0,0 0-9 15,0 0-5-15,0 0-8 0,0 0-8 16,-6 0-7-16,6 0-10 0,0 0-9 0,0 0-2 16,0 0-7-16,0 0-8 0,0 0-5 0,0 0-6 0,0 0 3 15,0 0-5 1,0 0 1-16,0 0 2 0,0 0-5 0,0 0-11 16,0 0-5-16,0 0-4 0,15-6-8 0,4 2-1 15,4 1-7-15,9-1 2 0,5-3-9 0,16 2-8 16,-2-1-15-16,1 2-20 0,-16-1-30 0,1 3-37 15,1-1-40-15,-6-1-54 0,-10 1-195 0,-3 3-401 16,-6-4 179-16</inkml:trace>
  <inkml:trace contextRef="#ctx0" brushRef="#br0" timeOffset="83781.8">16237 8290 213 0,'-4'3'222'0,"0"0"-8"0,2-1-9 0,2-2-4 15,0 0-15-15,19 3-14 0,1-5-17 0,16 0-17 0,18-5-20 0,3 6-33 16,7-6-44-16,-3 2-95 0,-3-2-262 0,-1 0-343 16,-5-3 152-16</inkml:trace>
  <inkml:trace contextRef="#ctx0" brushRef="#br0" timeOffset="84566.92">18422 7589 106 0,'0'0'159'0,"-9"0"-11"15,4 1-10-15,5-1-8 0,-8 1-12 0,8-1-14 16,0 0-2-16,0 0-9 0,0 0-9 0,-9-1-4 16,9 1-10-16,0 0-6 0,-4 2-2 0,4-2-4 0,0 0-6 0,0 0 2 15,0 0-2 1,26 2-4-16,-7-5-2 0,8-2-6 0,13 1-1 0,13-4-2 15,6-1-3-15,9 2-7 0,20-3-3 0,-23 2-7 16,4 3 0-16,-5-3 0 0,-3 3-5 16,-6 4-6-16,-16-2-20 0,-5-2-31 0,-6 3-15 15,-6 1-24-15,-9 1-21 0,-3-3-40 0,-6 3-120 0,-4 0-285 16,0 0 126-16</inkml:trace>
  <inkml:trace contextRef="#ctx0" brushRef="#br0" timeOffset="84952.18">18827 7529 48 0,'-5'2'173'0,"5"-2"-22"0,-8 2-3 16,8-2-11-16,0 0-1 0,-8 0-12 0,8 0-4 0,-6 2-3 0,6-2-11 15,0 0-6-15,0 0-10 0,0 0-1 0,0 0-13 16,0 0-5-16,-5 1-6 0,3 2-3 0,0 1-4 16,2 3-4-16,-4 3-1 0,2 5-3 15,-3 4 2-15,1 9-2 0,-2 3-1 0,-1 5-5 0,2-1 2 16,-1 14 1-16,0 2-4 0,2-1-2 0,-2 0-3 15,6-2-1 1,-1 2-4-16,0-14-3 0,1 8-3 0,2-7-4 16,0-2-1-16,-1-1 0 0,-1-2-5 0,3-2 1 0,-5 1 0 15,2-2-3-15,0-3 1 0,-4-7-1 0,1 1-4 16,-3-4-4-16,1-3 4 0,-1-5-1 16,-6 4 1-16,3-3 0 0,-7-3-1 0,-1-2 3 15,-6-2 4-15,-5-4 3 0,5-1 7 0,-6-1 11 0,1-1 1 16,2-2 13-16,0-2-4 0,2-2 3 0,5 1 4 0,1 3-2 15,3-4-1-15,3 5-2 0,3 1 2 0,-1 1 0 16,4 1-5-16,1-1-1 0,1 0-10 0,1 3-4 16,3 1-15-16,-9-4-24 0,8 2-24 0,1 2-26 0,0 0-15 15,0 0-16-15,0 0-25 0,0 0-22 16,0 0-48-16,0 0-85 0,23 2-174 0,-13-2-477 16,3-1 212-16</inkml:trace>
  <inkml:trace contextRef="#ctx0" brushRef="#br0" timeOffset="85330.4">19166 8254 187 0,'-7'0'255'0,"0"0"-25"15,-4 3-29-15,0 1-16 0,-2 0-17 0,-2 6-18 16,-2 1-14-16,2 4-13 0,-6 4-16 0,3 5-8 16,3-3-9-16,4 4-11 0,2-2-6 0,4-5-4 0,3 0 1 0,2 1 4 15,2-2 0-15,3-1 5 0,4-1-6 0,2-2 3 16,7 0 3-16,9-2-8 0,0-4-2 0,2-5-3 16,3-3-7-16,-1 0-8 0,-2-5-2 0,-1-3-4 15,-10 1 1-15,0-3 11 0,-4-1 5 0,0-3-8 16,-5-2-7-16,-1 0-2 0,-2-2-10 0,-3-7 1 15,-5 2-14-15,-4 6-1 16,0-2-8-16,-7-1-4 0,-1 7-3 16,-7-6-9-16,6 9 3 0,-4-1-9 0,0 2-11 0,0 3-16 15,-1 1-21-15,1 2-27 0,0 1-26 0,5 1-45 16,4 2-35-16,1 0-80 0,4 0-165 0,5 0-471 16,0 0 210-16</inkml:trace>
  <inkml:trace contextRef="#ctx0" brushRef="#br0" timeOffset="85668.8">19975 8035 51 0,'0'0'222'0,"-8"0"-14"0,8 0-8 0,0 0-10 15,-9 0-17 1,9 0-13-16,0 0-14 0,0 0-1 0,-5 0-6 16,5 0-9-16,0 0-11 0,0 0-8 0,0 0-5 15,0 0-5-15,33-3-10 0,-9 0-9 0,8 1-8 16,2-3-8-16,6-2-9 0,10 0-1 0,3-1-8 15,0 1-3-15,2 0-6 0,-2-1-2 0,-2 0-6 16,-13 2-10-16,-3 0-12 0,-2-2-20 0,-5 3-9 16,-9 0-27-16,-9-1-27 0,3 3-47 0,-8-3-52 0,-5 2-230 0,0-1-434 15,-6 0 192-15</inkml:trace>
  <inkml:trace contextRef="#ctx0" brushRef="#br0" timeOffset="85884.54">20243 7818 235 0,'-3'-4'330'0,"2"2"8"0,0-3 2 0,1 5-13 15,0-5-5-15,0 5-47 0,-2-5-25 0,2 5-24 16,0 0-38-16,0 0-31 0,0 0-23 0,0 0-20 16,-2 25-5-16,1 2-9 0,-7 6-12 0,3 13-6 15,-3 3-4-15,-1-1-12 0,4 1-1 0,5-3-46 16,0 4-33-16,0-2-51 0,0 1-47 0,-5-1-62 0,4-12-116 0,-3 0-242 15,-1-8-575-15,0-8 254 0</inkml:trace>
  <inkml:trace contextRef="#ctx0" brushRef="#br0" timeOffset="90210.85">21407 7640 11 0,'-3'-2'165'0,"2"-2"-12"0,1 4-9 16,0-5-11-16,0 5-6 0,0 0-13 0,0-6-7 15,0 6 3-15,0-3-11 0,0 3-5 0,0 0-11 16,1-5-7-16,-1 5-5 0,4-4-7 0,0 1-2 0,1 1-6 16,0 0-6-16,0 0 2 0,3 0-5 15,2-2-3-15,3 2-3 0,1 0 1 0,4-1-4 0,0 0-3 0,1 2-1 16,2-2-1-16,-2 3-3 0,2 1-2 0,-1 5-1 15,-2 0-1-15,2 1-2 0,-4 4-4 0,0 1 1 16,-2 1-5-16,-1 9 0 0,-7 3-7 0,-2-2-1 16,-4 5-1-16,-6 2 1 0,-5 0-3 0,-4 3 1 15,-12 8-3-15,-1-4 2 0,-4-1-4 0,6-10 4 0,-12 7-5 16,0-3 3-16,7-9 3 0,3-3-4 0,-1-1-1 0,1-3-1 16,2-1 3-16,9-3 2 0,0-4 4 0,2-1 0 15,4 2 7-15,2-3 18 0,3-2 21 0,-1 0 24 16,2 3 20-16,0-4 3 0,5-1-9 0,-5 1-10 15,5-1-8-15,0 0-8 0,23-10-13 0,-4 5-1 16,2 1-8-16,8-3-4 0,4 1-3 0,-1 0-8 31,5 1-1-31,0 1-1 0,3 0-6 0,-3-1-9 16,4 1-6-16,11 1-16 0,-12 0-24 0,-3-1-29 0,1 1-37 16,-2 1-57-16,2-2-77 0,-6-1-244 0,-4-2-516 0,3 1 228 15</inkml:trace>
  <inkml:trace contextRef="#ctx0" brushRef="#br0" timeOffset="91263.9">22409 7539 11 0,'-7'0'168'0,"1"1"-12"0,1-1-19 0,5 0-9 0,-10 1-7 16,10-1-11-16,0 0-2 0,-9-1-10 0,9 1-17 15,0 0 8-15,0 0 5 0,0 0-9 0,34 0-9 0,-12-1-1 16,7 1-16-16,3-3-3 0,4 2-6 16,4-5-2-16,12 1-2 0,-12 2-6 0,12 2-4 15,0-5-1-15,-12 3-4 0,-1 2-1 0,-3-3 1 0,-4 2-4 16,-4 1-11-1,-10 0-3-15,-4-1 4 0,-1 2-8 0,-4-1-6 16,0 1-4-16,-5-2-5 0,-4 2-5 0,0 0-15 16,0 0-10-16,0 0 0 0,0 0-7 0,-27 0 4 15,13 2-4-15,0-2 2 0,-4 0 8 0,0 1-5 16,-2 1-9-16,2-2 24 0,0 0 0 0,4 0 4 16,1 0 2-16,0 1 1 0,2-2 3 0,2 1-2 15,1 1 1-15,1-1 10 0,-1-1 18 0,8 1 3 0,-8 0 5 0,8 0 12 16,0 0 8-16,-9 0 3 0,9 0 6 0,0 0 2 15,-10 0 4-15,10 0-2 0,0 0-11 0,0 0 2 16,0 0-6-16,0 0-2 0,0 0-1 0,-5 1-7 16,5-1 4-16,-4 4-3 0,4 2 0 0,-1 1 0 15,-3 1 3-15,0 9 0 0,4 3 8 0,-4 6-6 16,-2 1-3-16,2 5 1 0,-1-1 1 0,5 3-2 0,-4 12 1 0,0-11-2 16,3 0 0-16,-1 12 1 0,0-11-6 0,0-4 1 15,-2 1-3-15,3-4-5 0,-2-1 0 0,-1-1 0 16,0-8-5-16,-1-1 0 0,0-1-2 0,-1-3 3 15,-2-4-4-15,0 0 1 0,1 0 1 0,-5-1 1 16,1-2 1-16,1-2 3 0,-4 0 1 0,-6-1 5 16,1-1 4-16,1-2 3 15,6-1-2-15,-5-3 4 0,4 1-6 0,-3 1 0 16,4-3 3-16,2 1 2 0,0 0-1 0,2 2 7 16,2 0-4-16,0-2-2 0,2 1-10 0,4 2 1 15,-8-4-10-15,5 1-22 0,3 3-23 0,-4-1-46 16,4 1-54-16,0 0-60 0,0 0-85 0,9-8-186 15,-1 3-500-15,2 1 222 0</inkml:trace>
  <inkml:trace contextRef="#ctx0" brushRef="#br0" timeOffset="91642.71">22993 8042 14 0,'0'0'339'0,"0"0"-36"0,5 2-31 0,-5-2-26 0,0 0-18 15,0 0-33-15,4 2-21 0,-2 1-18 0,2-1-14 16,3 1-15-16,-1 1-14 0,0 4-9 16,2 0-17-16,-3 1-9 0,0 3-9 0,-1-3-9 15,-3 4-8-15,2 2-3 0,-4-1 0 0,-2 0-9 0,-2 4-1 0,-2-2-7 16,1-6-1-16,1 2-5 0,-4 0-2 0,3-5-2 15,-1 1-5-15,2 0 2 0,0-2-5 0,1-2 4 16,2-1 3-16,-1 0 19 0,2 0 17 0,1-3 9 16,-3 5-3-16,3-5-8 0,0 0 1 0,22 0-8 15,-3-1-4-15,9-4-7 0,3 3-5 0,2-1 0 0,4 2-6 16,-5-1 1 0,3 1-1-16,-5 1-6 0,1 0-1 0,-9 0-7 15,-3 1 2-15,1 0-5 0,-4-2 0 0,-5 2-7 16,-1 0 4-16,-2-1-3 0,-2 1-10 0,0-1-15 15,-6 0-14-15,7 0-14 0,-7 0 0 0,4 4-19 16,-4-4-47-16,-11 4-68 0,5-2-144 0,-5-2-173 16,1 0-541-16,10 0 239 0</inkml:trace>
  <inkml:trace contextRef="#ctx0" brushRef="#br0" timeOffset="93283.65">23990 7527 100 0,'0'0'192'0,"0"0"-7"0,-4-3-16 16,4 3-10-16,0 0-7 0,-4-3-10 0,4 3-4 16,-4-1-7-16,4 1-9 0,0 0-5 0,-6-2-13 15,6 2-7-15,0 0-7 0,0 0-6 0,-4-2-14 16,4 2-8-16,0 0-10 0,0 0-3 0,0 0-3 15,0 0-9-15,0 0-3 0,0 0-4 0,0 0 0 16,0 0-7-16,0 0-1 16,0 0 1-16,0 0-3 0,0 0-4 0,0 0-2 15,18 3-2-15,-6-4 1 0,5-3-2 0,3 3 1 16,1-2-2-16,2 0 1 0,5-1-3 0,-6 0-3 16,-2 1 3-16,-1-3-4 0,0 1 1 0,-2-1 1 15,0 0 4-15,-7 0-2 0,1 3 8 0,-3-3 8 16,-1 1 8-16,-1 1 3 0,-2-1 1 0,-1 1 0 15,0 0-5-15,-3 0-3 0,-5 0-5 0,1 1-2 0,-5 0-1 0,-4 3-2 16,-4 0-2-16,-4 3-4 0,-8 1-1 0,-4 6-1 16,1 0-4-16,-4 2 0 0,0 5-1 0,1-3 0 15,-8 13-2-15,10-7 0 0,4 1 2 0,-11 9-5 16,13-7 6-16,2 0-3 0,5 2 2 0,6 0 0 16,3-3-3-16,6-2-7 0,1-2-1 0,9 0 1 15,6 6 2-15,10-5 5 0,3-2-3 0,14-1 4 0,17 0-3 0,9-7 0 16,28-4 0-16,-1-3 2 0,-26-4-3 15,27-10 0-15,-28 7 2 0,28-9 2 0,-33 4-4 0,-3-2 0 16,-5-3-3-16,-1 3 2 0,-17 0-3 0,-1 0-1 16,-5 0 3-16,-8 3 3 0,-3-3 1 0,-2 3 10 15,-7 0 7-15,0 0 1 0,-3-2 2 0,-4 5-7 16,-3-2-2-16,-2 1 0 16,-4 3-1-16,-4-2-1 0,-2 4 0 0,-7 1-7 15,-1 2 6-15,-5 1 1 0,2 2-3 0,-2 5-3 16,1-1-1-16,8-3 1 0,1 5 0 15,1-2-3-15,0 2-2 0,7-4 2 0,-2-1-2 0,7 3-5 16,-4 0-2-16,8-3 3 0,1 3-5 0,4-2 4 16,3-2 2-16,4 3 0 0,8-4-2 0,-1 0 5 15,5-2 0-15,-2-1-2 0,7-3 3 0,-7-1-1 0,-2 0 2 16,-5-1 0-16,4-3-4 0,-6 3 8 0,-2-2-8 0,-1-3-4 16,-3 1-1-16,1 0-2 0,-4-1-9 0,0 0-6 15,-7-2-2-15,3 3 0 0,-4 0-8 0,-2 2-3 16,1-3-1-16,-7 4-11 0,7-3-5 15,-6 5-16-15,-2 0-10 0,1 1-11 0,-1 0-24 0,4 1-19 16,1-1-35 0,1 2-189-16,-2 0-386 0,8-1 170 0</inkml:trace>
  <inkml:trace contextRef="#ctx0" brushRef="#br0" timeOffset="93683.59">25178 7474 147 0,'1'-3'222'0,"-1"3"-20"0,4-3-25 0,-4 3-13 15,0 0-20-15,0 0-18 0,0 0-8 0,0 0-17 0,-14 10-7 0,5-4-8 16,-4 0-9-16,-1 6-9 0,1-3-7 0,-5 1-6 15,3 2-6-15,0-2-1 0,-2 4-8 0,4-1-6 16,2-1-2-16,-2 2-2 0,7-3-2 0,-2 3-3 16,3-3-3-16,1 0-7 0,3-1 5 0,4 1 0 15,3-1-2-15,0 2-3 0,7-2 2 0,2 2-3 16,1-2-3 0,1-3 1-16,0 0-2 0,2 2 0 0,0-1-3 0,-2-4 4 15,-4 1-2-15,-3 0-2 0,-1-1-3 0,1-2-9 16,-5 2-1-16,-1-2-5 0,1 1-3 0,-3-2 6 15,-2-1 1-15,-3 6 4 0,-5-3-4 16,-3 2 0-16,-6-1-6 0,-3 1-10 0,-1 0-28 0,-2-2-20 16,4 0-51-16,-4 1-48 0,4-3-136 0,-1-1-331 15,5 1 147-15</inkml:trace>
  <inkml:trace contextRef="#ctx0" brushRef="#br0" timeOffset="94184.66">25456 7449 177 0,'0'0'245'0,"0"0"-23"0,8-5-27 0,0 2-17 15,3 2-20-15,3 2-16 0,-1-1-15 0,6 1-18 0,0 2-10 0,2 1-10 0,-1 0-9 16,-2 1-8-16,3 2-7 0,-1 1-5 15,-4 2-9-15,0-1-6 0,-3 1-9 0,-2 2-7 16,-4-2-7-16,-2 6-4 0,-3-4 0 0,-3 4-3 16,-5 2 1-16,-7 7-4 0,-6-5-3 0,-4 1-1 0,-4 1 1 15,0-3-1-15,-1-2-8 0,1 0 8 0,-2-4-4 16,2 1 1 0,0-2-2-16,8-4 4 0,4-3-5 0,2 0 4 15,1-1-6-15,6 0 4 0,-3-1 5 0,4-1 2 16,0 0 10-16,2 0 2 0,3-2 4 0,0 0 2 15,0 0 1-15,12 3 3 0,2-3-5 0,5-1-5 16,10 0-3-16,2-1 2 0,2-1-24 0,0 1-23 16,3-1-46-16,0-1-54 0,0 0-88 0,-4-2-153 0,-2 1-396 15,-8-1 176-15</inkml:trace>
  <inkml:trace contextRef="#ctx0" brushRef="#br0" timeOffset="94616.05">26103 7599 137 0,'4'-4'366'0,"0"-1"-12"0,1 1-12 15,-4 1-13-15,2 2-24 0,-3 1-21 0,5-5-29 16,-5 5-23-16,2-2-31 0,-2 2-20 0,4-3-16 16,-4 3-32-16,0 0-33 0,0 0-27 0,0 0-11 15,0 0-11-15,0 0-3 0,1 11-4 0,-1 0-6 16,-2-1 9-16,1 1-16 0,1 3-1 0,-3 0-5 15,0 0-2-15,2 0-2 0,1-3-6 0,-2 1 2 0,0 2-6 0,2-2 13 16,4-3-10-16,-1 2-1 0,2-2 14 0,-3-1-14 16,2-2 2-16,-1-1 16 0,2 1-17 0,1-2 9 15,3 0 8-15,0-1 3 0,0-2 5 0,1-2 0 16,3-1 7-16,-4 0 2 0,5-4 24 0,-5 2-15 16,5-3-6-16,-4-1-11 0,2-4 2 0,-1-4-4 15,0 3-12-15,-4-7-12 0,1-4-9 0,-3-1-22 0,-2 0 8 0,-5-1-13 31,0 6 6-31,-7 2-4 0,2 1 13 0,-3-1-6 16,-4 6-2-16,5 1 4 0,-4 0-3 0,2 4 1 0,-1 1-1 16,2 2 2-16,-4 3 4 0,5 1-3 0,-1 0-1 15,0 3-2-15,3 2 1 0,2 0-3 16,3 2-13-16,0 3-5 0,2 1 1 0,7 5 4 16,4-2-1-16,12 8-7 0,4-6-23 0,5 1-14 0,3-2-30 0,16-1-41 15,1 0-56-15,-1-8-66 0,3 0-296 0,-14-5-610 16,11-1 271-16</inkml:trace>
  <inkml:trace contextRef="#ctx0" brushRef="#br0" timeOffset="94848.37">26895 7590 294 0,'-5'1'375'0,"5"-1"-10"0,0 0-9 0,-4 1-19 16,4-1-31-16,0 0-36 16,0 0-7-16,32-5-43 0,-2 1-13 0,5 0-31 15,5 0-26-15,16-1-12 0,3 0-20 0,0 0-33 16,-2 1-40-16,-7-2-45 0,-17 1-31 0,-1 0-35 16,-2 1-28-16,-8 1-37 0,-5-1-24 0,-5-1-24 15,-1 2-25-15,-2-4-11 0,-7 3-224 0,-4-4-475 16,-7 2 211-16</inkml:trace>
  <inkml:trace contextRef="#ctx0" brushRef="#br0" timeOffset="95033">27272 7417 22 0,'-11'-6'215'0,"2"1"-1"16,2-1 8-16,0 0 12 0,2 2 10 0,1 3 5 15,0-2-3-15,1 0-9 0,3 3-23 0,-4-5-9 16,4 5-35-16,0 0-16 0,-3-1-26 0,3 1-13 16,0 0-11-16,0 0-16 0,-5 12-15 0,6-2-2 15,-4 4-4-15,2 12-10 16,1-1-2-16,4 1-3 0,-4 8-8 0,4 16 6 15,2-3-7-15,-2-11-45 0,0-2-47 0,4 16-63 16,-3-16-60-16,-5-2-368 0,3-3-585 0,-1-9 259 16</inkml:trace>
  <inkml:trace contextRef="#ctx0" brushRef="#br0" timeOffset="95834.24">28026 7305 72 0,'-1'-3'256'0,"1"3"-31"0,0-6-20 0,0 6-23 16,5-2-18-16,4 2-10 0,1 2-19 16,9 1-17-16,-1 2-12 0,3 2-9 0,4 4-12 0,1 3-6 15,-3 2-9-15,0 2-6 0,-3 1-5 0,-4 3-9 0,-2 0-8 16,-5 1 0-16,-6 3-6 0,-1-1-7 0,-5 7-3 16,-5-4 0-16,-4 1 2 0,-4 0-8 0,0-3-1 15,-2-3-4-15,-3-1 2 0,3 0-3 0,-1-11 3 16,3 1 4-16,3-1 10 0,3-5 4 0,0 0 4 15,2-1 3-15,4 1 1 0,-1-3 7 0,2 0 14 16,-2 0 3-16,5-3-6 16,0 4-2-16,0-4-5 0,19-2-8 0,11-2-4 15,4 0-21-15,20-8-33 0,0 4-45 0,6-1-66 16,2-5-74-16,1-1-260 0,-4 2-494 0,-3-1 219 16</inkml:trace>
  <inkml:trace contextRef="#ctx0" brushRef="#br0" timeOffset="96491.16">28891 7224 126 0,'0'0'225'0,"0"0"-5"15,0 0-11-15,0 0-10 0,0 0-18 0,0 0-18 16,0 0-20-16,0 0-13 0,0 0-10 0,24-5-13 16,-3 3-12-16,8-5-9 0,7 3-10 0,18-1-9 0,-2-1-7 0,3 0-6 15,1 1-5-15,-2-2-8 0,-3 2-5 0,-15 1-6 16,-1 1-7-16,-7 1-10 0,-7 0-13 0,-3 0-11 15,-8 0-6-15,-1 2-9 0,-5-1-12 0,-4 1-20 16,0 0-10-16,0 0-6 0,0 0-9 0,-41 1-12 16,18 1 4-16,-5 0-3 0,-1-2 16 0,1 2 16 15,-2 0-2-15,10-1 7 0,-4 0 1 0,3-1 10 0,3 1 11 16,-2 1 9-16,8-1-4 0,-2 1 9 0,5-1 10 16,1 2 5-16,2-3 16 0,1 1 8 0,5-1 4 0,-9 1 6 15,9-1 5-15,-8 0 5 0,8 0 7 0,0 0 9 16,-6 3 8-16,6-3 1 0,-1 3-3 0,1-3-8 15,1 5 6-15,2 0 7 0,-3 1-3 16,3 0 2-16,-1 6 2 16,2 4 1-16,-1 2 1 0,1 8 2 0,-2 1 1 15,1 3-3-15,0 3-2 0,-2 1-3 0,4 3 1 16,-1 12-2-16,-1 2-1 0,2-1-7 0,-1-4-11 16,-4-11 0-16,2 2-2 0,-2-3-4 0,0 2-5 15,0-7-5-15,-2 3 1 0,0-3-3 0,-3-6 0 0,1-3-2 16,-1-3-3-16,-4 0 4 0,2-4 2 15,-2-3-2-15,-5 2 0 0,0-3-3 0,-4-4 0 0,0-1 11 0,-3-2-10 16,1-2 1-16,-2-1 1 0,-1-4-2 0,4 1 14 0,0-4 4 16,0 3 0-16,0 0 5 0,7-2-3 15,-2 3 17-15,5 0-18 0,3 1-4 0,-1 0 0 16,2 1-9-16,0-1-8 0,1 2-9 0,-1-2-19 16,5 3-35-16,-5-2-41 0,5 2-49 0,-6 0-39 0,6 0-38 15,0 0-89 1,0 0-187-16,0 0-526 0,0 0 233 0</inkml:trace>
  <inkml:trace contextRef="#ctx0" brushRef="#br0" timeOffset="96937.54">29413 7782 156 0,'0'0'309'0,"2"-3"-30"0,-2 3-26 0,0 0-26 16,0 0-28-16,0 0-20 0,0 0-24 0,0 0-13 15,1 9-11-15,-1-2-11 0,-1 0-11 0,0 4-9 16,-2 0-11-16,-2 5-7 0,3 2-10 0,-3 1-6 16,1 0-7-16,0 0-10 0,3 0-1 0,-2 0-4 0,2-4-1 0,2 2-7 15,-1-5 1-15,1-2-10 0,1-3-2 0,2 2 1 16,-1-4-5-16,2 2 6 0,4-1 16 0,0-1 8 16,0-2 2-16,1-1 3 0,3-1-4 0,-3 0 4 15,2-1-3-15,-6 0-6 0,2 0 12 0,-2 0-21 16,-6 0-4-16,9 0-5 0,-9 0-5 0,9 1-9 15,-6 1-7-15,-2 0-1 0,3 4-1 0,0 3 1 0,-3 1 1 0,0 2-5 16,-1 3 5-16,0 0 1 0,-1 3-15 0,2-3-31 16,-3 4-30-16,0-1-45 0,-4 0-56 0,5-2-79 15,-3-3-277-15,-4 2-567 0,3-9 252 0</inkml:trace>
  <inkml:trace contextRef="#ctx0" brushRef="#br0" timeOffset="98608.78">30258 7313 163 0,'-1'-5'170'0,"1"5"-7"0,0 0-9 0,-1-5 1 16,1 5-16-16,-1-4-8 0,1 4 0 0,0 0-8 15,0 0-11-15,-3-3-9 0,3 3-5 0,0 0-8 16,0 0-1-16,0 0-13 0,0 0-2 0,-1-4-5 16,1 4-6-16,0 0-12 0,0 0-2 0,0 0-5 0,0 0-4 0,0 0-7 15,0 0-5-15,0 0 3 0,0 0-6 0,0 0-2 16,23 4-4-16,-12-4-2 0,7 0 0 0,1 0-2 15,4-1 2-15,-2-2-4 0,7-1-4 0,0 1-3 16,0 0 2-16,-6-1-2 0,7-2 0 16,-11 1 0-16,10-1-2 0,-10 1 2 0,1-3-5 0,-6 0-1 15,0 3 5 1,-4-3 7-16,-1 2 1 0,-2-1 2 0,-3 0 2 16,0 2 0-16,-1-2-4 0,-5 2-2 0,-1 2-1 15,-3-2-3-15,-5 1 4 0,-2 0 0 0,-8 3-8 16,-6 1 3-16,-2 4-3 0,-2 1 0 0,-2 2-2 15,0 7 3-15,-2 1 1 0,-14 7-1 0,7 3-4 16,-2 0 1-16,13-4-1 0,-6 8-1 0,8-3 1 16,6-3-1-16,4 3 1 0,2 1-2 0,7 1 7 0,6-2 1 0,2 0-1 15,10 0 7-15,9 1 1 0,7-2-3 0,16 6 1 16,14-6 3-16,5-4-6 0,4-8 2 0,30 5-2 16,-30-8-2-16,29-8-2 0,-27-2 2 0,-3 0-3 15,-1-5 3-15,-2-2-4 0,-5 1-4 0,-17-3-1 16,-2 1 1-16,-3-3 0 0,-5-1-2 0,-7 2 4 0,-5-2-1 15,-1-3 2 1,-4 6 4-16,-4-3 6 0,-5 0 0 0,-4 2-6 16,2-2 2-16,-7 2 0 0,-3 0-1 0,-6 1-2 15,3 4 3-15,-7 4 1 0,-6-5-3 0,-2 6-2 16,0 4 2-16,2 2-1 0,1 0-2 0,-1 5-4 16,6-4 6-16,3 3-4 0,1-1 0 0,4 1 3 15,1 1 0-15,6-3-2 0,0 4 0 0,5-2-6 16,2 2 2-16,4-3 6 0,4 0-1 0,0-1 2 0,6 2-3 0,5-2 0 15,3-6 0-15,0 3 1 0,0-1-2 0,-1-2 1 16,1-6 1-16,-1 0-2 0,-1 0 1 0,-5 0 4 16,2-4-5-16,-7 1-3 0,0-1-1 0,-1-1-5 15,-4 0-3-15,-1-1-4 0,0 0-8 0,-4 0-10 16,-2 3-16-16,0-2-16 0,-3-3-11 0,-4 4-9 16,-1-1-12-16,0 2-18 0,-2 0-19 0,0 0-39 0,0 1-172 0,2 2-374 15,-2-2 166-15</inkml:trace>
  <inkml:trace contextRef="#ctx0" brushRef="#br0" timeOffset="98978.46">31323 7390 78 0,'-4'-4'219'0,"4"4"-22"16,-1-3-16-16,1 3-18 0,-9 0-15 0,9 0-18 0,-12 3-9 0,5 1-12 15,-3 2-13-15,-1 0-4 0,1 0-11 0,-5 3-13 16,3-2-3-16,-2 2-8 0,4 0-4 0,0 1-6 16,0-1 2-16,3 2-11 0,1 0-3 0,1 1-1 15,3-1-4-15,0 4-5 0,4 3-3 0,2-4 0 16,3 0-3-16,4 2 0 0,7 5-2 0,-4-5 0 15,5 0 0-15,3 1-5 16,-2 0 17-16,-4-6-18 0,-1 1-4 0,-1-2 1 16,-6-3-1-16,1 1-2 0,-2-1 0 0,0 0-3 15,-5-2 0-15,1 0 10 0,-2-1-10 0,-3 0 3 16,-2 0-2-16,-3 0 2 0,-4-1-4 0,-6 2 1 16,-1-3-6-16,-1 1-17 0,-1-1-35 0,-1-2-51 15,2-4-56-15,-3 1-173 0,3-2-364 0,5 1 161 16</inkml:trace>
  <inkml:trace contextRef="#ctx0" brushRef="#br0" timeOffset="99442.19">31632 7354 42 0,'0'0'322'0,"0"-2"-26"16,0 2-30-16,0 0-26 0,0-6-27 0,0 6-24 16,0 0-23-16,0 0-19 0,0 0-15 0,0 0-14 15,0 14-11-15,-4-5-17 0,3 0-1 0,-3 3-10 16,0 6-9-16,-2-1-8 0,0 3-6 0,2-1-4 15,1-1-7-15,-1 2-2 0,1-1-2 0,3 5-6 16,-2-4-1-16,7 0 2 0,-1-5-6 0,1 0-3 16,1-1-2-16,2-3 1 0,-3-1-4 0,4-3 0 0,5-1-6 0,-2-4 0 15,2 3-1-15,0-5-1 0,-1 0-2 0,5 0 7 16,-1-3 4-16,-4-1 9 0,0 1 5 0,-1-1 11 16,-3 2 12-16,-3 0-1 0,1 0 2 0,-1 1-8 15,-1-1 1-15,-5 2-7 0,6-1-19 0,-6 1-6 16,0 0-1-16,9 5-6 0,-5 0-8 0,-4 0 0 15,5 2 3-15,-5 3-5 16,1 2 2-16,1 0 1 0,-2-2-21 0,2 6-18 16,-2-2-27-16,0 2-34 0,0 0-27 0,0-5-32 15,0 1-52-15,4-2-109 0,-4-3-162 0,1 0-512 16,3-4 226-16</inkml:trace>
  <inkml:trace contextRef="#ctx0" brushRef="#br0" timeOffset="99843.34">32154 7506 106 0,'3'-6'369'15,"1"1"-16"-15,0-2-19 0,-3 2-37 0,2 1-14 0,-1 3-35 16,-2 1-31-16,3-6-25 0,-3 6-30 16,0 0-11-16,0 0-25 15,0 0-2-15,-9 12-24 0,3-4-3 0,-2 7-10 16,-2-1-6-16,0 4-9 0,2-4-10 0,-1 0-4 15,1 1-11-15,-1 2-7 0,4-5 3 0,1 5-6 16,1-5-1-16,3 0 0 0,-2 0-7 0,2-2-3 16,2 2-2-16,1-5-1 0,0 3 4 0,-2-5-1 15,3 2 8-15,2-2 8 0,2-2 9 0,2-1 5 16,1 0 9-16,1-2-6 0,0-3 0 0,-1-1 10 0,2-1 2 16,4-3-12-16,-4-6-3 0,-1 3-2 0,2-3-12 0,-3-2-1 15,-3-1-10-15,1-7-18 0,-5-2-9 0,-4 6 5 16,-2-6-5-16,-7-3-1 0,-7 2-4 0,-3 2-5 15,-3 0 8-15,-6 4-2 0,-2 0 3 0,0 7-6 16,2 3 5-16,0 1-3 0,7 6 0 16,0 1-5-16,-2 3-2 0,3 3-3 0,2 2-6 0,1 4 8 0,8-1-8 15,3 4-3-15,3 5 4 0,12 8-1 0,10-3 9 16,26 10-6-16,14-7-50 0,37 8-64 0,-1-5-99 16,11-9-149-16,-5-4-256 0,-1-9-685 0,-9-1 302 15</inkml:trace>
  <inkml:trace contextRef="#ctx0" brushRef="#br0" timeOffset="100897.93">18257 9578 143 0,'0'0'186'0,"0"0"-17"16,-7 0-13-16,7 0-14 0,0 0-12 0,0 0-17 0,0 0-6 0,0 0 2 15,21-2-10-15,-2 2-9 0,3 0-8 0,10-3-14 16,6 0-3-16,2-1-5 0,16 2-6 0,2-3-6 16,0 0-3-16,4-2-5 0,-2 2-6 0,-2-2-6 15,-1 2 0-15,-5 2-18 0,-16 1-20 0,0-1-38 16,-4-1-27-16,-3 0-25 0,-11 0-67 0,-3 0-101 15,-7 1-290 1,-3 1 129-16</inkml:trace>
  <inkml:trace contextRef="#ctx0" brushRef="#br0" timeOffset="101145.02">18730 9376 276 0,'-1'-5'335'0,"-1"-1"-23"0,0 4-19 0,-1-2-13 16,3 4-28-16,0-6-24 0,0 6-19 0,-2-3-27 16,2 3-18-16,-4-4-16 0,4 4-24 0,0 0-23 0,0 0-27 15,0 0-13-15,-6 10-3 0,4-1-2 16,2 4-7-16,-2 6-7 0,-2 8-7 0,-1 1-3 16,2-1 5-16,2 0-8 15,-3 2-3-15,4-3-9 0,-1 1-17 0,2 0-22 0,-2-8-18 16,3 1-21-16,1-2-19 0,-1-1-21 15,2-1-14-15,0-5-7 0,3 1-39 0,3-3-73 16,0-3-180-16,2-1-449 0,7-3 198 0</inkml:trace>
  <inkml:trace contextRef="#ctx0" brushRef="#br0" timeOffset="101329.85">19539 9506 135 0,'4'0'332'0,"-4"0"-36"0,6 0-26 0,-6 0-29 0,9-2-23 16,-9 2-22-16,8 0-19 0,-8 0-31 15,10-3-29-15,0 1-24 0,8-3-22 0,0 0-29 16,11-1-38-16,3 0-53 0,4 0-61 0,13-7-91 16,-11 5-129-16,1-2-357 0,11 1 158 0</inkml:trace>
  <inkml:trace contextRef="#ctx0" brushRef="#br0" timeOffset="101461.37">20548 9389 131 0,'4'1'220'0,"1"1"-28"0,-5-2-10 16,14-3-21-16,-2 3-22 0,4-1-30 0,4-2-40 16,1 0-53-16,11-2-62 0,0-1-150 0,0-2-212 15,1 1 94-15</inkml:trace>
  <inkml:trace contextRef="#ctx0" brushRef="#br0" timeOffset="101630.13">21288 9325 132 0,'0'0'220'0,"9"1"-20"0,-9-1-17 0,8-1-15 0,-8 1-18 16,13-3-20-1,-1 2-21-15,1-1-39 0,1-1-39 0,4-3-35 16,1 4-31-16,-1-3-33 0,0 1-51 0,-8 2-76 15,4-1-210-15,-5-1 92 0</inkml:trace>
  <inkml:trace contextRef="#ctx0" brushRef="#br0" timeOffset="104132.25">17741 7433 61 0,'0'-4'245'0,"-3"0"-15"0,3 4-23 0,-1-5-15 0,-3 2-19 0,4 3-19 15,-1-4-13-15,1 4-19 0,-6-1-9 0,6 1-9 16,-9 8-11-16,-3 4-10 0,-7 8-10 0,-2 6-3 16,-8 15-8-16,0 10-2 0,-16 24-10 0,4 5-3 15,4 1-6-15,5-2-3 0,12-21-4 0,3 22 0 16,8-24-1-16,7 4-7 0,9-4-1 0,14 23-3 16,2-23-4-16,20 19-10 15,12-8-18-15,-6-24-31 0,26 11-53 0,13-10-131 16,3-8-141-16,2-6-395 0,-1-11 176 0</inkml:trace>
  <inkml:trace contextRef="#ctx0" brushRef="#br0" timeOffset="104786.9">23463 8958 232 0,'0'0'261'0,"1"-4"-22"0,-1 4-29 0,0 0-23 16,0 0-19-16,0 0-18 0,13 14-8 0,-3 1-10 0,3 9-11 15,0 5-9-15,5 16-11 0,2 6-8 16,-4 3-4-16,0 3-8 0,-2 26-5 0,-5-28-8 15,-8-1-8-15,-1 0-14 0,-10 1-4 0,-12-4-24 16,-10 2-30-16,-25 9-42 0,-16-10-55 0,-5-6-110 16,-5-10-154-16,22-14-403 15,-26 5 179-15</inkml:trace>
  <inkml:trace contextRef="#ctx0" brushRef="#br0" timeOffset="107169.75">9599 12179 123 0,'-6'1'119'0,"6"-1"-7"0,0 0-17 16,0 0-3-16,0 0-4 0,-6 2-15 0,6-2-15 15,0 0 1-15,-6 0 0 0,6 0-6 0,0 0-6 16,-9 2-13-16,9-2 0 0,-4 2 10 0,4-2-15 16,0 0 1-16,-5 1 4 0,5-1 5 0,0 0 0 15,0 0-2-15,0 0-11 0,-5 2 6 0,5-2-5 16,0 0-6-16,0 0-2 15,0 0 4-15,0 0-3 0,0 0-1 0,0 0 10 16,0 0-1-16,0 0 4 0,0 0 2 0,0 0-3 16,0 0 2-16,0 0-10 0,0 0 2 0,0 0-3 15,0 0-3-15,0 0 5 0,0 0 12 0,26 0 6 16,-8 0 6-16,11 0 3 0,1-3 0 0,7 1 11 16,16-6-3-16,2 4 4 0,-2-1 2 0,6-2-5 15,-3 2-4-15,1-2-5 0,-5 2-5 0,0-1-3 0,-15 3 0 0,2-2-8 16,-2 2-3-16,-4-1-3 0,-1 1-5 0,-2 0-4 15,0 1-4-15,-12-2-13 0,-3 3-14 0,-6 0-10 16,4-2-9-16,-7 2-10 0,1 0-21 0,-3 1-54 16,-4 0-49-16,0 0-1 0,0 0-188 0,-13-6-381 15,0 3 169-15</inkml:trace>
  <inkml:trace contextRef="#ctx0" brushRef="#br0" timeOffset="107454.18">10094 12035 156 0,'0'-6'280'0,"-5"-1"-8"0,3-2-6 16,0 1-10-16,1 0-14 0,0 2-5 0,0 1-12 16,-2 0-22-16,2 0-20 0,-1 0-19 0,1 0-15 15,1 5-20-15,0-6-14 0,0 6-10 0,0-3-24 16,0 3-26-16,0 0-34 0,0 0-32 0,0 0 2 15,-2 11 0-15,0 0 1 0,-2 7 2 0,3 7-3 16,-1 1 2-16,-2 3 0 0,0 2 3 0,3 0 1 0,0 5 2 31,2 0 0-31,-2 8 3 0,1-11 3 0,3 0-23 0,4-3-24 0,-5-1-33 0,1-4-32 0,1 0-28 0,-2-6-103 16,1-8-172-16,2 1-443 0,-1-8 196 0</inkml:trace>
  <inkml:trace contextRef="#ctx0" brushRef="#br0" timeOffset="107870.31">10866 12029 113 0,'0'-7'287'0,"0"0"-12"16,0 2-16-16,0 0-13 0,0 1-13 15,0 0-24-15,0 0-16 0,0 4-19 0,0-5-18 0,0 5-19 16,0 0-11 0,0-5-11-16,0 5-18 0,0 0-14 0,0 0-15 15,0 0-9-15,0 0-8 0,0 0-7 0,0 14-5 16,0-6-4-16,3 4-4 0,-2 5-3 0,-1-3-4 0,0 4-3 15,0 1-1-15,-1 0-3 0,2-1-2 0,-1 1 0 16,3 2-2-16,-2-1-2 0,0 4 0 16,-1-4-1-16,3-5 1 0,-2-3-2 0,-1 1-1 15,3-3 0-15,-1 1-2 0,-4-2 1 0,2 0-2 0,2-6 0 0,-1 2 3 16,-1 0 1-16,0-1-2 0,0-1-1 0,0-3-2 16,0 0 2-16,0 6 1 0,0-6-3 0,-1 4 2 15,1-4-4-15,0 0-13 0,0 0-44 0,0 0-37 0,-11-14-63 16,8 3-63-16,-2-6-249 0,0 3-507 0,1-3 225 15</inkml:trace>
  <inkml:trace contextRef="#ctx0" brushRef="#br0" timeOffset="108039.64">10933 11569 314 0,'0'0'305'15,"-2"-2"-32"-15,2 2-30 0,0 0-21 0,0-5-27 0,0 5-33 0,0 0-42 16,0 0-13-16,0 0-10 0,0 0-19 0,6 14-39 16,-5-4-52-16,-1 5-56 0,2-1-113 0,-2 0-134 15,4-3-341-15,-3-1 151 0</inkml:trace>
  <inkml:trace contextRef="#ctx0" brushRef="#br0" timeOffset="113164.93">11848 11386 10 0,'-9'19'126'0,"-4"10"-1"0,-8 15-4 0,-4 7-8 16,2 2-12-16,-5 25-5 0,7 2-17 0,2-22-9 15,1 23-5-15,12-25 0 16,-1 0-14-16,2 0-1 0,9 1 9 0,5 26 12 16,3-30 0-16,0-2 8 0,6-1 2 0,8-6 0 15,-1-3 1-15,-5-9-7 0,0-3-9 0,1-2-7 16,-5-4-2-16,3 1-7 0,-6-10-5 0,-4 0 0 16,1-4-3-16,-1-1-2 0,-4-4 0 0,-1 3 16 15,0-4 7-15,0-2 13 0,-3 2 4 0,4 2 5 16,-5-4-1-16,0-2-5 0,4 3-8 0,-4-3-6 0,1 1-7 15,-1-1-6-15,0 0-9 0,0 0 6 0,0 0-24 0,0 0-36 16,0-12-62-16,0 6-85 0,-1-4-88 0,-3-5-174 16,3-1-453-16,2-1 202 0</inkml:trace>
  <inkml:trace contextRef="#ctx0" brushRef="#br0" timeOffset="113719.1">12273 11683 28 0,'4'-7'202'0,"2"-1"-14"0,1 0-17 0,0 2-12 16,2-1-10-16,1 1-16 0,2 1-12 15,2 2-8-15,0 2-16 0,-2-1-8 0,3 4-4 16,3 2-7-16,-4 3-9 0,1 2-11 0,1 3-2 0,-4 3-5 15,2 6-11 1,-1 4 0-16,1-2 0 0,-9 9-11 0,-1-2 2 16,-6 3-7-16,-4 3 0 0,-5 8-4 0,-7 1 1 15,-4-5-3-15,-2 3-1 0,4-12-6 0,-12 4 2 16,6-9-2-16,2 3 2 0,0-7-1 0,3-3-5 16,7-6 5-16,1-3-3 0,3-2 1 0,2-1 8 15,3-4 27-15,0 0 46 0,-1-1 34 0,2-1 32 16,4-1 22-16,-5 4-5 0,5-4-13 0,0 0-10 0,0-11-10 0,3 5-20 15,3-3-11-15,4 1-13 0,0-1-15 0,1 3-14 16,4-4-8-16,-4 3 3 0,7 0-14 0,-4 1-1 16,0 1-8-16,3 0-5 0,-2 2-11 0,2 3-15 15,2 0-10-15,0 0-21 0,-1 4-26 0,4 1-20 16,-1 0-31-16,8 0-33 0,-3 2-38 0,-5-1-62 16,-1-2-83-16,2-2-220 0,-4 1-581 0,4-3 257 0</inkml:trace>
  <inkml:trace contextRef="#ctx0" brushRef="#br0" timeOffset="114404.96">12911 11684 157 0,'0'0'236'0,"0"0"-18"0,-4-3-20 0,4 3-10 16,0 0-25-16,8-8-24 0,3 6-8 0,3 0-13 0,5 0-12 16,8 2-10-16,5-5-12 0,3 1-7 0,0 0-10 15,2 3-6-15,15-1-4 0,-13 2-5 16,-2-1-6-16,-1-2-4 0,-3 3-4 0,-3 0-5 15,-9 0-4-15,-3-1-2 16,-4 2-11-16,-5-1-11 0,3 0-11 0,-5 0-10 16,-2 0-12-16,-5 0 1 0,0 0-21 0,0 0-12 15,0 0-3-15,-16 6-8 0,0-5-4 0,1 2 11 16,-3-2 2-16,-1-1 10 0,1 1 4 0,5-1 1 16,-2 0 13-16,4 0 3 0,-2 0 3 0,1 0-2 15,2-1 15-15,4 0 12 0,-2-1 18 0,8 2 15 16,-9-1 15-16,4 0 3 0,5 1 8 0,-8-1 8 0,8 1 5 0,0 0 4 15,-5-2 2-15,5 2-1 0,0 0 1 0,-9 0-12 16,9 0-7-16,0 0-4 0,0 0-8 0,0 0-1 16,0 0-13-16,0 0-7 0,-5 5-2 0,4 2-6 15,-2 0-6-15,2 5-3 0,-3 5 5 0,0 10 3 16,-1 3-2-16,0 0 2 0,0 5 1 0,-4 0-1 16,0 13-1-16,0-3 4 15,4-9 0-15,-3-1-3 0,-3 12-4 0,6-13 2 16,-2-2-1-16,2 1 1 0,-1 0-2 0,-2-1-1 15,5-4-2-15,-3-3 3 0,2-3-4 16,-1-5-1-16,-1-2 2 0,2-5 1 0,-2 1-4 0,2-1 3 16,-2-5 1-16,-1 0-1 0,1-1 3 0,-7-1 9 15,3-3-10-15,-4 0-1 0,-3-3 0 0,-2-2-1 16,3-3 2-16,1-1 0 0,0 0 16 0,-2 0 2 0,6 4-1 16,1-3 6-16,1 1-9 0,2 5-2 0,1-5 1 0,0 4-1 15,2-2-2-15,0 5-5 0,0-2-1 0,4 2 0 16,-4-7-15-16,4 7-13 0,-2-3-22 0,2 3-16 15,0 0-28-15,0 0-36 0,0 0-33 0,0 0-55 16,15 0-214-16,-15 0-453 0,17 0 201 0</inkml:trace>
  <inkml:trace contextRef="#ctx0" brushRef="#br0" timeOffset="114668.17">13386 12214 164 0,'1'-3'332'0,"-1"3"-28"0,4-2-29 15,-4 2-31-15,1-4-9 0,-1 4-34 0,0 0-25 16,0 0-24-16,0 0-17 0,4 8-15 16,-5 0-11-16,1 4 1 0,0 6-23 0,-4 6-9 15,2-3-4-15,0 5-10 0,1 3-7 0,-2-3-4 16,2-6-9-16,-3-1-6 0,4 1 0 0,-1-2 4 0,0-2-12 0,1-4-3 15,-2-2-16-15,1 2-31 0,1-3-36 0,-3-1-31 16,0-1-33-16,2 0-40 0,-1-2-60 0,-3-2-204 16,-1-2-457-16,-1-1 203 0</inkml:trace>
  <inkml:trace contextRef="#ctx0" brushRef="#br0" timeOffset="115538.77">14431 11589 88 0,'0'0'207'0,"0"-5"-7"0,0 5-19 0,0 0-12 16,0-5-19-16,0 5-14 0,0-4-16 0,0 4-15 16,0 0-11-16,0 0-8 0,0 0-12 0,-18 6-6 15,7 2-5-15,-6 0-8 0,-6 3-3 0,-2 4-3 0,-1 2-1 16,3 1-6-16,0 0-3 0,0 2-2 0,2-1-8 0,0 0-5 16,2-2-6-16,2 3 5 0,5-6-7 0,0 1 0 15,4-1 0-15,-2 1 0 0,8-1 0 0,-2 1-1 16,1-1-4-16,6-2-1 0,1-2 1 0,5 5-1 15,3-3 2-15,2 2-1 0,4-2 0 0,6 3-5 16,3-1-1-16,-1-1 2 0,0 2 2 0,3-2-1 16,-5 0-2-16,-1 0 1 0,-5-3-2 0,-1 2 1 0,-3-1-4 0,-4-1-3 15,-1 2 2-15,-3-2-3 0,-2 1-4 0,-4 0 5 16,-4 0 4-16,-2 2-2 0,-3-5-3 0,-8 5-1 16,-6-1 6-16,-2-1-5 0,-5-3 4 0,-2 1-1 15,2-1-1-15,0-1-1 0,-2-2 4 0,4-4-2 16,5 1 1-16,3-2 1 0,-2 0 3 0,7 2 1 15,3-2-1-15,-2-3 1 16,9 2 0-16,-1 0-6 0,3-1-29 0,3-3-46 16,5 0-39-16,6 0-40 0,5-4-191 0,12-4-370 15,-2 2 163-15</inkml:trace>
  <inkml:trace contextRef="#ctx0" brushRef="#br0" timeOffset="115823.4">14720 11938 202 0,'1'-3'293'0,"3"0"-7"16,-4 1-15-16,3-4-17 0,-3 6-25 0,2-5-23 15,-2 5-18-15,3-1-24 0,-3 1-10 0,0 0-21 16,0-4-16-16,0 4-13 0,0 0-16 0,0 0-12 16,0 0-1-1,4 11-12-15,-4-3-10 0,0-3-3 0,2 4-3 16,-4 2-7-16,4 0-1 0,-7-1-7 0,5 2 0 15,0 2-4-15,-1-1-3 0,1-1 0 0,-3 1-3 0,2-3-3 16,1 1-6-16,0-2 2 0,-1 0-11 16,-2-3 0-16,2 0-7 0,-2 1-9 0,2-4-5 15,-1 2 2-15,-4 0-24 0,2-4-30 0,-3-1-34 16,-2 2-34-16,-3-3-18 0,1-1-46 0,-1-4-57 0,-1-4-133 0,2 2-423 16,2-2 188-16</inkml:trace>
  <inkml:trace contextRef="#ctx0" brushRef="#br0" timeOffset="115986.27">14637 11790 84 0,'5'-10'253'0,"-3"4"-13"16,2 0-18-16,-2 1-1 15,2-1-23-15,-3 2-20 0,1-1-17 0,0 4-16 16,-1-3-17-16,-1 4-14 0,3-4-15 0,-3 4-21 16,0 0-17-16,0 0-28 0,0 0-31 0,16 8-27 15,-15-4-32-15,3 2-48 0,-2 2-81 0,0-2-122 16,2 3-332-16,-3-3 147 0</inkml:trace>
  <inkml:trace contextRef="#ctx0" brushRef="#br0" timeOffset="116355.71">15061 11894 60 0,'0'0'311'0,"7"0"-29"0,-7 0-27 0,0 0-26 0,0 0-27 15,7 3-17-15,-7-3-22 0,2 4-17 16,-2 1-17-16,0 0-10 0,0 2-11 0,0 0-11 0,-2 4-12 16,0 0-10-16,2 0-10 0,0 0-5 0,-3 1-4 15,1-2-7-15,0 2-5 0,1-3-1 0,0-2-7 16,2-1-1-16,-2 0-2 0,0 0 3 16,-1-2-11-16,2-1 0 0,0-3 5 15,0 4 43-15,0-4 26 0,-2 5 29 0,2-5 22 16,0 0-15-16,0 0-8 0,0 0-21 15,11-14-11-15,-6 9-4 0,2-4-12 0,0 1-12 16,1-4-5-16,6 0-5 0,-7 3-10 0,0-2-2 0,2 3 0 16,-4 0-9-16,0 1 3 0,0 0-12 0,-1 2 1 15,3 2-9-15,-6 1-6 0,4-1-15 16,-1-1-15-16,-4 4-21 0,5-2-5 0,-5 2-10 0,9 1-10 0,-1 2-19 0,-2 1-18 16,2 0-19-16,-2 2-21 0,4 2-28 15,0-3-48-15,-1 2-58 0,1 0-266 0,0-1-584 16,0-2 259-16</inkml:trace>
  <inkml:trace contextRef="#ctx0" brushRef="#br0" timeOffset="116771.96">15584 11852 244 0,'6'-12'293'0,"-2"5"-5"0,1-3-15 0,-2 3 3 15,-2 1-29-15,0 1-13 0,3 1-25 16,-4 1-27-16,3-1-13 0,-3 4-25 0,1-3-17 0,-1 3-25 15,0 0-8-15,0 0-11 0,0 0-7 0,3 11-12 16,-6-1-5-16,2 0-9 0,-3 4-1 0,-1 1-6 0,2 2-7 16,-2-1 14-16,1-3-19 0,4-1-8 0,-1 0 0 15,-3 3 1-15,9-3-3 0,-5 0 0 0,4-3-1 16,1 1-3-16,4-2-2 0,-1 1 3 0,5-4 3 16,5-1-5-16,1-1 1 0,1-3 0 0,1-3-3 15,7-1 0-15,-8-4 2 0,-1 2-4 0,-1-5 8 16,1 1-12-16,-2-2-6 0,-3-2 0 0,-5-2-6 0,5-7 0 0,-6-1-8 15,-6-1 3-15,0-1-4 0,-6-2 0 0,-3 2-2 16,-5 0 4-16,-4-1 0 0,-3 5-1 0,-3 0 1 16,-1 5 3-16,-5 2-1 0,0 2-3 0,-1 2 3 15,1 6-1-15,1 2-1 0,5 1 6 0,1 2-2 16,1 4-2-16,2 1 1 0,4 2 2 0,0 4-2 16,5-3 2-1,4 3 2-15,2 5-3 0,6 0 11 0,6 2 1 0,13 3-5 16,8-3 0-16,23 3-14 0,3-1-24 0,0-5-45 15,4-6-58-15,7 1-65 0,-2-6-100 16,0-4-153-16,27-4-496 0,-36-1 219 0</inkml:trace>
  <inkml:trace contextRef="#ctx0" brushRef="#br0" timeOffset="117073.12">16535 11755 2 0,'0'0'273'0,"0"0"-16"16,0 0-19-16,0 0-25 0,0 0-19 0,25-2-11 15,-6 0-24-15,12-3-15 0,6 1-13 16,1-1-14-16,17 0-12 0,0-1-8 0,-4 2-12 0,-11 1-9 0,-2 1-10 16,-2-2-5-16,-3 1-18 0,-5-2-25 0,-10 2-25 15,-4 1-41-15,-3-2-38 0,-5-2-30 0,-2 4-40 16,-2-1-186-16,-2 3-370 0,-12-12 164 0</inkml:trace>
  <inkml:trace contextRef="#ctx0" brushRef="#br0" timeOffset="117242.22">16798 11598 140 0,'-6'-2'224'15,"0"-2"8"-15,2 1 2 0,-1 0 2 0,5 3-14 16,-7 0-10-16,7 0-8 0,-4-1-22 0,4 1-22 31,-4-3-15-31,4 3-16 0,0 0-20 0,0 0-16 16,0 0-9-16,-4 8-8 0,4 3-10 0,0 6-6 16,3 8-3-16,-2 7-6 0,3 1-1 0,3 12-4 15,-1 3-3-15,0-2-10 0,-3 0-38 0,2-11-55 0,-1 9-72 0,-2-11-95 16,-3-1-217-16,0-6-481 0,-1-11 212 0</inkml:trace>
  <inkml:trace contextRef="#ctx0" brushRef="#br0" timeOffset="118027.23">17733 11335 208 0,'0'0'200'0,"0"-5"-19"0,4 4-22 16,1-4-16-16,9 4-11 0,5-3-8 0,2 3-11 15,10 1-5-15,2 0-6 0,0 4-13 0,5-1-9 16,-5 2-3-16,2 6-11 0,-7-2-8 0,1 3-7 15,-7 2-5-15,-6 2-4 0,-4-3-6 0,0 11-2 16,-10-5-3-16,-2 9-4 0,-6 0-4 0,-7 3-3 16,-3 1-3-16,-11 6 6 15,3-8-12-15,-10 4 2 0,6-11-2 0,4-1-2 16,-3-2-4-16,7-3 5 0,2-5-1 0,5-2 0 16,0-1-1-16,6-4-6 0,1-1 6 0,1 1 1 15,-1-1 8-15,3-1 6 0,2-1-1 0,1-2 7 16,14 5-1-16,4-5 3 0,12-1-4 0,6-1-2 15,17-3-7-15,3-1-21 0,2-4-37 0,2 4-66 16,0-5-92-16,-5 0-164 0,-2-3-391 0,1-1 174 0</inkml:trace>
  <inkml:trace contextRef="#ctx0" brushRef="#br0" timeOffset="118311.66">18891 11269 91 0,'0'0'196'0,"0"0"-18"0,0 0-24 16,0 0-13-16,31-9-17 0,-1 4-11 0,2 2-9 15,19-2-14-15,4-2-6 0,-1 1-8 0,6 1-6 16,1-2-11-16,-2-1-9 0,-4 4-4 0,-14 0-18 16,-5-2-23-16,-6 3-35 0,0-1-18 0,-15 0-36 15,-1 1-37-15,-6-1-100 0,-3 1-240 0,-5-1 106 16</inkml:trace>
  <inkml:trace contextRef="#ctx0" brushRef="#br0" timeOffset="118612.58">19259 11157 18 0,'-4'1'128'0,"4"-1"-7"16,0 0-5-16,-9 0-9 0,9 0-16 0,0 0-5 0,-5 2-8 16,4 0-7-1,1-2 4-15,-2 6-5 0,2 0 0 0,0 0-4 16,0 6-1-16,0 4 3 0,0 2-1 0,3 9-2 16,-2 1 2-16,1 3 2 0,0 4-2 0,-1 11 2 15,7 1-2-15,-4 4-7 0,2 0-6 0,-1-3-6 16,-1-1-5-16,0-12-3 0,-3 3-7 0,3-5 2 0,-1-1-4 15,-6 0-5-15,3-2-3 0,0-2 3 0,-4-8-7 16,-1-4-3-16,0 1 0 0,-5 0 0 0,2-9 0 0,-3 3-2 16,-4-1 1-16,-1-4-1 0,-2-1-3 0,-1-4 4 15,-3-1-5-15,-4-3 2 0,-1 0-2 0,5-2 0 16,-4-1-7-16,-1-2-1 0,8 1 2 0,0 0 2 16,3 2 1-16,3-1-2 0,4 2-1 0,1 0-15 0,3 0-77 15,1-1-72-15,3-1-188 0,1 1-377 16,5 0 167-16</inkml:trace>
  <inkml:trace contextRef="#ctx0" brushRef="#br0" timeOffset="119013.04">19603 11769 283 0,'0'0'332'0,"0"0"-34"0,5-1-32 16,-5 1-30-16,0 0-25 0,0 0-24 0,0 0-18 15,8 3-18-15,-6 0-20 0,2 3-17 0,1-1-16 16,-3 0-15-16,4 3-15 0,-4 3-15 0,-1 1-8 0,-2 0-5 0,0 1-4 16,-2-1-2-16,-2-1-7 0,-2 5-3 0,3-5-2 15,-3-1-2-15,2 0-3 0,1-4-2 0,0 2-2 16,0-3-5-16,2 1 0 0,0-3-9 0,0 3 0 15,2-3-1-15,2 1 4 0,2-1-2 0,3 2 0 16,2 0 0-16,3 0-3 0,4 1 3 0,0-1 0 16,0 2-1-16,0 0-1 15,1 1 1-15,1 1 1 0,-5-1-4 0,0 4 1 16,1-1-1-16,-8 0-3 0,1-1 2 16,-2 3 1-16,-5-2-2 0,-5 1 1 0,-4 4 2 0,-7 4 0 15,-8-1 1-15,-3 1-1 0,-7-3 2 0,-13 2-7 16,-2 0-20-16,-5-6-63 0,13-4-92 0,-9-1-254 15,-2-2-474-15,15-5 211 0</inkml:trace>
  <inkml:trace contextRef="#ctx0" brushRef="#br0" timeOffset="120129.93">20589 11200 23 0,'4'0'209'0,"-4"0"-11"15,6-3-17-15,-6 3-18 0,3-3-18 0,-3 3-9 16,0 0-11-16,0 0-16 16,0 0-14-16,0 0-12 0,0 0-5 15,0 0-7-15,0 0-9 0,-27 10-7 0,13-2-5 0,-4 3-5 16,-1 0-6-16,-6 2 4 0,0 2-11 0,1-1-3 15,-3 2-6-15,3 0 1 0,-3 0-7 0,10-4 0 16,-6 3 0-16,2 1-1 0,6-2-5 0,3 1-1 16,2-4 1-16,0 1 2 0,3-1-6 0,3-1-2 15,3 1 4-15,2 0-2 0,4-1-2 0,3 1-3 0,6 2 9 16,2-2-4-16,8 3 3 0,5 0-2 0,2-1-2 16,-2-1 1-16,4 0 0 0,2 1-6 0,-3-1 6 0,-2 2 1 15,-4-2-4-15,1 0-3 0,-11-1-2 0,-3-2 1 16,-1 0 2-16,-5-1-2 0,-2 0-2 15,-2 0 4-15,-3 0-1 0,-5 1-3 0,-3-2 3 16,-8 0-2-16,-4 3 0 0,-7-3 1 0,1 3 5 0,-2-5-7 0,-2 0 6 16,0-2-3-16,-1 3-1 0,4-3 3 0,4-3 2 15,3 0-4-15,-1 0 2 0,1 1-1 0,8-1-4 16,-2 0 3-16,5 0 0 16,3 0 4-16,-1 0-3 0,0-1 0 0,7 1-3 0,-5 0-21 0,5 0-24 15,0 0-24-15,21-7-29 0,-8 3-31 0,6 1-188 16,0-3-344-16,2 2 153 15</inkml:trace>
  <inkml:trace contextRef="#ctx0" brushRef="#br0" timeOffset="120414.38">20910 11573 102 0,'1'-1'272'0,"0"-2"-13"16,-1 3-18-16,3-5-23 0,-3 5-25 0,0 0-14 15,1-4-21-15,-1 4-19 0,0 0-14 0,0 0-15 16,0 0-7 0,0 0-17-16,0 0-8 0,8 8-13 15,-7-4-6-15,2 4-2 0,-2 1-7 0,2 0-2 16,-1 4-8-16,-1-1-3 0,3 1-4 0,-2 4-3 0,0-2 2 15,-1-3-9-15,1 0-4 0,-2 1 1 0,2-3-13 16,-4 1-11-16,2-1-12 0,0 0-21 0,-2-5-20 16,0 0-27-16,-1 2-44 0,2-5-52 0,1-2-200 15,-9 0-411-15,9 0 182 0</inkml:trace>
  <inkml:trace contextRef="#ctx0" brushRef="#br0" timeOffset="120577.19">20972 11347 33 0,'0'-5'244'0,"0"2"-24"0,0-1-29 0,3-1-9 0,-3 5-29 0,0-5-25 16,0 5-12-16,0 0-15 0,0 0-18 0,0 0-18 15,-3 15-24-15,2-8-33 0,-1 3-47 0,0 0-66 16,1-1-133-16,0 1-256 0,2 4 114 0</inkml:trace>
  <inkml:trace contextRef="#ctx0" brushRef="#br0" timeOffset="120908.68">21254 11552 5 0,'0'0'250'0,"5"1"-32"0,-5-1-16 0,0 0-21 15,1 7-20-15,-1-4-10 0,0 2-20 0,0 0-13 0,-1 6-9 0,-2 1-11 16,2-2-7-16,-3 7-11 0,0-1-9 0,0-1-6 15,-1-2-4-15,4-1-8 0,-4-4-9 0,5 2 3 16,-3-2-7-16,3-1-7 0,-1-2 3 0,1 0 2 16,0-2 28-16,0 1 27 0,0-4 24 0,0 0 6 15,0 0-15-15,0 0-10 0,0 0-8 0,10-10-11 16,-1 4-11-16,0-2 1 16,1 1-10-16,-2 1-8 0,1-1-7 0,4 1-6 15,-3-1-3-15,-1 2-4 0,2 2-5 16,-2 1-9-16,0-2 2 0,-1 3-17 0,3-1-20 0,-1 4-20 15,0-1-15-15,1 1-25 0,-2 5-26 0,0-5-33 16,1 4-51-16,-2-1-97 0,-3-2-152 0,4-1-471 16,-3 0 209-16</inkml:trace>
  <inkml:trace contextRef="#ctx0" brushRef="#br0" timeOffset="121361.96">21738 11318 133 0,'3'0'221'0,"-3"0"-18"0,10-6-20 16,-4 4-18-16,6 0-18 0,-2 1-15 0,5 1-7 15,3 1-15-15,-1 3-10 0,0-1-12 0,0 4-5 16,-5 0-8-16,-1-1-13 15,-2 1-6-15,1 1-3 0,-2 2-11 0,-4 1-1 16,-3 1-9-16,-1 5-1 0,-4-2-1 0,-2 4-6 16,-4-2 1-16,-6 4-7 0,1-6 1 0,2 0-1 15,-1 0-2-15,-1-1-2 0,0-2-4 0,4-2 5 16,4-1-6-16,-4-2-3 0,3 1 1 0,2-1 0 16,2-2-4-16,1-1 2 0,-1 1 1 0,4 1 0 15,0-2-1-15,1 3 0 0,4-1-2 0,3-1-2 0,1 1 2 0,2-1 5 16,2 1-5-16,2 1 1 0,2 0 6 0,-2 3-2 15,2-5-3-15,-2 6 4 0,-3-4 0 0,-1 1-6 16,-2-1 2-16,-1 2-1 0,0-1 2 0,-2 1-2 16,-5-1-3-16,2 0 3 0,-2-1-3 0,-2 0 1 15,-6 1-1-15,1 1 4 0,0-2-5 0,-3 0 3 16,-4 1-11-16,4-3 3 16,-4 0-24-16,3 1-30 0,-3-6-36 0,4 3-46 15,-1-2-209-15,2-2-378 0,3-2 168 0</inkml:trace>
  <inkml:trace contextRef="#ctx0" brushRef="#br0" timeOffset="121809.22">22359 11451 124 0,'1'-7'315'0,"2"2"-12"15,-2 1-14-15,0-1-22 0,1 2-20 16,-1-2-30-16,-1 5-23 0,1-4-19 0,2 1-22 15,-3 3-20-15,0 0-29 0,0 0-16 0,0 0-5 0,0 0-10 16,1 11-6-16,-1-1-8 0,-1 2-6 0,-2 5-3 0,3-2-8 16,-1 5 6-16,1-3-14 0,0 1-4 0,0 0-3 15,1 1-1-15,-1-5-3 0,3 3-2 0,-2-2-3 0,0-4 1 16,2 1-1-16,-1-2-4 0,1-2-1 16,0 0-2-16,0-3 1 0,0 2 3 0,1-5 0 15,1 2 10-15,1-4-4 0,5-1 3 0,0-2 0 16,3 1-4-16,1-6 2 15,-2 4 0-15,4-8-1 0,-2 1-2 0,-1-3-2 16,0-1-6-16,1-4 10 0,-2-5-17 0,1 0 6 16,-2 2-5-16,-6-7 3 0,-2 3-10 0,-3-1 1 15,-3 0 2-15,-1-1-5 0,-6 1 0 0,-1 1-1 16,-4 3 1-16,0 2-1 0,-3 5 0 0,3 3-1 16,0 1-4-16,-4 4 6 0,0 0 0 0,2 2-4 15,-1 3 3-15,-1 3-5 0,3 3 2 0,1 1-1 0,1 2 7 0,-2 3-6 16,3 0-4-16,6 3 12 0,-2 4-9 0,3 0 4 15,10 2-1-15,0-1 5 0,12 4 5 0,5-2-4 16,6 1 2-16,8-4-2 0,17-1-16 0,1 1-35 16,-2-5-47-16,7-3-66 0,-3-1-98 0,-1-5-228 15,-15-2-529-15,-1 0 235 0</inkml:trace>
  <inkml:trace contextRef="#ctx0" brushRef="#br0" timeOffset="122162.88">23196 11497 88 0,'-3'0'244'16,"3"0"-8"-16,0 0-2 0,0 0-18 0,0 0-15 15,0 0-22-15,0 0-17 0,0 0-19 0,26 0-13 16,-3 0-10-16,6-1-15 15,7-2-16-15,1 1-15 0,16 3-23 0,-2-4-24 16,0-1-29-16,-15 2-34 0,-1-3-38 0,1-1-44 16,-7-1-72-16,-8 4-124 0,1-3-339 0,-6 1 151 15</inkml:trace>
  <inkml:trace contextRef="#ctx0" brushRef="#br0" timeOffset="122394.22">23455 11284 47 0,'0'0'259'0,"0"0"-17"0,-6-4-22 0,6 4-23 0,0 0-20 15,-4-3-16-15,4 3-20 0,0 0-19 16,0 0-16 0,0 0-8-16,-5 9-8 0,5-1-16 0,0 1-5 15,-4 1-3-15,4 6-8 0,-1 1-4 0,2 1-6 0,2 7-4 16,-2-4-5-16,2 5-3 0,2 2-4 0,1-2-1 15,-1 1 2-15,3 2-27 0,-2-6-24 0,2-3-27 16,1 4-34-16,0-9-74 0,1-2-207 0,4-2-389 16,-2-4 173-16</inkml:trace>
  <inkml:trace contextRef="#ctx0" brushRef="#br0" timeOffset="122579.07">24195 11375 264 0,'3'-6'284'0,"-1"4"-30"0,2-3-24 16,-1 2-24-16,0-2-23 0,3 2-28 15,1 2-39-15,2-2-57 0,5 3-69 0,4 0-81 16,0 0-184-16,4 0-299 0,-3 0 133 0</inkml:trace>
  <inkml:trace contextRef="#ctx0" brushRef="#br0" timeOffset="122717.09">24899 11336 206 0,'4'-4'252'0,"2"2"-25"0,0-2-25 0,1 0-13 16,1 0-27-16,3 1-33 0,2 1-49 0,0 2-63 0,10-3-88 15,5 0-162-15,2 1-251 0,2 1 112 0</inkml:trace>
  <inkml:trace contextRef="#ctx0" brushRef="#br0" timeOffset="122879.96">25598 11330 29 0,'8'-4'272'0,"-2"1"-29"15,1-1-22-15,2-1-24 0,1 1-23 0,0-1-34 16,4 1-46-16,1 0-57 0,-2 1-52 0,5-2-70 15,-1 0-134-15,-1-2-235 0,-3 3 104 0</inkml:trace>
  <inkml:trace contextRef="#ctx0" brushRef="#br0" timeOffset="122964.64">25828 11265 14 0,'0'0'171'0,"0"0"-16"0,0 0-11 16,0 0-14-16,0 0-29 0,0 0-79 0,0-8-146 15,4 6-132-15,3 0 59 0</inkml:trace>
  <inkml:trace contextRef="#ctx0" brushRef="#br0" timeOffset="123782.04">26812 10522 24 0,'0'0'237'0,"0"0"-23"0,0 0-21 0,0 0-17 16,0 0-18-16,0 0-18 0,14 6-21 0,-5 0-7 0,4 6-10 0,7 9-12 15,7 6-2-15,9 18-1 0,18 22 3 0,-1-1 3 16,0 4-4-16,3 5-3 0,-6-2-5 0,-10 1-7 16,-14-19-7-16,10 22-8 0,-17-21-4 0,-6 0-8 15,-8 26-4-15,-7-24-2 0,-9 2-8 0,-4-3 1 16,-25 20-3-16,-12-6-1 0,-13-8-6 0,-16-3-16 15,-12-10-16-15,-9-3-34 0,-2-5-63 0,6-9-90 16,-13 2-202-16,-7-6-428 0,5-8 190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44:42.75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2655 3357 199 0,'-1'-4'217'15,"1"4"-13"-15,0 0-28 0,0 0-8 0,0 0-17 16,0 0-19-16,0 0-11 0,0 0-11 0,0 0-12 16,0 0-12-16,0 0-8 0,0 0-8 0,0 0-9 15,0 0-7 1,0 0-8-16,0 0-6 0,0 0 3 0,0 0-9 16,0 0-16-16,0 0 2 0,-5 11-14 0,5-11 1 15,0 0-1-15,0 0 4 0,5 3-6 0,-5-3 5 16,5 3-6-16,-5-3 5 0,0 0 3 0,9 0 0 15,-9 0 8-15,10-4 2 0,0 0 7 0,-4 1 9 16,5-4 17-16,-2 3 17 0,-1-3 18 0,0-1 13 16,0 2 23-16,-3-1 11 0,3 0 3 0,-2 0 4 0,0 0-1 0,-2 2 11 15,0 0-6-15,0 0-2 0,-3 1-12 16,3-1-4-16,-4 1-10 0,0-1-18 0,0 2-13 16,0 3-9-16,-5-5-23 0,-3 3-20 0,2 0-13 0,-7 4-4 15,-9 2-5-15,-3 4-7 0,-5 4 4 0,-4 4-13 16,-12 8 3-16,15-3 3 0,2 1-5 0,-15 11 3 15,3 4-1-15,2 1 7 0,3-3-18 0,0 4 5 0,4 4-2 16,2 0 4-16,4 3-11 0,6-2 6 0,7-9-34 16,1-2-9-16,5-2-11 0,2 2 3 0,5-3 4 15,5-3 8-15,9-2 5 0,3-3 11 0,8-5 1 16,7-2 5-16,23-4 4 0,4-1 10 0,7-12-9 16,34-1 6-16,-8-6-1 0,1-3-4 0,-29 1-19 15,1-3-10-15,-1-3-6 16,-3-2-17-16,-1-3 4 0,-6-1-7 0,-8 3 4 15,-13 0 6-15,-2-1 5 0,-4 6 12 0,-4-2 7 16,-10 3 22-16,-1 2 22 0,-5 0 6 0,-5 2 5 16,-4-2 2-16,-5 3 5 0,-5 3-1 15,-5-1 0-15,-6 3 4 0,-5 1-2 0,-8 3 0 16,-2 5-4-16,-12 6-2 0,13-1 8 0,-13 6-14 0,4 2 1 16,10-1-4-16,4 1 0 0,7 0-5 0,0 0 0 0,5 0 2 15,5 0-5-15,2 1 9 0,9-1-10 0,0-1 5 16,8-1-3-16,5-1 0 0,4-3 6 0,11-1-2 15,8-4 0-15,1-4 1 0,6-4 2 0,13-4-2 16,1-3 0-16,-14 0-5 0,-3-3 4 0,0-2-1 16,-2-4-1-16,-6 3 1 0,2-7-6 0,-10 1 2 15,1 0 2 1,-2-3 3-16,-10 8-4 0,-1-2 1 0,-5 0-2 16,-2 0 3-16,-2 1-3 0,-5 1-3 0,-2 5 0 0,-3-3 1 15,-3 1 2-15,-1 6-3 0,-2 1-3 0,-3 1 0 16,0 1 3-16,1 3 2 0,-2 1-3 15,0 2-15-15,2 3-18 0,3 1-36 0,-2 1-41 16,4 1-48-16,4-1-44 0,1 2-51 0,3-2-213 16,3 1-509-16,8 1 226 0</inkml:trace>
  <inkml:trace contextRef="#ctx0" brushRef="#br0" timeOffset="399.92">3808 3532 70 0,'0'0'372'0,"4"-4"-17"0,-4 4-28 0,0 0-27 16,0 0-26-16,0 0-35 0,0 0-30 0,0 0-16 15,0 0-18 1,-22 1-26-16,10 4-14 0,-3 3-14 0,-3 0-9 15,1 4-12-15,-7 1-7 0,1-1-15 0,-1 1-6 16,7-3-8-16,-1 3-9 0,4-3-4 0,1 2-11 0,3 0-1 16,2-3-2-16,3 2-5 0,1-1-2 15,2 2-2-15,4-1-5 0,2 0 1 0,3 0 2 16,4 4 5-16,4-3-11 0,4-3-1 0,6 4-2 16,-2-2-2-16,5-1-4 0,-8-1 5 0,-4-3-1 0,3 4-8 0,-4-3-2 15,-2-3-4-15,-6 3 7 0,-1-6-12 0,-1 3 2 16,-2 4 18-16,-5-3-5 0,-3 3 12 0,-8 4-10 15,-6-3 2-15,-10 3-1 0,-3 1 3 16,-5-4-7-16,-3 0-10 0,2 0-64 0,1 0-65 0,-2-1-74 16,4-3-121-16,-1 0-240 0,8-3-610 0,7-2 269 15</inkml:trace>
  <inkml:trace contextRef="#ctx0" brushRef="#br0" timeOffset="1332.99">4294 3528 5 0,'0'0'366'15,"0"0"-20"-15,0 0-19 0,0 0-27 0,-1-4-32 16,1 4-27-16,0 0-25 0,0 0-20 0,0 0-36 16,0 0-10-16,14 2-10 0,-14-2-22 0,14 1-9 0,-1 1-16 15,-3 3-9-15,8 2-3 0,-1-2-10 0,2 7-6 16,-5-3-8-16,1 6-7 0,-1-1-3 0,3 8 0 16,-7 1-8-16,0-5-6 0,-5 7-2 0,-3 4 1 15,-4 0 0-15,-2-3-6 0,-4 1-2 0,-1 0-1 16,-3-4-1-16,-3-2 4 0,3-4 0 0,0-1 6 15,-1-3 1-15,-1-1 4 0,4-3 12 0,1-1 17 0,1-3 16 0,-1-1 25 16,5-1 28-16,-1-1 32 0,1-1 7 0,4-1-14 16,0 0-15-16,-5-11-19 0,5 1-13 0,4-1-15 15,1-7-9-15,8-5-13 0,6-6-16 0,3 0-12 16,8-8-8-16,-4 9-7 0,-2 2-2 0,-1 2-7 16,0 1-4-16,-1 3 0 0,-8 6 1 0,-2 3-10 15,-5 2-2-15,2 2 2 16,-2 2-1-16,-1-1-2 0,0 3-8 0,-3 0-18 15,-1 0-20-15,-2 3-29 0,0 0-14 0,0 0 10 16,0 0 8-16,-4 17 9 0,-6-2 1 0,0 2 9 16,-6 6-1-16,0 5 9 0,1-1 2 15,1 0 9-15,2-2-1 0,2 0 0 0,5-6 6 16,1-2 2-16,4 0-5 0,4 0 3 0,1-5 9 16,9-3-11-16,4-1-1 0,21-3-66 0,1-5-94 0,18-5-113 0,3-4-454 15,2-7-813-15,-3-1 359 0</inkml:trace>
  <inkml:trace contextRef="#ctx0" brushRef="#br0" timeOffset="1933.25">5302 3338 131 0,'4'-3'296'16,"-1"1"-17"-16,1 0-22 0,-2-1-23 0,2 1-24 15,-4 2-21-15,1-3-24 0,2 0-15 0,-3 3-19 16,0 0-19-16,0 0-17 0,0 0-10 16,0 0-5-16,0 11-8 0,-4-5-5 0,-1 4 0 0,-7 4-5 15,-1 2-2-15,-6 3-5 0,-2 5-2 0,-1-2-11 16,-2-2 2-16,2 0-7 0,-1 0-2 0,4-2-3 0,-2 1-4 15,6-4-4-15,2-3-2 0,3-3-2 0,3 1-3 16,0-2-4-16,2 1-3 0,1-1 1 0,3 0-1 16,2-1 4-16,0-1 0 0,8 1 1 0,6-1-1 15,4 2 3-15,9-1 5 0,5 0-8 0,4-3-5 16,-1 3 5-16,1-2-5 0,-1 1-1 0,-2 1 2 16,-6-1-4-16,0 5 0 0,-6-7-2 0,-8 5 2 0,-2-4-11 0,-2 3 6 15,-2-3-1-15,-3 6-4 0,-5-5 19 0,0 1 2 16,-9 2 0-16,-7 3-1 0,-3-4-2 0,-9 3 1 15,-3-1 0-15,2 1-7 0,-3-2 4 16,1-3-3-16,2 0-2 0,-3-1 4 0,4 0 2 16,5-1-3-16,5-4-11 0,0 0-10 0,4 0-20 15,4 0-29-15,10 0-51 16,-14-4-51-16,14-4-54 0,0 8-49 0,9-14-184 16,2 4-486-16,8 0 215 0</inkml:trace>
  <inkml:trace contextRef="#ctx0" brushRef="#br0" timeOffset="2180.27">5701 3625 292 0,'0'0'413'15,"5"-9"-8"-15,-3 6 5 0,-2 3-13 0,2-4-13 16,-2 4-18-16,3-4-24 0,-3 4-31 0,0 0-31 16,2-5-34-16,-2 5-22 0,0 0-26 0,0 0-25 15,0 0-26-15,0 0-13 0,0 0-37 0,0 0-25 16,0 0-3-16,0 0-10 0,0 0-6 0,4 18-3 15,-4-18-3-15,-2 13-5 16,-2-3-4-16,2-1-4 0,1 1 1 0,1 0-15 16,-1 0-19-16,-2 2-4 0,2-3-15 0,0 3-18 15,-2-3-15-15,2-1-18 0,0-5-20 0,-2 6-20 16,3-9-22-16,-3 7-14 0,-1-4-13 0,4-3-30 16,-10 3-52-16,10-3-77 0,0 0-315 0,-20-12-682 15,11 7 301-15</inkml:trace>
  <inkml:trace contextRef="#ctx0" brushRef="#br0" timeOffset="2348.6">5637 3506 45 0,'3'-12'394'0,"-3"2"3"16,1 2 5-16,2-2 0 0,-2 4-12 0,-1 1-14 15,0-1-26-15,0 2-32 0,0 4-32 0,5-7-33 16,-5 7-30-16,0-6-24 0,0 6-40 0,0 0-41 16,0 0-62-16,0 0-45 0,3-5-24 0,-3 5-39 0,0 0-41 0,10 11-54 15,-6-6-48-15,-3 1-48 0,3 1-94 0,-4 1-214 16,1-1-594-16,3-1 262 0</inkml:trace>
  <inkml:trace contextRef="#ctx0" brushRef="#br0" timeOffset="2733.43">5966 3582 360 0,'0'0'352'0,"0"0"-28"0,0 0-38 0,2 3-24 16,-2-3-33-16,0 0-22 0,0 0-24 0,0 0-15 0,3 7-19 15,-3-7-15-15,-2 8-18 0,1-2-4 0,1 1-5 16,-1 3-19-16,0-2-6 0,-2 2-3 0,1-1-11 16,0 2-9-16,1 1 2 0,-1-3-14 0,-1 2-1 15,2-4 0-15,-1 1-7 0,2-3-6 0,0-5 0 16,-4 10-4-16,4-6-1 0,0-4 37 0,0 0 37 15,0 0 35-15,0 7 30 16,0-7 19-16,0 0 18 0,0 0-18 0,0 0-19 16,0 0-17-16,12-13-20 0,-7 5-15 0,3-2-5 15,-1 2-12-15,1 0-8 0,2-2-15 0,-2 0-4 16,-2 4-12-16,2-2-2 0,-3 1-4 16,1 4-8-16,-2 1-8 0,-1-1-6 0,-3 3-8 15,5-6-16-15,-5 6-34 0,4-4-35 0,-4 4-26 16,0 0-27-16,0 0-26 0,18 5-45 0,-12 0-50 0,1-2-50 0,-1 1-61 15,7 0-98-15,-3-1-249 0,0 4-750 0,2-5 332 16</inkml:trace>
  <inkml:trace contextRef="#ctx0" brushRef="#br0" timeOffset="3181.22">6394 3550 138 0,'2'-5'453'0,"0"-1"-7"0,-2 1-1 16,0 0-18-16,0 5-19 0,1-5-37 0,0 1-41 0,-1 4-34 15,0 0-35-15,0 0-30 0,3-8-29 0,-3 8-40 16,0 0-22-16,0 0-20 0,0 0-9 0,0 17-14 16,-3-7-6-16,1 0-11 0,-1 4-1 15,0 3-13-15,-2 0-5 0,2 4-6 16,-1-5-3-16,1 2-6 0,1 0 0 0,-1-1-6 16,3-1-4-16,0 2-4 0,0-6-16 0,0-2-8 15,0-3-2-15,0-1-6 0,1 0 6 0,-1-6 3 16,2 9 13-16,0-6 8 0,1 0 16 0,-3-3 0 15,0 0 0-15,23-9 1 0,-12 5-5 0,3-5-1 16,-1-3-7-16,5-1-3 0,-5-1-5 0,2-7 1 16,-1-1-5-16,0-1-1 0,-5-2-16 0,1-1-10 0,-4-3-1 15,0 0-6-15,-5 0-1 0,-5 1-1 0,-2 9 7 16,-3-4-2-16,-1 6-6 0,-11-3 6 0,-3 3-5 0,-1 6 6 16,-4 1-1-16,-1 4-5 0,-2 5 3 0,-1 3-6 15,1 2 5-15,1 2-4 0,-1 1 5 0,5 3-2 16,9-3 0-16,0 5-4 0,5-2-11 15,5-1-8-15,3 2 5 16,2 0 3-16,6 0 9 0,5 2 4 0,6 2 1 16,15-1 1-16,5 0 5 0,21-3-2 0,-3 1 2 15,5-6-4-15,4-3-39 0,-3-3-55 0,0-2-71 16,-4 1-62-16,-3-2-70 0,-14-5-141 0,-1 1-226 16,-5-3-732-16,-6 0 324 0</inkml:trace>
  <inkml:trace contextRef="#ctx0" brushRef="#br0" timeOffset="3434.88">6823 3171 65 0,'0'0'403'0,"3"-6"-34"0,-3 6-27 0,0 0-26 0,9-1-31 15,-9 1-34-15,0 0-44 0,21 7 0 0,-10 0-22 16,9 10-14-16,3 2 11 0,-1 8-10 0,-2 3-8 15,6 14-13-15,-10 4-15 0,-2 2-6 0,-5 1-9 16,-5-1-16-16,-4 6-1 0,-4-5-13 0,-6-1-2 16,-5 1-12-16,-4-5 1 0,-7 0-7 0,-6 0-7 15,-5-5-14 1,-8-1-28-16,-2-6-49 0,-8 4-74 0,-32 3-94 16,0-3-153-16,-10-14-309 0,-4-8-710 0,3-9 314 0</inkml:trace>
  <inkml:trace contextRef="#ctx0" brushRef="#br0" timeOffset="4105.18">4320 3253 230 0,'0'-5'356'0,"0"5"-32"16,0-5-24-16,0 1-32 0,0 4-35 0,0 0-19 0,0 0-33 0,0 0-20 16,0 0-21-16,-12 17-10 0,2 9-20 0,-6 4-12 15,-7 17-10-15,-3 7-5 0,-10 24-11 16,12-23-3-16,-8 29-2 0,9-1-4 0,10-23-1 15,3-4 14-15,6 4 0 0,4-3 2 0,8-4 4 0,-2-5-6 16,8-12 0-16,3-7 6 0,8 0 3 0,11 4 2 16,-4-12 6-16,18 2 2 0,0-7-4 0,1-6-4 0,4-1-6 15,-3-5-10-15,-2-1-8 0,-13-2-4 0,-5 0-11 16,-11-1 2-16,-2 0-13 0,-4 0 1 0,-5 0 2 16,1-1-6-16,-4 0 11 0,-7 1 3 0,14 0-16 15,-14 0 4-15,8 0-17 0,-8 0-13 0,0 0-30 16,0 0-68-16,0 0-79 0,0 0-89 0,0 0-137 15,0 0-286-15,0 0-740 16,0 0 328-16</inkml:trace>
  <inkml:trace contextRef="#ctx0" brushRef="#br0" timeOffset="5069.28">7830 3545 166 0,'-9'0'200'15,"2"1"-12"-15,0-2-5 0,7 1-10 0,-9 0-6 16,9 0-5-16,-9 0-9 0,9 0-6 0,0 0-20 16,-6 1-10-16,6-1-11 15,-4 0-7-15,4 0-9 0,0 0-7 0,0 0-7 16,0 0 4-16,-9 0 4 0,9 0 1 0,0 0-1 15,0 0 4-15,0 0-4 0,0 0 3 0,0 0-8 16,0 0-3-16,0 0-4 0,0 0-9 0,0 0-6 16,0 0-7-16,0 0-5 0,0 0-1 0,0 0-6 15,0 0-5-15,0 0-8 0,0 0-2 0,0 0-5 16,0 0 4-16,-6 2-13 0,6-2 4 0,0 0-1 0,0 0 4 16,0 0 4-16,0 0-12 0,20 0 4 0,-7-2 0 15,6 2 1-15,14-3-1 0,6-1-4 0,14-1-8 16,2-1 8-16,9-1-2 0,-3 3-3 0,3-1 2 15,-1 0 1-15,-6 0 1 0,-2 2-3 0,-1 2-5 16,-17-1 3-16,0 0 4 0,-5 1-3 0,-4 0 1 16,-10 0-20-16,-4 1-14 0,-2 0-10 0,-2 0-11 0,-3 0-17 0,1-2-6 15,-8 2-11-15,0 0-21 0,0 0-15 16,0 0-18-16,-27 5-17 0,14-3-33 0,-4-2-24 0,-2 4-183 16,-1-4-429-16,3 5 190 0</inkml:trace>
  <inkml:trace contextRef="#ctx0" brushRef="#br0" timeOffset="5471.01">7996 3802 60 0,'-16'3'202'0,"5"1"-9"0,1-3-8 15,2 1-11-15,2 0-14 0,2 1-9 0,4-3-2 16,-10 3-10-16,6-1-7 0,4-2-4 0,0 0 1 16,0 0-6-16,-8 2-10 15,8-2 1-15,0 0 1 0,0 0 1 0,0 0 1 16,31-2-4-16,-3 0-15 0,4-4-8 0,8 3-12 15,17-6-4-15,5 5-1 0,27-9 16 0,-24 4-1 16,30-1 0-16,-31 0-6 0,1 5-9 0,-4-1-2 16,-1 3-10-16,-9-2-2 0,-15 5-11 0,-1-4-7 15,-10 3 5-15,-6-1-9 0,-1 2-3 0,-6-3-2 16,-6 3-1-16,2 0 3 0,-8 0 13 0,10-2-5 0,-10 2-12 0,0 0-19 16,0 0-26-16,0 0-48 0,0 0-59 0,0 0-67 15,-46 5-91-15,28-5-288 0,-1 3-613 0,6-3 272 16</inkml:trace>
  <inkml:trace contextRef="#ctx0" brushRef="#br0" timeOffset="11815.34">10032 2975 74 0,'-4'-2'174'0,"4"2"-12"0,-5-2-9 0,5 2-18 15,-5-3-3-15,5 3-23 0,0 0-11 0,0 0-9 16,-8-1-9-16,8 1-5 16,0 0-9-16,0 0-10 0,0 0-9 0,0 0 5 15,0 0-12-15,0 0 0 0,0 0-5 0,-6-2-2 16,6 2 0-16,0 0 14 0,0 0 8 16,10 10 12-16,0-10 4 0,4 2-4 0,14-4-5 0,3 0-6 15,7 1-4-15,16-3-5 0,1 0-6 0,4 0 10 16,7-2-7-16,-6 1-3 0,0-2-7 0,-6 2-2 15,-3 2-3-15,-14-1-2 0,-5 1-5 0,1 2-2 0,-5 1-7 16,-10 0-15-16,-6 0-28 0,-1-1-24 0,-4 2-17 16,-1-1 11-16,-6 0 4 0,-4 4-21 0,4-4-14 0,-19 7-13 15,4-2-25-15,-6 1 6 0,-2-1-4 16,-2 0 1-16,-2 0-3 0,-3 2-102 0,5-2-250 16,-2 0 112-16</inkml:trace>
  <inkml:trace contextRef="#ctx0" brushRef="#br0" timeOffset="12199.38">10351 3066 152 0,'0'0'174'0,"-5"3"9"15,5-3 3-15,0 0 3 0,-3 2-1 0,3-2-2 16,0 0-10-16,0 0-7 0,0 0-14 0,0 0-13 16,-5 3-14-16,5-3-13 0,0 0-12 0,0 0-14 0,0 2-11 15,0-2-6-15,2 8-8 0,-2-4-6 0,2 2-4 16,-4 6-2-16,4 5-4 0,-1 7-2 0,2 2-4 15,0 4-2-15,-1 4 1 0,2 1-6 0,-4 10-5 0,4 2 1 16,-1-13 0-16,-1 13-5 0,-2-11 1 16,-2-3-3-16,2 1-3 0,-2 2-3 0,-2-2-1 15,0 12 0-15,-1-11 8 0,-2-2-8 0,-3-3-3 0,1-3-1 0,-2-4 5 16,0-6 6-16,1-1 2 0,-2-3 9 16,-2-1 7-16,0-2 5 0,0-6 12 0,-2 4-1 15,-4-7 6-15,4 3 12 0,-5-5 3 0,2-2 11 0,-3-1 6 16,4-1 7-16,2 1 7 0,0-8 14 0,2 7 0 15,4 1 10-15,0-2-3 0,-2-1-5 0,3 1-3 16,2-2-11 0,2 5-3-16,-3-1-11 0,7 1-12 0,-4-2-9 15,2 4-19-15,3 1-24 0,0 0-33 0,-4-5-45 16,4 5-46-16,0 0-47 0,0 0-49 0,0 0-43 16,0 0-16-16,0 0-25 0,0 0-35 0,0 0-40 15,0 0-271-15,17 12-665 0,-8-10 295 0</inkml:trace>
  <inkml:trace contextRef="#ctx0" brushRef="#br0" timeOffset="12568.17">10734 3696 146 0,'0'0'321'15,"-1"-4"-24"-15,1 4-27 0,0-5-27 0,0 5-25 16,0 0-18-16,-6-3-21 0,6 3-23 0,-9 9-12 16,4-3-20-16,-3 5-8 0,-1 0-13 0,0 5-10 15,-1 6-10-15,1-4-7 0,3 0-10 0,-2 0-5 16,5 0-4-16,0 0-2 0,0-1 4 0,7 0-4 16,-2-4-1-16,4 0 0 0,0-4 16 0,4 1-7 0,-1-3 2 0,1 0 4 15,6-4-2-15,2 0 1 0,1-3-3 0,1-2-3 16,-2-1 0-16,0-2 2 0,-3-2 15 0,3-1 6 15,-5-3 1-15,-3-2-6 0,-1-3-12 0,-5-1-8 16,-1 0-10-16,-6-1-3 0,-2-6-23 0,-3 6 6 16,-2 0-8-16,1 2-4 0,-4 3-10 0,-2-2-8 15,-1 1-12-15,1 7-7 0,1-4-18 0,0 8-25 0,4-2-31 16,-1 2-38-16,3 0-49 0,1 2-53 0,5 0-43 16,2 1-33-16,0 0-223 0,0 0-576 0,0 0 255 15</inkml:trace>
  <inkml:trace contextRef="#ctx0" brushRef="#br0" timeOffset="13000">11524 3542 81 0,'0'0'172'16,"0"0"-4"-16,-10 1 0 0,10-1-7 0,0 0-2 15,0 0-5-15,0 0-4 16,0 0-6-16,0 0-3 0,0 0-4 0,0 0-4 15,0 0 2-15,0 0-14 0,0 0-4 0,0 0-8 16,0 0-8-16,0 0-6 0,0 0 1 0,0 0 1 16,0 0-2-16,32 0-5 0,-10-1-3 0,10 0-7 15,2-3 3-15,20-2 4 0,2 1 7 0,5-1-2 16,2 0-3-16,1 3-11 0,-1-2 0 0,-1-1-7 16,-7 2 5-16,0 1-24 0,-18 1-6 0,-1-4-2 0,-5 3-4 15,-5 1-17-15,-7-1-12 0,-7 2-19 0,2-2-17 16,-5 3-18-16,-4-2-37 0,-1-1-42 0,-4 1-35 0,0 2-24 15,-9-3-20-15,-4 2-12 0,3-1-23 0,-8 1-213 16,-4-2-485-16,1 2 215 0</inkml:trace>
  <inkml:trace contextRef="#ctx0" brushRef="#br0" timeOffset="13238.5">11982 3334 90 0,'-6'-4'399'0,"2"-3"9"0,0 3 7 0,0-1-1 15,0 0-26-15,0 2-35 0,4 1-38 16,0 2-31-16,-5-5-37 0,5 5-35 0,0 0-26 16,0 0-25-16,-4 11-13 0,4 5-18 0,-3 8-1 0,1 7-19 15,1 1-10-15,1 4-11 0,1 10-7 16,1 0-4-16,1-10-16 0,1-3-45 0,0 2-43 15,1 13-46-15,1-14-52 0,0-1-70 0,-2-1-94 0,-2-7-398 0,-1-5-743 16,2-11 329-16</inkml:trace>
  <inkml:trace contextRef="#ctx0" brushRef="#br0" timeOffset="15290.05">12931 3057 34 0,'0'-7'231'0,"0"5"-5"0,0-3-19 15,1 0-14-15,1 0-15 16,4-1-14-16,-1 0-21 0,8 1-10 0,-1 3-14 16,9-3-10-16,-2-1-8 0,12 2-8 0,1 2-7 15,0 2-6-15,0 0-3 0,1 5-9 0,-1 2-9 16,0-1-2-16,-4 6-5 0,-1-1-7 0,-4 8-4 15,-5 0-6-15,0 5 2 0,-9 1-7 0,0 5 9 16,-9 0-12-16,-3 5 0 0,-10-1-4 0,-10 6 3 16,-6 1-2-16,-7-2-3 0,3-7-2 0,2-8-2 0,-10 5 1 15,11-8 0-15,0-1 7 0,0-4 0 0,-2-2 4 16,7 1 2-16,6-6 9 0,0-3 2 0,8-3 3 16,0 4 9-16,5-4-9 0,-2-1 16 0,3 0 24 15,0 1-1-15,2 0-8 0,3-3-2 0,0 0-6 16,0 0-4-16,31 0-8 0,-3-1-2 0,8-1-6 15,0-1-3-15,2 1-6 16,4-2-5-16,10-1-3 0,-13 2 9 0,-2 3-21 16,-1-3 3-16,-4 1-7 0,-1 0-26 0,0-3-25 15,-4 3-31-15,-8-1-44 0,-2 2-55 0,-3-1-63 16,3-4-80-16,-5 1-222 0,-1 0-573 0,-1-2 254 16</inkml:trace>
  <inkml:trace contextRef="#ctx0" brushRef="#br0" timeOffset="15643.6">13987 2984 168 0,'-3'-3'224'0,"3"3"-12"16,0 0-15-16,-7-1-16 0,7 1-16 0,0 0-16 16,0 0-18-16,0 0-13 0,20-3-11 0,-6 3-11 15,6 0-7-15,11-2-11 0,1 2-6 0,4-2-4 16,3 0-9-16,16-2-11 0,-5 0-2 0,1 1-2 15,-11 3-22-15,-3 0-13 0,-3 0-18 16,-2 0-20-16,-11-1-16 0,-2 2-13 0,-6-1-19 0,-2-1-21 16,-7 1-11-16,-4 0-24 0,4-1-11 0,-4 1-120 0,0 0-285 15,-31-4 126-15</inkml:trace>
  <inkml:trace contextRef="#ctx0" brushRef="#br0" timeOffset="15976.05">14201 2955 36 0,'-6'1'177'16,"0"-1"-5"-16,6 0-6 0,-8-1-4 0,8 1-11 15,-9 1-3-15,9-1-23 16,0 0-6-16,-8 2-18 0,8-2-15 0,-5 2-6 16,4 1-13-16,1-3-6 0,-3 7-1 0,3 0 2 15,0 5 0-15,-1 0 1 0,1 7-6 0,-2 8 3 16,2 2 3-16,-3 4-2 0,3 0 2 0,0 16-1 16,-1-2 1-16,6-1-5 0,-3 1-1 0,-2-14-2 15,3 1-4-15,2 0-5 0,-4-2-5 0,0-2-2 16,2 0-6-16,-6-5 2 0,2 1-8 0,-1-6 5 0,-5-1 8 15,1-3 2-15,-1-1 3 0,0-1 3 0,-3-3 1 16,2-4 1-16,-2 3 6 0,-7-4-7 0,4-3 13 16,-4 1 2-16,1-3-4 0,-4 2-2 0,3-4 5 0,-1-1 2 15,0 0-3-15,7-1 6 0,-2 2-6 0,3-1 0 16,0 0-8-16,2-1 2 0,-1 3-8 0,5-1-2 16,-1-2-8-16,5 3-1 0,-8-2-16 0,2 1-7 0,6 1-10 31,0 0-28-31,-4-3-36 0,4 3-29 0,0 0-51 15,0 0-41-15,0 0-59 0,0 0-72 0,14-1-201 0,-6-3-556 0,2 1 246 0</inkml:trace>
  <inkml:trace contextRef="#ctx0" brushRef="#br0" timeOffset="16445.58">14374 3575 205 0,'0'0'318'0,"0"0"-29"0,0 0-26 16,0 0-24-16,0 0-26 0,0 0-22 0,0 0-20 16,10 5-8-16,0-3-25 0,3 0-13 0,5 2-15 15,1 0-10-15,0 4-11 0,3 1-9 0,-4-2-9 16,-4 2-9-16,4 0-6 0,-5 2-7 0,-3 3-5 15,-1 1-4-15,-5-1-4 16,-3 6-5-16,-5 5 0 0,-5 1 3 0,-5-2-5 16,-5-1 0-16,-4 3 4 0,-4-4-9 0,-2-3 0 15,-1 3-3-15,1-4 2 0,-1-4 3 0,1 0 5 16,5-5-8-16,3 1 1 0,6-3-4 0,3-3 1 16,4 2 0-16,1-4-1 0,2 0 31 0,1-1-1 15,-1 1 13-15,5-2 6 0,0 0-6 0,0 0 2 16,32 0-3-16,-4 0-4 0,8-4-4 0,-2 1-7 0,5-1-12 15,11 1 6-15,3-3 5 0,-3 4 10 0,-10 0 0 16,-2 1-8-16,-3-2-3 0,-6 2-2 0,-6 1-6 0,-10-2 0 16,1 2-7-16,-4 0-1 0,-2-1 1 15,-2 1-2-15,-1-2-9 0,-5 2-14 0,9-1-14 16,-9 1-23-16,4-1-40 0,-4 1-60 0,0 0-93 16,0 0-107-16,-24-4-315 15,12 3-702-15,3-4 311 0</inkml:trace>
  <inkml:trace contextRef="#ctx0" brushRef="#br0" timeOffset="19051.73">15571 2999 154 0,'-2'-3'174'16,"2"3"-10"-16,0 0-12 0,-2-7-17 0,2 7-10 15,0 0-13-15,0 0-9 0,-5-1-12 0,5 1-7 16,0 0-9-16,0-4-8 0,0 4-2 16,0 0-11-16,0 0-1 0,0 0-8 0,0 0-6 15,0 0-5-15,0 0-1 0,0 0-4 0,0 0-1 0,0 0 1 16,0 0 1-16,0 0-4 0,0 0 2 0,17 1-1 0,-12-1-1 16,5-3-3-16,3 2-1 0,-4 0-2 0,6-4-4 15,-3 3-3-15,2-1 5 0,-4-3-12 0,4 5 11 16,-1-6 5-16,-3 4 10 0,0-1 20 0,-1-1 11 15,-4 4 20 1,1-3 4-16,-3 2 8 0,4-1-11 0,-5-2-7 0,-1 2-6 0,-1-1-8 16,0 4-12-16,-5-3-6 0,-3 1-3 15,-4 2-5-15,-6 0-10 0,-3 2-6 0,-7 4-1 16,-2-1-1-16,-5 7 1 0,0 1-8 0,-9 9 4 16,-3 3-3-16,7 1-4 0,7-4 1 0,-8 8-3 15,2 4 3-15,13-9-3 0,2 4-3 16,1 1 0-16,4 1 11 0,3 0-9 0,7 1-4 0,0-4-4 15,8 0 5-15,11-2-1 0,3-2 1 0,6-1 2 16,6-2 1-16,10-7 4 0,15 5-3 0,10-6 1 0,8-6-7 16,30 0 1-16,-31-4-7 0,-1-6-6 0,26 0-9 15,-32 0-13-15,-5-5-8 0,-4 0-3 0,-14 1 4 16,-4-3 1-16,-2-1 6 0,-5-2 5 0,-10 1 8 16,0-2-2-16,-9 5 12 0,0-2 4 0,-3-4 7 15,-4 4 2-15,-4-1-2 0,-4 2 4 0,-7-2-2 16,-2 4 3-16,-2 0 1 0,-8 1 0 0,5 3 0 0,-10 4-4 0,-1 3 0 31,0 1 2-31,2-1-3 0,2 4-1 0,2 3 1 0,0 1-3 0,9-3 31 0,4 1-4 16,4-3-8-16,5 4-2 0,1 0-3 0,4-1 1 0,3 1 1 15,3 0 1-15,6-3-1 0,6 0-2 16,6-2 1-16,5-1-11 0,6-1-6 0,-1-2-8 0,-2-1-9 16,-2-4-9-1,0-1-5-15,-2 1 0 0,-7-4-1 0,-6 2 4 16,2-2-3-16,-6-1 2 0,-1 2 0 0,-3-4-2 15,-2 4 3-15,-3-4-1 0,-2 1 2 0,-2 0-1 16,-3 2 0-16,-2-1-8 0,-3 2 0 0,1-2 1 16,-1 5-4-16,-1-4-13 0,-2 4-8 0,0-1-29 15,0 1-29-15,3 1-50 0,-1 1-169 0,4-1-369 16,3 1 163-16</inkml:trace>
  <inkml:trace contextRef="#ctx0" brushRef="#br0" timeOffset="19436.66">16546 3156 140 0,'0'0'237'0,"-6"-2"-23"0,-1 2-20 15,7 0-19-15,-16 2-20 0,4-2-14 0,-2 4-12 16,4 1-15-16,-8 0-10 0,1 5-10 0,0-3-12 0,2 4-6 16,0-1-10-16,2-1-5 0,2 0-4 0,5 2-9 15,0-2-3-15,0 4-4 0,1-1-3 0,1 2 2 16,4-1-6-16,3 1 1 0,2 0-4 0,1-1-4 0,4 3 2 16,4-4-5-16,2 0 1 0,0 0-6 15,1-3 1-15,-2 1-1 0,2 1-5 0,1-5-2 16,-8 2 1-16,0-4-4 15,2 2-2-15,-7-3-1 0,0 1-2 0,1 0 3 16,-4-1 9-16,-2-3 4 0,-4 6-1 0,-4 0-3 16,-1-2 1-16,-5-1-2 0,-1 3-1 0,-3-2-3 15,-3 1-1-15,2 0-3 0,1-1-10 0,-3-1-25 16,0 1-31-16,2-2-41 0,2-1-45 0,5-1-255 16,-2 0-432-16,5-1 191 0</inkml:trace>
  <inkml:trace contextRef="#ctx0" brushRef="#br0" timeOffset="19884.09">16793 3087 36 0,'6'-3'237'0,"0"0"-21"0,-6 3-22 0,16 3-13 16,-6-3-12-16,2 3-20 0,0 1-15 0,2-1-14 15,-1 3-16-15,0 2-6 0,-4 0-8 0,1 3-8 16,-2 1-11-16,-2-2-1 0,-3 6-6 0,-6 1-4 0,-1 1-3 0,-7 6-3 16,-2-2-3-16,-5 4-5 0,4-4-3 0,-9 0-8 15,0-1 1-15,4-1-3 0,2-7 2 0,1-1 3 16,2 1-1-16,1 0-1 0,1-8-6 0,2 4-4 16,4-4-3-16,1 0 2 0,1-2 0 0,0 1 4 15,3 0 3-15,1-4 11 0,6 5-1 0,6-4 0 16,3 1-7-1,7-2-1-15,8 0-8 0,1-2-24 0,0 1-36 16,-1-2-50-16,2 0-60 0,3 0-79 0,-4-6-195 0,3 4-453 16,-5-4 202-16</inkml:trace>
  <inkml:trace contextRef="#ctx0" brushRef="#br0" timeOffset="20316.47">17316 3197 357 0,'0'0'400'0,"3"-6"-15"0,-3 3-25 0,0 3-38 16,4-3-33-16,-4 3-29 0,0-4-21 0,0 4-31 15,0 0-24-15,0 0-23 0,0 0-15 0,0 0-21 16,0 0-11-16,4 11-14 0,-4-3-11 0,-3 2-5 0,3 2-5 16,-1 3-31-16,-2-1 17 0,2 3-12 0,1 3 4 15,0-2-13-15,-3-1-2 0,3 2-10 0,0-4-18 16,0 3 22-16,3-2-7 0,-2-4-7 0,3-2 3 0,-1 2-4 15,-2-2 0-15,4-3 5 0,-2-1-4 16,-2 0 3-16,3-1 4 0,1-1 18 0,1-2 10 16,2-2 8-16,0 0 7 15,0-2-3-15,3-2 2 0,-2-1-10 0,3-4-5 16,0-3-5-16,0-1-6 0,-1-4-8 0,2-8-21 16,-3 0-1-16,-2-2-17 0,-2 0-8 0,-3-2-2 15,-5 1-7-15,-1-2-5 0,-7 5 5 0,-2 0 1 16,-7 5 4-16,1-1-1 0,-3 3 8 0,1 7-2 15,2 0-15-15,-1 5 26 0,2 2-9 0,2 2-3 16,2 2 0-16,-1-2-18 0,0 6 20 0,1 1 5 0,4 6-12 16,3-2-3-16,1 8-22 0,5-5 29 0,6 5 2 15,5 1-11-15,10 3-41 0,7-2-26 0,7-2-61 16,12 3-81-16,4-9-124 0,-13-5-306 0,2-1-711 0,-3-5 314 16</inkml:trace>
  <inkml:trace contextRef="#ctx0" brushRef="#br0" timeOffset="21434.47">18262 3272 126 0,'-10'1'185'0,"1"1"-13"0,4-2-14 0,1 2-5 15,4-2-5-15,-9 0-17 0,9 0-12 0,-5 0-7 0,5 0-9 0,0 0 2 16,0 0 28-16,0 0-3 0,0 0-8 0,0 0-1 16,0 0-8-16,0 0-1 0,0 0-3 0,0 0-2 15,0 0-10-15,0 0-2 0,0 0-11 0,0 0-7 16,0 0-9-16,0 0-1 0,0 0-13 0,0 0-3 15,0 0-3-15,0 0-4 0,0 0-4 0,0 0-6 16,0 0-3-16,0 0 3 0,0 0-7 0,0 0 1 0,0 0-4 16,0 0-2-16,0 0-3 0,0 0 3 0,0 0-10 15,0 0 6-15,0 0-5 0,0 0-1 0,0 0-1 0,0 0-1 16,0 0-1-16,0 0-5 0,0 0 4 0,0 0 2 16,0 0-4-16,17 3 15 0,-6-3 3 15,7-3 1-15,3-1 2 0,11 1-8 0,4-1 1 16,17-2-4-16,1 0 3 15,4-2-5-15,1 3-1 0,-4-4 3 0,3 3-4 16,-4 1-2-16,-5-4-1 0,-10 4-3 0,-1 0-1 16,-5 2-8-16,-6-1-28 0,-8 1 3 0,-5 2-8 15,-2-2-14-15,-5 3-15 0,0-1-25 0,-7 1-37 16,0 0-27-16,0 0-29 0,-29-5-27 0,3 4-22 16,-2 1-200-16,-2 1-466 0,-1-2 207 0</inkml:trace>
  <inkml:trace contextRef="#ctx0" brushRef="#br0" timeOffset="21640.83">18598 3156 102 0,'0'-4'362'0,"0"4"0"0,-2-8 12 0,2 8-6 0,0-6-8 16,0 6-30 0,-2-6-30-16,2 6-31 0,0 0-29 0,0 0-29 15,-2-5-26-15,2 5-26 0,0 0-17 0,0 0-18 16,0 21-11-16,-4-4-12 0,0 6-7 0,0 6-11 15,3 4-9-15,-3 1-17 0,2 1 4 0,0-1-40 16,1 1-39-16,2 0-50 0,-1-2-59 0,0 13-70 16,-2-14-121-16,-7-3-310 0,8-10-679 0,-2-4 300 15</inkml:trace>
  <inkml:trace contextRef="#ctx0" brushRef="#br0" timeOffset="24206.3">19702 2908 1 0,'-3'-3'161'16,"1"0"3"-16,2 3-10 0,0-4-4 0,0 4-5 15,0 0-3-15,-4-6-2 0,4 6-2 0,-1-4-4 0,1 4-6 0,0 0-5 16,-4-1-2-16,4 1-6 0,0-5-9 0,0 5-4 16,0 0-9-16,0 0-7 0,0 0-11 0,4-6-8 15,1 4-7-15,3 1-7 0,-2-1-6 0,7 1 26 16,5 1-7-16,1 0-9 0,1 1-5 0,9 1-7 16,-2 3-4-16,-1 0 0 0,5 0-6 0,-4 6-5 15,0-3-4-15,-8 2-4 0,-2-1-2 0,-2 4-2 0,2 8-2 16,-6-4-1-16,-3 9-2 0,-5-2 0 0,-4 4-6 0,-8 1-2 15,-3-3 1-15,-7 2-1 0,-5-2 3 16,-4-2-1-16,0 1 1 0,1-1-3 0,-5-6-2 16,3-1-2-16,1-2 5 0,1-4-1 0,1 3 1 15,2-3-3-15,2-2 0 0,3-3 1 0,6 0 0 16,3-1 3-16,1-2 10 16,3 0 10-16,-1 1 19 0,2-3 2 0,1 0 2 15,4-1-4-15,0 0-2 0,0 0-3 0,0 0-7 16,36-4-1-16,-5 0-6 0,5 1-4 0,3 0-4 15,15-3 1-15,2-2-5 0,-2 5 3 0,-3-4-8 16,3 3 3-16,-18 1 4 0,-2 2-4 0,-1 0-3 16,-6 0-2-16,-8 1 2 0,0 0-8 0,-8-1 0 15,-1 2 1-15,-3-1 1 0,0 0-7 0,-2 0-10 0,-5 0-1 16,9-1 2-16,-9 1-11 0,0 0-6 0,0 0-20 16,0 0-28-16,0 0-21 0,0 0-29 0,0 0-26 0,-18-6-60 15,13 5-282-15,-1-3-537 0,6 4 237 0</inkml:trace>
  <inkml:trace contextRef="#ctx0" brushRef="#br0" timeOffset="24992.6">20593 2846 15 0,'0'0'168'0,"0"0"-7"15,-9 1-8-15,9-1-17 0,0 0-4 0,0 0-5 16,0 0-3-16,0 0-3 0,0 0-4 0,0 0-12 16,0 0-9-16,0 0-6 0,0 0 5 0,0 0-3 15,0 0-7-15,37-1-3 0,-10-1-9 16,5 2-4-16,1 0-12 16,20 0-5-16,-4-2-5 0,4 2-3 0,-14-3-8 15,0 3-2-15,-3 3-3 0,-1-3-3 0,1 0 3 16,-10 2-8-16,-6-2-6 0,-8 0-9 0,0 0-14 15,-4 0-15-15,-2 2-10 0,-2-2 1 0,-4 0-14 16,0 0-21-16,0 0-19 0,-20 5-15 0,3-5-19 16,-3 2 6-16,-3 0 7 0,1-1 4 0,-5 3 11 15,-1 0 6-15,6-2 9 0,-5 2 13 0,4-1 4 0,3-2 4 0,2 3 0 16,0-2 15-16,4 0 2 0,0-1 9 0,5 0 6 16,0 2 11-16,3-2 8 0,-2-1 11 0,3 0 16 15,5 0 15-15,-8 0 22 0,8 0 12 0,-6 2 15 16,6-2 4-16,0 0 6 0,0 0 4 0,-8 0-2 15,8 0 1-15,0 0-10 0,0 0-10 0,0 0-9 16,0 0-11 0,0 0-8-16,-5 1-7 0,5-1-3 0,0 8-6 15,0-2 2-15,2 3-6 0,-2 2-4 0,2 6 3 0,2 6-2 16,-1 1-1-16,-1 5 6 0,4-3-3 16,-2 5 2-16,0 0-6 0,0 1 3 0,-3-1-6 15,3 2 0-15,0 2-1 0,-3-4-1 0,4-1-3 16,-5 0 1-16,0-3-2 0,0-2-1 0,-5-9 0 0,4 4 8 15,-7-3 0-15,3-3 2 0,-3-2 0 0,-2 0 1 0,-4-3-3 16,-4 0 1-16,-2-3-2 0,-1-1 6 0,-7 0-2 16,7-3 11-16,-6 0 1 0,1-2 6 0,3-3-5 15,4 0 4-15,0 0 5 0,-2-1 7 0,7 1 5 16,3 1 10-16,0-2 1 0,1 1 35 0,3 2-22 16,-2-1 3-16,9 2-7 0,-10-4-14 0,10 4 9 15,-7-2-14 1,7 2-23-16,0 0-23 0,-5-2-40 0,5 2-34 15,0 0-33-15,0 0-37 0,14-5-29 0,-14 5-51 16,17 3-73-16,-10-6-280 0,6 1-603 0,-1 1 267 0</inkml:trace>
  <inkml:trace contextRef="#ctx0" brushRef="#br0" timeOffset="25446.64">21131 3266 52 0,'0'0'353'0,"1"-3"-26"15,-1 3-25-15,0 0-32 0,0 0-25 0,0 0-32 16,0 0-24-16,0 0-21 0,0 0-18 0,0 0-18 15,0 0-15-15,0 0-12 0,-2 12-11 0,0-3-10 16,0 1-11-16,-1 2-2 16,2 1-9-16,-4 5-6 0,0-2-5 0,2 3-3 15,1 1 0-15,1-2-6 0,1 2-7 0,-2-3-4 16,5 0-2-16,-1 0 0 0,0-6 1 0,4 0-2 16,0-1-2-16,1 1 9 0,0-4 4 0,5 3 5 15,-1-6 1-15,3 1 4 0,-3-1 1 0,2-2 12 16,-1 0 11-16,2-1 5 0,-5-1 3 0,0 0 5 15,-1 0 0-15,-3 1-4 0,-5-1-10 0,11 0-30 0,-7 0 11 16,-4 0-8-16,7 3-8 0,-7-3-14 0,5 3 0 16,-4 1-6-16,-1 3-6 0,3-1 2 0,-3 3 0 15,0 3-3-15,-3-1 2 0,3 5 1 0,0 1-47 16,-4-1-38-16,3 2-46 0,-3 3-52 0,0-1-55 16,0-1-94-16,3-2-301 0,-1-5-670 0,2-3 296 15</inkml:trace>
  <inkml:trace contextRef="#ctx0" brushRef="#br0" timeOffset="26625.84">21862 2920 146 0,'0'0'164'0,"-13"1"-16"15,13-1-18-15,-9 0-12 0,9 0-16 0,-5 1-6 0,5-1-8 16,-6 3-11-16,6-3-5 0,-4 1-3 15,4-1-12-15,0 0-1 0,1 6-4 0,-1-6-5 16,9 2 2-16,-1 1-7 0,3-3-4 0,3 0-1 16,5 0-2-16,2 0-6 0,-2-3-3 0,12-1-3 15,-2 0-8-15,-2 2 2 0,1-5-2 0,-5 2 0 0,-5 0-5 0,6 1 1 16,-6-4 3-16,-1 1-13 0,-3 1 16 0,-5 1 28 16,-3-1 19-16,3 1 3 0,-5 1 0 0,-2-2-1 15,-2 3-7-15,-2-2-8 0,-2 3-3 0,-3 0-9 16,-4 0-5-16,-8-1-3 0,1 3 0 0,-10 5-3 15,-3 0-12-15,3 5 5 0,-4 0-3 0,-1 2-4 16,1 2 0-16,0 5-1 16,0 1-2-16,-5 11 3 0,10-4-3 0,0 0-2 15,4 2 1-15,-2 11 0 0,10-8-2 0,3-3-1 16,6 0-2-16,7 1 3 0,3-1 0 0,10-3 1 16,5-1-1-16,11-4 3 0,14 4 0 15,7-6-4-15,12-6 2 0,3-2 1 0,30-4-1 16,3-2 0-16,-1-7-5 0,-7-4-2 0,-2-3-6 15,-26 3-3-15,-3-5-7 0,-4 1-1 0,-4-2-4 0,-16 0 2 0,0 0 3 16,-8-5 4-16,-9 5-4 0,-3-1 7 0,-4-1 8 16,-4-1 9-16,-3-1 0 0,-5 1 1 0,-6 0-2 15,-2 4-1-15,-6-2-2 0,-1 4 5 0,-11-3-8 16,-1 7 7-16,-1-3-5 0,-4 6 3 0,0 5 2 16,0-1-2-16,-1 3-4 0,1 1 7 0,5 2-9 15,1 2 2 1,6-1-4-16,6 0 3 0,2 2-1 0,3-1-3 0,3 1 1 15,5-1 2-15,5 7 2 0,5-5 28 0,6-1-1 16,9 0-1-16,7 1-4 0,1-4-2 16,0-1-5-16,4-5-7 0,-2 1-7 0,2-3-3 15,-4-3-13-15,-1 1 0 0,-9-1-4 0,-3-4 1 16,-3 2-2-16,-4 1 5 0,-3-4-5 0,-2-1-5 16,0 1-1-16,-4-2-7 0,-3-1 7 0,-4 0-1 0,-3-3 1 0,1 5 1 15,-7-3 0-15,5 2-2 0,-3 3-8 0,-3-3 0 16,2 3-10-16,-4 2-13 0,4-3-16 0,-1 4-17 15,3 0-33-15,1-2-23 0,0 4-200 0,0-3-373 16,8 3 165-16</inkml:trace>
  <inkml:trace contextRef="#ctx0" brushRef="#br0" timeOffset="27047.75">23297 2925 184 0,'-3'-4'255'0,"3"4"-22"0,-2-2-21 16,2 2-17-16,-4-5-24 0,4 5-16 0,0 0-19 15,-12 3-14-15,7 0-12 0,-6 1-12 0,2 1-9 0,-3 0-11 16,-3 5-8-16,2 2-5 0,-5 0-8 0,4 1-7 16,2 0-1-16,-3-1-5 0,2 3-7 0,3 2-1 15,3-5-2-15,-1 4-6 0,6-1-1 0,0 0-2 16,4 3 3-16,4-2-4 0,-2-2-1 0,6 1 0 16,5-3-1-16,3 5 0 0,0-5-4 0,5 5-2 15,0-4-5-15,1 1 1 16,-4-4-2-16,-5-1 0 0,-2-2 0 0,-2 0 2 15,0 0-9-15,-1-3 2 0,-5 0-4 0,-1 0-2 16,-1-2-7-16,-1 2 5 0,-2-4 3 0,-7 8 0 16,0-4 0-16,-7 1 0 0,-2-1 3 15,-3 1-11-15,-3-2-17 0,2 0-31 0,-2-2-46 16,3-1-50-16,-1 0-258 0,0-2-444 0,3 1 196 16</inkml:trace>
  <inkml:trace contextRef="#ctx0" brushRef="#br0" timeOffset="27464.31">23765 2863 27 0,'0'0'339'15,"0"0"-30"-15,0 0-36 0,1-4-25 0,-1 4-28 16,0 0-29-16,0 0-19 0,0 0-19 0,0 0-16 16,0 0-16-16,-8 12-11 0,6-1-11 0,-5-2-13 15,2 7-11-15,-1-1-4 0,-2 9-2 0,-3 1-8 16,0 0-9-16,4-6-5 0,-3 4-2 0,1 1-5 15,2-6-4-15,3-2-12 0,-1 4 12 0,4-5-8 0,-3-2-1 16,3-1-3-16,1-2-8 0,1 1 20 0,4-1 14 16,0-2-3-16,2 2 2 0,2-4-1 0,3 0-1 15,4 2 3-15,5-4-14 0,0-2-9 0,-2-1-21 16,4 4-26-16,1-5-28 0,3-5-35 0,-9 4-32 16,4-1-30-16,-3-3-45 0,-2-2-35 0,-6 2-226 15,-1 0-490-15,-1-3 217 16</inkml:trace>
  <inkml:trace contextRef="#ctx0" brushRef="#br0" timeOffset="27649">23970 3137 13 0,'-1'-6'210'0,"1"2"0"0,-1 0 10 16,1 4 19-16,-3-6 13 0,3 6 10 0,0 0 0 15,0-4 1-15,0 4-13 0,0-5-9 0,0 5-11 16,-1-4-28-16,1 4-27 0,0 0-26 0,0 0-10 16,0 0-16-16,0 0-18 0,0 0-19 0,0 0-8 0,-4 12-6 15,4-5-7-15,-1 2-6 0,-3 7-6 0,1 1 1 16,1 0-12-16,-1 1-2 0,1 2 1 0,0-1-28 15,4 1 4-15,-2-2-30 16,1 2-26-16,0-2-34 0,2-1-40 0,-2 0-47 0,-1-4-44 0,3 0-65 16,-5-7-280-16,5 2-595 0,0-2 263 0</inkml:trace>
  <inkml:trace contextRef="#ctx0" brushRef="#br0" timeOffset="28112.14">24374 3066 153 0,'1'-8'435'16,"1"3"-20"-16,-2-1-35 0,1 2-15 0,-1-1-38 0,0 2-36 16,0 3-28-16,1-3-35 0,-1 3-18 15,0 0-28-15,0 0-31 0,0 0-17 0,0 0-19 16,0 0-13-16,-1 13-12 0,-2-1-8 0,0 3-5 0,-4 1-15 15,1 2-9-15,1 1 5 0,-2 0-14 0,2-1 3 0,0 1-12 16,1 0 2-16,2 1-11 0,-1-2-2 0,3 2 8 16,4-5-4-16,-3-3-1 0,2 0-9 0,1 0 3 15,-1-4 0-15,3 1 7 0,1-2 11 0,2 1 4 16,0-4 5-16,1-1 1 0,3-2 5 0,-1-2 1 16,-1 0-3-16,2-3-6 0,2-2-4 0,3-4 3 15,-4 2-7-15,0-5-1 16,0 1-8-16,4-10-3 0,-5 1-11 0,-3-4-19 15,-2-3-8-15,0 0-8 0,-7-3-15 0,-4 2 0 16,-3-4-1-16,-3 3 3 0,-5 2 1 0,-3 1-2 16,-3 3 12-16,-2 2-4 0,-5 5 7 0,3 5 2 15,-3 0-19-15,7 5 21 0,-1 1 1 0,1 4 0 16,1 2 4-16,-2 2-2 0,6 4 2 0,-2 1-3 16,7 0 4-16,0 3-4 0,2 5 8 0,3 2-3 0,6 2 7 15,8 0 0-15,5 4-2 0,9 0 6 0,8 1 6 16,12 2-12-16,10-8-39 0,0 1-68 0,2-6-90 15,0-5-100-15,-2-6-375 0,-1 1-730 0,-15-6 322 0</inkml:trace>
  <inkml:trace contextRef="#ctx0" brushRef="#br0" timeOffset="28867.25">25156 3121 51 0,'-4'-3'151'0,"4"3"-11"0,0 0-9 0,0 0-16 16,0 0-6-16,0 0-12 0,0 0-1 0,0 0-5 0,0 0-10 16,0 0 9-16,0 0 2 0,0 0 13 0,0 0-10 0,0 0-5 15,0 0 5-15,0 0 2 0,0 0-2 0,21 4-9 16,-10-4-7-16,9-2-9 0,1 2-4 0,10-3-11 16,1 2-4-16,0-1-4 0,2 1-11 0,1-3-2 15,-5 1-17-15,1-2-16 0,0 0-24 0,-4 2-32 16,-6 1-26-16,0-2-25 0,-5 1-29 0,-2-4-34 0,-5 4-130 15,-1-1-325 1,-3 1 144-16</inkml:trace>
  <inkml:trace contextRef="#ctx0" brushRef="#br0" timeOffset="29129.98">25418 2956 125 0,'-2'-2'330'0,"2"2"-12"16,-4-4-23-16,4 4-26 0,-3-6-27 0,3 6-29 15,0 0-22-15,0 0-23 0,0 0-24 0,0 0-15 16,0 0-11-16,0 0-18 0,-1 16-7 0,1-4-9 16,1 0-7-16,-1 3-8 0,3 4-7 0,-3 1-6 0,2-1-7 0,2 8-2 15,-4-3 6-15,3 2-16 0,0-6 1 0,1-1-14 16,1 6-18-16,1-6-21 0,-1 1-22 0,0-2-26 15,1-3-31-15,-1-1-41 0,4 0-54 0,0-3-55 16,1-5-183-16,3 0-462 0,-1-2 204 0</inkml:trace>
  <inkml:trace contextRef="#ctx0" brushRef="#br0" timeOffset="29314.96">26072 3130 154 0,'0'0'296'0,"5"-3"-24"0,-5 3-33 0,0 0-29 15,7-2-36-15,-2 0-24 0,3 1-33 0,2 1-32 16,5 0-40-16,3 1-59 0,2-1-56 0,9 2-67 16,0-4-117-16,0 2-275 0,6 2 122 0</inkml:trace>
  <inkml:trace contextRef="#ctx0" brushRef="#br0" timeOffset="29452.98">26856 3118 12 0,'7'0'309'0,"-7"0"-33"16,8-2-39-16,-3-1-40 0,1 3-45 0,6-3-40 15,1-1-41-15,6 3-50 0,9-1-64 0,3 2-68 16,-1-2-95-16,6 2-223 0,1 2 99 0</inkml:trace>
  <inkml:trace contextRef="#ctx0" brushRef="#br0" timeOffset="29599.86">27580 3105 28 0,'0'0'300'0,"3"-2"-28"0,-3 2-22 0,4-4-35 0,1-1-32 15,2 5-29-15,5-6-33 0,5 2-42 0,2 0-52 16,7 0-57-16,6-2-63 0,-4 2-158 15,4 0-273-15,-1-1 121 0</inkml:trace>
  <inkml:trace contextRef="#ctx0" brushRef="#br0" timeOffset="29715.67">28077 3028 98 0,'0'0'222'0,"0"0"-19"0,0 0-17 15,0 0-23-15,4-2-19 0,-4 2-27 0,0 0-47 16,0 0-68-16,0 0-76 0,0 0-115 0,0 0-204 15,0 0 90-15</inkml:trace>
  <inkml:trace contextRef="#ctx0" brushRef="#br0" timeOffset="34561.08">29641 3151 58 0,'0'0'153'0,"0"0"-21"0,-5-3-2 0,5 3-6 16,0 0-2-16,0 0-22 0,0 0-8 0,0 0-10 15,0 0-6-15,0 0-8 0,0 0-10 0,0 0-3 16,0 0 4-16,0 0-13 0,0 0-7 0,0 0 6 16,0 0-6-16,0 0 8 0,0 0 8 0,0 0 4 15,15 8 5-15,-2-8-9 0,6 0 0 0,3 0-3 16,5 0-8-16,6-2 0 15,3 3-7-15,-3-5 0 0,4-1-1 0,-3 1 0 16,0 1-5-16,-3-1-5 0,-2 4-1 0,-8-1-6 16,-1-2 2-16,-2 2-1 0,-4 1-6 0,-1-3-5 15,-6 3-15-15,2-2-13 0,-4 2-22 0,-5 0-24 16,8 0-12-16,-8 0-39 0,0 0-12 0,0 0-18 16,0 0-132-16,0 0-301 0,-27 0 133 0</inkml:trace>
  <inkml:trace contextRef="#ctx0" brushRef="#br0" timeOffset="34877.36">30059 2975 14 0,'0'0'247'0,"-2"-5"-14"15,2 5-18-15,0-5-16 0,0 5-22 0,0-5-21 16,0 5-16-16,0 0-13 0,6 0-15 0,-6 0-14 15,13 0-6-15,-4 5-11 0,2 2-5 0,7 2-7 16,0 2-5-16,-3-1-5 0,3 3-8 0,3 2-3 16,-2 3-1-16,-6-3-11 15,1 2-6-15,-4-1 0 0,3 6-6 0,-6-2 2 16,0-2-4-16,-3 1-4 0,-4-1 27 0,-2-1-8 16,-4-1-3-16,-2 2 0 0,-4-3-3 15,-3-1-3-15,1 1-5 0,0-4 0 0,-2 3-4 0,-1-4-2 16,2 0 2-16,2-1-5 0,1-1-1 0,1-1-2 15,-1-2-18-15,2 0-25 0,3-2-33 0,1 1-32 16,5-1-58-16,1-3-79 0,0 0-142 0,0 0-405 0,0 0 180 16</inkml:trace>
  <inkml:trace contextRef="#ctx0" brushRef="#br0" timeOffset="35562.68">30946 2912 18 0,'0'0'260'0,"0"0"-5"0,0 0-24 0,-2-3-21 16,2 3-20-16,0 0-24 0,0 0-15 0,17-1-19 0,-4 0-10 0,6-1-12 16,0 2-12-16,3 0-14 0,6 0-5 0,-6 0-15 15,6 0-11-15,1 0-13 0,-9 2-9 0,-6-2-17 16,6 0 1-16,-10 0-9 0,2 0-6 0,-6 0-12 15,-1 0 0-15,-5 0 2 0,0 0-5 16,0 0 5-16,0 0 6 0,-23 2-6 0,4-3-2 16,-1 2 3-16,-8 0 4 0,6 3-1 15,-6-4 1-15,6 3 2 0,0-3-1 16,2 3 2-16,-2-2-1 0,4 3 6 0,0-3-2 16,8 0 4-16,-4 2-10 0,3 1 7 0,2-1-4 15,1-1-2-15,2 1 1 0,1-1-2 0,-1 3 2 16,3 0 2-16,0 1-1 0,2-1 4 0,-1 3-7 15,4-1 16-15,0 5-1 0,2-3 4 0,4 3 5 16,1 1 3-16,1 1 6 0,3 1 6 0,5 5 0 0,-6-6-3 0,11 5 2 16,-6-6-4-16,6 5-3 0,-6-3-1 0,2 0 1 15,-3-3-3-15,-1 1-2 0,-1 0-4 0,-7-3-3 16,1 1 0-16,-1-1-3 0,-3-2-1 0,-1 0 0 16,-2-2 2-16,-2 2 1 0,-3-1 2 0,-3 0-5 15,-4 0 2-15,1 1-3 0,-7 1 4 16,1-2-3-16,-1-1-2 15,-2 0-1-15,6-3-1 0,-1 1-2 0,1-1 4 0,4 0-4 16,-1 0 0-16,3-1-1 0,1-1 0 16,1 2 3-16,5-3 2 0,-5 1-5 0,-1 0 2 15,6-1-1-15,0 0-1 0,0 0-8 0,0 0-14 16,24-2-30-16,-5 0-36 0,-1-2-59 0,1-2-82 16,-1 1-157-16,2-2-414 0,5-6 183 0</inkml:trace>
  <inkml:trace contextRef="#ctx0" brushRef="#br0" timeOffset="36042.21">30860 2738 90 0,'-25'12'106'0,"-1"0"-13"16,-1 2 0-16,7 6-3 0,-4-1-1 0,2 3-19 16,2 3 0-16,-2 3 3 0,4 2-3 15,1 3 5-15,2-1-12 0,2 2 0 0,4 0 19 16,0 1-2-16,5 12-2 0,3-12 2 0,2 2 11 15,2-3-5-15,5 0 1 0,3 0 1 0,7-4 5 16,1 1 7-16,2-2 0 0,4-1 1 0,14 1 2 0,-9-7-3 0,12 2 2 16,6 0 6-16,0-9 6 0,3-5 2 0,-1 2 2 15,3-8 0-15,0 0-2 0,0-4-10 0,-14-1 6 16,15-6 6-16,-16 3 5 0,11-9-3 0,1-2 4 16,-20 1-4-16,2-1-6 0,-1-3-11 0,-3-4-8 15,-2-6-10-15,8-10-16 0,-4-3-10 0,-4-5-5 16,-7 0-11-1,-7-3-8-15,-8 15-4 0,-2-15-4 0,-4 5-7 16,-7 7-1-16,-8 5-8 0,-11-6-12 0,-8 4-10 16,-3 7-14-16,-11 3-35 0,-7 9-29 0,-9 4-39 0,-27 5-43 15,-3 7-50-15,30 4-85 0,2 2-308 16,2 4-665-16,6-1 294 0</inkml:trace>
  <inkml:trace contextRef="#ctx0" brushRef="#br0" timeOffset="39085.53">2627 6041 65 0,'9'0'93'16,"-4"-3"-9"-16,0 1-3 0,1 2-10 0,1-2 1 0,-1 0 2 15,-1 1-2-15,3-1-2 0,-2-1-1 16,1 1-1-16,-1 2-2 0,-1-3-3 0,0 3-1 16,-5 0-10-16,8-2-2 0,-8 2-4 0,7-2-6 15,-7 2-7-15,0 0 4 0,0 0-7 0,0 0-1 0,0 0 3 0,0 0 3 16,-8 11-6-16,-1-3-2 0,-5 1 1 0,-6 0 1 16,3 4 1-16,-7 2 4 0,-1 0-7 0,-2 1 2 15,-1 1-3-15,-3 1-7 0,3 3 3 0,-4-4-1 16,0 2-1-16,-1-2-1 0,1 3-2 0,8-3-2 0,-3-1 1 15,2 0-4-15,9-4 0 0,0-1-4 0,1-1 1 16,5 2 0 0,1-4-1-16,4 1-11 0,-1 0 4 0,2-1 7 15,4 1-8-15,3 1 14 0,2 0-2 0,2 1 0 16,5-3 0-16,6 2-1 0,6 2-1 0,4-2 0 16,4 2 1-16,0 0-8 0,4-3 7 0,-2 2-5 15,5 0 4-15,-2 1-1 0,-2 0-1 0,1 2-1 16,-2 1-2-16,-8-1-1 0,1 1-4 0,-10-2 7 15,-3-1-7-15,-5 0 2 0,-4 0 11 0,-4 0-7 0,-5 0 3 16,-6 0 4-16,-8 0-11 0,-6 7 5 0,-8-5 4 0,-5 0-2 16,0 0 1-16,-11 1 2 0,-3-1-3 0,14-6-1 15,-14-1 1-15,14-1 6 0,1-1 3 16,2-2 7-16,6 1 5 0,0-1 2 0,10-2-6 16,5 0 9-16,2-2 23 0,3 1-4 0,3-3-19 15,1-2-46-15,5 2-30 0,7-3-26 0,10-2-32 0,1 1-58 0,12-2-186 16,1-2-372-16,7 0 165 0</inkml:trace>
  <inkml:trace contextRef="#ctx0" brushRef="#br0" timeOffset="39401.14">3065 6582 236 0,'0'-5'350'0,"0"5"-6"0,-1-6-7 16,1 6-14-16,0-6-9 0,0 6-28 16,-3-1-27-16,3 1-32 0,0 0-23 0,0 0-21 0,0 0-27 15,0 0-12-15,0 0-21 0,0 0-8 0,0 0-36 0,0 0-23 16,0 0-4-16,0 0-5 0,0 0-2 0,0 0-4 16,0 18-5-16,0-11-8 0,1 1-1 0,-1 2 2 15,0 0-3-15,0 1-5 0,2 1 1 0,-4-2-10 0,2 1-13 16,0-5-4-16,2 2-20 0,-2-1-12 15,-2-1-11-15,2-1-18 0,0 1-3 0,-1-2-14 16,1-1-1-16,-1 1 0 16,1-4 4-16,-4 5-28 0,4-5-44 0,0 0-60 15,0 0-68-15,-15-11-185 0,11 0-504 0,0 2 223 16</inkml:trace>
  <inkml:trace contextRef="#ctx0" brushRef="#br0" timeOffset="39563.83">3041 6346 219 0,'0'-15'290'0,"1"5"-5"0,-1 3 6 0,0 0-12 0,3 0-9 0,-2 2-26 16,2 2-27-16,-3 0-18 0,1-3-24 0,-1 6-23 16,2-5-40-16,-2 5-39 0,0-3-52 0,0 3-44 0,0 0 3 15,0 0-24-15,0 0-36 0,3 12-29 0,-2-4-49 16,-1 1-242-16,0 1-431 0,4 0 191 16</inkml:trace>
  <inkml:trace contextRef="#ctx0" brushRef="#br0" timeOffset="39949.18">3347 6503 154 0,'0'0'298'0,"0"0"-32"0,0 0-26 0,0 0-27 16,0 0-20-16,0 0-25 0,0 0-19 0,-2 5-17 15,2 2-11-15,0-2-16 0,0 1-8 0,0 4-12 16,0 0-7-16,0 3-9 0,-1-1-5 0,-1 0-7 16,0 0-4-16,0 0-3 0,0 1-10 0,-1-4-2 15,2 0-3-15,-2 1-2 0,2-5-1 0,0 2-6 0,0-2 5 16,1 0 27-16,-3-4 30 0,3-1 39 0,-1 5 45 16,1-5 37-16,0 0 11 0,0 0-19 0,0 0-21 15,0 0-20-15,13-16-16 0,-7 6-12 0,4-4-15 16,0 0-11-16,1-1-10 0,-2 6-14 0,-2-1-11 15,1 3-3-15,-3 3-10 0,-1-3-8 0,-1 2-9 0,-1 1-4 16,-1 1-23 0,4 0-32-16,-5 3-37 0,4-1-24 0,-4 1 7 15,0 0-8-15,13 7-8 0,-5-3-20 0,-2 5-21 16,3 0-27-16,0 6-22 0,0-2-26 0,1 2-47 16,2-3-68-16,-3-2-269 0,2-5-635 0,1 2 282 15</inkml:trace>
  <inkml:trace contextRef="#ctx0" brushRef="#br0" timeOffset="40318.74">4206 6148 111 0,'0'-7'336'0,"0"-1"-31"15,0 3-28-15,0 0-34 0,-4 2-26 0,1-1-23 16,3 4-20-16,-15 7-18 0,3 3-19 0,-8 9-15 0,-4 4-10 16,0 5-14-16,-12 15-10 0,4 6-6 0,-16 23-12 15,14-23-5-15,3 4-6 0,1 2-5 16,6-1-7-16,2-1-4 0,5 0 1 0,7-3-4 0,6-1 2 0,4-12-1 16,8-5 6-16,1 0-5 0,5 0 1 0,1-3 5 15,7-4-3-15,4-3 8 0,2-3 5 0,1-5 5 16,0-1-1-16,0-1 10 0,-4-5-2 0,-6-2 5 15,-1 1 6-15,-2-3 13 0,-5-2 7 0,-2 1 16 16,-1 1 5-16,-3-1 10 0,0 0 9 0,0-2-3 16,-5 0-11-16,8 1-11 0,-8-1-16 0,0 0-10 15,6 1-13-15,-6-1-24 0,0 0-24 0,0 0-22 0,4 3-47 0,-4-3-43 16,0 0-41-16,0 0-65 0,0 0-57 0,0 0-61 16,0 0-422-16,0 0-789 0,1-15 349 0</inkml:trace>
  <inkml:trace contextRef="#ctx0" brushRef="#br0" timeOffset="40889.1">4403 6448 181 0,'1'-8'318'0,"2"1"-29"15,-1 4-22 1,4-2-22-16,1 1-21 0,2-3-25 0,1 4-20 15,4 0-17-15,3-1-19 0,2 4-16 0,-1 1-7 16,0 2-12-16,0 2-12 0,-3 2-10 0,3 3-4 16,-3 3-15-16,-1 1-3 0,-3 3-14 0,-2 0 0 15,-1 9-9-15,-6-2-1 0,-2 2-3 0,-4 0-7 16,-4 1-4-16,-2 1 0 0,1-2-3 0,-6-1-2 16,2-3-1-16,-1-5-3 0,1-1 0 0,3 0 2 0,0-7-2 15,-2 3 4-15,4-3 5 0,1-4 2 0,1 2 19 0,3-2 15 16,-1-2 32-16,0-1 43 0,2 1 43 0,2-3 36 15,0 0 12-15,0 0-27 0,0 0-22 0,6-17-21 16,7 5-16-16,2-3-14 0,3-5-14 0,5-3-21 16,3 0-17-16,-1-3-11 0,-1 0-12 0,-2 1-7 15,1-1-8 1,-5 3-5-16,-4 2-6 0,-5 8 8 0,0 3 6 0,-4 1 0 16,0 2 1-16,-1 2-9 0,0 1-8 0,-3 1-14 15,3-1-19-15,-4 4-9 0,0 0-9 0,0 0 10 16,-9 12 1-16,1-3 1 0,-1 6 0 0,-1 0 1 15,1 3-4-15,4 2-19 0,0 4-23 0,5-4-12 16,3 5 5-16,7-1 3 0,6-1-28 0,10-1-14 16,6-3-73-16,4-7-91 0,19 1-151 0,-2-3-333 0,8-9-814 15,-4-3 360-15</inkml:trace>
  <inkml:trace contextRef="#ctx0" brushRef="#br0" timeOffset="42037.36">5654 6199 177 0,'5'-3'218'0,"0"0"-2"0,-2 1-8 0,-3 2-3 15,5-3-10-15,-5 3-13 0,5-2-15 0,-5 2-19 16,2-3-12-16,-2 3-12 0,0 0-17 0,0 0-10 16,0 0-11-16,0 0-8 0,0 0-9 0,-19 16-7 15,4-6-4 1,-9 6-9-16,1 1-1 0,-2-1-8 0,-4 1-3 16,2 0-2-16,0 2 14 0,-2-2-4 0,2 1-4 15,3-1-5-15,-2-1-1 0,7 0-4 0,3-5-6 0,4 1-3 16,1 1 0-16,2-4 0 0,1 0-5 15,4-1-1-15,0 2-2 0,3 0 1 0,3-1-4 16,6-2 5-16,6 3-1 0,7-2-5 0,8 1 1 16,3 0 1-16,0-1-2 0,3-1-1 0,3 0 0 0,-3 3-2 0,4-3 0 15,-3 3 1-15,-3-1-2 0,-1 1-3 0,-3 2-2 16,-8-4 0-16,-6 2-9 0,0-1-6 0,-4 0-6 16,-4 0-4-16,-3 2 1 0,-4-1 4 0,-4 2 1 15,-8 3 0-15,-4-2 5 0,-9 0 2 0,-6 2 5 16,0-2-2-16,-3-3-3 0,-2 1 4 0,0-5 2 15,2 0-1-15,-1-1 5 0,1-1-3 0,-1-2 1 0,3 1 0 0,4-3-5 16,6 0-4-16,5 0 1 0,5-3-9 0,4 2-33 16,4-4-56-16,4 0-34 0,7-1-41 0,7-3-234 15,5-1-452-15,8-2 199 0</inkml:trace>
  <inkml:trace contextRef="#ctx0" brushRef="#br0" timeOffset="42306.88">6073 6602 53 0,'-1'-2'369'0,"1"2"-12"16,-4-3-24-16,4 3-8 0,-1-4-20 0,1 4-37 16,0 0-18-16,0 0-34 0,-3-3-26 0,3 3-18 0,0 0-5 0,0 0-45 15,0 0-2-15,0 0-17 0,0 12-7 0,0-7-13 16,0 2 5-16,3 0-25 0,-2-1 2 0,0 1-11 15,-1 3 0-15,0-1-11 0,0 3 3 16,0-3-12-16,0 1-18 0,0 0-16 0,0 1-18 16,-1-1-18-16,0-3-17 0,-2 1-17 0,3-3-3 0,-1 0-7 15,-2 2-11 1,-3-2-20-16,2-3-44 0,-1 1-62 0,-3-3-298 16,8 0-558-16,-14-5 248 0</inkml:trace>
  <inkml:trace contextRef="#ctx0" brushRef="#br0" timeOffset="42453.86">6049 6422 329 0,'1'-6'335'0,"2"1"-20"0,-3 0-23 15,1 2-30-15,-1-3-24 0,0 6-24 0,0-5-30 16,0 5-36-16,1-3-33 0,-1 3-17 0,0 0-36 16,0 0-39-16,5 14-36 0,-2-7-37 0,-2-1-53 15,2 3-82-15,-3-1-193 0,0 2-409 0,1 1 181 16</inkml:trace>
  <inkml:trace contextRef="#ctx0" brushRef="#br0" timeOffset="42825.05">6316 6621 116 0,'0'0'300'15,"0"0"-35"-15,0 5-26 0,0-5-27 0,1 5-20 16,-1-5-16-16,-1 9-23 0,1-3-13 0,0 1-17 16,0 2-9-16,-1 0-13 0,-2 2-13 0,3-2-4 15,0 0-9-15,0-1-10 0,0 1-6 0,0-2-2 0,0 1-9 16,0-2-3-16,-1-4-4 0,1 5 2 16,0-7 23-16,1 5 27 0,-1-1 24 0,0 0 41 0,0-4 28 0,0 0 28 15,0 0 11-15,0 0 14 0,0 0-22 0,0 0-23 16,6-8-20-16,-3 3-13 0,2-4-21 0,0-1-20 15,0 0-7-15,2 1-12 0,-1-1-10 0,-1 0-10 16,0 3-6-16,2 0-10 0,-4 2-11 0,0 0-3 16,-2 1-6-16,2 0-15 0,-1 1-20 0,-2 3-28 15,3-4-44-15,-3 4-15 16,5 0-5-16,-5 0-26 0,10 4-27 0,-6 2-39 16,3 1-34-16,-1 0-39 0,0 1-58 0,1-1-105 15,-1-1-245-15,-1 1-711 0,3-1 315 0</inkml:trace>
  <inkml:trace contextRef="#ctx0" brushRef="#br0" timeOffset="43277.86">6748 6546 211 0,'1'-5'411'0,"-1"0"-21"0,0 1-34 0,3-2-32 0,-3 2-35 16,0 4-31-16,0 0-32 0,1-5-31 0,-1 5-24 15,0 0-10 1,0 0-20-16,0 0-18 0,5 12-12 0,-5-3-9 16,0 2-24-16,0 1 3 0,1 5-4 0,-3 0-11 15,-2 3-6-15,4-3-3 0,0 1-6 0,0-1-6 0,0 0-6 16,0-5-11-16,5 2 7 0,-4-2-3 16,2 0 0-16,-2-3 3 0,2 0-4 0,-2-4-1 15,0 0-4-15,0 0 26 0,2-2 24 0,-3-3 9 16,6 1 10-16,-6-1-1 0,17-5-4 0,-7 0-1 0,2-2-21 0,-2 0 10 15,3-5-8-15,1 1-9 0,1-2-6 0,-3-2-3 16,-1 1-3-16,2-8-11 0,-2-2-7 0,1 0-23 16,-3-3-2-16,-3 3 1 0,-2-3-8 0,-4 8-1 15,-1 0 4-15,-4 2-12 0,-3 2-2 0,2-1 0 16,-7 4-2-16,-5 3 1 0,3-2 1 0,-2 8-3 16,-1 1-2-16,-1 2-1 0,0 2 7 0,1 3-7 0,-1 2 7 0,1 1-3 15,2 4 3-15,5 0 2 0,-3 1-2 0,9-2 5 16,-3 3-17-16,3-2 3 0,5 3 8 0,5-3-3 15,4 3-13-15,4-3 28 0,5 0-16 0,10-2-31 16,4-1-51-16,2-3-61 0,2-2-60 0,2-3-76 16,-2-2-124-16,0-3-216 0,-3-2-689 0,-5-3 305 15</inkml:trace>
  <inkml:trace contextRef="#ctx0" brushRef="#br0" timeOffset="44542.5">7023 6054 78 0,'0'0'223'0,"0"0"-26"16,3-4-23-16,-3 4-18 0,12 3-13 0,-3-1-16 15,7 6-12-15,1 1-10 0,6 6-13 16,4 6-4-16,1-1-8 0,8 13-3 0,-2 2 5 16,2 3-3-16,-4 5-3 0,-3 4-6 0,2-1-5 0,-9 4-8 0,-6 1 7 15,-2-1-15-15,-6 0-6 0,-5 0-3 0,-6-4-3 16,-2-11-5-16,-5 12 1 0,-3-13-1 0,-5 10-2 16,-1-15-2-16,-4-1 3 0,-2-2 2 0,1-4 4 15,-3-1 5-15,1-2 3 0,-1-2 0 0,3 0 4 16,-1-3 4-16,5-6-3 0,-1-1-3 0,3 0-1 15,3 1-1-15,1-6-2 16,3 0-3-16,5 1 0 0,-1-1-5 0,2 1 12 16,-2-1 13-16,7-2 2 0,-6 0-6 0,6 0-46 15,0 0-53-15,11-10-54 0,1 6-57 0,13-12-73 16,0 4-252-16,4-2-516 0,3 0 228 0</inkml:trace>
  <inkml:trace contextRef="#ctx0" brushRef="#br0" timeOffset="45043.21">7950 6438 188 0,'-5'-2'209'0,"1"1"-1"0,4 1-14 0,0 0-13 0,-13 0-14 15,13 0-16-15,-3-2-11 0,3 2-14 0,0 0-7 16,0 0-3-16,-8 0-8 0,8 0 17 0,0 0 2 16,0 0 4-16,0 0 2 0,0 0-5 0,0 0-10 0,0 0-8 15,0 0-7-15,0 0-11 0,0 0-10 0,0 0-7 16,22-5-11-16,-7 5-3 0,4 0-10 0,9-1-4 16,3-1-2-16,3-2-6 0,2 1-6 0,3 1-3 15,13 0-4-15,-12 1 0 0,-3 1-1 0,1-2 1 16,-2 2-6-16,-3-3 6 0,-4 1-14 0,-7 1 1 15,-4 0-6 1,-5-2 4-16,-3 3-2 0,-1-1-1 0,0 1-2 0,-4 0-6 16,0-1-15-16,-5 1-6 0,8 0-22 0,-8 0-13 15,0 0-30-15,0 0-29 0,-20 5-35 0,9-3-50 16,-2 2-67-16,3-3-194 0,0 2-499 0,-2 1 221 16</inkml:trace>
  <inkml:trace contextRef="#ctx0" brushRef="#br0" timeOffset="45380.88">8023 6679 149 0,'-6'3'266'0,"2"-1"5"0,0-2 13 16,0 2-4-16,4-2-17 0,-5 2-11 0,5-2-23 15,0 0-21-15,0 0-27 0,36-2-13 0,-6 0-17 16,5 0-18-16,5-2-10 0,15-3-13 0,2 3-5 0,-1 0-12 0,-3 2-4 16,3-2 5-16,-2 0-7 0,-17 1-2 0,-4 2-1 15,-1-2-6-15,-4 1 9 0,-9-1 3 0,-6 2 17 16,-3-1-16-16,-4 2 1 0,2 0-11 0,-4 0 1 15,-4 0-16-15,10-2-20 0,-10 2-21 0,0 0-53 16,0 0-63-16,0 0-62 0,0 0-74 0,-28 4-106 16,15-3-287-16,4-1-672 0,9 0 298 0</inkml:trace>
  <inkml:trace contextRef="#ctx0" brushRef="#br0" timeOffset="47977">9374 6153 159 0,'-3'-5'227'16,"2"2"-14"-16,1 3-6 0,-2-4-14 0,2 4-14 16,0 0-17-16,-1-4-16 0,1 4-13 0,5-4-13 15,-1 1-15-15,3 1-10 0,2-3-9 0,3 0-5 16,2 3-11-16,6 0-7 0,1 4 0 0,5-4-9 16,3 2-6-16,6 2 2 15,-3 4-4-15,-2 0-7 0,-2 2-2 0,-1 1-7 16,-2 3-3-16,-5-3-2 0,-5 3 2 0,-1 2-9 15,-2 1 0-15,-2 2 3 0,-5 3-13 0,-5-1 4 16,-5 9-2-16,-6 0-1 0,-6 2-2 0,-15 7 1 16,6-10 2-16,-7 8-1 0,6-12-5 0,-2-1-2 15,2-4 2-15,2 0 0 0,-1-3 1 0,4 2-1 16,3-8 2-16,1 2 2 0,6-3-4 0,-5 1 3 0,7-5-4 0,2 1 5 16,2-1-5-16,-1-1 3 0,2 0 11 15,3-1 24-15,0 0-3 0,2-2-2 0,-5 3 1 16,5-3 1-16,0 0 8 0,0 0 5 0,17 3-6 0,-3-3-5 15,7-1 2-15,10-1-4 0,-1 0 0 0,3 1-7 16,-1-1 4-16,0-1-8 0,0 1-3 0,-2-1-1 16,0 2-5-1,-10-2 1-15,-1 3 2 0,-5 0-8 0,-2-3 2 16,-2 2 2-16,-1 1-3 0,-1-1 0 0,-3 1 1 16,-5 0-3-16,9 0-2 0,-5-2-3 0,-4 2-10 15,6-1 1-15,-6 1-6 0,0 0-9 0,0 0-27 16,6-1-66-16,-6 1-59 0,3-5-64 0,-3 1-288 15,4 0-562-15,0 0 249 0</inkml:trace>
  <inkml:trace contextRef="#ctx0" brushRef="#br0" timeOffset="48414.54">10351 6041 120 0,'0'0'171'0,"-9"-3"-7"0,4 1 1 0,5 2-16 16,-7 0-2-16,7 0-6 0,-7-2-5 16,7 2-7-16,0 0-7 0,-2-2-4 0,2 2 3 15,0 0-5-15,0 0-13 0,0 0-8 0,0 0-9 0,0 0-9 16,12-4-7-16,2 4-9 0,8-2-7 0,10 0 3 0,2-1-10 16,4 3-8-16,15-1-1 0,2-4-3 0,-6 1-6 15,-11 2-5-15,2 0-3 0,-3 2 6 0,-1-3-11 0,-3 3-5 16,-4-1-9-16,-8 0-10 0,-9 2-12 15,0-2-22-15,-4 1-9 0,-2 2 7 0,-6-2-14 16,0 0-20-16,0 0-26 0,0 0-9 0,-37 3-19 16,15 1-12-16,3-1-28 15,-4-1-116-15,-8 1-311 0,3-1 137 0</inkml:trace>
  <inkml:trace contextRef="#ctx0" brushRef="#br0" timeOffset="48783.84">10515 6067 128 0,'0'0'257'0,"0"0"-10"0,-9-2-20 0,9 2-14 0,0 0-16 0,0 0-16 16,0 0-15-16,0 0-17 0,0 0-14 0,0 0-15 15,0 0-17-15,0 0-12 0,0 0-13 0,-1 6-12 16,-1 2-9-16,2 0-3 0,-1 4-9 0,1 3-6 16,1 3 5-16,-1 7-9 0,0 1-7 0,3 1 2 15,1 1 1-15,0 0-7 0,2 5 1 0,0-3 4 16,-1 1-9-16,2 1-2 0,-1 1 1 0,-2-6-2 0,2 3-2 0,-2-3-1 15,0 0 1-15,-4-2-1 0,-3-5-3 0,2-2 1 16,-3-2 5-16,2 2-1 0,-7-3 1 0,3-5 0 16,-5 2 3-16,1-3 0 0,-4 1 4 15,2-3-1-15,-3 1 2 0,-3-3-2 0,-1 1 5 0,0-5 2 16,2 1 2-16,-3-2 2 0,2-1 17 0,0 0-11 16,2 0-4-1,3-3 5-15,-1 1 4 0,3 1-5 0,4 1 0 16,-1-1-3-16,1 1-3 0,1-1-7 0,1 1 2 15,5 1-5-15,-8 0-2 0,8 0-4 0,-5-4-1 0,5 4-6 16,-6-1-11-16,6 1-14 0,0 0-26 16,0 0-27-16,-5-2-33 0,5 2-27 0,0 0-32 15,0 0-29-15,0 0-41 0,14-3-249 0,-14 3-519 16,14-2 230-16</inkml:trace>
  <inkml:trace contextRef="#ctx0" brushRef="#br0" timeOffset="49100.06">10804 6632 256 0,'2'-5'398'0,"-2"5"-11"0,0 0-10 0,0-5-26 15,0 5-37-15,1-2-30 0,-1 2-30 0,0 0-26 16,0 0-26-16,0 0-27 0,0 0-23 0,0 0-16 15,0 0-32-15,0 0 3 0,3 14-3 0,-2-7-23 16,2 5-5-16,-3 0-11 0,1-1-3 0,-1 5-7 0,-1 1-4 16,1-1-14-16,1-1 6 0,0 2 7 0,-1-4-14 15,3-2-9-15,-3-1-8 0,0-2 2 0,1 0 5 0,4 0-8 16,-6-3 2-16,2-1 3 0,-1 1-9 0,0-5 0 16,0 7 3-16,0-7-12 0,0 5-9 15,0-5-7-15,0 0-17 0,0 0-17 0,3 5-27 16,-3-5-21-16,0 3-33 0,0-3-78 0,0 0-117 0,0 0-294 0,0 0-665 0,10-17 295 15</inkml:trace>
  <inkml:trace contextRef="#ctx0" brushRef="#br0" timeOffset="50117.15">11684 5934 145 0,'4'-2'209'0,"1"-1"-3"0,-1 1-4 0,2 0-10 15,-6 2-16-15,5-4-14 0,-2 3-13 0,-3 1-11 16,5-3-11-16,-5 3-15 0,0 0-19 0,0 0-14 15,0 0-8-15,0 0-11 0,-8 10 1 0,-3-3-9 16,-11 8-3-16,-1 0-5 0,-4 2-4 0,2-1-5 16,-2 2-2-1,0 1-2-15,3 0-3 0,-2 0-2 0,2 2-4 0,2-3-2 16,2 1-3-16,4-4-3 0,5 1 0 0,2-2 0 16,1 2-2-16,3-7 1 0,3 3 2 0,0-2 0 15,5 2-2-15,2 0 1 0,5 0 0 0,4-2 0 16,4 2-3-16,9 1-2 0,1-2 3 15,2 2-5-15,-1-1 2 0,-1 0-3 0,-1 0 2 0,2-2-1 16,-2 1 0-16,-9-1-2 0,1 0 0 0,-4 0-1 0,1 0-4 16,-7-3 1-16,-3 2-2 0,0-1-2 0,-4-1 1 15,-2 0 2-15,-4 3-1 0,-6-2 1 0,-3 1 1 16,-5 0 1-16,-9 2-1 0,0-2-1 0,-2-2 1 0,-2-2-1 16,2 1 0-16,-1-3 4 0,1 2-4 15,-2-5 0-15,11 3 0 0,-3-3-2 0,2 1 1 16,2-2-2-16,8 2 2 15,-3-1-6-15,5 0-2 0,1 0-26 0,8 0-51 16,-1-4-52-16,1 4-28 0,17-9-230 0,-1 4-429 16,3 0 189-16</inkml:trace>
  <inkml:trace contextRef="#ctx0" brushRef="#br0" timeOffset="50449.35">11954 6371 321 0,'0'-1'333'16,"0"1"-17"-16,2-4-12 0,-2 4-19 0,0-6-28 16,0 6-20-16,4-3-29 0,-4 3-20 0,0 0-21 15,4-2-18-15,-4 2-20 0,0 0-18 0,0 0-14 16,0 0-14-16,0 0-8 0,4 8 5 0,-4-4-19 0,0 0-4 16,1 2-9-16,-2 1-5 0,1 1-3 0,1 1-6 15,-1 1-3-15,0 0-3 0,0 1 1 0,0-1-9 0,3 0 19 16,-2 0-17-16,-1-1-2 0,0-2 0 0,0-1-6 15,1-2-1-15,-2 3-1 0,2-3-1 0,-1 0 1 16,0-4-5-16,0 6 7 0,0-3 8 16,0-3-6-16,0 5-9 15,0-5 3-15,2 3-1 0,-2-3-1 0,0 0 1 0,0 0-9 16,0 0-10-16,0 0-10 0,-3 4-13 16,3-4-19-16,0 0-9 0,0 0-17 0,0 0-12 15,0 0-49-15,0 0-85 0,0 0-101 0,-8-13-169 16,7 6-536-16,1-2 238 0</inkml:trace>
  <inkml:trace contextRef="#ctx0" brushRef="#br0" timeOffset="50649.62">11969 6113 24 0,'-4'-5'328'15,"-1"-2"-1"-15,4 2-8 0,-2 2-17 0,2-2-21 16,0 1-15-16,-2 1-41 15,3 3-18-15,-1-4-20 0,1 4-28 0,-3-5-31 16,3 5-34-16,0 0-34 0,0 0-17 0,0 0-31 16,0 0-24-16,9 10-38 0,-6-4-33 0,-2 0-37 15,5-1-52-15,-3 4-250 0,0-4-455 0,3 4 202 16</inkml:trace>
  <inkml:trace contextRef="#ctx0" brushRef="#br0" timeOffset="51035.07">12207 6304 8 0,'2'3'355'0,"-2"-3"-13"0,0 0-27 0,0 0-21 16,0 0-29-16,0 0-30 0,0 0-27 0,0 0-24 15,4 2-17-15,-4-2-9 0,0 0-29 0,1 3-15 16,1 1-8-1,-2 1-13-15,0 0-14 0,1 2-6 0,1 2-8 16,-2 2-5-16,2-1-5 0,-2 1-7 0,-2 1-5 16,2-3-6-16,0 1 1 0,0-1-4 0,0-2-5 15,0 0-2-15,0-2-5 0,-2 0 4 0,4-1 1 0,-2-4 6 16,-2 6 11-16,2-6 20 0,0 4 28 0,0-4 23 16,0 0 26-16,0 0 20 0,2 2 17 0,-2-2 11 15,0 0 1-15,0 0-21 0,0 0-15 0,7-9-17 16,-5 5-12-16,3-2-16 0,-2 1-9 0,1 0-12 15,0 0-8-15,0 1-10 0,1 2-13 0,-3-1-10 16,2 0-13-16,-1 0-22 0,-3 3-27 0,6-5-41 0,-1 2-45 0,-1 3-39 16,3-1-48-16,-7 1-31 0,19 3-26 0,-7 1-35 15,-3 1-37-15,0-2-62 0,1 0-303 16,-1-1-737-16,0 3 327 0</inkml:trace>
  <inkml:trace contextRef="#ctx0" brushRef="#br0" timeOffset="51480.49">12658 6353 261 0,'4'-11'361'15,"-1"5"-6"-15,0 1 2 0,-2 0-10 0,3 0-13 0,-2 0-34 16,1 1-25-16,-3 1-16 0,0 3-42 0,4-5-23 16,-4 5-25-16,1-2-26 0,-1 2-16 0,0 0-34 15,0 0-13-15,0 0-6 0,3 13-8 0,-5-7-12 0,1 5-7 16,-1 2-1-16,0 1-2 0,0 3-15 0,-3 1-4 0,2-2 7 15,2 1-5-15,0-2-10 0,-2 0 7 16,2 2 3-16,1-5-2 0,1 0-4 0,-1-2-3 16,1-1 5-16,-1-1 8 0,2-1-14 0,0-3 2 15,1 1 4-15,-2-2 11 0,3-1 19 0,-4-2 13 0,7 3 14 16,-1-3 5 0,-6 0 6-16,15-5 1 0,-5 0 5 0,-1-2-7 15,0 1-6-15,5-5-8 0,-1-4-7 0,1 3-9 16,0-9-5-16,0-1-6 0,-1-1-13 0,1-4-7 15,-5 2-7-15,-4-3-11 0,1 2 0 0,-3 1-6 16,-4-2-4-16,-2 9 0 0,-3-1 4 0,-2 1-6 16,-2 1 3-16,-4 3-3 0,-8-3-2 0,8 9 0 15,-4 2-8-15,0 0 4 0,-4 3 7 0,3 5-9 16,1-1 0-16,-2 5-2 0,3 1-1 0,2 1-38 0,3 1-35 0,4 3-20 16,5 0 12-16,6 5 15 0,12 3 4 15,12 1-24-15,19 3-62 0,14-6-96 0,38-4-121 16,0-9-344-16,4-4-780 0,-10-7 346 0</inkml:trace>
  <inkml:trace contextRef="#ctx0" brushRef="#br0" timeOffset="57392.37">13757 6285 139 0,'0'0'202'0,"0"0"-15"15,-5-2-10-15,5 2-14 16,0 0-21-16,0 0-11 0,0 0-12 15,0 0-17-15,0 0-6 0,0 0-11 0,-8 0-7 16,8 0-4-16,0 0-7 0,0 0-2 0,0 0 7 0,0 0-2 16,0 0 0-16,0 0 3 0,0 0 0 0,0 0-3 15,0 0 3-15,0 0 12 0,0 0-7 0,0 0 10 16,0 0-1-16,0 0-9 0,0 0-5 0,0 0-4 16,0 0-12-16,0 0-6 0,36-1-5 0,-15-1-6 0,11-1-2 0,5-1-5 15,16-5-4-15,-2 5-2 0,5-2-6 16,-1-1 0-16,1 6-2 0,-1-3-1 0,-2 0-2 15,-14 0-4-15,-3 1-25 0,-4 1-26 0,-1 0-30 16,-10 2-29-16,-3 0-27 0,-4 0-38 0,-4 0-28 0,-4 0-60 16,-4-3-144-16,-2 3-427 0,0 0 190 0</inkml:trace>
  <inkml:trace contextRef="#ctx0" brushRef="#br0" timeOffset="57630.37">14136 6070 240 0,'-3'-7'364'0,"0"-1"-20"0,-1 3-4 0,3 0-3 0,-2 1-4 0,3-1-14 15,0 5-17-15,-2-4-37 0,2 4-26 0,-3-6-29 16,3 6-24-16,0 0-30 0,0 0-29 0,0 0-15 16,0 0-16-16,-4 17-17 0,3 3 1 0,-4 5-10 15,2 5 7-15,-2 2-19 0,4 1-3 0,1 0-1 16,0-2 8-16,5 3-57 0,-4 0-32 0,4-4-33 15,2 1-33-15,2 1-40 0,-2-2-53 0,1 1-70 0,-3-7-110 0,4 0-200 16,1-9-611-16,-2-8 271 0</inkml:trace>
  <inkml:trace contextRef="#ctx0" brushRef="#br0" timeOffset="58499.89">15221 5857 235 0,'0'0'256'0,"-5"-3"-18"0,1 2-21 0,4 1-25 15,-1-4-12-15,1 4-27 0,8-4-17 0,-1 4-12 16,-1-2-19-16,6 1-1 0,2 1-17 0,5 1-12 16,0 1-7-16,3 1-5 0,6 3-12 0,-9-1-1 0,8 6 1 15,-4 1-11-15,-3-2 1 0,1 7-5 16,-7 0-6-16,-1 3-3 0,-4 7-4 0,-3-1-3 16,-6 3 2-16,-7 7-8 0,-7 9 1 0,0-12-4 0,-11 9 3 0,-3-4-2 15,-5-1-3-15,9-11-4 0,-2 0 2 0,-3-1 1 16,2-6 3-16,0 0 11 0,2-4 5 0,0-1 6 15,11-4 4-15,-4-3 7 0,8 0 8 0,1-3 2 16,1-2 10-16,2 1 15 0,2 1 19 0,-1-2 4 16,5-2-7-16,-6 3-8 0,6-3-7 0,-2 2 1 15,2-2-24-15,0 0-7 16,22-4-1-16,-9 3-4 0,7-1-6 0,2-3-6 16,6 3-4-16,3 0 2 0,-3-1-2 0,1 2-8 15,-2-1 9-15,-4 2-11 0,-1-3 0 0,-3 2-5 16,0 0-11-16,-1-1-23 0,-4 0-34 15,-1 2-22-15,-2 0-26 0,-3 0-27 0,-1 0-30 0,-2 0-44 16,0-2-80-16,1-1-239 0,-3-2-564 0,-1 0 249 16</inkml:trace>
  <inkml:trace contextRef="#ctx0" brushRef="#br0" timeOffset="58865.66">16122 5840 184 0,'-5'1'176'0,"5"-1"-6"0,0 0-11 0,0 0-7 0,0 0-20 0,0 0-2 0,0 0-12 16,0 0-6-16,30-1-12 0,-8-2-7 0,9 2-12 15,2-2-19-15,4 1 5 0,3-1-10 16,16-2 1-16,4 0-13 0,-1 0-3 0,-4 0-4 0,1 1-5 16,-18 2-1-16,2-1-7 0,-7 0 0 0,-1 3-8 15,-11-2-10-15,-4 2-11 0,-5-1-18 0,0 1-4 16,-5-1-2-16,-3 1-8 0,-4 0-39 0,0 0-1 0,0 0-16 15,-24-1-28-15,5-1-22 0,-1 2-107 16,-1-1-270-16,-6 2 119 0</inkml:trace>
  <inkml:trace contextRef="#ctx0" brushRef="#br0" timeOffset="59217.34">16382 5811 166 0,'0'0'214'15,"0"0"-12"-15,0 0-16 0,0 0-14 0,0 0-17 16,-6 2-19-16,6-2-12 0,0 0-17 16,0 0-12-16,0 7-9 0,-1 0 2 0,0-1-1 0,1 6-6 0,-2 2-1 15,1 6-8-15,0 5 0 0,2 5-7 0,0 0-1 0,2 5-4 16,1 0 1-16,2 10-5 0,-1-10-3 16,-1 0-7-16,3 2-4 0,1-3-2 0,5 12-3 15,-6-12-6-15,4-2 2 0,-2-1-5 0,-4-2-2 16,0-3-4-16,-1 1 1 0,0-8-4 0,-4-1 0 0,-1 0-1 15,-2-3 10 1,-1-4 6-16,-1 1 0 0,0-1 4 0,-4-4 2 16,-8 2 5-16,3-1-6 0,-7-3 0 0,0 0-2 15,0-3-2-15,-6 0-5 0,-3-6-2 0,2 3-4 16,1 0-5-16,-5-3 2 0,11-1-4 0,0 1 10 16,2 1-13-16,0 1 0 0,6 0-3 0,0-3 1 15,3 4-4-15,4 0-2 0,-2 0-23 0,2-1-32 16,6 2-40-16,-8-2-47 0,8 2-34 0,0 0-42 0,0 0-254 0,13-5-505 15,-2 4 225-15</inkml:trace>
  <inkml:trace contextRef="#ctx0" brushRef="#br0" timeOffset="59702.5">16753 6405 211 0,'0'0'370'0,"0"0"-33"0,0 0-34 0,0 0-28 15,0 0-30-15,0 0-24 0,0 0-29 0,0 0-15 16,9-8-17-16,4 7-20 0,-2 4-15 0,4-1-12 0,1 2-18 15,2 2-6-15,-3-1-11 0,-1 4-2 16,-1-3-14-16,0 1-4 0,-6 0-16 0,1 2-8 16,-4-2-8-16,0 3-12 0,-3 1-1 0,-1 0-6 0,-5 3-2 0,-4-1-2 15,-1 3 3-15,-3-3 0 0,0-1-4 0,-1-1 13 16,1 0-10-16,-1-2-2 0,5-2 4 0,3-3-6 16,1 2-2-16,-1-3-9 0,2 1-14 0,1 0 4 15,2 0 4-15,1-4 1 0,5 8 2 0,2-4 0 16,5 0 2-16,-2 1 3 0,4 0 0 0,4 2-2 15,0 1 6-15,0-1-3 16,1 0-3-16,-1 2 4 0,-1 2-3 0,-2-4 5 16,-2 4-1-16,-5-3-1 0,-1 2 4 0,-3-5 7 15,-3 7 7-15,-2 0 2 0,-2-2 0 0,-10 2-3 16,-7 5 3-16,-8-3-4 0,0-2-3 0,-4 0-3 16,-5-3-42-16,-2-1-47 0,0-5-65 0,1 1-91 15,-3-4-242-15,5-5-521 0,5 0 231 0</inkml:trace>
  <inkml:trace contextRef="#ctx0" brushRef="#br0" timeOffset="60678.43">17765 5670 65 0,'0'0'244'0,"9"-4"-19"0,-8 1-19 16,-1 3-20-16,4-2-22 0,-4 2-18 0,0 0-16 16,0 0-13-16,3-2-14 0,-3 2-11 0,0 0-10 15,0 9-4 1,-7-2-2-16,-3 3-8 0,-3 3-6 0,-7 5-6 16,-3 2-9-16,-3 1-2 0,2-1-3 0,-3-1-4 0,-2 3-2 15,1 0-8-15,1-3 1 0,0 1-3 16,2 0-7-16,3-2 0 0,5-6-1 0,-2 6 3 15,8-2-6-15,2-2-3 0,2-3 5 0,2 0-3 16,3 5 3-16,2-5 0 0,4 1-3 0,6 3 0 0,2-4-1 16,6 2 0-16,8 3-5 0,3-4 6 0,-2-1-3 0,6 3-4 15,3-3 2-15,-3 2-3 0,-1 0 2 0,0-1-1 16,0 1-3-16,-5 2-2 0,-3-2 3 0,-8-2-2 16,-4 1-1-16,-4-4 1 0,-3 2-6 0,-2 2-1 0,-3-2-2 15,-8 4 2-15,-7-2-3 0,-7 3 5 16,-8-3-1-16,1-3 7 0,-7-1-5 0,-1-1-1 15,2 0 2 1,0 0-2-16,-1-4 0 0,2-1 0 0,0-2 3 0,4 3 0 0,2-3 0 0,6-3 3 0,3 3-4 16,6-2-1-16,3 0-15 0,2-2-45 0,7 0-38 15,5-3-44-15,7 0-33 0,6-1-188 0,8-4-393 16,5 0 173-16</inkml:trace>
  <inkml:trace contextRef="#ctx0" brushRef="#br0" timeOffset="60935.45">18090 6157 173 0,'0'-4'338'0,"1"0"-5"0,0 0-2 0,-1 4-9 16,2-5-23-16,-2 5-29 0,1-4-16 0,0 1-28 0,-1 3-27 16,0 0-23-16,0 0-16 0,0 0-21 0,1-3-19 0,-1 3-18 15,0 0 10-15,0 0-29 0,0 0-9 0,0 0-8 16,2 15-11-16,-2-10-2 0,0 2-3 0,0 0-12 15,0 0 6-15,0 4-7 0,0-2 9 0,1 0-11 16,-2 0-11-16,2 2-12 0,-2-4-15 0,2 3-12 16,-1-1-17-16,-1-4-2 0,1 3-14 0,0-3-16 15,0-1-17-15,-2 3-12 16,2-2-18-16,-1-2-17 0,-1 1-16 0,0 0-28 16,2-4-54-16,0 0-278 0,0 0-545 0,0 0 241 15</inkml:trace>
  <inkml:trace contextRef="#ctx0" brushRef="#br0" timeOffset="61104.42">18133 5900 101 0,'2'-7'339'0,"0"2"-15"0,-2-1-15 0,0 0-33 16,0 4-23-16,2-2-28 0,-2 4-24 0,2-6-32 16,-2 6-36-16,1-5-42 0,-1 5-4 0,0 0-31 15,0 0-30-15,0 0-34 0,10 11-42 0,-6-7-43 16,0 4-60-16,1-2-228 0,0-1-413 0,0 5 182 15</inkml:trace>
  <inkml:trace contextRef="#ctx0" brushRef="#br0" timeOffset="61451.89">18462 6099 228 0,'0'0'307'0,"2"4"-36"16,-2-4-27-16,2 5-30 0,-2-2-21 0,0-3-19 16,0 5-18-16,-2 4-16 0,0-2-13 0,-1 4-11 15,-1-1-9-15,3 2-12 0,0 0-15 0,-3-1-5 16,1 1-6-16,-1-2-7 0,4 0-6 0,0-3 6 16,-2-3 0-16,2 2 0 15,-1 0 2-15,1-3 10 0,0-3 17 0,0 3 28 16,0-3 30-16,0 0 26 0,0 0-5 0,0 0-14 15,0 0-15-15,15-7-9 0,-7-4-11 0,1 4-12 16,1-2-8-16,3-3-8 0,-3 4-24 0,1-1 3 16,-2 1-5-16,0 1-14 0,-3 0 0 0,0 4-9 15,-1-1 7-15,1 0-13 0,-2 0-7 0,2 3-11 16,-2-2-5-16,-4 3-18 0,13 0-22 0,-7 0-35 0,7 2-33 16,-3 0-39-16,3 2-41 0,4 3-48 0,-7-1-57 15,9 2-88-15,-1-5-261 0,-1 1-678 0,-3-2 301 16</inkml:trace>
  <inkml:trace contextRef="#ctx0" brushRef="#br0" timeOffset="62121.81">18883 5852 119 0,'-5'-4'246'0,"5"4"-23"0,0 0-20 15,16-3-17-15,-5 3-23 0,1 0-17 0,1 0-16 16,6 3-10-16,1-2-11 0,9 3-4 0,3 0-4 16,-5-2-8-1,1 4-10-15,-1 0-2 0,-8-1-16 0,2 2-4 16,-6 1-8-16,3-2-7 0,-8 1-3 0,0-1-9 15,-3 4-3-15,-3-3-9 0,-2 4-2 0,-3-3-3 16,-2 5 0-16,-6-4-4 0,-2 4 3 0,-3-1 1 16,-4 2-4-16,-4 0-2 0,-5 3-1 0,4-6-1 15,4-1 0-15,-5 1 3 0,5-2-6 0,2-4 1 16,6 4-3-16,2-6 1 0,-3 0-3 0,6 3 1 0,2-2 4 0,-1-3 1 16,2 3 0-16,3-4 1 0,0 4 10 0,5 0 4 15,0-1 2-15,6 0 4 0,3-1-4 0,2 1-4 16,6 2 0-16,-2-2-3 0,1 1 0 0,2 1-4 15,5 2 1-15,0-3 0 0,-1 5-3 0,-9-2 0 16,1 0 0-16,-2 2-3 0,-2 1-2 0,-6-4 2 16,1 2-3-16,-1 2 0 0,-4-1-1 0,-1 1 3 0,-4-2 3 0,0 2 3 15,-4-1-1-15,-5-1 2 0,-1 1 0 0,-7 0-2 16,-2-1 2-16,-5 4-4 0,-3-4 3 0,-1 1-5 16,1-4 0-16,-1 2 1 0,0-2-4 0,6-4 0 15,3 0-1-15,1 2 6 0,5-2-5 0,2-1-3 16,3 0-6-16,2-1-20 0,1-2-53 0,5 3-57 15,0-5-46-15,5 0-55 16,5-4-192-16,7 2-461 0,3-1 205 16</inkml:trace>
  <inkml:trace contextRef="#ctx0" brushRef="#br0" timeOffset="62585.82">19720 5969 154 0,'-1'-5'369'0,"1"2"-18"16,-4 1-33-16,4 2-27 0,0-6-32 0,0 6-33 15,0 0-22-15,0-6-25 0,0 6-13 0,0 0-23 16,0 0-22-16,0 0-10 0,-5 21-13 0,3-11-12 16,-1 3-4-16,-1 0-11 15,0 7-4-15,0-3-7 0,0 2 2 0,3 0-14 16,-4-1-7-16,4 1 1 0,1-2-4 0,0 0-3 15,0-1 5-15,0-3-8 0,1-1-2 0,4 0 7 16,-1-5 5-16,1 3-5 0,-1-3 7 0,1-2 22 16,3-1 4-16,2 2 9 0,3-4-4 0,1-2-2 15,3-1-9-15,2-3 0 0,0-1 6 0,1 0-6 16,1-4 11-16,2-4-10 0,-8 1-5 0,8-5-5 0,-10 4-5 0,6-7-2 16,-9-3-18-16,3-2-3 0,-8-1-12 0,-1 1-8 15,-5-1-5-15,-6-3-3 0,-4 2-3 0,-5 4 1 16,-3-3-5-16,-5 3 6 0,-3 2-1 0,-3 3 7 15,-1 2-9-15,-1 3 6 0,3 2 4 0,3 2-2 16,-4 2-3-16,11 6-5 0,2 1 3 0,1 0-2 16,5 1-2-1,-2 5-3-15,3 1 2 0,0 1-11 0,6 2 1 0,5 4-7 16,8 1 20-16,9 6 7 0,14 0 8 0,24 1 1 16,35 3 0-16,3-7-9 0,2-4-44 0,10-4-86 15,-9-3-111-15,-5-7-149 0,-32-2-294 16,-1-4-737-16,-7-3 326 0</inkml:trace>
  <inkml:trace contextRef="#ctx0" brushRef="#br0" timeOffset="63541.6">21237 6021 180 0,'-8'-4'191'0,"3"3"-7"0,0-1-18 16,0-1-9-16,1 1-13 0,4 2-13 0,-4-5-13 16,-2 5-7-16,6 0-7 0,0 0-14 15,-8-2-7-15,8 2-3 0,0 0-6 0,-5-2-2 0,5 2 2 16,0 0 0-16,0 0 4 0,0 0-4 0,0 0-3 0,0 0-7 16,0 0-4-16,0 0-8 0,0 0 18 0,0 0-7 15,0 0-8-15,0 0-2 0,0 0 4 0,0 0 0 16,21 0-3-16,-2 0-7 0,10-2-1 0,6-1-5 0,16 0-2 15,6-3-8-15,3 0-2 0,4-1-1 16,3 2-7-16,26-4 2 0,-34 1-12 0,0 3-14 16,-6-2-26-16,1 0-41 15,-17 4-34-15,-4 0-40 0,-1-3-48 0,-11 3-245 16,-10-1-471-16,-2 0 209 0</inkml:trace>
  <inkml:trace contextRef="#ctx0" brushRef="#br0" timeOffset="63789.12">21670 5824 107 0,'-4'-3'340'0,"3"1"0"0,1 2-25 0,-4-5-15 16,-1 4-32-16,5 1-24 0,0 0-27 0,0 0-23 15,-4-3-28-15,4 3-18 0,0 0-18 0,0 0-13 16,-3 6-16-16,3 1-8 15,-2 0-12-15,4 5-10 0,-2 3-6 0,2 3 8 16,-4 2-10-16,2 6-13 0,2-1-7 0,-2 4-20 16,1-2-30-16,7 0-17 0,-3 2-27 0,0-1-26 15,4-3-40-15,0 0-40 0,5-4-62 0,-5-8-265 16,9-1-522-16,-1-3 231 0</inkml:trace>
  <inkml:trace contextRef="#ctx0" brushRef="#br0" timeOffset="63943.05">22616 5944 115 0,'2'-3'340'0,"1"-2"-41"16,1 1-48-16,3 1-50 0,4 0-39 0,2 1-41 0,4-2-51 16,13-2-63-16,4 1-64 0,2 0-195 0,15 1-272 15,1 1 120-15</inkml:trace>
  <inkml:trace contextRef="#ctx0" brushRef="#br0" timeOffset="64089.92">23751 5882 222 0,'10'-4'335'0,"-3"1"-51"15,4-1-39-15,9 2-32 0,8-2-53 0,4 0-54 16,5 2-71-16,16-7-87 0,-14 7-206 0,21-4-280 15,-5 2 124-15</inkml:trace>
  <inkml:trace contextRef="#ctx0" brushRef="#br0" timeOffset="64227.64">24618 5896 91 0,'-2'4'429'0,"2"-4"-6"0,0 0-23 15,0 0-37-15,0 0-46 0,0 0-57 0,14-14-55 16,2 7-72-1,3 2-81-15,-2 1-119 0,6-1-146 0,4-6-187 16,0 2-431-16,-4-4 191 0</inkml:trace>
  <inkml:trace contextRef="#ctx0" brushRef="#br0" timeOffset="65159.94">29215 5750 53 0,'-6'-2'164'0,"1"0"-4"0,5 2-8 0,-9 1-9 16,2-2-5-16,7 1-7 0,-10 1-8 0,10-1 3 0,0 0-13 15,-7-1 0-15,7 1-3 0,0 0 1 0,0 0 7 16,0 0 9-16,-8-1-3 0,8 1-10 16,0 0-7-16,0 0 0 15,0 0-4-15,22 0-10 0,1-2-8 0,10 0-11 16,8-3-7-16,17 2-10 0,1-1-3 0,3-1-7 0,-3 2-2 16,-1-2-6-16,0 1-5 0,-3-1-4 15,-4 0-1-15,-15 2-5 0,-4-1 1 0,-10 1-6 16,-4 2 0-16,-4 1-2 0,-3-3 1 0,-4 2 0 15,1 0-3-15,-2-2-4 0,-4 2-11 0,-2 1-17 0,0-4-11 16,0 4-13-16,-9-3-6 0,-3 2-22 0,1 0-24 0,-3 1-20 16,1 0-13-16,-2 0-35 0,4-2-23 0,0 1-52 15,-1 1-121-15,4-2-387 0,0 0 171 0</inkml:trace>
  <inkml:trace contextRef="#ctx0" brushRef="#br0" timeOffset="65406.85">29841 5565 167 0,'0'-4'305'0,"0"0"-10"0,0 4-12 0,1-5-17 15,0 2-27-15,-1 3-23 0,3-4-27 0,-3 4-18 16,0 0-20-16,6 0-21 0,-6 0-8 0,12 4-18 16,-5 0-14-16,2 2-7 0,1 2-10 0,2 4-11 15,-2 1 1-15,4 3-11 0,-2 1-9 0,-1 4-2 0,2 3-2 16,-8-6-5-16,2 1-6 0,-2 6 0 0,-4-4-4 0,-2-2 4 15,-3 5-6-15,-1-6-3 0,-3 1-5 0,2-2 0 16,-6 0-2-16,2-1-1 0,-5 0-9 16,-1-3-28-16,2 0-26 0,-2-2-49 0,-1-1-55 15,2-3-94-15,-4-1-223 0,7-4-512 0,0 0 227 0</inkml:trace>
  <inkml:trace contextRef="#ctx0" brushRef="#br0" timeOffset="66578.06">31430 5291 118 0,'0'0'155'0,"0"0"-9"0,-14 0-14 16,5 1-6-16,-3 4-16 0,-3 6-6 0,-2-1-12 0,-5 6-3 15,0 3 1-15,0 3-7 0,-2 3-9 0,1-1-5 16,4 0-5-16,-3 4-7 0,8 0-4 0,-4 0-2 16,5 2 0-16,-1-1 20 0,5-3-19 15,4 3 12-15,3-9-1 0,3 5-5 0,3-7-6 16,2 1-4-16,3-2 2 16,5 5 3-16,-1-8 2 0,4-1-2 0,-1-3 6 15,2 0-2-15,4-3 2 0,-3-1 1 0,-1-3 4 16,-6 0 6-16,1-1 16 0,-4 0 16 0,1 1 22 15,-4-3 14-15,0 1 13 0,-1-1-10 0,-5 0-16 16,5-5-25-16,-3 1-15 0,-2 4-11 0,-5-8-14 16,-3 2-12-16,-3-1-7 0,-1 0-7 0,-7-1-10 15,1 4-10-15,-1-6 2 0,-2 5-5 0,3 3-17 0,-2-6-19 0,2 5-27 16,0-1-33-16,4 3-23 0,1 0-31 0,3 0-39 16,0-2-35-16,6 2-104 0,2-2-168 0,2 3-523 15,6-8 232-15</inkml:trace>
  <inkml:trace contextRef="#ctx0" brushRef="#br0" timeOffset="67032.25">31384 5116 34 0,'-21'-4'177'16,"-1"1"-11"-16,-5 3-5 0,-2 2-14 0,-2 3-10 16,0 3-18-16,-2 3-10 0,4 4-7 0,-6 2-13 15,-6 12 1-15,0 3-2 0,-1 1-3 0,5 9-3 0,3 1-9 16,2 3 2-16,0 3 1 0,6 2 8 0,2-2-4 0,2 1-6 15,9-6 6-15,3-10 6 0,6 0 2 0,4-1 5 16,0-2 1-16,8-1 0 0,2 1 2 0,7-5 6 16,5-2-6-16,3 1 5 0,7-4 2 0,19 1 3 15,5-4-5-15,2-4 3 0,5-4-2 0,27 1 8 16,-27-10 6 0,3-1 1-16,-4-3 3 0,-2-6 3 0,-5 1-1 15,-3-3 2-15,-5-7-5 0,-12 3-3 0,-6-4-11 16,13-12-9-16,-17 4-8 0,5-16-14 0,-4 1-15 15,-10-8-16-15,-5-1-10 0,-9-5-8 0,-9 1-13 16,-6 4 4-16,-10 0-4 0,-7 2-5 0,-3 8 0 16,-9 5-1-16,-7 4-9 0,-8 4-40 0,-31 3-41 15,-3 9-51-15,-6 11-44 0,1 10-51 0,-3 12-89 0,8-3-374 0,28 1-749 16,2-1 333-16</inkml:trace>
  <inkml:trace contextRef="#ctx0" brushRef="#br0" timeOffset="72225.84">3349 9204 76 0,'0'-10'265'16,"0"2"-2"-16,0-1-11 0,-2 4-16 0,2-1-5 15,-1 0-20 1,0 0-14-16,1 2-22 0,0 4-15 0,0-6-24 16,0 2-13-16,0 4-24 0,0 0-36 0,0 0-37 15,0 0-5-15,0 0-7 0,-4 14 0 0,3 6 1 16,-3 4-5-16,1 6 1 0,-2 3 2 0,-1 3-5 15,0 9-5-15,0-10 3 0,-3 14 3 0,3-14-7 16,2-2 5-16,-1 0-2 0,-3-1-1 0,2-4 1 16,5 0 1-16,-4-9 0 0,1 0-1 0,3-4-2 0,-2-1 6 0,-2-3-5 15,4-2 1-15,-2-2-3 0,2-2 3 0,-2 2-2 16,2-2 4-16,1 0-1 0,-3-4-2 0,3 3 4 16,0-4 1-16,0 0-2 0,0 0-17 0,-5 3-24 15,5-3-35-15,0 0-53 0,-6-17-35 0,6 6-237 16,0-6-425-16,1 1 189 0</inkml:trace>
  <inkml:trace contextRef="#ctx0" brushRef="#br0" timeOffset="72542.17">3376 8854 24 0,'-2'-5'262'0,"2"0"-25"15,-2 1-22 1,2 0-18-16,0 4-18 0,-2-5-23 0,2 5-21 0,0 0-28 15,0 0-17-15,0 0-6 0,9 1-10 0,0 7-8 16,5 2-3-16,8 4-7 0,2 3-5 0,2 3-4 16,5-2-2-16,-2 5-7 0,13 4-4 0,-14-4-1 15,-1-2-3-15,-1 2-1 0,-6-3-5 0,-2 0-3 16,-3 1-3-16,-7-2 1 0,-3-2-4 0,-2-2 2 16,-6 3-4-16,-8-1 1 0,-10 4 1 0,-10-2-2 0,-12 5-2 15,-8-3-2-15,2-2 0 0,14-6 0 0,-5 1 2 16,3-4-3-16,1 2 3 0,2-2-4 0,3 0 0 15,-1-1 1-15,5 1-2 0,-1-3-2 0,9-1 2 0,6 0 0 16,2-1-5-16,3-1-11 0,-1 2-39 16,5-1-5-16,4 0-5 0,0 0-6 0,8 2-58 15,8-2-240-15,2-1-393 16,4-4 175-16</inkml:trace>
  <inkml:trace contextRef="#ctx0" brushRef="#br0" timeOffset="73327.19">3902 9544 20 0,'1'-4'377'16,"-1"1"-7"-16,0-2-16 0,0 5-19 0,4-4-32 0,-4 4-32 0,0-3-27 15,0 3-29-15,0 0-27 0,4-4-28 0,-4 4-38 16,0 0-31-16,0 0-17 0,0 0-6 16,-1 11-5-16,-2-1-7 0,-1 2-10 0,-2 2-1 0,1 4-7 15,0 0-1-15,-3-1-6 0,4-1-3 0,0 0-5 16,2-4 10-16,-2-1-12 0,1-2-13 0,2-2-9 16,1-2 5-16,-1 0 1 0,1 0 4 0,-3-1 25 0,3-4 27 15,-1 4 42-15,1-4 28 0,0 0 2 0,0 0-16 16,0 0-11-16,20-14-10 0,-9 6-8 0,2-4-1 15,-2-1-11-15,3 1-5 0,3-3-12 0,-3 2-5 16,2 0-2-16,-4 1-16 0,0-1 3 0,-3 8-6 16,1-2-4-16,-7 2-7 0,4 2-2 0,-2 1-9 0,-3-2-11 15,2 4-24 1,0-3-9-16,-4 3-3 0,12 3-2 0,-4-2-6 16,1 4-6-16,3 1 8 0,-2-1-1 0,3 1-11 15,-3 1 4-15,7 3-12 0,-2-3 3 0,0 1 2 16,2 1 1-16,1-1 4 0,-2-5 9 0,0 2 4 15,2-1 2-15,-2-4 2 0,1-2 5 0,-3-3 15 16,4 1-7-16,-5-1 2 0,2-5-2 0,-2-2 4 16,2 1 11-16,-2-3 7 0,0-5 19 0,0-3 5 0,-1 1 9 15,0-1-4-15,-2-3 5 0,-1 1 7 0,-3-7 1 0,2 3-5 16,-3 0 6-16,0 2 24 0,1 8 13 0,-3 1 7 16,0 5-5-16,-2 2-1 0,0 2-7 0,0 2-14 15,2-1-3-15,-3 2-13 0,0 1-41 0,0 4-37 16,4-3-46-16,-4 3 2 0,0 0 8 0,-4 16 6 15,0 2 10-15,0 6 7 16,-4 3 3-16,-1 4 6 0,0 1 2 0,-2-1 10 16,4 3-3-16,0-3 7 0,3-1 2 15,-2-4-6-15,2-2-18 0,1-7-21 0,1 0-13 16,-2-3-21-16,2-4-22 0,1-2-23 0,-1-1-9 0,1 0 7 16,0-2 11-16,1-3-22 0,0-2-79 0,0 0-265 15,0 0-541-15,0 0 241 0</inkml:trace>
  <inkml:trace contextRef="#ctx0" brushRef="#br0" timeOffset="73605.57">4351 9385 15 0,'-16'0'232'0,"2"0"-10"16,-4 2-4-16,7-2-12 0,-1 0-18 0,4 1-16 16,2 0-16-16,-1 0-20 0,7-1-10 0,-7 2-16 0,7-2-8 0,-8 1-8 15,8-1-2-15,0 0 14 0,9 6 11 0,5-2 5 16,7-1-2-16,11-2-5 0,9 1-2 0,16-4-9 15,3 0-8-15,-2-1-4 0,7 0-3 0,-3-3-6 16,0 2 1-16,-8-3-4 0,-15 5-5 0,-4-2-9 16,-7 1 7-16,-9 1 2 0,-2 1-4 0,-6-1 0 15,-2 2 2-15,-3-3-10 16,2 3 11-16,-4 0-5 0,-4 0-8 0,10 0 0 16,-10 0-17-16,5-1 3 0,-5 1-15 0,0 0-14 15,0 0-28-15,7 1-32 0,-7-1-37 0,0 0-38 16,0 0-43-16,-12 12-52 0,7-8-77 0,0 0-287 15,2 1-624-15,3-5 276 0</inkml:trace>
  <inkml:trace contextRef="#ctx0" brushRef="#br0" timeOffset="74506.14">6767 9218 2 0,'-1'-7'317'0,"2"2"-8"0,0-2 0 16,-1 1-16-16,1 2-9 0,1-2-16 0,-2 2-16 0,0-1-20 0,0 5-25 15,1-5-19-15,-1 5-21 0,0-5-21 0,0 5-18 16,0 0-21-16,1-4-35 0,-1 4-14 0,0 0-12 16,0 0-2-16,-1 20-7 0,0-8-2 0,-2 7-5 15,-2 5 5-15,1 5-10 0,-2-3 3 0,1 5-21 16,1-2-1-16,0 1 2 0,0-1-2 0,-1-1 1 15,4 1-5 1,-3-3 2-16,5-8 0 0,-1 2-1 0,3-6-4 0,-2-1 10 16,2-1-3-16,-2-3 2 0,0-1 2 0,0-1 3 15,1-1 12-15,-1-1 33 0,3-2 8 0,-4 0 30 16,5-2 24-16,-1 2 13 0,-4-3 2 0,15-4-5 16,-6-2-9-16,1 1-6 0,-1-7-12 0,4-1-7 15,1-2-13-15,3-9-6 0,1 2-10 0,-3-5-6 16,2-1-7-16,-2-2-9 0,-1-4-11 0,-1 1-8 0,-2 1-2 15,-4-2-10-15,2 0 4 0,-8 1-3 0,2 2-6 0,-3 5-3 16,-3 8-6-16,-1 0-2 0,-2 1 2 0,-2 3-6 16,-1 4 3-16,-1 1-7 0,-3 2 0 0,-1 1 5 15,-1 2-12-15,-1 4-6 0,0 1-2 16,2 3-3-16,-2 4-6 0,0-3-8 0,5 3-3 0,0-3-11 16,1 6-8-16,2-2-1 0,3 7 4 0,0-1-11 0,4 1 14 15,2-1 5-15,3-3 7 0,2 5 6 0,7-2 10 16,6-5-18-16,8 4-15 0,2-3-30 0,7-1-37 0,4-2-49 15,11-1-53-15,0-2-78 0,-18-1-289 0,4-4-649 16,-5 0 288-16</inkml:trace>
  <inkml:trace contextRef="#ctx0" brushRef="#br0" timeOffset="74744.55">7535 9276 314 0,'0'0'348'0,"0"0"-33"0,-4-6-34 0,4 6-26 15,5-6-26-15,4 2-29 0,-3 0-19 0,6 0-23 0,7 1-38 16,2-2-40-16,0 3-46 0,7-1-55 15,-7 3-80-15,2 0-112 16,-4-1-151-16,1-2-393 0,-3 3 173 0</inkml:trace>
  <inkml:trace contextRef="#ctx0" brushRef="#br0" timeOffset="74907.3">7512 9472 28 0,'-3'2'244'0,"0"1"-10"15,0 2-8-15,3-5-18 0,0 0-18 0,0 0-20 16,24-1-16-16,-6-1-15 0,9-3-32 0,6 3-34 16,-1-1-55-16,4-1-38 0,2-4-74 0,2 1-186 15,11-3-303-15,-14 5 134 0</inkml:trace>
  <inkml:trace contextRef="#ctx0" brushRef="#br0" timeOffset="75329.58">8617 9104 115 0,'0'0'387'0,"0"-5"-37"0,1 3-37 0,-1 2-31 15,0 0-32-15,0 0-27 0,3-3-27 0,-3 3-23 16,0 0-23-16,0 0-17 0,0 0-14 0,0 12-11 15,0-4-13-15,-3 2-10 0,2 2-9 0,-4 5-4 16,-2 1-7-16,0 4-11 0,-5 3-1 0,0 0-7 16,0-3-2-16,-2-1-5 0,4-5-16 0,1-3-7 0,4-2 6 0,-3-1-3 15,2-4-1-15,3 0 3 0,0-1 5 0,0-2-9 16,0 1 8-16,2-1 41 0,1-3 46 0,-3 5 39 16,3-5 7-16,0 0-9 0,0 0-19 0,0 0-12 15,6-15-11-15,-2 4-13 0,2 1-7 0,3-1-3 16,0-5-17-16,0 3-5 0,-2 4-4 0,4-1-4 15,-5 2-6 1,2 0-3-16,-4 3-5 0,2 0-5 0,-2 0-6 0,-2 1-1 16,2 1-14-16,-4 3-10 0,5-3-5 0,-5 3-19 15,8 3-6-15,-8-3-9 0,7 7-7 0,1 0-12 16,-4 1-11-16,2 0-21 0,1 3-18 0,-1-2-24 16,-2 4-26-16,1-3-21 0,-1 1-28 0,1 1-33 15,-2-2-26-15,-1-1-73 0,1-5-237 0,-1 1-619 16,1-3 274-16</inkml:trace>
  <inkml:trace contextRef="#ctx0" brushRef="#br0" timeOffset="75592.57">8500 9076 121 0,'-8'-5'240'0,"1"2"-2"0,0-1-2 0,3 1-10 16,-1 1-16-16,5 2-6 0,-4-5-8 0,4 5-15 15,-1-1-15-15,1 1-14 0,0 0-17 0,0 0-11 0,14-4-5 16,2 4-12-16,13-1-7 0,1 1-14 16,7-1-9-16,3-2-5 0,15 3-9 0,1-1-6 15,2 1-5-15,-5-1-7 0,-4-2-10 0,-8 0-11 0,-4 3-15 16,-7-4-7-16,-9 3-20 0,-2 0-11 0,-9 1-16 0,3 0-9 16,-8 0-11-16,-5 0-6 0,0 0-14 0,0 0-21 15,-21 6-21-15,3-3-28 0,-5 1-33 0,-8 2-201 16,2-1-422-16,-1 5 186 0</inkml:trace>
  <inkml:trace contextRef="#ctx0" brushRef="#br0" timeOffset="76024.33">8185 9560 105 0,'-10'1'192'0,"4"2"-11"0,1-3-3 0,1 1-4 0,4-1-5 16,-8 0-3-16,8 0-6 0,-6 3-5 0,6-3-14 16,0 0 2-16,-3 1-21 0,3-1-2 0,0 0-3 15,0 0 9-15,0 0 1 0,0 0-3 0,0 0 8 16,0 0 6-16,0 0 7 0,0 0 1 0,0 0 4 0,0 0-2 15,0 0-10-15,0 0-15 0,0 0-16 0,9-8-11 16,3 3-6-16,9-2-19 0,6 2 3 0,5-2-7 0,4-2-11 16,15-2-6-16,1 0-7 0,7 3-7 0,1-1-2 15,5 2-3-15,26-4-5 0,-31 5 1 0,3-2-12 16,-3 4 4-16,-9 0 1 0,-14 0-7 16,-5-1 0-16,-4 3-6 0,-10 0 6 15,-7 1 13-15,1-1 9 0,-2 1 1 0,-5 0 0 16,0 1-6-16,1-3-9 0,-6 3-15 15,7 0-11-15,-7 0-35 0,0 0-22 0,0 0-26 16,0 0-23-16,0 0-26 0,-19 10-26 0,5-3-33 0,-3 1-30 16,2 0-55-16,1-2-288 0,4-1-615 0,-2 5 273 15</inkml:trace>
  <inkml:trace contextRef="#ctx0" brushRef="#br0" timeOffset="76531.95">8594 9685 259 0,'0'0'289'0,"0"0"-3"0,0 0-14 16,0 0-23-16,-6 0-19 0,6 0-25 0,0 0-20 15,0 0-22-15,0 0-14 16,0 0-19-16,17 3-16 0,-5-2-8 0,-2 2-2 16,4-1-20-16,-1 1-12 0,5 1-6 0,-5 0-7 15,1 1-8-15,-4-1-4 0,2 0-8 0,-2 2 2 16,-2-2-14-16,-2 3-3 0,-2-2-5 0,-2 2 0 16,-2 1-6-16,-1 3-1 0,-5-1 5 0,-6 5-4 15,-2-2 0-15,-6 3-2 0,-2-1 0 0,-1-1-2 16,4-2 0-16,0-2-2 0,0 0 1 0,3-1-1 0,0-2-1 0,0 0 0 15,3-1 0-15,3-4 0 0,1 3 1 0,-1 0-4 16,5-3 1-16,0 2 0 0,1-3 1 16,0 3 4-16,4-4 10 0,-5 3 1 0,5-3 2 0,0 0 6 15,0 0 8-15,0 0 3 0,22 3-6 0,-2-5-1 16,2 1 0-16,8-1-9 0,5-3 5 0,1 3-3 16,1 1 8-1,3-3 13-15,-1 3 2 0,-1-5 11 0,1 2-3 0,-6 3 4 16,-3 1 6-16,-1-3 5 0,-11 2 13 0,-7-2 11 15,1 2 9-15,-6-2 3 0,2 3-4 0,-3-1-6 16,-5 1-5-16,10-1-11 0,-6-1-5 0,-4 2-21 16,0 0-25-16,8 0-31 0,-8 0-58 0,0 0-56 15,6 2-68-15,-6-2-68 0,0 0-126 0,0 0-322 16,0 0-756-16,0 0 335 0</inkml:trace>
  <inkml:trace contextRef="#ctx0" brushRef="#br0" timeOffset="77365.36">10971 9169 66 0,'1'-3'290'16,"-1"3"-13"-1,5-6 8-15,-5 1-4 0,0 3-2 0,0 2-6 16,2-6-7-16,0 3-14 0,-2 3-10 0,0-6 0 0,0 6-27 16,0 0-21-16,1-3-23 0,-1 3-19 0,0 0-19 15,0 0-10-15,0 0-23 0,0 0-21 0,0 0-19 16,0 0-17-16,0 0-10 0,0 0-9 0,2 13-3 15,-2-7-1-15,-2 5-8 0,1-1-8 0,1 1 3 16,0 6 2-16,-2-5 4 0,0 5-6 0,2-5 1 0,0 5 19 16,-5 3-8-16,4-6 0 0,0-1 3 0,-1-2-1 0,1 2 0 15,1-2-4-15,0 0-1 0,-2 0 2 0,2-4-1 16,-2 1 0-16,2-3-12 0,-1 2-4 0,0-2-4 16,1-1-8-16,-3 1 3 0,3-1-10 15,-1 0 10-15,-2-3-8 0,3-1 11 0,-1 6-6 0,1-6 3 16,-1 3 5-16,1-3-7 0,0 0-13 0,0 0-46 0,0 0-47 0,-10-9-80 15,7 3-85-15,1-6-322 0,0 0-652 16,2-5 288-16</inkml:trace>
  <inkml:trace contextRef="#ctx0" brushRef="#br0" timeOffset="77534.67">11080 8797 78 0,'-3'-6'288'0,"6"2"-24"16,-6 2-24-16,3 2-27 0,0-7-25 0,0 7-30 16,0-5-50-16,0 5-26 0,0 0-18 0,0 0-25 0,0 0-24 15,0 14-26-15,0-4-36 0,0-3-41 0,-1 3-178 16,1-4-287-16,-3 6 128 0</inkml:trace>
  <inkml:trace contextRef="#ctx0" brushRef="#br0" timeOffset="78035.85">11318 9128 168 0,'0'0'347'0,"3"-5"-18"0,0 2-21 16,-3 3-13-16,0 0-30 0,0 0-23 0,4-4-31 16,-4 4-17-16,0 0-24 0,0 0-25 0,0 0-22 15,0 0-15-15,0 0-12 0,3 8-11 0,-4-1 3 16,-1 0-19-16,-2 8-10 0,0 1-2 0,-4 1-9 0,2 1 1 0,-2 0-8 15,2 2-5-15,-6 3-1 0,3-5-4 0,4-1-4 16,0-1-6-16,1-5 0 0,0 0-1 0,3-5 4 16,-2 1-4-16,2-2 4 0,-1-1 8 15,-1 1 17-15,2-2 50 0,1-3 25 0,0 0 11 0,0 0-3 32,0 0-7-32,19-12-3 0,-11 6-6 0,7-5-11 15,-2 1-11-15,2 0-14 0,-1-4 3 0,1 3-11 0,0-1-10 16,-1 0-1-16,-5 3-9 0,0 1-4 0,-3 4-6 0,0-1-5 15,-1 1-9-15,0 0-3 0,-1 3-9 0,0-3-22 16,0 4-24-16,-4 0-18 0,10 4-5 16,-6-1-18-16,1 6-4 0,4 0-18 0,4 3-45 15,-3 3-38-15,-1 1-52 0,0 2-64 0,-1-2-423 0,1 1-773 16,-3-7 342-16</inkml:trace>
  <inkml:trace contextRef="#ctx0" brushRef="#br0" timeOffset="79168.67">13478 8853 66 0,'0'0'224'0,"-3"-4"-10"16,3 4-10-16,-2-4-13 0,2 4-12 0,0 0-19 0,0 0-13 0,0 0-15 16,-5-2-6-16,5 2-1 0,0 0-11 0,0 0-8 15,0 0-3-15,0 0-16 0,10-1-10 0,2 1-15 16,3-2-3-16,3 2-6 0,4-4-8 0,4 3-5 0,1-1-1 16,-4 0-7-16,-4 2-2 0,2-3-2 0,-3 1-1 15,-6 1-6-15,-1 0-6 0,-2-2-3 16,-3 3-7-16,-1 0-11 15,-5 0-4-15,9-1-2 0,-9 1-2 0,0 0 1 16,0 0 1-16,0 0 5 0,-31 6-3 0,19-4 1 16,-6 1-3-16,0-1 7 0,0 0 2 0,1-1-3 15,-2 3-1-15,1-1 5 0,5-2 0 0,1 1-1 16,-2 0 8-16,2-1-1 0,1 0 5 0,3 1 4 16,-1 0-1-16,4-2 4 0,-3 1-3 0,2 1 2 0,2-1-4 15,4-1-2-15,-6 2 0 0,3 0-4 0,3-2 1 0,-5 2-3 16,5 3-1-16,0-5 0 0,-2 5 2 0,2-5-1 15,6 7 3-15,-1 0 2 0,0 1 4 0,3 0-2 16,2 1 2-16,3 3 1 0,-2 0 5 0,3 2 0 16,-2 0-2-16,2 3-3 0,-3-2-1 0,3 1-4 15,-1 7 5-15,-4-6-3 0,0-2-2 0,-3 2 2 16,-2 1-1-16,0 2-2 0,-4-3 5 0,0 0-2 0,-1-3 1 0,-3 3 0 16,-2-7 0-16,-2 2-2 0,4-2-3 0,-5 0 10 15,1-1-2-15,-2-1 1 0,3-2-5 0,-2 1 2 16,3-2 5-16,3-2 4 0,-4 0 1 0,4 2 0 15,-1-5-2-15,1 5 7 0,3-5 13 0,-4 1 10 16,4-1 11-16,0 0 6 0,0 0-14 0,0 0 1 16,0 0-25-16,0 0-22 15,0 0-30-15,16-8-33 0,-5 3-36 0,3 1-69 16,-2-2-68-16,-1-2-271 0,2-1-542 0,2-3 239 16</inkml:trace>
  <inkml:trace contextRef="#ctx0" brushRef="#br0" timeOffset="79584.66">13603 8576 85 0,'-14'-5'185'15,"-8"1"-14"-15,2 1-18 0,-2 4-13 0,-5 1-2 16,1 2-13-1,-4 5-10-15,1 4-10 0,-4 4-6 0,3 5-15 16,-12 11-8-16,3 5-7 0,0 1 3 0,-2 8-13 16,3 2-7-16,2 2 9 0,-10 24 2 0,19-29-6 0,6 3-1 15,3-1-4-15,6 2 22 0,7-14 11 0,1 1 8 16,5-2 11-16,3-2 4 0,8 0 9 16,3-3 2-16,11-2 7 0,3-3 5 0,13 1 6 15,8-4-10-15,0-3-3 0,9-11-11 0,3-3-14 0,6-6 8 0,27-6 10 16,-30 0-2-16,27-7-12 0,-32 1 3 0,-1-6 0 15,-1-3-5-15,-5-4 4 0,-3 0-7 0,-5-6-3 16,-5-3-15-16,-7-3-11 0,-2-5-14 0,-8-2-25 16,-7-6-15-16,-10 1-5 0,-6 1-6 0,-9-2-7 15,-9 1 1-15,-1 4 6 0,-12 3-10 0,-3 2 0 16,-10 7-6-16,-3 7 4 0,-12 5-4 0,0 7-13 0,-5 6-28 0,-2 6-21 16,-23 6-35-16,22 4-30 0,-20 12-36 0,27 1-59 15,5 5-103-15,4 2-280 0,10 1-668 0,18-7 296 16</inkml:trace>
  <inkml:trace contextRef="#ctx0" brushRef="#br0" timeOffset="81241.53">15594 8862 94 0,'-22'-2'181'0,"5"2"-15"0,-3 3-18 15,1 3-19-15,1-1-8 0,0 3-14 0,-2 3-11 16,5 2-11-16,-6 6-7 0,1 0-4 0,7-2-10 16,1 0 15-16,5-1 2 15,-1 0 12-15,3 0-2 0,2 2 1 16,6-2-3-16,1 0-1 0,1-6-2 0,0 1 0 16,5-4 1-16,2 3-4 0,3-9 3 0,-2 3 0 15,5-3 6-15,-3-1 4 0,3-2 14 0,-1-1 8 0,-1-5 6 16,2 2-15-16,-3-2 25 0,0-3-7 0,1 2-7 15,-7 1 6-15,1-1-8 0,-1 1-7 16,0-1-10-16,-2 2-9 0,-1 2-11 0,-1 2-1 0,-2-2-12 0,-1 0-9 16,2 1-3-16,-1 2-28 0,-3 2-2 0,4-1-12 15,-2-3-31-15,-2 4-19 0,5-1-21 0,-5 1-16 16,0 0 5-16,0 0 11 0,4 5 4 0,-2-2 6 16,1 1 4-16,0 3 8 0,0-2 3 0,4 5 3 0,3-4 4 15,-2 0 5-15,3 2 0 0,7-3 1 16,0 2 1-16,1-3 4 15,2 0-4-15,-3-3 9 0,3 0 0 0,-2-1 1 16,2-2-1-16,-1-2 6 0,-1 1 8 0,-2-1 14 16,-3-2 13-16,-2 1 20 0,-1-1 18 0,1 1 9 15,-3 1 13-15,0-1 9 0,-2 0 7 0,-2 2 3 16,0 1-1-16,-1-1-12 0,0 1-11 0,0-1-15 16,-4 3-4-16,5-4-11 0,-5 4-14 0,5-2-14 15,-5 2-21-15,0 0-7 0,0 0-12 0,0 0-6 0,0 0 0 0,4 9 12 16,-7-3-9-16,2-1-2 0,-2 3-3 0,3 0 6 15,-2 2 7-15,-2 2-5 0,4-2 7 0,-4-1-3 16,7 1 15-16,-3 0-12 0,0-3-3 0,0-2 8 16,1 0-8-16,-1 2 7 0,0-5 5 0,0-2 25 15,4 3 11-15,-4-3 12 0,5 0 6 0,-5 0 8 16,13-4-1-16,-7 0-1 16,3-3 2-16,0 2-9 0,0-2-8 0,5-3-3 15,-2 0-3-15,1-1-5 0,0-2-3 0,-2 1-6 16,-1 2-2-16,0 1-2 0,-3 0-1 0,-2 5-6 15,1-4-1-15,-1 3-4 0,0 0-8 0,-2 1-6 16,-1 0-14-16,0 2-20 0,-2 2-29 0,2-3-31 16,-2 3-26-16,4-4-27 0,-4 4 3 0,0 0 14 15,0 0 13-15,10 11 11 0,-7-5 16 0,3 1 5 0,3 2 3 0,5 2-5 16,-1 0-4-16,11 1-7 0,6-1-8 0,0 0-9 16,6-1-1-16,3-3 1 0,14 0 5 0,-2 0-3 15,7-2-1-15,-19-2 4 0,16-3 13 0,0 0 12 16,-4-4 5-16,0-3 8 0,-15 3 8 0,0-2 10 15,-4-2 7-15,-1 0 16 0,-10 2 13 0,-2-2 14 16,-8 1 26-16,0 2 24 0,-1-3 10 0,-4 1-7 0,-3 1-3 0,-1 0-6 16,-4 1-1-16,-1-4-9 0,-5 2-3 0,-3-1 2 15,-6 1-10-15,-5 4-2 0,-5-1-2 0,-5 1 1 16,4 3-3-16,-4 4-4 0,0-1-1 0,3 2-3 16,1 3 1-16,1-3-1 0,8 2-5 0,2-1-1 15,3 0-14-15,1-1-2 0,4 2-12 0,0 0-2 31,3 0-3-31,1 1 3 0,-1 1 2 0,4-3-1 0,4-1 8 0,0 1 5 16,3-1 2-16,5 2 2 0,2-4 2 0,3 1 1 16,6-2-3-16,-2-3 10 0,-1 0-1 0,2-3 7 15,1 0 14-15,-2-4 6 0,-1 0 26 0,0-4 11 16,-2 3 9-16,-1-4 8 0,1 0 1 0,-2-4 12 16,0-4 6-16,-1-3 5 0,-3-1 5 0,-1-3-1 15,0 1-12-15,0-6 20 0,-1-2 2 0,-3 1 2 0,1 1 10 16,-2 1-6-16,1-1-7 0,-1 4 10 0,0 5 14 15,-3 4-3-15,1 1-9 0,0 7-15 0,-1 0-8 16,0 2-10-16,-1 5-15 0,2-2-6 0,-2 2-12 0,1 0-23 16,-1 1-28-16,1 1-36 0,-1 3-35 0,0 0-27 15,0 0-5-15,0 0 15 0,0 0 9 16,-5 22 4-16,-1-5 16 16,0 8-10-16,-2 6 5 0,-1-1 25 0,0 2-16 0,2 0 1 15,-3-1 10-15,8 1 0 0,-5-1 9 16,6 1-1-16,-4-5 5 0,1-1 5 0,1-7 1 15,0 0 4-15,0-2 0 0,3-2 0 0,0-3 3 16,3 0 4-16,-3 0 2 0,0-7 11 0,-3 4-5 0,6-5 9 16,-3 1 5-16,1 1 1 0,-1-3 1 0,0-3-3 15,2 5 11-15,-2-5 9 0,-2 4 7 0,2-4 8 0,0 0-3 16,0 5 4-16,0-5 0 0,0 0-5 0,0 0-4 0,0 0-6 16,0 3-3-16,0-3 0 0,0 0-5 15,0 0-1-15,0 0-1 0,10 0-1 0,0 0-25 16,4-2-40-16,8 1-71 0,11-4-85 0,7-1-91 15,21-4-128-15,-2-3-314 0,5-3-789 0,24-11 350 0</inkml:trace>
  <inkml:trace contextRef="#ctx0" brushRef="#br0" timeOffset="81804.52">18359 8444 155 0,'0'0'235'0,"0"0"-23"0,-2-5-23 0,2 5-20 15,-3-3-17-15,3 3-16 0,0 0-14 0,-14 5-14 0,8-2-10 16,-6 2-7-16,-4 5-9 0,-2-1-7 0,-4 5-7 15,-1 3-15-15,0 2 1 0,-1 0-4 16,3 1-5-16,0 2-1 0,0 0 0 0,3 4-4 0,0-4-5 16,4 4 0-16,0-1-5 0,4-1-1 0,1 0 0 15,5-4 23-15,1-3 3 0,0 2 3 0,3-2 1 0,1 0 4 16,3-1 4-16,1-6 0 0,1 2 9 0,0-2 4 16,1 0 3-16,3-3 3 0,-2-1 6 0,1 0 7 0,-2-3 21 15,-1 1 21-15,0-3 19 0,-1 1 22 16,1-1-4-16,-6-1-11 0,9 0-15 0,-9 0-8 15,7-3-13-15,-2 0-17 0,-4 1-13 0,2-2-10 16,-3 0-18-16,0 0-10 16,0-1-17-16,-3 1-15 0,3 4-23 0,-3-8 1 15,-1 5-42-15,0-2-39 0,-2 0-23 0,1 3-43 16,-2-3-27-16,-1 1-36 0,0-1-35 0,0 5-46 16,0-3-40-16,2 0-292 0,0-1-666 0,3 0 295 0</inkml:trace>
  <inkml:trace contextRef="#ctx0" brushRef="#br0" timeOffset="82258.09">18345 8303 11 0,'-7'-6'174'0,"0"1"-13"0,2 2-15 0,-5-3-18 0,0 3-12 16,1 0-11-16,-4 1-9 0,0 2-14 0,-1 0-7 16,-4 2-11-16,-2 2-3 0,-7 4 3 0,-2 2-8 15,-1 2 6-15,0 5 4 0,-1 2-5 0,-9 13 3 16,-1 4 10-16,-1 2-3 16,3 6-3-16,-1 1 4 0,0-1 10 15,5 6 5-15,4-1-12 0,4-3-3 0,5-1 4 0,6-10 11 16,5-3 6-16,6 0 3 0,-2 1 11 0,8-2 3 0,2-1 6 0,4 0 3 15,5-3 3-15,8 0 9 0,2-4-5 0,6 0 14 16,4-2-2-16,19 4-2 0,3-10-4 0,4-1-16 16,4-7-1-16,3-2 1 0,0-8 1 0,26-11-3 15,-37 5 6-15,-1-4 4 0,-7-6-3 16,-10 5-13-16,10-15-9 0,-6 0-12 0,-6-3-6 16,-2-7-22-16,-8-4-15 0,-2-8-15 0,-8 0-14 0,-5-7-10 15,-9 2-5-15,-10-1 0 0,-3-2-6 0,-12 11-3 16,-5 2-7-16,-8 7-26 0,-6 3-40 0,-11 8-48 15,-35 0-30-15,-10 11-35 0,-1 13-47 16,0 5-87-16,-5 8-369 16,0 4-754-16,3-4 334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47:22.72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3493 1914 139 0,'0'0'151'0,"-1"-4"-22"0,1 4-4 0,0 0-11 0,0-7-9 0,0 7-9 16,0 0-9-16,1-5 6 0,-1 5-14 0,0-4-5 16,0 4-8-16,0 0-14 0,3-5 5 0,-3 5-3 15,0 0-23-15,0-4 14 0,0 4-14 0,1-4 3 16,-1 4 1-16,0 0 10 0,0-4 3 0,0 4 1 15,3-3 8-15,-3 3-5 0,0 0 0 0,2-5-5 16,-2 5 11-16,0-5 4 0,0 5-3 0,0-6 7 0,0 3-3 0,0 3 3 16,0-7 0-16,-1 2-11 0,1 5 16 0,1-6-3 15,-1 2 0-15,0-1 3 0,0 0 6 16,1 2 0-16,1-3 3 0,-2 1 9 0,0 0 1 16,2 0 1-16,-2 0 0 0,0 0 4 0,0 1-5 15,0 0 5-15,0 4 2 0,-2-8-5 0,2 8-3 16,2-4-16-16,-1 2-10 15,-1 2-9-15,0 0-9 0,2-4-23 0,-2 4-27 16,0 0-4-16,0 0-2 0,1 14 5 0,0-5-1 16,0 7 2-16,2 3 5 0,-2 1-5 0,2 3 4 15,-3 3-2-15,4 2 0 0,-2-1 2 0,1-6-9 16,1 5 12-16,1-1-5 0,-3-6 4 0,3 5-16 16,-2-7 15-16,0 3 5 0,0-5-3 0,-1-4 0 15,0 3 0-15,0-3 1 0,-1 3-5 0,1-4 2 0,0-1-1 16,-1-1 5-16,-1 1-3 0,0-4 0 0,0 2 1 15,0-7 1-15,2 8 3 0,-2-4-2 0,0-4 0 16,3 5-3-16,-3-5 1 0,0 0 1 0,1 5 5 16,-1-5-5-16,0 0 3 0,0 0 1 0,0 0 2 15,0 0-1-15,0 0 4 0,0 5-8 0,0-5 7 16,0 0-14-16,0 0-7 16,0 0-17-16,0 0-20 0,0 0-50 0,0 0-64 15,0 0-45-15,0 0-57 0,4-14-295 0,-5 5-604 16,1 4 268-16</inkml:trace>
  <inkml:trace contextRef="#ctx0" brushRef="#br0" timeOffset="1148.92">3511 1828 157 0,'0'0'189'0,"0"-5"-1"15,0 5-8-15,0 0-15 0,0 0-1 0,0 0-7 16,0 0-6-16,-3-4-6 0,3 4-7 0,0 0-1 0,0 0-5 16,0 0-3-16,0 0-4 0,2-5-2 0,-2 5-2 15,0 0 1-15,0 0-6 0,0 0 0 0,0-5 1 0,0 5 7 16,0 0-12-16,0 0-3 0,0 0-10 0,0 0-11 16,-3-3-9-16,3 3-10 0,0 0-7 0,0 0-10 15,0 0-3-15,0 0-15 0,0 0 1 16,0 0-10-16,0 0-9 15,0 0-7-15,0 0-3 0,0 0 1 0,0 17-3 16,3-6 1-16,-2 0-10 0,1 3 10 0,2 4-18 16,-2 3 19-16,-1 4-3 0,1 4 5 0,0 0-8 15,-1 3 6-15,0-1-18 0,1 2 18 0,-1-1 0 16,2 5-4-16,-2-6 10 0,4 0-5 0,-3-3-5 16,-2 2 2-16,3-1 2 0,-1-2-2 0,-2-1 4 15,3 2 0-15,-2 0-5 0,1 1 3 0,-2-2-4 0,0 0-5 0,0-8 8 16,0 0-1-16,0-2-1 0,-2 0 2 0,4-5-5 15,-2 2 1-15,0 0 2 0,1-5 2 0,0 4 0 16,-1-3-2-16,0 2-3 0,-1-2 1 0,2-3 2 16,0-2 0-16,-1 3-1 0,0-4-5 0,2 3 9 15,-1-2-4-15,-1-5-2 0,-1 5 5 16,1-5-3-16,1 7 5 16,-1-7-7-16,0 0 0 0,0 5 1 0,0-5 2 15,0 0-1-15,0 0 2 0,0 0 0 0,0 7 0 16,0-7 3-16,0 0 2 0,0 0 3 0,0 0 2 15,0 0 3-15,0 0-4 0,0 0-4 0,0 0 2 16,0 0-4-16,1 5 3 0,-1-5-3 0,0 0 10 16,0 0-4-16,0 0 11 0,0 0 0 0,0 0-2 15,0 0 4-15,0 0 5 0,0 0 2 0,0 0-7 0,0 0 8 16,0 0-4-16,0 0-1 0,0 0-14 0,0 0 12 16,0 0-11-16,0 0 7 0,0 0-3 0,0 0-11 15,0 0-38-15,0 0-41 0,3-15-42 0,-1 9-40 16,0 1-52-16,1-7-52 0,-1 2-107 0,-1-6-197 15,0 0-605-15,3-3 267 0</inkml:trace>
  <inkml:trace contextRef="#ctx0" brushRef="#br0" timeOffset="2136.25">3510 1820 115 0,'0'0'150'0,"0"0"1"16,0 0-1-16,0 0-7 0,-5-3 0 0,5 3-4 15,0 0-7-15,0 0 0 0,0 0-3 0,0 0-11 16,0 0-6-16,0 0-11 0,0 0-10 0,0 0-12 16,0 0-6-16,0 0-9 0,15-6-4 15,-7 4-8-15,4-1-7 0,1 0-3 0,8 2-5 16,-1 0-10-16,10 1-2 0,3 0 0 0,1 1-2 15,1 1 3-15,-1 3-7 0,1-1 5 0,-1 3-4 0,2 1 0 0,2 2-2 16,-3 0 1-16,-2 2-3 0,-1 2-6 0,-3 1 0 16,-2-1 3-16,0 2 1 0,-5 0-8 0,-7-2 4 15,-2-1-15-15,-3-2-7 0,-2 1-1 0,-4-1 0 16,-2 2 0-16,-4-1 4 0,-4 3 4 0,-6 0 4 16,-1 1 4-16,-9 1 1 0,-2-2-3 0,-2-2 0 15,-2 4 5-15,1-4 3 0,-2 0 5 0,2-1-8 0,-1 1 5 16,0-1-2-16,0-3 6 0,1 0-1 0,6-4 3 31,1 2-3-31,2 1-1 0,5-7-7 0,0 4 7 16,1-2-4-16,4 0 1 0,2 1-2 0,-3-3-1 0,4 1 0 0,5-2-2 0,-9 2 2 0,9-2-3 31,-8 1 5-31,8-1-12 0,0 0 12 0,0 0-1 0,0 0 6 0,-11 1 1 16,11-1-2-16,0 0-1 0,-7 3-1 0,7-3 0 15,0 0-9-15,0 0 7 16,0 0-10-16,0 0 11 0,0 0-4 0,0 0 1 0,0 0 2 0,0 0-3 0,0 0-2 15,0 0 4-15,0 0 5 0,0 0 6 16,0 0 10-16,0 0 2 0,-6 0 2 0,6 0 8 16,0 0-3-16,0 0 5 0,0 0-4 0,0 0 0 15,0 0-4-15,0 0-3 0,0 0-2 0,0 0 0 0,0 0-6 16,0 0-14-16,0 0 10 0,0 0-16 0,0 0-3 16,0 0-18-16,0 0-9 0,0 0-26 0,0 0-26 15,0 0-29-15,0 0-41 0,0 0-15 0,0 0-60 16,0 0-208-16,0 0-466 0,0 0 207 0</inkml:trace>
  <inkml:trace contextRef="#ctx0" brushRef="#br0" timeOffset="2890.72">3588 2239 64 0,'0'0'204'0,"0"0"-8"15,0 0-7-15,-9 3-15 0,9-3-5 0,0 0-17 16,0 0-12-16,0 0-15 0,0 0-11 0,0 0-14 16,0 0-7-16,0 0-14 0,0 0-8 0,0 0-11 15,0 0-3-15,0 0-6 0,0 0-3 0,34-1-7 0,-16 2-2 16,1-2-6-16,11 2-7 0,-1 1-2 0,3 0-2 16,3 1-3-16,0 0-2 0,2 2 0 0,-1 3 0 15,3-3-5-15,0 1 4 0,-3 3-9 0,2-1 3 16,-6 4 4-16,3-3-4 0,-6 8 0 0,-1-5-3 31,-2 1-2-31,-2 1 6 0,-9-3-8 0,-1 4 6 0,-1-4-2 16,-4 3-7-16,-4-2-4 0,-5 1 2 0,-5 1 6 0,-4 2-7 15,-4-1 4-15,-8 3 7 0,-5-1 2 0,-5-2 8 16,-3-2 8-16,-2 1 6 0,-15-1 6 0,13-4-1 16,-11 6 22-16,-1-6-14 0,12-1 14 15,0-1 2-15,3 0-3 0,3-2 0 0,1-2-4 16,5 1-11-16,7-1 2 0,6-1-5 0,1-1-19 15,2 3 12-15,2-3-3 0,3-1 2 0,5 0 9 0,-12 1 10 0,12-1 1 16,-7 3-3-16,7-3 1 0,0 0-6 0,-8 0 0 16,8 0-8-16,0 0-8 0,0 0 3 0,0 0-2 15,0 0-3-15,0 0 5 0,0 0-6 16,0 0-4-16,0 0-4 0,-11 0-2 0,11 0 6 16,0 0-7-16,0 0-2 0,0 0 0 0,0 0-7 0,0 0-10 15,0 0-16 1,0 0-18-16,0 0-23 0,0 0-22 0,0 0-61 15,0 0-48-15,0 0-66 0,0 0-260 0,23-10-561 16,-13 5 248-16</inkml:trace>
  <inkml:trace contextRef="#ctx0" brushRef="#br0" timeOffset="4139.92">4501 2441 88 0,'0'0'115'0,"0"0"3"0,0 0-18 0,0 0-7 16,0 0 2-16,0 0-23 0,0 0-5 0,0 0 4 15,0 0-11-15,23-4-3 0,-14 2-4 0,4 0-3 0,1-3-8 0,0 1-4 16,3 0-4-16,2 0-2 0,-1-3 3 0,2 0-8 16,2 1-1-16,2-4-9 0,-5 4 0 0,3-2-5 15,4-4 4-15,-8 4 14 0,6-2 0 0,-8 2 5 16,0-2 8-16,0 0 11 0,-3-1 1 0,1-1 10 16,-4 6 10-16,-2-3 12 0,0 3 7 0,-2-5-2 15,1 3 2 1,-4 1 7-16,1-1-4 0,-2 2-1 0,-1 0 10 15,0 1-16-15,-1 0-10 0,-1 1-11 0,-2 2-3 0,-2-4-15 16,0 5-5-16,-3 1-10 0,-4 0-4 16,0 2-9-16,-6 1 3 0,0 4-4 0,-3-3-1 15,-5 6-6-15,-2 2 5 0,-3 2 0 0,4 3-11 16,-2-2-1-16,1 2-3 0,2 2 2 0,1-1-2 16,0 3-2-16,4 3 3 0,-1-2-1 0,8-2-3 0,2-4-2 0,5 0-5 15,1-4-2-15,3-1-5 0,3 4 5 0,0-5 3 16,5 1 1-16,0-1 3 0,4-2 0 0,4-2 1 15,5 1 5-15,1-1 8 0,12-3-5 0,2-1 2 16,1-2 0-16,3 1 2 0,-1-6-6 0,3 4 3 16,-7-2 6-16,-1-1-10 0,-2 1 1 0,-9-2 0 15,0 5 0 1,-7-3-4-16,0 3 3 0,-2-1-1 0,-3 0 1 16,-3-1-4-16,3 1 9 0,-8 1-7 0,6-1 0 15,-6 1 0-15,8 0-1 0,-3 0-9 0,-5 0-13 16,0 0-12-16,4-3-16 0,-4 3-24 0,0 0-31 15,0 0-70-15,0 0-57 0,0 0-207 0,0 0-472 16,0 0 209-16</inkml:trace>
  <inkml:trace contextRef="#ctx0" brushRef="#br0" timeOffset="4726.07">5630 2143 165 0,'0'0'196'0,"0"0"-16"0,0 0-19 16,0 0-18-16,0 0-15 0,0 0-12 0,0 0-17 0,0 0-10 0,-17 9-7 15,9-4-9-15,-3 0-5 0,2 0-1 16,-9 2-16-16,4 0-1 0,-4 4-8 0,3-2-7 15,-3 0 0-15,2 1 1 0,0 0-8 0,2 1-4 0,-1-1-7 16,2-2 3-16,3 3 3 0,-1-2-6 0,9 0 0 16,-5 0-5-16,5-1 3 0,-2 1 3 0,4 1 0 15,1-3-1 1,2 3 0-16,2 0-4 0,1-1 4 0,5-2-3 16,5 3 4-16,-3-2-5 0,6 1 1 0,0-1-2 15,-1-1 0-15,9 2-4 0,-8-4 2 0,-7-2-6 16,5 6 7-16,-5-6-6 0,-3 0 1 0,-3 2-6 15,2 0 3-15,-3-3-4 0,-1 0 2 0,0 1 1 16,-4 2 15-16,0-1 8 0,-4 0-2 0,0 2 4 16,-5-2-4-16,-6 6-6 0,2-7 0 0,-5 4 1 0,0 0-2 0,-3-1 4 15,-8 0-9-15,3 1 1 0,4-4-6 0,-5 3-11 16,5-3-13-16,3 0-28 0,1-1-30 0,0-2-28 16,9 0-46-16,-2-2-193 0,3 1-371 0,4-1 165 15</inkml:trace>
  <inkml:trace contextRef="#ctx0" brushRef="#br0" timeOffset="5296.37">6183 2155 150 0,'0'0'199'0,"0"0"-16"0,0 0-22 0,0 0-7 16,0 0-12-16,0 0-22 0,0 0-10 0,0 0-12 15,-18 8-13-15,9-4-6 0,-1 0-9 0,-5 4-2 16,-2-3-11-16,2 3-6 0,1-4-5 0,-3 3-3 16,3 0-4-16,1 0-6 0,0 0-4 0,1 0-4 15,3 1-5 1,0-1 2-16,-3 1-2 0,4 2-2 0,3-3-4 16,-1 2 1-16,1-1-3 0,2 1 5 0,2-1 3 15,4 1-3-15,3-2 1 0,-1 3-2 0,3-3-2 16,5 3 3-16,3-2-9 0,2 0 5 0,-3 0 2 15,7 0-2-15,5-1-1 0,-9 0-5 0,1 1 5 16,-1-1-5-16,0 2 0 0,-7-7-2 0,2 4-1 16,-3 3 0-16,-1-6-4 0,-2 1 1 0,-4 3-4 0,1-3 8 0,-4 0 4 15,-1 3 7-15,-3-1-4 0,-6 1 4 0,-2 0-3 16,-4 1 1-16,-5-2-2 0,-4 4 1 0,-5-4-2 16,1 3-1-16,1-2-1 0,1-2-1 0,-4-1 1 15,11 1-3-15,1-1 2 0,-2 0-2 0,5-2 2 16,3 0-3-16,1 1 3 0,5-3-13 0,-2 1-9 15,4 0-31 1,0-1-6-16,5 0-37 0,0 0-39 0,0 0-53 16,0 0-150-16,19-13-356 0,-6 9 157 0</inkml:trace>
  <inkml:trace contextRef="#ctx0" brushRef="#br0" timeOffset="5943.99">6456 2414 129 0,'17'-5'135'0,"-17"5"-12"0,15-6-19 0,-6 4-9 16,4-2-10-16,8-1-3 0,-5-1-18 0,6 1-2 0,-3 0-7 15,3-2-6 1,3-3-3-16,-5 3-3 0,5-7-6 0,-5 7-2 16,1 0-5-16,-2 0 1 0,-1-3 11 0,-1 1-3 15,-1-1 7-15,-2-2 10 0,0 5 10 0,-5-5 19 16,-1 6 8-16,2-3-7 0,-4 1 15 0,0-1 0 15,-3 2 4-15,0-1-12 0,-3 1-6 0,0 2-10 16,-3-1-3-16,2-1-12 0,-5 2-8 0,1 1-3 16,-4-1-9-16,-3 1-6 0,1 4-5 0,-5 0 0 0,-1-3-5 0,-1 6-6 15,-4 0-1-15,4-1-4 0,-10 6 2 0,1 1-4 16,-2 0 4-16,2 3-6 0,3 0-3 0,-1 3 0 16,5 0-2-16,-2 2 0 0,2 1-6 0,3 0 3 15,3-3-2-15,5 0 4 0,0-2-2 16,2 3 5-16,4-3-4 0,0-1-2 0,3 0 6 15,3-2 3-15,0 0-2 16,5 2 3-16,9-3 1 0,1 1-2 0,6-2 1 16,8-1 2-16,-1-2-3 0,2-2-2 0,4-1 2 15,0-4-3-15,-1-1 1 0,2 2-2 0,-1-1-3 16,-6 0 2-16,-2-2-4 0,-7 1 9 0,-4 0 7 16,-3 3-2-16,-2-2 9 0,-4 2 3 0,1 0 7 15,-2 0-3-15,-3 0 3 0,-5 0 1 0,9-2-1 16,-9 2-6-16,9 0 0 0,-9 0 3 0,0 0-10 0,8-1 5 15,-8 1-10-15,0 0-5 0,3-1-9 0,-3 1-6 16,0 0-15-16,0 0-9 0,0 0-20 0,0 0-21 0,0 0-19 16,0 0-29-16,8 1-14 0,-8-1-35 0,0 0-49 15,10-2-217-15,-5-1-464 0,1-2 205 0</inkml:trace>
  <inkml:trace contextRef="#ctx0" brushRef="#br0" timeOffset="6513.49">7199 1920 199 0,'-4'-2'265'16,"4"2"-20"-16,0 0-15 0,0 0-21 0,0 0-26 15,0 0-8-15,-3-4-33 0,3 4-13 0,0 0-18 16,0 0-15-16,0 0-12 0,0 0-15 0,-1 13-7 0,1-6-6 15,1 4-3 1,1 1-1-16,-1 7-13 0,2 6-1 0,-1 1-4 16,1 2-4-16,-1 1-2 0,1 3-1 0,2 3 3 15,-3-2-1-15,2 1-3 0,0-1-3 0,-1-8-1 16,-1 4-2-16,1-9-4 0,-1 3 2 0,1-3-2 16,-2-3-5-16,4 0 1 0,-4-3-1 0,1-4-2 15,-1 2-1-15,-1-1 1 0,3-3 3 0,-2-1-5 16,-1 1 2-16,0-1 1 0,1-2-6 0,-1-1 1 0,0-4-1 15,3 8 3-15,-3-8-2 0,0 5 0 0,0-5 1 16,0 0 1-16,1 5-1 0,-1-5 4 0,0 0-6 16,0 0 1-16,1 4 3 0,-1-4 2 0,0 0-2 15,0 0 21-15,0 0 8 0,0 0 2 0,0 0 2 16,0 0-4-16,0 0-1 0,0 0-4 0,0 0 1 16,0 0-5-16,0 0-1 0,0 0-28 0,0 0-39 0,0 0-57 0,4-14-57 15,-3 4-82-15,2 0-225 0,0-2-497 16,-2 0 221-16</inkml:trace>
  <inkml:trace contextRef="#ctx0" brushRef="#br0" timeOffset="6982.78">7509 1673 183 0,'0'0'259'0,"0"0"-24"0,0 0-24 16,0 0-26-16,0 0-17 0,0 0-24 0,0 0-17 15,0 0-15-15,0 0-15 0,0 0-10 16,0 0-12-16,-5 15-7 0,3-5-6 0,-2 1-21 16,-1 4-32-16,1 1-51 15,-4 2-60-15,2-1-219 0,-3-1-346 0,1 2 154 16</inkml:trace>
  <inkml:trace contextRef="#ctx0" brushRef="#br0" timeOffset="7529.54">7868 2031 168 0,'2'-4'273'16,"-2"4"-14"-16,0 0-24 0,0 0-18 0,0 0-25 0,0 0-19 0,0 0-19 16,-14 0-17-16,14 0-11 0,-17 4-21 0,7 1-7 15,-3 1-14-15,0-2-8 0,3 3-7 0,-7 3-9 16,7-4-6-16,1 2-3 0,-1 0-5 0,1 6-9 15,3-4-2 1,2 1-2-16,0-2-3 0,2 2-1 0,4 4-2 16,3-1 3-16,4 1-7 0,0-1-1 0,5 1 1 15,4 4-3-15,0-5-1 0,6 4-1 0,-2-3 1 16,2-1-9-16,0 0 5 0,-8-1-7 0,0-2 2 0,-3-1-4 16,-3-3-1-16,-2 1 0 0,-3-4-2 15,-1 3 0-15,-1-2 1 0,0 0 4 0,-6-1 5 0,-3 1-4 0,-3 3 2 0,-8-1-6 0,-4-2-13 31,-6-2-47-31,-2 6-63 0,-3-7-112 0,-4-2-211 16,4-1-478-16,-1-5 211 0</inkml:trace>
  <inkml:trace contextRef="#ctx0" brushRef="#br0" timeOffset="8413.68">9422 1890 160 0,'-1'-5'322'0,"1"5"-8"15,-1-5-16-15,1 1-15 0,0 4-22 0,-3-7-28 0,3 7-10 16,0-2-37-16,0 2-24 0,0 0-14 0,-1-4-27 16,1 4-17-16,0 0-15 0,0 0-17 0,0 0-10 15,0 0-14-15,2 18-9 0,1-6 8 0,-2 2-18 16,3 6-4-16,-3 1-1 0,0 7 3 0,-1-2-4 15,-1 3 3-15,2-3-8 0,-1 3 3 0,2 0-4 16,-1-1-2 0,-1 0 0-16,3-8 3 0,-1 4-2 0,0-7-1 0,-1 0-2 15,0-7-1-15,0 2-4 0,-1-1 6 0,2-2-6 16,-2 0 1-16,1-2-5 0,0-1 9 16,-1-2-5-16,0 1 0 0,0-5 1 0,-1 9 1 15,2-6-3-15,-1-3-10 0,0 5-8 0,0-5-9 16,0 0-21-16,0 7-5 0,0-7-33 0,0 0-48 15,0 0-61-15,0 0-64 0,-15-11-218 0,9 2-509 0,0 0 226 0</inkml:trace>
  <inkml:trace contextRef="#ctx0" brushRef="#br0" timeOffset="8582.53">9227 1890 205 0,'-7'-13'290'16,"1"-2"-13"-16,2 3-11 0,0 0-13 0,2 0-21 31,0 3-12-31,4-2-32 0,-1 4-18 0,6-3-19 16,5-1-16-16,4 1-11 0,9-3-17 0,7 4-11 15,3 1-31-15,0 4-40 0,1 1-50 0,-1 3-47 0,-4 3-52 0,0 2-60 0,-7 7-217 0,-3-5-432 16,-4 5 192 0</inkml:trace>
  <inkml:trace contextRef="#ctx0" brushRef="#br0" timeOffset="8760.91">9252 2449 188 0,'-4'4'352'0,"0"-2"-17"16,4-2-18-16,-4 7-31 0,4-7-18 0,0 0-39 16,0 0-25-16,0 0-19 0,39-9-23 15,-11 3-18-15,4 0-41 0,5 2-55 0,-2-2-55 16,3-2-67-16,2 4-76 0,12-8-72 0,-20 7-173 15,5-3-428-15,-1 3 190 0</inkml:trace>
  <inkml:trace contextRef="#ctx0" brushRef="#br0" timeOffset="9577.7">9880 2232 349 0,'0'0'384'15,"0"-5"-19"1,0 5-27-16,2-5-25 0,-2 5-30 0,0 0-38 0,0 0-24 15,0 0-33-15,0 0-15 0,1-5-37 0,-1 5-13 16,0 0-12-16,0 0-11 0,-1 18-11 0,2-7-6 16,-2 4-8-16,-1 3-7 0,-1 1-10 0,1 0-1 15,-1 0-8-15,-1 8 0 0,2-9-7 0,-1 2-4 16,2-2-2-16,-1-5-2 0,2-3-4 16,0 1-10-16,0-4-1 0,0 0 0 0,0-2-6 0,0 0 14 0,2-1 13 15,-2-4 33-15,0 3 12 0,0-3-7 0,0 0 4 16,13-10-28-16,-5 3 2 0,0-3 3 0,2-6-16 15,3-2 0-15,-4 1-14 0,8-7 0 0,3 1 0 16,-6-1 5-16,4 6-12 0,0-2-9 0,-9 6-1 16,0 2-12-16,-2 5 5 0,-1-1 7 0,-4 3-4 15,3-2-2-15,-2 4-27 0,0-1-6 0,-3 4 0 0,11 0-13 16,-11 0 3-16,13 9-1 0,-4-1 1 0,2-3 5 16,1 7 5-16,1-1 1 0,-3-2-6 0,5 5 13 0,0-2-7 15,7 2 9-15,-5-2-5 0,6 1 0 16,-7-4-8-16,3 1 3 0,-1-4-1 0,0 0 1 15,-4-2 3-15,2-1 2 0,-2-1 7 0,-3-4-6 16,-2 0 11-16,1-3-6 16,-1-1 7-16,0-2 6 0,-1-2 6 0,1-5 10 15,-4-2 5-15,0 0 10 0,-2-2 3 0,-2-7 17 16,-1-2-10-16,0 0 11 0,-4-1-4 0,4-4 4 16,-1 1 7-16,-2-3 8 0,3 2 18 0,-1 4 5 15,-3-2 11-15,3 6 7 0,-2 7 16 0,3 4 6 16,-4 3 1-16,2 2-10 0,2-2-15 0,-1 6-16 15,-2 1-19-15,3 0-26 0,0 4-46 0,0 0-55 0,0 0-30 16,0 0 0-16,0 0 4 0,-4 20 14 0,7-5 4 16,-7 11 14-16,4 3-1 0,-1 3 18 0,1-1 3 15,1 1-2-15,-1 2 9 0,1 0 2 0,3 0-9 16,0-1 17-16,2-6 2 0,1 1 1 0,-6-8 6 16,4-3-7-16,-1-2 8 0,0-2 0 0,-3-2-2 15,4-1 2-15,-5-5 6 16,3 2 2-16,-2-5 3 0,0 2 9 0,0 2-3 15,-1-6 15-15,0 0 7 0,0 0-1 0,0 5 2 16,0-5-1-16,0 0 0 0,0 0-13 0,0 0-48 16,0 0-58-16,0 0-61 0,0 0-50 0,3-24-58 15,-3 12-70-15,0-5-65 0,-1-1-250 16,5-1-694-16,-2 0 307 0</inkml:trace>
  <inkml:trace contextRef="#ctx0" brushRef="#br0" timeOffset="9762.18">10258 2135 185 0,'-5'0'259'0,"5"0"-2"0,-9 2 4 0,9-2-11 0,0 0-7 0,0 0-16 16,-10 0-16-16,10 0-21 0,0 0-18 16,0 0-20-16,28-2-15 0,0-3-11 0,6 3-34 15,16-7-40-15,5 6-49 0,0-4-64 0,-2 4-61 0,0-4-68 16,-17 0-218-16,4 2-441 0,-4 2 195 0</inkml:trace>
  <inkml:trace contextRef="#ctx0" brushRef="#br0" timeOffset="10932.39">10834 2282 189 0,'-1'5'209'15,"1"-5"-11"-15,0 0-1 0,0 0-13 0,0 0-13 16,0 0-8-16,0 0-23 0,0 0-11 0,0 0-12 0,0 0-10 16,24-5-13-16,-11 2-7 0,-1-2-11 0,7 1-9 0,0-5-5 15,1 2-6-15,-1 0-2 0,3-1 0 0,-4-1 9 16,5-7-2-16,-4 3 7 0,-3 3-5 0,-1-4 8 15,-2 4 13-15,-2-2-4 0,-2 3 10 0,-1 0-4 16,-3 0 2-16,0 1-3 0,-1 1-2 0,-3 0-12 16,-2 2-4-16,-2-2-21 0,-2 2-9 0,-5 2-6 15,0 1-1-15,-4 0-7 0,-8 2 3 0,4 2-4 0,-13 3 0 0,3 5 4 16,-1-3-12-16,0 6-3 0,0-2 2 0,6 1-1 16,4 1-8-16,-4 2 10 0,4 3-5 0,6-3-25 15,4 0-12-15,3-1-5 0,2 3 2 16,5-7 11-16,7 5-5 0,1-1 9 0,15 1-8 15,7-4 11-15,5 1-17 0,16-4-14 0,3-1-14 16,4 0-8-16,5-7-3 16,2-2 8-16,2-5 6 0,-2 6 3 0,0-3 5 15,-4-6 2-15,-3 0 12 0,-7-1-4 0,1-4 9 16,-18 3 0-16,-3 0 12 0,-5-5 13 0,-1 0 12 16,-12 4 11-16,4-8 13 0,-8 6 13 0,-2 3 6 15,-7 0 1-15,0 0-8 0,-3 2-3 0,-6-4-6 16,0 8 0-16,-7-6-12 0,-3 3 2 0,-1 4-5 15,-8 0-2-15,-1 2-4 0,-4 3 1 0,1 0-4 0,1 6-3 16,3-1-1-16,0 5 1 0,0 0-3 0,12-1 2 16,-3 5-3-16,3 1 2 0,3 2-15 0,3-3-3 0,4 3-7 15,5-1 4-15,0-3-2 0,5 2 0 16,3-1 0-16,3 1-3 0,2-3-2 0,2 0-4 16,2-5-6-16,5-2-9 0,-2-3-4 0,1 1 1 15,0-3 3-15,2-5 2 16,-2 3 4-16,-2-6 5 0,0-1 3 0,-1 1 4 15,-4-3 7-15,-1-4 12 0,1 2 7 0,-4-1 4 16,-2-3 4-16,-3 3 13 0,3-1 3 0,-5 5 12 16,0-2 3-16,1 4 10 0,0-3 12 15,-3 6 10-15,2-2-9 0,0 0-2 0,-3 5-13 0,0 2-6 16,0-10-29-16,0 10-15 0,0 0-1 0,0 0 2 16,0 0-4-16,0 0 8 0,-1 21-8 0,0-5 3 0,-3 2 3 15,4 10-2-15,-3 0-2 0,1 3 1 0,-2 3 1 16,0-2-1-16,-1 3 2 0,0 0-1 0,0-1 1 15,4 2 0-15,-2-5-1 0,3-1 2 0,-4-1 0 16,3-3-1-16,-3-6-1 0,3-3 2 0,-2 3 0 16,3-6 0-16,-4-2 0 0,4-3-2 0,-1 1 0 15,-1-4-11-15,-1 0 7 0,-1-1 3 0,0-1 7 0,4-4 0 0,-9 5-4 16,3-5 5-16,6 0-3 0,-22-4 0 0,11-1 0 16,-2-1 12-16,-2 0 7 0,2 1 13 0,4-3 18 15,-1 0 9-15,2-3 10 0,2 2 6 16,2-6-10-16,3-4-10 0,1 1-16 0,5-10-5 15,2 0-5-15,7 0-10 0,2-1-10 0,4-3 0 16,3 4-5-16,7-10-7 16,-7 8 5-16,11-4-6 0,-11 9 8 0,3 2-3 15,-5 0 13-15,2 2 6 0,-7 7 13 0,4-4 15 16,-7 6 14-16,-2 3 30 0,-2 2 19 0,-1-1 11 16,-4 2 0-16,1-2-6 0,1 7-5 0,-2-3-10 15,0 0-13-15,0 1-11 0,-3-2-17 0,-1 5-13 16,4-1-22-16,-4 1-23 0,0 0-30 0,5-4-39 15,-5 4-50-15,0 0-31 0,5-3-46 0,-5 3-6 0,0 0-5 16,0 0-23-16,0 0-30 0,0 0-29 0,-5 17-43 0,5-17-287 16,-6 7-663-16,3-6 294 0</inkml:trace>
  <inkml:trace contextRef="#ctx0" brushRef="#br0" timeOffset="12004.39">11988 2084 123 0,'3'-7'335'15,"-1"5"-14"-15,1 0-25 0,-1-1-26 0,-2 3-22 16,4-3-27-16,1 1-25 0,-5 2-20 0,10 0-23 16,-3 3-16-16,2 2-1 0,2-1-12 0,2 4-11 0,-3-1-10 0,6 5-3 15,-3 2-12-15,-1-2-2 0,1 3-7 16,0 2-7-16,-3 5-6 0,-1-5-9 0,0 0-5 15,-4 0-3-15,0 0-6 0,-1-1-4 0,-4-4-6 16,4-2-3-16,-4 1 0 0,0-2-4 0,0-2 0 0,1-2 9 16,-1 0-9-16,0-5 9 0,0 7 22 0,0-7 50 15,0 0 37 1,0 5 39-16,0-5 18 0,0 0-21 0,0 0-12 16,0 0-6-16,1-19-5 0,1 12-10 0,-1-3-10 15,-1-2-10-15,5 1-11 0,-3-1-13 0,5-5-10 16,-3 1-9-16,1-1-8 0,1 0-17 0,1 1-7 15,-2 6-6-15,-1-1-12 0,1 2-16 0,-1 4-11 16,-1 0-28-16,1-2-39 0,3 4-38 0,-1-3-23 16,4 1-27-16,4 2-28 0,4 1-17 0,0 1-14 0,1 1-12 0,4 2-1 15,8-2-15-15,0 3-3 0,-2 3-13 0,0-2 7 16,-2 1 10-16,-4-5 8 0,-1 4 9 0,-3 0 26 16,0-4 25-16,-3 1 14 0,-2-2 24 15,-4 0 43-15,1-1 33 0,0 1 41 0,-5-3 32 16,-1 4 20-16,-1-5 19 0,-1 1 5 0,-1-2 5 15,-2 6 4-15,-1-8-1 0,1 8-2 0,-7-9 2 0,5 5 3 0,-2 0-1 16,-2-2-12-16,-1 3-8 0,-2 3-7 0,-1-2-7 16,10 2-5-16,-23 2-2 0,10 1-9 0,-2 4-5 15,-2 0 1-15,2 5-4 0,-2-1 2 0,-4 6-5 16,2 4 4-16,6-7-2 0,-1 7-2 0,2-5 1 16,2 7-7-16,1-8 5 0,7-2-1 0,-2-2 2 15,1-1-5 1,2 0 4-16,-1-3 6 0,5-1 8 0,0-2 8 0,2-2 17 15,2 0-4-15,-7-2 0 0,25-4-3 0,-7 0 4 16,-1-2 15-16,0 0 6 0,2-4 8 0,-2-1-2 16,3-4-5-16,3-1-2 0,-7-6-9 0,3 4-9 15,-3-2-2-15,-3 7-13 0,-3 0-1 16,0 0 4-16,3 1 4 0,-6 4-1 0,-1-1-1 16,-1 6-3-16,-2-3 0 0,1 1-10 0,-2 2-9 0,-2 3-6 0,4-3-12 15,-4 3-21-15,5-4-17 0,-5 4 7 0,0 0-2 16,0 0 1-16,0 0 7 0,15 9-1 0,-9-6 4 15,0 6-1 1,-1-6 0-16,0 4 0 0,4 0 4 0,-4-5 0 0,0 1-2 0,3 2 5 16,-4-3 4-16,2 1 8 0,-6-3-1 0,0 0 11 15,16-5-9-15,-10 0 1 0,2 2-1 16,-2-5 7-16,3-1 8 0,-4-2 8 16,2 0 9-16,0-5 6 0,-2-1 4 0,-1 0-2 0,1 0 9 15,0-7 10-15,2 0 4 0,-4-3-2 0,3 1 12 16,-3-1-1-16,0-1 7 0,2 3 13 0,-2-1 15 15,-1 10 15-15,3-3 0 0,-5 8 10 0,2-2-16 16,-1 5-8-16,-1 2-16 0,1 1-11 16,0-1-12-16,-1 1-9 0,2 1-23 0,-2 2-26 0,0 2-38 0,0 0-44 15,0 0-31-15,0 0 11 0,-3 11-4 0,2 1 18 16,-5 6 5-16,1 7 10 0,-2 1 6 0,2 3 12 16,-3 0 5-16,1-2 6 0,4 2 0 0,1-1 4 15,-2 1 3-15,1-2 4 0,3-2-2 0,3 0 14 16,-3-7-2-16,0 1 2 0,1-2 0 0,-1-2 7 15,1 0-5-15,-1-9 3 0,2 4 5 0,-1-3-1 0,-1-2 0 0,0-5 11 16,0 7 14-16,0-7 2 0,0 8 4 16,0-8 1-16,0 0 11 0,0 7 7 0,0-7 4 0,0 0 3 15,0 0 5-15,0 0 3 0,0 0 4 0,0 0 4 16,0 0-2-16,0 0-2 0,6 5-6 0,-6-5 0 16,23-2-12-16,7-1-17 0,10 1-46 0,17-1-70 15,8-3-103 1,29-5-131-16,1-6-150 0,-34 5-393 0,2-3-935 15,-1-6 414-15</inkml:trace>
  <inkml:trace contextRef="#ctx0" brushRef="#br0" timeOffset="14108.43">3395 3062 61 0,'6'-1'113'16,"1"-2"-3"-16,5 3 3 0,-3-1-14 0,4 1 3 16,1-2-9-16,4 0 4 0,5-1-20 0,6 1-1 15,1-2-2-15,-2 4-24 0,3-4 2 0,-1 2-4 16,2 2 0-16,3-4-3 0,-2 1-5 0,0 2-3 16,1-2-5-16,1 2 7 0,1 0-5 0,0-3 1 0,-1 3-10 15,1 0 3-15,4-2-2 0,-2 3-1 0,3-2 5 16,10 0-6-16,-14-1-1 0,4 3 1 0,9-5 4 0,-8 5 1 15,8 0-1-15,-11-3 3 0,11 1-9 0,-9 0-1 16,-1-3-2-16,11 2 1 0,-13 1-6 0,-1 0 3 16,3-3-7-16,14 0 2 0,-21 3 1 15,8-3 2-15,-2 2 2 16,12 1-2-16,-12-2-2 0,0 3 4 0,0-2-3 16,2 2-2-16,-2-2 2 0,1 2 5 0,-2-3 0 15,-2 2 0-15,1 0-4 0,0 1-2 0,-1-2 1 16,2 2-1-16,-2-2-3 0,-4-1 0 0,5 3 4 15,-1-2 3-15,-3 1-3 0,4-2 1 0,-5 1 1 16,2-4 6-16,-4 4-2 0,3 1 1 0,-1 2 0 16,0-2 0-16,-3-2-4 0,5 3 2 0,-5-2-1 0,4 2 34 15,-2-2-11-15,1 0-2 0,-1 2-3 0,3-4-3 16,-2 3 1-16,1-1-3 0,2 0-4 0,-2 0 0 16,0 2-3-16,0-1-1 0,3-1-2 0,-3-2-2 0,3 4 0 15,-1-2-1 1,2 1-5-16,-2 1 2 0,4 0-4 0,-3 0 1 15,-2-2-3-15,3 2-5 0,-2 0 5 0,0-1-3 16,5 2 3-16,-4-2-1 0,3 2 0 0,-1 0 3 16,-1 0-1-16,1-3 0 0,3 6 1 0,-4-6-2 15,0 6 2-15,4-6-6 0,-3 6 4 0,-2-6-2 16,1 3 1-16,5 0-5 0,9 5 4 0,-13-3-2 16,2-2-1-16,-4 0-1 0,16 0 5 0,-15 0-5 15,1 0-1-15,-3-2-1 0,18 5 4 0,-15-3-4 16,0-1 4-16,2 1-3 0,12 1 0 0,-12-1-1 0,-3 2 2 0,15-2-8 15,-15 2 7-15,1-4-1 0,1 4 2 0,-2-4-2 16,0 5 4-16,2-2-5 0,0-1 4 16,-3 1 2-16,-3 1-1 0,3-2 4 0,0 3-2 0,-2-3 1 15,3 0 2-15,-4 1-5 0,3-2 4 0,3 1-5 16,-3-3 1-16,-1 6 2 0,2-3-5 0,-4 1 5 16,3-2-4-16,3 1 2 0,-6 0 5 0,6-4 0 0,-3 4 5 15,0-1-4-15,-3 0 3 0,8 0-2 0,-4 1 0 16,-1 0 0-16,1-1 1 0,1 1-2 0,-1-2-3 15,3 2 1-15,-4-1-1 0,2 1-2 0,0 0 2 16,2 1 0-16,-3-2-5 0,5 1 4 0,8 1 0 16,-8-1-5-16,-5 0-1 0,18-2 5 0,-4 1-4 15,-12 2-2-15,13-2-9 16,-14 3 14-16,11-3-3 0,5 2 3 0,-16 0-3 16,4-1-1-16,8 3 3 0,-9 0-2 0,11-3 1 15,-12 1 2-15,12-1-2 0,1 3 2 0,0-2-3 16,0 2 3-16,-5-3 0 0,6 1 1 15,-3 1-4-15,-10-2 2 0,15 0-1 0,-1 4 5 0,-5-4-8 16,-9 0 2-16,9 3 2 0,-11-3 4 0,14 1-4 16,-14 1 1-16,13-1-5 0,-14 2-1 0,1-2-4 0,1 1 6 15,14 2 1-15,-19-3-1 0,19-1 1 0,-3 0-2 16,-11 0 4-16,12 0-1 0,-1 2-5 0,-10 2 2 16,9-4-1-16,2 1 1 0,-1-1 0 0,-13 2-2 15,1-4-14-15,14 1 21 0,-15 2-3 0,0-1-10 16,15-1 16-16,-1-1-1 0,-1-2 5 0,-11 3-6 15,13-3 4-15,0 2-2 16,3-2 8-16,-2 1-10 0,2 2-3 0,-4-3 3 16,6 1 0-16,-3 1 6 0,2 0-5 0,1 0-1 15,-2 1 0-15,4-2-5 0,1 1 4 0,6 1-2 16,-1 0 2-16,26 0-5 0,-24-1 11 0,-2 0-10 16,26-1 2-16,-26 3 0 0,-2-2-3 0,-2-1 4 15,1 3 2-15,-3-2 2 0,-1 2-8 0,-4 0 2 16,1-1-10-16,-5 4 12 0,-13-6-2 0,-3 3 6 0,-5-1-7 0,1 2 24 15,-12-3 8-15,2 2 4 0,-11 0 12 16,3-2 12-16,-4 2 3 0,-3 0-6 0,2 0-1 16,-8 0-9-16,9-1-4 0,-9 1-5 0,7-1-6 15,-7 1 0-15,7 0-8 0,-7 0-13 0,6 1-21 16,-6-1-33-16,0 0-33 0,0 0-38 0,0 0-29 0,0 0-38 16,0 0-70-1,0 0-330-15,-24-1-627 0,6 1 277 0</inkml:trace>
  <inkml:trace contextRef="#ctx0" brushRef="#br0" timeOffset="18194.16">4095 4558 137 0,'0'0'138'0,"0"0"-9"0,0 0-10 0,0 0-19 0,0 0 2 16,0 0-14-16,0 0-5 0,0 0-11 0,0 0 0 16,0 0-9-16,0 0-4 0,28 4 5 0,-5-5 0 15,6 0-6-15,7 1 21 0,14-5-21 0,4 0-4 0,-1 3-5 16,0-3-4-16,-2 4-9 0,-9-3-1 0,-6 4-6 0,1-3 1 15,-5 2-6-15,0-2-7 0,-3 3-10 16,-8-2-15-16,-1 1-21 0,-7-1-17 0,-3 2-20 16,-1-2-7-16,-5 2-27 0,-4 0-12 0,0 0-118 15,0 0-249-15,-23 5 111 0</inkml:trace>
  <inkml:trace contextRef="#ctx0" brushRef="#br0" timeOffset="18617.09">4431 4524 30 0,'0'0'200'0,"-6"-3"0"16,3 0-3-16,3 3 3 0,-3-5 1 0,3 5-9 16,-4-6-5-16,4 6-11 15,-3-1-14-15,3 1-13 0,0 0-15 0,-4-4-17 16,4 4-8-16,0 0-20 0,0 0-12 0,0 0-10 16,0 0-9-16,-5 14-6 0,4-4-1 15,-3 6-10-15,0 9-1 0,-3 4-1 0,3 5-3 16,-3 14-18-16,2 2-2 0,2 0-2 0,0 5 4 15,-1-3 0-15,1 0 0 0,2-1-1 0,-2 1 3 0,6-1-6 16,-2-4 0-16,2-11-2 0,1 11 6 0,-2-11-4 0,1 11-2 16,-2-12 3-16,3-1-5 0,-4-3 1 0,0-1-2 15,-1-2 1-15,-3-3 0 0,1-5-1 0,1-2 9 16,-5-1 0-16,1-2 6 0,1-1 7 0,-4-4 3 16,1 0 8-16,-6-3 0 0,1 3 8 0,-5-6 2 15,0-2 1-15,-2-2 10 0,0-1 1 0,2-3 4 16,-1 0 8-16,-1-1-1 15,4-2 19-15,-2 2 2 0,5 0 5 0,2 0 4 16,2 1-7-16,-2-3 9 0,1 5-10 0,1-4-11 16,5 4-2-16,-1-1-11 0,0-1-3 0,3 3-13 15,2 1 1-15,-8-4-3 0,8 4-10 0,-6-3-2 16,6 3-16-16,0 0-27 0,-3-1-29 0,3 1-35 16,0 0-48-16,0 0-37 0,0 0-34 0,0 0-11 15,0 0-16-15,-8 7-37 0,8-7-32 0,4 9-42 0,-3-5-233 16,5 0-599-16,0-2 266 0</inkml:trace>
  <inkml:trace contextRef="#ctx0" brushRef="#br0" timeOffset="19195.79">4774 5525 28 0,'0'0'291'0,"0"0"-14"16,0-6-23-16,-3 3-22 0,3 0-17 0,0 3-12 0,-4-5-18 16,4 5-15-16,-1-4-19 0,1 4-15 0,0 0-15 15,0 0-10-15,-9 0-12 0,9 0-8 0,-10 6-9 16,3-2-8-16,1 3-12 0,-2 2-6 0,-5 3-7 0,7-1-3 16,-6 3-2-16,1 3-9 0,2-1-6 15,0 1-1-15,-1 1-3 0,5 0-1 0,-2 0-4 16,2-2-3-16,1 0-2 15,2-2 5-15,-1-1-5 0,3-2-3 0,0 1-3 16,0-2 7-16,3-1 1 0,-1-4 4 0,0 0 11 16,0 4 5-16,1-6 18 0,1-1 18 0,1 3 20 15,-1-4 15-15,3-1-5 0,1-1 21 0,1-4 9 16,1 2-5-16,4-4 6 0,-6 0-8 0,2-2-6 16,-5-3-15-16,4-1-6 0,0-2-10 0,-5 1-12 15,1 2-6-15,-5-5-14 0,1 1-10 0,-2 4 1 0,1-1-12 0,-5 2-14 16,4 1-19-16,-6-1-2 0,3 4-8 0,-2-2-15 15,-2 2-12-15,2 2-28 0,-2 3-39 0,3-2-28 16,-4 3-34-16,0 0-37 0,3 1-39 0,0-2-63 16,6 2-73-16,0 0-220 0,0 0-644 0,0 0 285 15</inkml:trace>
  <inkml:trace contextRef="#ctx0" brushRef="#br0" timeOffset="21252.68">5019 4850 113 0,'0'-5'251'16,"0"-1"-18"0,0 6-12-16,2-5-17 0,0 1-21 0,1 0-18 15,0 2-21-15,-3 2-15 0,9-3-14 0,-4 1-9 16,0 0-16-16,4 2-6 0,-1 1-12 0,2 0-8 16,1 4-5-16,1 2-5 0,-2 0-4 0,4 5-2 15,-1 2-9-15,-4 2 3 0,0-1-8 0,0 1 0 16,-4 3-2-16,0 2-3 0,0 2 2 0,-5-5-7 15,0 0 1-15,0 4 0 0,-5-4-5 0,0-2 2 0,0 1-5 0,-3 0 3 16,3-3-3-16,-4-2 1 0,4 0 6 0,-1-4 2 16,1 1 1-16,1-5-4 0,1 1 12 0,-2-1 7 15,4 0 12-15,-2-2 21 0,1 1 23 16,2-3 26-16,-3 7 42 0,3-7 25 0,-2 0 23 16,2 0 12-16,0 0-26 0,0 0-23 0,3-14-20 0,1 6-19 15,2-2-14-15,2-4-16 0,1-3-8 0,6-7-13 0,-3 7-15 16,5-5-8-16,-6 5-11 0,2-4-4 0,1 6-6 15,-5 1-2-15,0-1-6 0,0 6-2 0,-4-1-3 16,0 4-2-16,-1 0-8 0,-1 1-2 0,0 1-5 16,-1 0-22-16,0 2-18 0,-2 2-20 0,4-5-37 15,-4 5-28-15,0 0 18 0,0 0 9 0,4 12 9 16,-4-4 20-16,1 1-4 16,-4 5 7-16,5 1-2 0,-4 0-15 0,5 1-7 15,0 1-20-15,2-2-20 0,-1 0-19 0,1 2-38 16,0-3-33-16,2 3-39 0,0-8-54 0,-1 1-292 15,-1-3-640-15,5-1 283 0</inkml:trace>
  <inkml:trace contextRef="#ctx0" brushRef="#br0" timeOffset="21522.07">5501 4735 45 0,'0'-4'286'0,"2"-3"-33"16,-1 4-27 0,1-1-28-16,-2 4-16 0,7 0-24 0,-7 0-17 15,9 6-9-15,2 2-7 0,1 2-10 0,1 5-6 16,1 0-7-16,0 10-4 0,-1 3-6 0,2 0-6 0,-2 1-5 16,-3 1-7-16,3 0-6 0,-4 0-5 15,-4-1-4-15,-5 0-6 0,0-1-8 0,-5-2-13 16,-5 0-10-16,-3 0-8 0,-5-3-18 0,-1-5-22 15,-3 4-37-15,-9-4-64 0,2-3-68 0,-4-4-213 0,-4 0-441 0,1-7 195 16</inkml:trace>
  <inkml:trace contextRef="#ctx0" brushRef="#br0" timeOffset="21869.54">5144 4483 49 0,'-5'-3'224'0,"-3"1"-17"15,3 2-20-15,-4 2-20 0,-2 3-17 0,-5 2-16 16,-4 13-12-16,0 4-2 0,-7 14-12 0,0 4-14 16,-4 5-6-16,3 5-1 0,-1-1-10 0,4 4 0 15,8-5 7-15,1 0 7 0,7 0-6 0,5-4-4 0,6-12 6 0,7-2-10 16,0-1-1-16,5 0-6 0,7-3-3 0,15 6-4 16,6-8-16-16,3 0-26 0,7-9-39 0,7 0-46 15,1-2-70-15,4-5-287 0,-1-6-456 0,-2 0 202 16</inkml:trace>
  <inkml:trace contextRef="#ctx0" brushRef="#br0" timeOffset="22423.39">6258 4957 133 0,'-6'0'258'0,"6"0"-13"0,0 0-8 0,0 0-29 15,-4 2-13-15,4-2-7 0,0 0-11 0,0 0-7 0,0 0-3 0,0 0 1 16,0 0-1-16,0 0-11 0,0 0-4 0,0 0-14 16,0 0-15-16,0 0-15 0,0 0-12 0,23-6-9 15,-6 4-9-15,3-2-8 0,8 2-7 0,0-1-16 16,0 1-20-16,-1-1-19 0,-5 2-29 0,-2 0-29 15,2-1-36-15,-4 1-33 0,5 1-48 0,-4-2-50 16,-2 2-251-16,-2 0-507 16,-3-2 224-16</inkml:trace>
  <inkml:trace contextRef="#ctx0" brushRef="#br0" timeOffset="22607.89">6275 5160 183 0,'-4'5'288'0,"-1"-3"-6"15,4 1-19-15,1-3-15 0,-4 2-19 0,4-2-17 16,10 4-23-16,3-3-15 0,15-1-16 0,4 0-31 16,8 0-50-16,15-4-75 0,1-1-97 0,-5 2-295 15,-13-3-422 1,1 1 187-16</inkml:trace>
  <inkml:trace contextRef="#ctx0" brushRef="#br0" timeOffset="24489.19">7959 4466 140 0,'0'-10'262'0,"0"-3"-3"0,0 2 0 0,0 2-3 0,0-2 3 0,1 4-12 16,-1 2-9-16,-1-2-21 0,1 2-16 0,1 1-28 31,-1-1-13-31,0 5-19 0,-1-5-16 0,1 5-16 16,0-3-30-16,0 3-31 0,0 0-26 0,0 0-7 15,0 0 0-15,4 14-1 0,-4-2-3 0,3 4 2 16,0 3-3-16,-2 10-1 0,2-1-1 0,1 1 6 0,-1 1-3 16,-1-1 1-16,2-2-2 0,0-1-2 0,-3-5 4 0,0 3-1 15,2-6-3-15,-2 0 3 0,3-2 1 0,-3-1 3 16,-1 1-20-16,3-4-22 0,-3 0-22 0,0 1-25 16,0-3-46-16,-3 1-31 0,3-6-53 0,0 2-260 15,-1 0-503-15,-3-4 222 0</inkml:trace>
  <inkml:trace contextRef="#ctx0" brushRef="#br0" timeOffset="25174.08">7541 5031 8 0,'-6'0'187'0,"6"0"-10"0,-8 0-2 16,8 0-13-16,-9 1-9 0,9-1-9 0,0 0-15 16,-9 0-9-16,9 0-13 0,0 0-8 0,0 0-10 0,-6-1-5 15,6 1-9-15,0 0-5 0,0 0-7 0,0 0-5 0,0 0 1 16,0 0 0-16,0 0-5 0,0 0 0 0,0 0-7 15,0 0-4-15,-6 1-3 0,6-1-9 16,0 0-2-16,0 0 0 0,0 0-5 0,0 0-2 16,0 0 0-16,0 0 0 0,0 0 8 0,0 0 2 15,0 0 2-15,0 0 0 16,0 0 1-16,0 0 3 0,0 0-2 0,0 0 1 16,0 0-2-16,0 0-1 0,0 0-1 0,0 0-3 15,0 0-4-15,0 0-4 0,0 0-1 0,0 0-3 16,0 0-1-16,0 0-5 0,0 0 1 0,0 0-1 0,0 0 0 15,0 0 1-15,0 0-5 0,0 0 0 0,0 0 1 16,0 0-5-16,0 0 1 0,0 0-2 0,0 0 1 16,0 0 2-16,0 0-3 0,0 0-2 0,0 0 1 0,0 0-1 15,0 0 1-15,0 0 0 0,0 0 0 0,0 0 0 16,0 0 11-16,0 0 0 0,0 0-2 0,0 0-2 16,0 0 3-16,0 0-5 0,0 0 5 0,0 0-7 15,0 0-2-15,0 0 2 0,0 0-3 0,0 0 2 16,0 0-1-16,0 0 2 0,0 0-1 0,0 0 0 15,0 0-2-15,0 0 3 0,0 0 2 0,26 0 2 0,2-5 3 0,11 0-1 16,20-4-2-16,33-4 2 0,6 1 6 0,7-2 8 16,6 1 11-16,-2 3-3 0,3-4 8 0,-6 5-3 15,0-3 5-15,-5 4-1 0,-6 1-2 0,-35 2-9 16,0-1 0-16,-8 1-11 0,-15 4 5 16,-5-2 1-16,-2 2-6 0,-11 1 2 0,-3-2 3 0,-4 1-10 15,-5 1-3 1,1-2-8-16,-3 2 5 0,-5 0-6 0,10 0-18 15,-10 0-14-15,0 0-18 0,3 3-23 0,-3-3-34 16,-18 7-43-16,-2-1-67 0,0 2-84 0,-6-3-183 16,4 0-521-16,4-1 232 0</inkml:trace>
  <inkml:trace contextRef="#ctx0" brushRef="#br0" timeOffset="25791">8212 5296 96 0,'0'0'293'0,"4"-3"-32"0,-4 3-30 0,0 0-26 16,1-2-24-16,-1 2-20 0,0 0-15 0,0 12-17 16,0-3-10-16,-5 4-6 0,1 2-18 0,3 2-6 15,-4 1-9-15,-7 9-7 0,1-3-5 0,-2 4-8 16,2-3-5-16,-3 3-4 0,2-5-4 0,1 1-5 16,3-7-5-16,-1 0 0 0,1-7-7 0,2 0 1 15,1-1-2-15,2-2 2 16,1-2 42-16,-2-2 43 0,0 1 47 0,4-3 40 15,0-1 18-15,0 0-20 0,0 0-17 0,-5-10-19 16,6 0-21-16,-1-2-12 0,4-7-15 0,-1 4-9 16,2-4-6-16,1 0-19 0,3 0-8 0,-3 1-5 15,2 1-9-15,-4 6-5 0,1 1-7 0,-1 0-15 16,1 3 2-16,-3 4-5 0,0-4-11 0,0 5-8 16,0-1-3-16,-2 3 1 0,6-1-7 0,-6 1 2 0,9 9-1 0,1-2 9 15,-5 0-21-15,4 3 15 0,3 2 0 0,-1 2-17 16,-3 1-12-16,3 0-39 0,1-1-31 0,-3 0-24 15,1 1-45-15,-1-1-36 0,-1-1-50 0,-3-2-59 16,0-2-62-16,0-4-252 0,-3 1-670 0,0-1 296 16</inkml:trace>
  <inkml:trace contextRef="#ctx0" brushRef="#br0" timeOffset="26160.98">7846 5403 219 0,'-11'1'250'0,"3"-1"-2"0,2 0-5 0,0 0-10 15,6 0-11-15,-12 0-13 0,12 0-4 0,-6 0-16 0,6 0-16 16,0 0-19-16,0 0-19 0,0 0-10 15,30-8-13-15,1 4-11 0,4-2-10 0,17-5-10 0,4 2-11 0,3-1-6 16,2 2-7-16,3-3-3 0,0 3 7 0,28-11 6 16,-32 13-1-16,-1-1-6 0,-9 3-5 0,-12 2-6 15,-7 2-4-15,-2-3-5 0,-11 1-8 0,-5 1-1 16,-3-1 1-16,-1 0-4 0,-4 2-2 0,4 0-2 16,-9 0-7-16,9 0-10 0,-9 0-2 0,7-1-9 15,-7 1-12-15,0 0-28 16,0 0-39-16,-26 11-53 0,14-11-80 0,2 6-104 15,-4-3-191-15,1-1-552 0,2-4 244 0</inkml:trace>
  <inkml:trace contextRef="#ctx0" brushRef="#br0" timeOffset="27109.34">9973 4143 43 0,'0'0'196'0,"-4"-5"-17"0,4 5-16 0,-1-4-41 16,1 4-17-16,0 0-19 0,0 0-3 0,-5 11-15 0,2 0-7 15,-1 4-5 1,-1 11-8-16,0 1-2 0,-1 6-2 0,-2 14-10 16,-1 5 0-16,-5 31 2 0,5-1 4 0,-5 0 18 15,3 0-9-15,2 3-4 0,0 1 13 0,0-26 1 16,1 28-1-16,2-6 4 0,2-25-2 0,5 25-2 15,0 1-6-15,1-27-6 0,-2 4 2 0,1-3-8 16,2 23-1-16,-5-27-2 0,1-1-7 0,-3-2-1 16,2-1-6-16,-6 0 2 0,-1-2-4 0,3-12-3 0,-7 11 2 0,0-13 1 15,3 1 0-15,-3-2-6 0,-1-3-3 0,1-2 22 16,-6 1 11-16,1-4 6 0,0-2 6 0,0 0 8 16,0-3 1-16,-3-2 7 0,-2-2-1 0,4-5 6 15,1-1 4-15,-3-4 13 0,3 2 1 0,-1-4 0 16,-2-1 8-16,2-2 5 0,4-2 10 0,-2-1 3 15,4-1 9-15,-4-1-3 16,3 0-14-16,-2 2-7 0,3-6-10 16,1 6-7-16,2-5-3 0,1 4-4 0,0-3-6 0,1 4-8 15,-2-1-9-15,6 1-2 0,-4 1-10 0,8 2-8 16,-9-5-21-16,9 5-41 0,-6-2-51 0,6 2-52 16,0 0-55-16,0 0-66 0,0 0-43 15,0 0-39-15,0 0-299 0,0 0-678 0,0 0 301 16</inkml:trace>
  <inkml:trace contextRef="#ctx0" brushRef="#br0" timeOffset="29050.94">9551 6564 95 0,'0'0'254'0,"0"-3"-12"0,0 3-19 16,0 0-17-16,0 0-21 0,0 0-17 0,0 0-17 0,0 0-17 16,0 0-15-16,-19 11-11 0,10-2-15 0,-1 0-8 15,-3 4-6-15,-2 8-11 0,-2-1-6 0,-1 1-9 16,6 3 1-16,1-5-8 0,0 7-4 0,2-4-6 0,2 4-2 15,4-8 4-15,0 2 12 0,7-2 3 0,-2 0 0 16,1-2 20-16,6-1-9 0,3-1 8 0,3-5 3 16,5-3 4-16,6-1 1 0,2-4 3 0,4-2-1 0,4-4 11 15,-4-4 3-15,-3-1 20 0,-2-2 15 0,-3-1 19 16,-9 2 17-16,1-1 13 0,-2-3 0 0,-4 1-12 16,-6-2-10-16,1 0-14 0,-1-1-12 0,-8 0-17 15,0 1-12-15,-1 0-15 0,-5 0-17 0,-7 3-19 16,-2-1-16-16,-8 2-29 0,-4 3-32 0,1 4-52 15,-2 1-44-15,0 4-52 16,-4 1-42-16,4 2-57 0,4 4-83 0,12-4-360 16,5 1-774-16,6-1 342 0</inkml:trace>
  <inkml:trace contextRef="#ctx0" brushRef="#br0" timeOffset="30285.27">10424 3781 1 0,'4'-3'229'0,"-4"3"-29"0,0 0-26 16,0 0-18-16,0 0-19 0,4 10-8 15,-7-4-15-15,-2 6-4 0,0 4-15 0,1 0-7 16,-5 5-6-16,4-2-12 0,-5 4-8 0,-3 2-4 16,4-1-12-16,-4 1 6 0,3-1-13 0,-1-1-1 15,3-6 1-15,0-4-2 0,3 1-5 0,1-5-4 0,-2 0 2 16,5-4 2-16,-2 0 32 0,2-1 43 0,0-2 40 0,1-2 36 15,-4 5 21-15,4-5-20 0,0 0-29 0,4-16-7 16,-1 5-24-16,1 0-7 0,6-6-14 0,1-1-9 16,1-6-18-16,1 3 10 0,-2 5-23 0,1 0-3 15,-3 3-13-15,-1 4-2 0,-3 0-10 0,1 3-3 16,-2 2-11-16,0 0-5 0,1 0-2 0,-1 4 0 16,-4 0-11-16,14 3-11 15,-6 2-9-15,-1 2-11 0,6 5-4 0,-4-3-12 16,1 5-19-16,2 3-41 0,-2-1-31 15,0 2-48-15,2 0-62 0,-3-1-87 0,0-3-174 16,-3-3-546-16,4-4 242 0</inkml:trace>
  <inkml:trace contextRef="#ctx0" brushRef="#br0" timeOffset="30755.06">10099 3871 126 0,'-11'0'196'0,"3"0"-12"16,2 2-15-16,1 0-17 0,5-2-11 0,-12 0-12 16,12 0-10-16,-6 0-6 0,6 0-8 0,-5 3-11 15,5-3-9-15,0 0-8 0,-7 0-5 0,7 0-4 16,0 0-8-16,0 0-5 0,-7 0 2 0,7 0 2 15,0 0-6-15,0 0-4 0,0 0 1 0,0 0-10 16,0 0 1-16,0 0-7 0,0 0-3 0,0 0-4 0,0 0 0 16,0 0-2-16,0 0 0 0,0 0-3 0,-7 2 3 0,7-2 2 15,0 0 1-15,0 0-6 0,0 0 1 0,0 0-1 16,0 0 5-16,0 0 3 0,0 0 9 16,0 0 3-16,0 0 5 0,0 0 10 0,0 0 3 15,0 0-1-15,0 0 2 0,0 0 2 0,0 0-8 16,0 0-2-16,0 0-3 15,23-10-4-15,3 3-7 0,8-7-1 0,21 2-9 16,11-3 0-16,31-8-4 0,-1 4-4 0,2 2-1 16,-5 0 9-16,-1 3 7 0,-27 3-9 0,-2 0 1 15,-3 0-1-15,-5 4-2 0,-19 2-2 0,-3 2-3 16,-13 0-2-16,0 2-10 0,-8 0 2 0,0 0-1 16,-3 0-10-16,0-2-19 0,-4 3-19 0,0 3 2 15,-5-3 3-15,0 0-39 0,-20 10-46 0,3-2-63 0,-2 1-79 0,-11 0-242 16,12-4-545-16,-1 0 242 0</inkml:trace>
  <inkml:trace contextRef="#ctx0" brushRef="#br0" timeOffset="34127.89">11249 4932 8 0,'0'0'179'0,"-1"-4"-3"0,1 4 2 0,0 0-11 15,0-4-8-15,0 4-13 0,0 0-12 0,0 0-14 0,0 0-10 16,-2-5-15-16,2 5-5 0,0 0-8 15,0 0-13-15,0 0-3 0,0 0-7 0,-4-3-9 16,4 3-6-16,0 0-8 0,0 0-1 0,0 0-6 0,0 0-1 0,0 0-6 16,0 0-1-16,0 0-7 0,0 0 1 0,0 0 1 15,0 0-4-15,0 0-4 0,0 0 3 0,0 0-4 16,0 0 0-16,0 0 1 0,0 0 0 0,0 0-2 16,19 2 3-16,-10-4-1 0,1-1 1 0,2 1-5 15,1-1-3-15,0-2 5 0,4 0-4 0,0-3 1 16,-2 2 2-1,-2 0-4-15,-3-1 5 0,3 1 1 0,-3-3 1 16,-1 3 11-16,1 1 8 0,-6-1 9 0,1 2 16 0,0 0 7 16,-1-1 1-16,1 3-3 0,0-1-5 0,-5 3-7 15,3-3-5-15,-3 3-4 0,0 0-7 0,0 0-4 16,-22 3-4-16,3 1-3 0,0 6-4 16,-11 5-1-16,2-1 0 0,-5 4 1 0,1 2-4 0,-10 6-3 15,10-3 1-15,-11 5-1 0,-1 2-2 0,5 1 1 0,-1 2-1 16,3-2-2-16,9-5 1 0,1 2 1 0,3 0-1 15,5 0 0-15,3-1 7 0,2-1-6 0,5-7-6 16,7 5 1-16,2-3 0 0,5-3-1 0,5-1 3 16,9 2 2-16,9-5 3 0,8-2-3 0,20-3 1 15,8-8-2-15,31-3 2 0,-2-8-11 0,3 1-1 16,1-3 5-16,-9-2-5 16,-32 3-7-16,8-4-6 0,-5-1-6 0,-4 1-4 15,-1 0-7-15,-19 4 0 0,0 0 5 0,-7 2 2 16,-9 0 5-16,-2 1 8 0,-7 4 9 0,-4 0 0 15,-3 0 1-15,-4 2-3 0,1 2-1 0,-15-5 11 16,-5 5-6-16,1 1 1 0,-9 1-2 0,-8 5 3 16,4 0 3-16,-5 0-1 0,0 3 9 0,0-1-3 15,4 4-5-15,-2 0 1 0,7 0 0 0,1-3 3 0,12-1-2 16,2-2 1-16,4-2-2 0,0-1-1 0,5 1 1 0,2 1 4 16,3-3-2-16,4 1 5 0,7 0 5 0,8-4-2 15,10-3 0-15,4 1-3 0,3-3 2 0,4-2 2 16,-4-2-5-16,-1 0 2 0,-2-3-3 15,-2 2 5-15,-1 1-3 0,-5-3-1 0,-10 7-2 16,0-7 1-16,-1 4-3 0,-5 0 3 0,-2 2-2 0,-4-4-1 0,-2 5-3 16,-2-1 0-1,-2-2 0-15,-3 0-3 0,-4 4-2 0,-3-3-2 0,-2 5-1 16,-2-1-2-16,-4 1-2 0,1 1-9 0,1 1-12 16,-1 0-21-16,2 1-26 0,-1 0-32 0,5 2-32 15,1-2-55-15,2 1-153 0,2-2-381 0,3 2 169 0</inkml:trace>
  <inkml:trace contextRef="#ctx0" brushRef="#br0" timeOffset="34543.97">12512 5083 219 0,'0'0'217'0,"0"0"-20"0,0-5-20 15,0 5-14-15,0 0-21 0,0 0-17 16,0 0-5-16,-19 8-18 16,9-3-11-16,-2 0-9 0,-4 3-8 0,0 2-10 15,-2 1-2-15,-5 7-8 0,0-3-6 0,-1 1-4 16,1 0-3-16,8-3-9 0,-1 0 1 0,3-1-8 15,2 0 0-15,1-2-3 0,1 2 1 0,5 0 0 16,-2-1-4-16,4 0 1 0,1 1 1 0,4 0-4 16,3-1 1-16,4 1-1 0,3-2-4 0,6 0 2 15,4 2-1-15,0 0-1 0,7-1-1 0,-11-2-1 0,-1-3-2 16,0 2 0-16,-1-1-5 0,-5-1 4 0,-2 1-4 0,-5-3-1 16,4 1 0-16,-5 2-3 0,-1-4 2 0,-5 4-1 15,-1 0 3-15,-7-2 1 0,-1 5-1 0,-7-1-3 16,-9 0 10-16,-2 0-3 0,-3-1-6 0,0 0-6 15,-1-2-20-15,1 1-25 0,1-3-36 16,2-1-44-16,2-2-86 0,4-2-114 0,5-2-354 0,5 1 157 0</inkml:trace>
  <inkml:trace contextRef="#ctx0" brushRef="#br0" timeOffset="35292.31">13102 5104 79 0,'7'-2'165'0,"2"-1"-12"0,3 0-8 16,0 2-15-16,2 1-7 0,5 0-8 0,0 0-13 16,-2 2-10-16,5 3-4 0,-2 0-8 0,1 1-7 15,-5 2-4-15,0 1-8 0,-2 2-5 0,-4 2-5 16,0 0-2-16,-2 2-3 0,-4 2-3 0,-2-2-4 15,-2 4 1-15,-2 1 8 0,-6 3-3 0,-1 4 1 16,-4-5-3-16,-1-1-1 0,-3-1-2 0,-3 0 3 0,2-2-8 0,-2-1 3 16,3-5 1-16,3-2 4 0,0 2 1 0,1-5-2 15,4-2 0-15,-1 3 0 0,4-6 2 0,3 2 10 16,-3-1 21-16,2-1 29 0,1-1 27 0,3-1 28 16,0 0 11-16,0 0-14 0,0 0-23 0,7-12-13 15,8-3-34-15,8-3 3 0,0-3 3 0,4-1-34 16,1-3-5-1,13-6-14-15,-3 0-15 0,3-2-6 0,-12 11-17 16,2-3 1-16,1 4 8 0,-6 1-5 0,-6 3-2 16,-5 8 14-16,-3 2 2 0,-6-1-3 0,3 3 4 0,-4 1-9 15,-1 1-7-15,0 1-10 0,-1 1-7 0,-3 1-6 16,0 0 1-16,-7 8 0 0,-3 3 3 16,-1 2 2-16,-1 2 1 0,-6 6 9 0,3 4-12 15,0-1 15-15,4 2 1 0,2 1-10 0,6 2 7 0,3-5 0 0,3 0 5 16,9 1 2-16,7-2-4 0,7-6-18 0,9-1-59 15,19 2-91-15,9-6-146 0,4-9-260 0,29-3-621 16,-37-9 275-16</inkml:trace>
  <inkml:trace contextRef="#ctx0" brushRef="#br0" timeOffset="37766.24">14356 4847 55 0,'1'-6'177'0,"2"4"4"15,-1 1-11-15,1-3-5 0,0 1-4 0,-3 3-9 0,2-5-7 16,2 3-8-16,-4 2-11 0,0 0-10 0,4-3-11 16,-4 3-14-16,0 0-7 0,0 0-13 0,0 0-11 15,0 0-8-15,0 0-6 0,0 0-4 0,0 0-4 16,-13 17-7-16,0-7 2 0,-2 4-7 0,-6 2-1 15,-3 1-3-15,1 4-2 0,0-4 0 0,1 1-3 16,-1 2-1-16,-1-3-2 16,1-1-3-16,8-2 1 0,-7 3-4 0,8-3 2 15,0-2 0-15,1 1-1 0,3-1-1 0,2-3 1 16,0 0-2-16,2 1-3 0,3 0 3 0,3-3 0 16,3 3-3-16,2-4 3 0,3 5 2 0,2-2-4 15,7 0 3-15,-2-1-2 0,7 2 6 0,5 2-6 16,-1-2-2-16,3 2-1 0,-4-2 0 0,3 1-2 15,-5-1 4-15,-5 2 2 0,1-4-5 0,-6 1 0 0,-4 0 0 0,-1 1-2 16,-3-3-2-16,-4 1 4 0,-1 2 0 0,-1 1-2 16,-8-1 0-16,1 0 5 0,-10 1-2 0,-10 1 3 15,1-2-1-15,-1-2-4 0,-2 2 2 0,-1-3-1 16,0-3 0-16,3 0 1 0,0-3-2 0,5 3 2 16,5-4 2-16,0 2-5 0,5-4 0 0,1 4 0 15,1-4-1 1,6 2-12-16,1-3-48 0,4 3-36 0,2-5-24 15,4 0-24-15,4 0-41 0,8-2-149 0,6-4-360 0,2 3 159 16</inkml:trace>
  <inkml:trace contextRef="#ctx0" brushRef="#br0" timeOffset="38051.18">14601 5199 141 0,'3'-3'297'0,"-3"-1"-15"15,0 4-20-15,4-2-22 0,-4 2-24 0,0 0-22 16,2-4-24-16,-2 4-20 0,0 0-21 0,0 0-14 16,0 0-11-16,0 0-12 0,0 0-12 0,4 10-11 15,-4-7-5-15,1 5-3 0,-1-2-11 0,0 1-4 0,0 2-4 0,-1 2-5 16,1-2 3-16,-1 1-7 0,1 2-1 0,0-2-1 16,-1 1-4-16,1 0-2 0,0-4-1 0,-2 1 0 15,1-1-5-15,1-1-3 0,0-1-1 16,0 2 3-16,-1-2-1 0,1-2-9 0,-2 0-13 0,2-3-3 15,-1 5-13-15,1-5-4 0,-1 4-3 0,1-4-11 16,-7 0-21 0,7 0-43-16,-9 0-52 0,3-4-68 0,-2-2-195 15,2-1-451-15,0-3 200 0</inkml:trace>
  <inkml:trace contextRef="#ctx0" brushRef="#br0" timeOffset="38214.11">14559 5039 58 0,'0'-7'327'0,"0"0"-11"0,0 2-4 0,0-1-11 0,0-1-19 0,0 5-7 16,0 2-40-16,0-5-26 0,0 5-27 0,0-5-11 16,0 5-46-16,0 0-38 0,0-4-47 0,0 4-35 15,0 0-16-15,0 0-25 0,0 0-29 0,0 0-31 16,9 12-29-16,-9-8-34 0,4 4-63 0,-3-1-147 16,0 0-399-16,1 0 176 0</inkml:trace>
  <inkml:trace contextRef="#ctx0" brushRef="#br0" timeOffset="38614.83">14835 5192 141 0,'0'0'317'0,"0"0"-29"0,0 0-27 16,0 0-27-16,0 0-28 0,0 0-26 15,0 0-21-15,0 0-17 0,4 2-14 0,-4-2-16 16,0 5-7-16,0 2-14 0,0-2-9 0,-1 2-7 0,-1 0-9 16,1 1-5-16,1 1-6 0,-1 3-8 0,-1-3-3 15,0 2-5 1,2-2-4-16,-4-1 1 0,3-2-5 0,0 1-3 16,1-3 0-16,0 1-4 0,-2 0-2 0,2 1 1 15,0-6 2-15,0 3 23 0,0-3 22 0,-1 5 26 16,1-5 23-16,0 0 30 0,0 0 2 0,0 0 6 15,0 0-14-15,0 0-14 0,0 0-12 0,14-12-12 16,-10 5-16-16,0 2-4 0,1-3-8 0,-1 4-12 16,0-1 8-16,-2 2-22 0,3-2-7 0,-4 2 0 0,2 1-6 0,-3 2-12 15,4-4-13-15,-4 4-18 0,0 0-26 0,5-3-16 16,-5 3-17-16,9 3-25 0,-2-2-26 0,1 3-28 16,0 2-30-16,1 0-28 0,1-1-34 0,-1 4-35 15,1-2-331-15,2-1-649 0,-2 1 287 0</inkml:trace>
  <inkml:trace contextRef="#ctx0" brushRef="#br0" timeOffset="39085.03">15152 5158 115 0,'0'-6'341'15,"1"0"-21"-15,2 1-8 16,-3 5-19-16,0 0-27 0,1-10-16 0,-1 10-33 15,0-3-31-15,0 3-20 0,0 0-22 0,3-4-18 16,-3 4-14-16,0 0-11 0,0 0-14 0,0 0-4 16,6 14-15-16,-5-7-2 0,-1 1-10 0,3 3-5 15,-2-1 3-15,-1 1-3 0,3 3-17 0,-3-2-2 16,1 5-4-16,-1-5 1 0,0 2 1 0,4 3-8 16,-3-5 9-16,2 0-13 0,-2 0 0 0,0-2-3 0,3-3 2 0,1 1 1 15,-2-1-2-15,2-2 0 0,-4 0 3 0,6-2 0 16,-5-1 6-16,6 1 31 0,-8-3 11 0,15-1 8 15,-7-2 2-15,2-1 9 0,1-4-3 0,-2 1-6 16,5-5-7-16,-3 3-7 0,0-7 4 0,3-1-21 16,-1-6-15-16,-3-2 1 0,0 0-9 0,-2 2-9 15,-4 4-4 1,0-3-2-16,-7 4-5 0,2 2 1 0,-3-1 7 16,-1 3-13-16,-4-1-7 0,-4 3-7 0,3 3 11 0,-6 1-2 15,-1 1 1-15,-1 3-3 0,-1 3-4 0,3 1-3 16,5 1 9-16,-7 5-7 0,0-1-3 0,7 1 3 15,-5 2-11-15,6-2 1 0,1 3-11 0,4-1 0 16,2 1 7-16,2 2-2 0,2-3 9 16,6 2 9-16,2 1-3 0,6-2-1 0,3 3-14 0,9-6-26 0,2 2-39 15,3-4-41-15,4 2-44 0,1-4-57 0,0-2-68 16,-5-5-252-16,1 2-604 0,-3-1 268 0</inkml:trace>
  <inkml:trace contextRef="#ctx0" brushRef="#br0" timeOffset="39339.51">15562 4732 44 0,'0'-5'285'0,"0"5"-31"0,0 0-29 0,0 0-25 0,13 7-19 15,-4 0-12-15,2 6-21 16,10 8-9-16,-2 6-11 0,1 6-4 0,2 12-3 15,-1 3-14-15,-5 0-3 0,-6 5-8 0,-8-2-8 16,-4 4-1-16,-4-1-13 0,-4 2-5 0,-5-3-3 16,-3-2-5-16,-7-1-4 0,-4-4-16 0,-7-4-8 15,3-1-12-15,-7-6-16 0,-2-1-36 0,-5-4-46 16,-3-1-57-16,4-7-98 0,-10-5-178 0,0-5-442 16,-2-5 196-16</inkml:trace>
  <inkml:trace contextRef="#ctx0" brushRef="#br0" timeOffset="39871.44">13113 4821 91 0,'-19'26'141'0,"-2"2"1"0,-6 20-8 0,-1 0-11 16,1 4-4-16,-9 27 7 0,8-2-8 0,4 1-1 16,14-18 20-16,-3 23-4 0,12-26-10 15,10-3 3-15,3-2-3 0,14-3-5 0,7-7-2 0,12-4-8 16,9-2-7-16,31 3-9 0,5-10-8 16,3-15-28-16,-1-6-51 0,6-2-76 0,7-7-123 0,-10-3-168 0,-1-4-391 0,-30-1 173 15</inkml:trace>
  <inkml:trace contextRef="#ctx0" brushRef="#br0" timeOffset="40906.44">16504 5160 215 0,'-1'-6'249'0,"-2"2"-14"0,-2-4-20 0,1 4-19 15,-1-3-17-15,-3 1-18 0,-1 2-13 16,-2-1-16-16,-2 2-13 0,-6 1-13 0,-4 3-11 15,2-1-11-15,0 2-8 0,-10 5-7 0,3 0-8 0,1 3-4 16,9-2-6-16,-10 4-8 0,9-3-3 0,-4 6-6 16,8-5-2-16,1 2-4 0,1 0-5 0,5-3 1 0,1 2-2 15,1-1-4-15,1 3-1 0,0-1 1 0,4-2-1 16,3 0 0-16,1-1 2 0,5-1-1 0,2 1-4 0,1-4 3 16,5-1 1-16,4-3 1 0,3-1 6 15,0 0 4-15,-2-7 7 0,4 1 17 0,-3-1 5 16,2-7 8-16,-8 2 8 0,5-3 13 0,-7 2 4 15,0-3 9-15,2-5-7 16,-2-3-9-16,-4 0-2 0,-1-3 5 0,1-1-3 16,-5-2-2-16,-2-1-12 0,-2-4 8 0,-1-1-4 15,-1 0-5-15,-2 2 12 0,2 0 12 0,-3 3-2 16,2 3 1-16,-1 2-7 0,-6 12 6 0,5 2 4 16,3 0-3-16,1 1-18 0,-3 7-10 0,2-1-7 15,1-1-24-15,0 2-36 0,0 4-26 0,0-3-39 16,0 3 2-16,0 0 4 0,-4 16-9 0,2 0 29 0,2 9-16 0,-3 4 9 15,3 2 20-15,-2 1 6 0,4-1 10 0,-1 1 7 16,2-2-4-16,2-1-6 0,-1-1 12 0,-1-2-27 16,3-2 26-16,0-6-3 0,-2-2 2 0,1 0-5 15,-1-6-5-15,0 1 17 0,-3-6 2 0,2 3-1 16,-2-3 19-16,-1 0-19 0,3 1 3 0,-3-4 6 16,0-2-4-16,1 9-1 15,-1-9 4-15,0 3-9 0,0-3-4 16,0 0-12-16,0 2-15 0,0-2-25 0,0 0-21 0,0 0-22 15,0 0-25-15,0 0-23 0,0 0-29 0,-1 5-31 16,1-5-96-16,0 0-277 0,0 0-627 0,0 0 279 16</inkml:trace>
  <inkml:trace contextRef="#ctx0" brushRef="#br0" timeOffset="41374.46">16814 4930 56 0,'8'-9'333'0,"-1"1"2"0,-2 2-15 16,-2 0-4-16,1 1-26 0,0 0-24 0,-4 1-34 16,3 1-21-16,-1 1-25 0,2 0-28 0,-4 2-29 0,0 0-19 15,0 0-13-15,4 6-16 0,-8 2-1 0,2 4-5 0,-2 3-14 16,-1 4-7-16,-2 5-3 0,-3 3-1 0,2-1-7 16,-1-1-5-16,3 2-5 0,-4-4-4 0,3 5 0 15,3-5-5-15,1-1 0 0,0-5 2 0,3 0-9 16,-1 0-2-16,1-5-3 0,0 0 2 15,1 0 11-15,-1-5-7 0,1-2-3 16,-1 2 19-16,0-4 14 0,0-3 34 0,0 6 23 16,0-6 26-16,0 0 10 0,9 0 1 0,-9 0-5 15,17-9-1-15,-3 1-18 0,0-2-7 16,1-5-15-16,7-2-7 0,-4-5-8 0,0-1-8 16,0-3-13-16,2-6-24 0,3-11-23 0,1-3-6 0,-3 2-17 15,-4-1 4-15,-10 12-12 0,0 0 7 0,-5 1 3 16,-4 2 10-16,-2 5-2 0,-6 1-2 0,-2 10 1 0,-1-1 2 15,2 2-7-15,-6 5 3 0,0 0-3 0,-3 6 1 16,1 2-13-16,1 3 11 0,-10 6-5 0,1 1 3 16,4 7 1-16,4 2-5 0,4 4 7 0,0 2-4 15,4 1 1-15,3-1 1 0,8 1 1 0,4-6-4 16,7 4 3-16,8-3 2 0,6-1-3 0,10 0-16 16,14-5-51-16,11-4-79 15,4-4-74-15,4-2-92 0,23-7-425 0,-31-2-808 16,-3-5 358-16</inkml:trace>
  <inkml:trace contextRef="#ctx0" brushRef="#br0" timeOffset="42676.54">19881 4311 36 0,'-9'0'122'0,"9"0"0"0,0 0-17 16,0 0-11-16,-9 0-5 0,9 0-2 0,0 0-9 15,0 0-12-15,0 0-9 0,0 0-8 0,0 0 2 16,0 0-2-16,0 0-2 0,0 0-18 0,0 0 15 16,0 0 9-1,0 0-4-15,23 0-5 0,-9 0-6 0,8 0-1 16,6-4-7-16,4-2-4 0,2 4 2 0,2-2-8 0,1-1 2 16,12 0-2-16,-8-1-6 0,-5 1 3 15,1 2 0-15,-6-1-6 0,-1 0-2 0,-11 2-2 16,-1-1-3-16,-1 2-16 0,-7 0-7 0,0 0-10 15,-6 1-1-15,1-2-24 0,-5 2-5 0,0 0-13 16,0 0-10-16,0 0-19 0,0 0-85 0,-39 2-201 0,19-2 90 0</inkml:trace>
  <inkml:trace contextRef="#ctx0" brushRef="#br0" timeOffset="43076.8">20114 4290 82 0,'0'0'123'0,"0"0"3"0,-8 0 11 16,8 0 4-16,0 0 7 0,0 0-5 0,0 0 0 0,0 0-2 0,0 0-12 15,-5 1-7-15,5-1-10 0,0 0-11 0,0 0-15 16,0 0-10-16,0 0-8 0,-4 4-14 0,4 0-2 16,-4 1-8-16,-1 4-1 0,1 1-2 15,-3 8 0-15,-1 5-5 0,-3 4 0 0,-1 5-9 16,-3 11 7-16,-2 8-5 0,3-4-2 0,-1 2 1 0,1 9-4 16,1-4-4-1,3 1 0-15,2 1 0 0,-1-3 0 0,0-4-2 16,4-1 0-16,1-2-4 0,2-12 1 0,-1 0-2 15,3 0-1-15,-3-1 1 0,2-1-4 0,-3-3 1 16,-2 0 0-16,-2-3-1 0,1-1 3 0,0-6 7 16,0-2 3-16,-2-2 0 0,1-5 6 0,-3 2 5 15,2-2 2-15,0-5 8 0,-2 2 9 0,1-3 3 16,-4-2 1-16,-2-2-9 0,-1 0 8 0,-2-5-5 0,-2 1 5 0,3-1 8 16,1-4-6-16,-1 1-6 0,-3 0 4 0,3-1-7 15,3-3-5-15,1 4-3 0,0-2-5 0,5 1 0 16,-3 1-7-16,2 3-5 0,6 0 3 0,-6-1-3 15,5 3-5-15,0-1 1 0,5 4-8 0,-8-5-10 16,8 5-31-16,-5-3-33 0,5 3-31 0,0 0-31 16,0 0-10-1,0 0-20-15,0 0-31 0,0 0-29 0,17 10-247 16,-11-5-501-16,8 2 221 0</inkml:trace>
  <inkml:trace contextRef="#ctx0" brushRef="#br0" timeOffset="43624.52">20280 5308 225 0,'0'0'307'0,"0"-4"-28"0,0 4-26 0,0 0-30 0,0 0-25 16,0 0-19-1,0 0-25-15,0 0-16 0,0 0-15 0,0 0-13 16,0 16-13-16,-1-5-3 0,-2-1-15 0,2 2-7 0,-2 5-8 15,1 0-7-15,-2 0-4 0,-5 7-5 16,3-5-3-16,0 1-8 0,3-1-2 0,-5 6-3 0,2-8 0 0,3 0-2 0,-2 0-9 16,1-5 1-16,3-5-4 0,-2 3 0 0,2-6 3 15,0 1 12-15,-1 0 47 0,1-2 32 16,1 1 42-16,0-4 34 0,0 0 26 0,0 0 18 16,0 0-24-16,0 0-20 0,4-12-24 0,1 3-20 0,0-2-13 15,4-4-8-15,0-1-13 0,0-1-13 16,0 1-10-16,1 1-8 0,-1 1-11 0,-2 4-6 15,-2 5-8-15,1-4-8 0,-4 4-7 0,1 1-6 16,0-2-5-16,-1 4-15 0,1-2-23 0,-3 4-27 16,6-1 0-16,-6 1-12 15,0 0 17-15,9 9-14 0,-4-2-9 0,-2-2-20 16,3 3-6-16,-1 3-34 0,3 1-10 0,-2-2-20 16,-2 1-22-16,1 0-35 0,3 0-38 0,-4 0-47 15,2-4-58-15,-1 0-273 0,-1-1-668 0,1-3 295 16</inkml:trace>
  <inkml:trace contextRef="#ctx0" brushRef="#br0" timeOffset="44410.49">20810 4582 105 0,'5'-4'187'16,"-2"1"-14"-16,2 1-13 0,-1 0-20 0,1-2-13 15,0 4-11-15,4 0-11 0,-9 0-14 0,13 3-9 0,-5-3-9 16,2 5 0-16,-1 4-8 0,-3-2-1 0,4 8-8 15,-1 0-7-15,-4 2 2 0,0 0-6 16,-2 3-6-16,-2 1 4 0,-1 5-4 0,-2-2 0 0,-3 3-3 0,-1-4 2 16,-1 2 5-16,-3-7-2 0,-1 7 2 0,1-7 0 15,0-1 1-15,0-3 0 0,-2-2 1 0,5-1 1 16,0-2 3-16,2-5 8 0,1 1 13 0,0 0 10 16,-1-2 34-16,3-1 32 0,-1 2 34 0,3-4 35 15,0 0-14-15,0 0-23 0,0 0-21 0,5-19-15 16,0 8-16-16,7-3-11 0,-2-3-15 0,4-6-11 0,3-1-12 0,2-1-5 15,0 2-7-15,-2 2-10 0,1 0 5 0,-7 7-12 16,3 1-8-16,-5 4-4 0,-4 0-2 0,-1 4-15 16,4 0 6-16,-5 1-11 0,1-1-19 0,-2 2-24 15,0 0-29-15,-2 3-12 0,0 0 6 0,0 0 4 16,9 10 11-16,-9-3 5 0,1 3 4 0,-1 2 2 31,3 0 6-31,-3 5 6 0,1-1 0 0,2 4 7 0,-1-3 3 0,1 1-4 16,-2 0-28-16,0-1-22 0,3-1-15 15,0 0-22-15,-4-6-22 0,5-1-27 0,-2 2-38 16,-2-5-58-16,-1-2-294 0,3-1-591 0,-3-3 262 0</inkml:trace>
  <inkml:trace contextRef="#ctx0" brushRef="#br0" timeOffset="44649.11">21206 4501 268 0,'0'-4'253'0,"4"-1"-27"16,-4 5-25-16,5 0-20 15,-5 0-15-15,9 7-14 0,-5-1-10 0,5 5-8 16,-3 4-9-16,6 9-12 0,2 1-4 16,-9 4-6-16,3 3-13 0,-3 1-5 0,-2 1-12 0,-2 1 0 15,0 13-1-15,-5-14-14 0,-1 4-2 0,0-6-11 16,-4-2-17-16,-1 2-8 0,1-3-23 0,-8-2-21 15,1-4-31-15,-5-1-41 0,1-5-62 0,-5-1-249 16,1-7-440-16,3-2 195 0</inkml:trace>
  <inkml:trace contextRef="#ctx0" brushRef="#br0" timeOffset="44950.1">20941 4318 183 0,'-4'-2'209'0,"-4"2"-18"15,8 0-19-15,-22 8-21 0,6 2-24 0,-6 8-3 0,-1 6-17 0,-1 3-6 16,-10 13-10-16,1 8-4 0,4 4-7 0,-13 21-11 0,16-23-2 15,3 2-5-15,4 1-6 0,5 0-3 0,4-4-2 16,6-14-2-16,5 11 2 0,4-12 7 0,8-4-2 16,1 1-7-16,9-7-9 0,5-1-11 0,13 2-38 15,5-3-65-15,5-7-67 0,-12-8-208 0,11-2-376 16,-11-2 166-16</inkml:trace>
  <inkml:trace contextRef="#ctx0" brushRef="#br0" timeOffset="45313.33">21761 4743 87 0,'0'0'301'16,"-5"0"-13"-1,5 0-15-15,0 0-17 0,0 0-25 0,0 0-25 16,0 0-30-16,0 0-34 0,23-3-33 0,-3 2-44 16,3-1-47-16,5 0-61 0,3 1-81 0,-13-1-208 15,10-2-357-15,-5 1 158 0</inkml:trace>
  <inkml:trace contextRef="#ctx0" brushRef="#br0" timeOffset="45451.36">21789 4868 35 0,'-6'4'270'0,"1"-2"14"0,1 1-9 0,4-3-19 0,-1 3-28 16,1-3-22-16,20-2-26 0,3-2-49 0,10 0-71 15,3-1-113-15,2-4-259 0,13 0-338 0,-14 0 149 16</inkml:trace>
  <inkml:trace contextRef="#ctx0" brushRef="#br0" timeOffset="48907.78">23076 4105 120 0,'0'-11'259'0,"1"2"-19"0,-1 2-23 16,1 3-23-16,-1-2-25 0,0 5-31 0,0 1-12 15,0 0-15-15,-3 11-14 0,-3 0-3 0,1 9-15 16,-7 5-9-16,4 4-5 0,-2 5-4 0,-2 0-8 16,3 1-3-16,-5 10-7 0,8-11 0 0,-2 2-3 15,4 10-3-15,0-12-1 16,2-3-18-16,-1-2-13 0,2 3-22 0,-2-6-23 15,3-6-22-15,0-2-31 0,3-1-30 0,-3-6-49 16,-3-1-138-16,6-1-335 0,-2-2 147 0</inkml:trace>
  <inkml:trace contextRef="#ctx0" brushRef="#br0" timeOffset="49275.14">22639 4775 73 0,'-5'3'216'0,"0"-1"-11"0,5-2-11 0,-7 0-15 0,7 0-12 0,-5 3-12 16,5-3-13-16,0 0-9 0,0 0-7 0,-4 1-6 16,4-1 3-16,0 0-9 0,0 0-9 0,0 0-6 15,0 0-13-15,0 0-7 0,22-1 1 0,-1-2-8 16,12-2-17-16,20-4-1 0,5 2-11 0,3 0 0 15,3 0-4-15,26-3-5 0,0 0-3 0,2 6 9 16,-27 0 10 0,28-2-5-16,-31 2 1 0,2 2-4 0,-9-1-3 15,-3 1-5-15,-16-1-5 0,-4 3-3 0,-1 3-2 16,-12-5-2-16,-1 2 0 0,-8 2-10 0,0-4-12 0,-3 2-8 16,-1 0-12-16,0 0-21 0,-6 0-10 15,5 2 4-15,-5-2-10 0,0 0-26 0,-20 6-37 16,3-2-47-16,-2 1-57 0,-8 0-173 0,7-1-430 15,-2 3 191-15</inkml:trace>
  <inkml:trace contextRef="#ctx0" brushRef="#br0" timeOffset="49822.47">22994 5083 118 0,'0'0'257'16,"9"2"-32"-16,-9-2-23 0,5 1-28 0,-5 3-14 15,0 1-15-15,0 0-10 0,0 4-9 0,-4 3-8 0,-1 5-11 0,-4 0-10 16,0 1-8-16,-5 7-6 0,-2 2-12 0,0-3-3 16,-3 1-5-16,3 1-6 0,-1-2-7 0,-1-5-2 15,8-3-6-15,2-6-4 0,-1-1-4 16,3-1-2-16,-2 1-4 0,7-5 23 0,-3 1 47 0,1-2 38 15,3-3 42-15,-5 5 41 0,3-5 33 0,2 0 11 16,0 0-24-16,0-9-28 16,2-2-24-16,6-1-17 0,-3-4-20 15,4 1-15-15,0-2-12 0,1 2-16 0,-1 0-14 16,-1 4-7-16,-1 1-12 0,-1 3-5 0,-3 0-10 0,0 2-10 16,1 0-10-16,-2 0-11 0,2-1-27 0,-4 6-24 15,0 0-4-15,9 0-3 0,-9 0 5 16,9 8 0-16,-4 0-1 0,4 1-15 0,-4 3-11 15,0 2-12-15,4 1-21 0,-5-1-13 0,0 0-22 0,4 3-10 0,-1-1-20 16,-2-1-22-16,2 1-20 0,-3-1-26 0,1-6-34 16,-4 1-32-16,4-3-29 0,-1-2-231 0,-3 0-587 15,3-3 260-15</inkml:trace>
  <inkml:trace contextRef="#ctx0" brushRef="#br0" timeOffset="50122.82">22677 5191 86 0,'-19'0'261'0,"6"1"0"16,3 1 0-16,1 0-8 0,3-4-13 0,-2 4-2 16,4-2-9-16,4 0-19 0,0 0-25 0,0 0-19 0,0 0-16 0,28-7-13 15,5 2-14-15,21-2-18 0,4-2-6 16,7-1-14-16,-1 2 2 0,2-1-15 0,29-3-4 15,-6 1-8-15,-29 2-6 0,0 3-7 0,-5-2-8 16,-18 4-2-16,-5 1-4 0,-9 0-2 0,-5 1-6 0,-5 2 1 16,-3-1 10-16,-3-1-6 0,1 2 11 0,-2-1-10 15,-1 0-5-15,-5 1-8 0,0 0-19 0,0 0-20 0,0 0-21 16,0 0-25-16,-31 0-35 0,13 0-34 0,0 2-36 16,4-2-63-16,0 3-278 0,5-3-555 0,-4 2 246 15</inkml:trace>
  <inkml:trace contextRef="#ctx0" brushRef="#br0" timeOffset="51256.62">24723 3855 187 0,'-1'-2'197'0,"-2"-2"-18"0,3 4-19 0,0-4-16 16,-1 0-23-16,1 4-22 0,0 0-11 0,0 0-10 16,0 0-8-16,-8 10-13 0,4 2-1 0,-2 8-9 0,-5 7-5 15,-4 4-5-15,0 19 2 0,-5 4-5 0,-6 24 8 16,-2 1 4-16,-1 3-6 0,-5 2 1 15,11 2 2-15,-1 2-2 0,6 0-2 0,-4-1-2 16,3-2-2-16,5 0-2 0,8-27-4 0,-3 0 2 0,1 0-4 16,-2 27-5-16,7-29 4 0,1-1-2 0,-3 5-2 15,1-2 5 1,-1 0-8-16,-2-5-1 0,1 1-3 0,-4-3 1 16,1-6-3-16,0-11 14 0,-9 10 10 0,4-12 10 15,-4-2 11-15,0-3 11 0,-4-2 3 0,2-1 5 16,-2-5 7-16,3 1 4 0,1-8 6 0,2-1 5 15,-5-4 3-15,7 1-3 0,-5-5 8 0,1-1 1 16,0 0-7-16,-1-4-2 0,6 0-3 0,-6-3-13 16,4 2-6-16,-3-7 4 0,0 4-15 0,4-2-10 0,-4-1-9 0,7 4 1 15,0-2-6-15,0 2-5 0,-1 0-9 0,3 1-11 16,1 0 0-16,1 0-23 0,-2 1-34 0,-1 1-34 16,2-1-44-16,-1 3-51 0,1-1-64 0,2 0-90 15,-1-1-248-15,7 2-617 0,-11-8 273 0</inkml:trace>
  <inkml:trace contextRef="#ctx0" brushRef="#br0" timeOffset="55001.82">25422 4461 55 0,'0'0'178'15,"0"0"-12"-15,-3-3-12 0,3 3-9 0,0 0-11 16,0 0-20-16,0 0-7 0,0 0-6 0,-2-2-17 16,2 2-7-16,0 0-7 0,0 0-14 0,0 0-2 15,0 0-8-15,0 0-4 0,0 0-5 0,0 0-4 16,0 0-4-16,0 0 1 0,0 0-5 0,0 0-3 16,0 0-1-16,0 0-18 15,0 0 19-15,0 0-9 0,0 0-1 0,11-3-2 16,-6 2 1-16,3-2 0 0,-1 0-6 0,3-2 10 15,1 1-6-15,0-1 0 0,0 0 0 0,-2-1 0 16,1-2 5-16,0 1 6 0,-3 1 5 0,-1-2 15 16,3 0 1-16,-1-1 7 0,-6 2 1 0,2 2 6 15,0-2-6-15,-1 2 7 0,-1 0-1 0,-2 0-4 16,0-1-6-16,0 6-14 0,-5-3-6 0,-2 1-5 0,-4 0-2 0,-8 4 4 16,-2 1-8-16,-7 5-2 0,-4 2-3 0,-1 6 2 15,-3 1-6-15,-13 5 1 0,1 6 2 0,2 1-4 16,0 4 0-16,0 4 4 0,5-3-2 0,1 1 3 15,5 4-3-15,12-12 5 0,1 5 9 0,3-3-6 16,6 0-2-16,7 0 0 0,1 1-2 0,10-6-1 16,4 2 1-16,6-3 1 0,11-2-1 0,8-7-1 0,21 3 0 15,0-5-1-15,12-4-5 0,23-6 3 0,1-5-5 16,-23-1 0-16,21-4-3 0,-26 1 2 0,25-5-2 0,-28 3-4 16,-4-1-9-16,-6-1-2 0,-13 2 2 15,-4 2 2-15,-6-4 1 0,-8 3 5 0,-1-1 6 16,-9 3 4-16,0-3 9 0,0 3 0 0,-9-3 1 15,0 4 3-15,-4-2-4 16,-5 0-3-16,-5 1 5 0,-4 0-3 0,-10 2 0 16,-2 3-1-16,-1 1 1 0,0 2-4 0,2 2-2 15,-2 1-1-15,0 1 0 0,3 3 0 0,2-1-1 16,6-1-1-16,4 0 0 0,3-3-1 0,2 4 2 16,3-3-4-16,3 0 1 0,2 2 1 0,3-2 3 15,6 1 3-15,5 1-2 0,7-3-1 0,14 1 2 16,3-4-1-16,1-1 0 0,15-4 0 0,-12 0-3 0,-4 1 1 0,3-3-1 15,-8-2 1-15,-2 1 0 0,-9-1 2 0,-2 1 1 16,-2-2-3-16,-4 3 2 0,-2-3 2 0,-2-1-4 16,0 0 1-16,-4 1-3 0,-3-3-1 0,0 2-1 15,-3 0-2-15,-4 0-5 0,0 2 3 0,-1-1-2 16,-2 1-1-16,-7 0-5 0,7 3-7 0,-3 1-5 16,-1 0-6-16,-3 2-28 15,2 0-13-15,5 1-34 0,-2 1-31 0,5 0-27 16,7 0-36-16,-11 1-158 0,11-1-389 15,0 0 172-15</inkml:trace>
  <inkml:trace contextRef="#ctx0" brushRef="#br0" timeOffset="55402.68">26421 4606 65 0,'2'-4'255'16,"-2"4"-18"-16,0 0-22 15,3-6-20-15,-3 6-17 0,0 0-20 0,1-1-15 16,-1 1-15-16,0 0-16 0,0 0-8 0,-19 11-10 16,12-6-11-16,-1 3-3 0,-1 1-15 0,-8 1-3 15,1 3-9-15,-2-3-6 0,3 3-3 0,-1-1-5 16,2 2-5-16,0-1-2 0,3-3-4 0,-1 2-2 15,2 2-3-15,5-4-3 0,0 1-2 0,1-1-3 16,0 2-5-16,5 0 2 0,2 0 1 0,-2-3 0 0,4 4-4 0,7-1 4 16,-1 0-2-16,-3-4-3 0,2-1 1 0,-1 0-2 15,3 0 1-15,-5-2-2 0,5 1-3 0,-6-2 2 16,-1-1-2-16,1-1-3 0,-2 0 1 0,-1 1-2 16,0-1-2-16,-3-2 3 0,0 0-2 0,-9 10 3 15,2-8 3-15,-3 4-4 0,-3-2-8 0,-6 1-9 16,0 1-23-16,2-3-27 0,1 0-38 0,0-1-39 0,5-2-59 15,-4 0-148-15,3 0-378 0,3-2 167 0</inkml:trace>
  <inkml:trace contextRef="#ctx0" brushRef="#br0" timeOffset="55972.8">26908 4592 16 0,'0'-3'307'0,"0"3"-15"0,0-5-13 15,0 5-27-15,0 0-18 0,0 0-27 0,0 0-20 16,0 0-21-16,0 0-25 0,0-5-14 16,0 5-15-16,0 0-16 15,0 0-9-15,0 0-6 0,0 0-13 0,0 13-6 16,0-6-7-16,-1 3-7 0,-2 1-2 0,3 4-5 16,-5 2-6-16,1 2 1 0,-1-2-5 0,0 0-6 15,-4 2-3-15,5-1 2 0,0-1-4 0,3-1 1 16,-4 1-3-16,2-7-6 0,2 2 2 0,-3-2-3 15,4-4 3-15,-1 0-1 0,-3-3 2 0,3 4 5 0,1-5 30 16,0-2 26-16,0 5 29 0,0-5 29 0,-2 3 16 0,2-3 21 16,0 0-20-16,0 0-11 0,10-10-13 0,-4 2-15 15,0-4-13-15,8-2-6 0,-5-1-14 0,4 0-9 16,1-1-3-16,-1 2-9 0,1-1-7 0,-2 3-5 16,-5 4-5-16,1 2-3 0,-4 0-6 0,2 1-15 15,-3 2-5-15,1-1 6 0,-2 0-11 0,-2 4-27 16,5-1-23-16,-5 1-2 0,0 0 2 0,10 7 4 0,-6-2 5 0,1 2-1 15,-3 3 12-15,0 0-13 0,1 0-6 0,1 3-8 16,1-2-12-16,-2 2-14 0,1-1-14 0,0-1-22 16,1 1-25-16,-1 0-24 0,0 1-25 0,1-2-31 15,0-1-40-15,2-2-55 0,0-4-215 0,1-1-570 16,-3 0 252-16</inkml:trace>
  <inkml:trace contextRef="#ctx0" brushRef="#br0" timeOffset="56405.28">27422 4625 54 0,'2'-5'376'16,"2"1"-30"-16,-3 1-19 0,1 1-32 0,-2 2-29 0,2-7-35 0,-2 7-27 16,1-2-26-16,-1 2-18 0,0 0-18 0,0 0-15 15,0 0-15-15,0 0-7 0,0 15-17 0,-1-7-6 16,0 1-5-16,-2 4-5 0,0 1-15 0,1-1 1 15,0 2-8-15,-1 2-4 0,2-3 0 0,0-2-12 16,-1 2-3-16,1-1-5 0,2-1 5 0,-1 0-6 16,2-3 3-16,0 1-6 15,1-3 1-15,-2 2-3 0,0-6-3 0,4 2 4 16,-1 0 11-16,1-1 20 0,2-3-10 0,2-1 6 16,2-2 2-16,1-1-5 0,0-3 0 0,5-1-3 15,-2-4-3-15,2 0 2 0,-2-2 9 0,5-7-22 16,-4-1 2-16,3-1-6 0,-2-3-5 0,2-3 9 15,-5-4-24-15,-1 0 0 0,-3 0-3 0,-1-1-4 16,-4 4 19-16,-3 2-13 0,-4 1 14 0,-2 6-5 0,-1 2-2 16,-2 3-9-16,-7 0 4 0,-1 3 10 0,-2 3-21 15,-3 3-2-15,-1 4 3 0,-2 2-13 0,-8 3 13 0,-3 3-12 16,3 5 10-16,3 1 4 0,0 4 30 0,5 2-30 16,2 2 0-16,5 1-13 0,5-3-8 0,6 0-4 15,4 1 6-15,2 1 6 0,8-3 0 16,5-1-5-16,12 0-25 15,3-2-30-15,5-2-42 0,6-3-43 0,10-1-61 16,8-4-57-16,-19-4-285 0,12-3-611 0,-13-1 270 16</inkml:trace>
  <inkml:trace contextRef="#ctx0" brushRef="#br0" timeOffset="56805.7">28191 4602 137 0,'0'0'226'16,"0"0"-9"-16,-4 2-8 0,4-2-6 0,0 0-11 0,0 0-9 0,0 0 0 16,0 0-2-16,0 0-2 0,0 0-12 15,-6 2-15-15,6-2-13 0,0 0-13 0,0 0-10 16,27-2-11-16,-6 0-12 0,10 1-7 0,1-1-9 16,2-2-9-16,6 0-4 0,1 0-3 0,14-1-13 15,-4 0-3-15,-1-2-5 0,-16 4-1 0,-2-3-3 16,-2 2-4-16,-10 2-1 0,-3 0-6 0,-5 1-2 15,0-1-2-15,-4 0 0 0,-1 1 1 0,-2 1-8 16,-5 0-10-16,8-1-7 0,-8 1-27 0,0 0-32 0,0 0-41 0,0 0-46 16,-25-4-71-16,10 5-280 0,2-3-542 15,1-1 241-15</inkml:trace>
  <inkml:trace contextRef="#ctx0" brushRef="#br0" timeOffset="59310.52">29172 4354 168 0,'8'-2'175'0,"2"2"-9"0,0 0-12 0,1 3-11 0,3 1-9 0,1 4-18 16,3 1-10-16,-4 4-4 0,1 3-15 0,1 4-8 15,-1 5-8-15,-5 0-7 0,-3 1-4 0,-2 4-6 16,-4-1-7-16,-1 1-1 0,-6 0-7 0,-7 1 2 16,1-2-6-16,-3-1 3 0,-7 1-1 0,4 0 2 15,-5-3-5-15,2-2 5 0,0-5-5 0,0 1 0 16,5-8 2 0,1-1 5-16,1 0 12 0,5-4 3 0,1-1 11 0,-1-2 19 15,4-1 28-15,0-1 31 0,0 0 25 0,2 1 52 16,3-3 21-16,0 0-17 0,0 0-27 0,-5-12-26 15,12 2-24-15,0-6-11 0,5 0-15 0,4-8-14 16,5 0-7-16,-1-3-14 0,2 1-12 16,9-11-4-16,-6 11-12 0,0-1-1 0,0 1-12 0,-4 2-1 15,-1 2-6-15,-6 7-3 0,-4 6-1 0,-2 1-3 0,-2-2-6 16,1 5 0-16,-4 1-15 0,1-1-25 0,-1 3-22 16,-1-1-52-16,-2 3 27 0,0 0-8 0,-2 12 20 15,-5-2-10-15,-1 4 6 0,-3 4 23 0,-2 3 2 0,0 1-17 16,0 2 12-16,3 1 16 0,-1-3-12 15,6-3-10-15,4 1-13 0,1 1-6 0,1-5-2 16,8 3-7-16,1-3-17 0,7 0-32 0,6-1-36 0,6-1-52 0,7-8-75 16,-4 0-315-16,5-3-643 0,4-2 285 0</inkml:trace>
  <inkml:trace contextRef="#ctx0" brushRef="#br0" timeOffset="60060.06">30041 4221 214 0,'0'0'252'0,"4"-3"-26"0,-4 3-20 16,0 0-26-16,0 0-25 0,0 0-17 0,0 0-15 15,0 0-11-15,0 0-15 0,-15 17-7 0,1-6-10 16,-9 5-8-16,-3 1-1 16,1 3-15-16,0-3-3 0,-3 0-6 0,5 1-3 15,-1-1-5-15,4 1-5 0,3-4-1 0,-2 4-4 16,5-4-1-16,2 3 0 0,-1 0-8 0,3 4 0 15,4-6-1-15,2 4-1 0,4-7-2 0,1 5 1 16,9-2 0-16,-1-1-2 0,4 0-1 0,6 4-2 16,6-1 2-16,-3-3-6 0,0 1 1 0,-3-4-1 15,-2 0 0-15,2-2-1 0,-1 1-4 0,-1-1 3 0,-2 1-6 0,-5-4 2 16,1 3-4-16,-4-2 2 0,0-1 2 0,-4 0 1 16,1 0 2-16,-2 0 5 0,-4 0-3 0,0 0 0 15,-3 1-5-15,-3 1 9 0,-2-2-4 16,-7 3 0-16,-1-2-1 0,0 0-3 0,0-1 2 0,-1 2-1 15,1-3 1-15,1-2-4 0,0 1-8 0,3-1-10 16,2-1-6 0,1-2-4-16,1 0-12 0,4-3-30 0,1-2-31 15,5 5-12-15,4-7-2 0,3-2 8 0,4 4 7 16,6-7-2-16,-2 0 15 0,13-1 11 0,-1 0 5 16,-1 0 13-16,0-2 16 0,4 3 16 0,-3-2 17 15,1-1 23-15,-3 1 22 0,-2 1 25 0,2 2 22 16,-8 1 23-16,-5 6 16 0,2-4 15 0,-4 1 12 15,-5 2 25-15,6 0 12 0,-5 1 4 0,0 0-9 0,-2 3-9 0,0-2-16 16,0 1-16-16,-4 2-23 0,5-2-7 0,-5 2-8 16,0 0-23-16,6-3-8 0,-6 3-12 0,0 0-12 15,4-2-18-15,-4 2-4 0,0 0-5 0,0 7-9 16,0 1 4-16,0-2-1 0,0 4-8 0,-1 0-1 16,0 2 7-16,-1-1-4 0,0 5 0 0,2-4 1 15,-4 0 0-15,3 1-4 0,-2-2-16 0,2 0-13 0,0-1-8 16,-1 0-22-16,1 1-16 0,1-3-15 0,-1-2-14 15,-2 1-6-15,2-5-1 0,1 2 7 0,0-4 19 0,-3 6-12 16,3-6-29-16,0 0-34 0,-12-7-61 0,8-1-36 16,0-1-194-16,-4-6-481 0,4-2 213 0</inkml:trace>
  <inkml:trace contextRef="#ctx0" brushRef="#br0" timeOffset="60213.71">30170 4457 223 0,'4'-12'269'16,"-1"2"13"-16,-2 3 7 0,0-1-4 0,1 1-10 15,-1 1-14-15,0 4-17 0,-1-3-33 0,3 0-19 16,-3 5-20-16,0-6-25 0,1 5-17 0,-1 1-28 16,0 0-34-16,0-7-45 0,0 7-41 0,0 0-11 15,0 0 1-15,0 0-21 0,6 11-19 0,-4-6-30 0,-2 3-26 0,1-2-35 16,0 0-62-16,-1 0-176 0,0 1-430 0,0 0 191 16</inkml:trace>
  <inkml:trace contextRef="#ctx0" brushRef="#br0" timeOffset="60598.98">30469 4558 371 0,'0'0'352'0,"0"0"-26"0,0 0-28 16,7 3-46-16,-7-3-30 0,0 0-24 0,1 3-21 15,-1-3-26-15,0 3-6 0,1 1-15 0,-1 0-15 0,0 5-10 0,-1-3-12 16,0 0-12-16,1 5-6 0,-2-1-3 0,2 1-9 16,-2 1-8-16,2-3-5 0,-3-1-5 0,3-1-5 15,-2-3-1-15,2 2-8 0,-2-1-1 0,2-1-3 16,-1-1 4-16,1-3-3 0,-1 3 7 0,-1 1 15 16,2-4 20-16,0 0 25 0,0 0 23 0,0 0 17 15,0 0 6 1,0 0-16-16,0 0-11 0,17-8-8 0,-10-2-16 0,3 6-9 15,-1-3-8-15,0 0-8 0,-3 1-6 0,2 4-9 16,-4-2-3-16,0 1-8 0,-1-1-3 0,1 3-3 16,-4 1-8-16,4-3-8 0,-4 3-27 15,0 0-30-15,5-4-9 0,-5 4-30 0,0 0-24 16,19 4-19-16,-11-1-33 0,2 1-25 0,-1 0-23 16,0 1-22-16,1-1-36 0,1-1-33 0,-2 3-288 0,-2-3-629 0,1-2 280 15</inkml:trace>
  <inkml:trace contextRef="#ctx0" brushRef="#br0" timeOffset="61030.92">30786 4557 7 0,'5'-7'283'15,"-1"-5"7"-15,1 4-3 0,-1 1 12 0,-3 1 13 0,3 0-24 0,-1 0-22 16,-2 2-26-16,2 0-23 0,-2 2-28 0,3-2-24 16,-4 4-26-16,1-3-11 0,-1 3-29 0,0 0-15 15,0 0-14-15,0 0-9 0,0 0-5 0,5 12 6 16,-5-3-20-16,-2 3-7 0,2 0-2 15,-3 5 3-15,2-2-9 0,-2 0 2 0,3 0-6 0,-1 1-1 16,2-2-2 0,-2 1-9-16,1-4 6 0,1-1-1 0,-1 2-6 15,0-2 4-15,0-2 0 0,3 1-3 0,-2-4 2 16,-1-2 1-16,0 2 2 0,0-1 0 0,0-1 17 16,0-3 25-16,3 3 21 0,-3-3 33 0,0 0-11 15,7 0-6-15,-7 0-6 0,11-6 3 0,-6 0-7 0,5 0-11 16,-4-2-2-16,1-3-10 0,2-4-3 15,1-1-10-15,1-6-8 0,-4 5-1 0,0-8-7 0,-2 6-4 0,-1 2-1 16,-3 0-7-16,-1 3-3 0,0 3-1 0,-1-1-3 16,-1 3-6-16,-2 0-2 0,-2 0 2 0,0 2-12 15,-3 1-4-15,2 3 0 0,-5 1-2 0,3 0 1 16,-2 4-2-16,1 0-2 0,2-1-14 0,0 1-1 16,-2 3-5-16,6-3-29 0,-1 4-3 0,1-2 1 15,0 1 6-15,4 1 4 16,0 2 7-16,4-1 17 0,4 1-23 0,3 1-16 15,7-7-36-15,9 6-37 0,3-1-50 16,-1-3-67-16,2-4-66 0,-2-4-277 0,-2 2-651 0,-8-1 288 16</inkml:trace>
  <inkml:trace contextRef="#ctx0" brushRef="#br0" timeOffset="61447.05">31175 4093 259 0,'0'-2'343'0,"0"2"-21"0,2-6-39 0,-2 2-32 16,0 4-26-16,0 0-26 0,4-3-26 0,-4 3-14 16,7 10-20-16,1 1-12 0,4 6-15 0,-2 8-11 15,8 5-14-15,-4 15-7 0,0-1-9 0,-1 5-8 16,-5 3-4-16,-7 4-6 0,-2 2-2 0,-7 24-4 15,-6-28 0-15,-3 3-5 0,-11-1-3 0,-13 16 2 0,9-26-2 0,-10-2-8 16,-5-5-6-16,-3 0-8 0,0-3-25 0,-7-7-35 16,-21 11-45-16,19-14-43 0,-29 3-63 0,24-12-310 15,0-1-545-15,-2-11 241 0</inkml:trace>
  <inkml:trace contextRef="#ctx0" brushRef="#br0" timeOffset="62201.63">26908 4221 83 0,'-5'-4'215'0,"0"4"-20"16,5 0-23-16,-17 4-21 0,3 8-16 0,-7 5-17 0,-1 7-9 15,-9 15-14-15,0 5-4 0,2 9-8 0,-4 21-5 16,8-16-7-16,6-1-6 0,1 27 22 0,8-26 0 15,6-4-5-15,10 4 5 0,7-5-2 0,8-5-8 16,11 2-5-16,5-8-4 0,5 0-1 0,7-6-11 16,3-1-25-16,2-4-35 0,-1-3-59 0,0-4-75 15,-5-3-239-15,6-3-406 16,-4-8 180-16</inkml:trace>
  <inkml:trace contextRef="#ctx0" brushRef="#br0" timeOffset="63620.34">32024 4403 166 0,'0'-3'234'0,"2"0"-16"15,-2 3-15-15,2-6-19 0,-2 6-21 0,-6-3-17 16,3 1-21-16,-4 1-5 0,-5 1-13 0,-1 0-11 16,-6 0-9-16,-2 4-5 0,-5 2-5 0,-5 4-12 15,4-3-6-15,-1 3 1 16,1 3-14-16,1-2-1 0,7-1-6 16,-5 4-3-16,7-1 4 0,0-1-14 0,0 6 4 15,2-5-7-15,5-1-3 0,2 5 0 0,0-5-1 16,4-2-2-16,2 2-2 0,1 1 1 0,1-4-5 0,5 3 6 15,1-5-2-15,3 3 2 0,0-1 2 0,8-4 1 16,0 0 0-16,3-3 4 0,-1 0 2 16,-1-2 3-16,2-4 10 0,-4 0 9 0,4-2 14 0,-5-5 10 0,0-2 8 15,5-5-3-15,-6-3 1 0,1-1-4 0,-4-6-11 16,-1-1-1-16,-1 0-2 0,-3-6-9 0,-1 2 3 16,0-14-4-16,1 9-6 0,-3-9-4 0,0-1 6 15,-3 14 7-15,0 1 22 0,0 2 14 0,0 4 15 16,-1 7-11-16,-3 3-2 0,3 5-12 0,-1 2-8 15,1-1-12-15,1 6-2 16,-1-3-10-16,1 3-21 0,-2 1-37 0,2 4-39 16,-1-3-7-16,1 3 3 0,0 0 4 0,-9 20 6 15,5-3 6-15,-3 10 4 0,-2 2 3 0,1 0 8 16,0 5 4-16,3 0 1 0,-5 0-2 0,5-2 4 16,-1 1 2-16,4-4 3 0,1 0-6 0,-2 2 6 15,3-8 3-15,0-2-2 0,-3-3 5 0,3 7 0 16,2-9 5-16,-2-5-2 0,0 1 2 0,0-5 2 0,1 2 1 15,-2-3-2-15,1-1-1 0,0-1 4 0,-2-1-2 16,2-3 12-16,0 5-13 0,0-5 11 0,2 4-2 16,-2-4 2-16,-2 4 11 0,2-4-13 0,0 0-2 15,0 0-6-15,0 0 2 0,0 0 6 0,0 6-9 16,0-6-9-16,0 0-20 0,0 0-17 0,0 0-28 16,0 0-28-16,0 0-29 0,0 0-28 0,0 0-36 0,0 0-39 0,0 0-17 15,0 0-247-15,0 0-537 0,0 0 238 0</inkml:trace>
  <inkml:trace contextRef="#ctx0" brushRef="#br0" timeOffset="64090.2">32334 4279 242 0,'2'-5'360'0,"1"1"-18"16,-2-2-25-16,4 3-30 0,-2-1-28 0,-2 2-30 15,-1 2-26-15,5-3-25 0,-5 3-39 16,0 0-12-16,0 0-12 0,0 0-13 0,1 16-11 16,-3-6-16-16,-1 2 6 0,-2 6-16 0,-1-1-8 0,2 4-4 0,-4 4-7 15,3 1-3-15,1-2-7 0,-2 1 0 0,2 2 0 16,3-8-7-16,-2 0 1 0,3-1-3 0,0-1-4 16,0-2-4-16,0 1 1 0,0-7-2 0,4 1 1 15,-4 0 4-15,0-5 2 0,3 1 16 0,-1-2 19 16,-2-4 34-16,5 7 27 0,-5-7 16 0,12 0 9 15,-6-3 2 1,8 1-5-16,3-8-12 0,1 0-10 0,3-6-9 16,1-3-8-16,1 1-11 0,2-6-11 0,0-1-11 15,-2-5-7-15,5-9 8 0,0 0-13 0,-10 8-4 0,-2-1-5 16,-4 1-3-16,-1 2 0 0,-6 1-4 0,-3 3-2 16,-6 5-1-16,2 1-6 0,-5 3-2 15,0 0-8-15,-6 4-3 0,-1 1-8 0,-5 2 0 16,-8 5-2-16,-1 4-5 0,-3 2 1 0,-1 6-2 0,-2 1-2 0,2 4 3 15,5 4-13-15,0 4-17 0,5 0-11 0,5-1-30 16,6-3-9-16,7 1 9 0,-1 1 9 0,12 1 0 16,8 1 12-16,9 2 3 0,11-6-7 0,24 3-32 15,31-4-87-15,1-3-59 0,6-7-85 0,-5-5-142 16,-27-5-264-16,-4-2-775 0,0-7 343 0</inkml:trace>
  <inkml:trace contextRef="#ctx0" brushRef="#br0" timeOffset="66572.56">24231 6456 219 0,'3'-7'218'0,"-1"0"-3"16,0 1 0-16,1 2-7 0,0 0-14 0,-1 1-5 16,-2 0-23-16,0 3-13 0,4-6-16 0,-4 6-19 15,0 0-19-15,0 0-10 0,0 0-13 0,-14 15-7 16,1-1-7-16,-8 6-5 0,-1 3-5 0,-4 1-7 15,2 2-6-15,0 0-5 16,1 2-5-16,2-1 10 0,2-1-18 0,1-1 1 16,5-1 0-16,6-5-7 0,0-1 11 0,1-2 3 15,7-1 8-15,4 1 9 0,-1-5 3 0,6-1 9 16,8-1 0-16,14-2-4 0,7-5 1 0,16-4-5 16,-1-2-6-16,0-4 2 0,-17-1-2 0,0-1 14 15,-3-3 10-15,-5-2 14 0,-5-1 14 0,-6-6-3 16,-4 7-1-16,-7-4-7 0,0-5-9 0,-7 0-14 0,-4-3-23 0,-5 1-3 15,-6-2-4-15,-3 2-2 0,-6 0-12 0,-7 5-18 16,-1 0-19-16,-15 0-32 0,-3 3-28 0,-2 9-42 16,1 4-53-16,12 2-63 0,2 3-100 0,9 0-205 15,6 0-586-15,12-2 260 0</inkml:trace>
  <inkml:trace contextRef="#ctx0" brushRef="#br0" timeOffset="67688.87">25102 3543 78 0,'3'-2'265'0,"-2"-2"-26"0,-1 4-27 0,4-3-27 16,-4 3-23-16,0 0-29 0,0 0-14 16,0 0-16-16,0 0-11 0,1 14-5 0,-2-4-11 15,-1 2-6-15,-1 5-4 0,-5 2-8 0,-2 6-7 0,-1 1-9 16,0 4 7-16,-5-1-5 0,0 5-7 0,1-6 1 0,0-1-7 15,0-2 2-15,2-4-7 0,3-6-2 0,3-6 1 16,1 0-6-16,3-1 1 0,-1-3 44 0,-1-1 36 16,0 1 37-16,4-2 38 0,-2 1 43 0,3-4 6 15,0 0-29-15,0 0-24 0,8-18-23 0,-2 1-22 16,3 2-3-16,8-11-16 0,-3 1-8 0,2 2-13 16,2 2-12-16,-5 5-2 15,0-2-16-15,-4 9 0 0,0 0-9 0,-3 3-2 16,1-3-16-16,-3 4-18 0,-1 4-52 0,4-1-15 15,-7 2 6-15,11 3 10 0,-2 2-18 0,1 6-12 16,-1 4-13-16,3 0-20 0,2 10-24 0,-1-3-32 16,-3 1-44-16,0-4-55 0,2 3-79 0,-2-8-190 15,0 1-572-15,-4-8 254 0</inkml:trace>
  <inkml:trace contextRef="#ctx0" brushRef="#br0" timeOffset="68090.19">24773 3659 76 0,'-12'1'170'0,"1"0"-19"0,3-1-14 15,3 1-13-15,5-1-13 0,-13 0-8 0,8 0-14 16,5 0-8-16,-8 2-9 0,8-2-7 0,-5 0-10 15,5 0-1-15,-5 2-11 0,5-2 4 0,0 0-11 16,0 0 0-16,0 0 7 0,0 0 4 0,-5 1 7 0,5-1 4 0,0 0 1 16,0 0 3-16,-7 0-5 0,7 0-1 0,0 0 3 15,0 0 0-15,0 0 8 0,0 0 12 0,0 0 1 16,0 0 9-16,0 0 7 0,0 0 10 0,0 0-5 16,0 0-6-16,0 0-2 0,0 0-9 0,30-7-2 15,5-1-9-15,18-1-8 0,38-10-9 0,4 1-2 16,9 0-6-16,-1 2-6 0,5-1-7 0,-3-1 3 0,-6 1 8 0,-5 3-2 15,-29 3-4-15,-4 1-6 0,-7 2 3 0,-14 2-4 16,-10 0-3-16,-10 3-1 0,-3 0-8 16,-5 0 1-16,-2 2-12 0,-3-2-18 0,-2 2-20 15,-5 1-42-15,0 0-48 0,0 0-58 0,-31 5-94 0,2-2-241 16,1 2-553-16,-2-4 245 0</inkml:trace>
  <inkml:trace contextRef="#ctx0" brushRef="#br0" timeOffset="105802.39">3169 8765 59 0,'0'0'115'0,"2"-2"0"0,1-2-19 16,-3 4 0-16,2-6-2 0,-2 6-6 0,0 0 6 15,1-2-12-15,-1 2-1 0,0 0 7 0,0 0-1 16,0 0 6-16,0 0-2 0,-1-5 6 0,1 5 4 16,0 0 1-16,0 0-3 0,-5-3 3 0,5 3 5 15,0 0-8-15,0-5-4 0,0 5-2 0,-1-7-6 16,2 3 3-16,-1 1-2 0,3-2-1 0,-1-1-9 0,-2 1-1 0,0 2-5 16,1 0-5-16,-1 3 0 0,0-7-4 15,0 7-8-15,0-3-6 0,0 3-9 0,2-4-10 0,-2 4-23 16,0 0-37-16,0 0-20 0,0 0 9 0,-2 16-1 15,1-1 4-15,-5 5 2 0,2 6 3 0,-5 8 9 16,0 2-4-16,-1 10 2 0,-2 1 8 0,5-11-2 16,-5 10 3-1,5-12 4-15,0 12 3 0,1-11-1 0,-1-2 4 0,4-2 0 16,-1-2 2-16,0 0 11 0,0-5 4 0,3-7 1 16,-2-1-1-16,2-3-2 0,1-4 0 0,-1-1 3 15,2-3 5-15,-5 0 18 0,4 1 13 16,0-2 28-16,0-4 9 0,0 5 15 0,0-5 12 0,3 4 12 15,-3-4-9-15,0 0-28 0,0 0-32 0,-4-12-19 16,1 2-31-16,3 1-27 0,-2-7-36 0,4-1-45 0,-2-11-62 16,4 0-54-16,0-4-289 0,5-2-550 0,0-11 244 15</inkml:trace>
  <inkml:trace contextRef="#ctx0" brushRef="#br0" timeOffset="106141.29">3179 8586 5 0,'-5'-1'172'0,"-2"-3"-4"16,3 3-5-16,4 1 1 0,-5-3-5 0,5 3 0 15,-5-2-9-15,5 2-8 0,0 0-7 0,0 0 4 16,0 0-12-16,-5-1-8 0,5 1-11 0,0 0-9 16,0 0-5-16,0 0-9 15,0 0-8-15,-3-3-8 0,3 3-3 0,0 0-7 16,0 0-7-16,0 0-9 0,11-3 1 0,0 3-5 15,11-1-2-15,11-1 1 0,6 0 10 0,22 1 10 16,5-1 4-16,25-1 5 0,-26 4 5 0,-4-2 0 16,1 1-7-16,-2 0 0 0,-20 0-12 0,-2 0-1 15,-5 0-5-15,-2 0-7 0,-12 0-5 0,-4 0-7 16,-3 0-1-16,-2 0-3 0,0 0-4 0,-3 0-11 0,-4 0-6 0,-3 0-20 16,0 0-16-16,9 0-4 0,-9 0 3 0,0 0-12 15,-7 8-4-15,-2-1-29 0,-6 1-28 0,-2 2-34 16,-6 3-39-1,5-1-47-15,0-3-208 0,0 3-471 0,4-1 208 16</inkml:trace>
  <inkml:trace contextRef="#ctx0" brushRef="#br0" timeOffset="106504.68">3221 9111 78 0,'-4'0'276'0,"4"0"-17"0,-5 3-6 16,2-2-25-16,3-1-16 0,-7 0-16 0,7 0-18 15,0 0-19-15,0 0-16 0,23-4-17 0,5 3-10 16,4-5-13-16,6 1-1 0,20-2-7 0,3 1-8 0,2 0-3 0,-3-2-5 15,-4 1-8-15,-5 1-8 0,-15 3-6 0,-4 0-6 32,-5 1-4-32,-10-1-5 0,-4 2-2 0,-4 0-5 15,0-1-4-15,0 2-3 0,-5-1-3 0,-4 1-1 16,9 0-7-16,-9 0-2 0,6-1-5 0,-6 1-7 0,0 0-5 0,0 0-21 0,-28 4-15 0,15-1-20 16,2 1-15-16,-2 1-28 15,2-2-28-15,-2 4-34 0,3-4-18 0,2 2-247 16,0-1-463-16,3-2 205 0</inkml:trace>
  <inkml:trace contextRef="#ctx0" brushRef="#br0" timeOffset="107238.63">4149 8958 75 0,'2'-4'375'0,"-1"1"-38"0,-1 3-33 0,6-4-38 16,-4 4-26-16,3-4-27 0,-5 4-24 0,12-3-22 16,-6 3-16-16,3 3-15 15,4 1-17-15,2 2-14 0,2 5-10 16,-2-4-9-16,3 7-9 0,-4 0-11 0,5 6-7 16,-2 0-3-16,-2 1-9 0,-2 1-2 0,-4-5-7 0,1 9-1 15,-6-1-4-15,1-6-4 0,-2 1-5 0,-3 0 1 16,-2-2-3-16,-1-1-3 0,-1-4-2 0,1-2-1 15,-2 2 0-15,1-8 4 0,0 1 1 0,2 1 13 16,-2-3 31-16,3 1 24 0,-2-3 34 0,3-2 25 0,0 0 3 0,0 0 1 16,0 0 2-16,-9-7-9 0,9-2-15 15,3-3-7-15,1-5-20 0,2 1-11 0,11-10-18 16,-1 2-19-16,6-1-19 0,2 0-19 0,3 1-11 16,1 0-16-16,0 4-13 0,3 2-11 0,-2-1-18 0,3 4-23 15,-2 3-5-15,-1 0-34 0,2 1-15 0,-1 2-16 16,-3 2-13-1,0 4-7-15,3-2-11 0,-9 3-7 0,-2 2 1 16,-1 0-2-16,0 0 4 0,-5 0 4 0,2 1 21 16,-2 0 14-16,-4-1 12 0,1 3 13 0,-2-3 11 0,-3 2 16 15,0-2 20-15,1 1 23 0,-6-1 26 16,8 0 20-16,-8 0 24 0,5 2 14 0,-5-2 8 16,7 0 9-16,-7 0 7 0,0 0-2 0,0 0-9 15,5 0-5-15,-5 0-9 0,0 0 0 0,0 0-6 0,0 0-6 0,5 3-8 16,-5-3-3-16,0 0 0 0,0 0-1 0,-13 11-3 15,8-6-3-15,0 5 3 0,-3-3-7 0,-2 3-1 16,-3 2 1-16,0 0 0 0,3-4 0 0,1 8-3 16,-3-3-3-16,4-1 6 0,-1 2-6 0,4-2 2 15,2-2 2-15,-3 1 0 0,5-2 2 0,1 2 1 16,-2-1 1-16,4 0 2 0,1-2 5 0,2-1 16 0,3 0 21 0,4-2 17 16,4 2-13-16,1-4 7 0,3-3 1 0,-1 1 4 15,2-3 8-15,-3-3 9 0,-2 3-1 0,1-5 1 16,-2-2-4-16,1 1-7 0,-3-5-6 0,0 2 10 15,-2-2-22-15,-5-3-6 0,0 5-3 0,0 0-5 16,-4-4-7-16,-1 2-1 0,-1 2-2 0,-1 1-8 16,-4-1-5-16,-2 1-22 15,-3 2-9-15,0-2-6 0,-2 5-11 0,0-2-13 16,-5 1-14-16,5 5-28 0,-1-1-30 0,0 0-40 16,-1 4-29-16,0 0-47 0,5 3-27 0,-4-1-242 15,7 2-544-15,2-3 242 0</inkml:trace>
  <inkml:trace contextRef="#ctx0" brushRef="#br0" timeOffset="107740.46">5420 9058 129 0,'0'0'397'0,"4"-2"-20"0,-4 2-33 0,0 0-34 0,4-2-35 16,-4 2-35-1,0 0-24-15,0 0-29 0,0 0-7 0,0 0-37 16,0 0-17-16,5 7-14 0,-5-3-12 0,0 2-13 0,-1 1-6 16,1 2-10-16,-3 1 2 0,-1 3-19 15,0-2-8-15,1 3-8 0,0-2-9 0,-1-1-9 16,3 0 1-16,-2-5-6 0,2 2 0 0,0-2-1 16,-2-2-1-16,3 0 7 0,-1-2-5 0,1 2 12 0,0-4 24 15,-3 3 25-15,3-3 15 0,0 0-1 0,0 0-12 0,13-8 6 16,-4 1-20-16,3-1-4 0,2-3-9 0,4-1-5 15,-2 0-4-15,5-5 1 0,-1 1-14 0,-3 2 17 16,-2 3-16-16,-1 2-4 0,1 0-1 0,-7 2 1 0,0 3-7 16,-2 1-4-16,-2-1-7 0,1 3-1 15,-4-1-8-15,-1 2 3 0,7-4-15 0,-7 4-27 16,6 0-2-16,-6 0 1 16,5 6 5-16,-2 0-15 0,-2 0 1 0,-1 5-14 15,0 0 6-15,0 1 3 0,1 4 2 0,-2-3 5 16,1-5 5-16,-1 4 4 0,1-6 3 0,1 0-1 15,-1 1 21-15,0-2-1 0,0-5 19 0,1 5 20 16,-1-5-5-16,13 0-1 0,1-3 2 0,-1-2 13 16,5 0 14-16,-3-4-5 0,4 2 2 0,-3-3 5 15,0 3-4-15,-2 0-7 0,-1 1-5 0,-3 3-3 0,2-3-3 0,-2 3-3 16,-1-1-1-16,0 1-12 0,1 3-6 0,-1 0-9 16,3 4-40-16,-1 2-38 0,4 1-43 0,-1 5-61 15,1 2-88-15,-3-3-361 0,1 3-688 0,0-2 305 16</inkml:trace>
  <inkml:trace contextRef="#ctx0" brushRef="#br0" timeOffset="108695.1">7015 9162 199 0,'0'0'209'0,"0"0"-10"0,0 0-7 16,0 0-14-16,0 0-18 0,0 0-16 0,0 0-9 31,18-4-10-31,-7-1-12 0,12 1-10 0,4 2-13 15,5-8-9-15,-3 4-8 0,6-6 4 0,-2 0-15 0,2 2-3 0,-1-5-6 16,-2 1-3-16,0 0-3 0,0-1-3 0,-3 0-1 16,-1-6-4-16,-1 3-6 0,-2-1 0 0,-10 5 10 15,0-1 10-15,-4 1 14 0,-3 4 4 0,1-4-8 16,-5 4-8-16,-4 0-7 0,-4 2-5 0,-1-1-14 16,-10 4 0-16,-2 0-3 0,-11 1-6 0,-3 2-3 15,-2 5-3-15,0 3 0 0,-5 2-5 0,-1 3-5 0,-9 3 3 16,15-1-4-16,-2 1-1 0,3 3-4 0,4 0 2 0,1 0-3 15,8 2-2-15,5-2-2 0,2 0-1 0,5 0 0 16,1 3 6-16,6-3 1 0,8 3 3 0,6 1 2 16,9-2 1-16,12-2 0 0,12 2 1 15,7-5 0-15,3-5 3 0,6-3 1 0,0-1 0 0,4-4 8 16,-4 1-3 0,-7-2-1-16,-18-3-2 0,0 1 2 0,-6-1-3 15,-4 2-1-15,-11 0 5 0,-4-1 19 0,-1 1 15 16,-5 0 8-16,1-2 3 0,-4 2-13 0,0-3-7 0,-3 1 1 15,-1 3-16-15,-5-6-17 0,1 5-17 16,-5-4-16-16,-1 3-19 0,-3 0-24 0,4 1-31 16,-5-1-34-16,5 0-39 0,-3 2-44 0,4 2-265 15,1-4-521-15,7 2 232 0</inkml:trace>
  <inkml:trace contextRef="#ctx0" brushRef="#br0" timeOffset="110375.98">8212 8922 164 0,'0'-4'364'0,"1"-1"-20"16,-2 0-28-16,5 0-26 0,-4 1-32 0,0 4-29 15,1-5-25-15,2 3-18 0,-3 2-36 0,0 0-26 16,0 0-17-16,0 0-14 0,5 11-14 0,-4-4 10 0,-1 3-29 15,4 6 0-15,-4 2-6 0,0 9-11 0,-4-3-2 0,4 2-3 16,-1 2-6-16,-3 0-1 0,0 1 0 0,4-1-5 16,-5-1-2-16,1-4-1 0,8 3-3 0,-9-8-2 15,5-3 1-15,0 2 0 0,0-4-4 16,0-4 1-16,0-1 1 0,0-1-3 0,0 0 0 0,0-2 9 16,0-2 23-16,0 1 22 0,0-4 40 0,0 5 27 15,0-5 33-15,0 0-5 0,0 0-18 0,0 0-14 0,13-15-15 16,-11 6-10-16,5-3-8 0,-2-2-17 0,-1-6-12 15,6-6-28-15,-5-3-27 0,3-1-25 0,-3-1-39 0,-3 0 10 16,1-1-10-16,-3 6 12 0,-3 0 2 0,-3 1-4 16,-3 1-7-16,0 7 17 0,-5 2-6 15,-8-3-5-15,4 6 9 0,-6 1-10 0,-4 1 14 16,0 4-4-16,0 4 14 0,1 2-11 16,-1 1 0-16,6 4 5 0,0-2-6 15,2 6 6-15,3-2-21 0,1 1-7 0,0 1-11 16,2 2-1-16,8-2 5 0,0 3 3 0,0-3 4 15,5 3 8-15,5 1 3 0,2-3 5 0,9 6 13 16,7-1-5-16,9-3-13 0,1-4-6 0,4 1-15 0,1-5 1 16,2-3 2-16,13 1-1 0,-1-6 2 15,-13-2 9-15,0 1 0 0,-1-2 6 0,-1-5 5 0,0-2 15 0,-4-1 6 16,-4 1 17-16,-1-1 29 0,-1 0 12 0,-10 1 29 16,-2 3 22-16,-1-1 13 0,-3-1 31 0,-2 3 3 15,0 1 9-15,-2 1 9 0,-2-1 1 0,-1 3-1 16,1 1-12-16,-1-1-17 0,0 3-19 0,-1 1-13 15,-2 2-16-15,1-3-24 0,-1 3-33 0,0 0-31 16,0 0-1-16,0 0-5 16,2 10-2-16,-4-2 6 0,1 3-9 0,-3 2 2 15,3 3 6-15,-3 4 5 0,0 3 0 0,0-3-2 16,0 9 2-16,1-11 3 0,2 0-1 0,-2 0 2 16,3-2 8-16,-3-6-13 0,3 4 9 0,0-5 2 15,2-1-3-15,-2-3 5 0,0 0 2 0,0-1 11 16,1-1 27-16,-1-3 33 0,1 2 12 0,-1-2-7 15,0 0-14-15,15-6 0 0,-7-2-10 0,6-1-3 0,-1-6-5 0,1 2-7 16,0-1-5-16,5-4-12 0,-2-2-5 0,-2 5-7 16,-3 1 0-16,-1 2 2 0,-2 2-7 0,-4 2 2 15,0 1-4-15,-1 3-5 0,0-2-15 0,-3 2-25 16,2 2-21-16,0-1-49 0,0 1-40 0,-3 2-44 16,0 0 9-16,0 0 23 0,9 9 14 0,-5-1 12 15,1-2-2-15,3 9 0 0,2-1 9 0,6-1 5 0,1-1 1 0,7 2-14 16,3-1-13-16,3-1-17 0,-2-2-6 0,1-1-1 15,2-4 0-15,1 1 4 0,1-5 14 0,-2-1 16 16,-7-1 13-16,3-5 27 0,-8 1 26 0,-2 0 40 16,-6-1 45-16,-1 0 43 0,0-3 36 0,-4 1 22 15,-1-1 4-15,0 1-2 0,-4 1-3 0,-1 0-3 16,0 0-11-16,0 0-7 16,-4 1-4-16,2-1-11 0,-2 2-14 0,-1 1-6 15,-1-1-12-15,-2 2-7 0,-1 1-6 0,-2 2-3 16,0 2-3-16,0 3-9 0,-2 0 0 0,0 2-10 15,-1 3 4-15,0 0-6 0,0 2 8 0,1-2-7 16,4 5-2-16,-1-6-8 0,5 0 9 0,-3 2-12 16,4-2-2-16,3-2 4 0,-3 0 2 0,3-3 1 15,0 2 5-15,1-6 2 0,6 6 12 0,-1-6 7 0,8 1-1 16,2-3-7-16,2-2 0 0,5-2 9 0,-4-1-6 0,1 0 2 16,5-3 1-16,-5-1-6 0,-1 1-5 0,6-1 4 15,-4-1-2-15,-4 2-9 0,2 1 1 0,-4 0-4 16,-1 3 2-16,-3 1 5 0,-3 1-5 15,0-3-2-15,1 6-4 0,-3-2-3 0,1 2-3 0,-6 1-2 16,12 0-1 0,-7 1 0-16,3 0 1 0,2 2-2 0,1 3-15 15,1 0-8-15,6 3 0 0,-3-2-5 0,4 3-5 16,0-3-10-16,7 3 1 0,1-2-5 0,-5-3-4 16,3 1-4-16,-3-1 5 0,0-2-5 0,-1-6 6 0,-2 3 6 15,-2-4 10-15,-3-1 9 0,-1-2 10 16,2-3 20-16,-1-2 28 0,-2-1 8 0,-1-2 5 15,-2-1 22-15,-1-2 2 0,2-7 12 0,-1-1 5 0,1-2 2 0,0-4 0 16,1-3 11-16,-2 1-6 0,-1-2 1 0,3 4 4 16,-2 2 14-16,-3 4 1 0,0 9 4 0,-2 1-1 15,0 6-11-15,-1 0-13 0,-2 3-15 0,0 2-21 16,1 0-47-16,0 0-46 0,-2 5-44 0,0 0 11 16,0 0 4-16,0 17 6 0,-4 0 8 0,-1 10 14 15,-4 4 5-15,0-1-3 0,0 3-11 0,-1-1-12 0,0-1 0 0,2 0-5 16,2-2-4-16,-2-2-2 0,3 0-4 0,1-9-3 15,-1-1-3-15,4-4-7 0,0-1 6 0,-2-5 6 16,3-2 11-16,-1 2 11 0,-2-2 28 0,1 0 18 16,2-5 4-16,0 0 2 0,0 0 0 0,-17-9 1 15,8 1-2-15,-1 0 12 0,-7-4-4 0,-1 0-5 16,-3 1 1 0,-2-5 2-16,-3 3-1 0,2 1 1 0,7 3 2 15,-1 2 3-15,3-2 1 0,1 4-1 0,5 1 4 0,0-1 2 16,0 2 5-16,4-1 5 0,1 4 0 0,0-3-2 15,4 3 1-15,0 0-4 0,0 0 2 0,16-3-2 16,4 6-2-16,13-5 2 0,6 4-4 16,16-2 1-16,5 3-1 0,-2-3-3 0,1 2 1 15,1-2 0-15,4 1 0 0,-5 1-1 0,0-3 0 0,-2-1 0 0,2 0 5 16,-8-1 4-16,-15 1 11 0,-3 1 15 0,-5-1 15 16,-10-1 30-16,-5 2 18 0,-3-1 22 0,-1 1 5 15,0 0 6-15,-4 0-21 0,2 1-17 0,-2-1-10 0,-5 1-7 16,7 0-11-16,-7 0-13 0,0 0-12 0,9 1-11 15,-9-1-3-15,0 0-7 0,3 5-2 16,-3-1-3-16,0 1-12 16,1 0-14-16,-2 2 0 0,2 1-4 0,-2 4 7 15,1-2-4-15,0 2 4 0,0 0-3 0,1 4 4 16,-1-4-16-16,0 1-8 0,0-2-11 0,0 0-20 16,1 1-20-16,-1-5-14 0,0 0-17 0,0 0-25 15,0-2-17-15,0 0-8 0,0-2-6 0,-1 1 2 16,1-4-61-16,0 0-302 0,0 0-572 0,-15-10 254 0</inkml:trace>
  <inkml:trace contextRef="#ctx0" brushRef="#br0" timeOffset="110529.61">10454 8678 12 0,'0'-10'415'0,"1"3"-20"0,1-2-21 0,-2 4-22 16,0-1-27-16,0 0-27 0,0 3-27 0,3-1-31 15,-3 4-29-15,0-5-40 0,1 2-55 0,-1 3-54 0,0 0-49 0,0 0-24 16,0 0-23-16,0 0-37 0,14 11-42 0,-7-1-44 31,4-2-51-31,-1 4-236 0,-1-2-480 0,5 2 212 16</inkml:trace>
  <inkml:trace contextRef="#ctx0" brushRef="#br0" timeOffset="110914.43">10971 8794 292 0,'0'0'297'16,"1"-8"-25"-16,-1 8-23 0,-1-5-23 0,1 5-28 0,-4-3-21 16,0 1-19-16,4 2-18 0,-10 0-18 0,2 2-11 15,-2 2-11-15,0 0-13 0,-7 7 4 0,2-4-18 0,1 4-9 16,1 2-10-16,-2-1 0 0,5 0-9 0,-2-4-5 16,2 6-6-16,6-4 0 0,-1 0-6 0,1 2-1 0,4-3 6 15,1 2-5-15,3-1-2 0,4 1 0 16,2-5-2-16,4 5 1 0,8-6-1 0,-2 1-3 15,6 0-1-15,-6-6 0 0,2 0-2 0,0-3 15 16,-6 0 16-16,2-3 2 16,-4-2 4-16,4-1-1 0,-9 1-12 0,4-4 0 15,-3-2-1-15,-2-1-10 0,-3 0 3 0,-1-1-6 16,-2 1-6-16,-3-2-1 0,0 5-6 0,-4-1-1 16,-4-1-13-16,-4 0 0 0,-1 5-6 0,-3-1-3 15,3 3-6-15,-5 2-15 0,1 2-9 0,-5 1-17 16,2 4-32-16,0 1-28 0,2 1-37 0,0 1-34 0,2 5-17 15,3 0-42-15,1 2-195 0,7-5-476 0,3 4 211 0</inkml:trace>
  <inkml:trace contextRef="#ctx0" brushRef="#br0" timeOffset="111245.77">11197 8860 144 0,'3'-2'391'0,"-3"2"-34"16,6-1-19-16,-6 1-48 0,0 0-33 0,4-3-26 16,-4 3-26-16,0 0-28 0,0 0-19 15,0 0-23-15,0 0-8 0,5 6-15 0,-5 3-13 0,-2-2-6 16,-1 5-14-16,-1-1-8 0,-1 4 6 0,1-3-14 16,0 1-7-16,0-3-4 0,-1-1-13 0,4-2-3 0,-1-2 14 15,-1 3-14-15,3-4-2 0,0-1 16 0,-1 0 39 16,1-3 26-16,0 0 5 0,0 0-3 0,16-3-5 0,-8-1-2 15,4-4-5-15,4 0-5 0,1 0-13 16,-2 0-4-16,4-1-8 0,-6 1-10 0,0 3-8 16,-1 0-4-16,-2 1-9 0,-1 1-6 0,-2 1-10 15,-2 0-10-15,-5 2-20 0,13 3-25 0,-5 1-23 0,1 4-30 0,2 3-19 16,0 3-37-16,-3 1-34 0,-1 4-51 0,-1-1-65 16,-3 1-105-16,-1-2-228 0,-2-3-670 0,0-2 296 15</inkml:trace>
  <inkml:trace contextRef="#ctx0" brushRef="#br0" timeOffset="112584.42">12925 8553 134 0,'0'0'172'15,"0"0"-9"-15,0 0-11 0,-4-3-2 0,4 3-6 0,0 0-2 16,0 0-6-16,-3-4-10 0,3 4-4 16,0 0-7-16,0 0-13 0,0 0-4 0,0 0-9 15,0 0-5-15,0 0-4 16,0 0-4-16,0 0-2 0,0 0-6 0,0 0-8 15,0 0-5-15,0 0-1 0,0 0-3 0,30 1 2 16,-11-3-5-16,4 2 1 0,5-5-9 0,3 3 1 16,-1 0-4-16,1-3-2 0,0 3-4 0,-2 1 1 15,-1-2 3-15,-7 2-6 0,-2-2 2 0,-1 3-6 16,-7-1 0-16,0 1 6 0,-4-2-5 0,-1 2-4 16,1-2-3-16,-7 2-2 0,9 0-8 0,-9 0-7 0,0 0-4 0,0 0 0 15,0 0-1-15,0 0-1 0,-13 8 2 0,1-4 2 16,-5 1-1-16,-2 2-3 0,-1-1 2 0,-7 5 2 15,7-4-4-15,2 1 1 0,-2 0 4 0,1-2-4 16,2 4 0-16,0-3 6 0,3 1-8 0,2-1 2 16,1-1 0-16,1 0 2 0,1-1-2 0,3 2-2 15,1-4-2-15,-2-1 0 0,3 0 4 0,2 1-2 0,-2-1 6 0,0 2-3 16,4-4 5-16,-5 3 3 0,5-3 2 0,-4 3 1 16,4-3 2-16,0 0 0 0,-1 1-1 0,1-1 4 15,0 0-6-15,0 0 3 0,0 0-1 0,0 0-1 16,0 0 1-16,0 0-3 0,-7 1 0 0,7-1-2 15,0 0 0-15,-5 3 1 0,5-3 5 0,-5 2-8 16,5-2 2-16,0 0-5 16,0 0 2-16,-9 2 2 0,9-2-1 0,0 0-3 15,-3 2 3-15,3-2-1 0,0 0 0 0,0 0-4 16,0 0 0-16,0 0 2 0,0 0 1 0,0 0 0 16,-6 1-3-16,6-1-5 0,0 0 8 0,0 0-9 15,0 0 2-15,0 0-6 0,0 0 2 0,9 9 5 16,-3-4 0-16,5 0 2 0,-1 3-2 0,9 0 4 15,3 5 5-15,5 1 1 0,1-3-5 0,0 4 0 0,-2 1 3 0,-1 1-2 16,2 0 1-16,-4 0-1 0,-1-2 1 16,-7 1-1-16,-1-2 2 0,-2 3-1 0,-1-1-2 0,-4 0 4 15,-1-2-6-15,-5-1-2 0,-2 0 1 0,-3 3 1 16,-5-4-2-16,-6 0 5 0,-2 0 0 16,-11 0 1-16,1-2-3 0,-1-3 4 0,0 0 2 15,0-2 0-15,0-4 2 16,7 0 5-16,0-1-2 0,-1-1 9 0,9 1 6 0,-1-1 6 15,5-1 17-15,-1 2 9 0,1 0-6 16,4-2 11-16,-1 1 10 0,6 1 1 0,-7 0-7 16,7 0 6-16,-3-5-21 0,3 5-17 0,12-5-26 15,-2 1-10-15,8 4-22 0,4-3-36 0,-3-1-39 0,11 2-47 16,-4-1-54-16,-4 1-40 0,-5-4-275 0,1 1-558 16,1-2 248-16</inkml:trace>
  <inkml:trace contextRef="#ctx0" brushRef="#br0" timeOffset="113047.47">13031 8582 126 0,'-4'-1'188'15,"-1"0"-8"-15,5 1-7 0,-8-1-8 0,8 1-6 16,-5-2-15-16,5 2-3 0,0 0-10 0,0 0-4 15,-9-1 1-15,9 1-5 0,0 0-9 0,0 0-7 0,0 0-2 0,0 0-7 16,0 0-7-16,0 0-4 0,22-4-14 0,-3 0-5 16,10 1-11-16,7 0-3 0,15-2-7 0,4 0-5 15,5-2-3-15,2 2 6 0,30-4 4 0,-32 7 3 16,0-1-8-16,-1-2-1 0,-3 0-5 0,-18 3-2 16,-5-1-2-16,-2 3-7 0,-9-3 2 0,-4 3-5 15,-6-2-3 1,1 2-6-16,-8 0 2 0,0-2 5 0,-1-1-19 15,-4 3 0-15,0 0-3 0,0 0-17 0,-34 0-23 0,12 3-30 16,-7 0-35-16,1 1-41 0,-1 0-48 0,0-1-256 16,10 2-487-16,-3 0 216 0</inkml:trace>
  <inkml:trace contextRef="#ctx0" brushRef="#br0" timeOffset="117106.63">3929 11414 135 0,'4'-4'188'0,"-1"2"-22"0,3-1-15 0,-1 0-28 0,1 2-2 15,5-3-23-15,1 3-3 0,0 1-15 0,3-3-10 16,2 6-3-16,-1 1-9 0,2 1-8 0,0 0-3 15,-4 4-13-15,3 2 0 0,-1 2-4 16,-4 0-5-16,3 3-2 0,-3 8-3 0,-1 0-2 0,-3 3-2 16,-3-2-6-16,-5 4 6 0,0 0-8 0,-5 0 4 0,-4 1-4 15,1 0 1-15,-6-1-1 0,0 1 7 0,-1-5-10 16,-3 1-1-16,0-4 2 0,0-4-2 0,5-1 2 0,3-5 0 16,0-1-1-16,0-2 1 0,1-1 0 15,1 1 1-15,3-4 11 16,0-1 27-16,-2 0 30 0,4-1 31 0,-1-1 26 0,4-2 28 15,-4 2 5-15,4-2-12 0,0 0-8 16,2-12-27-16,2 2-6 0,8-7-14 0,7-8-10 16,0-3-13-16,13-10-2 0,5-2 0 0,-5-2-21 15,3 4-9-15,-1 0-7 0,2 0-4 0,-4 2 13 16,-13 12-18-16,0 1 11 0,-1 3 3 0,-4 3 3 16,-5 5 22-16,1 2 6 0,-3 2-2 0,-4 3-9 15,0-1-8-15,2 3 2 0,-2-1-26 0,-1 1-31 16,1 1-25-16,-3 2-10 0,0 0 2 0,0 0-2 0,-10 16 5 0,-2-2 4 15,-3 9 7-15,-2 3-1 0,-2 6 1 0,1-2 2 16,4 2 4-16,-3-2 1 0,8 1 0 0,0 1-2 16,3-3 3-16,5 0 2 0,2-4 4 0,5 0 1 15,7-1 1-15,9-6 10 0,5 1-7 0,6-6 4 16,22 1-6-16,4-7-18 0,-1-2-36 0,1-5-44 16,-5 0-54-16,-3-2-46 0,-14-2-79 0,0-2-217 0,0 3-540 0,-5-3 239 15</inkml:trace>
  <inkml:trace contextRef="#ctx0" brushRef="#br0" timeOffset="120529.14">4381 11529 60 0,'-1'-3'129'16,"-2"-2"-1"-16,2 1-13 0,-1 1-14 0,-1 0-10 15,0-3-9-15,0 4-4 0,-4 0-15 0,1-2-4 0,-2 4-11 16,-5 0-4-16,1 0 2 0,-4 0-9 0,-2 6-2 16,-8 2 0-1,10-1-12-15,-11 8 2 0,4-2 1 0,-1 5-7 16,4 2-3-16,-1-1-6 0,-2 1 1 0,5-1-1 0,3 6 4 16,2-4 2-16,3-4-5 0,5 3-8 15,1-1 2-15,1 0 9 0,2-2 0 0,6 0-9 16,3 0 5-16,6-1-4 0,1-6 3 0,12 1 6 15,4-4 0-15,3-1-2 0,5-6-5 0,-2-2 3 0,1-5-2 16,-2-2 10-16,-2-1 1 0,-3-5-2 0,-1-1 8 0,-6 0 5 16,-1-4-1-16,-7 6 4 0,-2-7 5 0,-5 4-3 15,4-8 4-15,-9 8-8 0,-3-3 4 0,-5 1-7 16,0 1 5-16,-6 1-6 0,0 0-4 0,-6 2-2 16,1 6-5-16,-4-4-2 0,1 8-1 0,-3-2-3 15,-10 6-3-15,2 2 2 0,-2 6-2 0,0 2-7 16,-1 4 6-16,2 5-7 0,2 3 2 0,1 2-1 0,0 2 2 0,5 3-1 15,3-2-1-15,1 6 1 0,7-1 2 0,4-2-7 16,2 0-3-16,5-1 0 0,9-5-2 0,5-2 8 16,4-1-1-16,6-3-1 0,7-5 2 0,3-2 2 15,3-5 1-15,3-2-6 0,10-4 3 0,-13-3-5 16,-4-1 3-16,-1-2 6 0,-5-4-4 0,-3 0-1 16,-6 1 4-16,-5-2-2 15,-3-1 1-15,-1 2-3 0,-4-1 2 0,-1-2-1 16,-4-3-2-16,0 3-1 0,-4 3 2 0,-5-3 1 15,-3 2 4-15,-1 2-5 0,-4 2-5 0,0 1 5 16,-4 4 1-16,-1 1-3 0,1 3-1 0,-5 5 0 16,-4-1 2-16,6 7-1 0,-4 0 1 0,1 3-3 15,4 0-3-15,3 1 15 0,-1 1-17 0,10 0 7 16,-1-2 0-16,6-4-6 0,1 0-2 0,1-1 12 0,3 1-7 0,2-3 5 16,4 1-3-16,5-3 1 0,4-2 2 0,4-2 2 15,4-3 1-15,9-3-10 0,-2-3 13 0,-1-3 0 16,0-2 2-16,-2-3 6 0,-7-1 3 0,-4 3 3 15,-1-1 3-15,-2-3-2 0,-3 1 2 0,-2-2-7 16,-1 2-3-16,-3-2 1 0,-3 1 3 0,-2 0-7 16,-2 0-2-1,-2 5-5-15,-2 3 3 0,-6-1-2 0,1 3-5 16,-6 1 4-16,0 4-4 0,-11 4-1 0,5 3 4 16,-6 4-1-16,2 4-1 0,1 3 0 0,0 2-7 0,-1-1 9 15,4 7-2-15,3-1 0 0,3 1 0 0,-3-2-2 16,8 2-3-16,4-8-10 0,4 2 0 15,4-1 0-15,6-2 4 0,3-1 5 0,9-3 1 16,7 2 0-16,8-8 3 0,2 0-2 0,4-8 2 0,2-1 0 0,-1-2 10 16,-4-6-9-16,1 0 5 0,-6 0 13 0,-3-3 13 15,-11 1 1-15,0 0 7 0,-6-1 4 0,0 1 11 16,-4-3 2-16,-1 6-2 0,-4-5-8 0,-4 1 4 0,-2-1-11 16,0 5-9-16,-7-2-3 0,-4 5-14 15,-2 1-19-15,-9 2-24 0,0 5-27 0,-2 1-33 16,0 5-43-16,4 2-78 0,-1 1-125 0,11-2-367 0,4-1 163 0</inkml:trace>
  <inkml:trace contextRef="#ctx0" brushRef="#br0" timeOffset="122116.71">6835 11242 3 0,'0'0'168'0,"0"0"-5"0,-4-3-18 0,4 3-16 0,-3-4-16 16,3 4-5-16,0 0-14 0,0 0-7 16,-2-2-13-16,2 2-4 0,0 0-12 0,0 0-2 15,0 0-8-15,0 0-7 0,0 0-13 0,0 0 7 16,0 0-5-16,0 0-5 0,0 0-3 0,0 0 4 0,0 0-5 16,0 0 0-16,0 0-7 0,0 0 6 15,0 0-5-15,0 0-2 0,0 0-2 0,18 1 7 0,-7-2 4 0,1-2 5 16,2-1 3-16,-2 3 0 0,9-6 8 0,-3 3-3 15,0-4 2-15,-3 2 5 0,4-2 8 0,-2-1-1 16,-6 5 0-16,3-6 3 0,-2 3 0 0,-2-2 3 16,-1 2 5-16,-1 0-2 0,-3 2-4 0,-1-1 2 15,-2 0 1-15,2 2-10 0,-4 0-2 0,0 0-7 16,-4-1-9-16,-2 3-3 0,-7 0-2 0,-4 2-6 0,-4 2-3 0,-7 2-1 16,-3 6-3-16,-1-1-2 0,0 1-1 0,-4 5 0 15,2 2-5-15,-1-3 1 0,2 4 3 0,-9 8-5 16,10-6-3-16,0 1 2 0,3 1 0 0,3 1-1 15,3 1 1-15,4 1-6 0,1-1-5 0,5-2-13 16,7 2-1-16,3-7 6 0,3 3-1 0,7-3 3 16,3 1 5-16,13 1 4 15,7-3 2-15,6-4-2 0,23 0-1 0,5-5-3 16,1-3-3-16,31 0-3 0,-5-8-6 0,-28-2-10 16,0-1-6-16,-4 0-1 0,-4-3-3 0,-4 0-2 15,-14 0-1-15,-4 1 0 0,-3-2 6 0,-6-2 1 16,-8 2 4-16,-1 3-1 0,-8 1 34 0,0-2 5 15,-5 1 4-15,-2 1-6 0,-4 1 1 0,-3-2 5 16,-4 1-8-16,-5 1 13 0,-2 1-10 0,-2 2 1 0,-10 1-1 0,2 4-1 16,-1 1-1-16,1 1-1 0,7 2-1 0,1-1-1 15,-1 3 3-15,2 0-1 0,5 0-3 0,1-1 4 16,4 0-5-16,2 1-9 0,3 2 1 0,1 0 4 16,6-2 5-16,2 2 3 0,10 0 1 0,4-4-1 15,11 0 0-15,3-2-2 0,1-2 10 0,2-2-11 16,0-4-5-1,-4 2 0-15,0-6 4 0,-1 4 1 0,-11-4 0 0,-2 0-2 16,0-1 10-16,-4 2 3 0,1-5-3 0,-10 4 9 16,1 0 10-16,-3-1-4 0,1 0-4 0,-4 0-1 15,-5-2-7-15,1 2 2 0,-1 1-7 16,-4-1-9-16,-4 1-1 0,1 2 2 0,-5-4-11 16,5 8 6-16,1-3-7 0,-2 3-7 0,2 1-14 0,3-3-24 15,-3 4-18-15,4 0-28 0,7 0-32 0,-10 5-141 0,7-3-306 16,3-2 135-16</inkml:trace>
  <inkml:trace contextRef="#ctx0" brushRef="#br0" timeOffset="122547.93">7894 11276 239 0,'0'0'235'0,"0"0"-17"0,0-4-18 16,0 4-19-16,0 0-18 15,0 0-20-15,0 0-12 0,0 0-14 0,0 0-15 16,0 0-10-16,0 0-12 0,0 0-8 0,-9 0-4 16,9 0-12-16,-14 7-8 0,5-2-3 0,-3 0-3 15,0 1-5-15,-1 3-4 0,-1-2-7 0,4 0-1 16,-2 0-4-16,-1 3-2 0,4-3-1 0,0 1-5 15,3 2-2-15,-3-3-2 0,4 2-6 0,2 0-3 16,2-1-3-16,-1 1 3 0,2-3 0 0,2 4 1 0,2-1-5 16,1 0 5-16,4 1-1 0,1-2 1 0,2 0 1 0,-2 1-1 15,0-4 0-15,2 4-3 0,-3-3-11 0,1 0-2 16,-2 1-8-16,-3-2-7 0,-1 0 4 16,2-2-1-16,-5 2 0 0,0-1 2 0,1 1 7 15,-6 0-2-15,-5 2 8 0,0-2-2 0,-5 5 1 0,-1-5-1 16,-6 0 6-1,3 0-2-15,0 1-12 0,-2-1-14 0,2-3-15 16,2 2-32-16,3-1-40 0,-1-2-184 0,2-2-330 16,2 0 146-16</inkml:trace>
  <inkml:trace contextRef="#ctx0" brushRef="#br0" timeOffset="123164.19">8305 11247 115 0,'7'-1'155'0,"0"1"-12"16,5 0-14-16,3 2-16 0,3 1-12 0,0 1-11 15,1 4-12-15,-2 1-10 0,1 0-9 0,-4 0-4 16,1 4-7-16,-3-1-3 0,-1 2-7 0,-3 1-11 0,-2 1 5 15,-2 0-9-15,-1 4 4 0,-3-4-3 0,-5 2-12 16,-1 7 8-16,-5-4-5 0,-2 4 7 0,0-9-4 0,2 0-2 16,-3-2 3-16,1 1-4 0,-1-4 9 0,1 1 5 15,0-5 7-15,-1 2 6 0,2-3 4 0,3 0 4 16,3-4 26-16,1 1 27 0,-1 0 31 0,2-1 29 16,2 1 25-16,2-3-19 0,0 0-5 0,0 0-12 15,0 0-20-15,4-15-16 0,2 5-12 0,4-6-8 16,4-6-12-16,5-2-16 15,2 2-5-15,-1-2-7 0,3 2-7 16,-4-1-6-16,1 4-2 0,-7 5-2 0,-2 1-7 0,-3 4 2 16,-1 0-2-16,-2 4-3 0,0 1 0 0,-1-3-11 15,-1 6-7-15,-1-4-22 0,1 3-22 0,-3 2-11 16,1-3 5-16,-1 3 4 0,0 0 1 0,-5 12 3 16,0-2 6-16,0 0 2 0,0 2 2 0,-1 2-3 15,2-2-1-15,-2 4-18 0,4 2-2 0,2 0 3 0,2 0 4 16,4-3 2-16,2-1 4 0,5-2 5 0,6 0-20 15,13-2-34-15,4-1-48 0,4-6-59 0,15 0-72 0,-4-6-181 16,-1-4-478-16,2 0 211 0</inkml:trace>
  <inkml:trace contextRef="#ctx0" brushRef="#br0" timeOffset="124220.73">9325 11007 141 0,'3'-4'198'0,"-3"4"-20"16,0 0-12-16,1-4-24 0,-1 4-15 0,0 0-11 0,0 0-15 0,0 0-10 16,0 0-17-16,0 0-5 0,0 0-12 0,0 0-2 15,-9 8-5-15,1-1-8 0,-3 6-6 0,-1-3 4 16,-5 4-3-16,-7 3-8 0,-2 1-4 0,1-1-4 0,1 2-3 16,0-2 2-16,2-1-5 0,-1 1 1 0,9-4-3 15,0-1-2-15,1 2-1 0,0-2 1 0,3 0-6 16,2-1-1-1,3-2 3-15,2 0 0 0,-1-1-9 0,4 2 7 16,2-2 4-16,6 0 5 0,0 1 4 0,3-1 5 16,7 2 2-16,5 1 3 0,4 0-6 0,-8-4-4 15,8 3 2-15,-2 1-4 0,-7-5-1 0,1 3-2 16,-2-2-3-16,-3-1 2 0,-5 1-9 0,2-2 1 0,-3-1-4 16,0 2 1-16,-3 0-2 0,-4-1 1 0,2-1 0 15,-3 3 3-15,-4-3 0 0,-4 5 2 0,-2-1 3 0,-4-1-2 16,-4 3 1-16,-4-4-8 0,-6 0 9 0,0-1 0 15,0-3-5-15,0 3 2 0,9 0 2 0,-3-2-1 0,3-3 0 16,2 3-2-16,3-1-1 0,4-1-1 16,2-2 2-16,1 2 6 0,0-1-6 0,3 3 4 15,4-3-2-15,0 0-4 0,0 0-26 0,0 0-19 16,0 0-20-16,26-8-27 16,-4 4-33-16,-2 1-204 0,8-5-353 0,6 5 156 15</inkml:trace>
  <inkml:trace contextRef="#ctx0" brushRef="#br0" timeOffset="124521.15">9593 11341 64 0,'2'-4'327'0,"-1"2"-15"16,-1 2-11-16,3-6-24 0,-1 2-24 0,-2 4-28 15,1-3-25-15,-1 3-22 0,0 0-21 0,3-3-16 16,-3 3-21-16,0 0-13 0,0 0-15 0,0 0-8 15,0 0-11-15,0 0-5 0,0 0-9 0,5 11-10 16,-5-6-5-16,0 1-1 16,1 0-8-16,-1 2 0 0,0 1-6 0,0-1-2 15,0 3-4-15,0-1-2 0,2 0-1 0,-4 0-2 16,2-4-2-16,0 4-13 0,0-3-6 0,0 0-3 16,0 3-12-16,-1-5-10 0,0 1-6 0,1-2-7 15,-3 0 0-15,2 0-2 0,0 0 1 0,-2 1-2 16,-1-3-1-16,4-2-5 0,-5 4-20 0,0-3-20 15,5-1-27-15,0 0-64 0,-15-3-244 0,10-1-461 0,0-3 205 0</inkml:trace>
  <inkml:trace contextRef="#ctx0" brushRef="#br0" timeOffset="124683.89">9572 11162 223 0,'0'-9'293'0,"-1"1"-11"0,2 2-16 0,0-1-19 16,0 1-8-16,-1 2-32 0,0-1-27 0,2 0-19 15,-2 0-19-15,0 5-34 0,2-4-41 0,-2 4-41 0,3-2-20 16,-3 2-21-16,0 0-20 0,6 6-28 0,-2 1-28 16,-2 1-30-16,1 0-77 0,-2 1-123 0,1-1-348 15,-1 1 154-15</inkml:trace>
  <inkml:trace contextRef="#ctx0" brushRef="#br0" timeOffset="125068.92">9885 11314 74 0,'0'0'294'0,"0"0"-32"0,0 0-33 16,0 0-24-16,0 0-25 0,0 0-21 0,0 0-14 15,6 5-14-15,-6-1-15 0,0-1-13 0,1 3-8 16,-1 2-9-16,0-1-11 0,2 0-6 0,-2 3-11 0,0-2-5 15,1 0-4-15,-1 4-8 0,-1-4-2 0,1-1-3 16,0 0-7 0,0-2 0-16,1-1 1 0,-2 2-1 0,2-3-3 15,-1-3 1-15,0 4 1 0,0-4 23 0,0 6 23 16,0-6 27-16,0 4 19 0,0-4 13 0,0 0 10 16,0 0 15-16,0 0-27 0,0 0-14 0,9-10-7 15,-6 5-16-15,0 0-11 0,5-2-7 0,-2 1-5 16,2-2-8-16,-4 4-6 0,1-1-9 0,0 1-5 15,0-2-4-15,-1 4-8 0,-3-1-24 0,3 1-17 0,0-1-24 0,-4 3-26 16,4-1-9-16,-4 1-3 0,0 0-19 0,15 4-10 16,-7 0-24-16,-3-2-18 0,5 5-19 0,0-1-19 15,1 1-34-15,0-2-47 0,-2 0-225 0,1 2-529 16,2-3 234-16</inkml:trace>
  <inkml:trace contextRef="#ctx0" brushRef="#br0" timeOffset="125522.96">10238 11347 23 0,'2'-7'316'16,"1"-3"3"-16,-2 4-6 0,3 0 6 0,-3 0-11 16,0 1-41-16,0 1-23 0,1-1-27 0,-2 1-23 15,0 4-18-15,1-5-26 0,-1 5-20 0,1-3-15 16,-1 3-27-16,0 0-25 16,0 0-10-16,0 0-9 0,0 0-10 0,0 0-2 15,0 0-5-15,2 15-2 0,-4-8 1 0,2 0-7 16,-1 3 11-16,1 1-12 0,-1 0-4 0,-1-1-2 15,2 0-2-15,-1 2-2 0,2-5 3 0,-1 3-2 16,3 1 1-16,-2-5 0 0,1 0 0 0,-1 1-2 16,1-2 13-16,2 0-16 0,-1-1 3 0,2 2 3 15,0-4 1-15,1-2 6 0,1 0 1 0,1 0 10 0,4-1 11 0,-3-3-1 16,2 0-2-16,1-1-6 0,-3-3 6 0,4 0 0 16,-3-5-1-16,3 1-6 0,-4-2-7 0,4-4-3 15,-7-2 0-15,3-3-6 0,-1-3-6 0,-6 1-5 16,-2-2-7-16,-1 1 2 0,-8 1-2 0,0 1 0 15,-4 2-1-15,2 5-1 0,-2 4-3 0,-5 1-2 16,4 0 3 0,-4 3 2-16,2 5-1 0,-1 0-2 0,0 4 7 15,-2 1-12-15,0 5 1 0,1 0-4 0,3 2 5 0,2 2-1 16,-1 1-12-16,6 0 0 0,-1 3 1 0,4 0 2 16,5-2 1-16,0 3 17 0,8 2-8 15,2 0-2-15,13 0 1 0,3-1-6 0,4-3-22 16,7-1-30-16,1-3-25 0,15-1-39 0,-17 0-42 0,6-7-53 15,-6-1-283-15,0 0-555 0,-4-4 245 0</inkml:trace>
  <inkml:trace contextRef="#ctx0" brushRef="#br0" timeOffset="125770.78">10713 10899 126 0,'0'0'259'0,"0"-3"-29"0,0 3-28 0,0 0-18 16,6 0-24-16,-6 0-19 0,17 9-17 0,-2 0-9 15,0 6-19-15,6 7-2 0,3 3-13 0,-1 5-6 16,4 11-8-16,-9 5-9 0,0 0-3 0,-7 4-5 16,-4 1-7-16,-10 1 0 0,-4-2-3 0,-5 4-3 0,-3-6-4 0,-6 1 2 15,-2 0-3-15,-10-5 0 0,-5-1 1 0,-8-3-6 16,-8-4-2-16,3-2-17 0,-30 10-41 0,24-17-43 15,-30 2-67-15,23-13-233 0,-24 5-407 0,24-13 180 16</inkml:trace>
  <inkml:trace contextRef="#ctx0" brushRef="#br0" timeOffset="126271.65">8278 10957 211 0,'0'0'204'0,"0"0"-29"15,0 0-17-15,0 0-17 0,0 0-15 0,-3 15-18 16,-4 2-12-16,0 7-12 0,-2 7-8 0,-5 15-12 16,-3 0-6-16,-1 7-8 0,4 1-1 0,-2 1-3 0,5 2-3 0,10 2-1 15,4-1 4-15,3-1-8 0,9-4 0 0,6 0-6 16,11-3 0-16,8-4 0 0,9-5-1 0,33 9 2 15,-27-18-57-15,33 0-75 0,-25-14-216 0,29 0-342 16,-28-10 151-16</inkml:trace>
  <inkml:trace contextRef="#ctx0" brushRef="#br0" timeOffset="128544.01">6000 10703 38 0,'0'-3'168'0,"-2"-2"-8"0,-2 2-4 16,3-3-3-16,-1 3-7 0,1-1-7 0,1 4-12 15,-3-5-4-15,3 3-16 0,0 2-8 0,0 0-7 16,-2-5-10-16,2 5-11 0,0 0-7 0,0 0-18 0,-3-3-17 16,3 3-35-16,0 0-35 0,0 0 7 0,-5 10-2 15,1 5 11 1,-3 7-2-16,-5 10 5 0,-3 18-2 0,-2 10 1 16,-12 25 4-16,2 6 23 0,0-2 5 0,4-1-3 0,0 0 3 15,-2 3 2-15,7 2-3 0,0-4 1 16,5-4-1-16,7-1-1 0,2-28 5 0,3 3-9 15,1 0 1-15,2-3-4 0,-1 0 8 0,3-6-9 16,-5-2-4-16,1-13 5 0,-1 2 6 0,-2-3-6 0,2-3 8 16,-4-5-7-16,0-5 2 0,-3-3 3 0,3-3-2 0,-4-4 22 15,2-1 8-15,-3-2 2 0,0-3 7 0,-8-1 1 16,-1-3 3-16,-3-4-3 0,-4-1 6 0,-3-2 6 16,4-3-2-16,-2 1 3 0,0-4-2 0,3 0 2 15,5 2-3-15,2 1-1 0,3-1-9 0,1 3-4 16,4 1-6-16,-1-1-5 0,1 5-10 0,4 0-33 15,0-2-57-15,1 4-35 0,4 0-10 0,0 0 1 0,-5 8-15 0,6 0-48 16,3-1-124-16,2 2-327 0,2 2 145 0</inkml:trace>
  <inkml:trace contextRef="#ctx0" brushRef="#br0" timeOffset="128991.13">5825 12917 90 0,'-1'-4'222'16,"1"4"-25"-16,0 0-23 0,-8 9-17 0,3-4-20 15,0 5-11 1,0-1-14-16,-3 6-13 0,0 2-9 0,0 0-10 0,3 8-9 16,-1-9-13-16,6 1 1 0,0-2-9 0,0-1-4 15,4-4-4-15,0 3 3 0,0-2-9 16,3-2 7-16,5-4 12 0,2 4 7 0,5-6 13 15,-1-3 15-15,0-3 4 0,2-6 17 0,0 2 19 16,-5-2 8-16,0-4 1 0,-1 3 15 0,-3-3 28 0,-3 0-25 16,0-3-24-16,-7 0-9 0,1 0-14 0,-4-1-18 0,-1 6-15 15,-4-6-11-15,-3 3-34 0,-3-2-23 0,-5 6-40 16,0 0-28-16,-8-1-28 0,-4 5-30 0,10 2-28 16,-10-1-41-16,11 3-52 0,0 1-280 0,5 1-559 15,5 0 248-15</inkml:trace>
  <inkml:trace contextRef="#ctx0" brushRef="#br0" timeOffset="129891.23">6125 10410 102 0,'4'-10'216'0,"0"1"-11"16,1 3-12-16,-2 0-11 0,1 1-8 0,-1 0-19 15,0 2-11-15,-2-1-22 0,-1 4-15 0,3-5-15 16,-3 5-7-16,6 3-13 0,-6-3-8 0,7 4-6 16,-3 1-8-16,-1 3-6 0,1 4-4 0,-3-2-3 15,2 5-3-15,-3 1-9 0,0 3 4 0,-1 1-4 16,-3 0-4-16,0-2-2 0,0-1 0 0,0 1-5 16,2-2 0-16,-1-6 0 0,1 1-2 0,-1-3-1 0,0-1 3 0,2-4 0 15,0 4 7-15,1-4 40 0,-1 1 30 0,1-4 34 16,-4 6 19-16,4-6 0 0,0 0-16 0,0 0-11 15,0 0-14-15,9-17-9 0,-4 7-10 0,0-1-12 16,3 2-6-16,2-3-3 0,1-1-13 0,-3 3-8 16,2 3 12-16,-2 1-21 0,-2 0-7 0,0 1-1 15,2 1-19 1,0 2-6-16,1 2-16 0,5-2-8 0,-5 2-10 16,4 0-15-16,1 2-20 0,-3 3-8 0,2 0-17 0,0 2-5 15,1 0-19-15,-1 0-15 0,-3 1-19 0,5 3-19 16,-6-4-24-16,-1 2-64 0,-2-2-152 0,-1-3-446 15,-1 2 197-15</inkml:trace>
  <inkml:trace contextRef="#ctx0" brushRef="#br0" timeOffset="130192.24">5917 10425 11 0,'-15'-2'191'16,"5"2"4"-16,3 0-1 0,1 0-6 0,0 2-5 16,6-2-7-16,-12-2-16 0,12 2-14 0,0 0-16 31,0 0-7-31,0 0-9 0,36-12-7 0,3 5-10 16,23-6-7-16,27-6-8 0,-25 4 5 0,29-4-11 15,-2-1-6-15,-30 6-2 0,30-9-5 0,-28 5-1 0,26-5-4 0,-29 9-4 16,-2 0-9-16,-8 1-1 0,-17 4-6 0,-3 4-3 15,-8 1-3-15,-9 1-4 0,-2-1-8 0,0 3-11 16,-5 0-17-16,2 0-15 0,-8 1-14 0,0 0-11 16,0 0-17-16,-17 7-27 0,3 1-30 0,-8 0-31 15,-2 4-252-15,-3-1-439 0,9-1 194 0</inkml:trace>
  <inkml:trace contextRef="#ctx0" brushRef="#br0" timeOffset="131610.57">11739 11248 70 0,'4'-5'250'15,"0"0"-2"-15,-2-2-17 0,-1 2-21 0,2-2-17 16,-3 5-16-16,3-4-18 0,-2 1-17 0,-1 0-12 16,0 5-15-16,-8-7-14 0,0 5-12 0,-3 0-9 0,-2 2-8 15,-7 2-8-15,-1 0-11 0,-7 1-3 16,-1 2-4-16,1 5-9 0,0 1-12 0,-2 0-2 16,2 1-4-16,1 2 0 0,3-2-4 0,0 2-1 0,7-3-5 0,4 0-4 15,1-1 0-15,4-2 2 0,0 3-3 0,1-1 1 16,3-2-5-16,0 4 3 0,1-4 0 0,3-2-2 15,2 2 0-15,-1-1 4 0,4-2 0 0,4 1 1 16,0-1 3-16,1-2 16 0,4 1 0 0,0-4 8 0,0-1 8 16,4-2 9-16,0-2 11 0,-1-2 0 15,2-3 14-15,-5-2 6 16,9-2 5-16,-8-3-7 0,-2 2-6 0,2-8-6 16,-1 0-2-16,-2-3-2 0,-1-2-11 0,2-3-1 15,-3-1-6-15,3-1-1 0,-8-3 8 0,4-9-1 16,0 10-1-16,-4 2 2 0,0 3 0 0,2 0 2 15,-1 4 11-15,-1 1-12 0,-5 7-2 0,3 5 0 16,-3 1-6-16,1 3-6 0,-1 1-12 0,0 1 14 0,3 2-27 16,-2 1-24-16,0 2-33 0,-1 2-34 0,0 0-8 0,0 0 4 15,0 11 12-15,0 3 9 0,-1 5 6 0,0 10 3 16,-2-3 15-16,3 7-2 0,-4 1 5 0,3-2 3 16,1-1 3-16,-3 3 3 0,3-5 2 0,4 1 1 15,-4-5 5-15,4 1 1 0,-1-6 1 0,-1-2 3 16,1 0 0-16,-2-2 1 0,2-5 0 0,-1 0-1 15,1-4 7-15,-2 0-1 16,-1-3 3-16,0 2-1 0,4-1 3 0,-3-1 5 16,-1-1-3-16,0-3-1 0,3 6 2 0,-2-4 3 15,-1-2-3-15,-1 3 4 0,1-3-3 0,0 0-2 16,1 4-5-16,-1-4-2 0,0 0-9 0,0 0-14 16,0 0-15-16,0 0-27 0,0 0-30 0,0 0-53 15,0 0-67-15,0 0-280 0,0 0-542 0,0 0 241 16</inkml:trace>
  <inkml:trace contextRef="#ctx0" brushRef="#br0" timeOffset="132048.29">12019 11110 211 0,'2'-9'256'0,"3"1"4"0,-2 3-3 0,0 0-8 0,-2 0-18 0,3 2-18 0,-3 0-24 15,0-2-20-15,-1 5-14 0,3-3-14 0,-3 3-10 16,2-3-37-16,-2 3-26 0,0 0-6 0,0 0-3 15,0 0-9-15,-5 15-4 0,3-6-8 16,-3 2-3-16,-2 5-4 0,1-1-1 0,-1 3-6 0,0-2-6 31,2 2 1-31,0 0-1 0,-2-1-5 0,5-1 1 0,0-3 9 16,1-1-13-16,0-2 1 0,1 2-3 0,0-3 0 16,1-1 10-16,-1-1-7 0,1-2-1 0,2 0 3 15,-2-1 13-15,3-1 15 0,2-2 15 0,4 1 11 16,3-5-12-16,0 0-16 0,5-2 12 0,1-1 0 15,-1-4-4-15,5-3-5 0,-4 1-1 0,-3 0-5 16,-1-2-8-16,-2-3 13 0,1-7-17 0,-3 2-5 16,-2-3-2-16,-4-2 10 0,-2 0-17 0,-4-2-1 0,-6 3-4 0,-1-2 10 15,-2 3-13-15,-5 1 0 0,-2 3-4 0,2 7-3 16,1-1 4-16,-7 4-1 0,5 0-4 0,-1 6 2 16,-2-2-2-16,2 7-1 0,3 0-1 0,-2 6-1 15,2-1-3-15,4 0 1 0,-2 5-1 0,4 0 9 16,2 5-12-16,6 1 6 0,5 1 0 0,13 7 2 15,7-2 5-15,19 6-17 16,11-4-29-16,5-6-36 0,27 4-39 0,-26-10-54 16,-1-4-89-16,0-3-251 0,-5-2-558 0,-1-3 247 15</inkml:trace>
  <inkml:trace contextRef="#ctx0" brushRef="#br0" timeOffset="132971.76">13569 10963 53 0,'-8'0'120'0,"8"0"-14"15,0 0 3-15,0 0-6 0,0 0-4 0,0 0-5 0,0 0 0 16,0 0-7-16,0 0-5 0,0 0-6 0,0 0-6 16,0 0-6-16,0 0 1 0,0 0 1 15,0 0-11-15,0 0 2 0,0 0 2 0,0 0 11 0,0 0 5 16,0 0 8-16,0 0 5 0,0 0 1 0,0 0 1 0,0 0-3 16,0 0-4-16,0 0-6 0,0 0-7 0,0 0-9 15,21-6-5-15,-1 4-5 0,0-2-7 0,10 0-5 16,2 3-13-16,0-2-1 0,5-2-3 15,3 2-2-15,13-3-3 0,-12 3-1 0,-3-1-4 0,-1 0 0 0,-3 0-1 16,-4 0 4 0,-9-1-5-16,-5 4-1 0,-2-2-1 0,-5 2-5 15,-1 0-17-15,1-1-14 0,-4 2-23 0,0 0-14 0,-5 0 4 0,0 0 1 16,0 0-15-16,-20 4-20 0,8 0-14 0,-7 0-12 16,-2 1-31-16,1-2-165 0,0 1-342 0,2-1 152 15</inkml:trace>
  <inkml:trace contextRef="#ctx0" brushRef="#br0" timeOffset="133266.22">13681 11151 64 0,'-2'4'248'0,"2"-4"-18"0,-3 2-18 0,3-2-12 16,0 0-7-16,22 0-12 0,7-2-12 0,8 0-13 16,18-3-9-16,3 1-14 0,1-1-17 0,-2-2-3 15,-1 2-3-15,2 0-5 0,-6 0-7 0,-12-2-10 16,-2 2-6-16,-6-2-10 0,-12 5 5 0,1-4-5 16,-3 4 11-1,-8-1-18-15,0 2-3 0,-3 0-3 0,-1-1-12 16,-1 1-20-16,-5 1-22 0,5-1-30 0,-5 1-38 15,0 0-36-15,0 0-42 0,-33 7-55 0,11-3-253 0,-6 3-485 16,6-2 214-16</inkml:trace>
  <inkml:trace contextRef="#ctx0" brushRef="#br0" timeOffset="141151.21">16026 10493 72 0,'0'-3'169'0,"0"3"-15"0,0 0-12 0,0 0-9 16,-5-2-13-16,5 2-12 0,0 0-11 0,0 0-11 0,0 0-11 15,0 0-7-15,0 0-9 0,0 0-2 16,-7-3-9-16,7 3-4 0,0 0-4 0,0 0-2 16,0 0-6-16,-10 1-3 0,10-1-1 0,0 0-2 15,0 0 1-15,-7 0-4 0,7 0 2 0,0 0 2 0,0 0-1 0,0 0 5 16,-9 2-5-16,9-2 3 0,0 0 4 0,-8 1 7 16,8-1 11-16,0 0 2 0,0 0-4 0,0 0-1 15,0 0-3-15,-4 1-5 0,4-1-3 0,0 0 6 16,0 0-7-16,0 0-1 0,0 0-5 0,0 0 1 15,28-1-5-15,2 1 3 0,3 0 0 0,19-3-1 16,3 1-16 0,4-2 7-16,6 2-5 0,0-2 2 0,26-1-1 0,-31 3-3 15,-5-3-1-15,-17 2-1 0,2 0-2 0,-8 1-1 16,-4-1 1-16,-6 2 1 0,-4 0-4 0,-8-1-5 16,-2 2-5-16,0 0-11 0,-1 0-7 15,-7 0-10-15,2-3-16 0,-2 3-16 0,0 0-2 0,-24 0-11 16,4 0-11-16,-6 2-6 0,-2 1 2 0,1-2-17 15,6 1-4-15,-2 1-8 0,2-1-37 0,-1 1-100 0,-1-2-280 16,2 2 125-16</inkml:trace>
  <inkml:trace contextRef="#ctx0" brushRef="#br0" timeOffset="141536.96">16306 10497 164 0,'-7'-2'213'0,"7"2"-10"0,0 0-21 15,0 0-18-15,0 0-15 0,0 0-20 16,0 0-14-16,0 0-28 0,0 0-4 0,-1 7-11 16,0-2-6-16,1 2-10 0,-1 3-3 0,1 8-6 0,-3 0-5 15,3 9-6-15,-1 3 0 0,-2-2-2 0,3 8-3 16,-2 11 4-16,-2-2-8 0,3-8-2 16,1 8 1-16,-3-9-6 0,3 9-1 0,0-12-2 0,-4-1-3 0,3-3-3 15,-3 3 2-15,0-4-3 0,-1 0 1 0,1-3-5 0,-2-7 5 16,1 0-1-16,-3 0-3 0,-3-1 2 15,-1-2 2-15,-1-4-1 0,-2-1 1 0,-2-3 3 16,-2 1 1-16,-1-4-3 0,-9-1 5 0,-1-3 11 16,2-3 10-16,6 1 16 0,-6-5 9 0,6 2 4 0,1-2 12 15,5 1 18 1,0-2 6-16,6 3-2 0,0-2 9 0,0 2 14 16,4 0-13-16,0 1 3 0,2 0-23 0,0 0 7 15,0 1-14-15,-1 2-13 0,5 1 5 0,-4-4-23 16,4 4-21-16,-5-2-30 0,5 2-34 0,0 0-32 15,0 0-22-15,0 0-30 0,0 0-32 0,23 2-43 16,-11-1-59-16,-2 2-256 0,3-2-547 0,-2-1 242 16</inkml:trace>
  <inkml:trace contextRef="#ctx0" brushRef="#br0" timeOffset="142038">16725 11147 142 0,'-4'-5'233'0,"4"5"-24"0,0 0-25 0,-5-2-20 15,5 2-17-15,-15 5-12 0,3 1-18 0,-2 3-5 16,-4 0-12-16,3 2-12 0,-2 5-11 0,1-3-5 15,2 0-12-15,1-1-6 0,3 0-3 0,2-1-7 16,0-1-11-16,5 0 3 0,-1-1-3 0,2 2 2 16,6-2-3-16,1 0 7 0,7-1 16 0,6-1 1 0,3 0-2 15,10-3-1 1,1 1-2-16,0-9-3 0,0 2 3 0,-5-3 4 16,-7 0-1-16,0-2 5 0,-3-1 10 0,-1 0 9 15,-2-1-2-15,-4 0 0 0,0 0 4 0,-5-2-9 16,0-3-7-16,-2 2-9 0,-6 0-10 0,-1-2-23 15,-5-3-28-15,-4 3-26 0,-10-1-28 0,-5 1-28 16,-3 3-33-16,-1 4-36 0,0 0-59 0,-4 5-233 16,5 0-485-16,13 1 215 0</inkml:trace>
  <inkml:trace contextRef="#ctx0" brushRef="#br0" timeOffset="143271.14">18062 10794 20 0,'4'-4'166'0,"1"0"-12"0,3-2 3 0,-2 2-7 16,0-1-1-16,-1 1-9 0,2 1-1 0,-1-2 7 15,-2 1-2-15,0 1-2 0,-2 0-11 0,1 1-8 16,-1-1-9-16,-2 3-10 0,3-3-8 0,-3 3-15 16,0 0-9-16,0 0-8 0,-16-2-7 0,2 4-5 0,-4 1-4 0,-3 0-6 15,-5 5-5 1,1 1-6-16,-1 1-3 0,-2 1-2 0,4 1-4 15,-1 1-2-15,2 1 1 0,1 1-8 0,1-1 4 16,3 0-6-16,4-1-1 0,0 3-8 0,5-3 6 16,0 0-8-16,0 1 0 0,5-3 2 0,3-1 2 15,1 1-5-15,0-2 3 0,1 0 1 0,7 0-2 16,2-1 4-16,3-3 0 0,4 0 2 0,2-1-7 0,3-2 0 16,0-2 4-16,-1-1 6 0,8-4 2 0,0-1 5 15,-3 0 7-15,0-6 11 0,-8 0 0 0,0 2 10 16,1-9 2-16,-2-1 3 0,-5 4 3 0,1-11-2 15,0 2 4-15,-6-6-8 0,1 2 0 0,-1-4-5 16,-3-2-5-16,2-1-4 0,-6 0-4 0,2-12 0 16,-2 15 3-16,-2-2 11 0,-1 1 0 0,-2 2 8 0,1 5-7 0,0 4-8 15,2 5 5-15,-1 2 13 0,3 6-11 0,-2 2 14 16,0 1-27-16,2 0-7 0,-1 5-17 0,1-3-44 16,0 5 2-16,0 0 0 0,-2 12 3 0,2-1 6 15,-2 7 5-15,0 7 0 0,0 3 1 0,1 1 4 16,0 3 3-16,3 0 3 0,1 0 0 0,1 0 11 15,0 0-6 1,1-1 2-16,1 0-3 0,2-3 4 0,-1-2-1 16,-1-7 4-16,0 1 0 0,-1-3-2 0,1-5 0 15,-2-3 2-15,0 0 0 0,-3-1 3 0,2-3 0 0,-3 0 0 16,1-1 3-16,2-1 21 0,-2 0 7 0,-1-3 24 16,0 6-16-16,0-6 0 0,1 4-6 15,-1-4-5-15,0 0 11 0,0 0-17 0,0 0-10 16,0 0-24-16,0 0-28 0,0 0-30 0,0 0-38 0,0 0-44 0,-2-15-42 15,2 15-56-15,0-3-289 0,1-2-581 0,0 1 256 16</inkml:trace>
  <inkml:trace contextRef="#ctx0" brushRef="#br0" timeOffset="143713.81">18575 10664 96 0,'5'-7'298'0,"-1"3"-22"0,-2-1-16 15,0 0-17-15,-1 1-20 0,2 0-24 0,1 0-19 16,-4 4-21-16,2-5-18 0,-2 5-17 0,0 0-23 16,0 0-8-16,0 0-16 0,0 0-7 0,0 0-9 0,-4 17-7 15,-1-7-6 1,2 2-4-16,-1 2-5 0,1 3-1 0,-1 0-5 16,-1 0-7-16,1 0 1 0,4 0-1 0,-2 0-6 15,-2-1 1-15,4-1-3 0,0-3-3 0,4-1-1 16,-2 0 0-16,1-1 4 0,-1-1 0 0,2 0-1 15,0-4 3-15,0-2 16 0,2 0 10 0,3 2 10 16,0-4 6-16,4 0-5 0,-2-4-1 0,1-3-3 16,3 0-4-16,2-6-3 0,0 2-7 0,-2-3-4 0,-1-2 1 0,1-5-9 15,-3 3 2-15,-1-6-5 0,1-1 1 0,-3-1-11 16,-4-1 1-16,-3-5-7 0,-2 3-3 0,-3-1-3 16,-5 2-4-16,-4-4-1 0,-3 7-2 0,-4 2-1 15,0 0-3-15,-3 4 3 0,-5 2-1 0,-4 4 1 16,3 3-1-16,2 4 2 0,5 1 0 0,1 5-5 15,-2 2 1 1,3 1 5-16,1 3-10 0,0 2 0 0,9 0 7 0,-1 5-6 0,5 1 15 0,5-1-9 16,5 6 4-16,13 1 1 0,5 3 2 0,19 1 1 0,6-1 2 15,6-4-21-15,6-4-22 0,-2-1-42 0,1-1-56 16,-2-7-94-16,-1-1-299 0,-17-2-574 0,-4-4 253 16</inkml:trace>
  <inkml:trace contextRef="#ctx0" brushRef="#br0" timeOffset="146662.99">17306 10241 113 0,'-1'-4'116'0,"1"4"-8"16,0-4-14-16,0 4-1 0,-2-4-6 0,2 4-18 15,0 0-2-15,0 0-23 0,0 0 6 0,0 0-12 16,0 0-14-16,0 0-1 0,0 0-4 0,-3 17-7 16,3-1 9-16,-4 3-1 0,2 7 0 0,-2 6 11 15,-2 1-5-15,-1 16 2 0,-1 2 1 0,3 4 1 16,-5 5 4-16,2 27 3 0,-2 3-1 0,2-6 7 0,5 3-4 0,-4-7-4 16,2 2 2-16,4-26-11 0,-3 2 2 0,4 0-2 15,-1 24-9-15,1-21 4 0,-3-2 3 0,2-1-6 16,0-2 0-16,-2-1 0 0,-2-5-10 0,-4-1 5 15,0-15-2-15,0-3-4 0,-5-2 1 0,1-4 0 16,-1-7-4-16,0-5 4 0,-5-1 1 0,2-2 1 16,-2-3-6-1,-5-4 5-15,-3 0-1 0,-2-3-3 0,8-5 17 0,-7 0 19 16,1-3 19-16,8 0-1 0,1 1-3 0,0-2 19 16,1 2-5-16,6 0-6 0,1 1-5 0,0-1-7 15,4 4-2-15,0-2-7 0,1 4-4 0,0-4-4 16,0 3-6-16,3-1-7 0,2 3-21 0,-6 0-20 15,6 0 0-15,0 0-7 0,0 0-11 0,0 0-35 16,4 11-40-16,6-7-49 0,-3 0-183 0,-1-1-373 0,3 1 166 16</inkml:trace>
  <inkml:trace contextRef="#ctx0" brushRef="#br0" timeOffset="147141.72">17282 12184 68 0,'-5'10'99'0,"-4"4"-10"0,1 4-17 0,1-1-2 15,0 0-15-15,2 2-2 0,1-2-1 0,3-1-8 16,2 1 6-16,2 0 12 0,3-3 14 0,3 1 9 0,7-5 11 15,3 0-8-15,10-3 3 0,2-4-11 16,2-3-3-16,-1-4 3 0,-4 0 10 0,0-5 8 16,-10 3 31-16,-3-3 21 15,-2-3 2-15,-4 2 1 0,0 1-9 0,-4-2-16 0,-1-8-13 16,-4 3-13-16,0 0-12 0,-1 0-10 16,-7-1-9-16,-1 0-7 0,-1 2-7 0,-2 1-10 15,-5 2-13-15,-6-2-11 0,-3 4-37 0,6 3-40 16,-7 3-47-16,4 0-57 0,1 0-55 0,4 4-216 0,4-3-465 15,3 1 205-15</inkml:trace>
  <inkml:trace contextRef="#ctx0" brushRef="#br0" timeOffset="148244.13">17590 9719 53 0,'4'-4'233'0,"-3"0"-21"0,2 3-19 0,-3 1-21 15,5-4-22-15,-5 4-16 0,4-2-15 0,-4 2-10 0,0 0-12 16,7 5-12-16,-4 0-10 0,1 2-10 0,1 0-5 15,-3 5-6-15,-2 2-4 0,2 4-5 0,-2 1-7 16,-4 5-1-16,-1 1-5 0,0 0-2 0,0-5 0 16,-1-1-8-16,3-1 3 15,-4-3-6-15,6-3-2 0,-4-2 1 0,1-1-2 16,3-2 1-16,-2-2 1 0,3 0 30 16,-1-1 48-16,1 0 35 0,0-4-6 0,0 0-2 15,0 0-25-15,1-17-6 0,3 6-9 0,0-3-13 0,2-1-4 16,2-4-8-16,1 1-3 0,2 0 0 0,-2 1-13 15,2 0-6-15,-1 3-2 0,0 2-8 0,-4 2-5 16,1 2 1-16,0 4-9 0,-3-3-4 0,3 6-8 0,-1-1-6 0,3 4-2 16,2 3-6-16,2 0-3 0,-4 3-4 15,7 1-12-15,-4 5-6 0,1-2-15 0,0 3-9 16,0 7-19-16,1 0-15 0,-4-6-18 0,0 1-32 16,-1-2-38-16,-1 1-78 0,-1-2-138 0,-2-5-434 0,1 0 192 15</inkml:trace>
  <inkml:trace contextRef="#ctx0" brushRef="#br0" timeOffset="148567.1">17388 9769 77 0,'-10'2'103'0,"6"-1"7"16,-1 1 2-16,1 0 17 0,4-2 10 0,-5 1 3 15,5-1 11-15,0 0 7 0,0 0 1 0,0 0-9 16,0 0-16-16,22-6-14 0,11 0-7 0,18-6-18 0,5-4-12 0,7 5-6 16,29-10-5-16,-28 9-7 0,34-9-3 0,-5 2-2 15,1 2-7-15,-2 0 1 0,-27 2-4 0,-2 4-1 16,-7-1-6-16,-18 5-5 0,-6-1 7 0,-13 6-12 15,-2-2-7-15,-2 1-2 0,-6 2-4 0,-1-3-11 16,-2 3-5-16,-2 1-3 0,-4 0-23 0,0 0-28 16,-19 4-26-16,1 1-30 15,-9 1-38-15,-2 4-63 0,-1-1-166 0,5-1-401 16,4-2 178-16</inkml:trace>
  <inkml:trace contextRef="#ctx0" brushRef="#br0" timeOffset="149530.03">19948 10672 95 0,'-7'2'133'0,"3"-2"-6"0,4 0-9 0,0 0-9 15,-6 0-5-15,6 0-12 0,0 0 0 0,-7 2-2 16,7-2 1-16,0 0 4 0,-3 2 1 0,3-2-2 16,0 0-1-16,0 0-1 0,0 0-6 0,0 0-6 15,0 0-8-15,0 0-8 0,0 0-5 0,0 0-7 0,0 0-7 16,0 0-3-16,0 0-4 0,0 0-4 0,0 0-2 0,0 0-2 15,0 0-5-15,0 0-4 0,0 0-3 0,0 0 1 16,0 0 1-16,0 0-7 0,0 0 4 0,0 0-2 16,0 0-1-16,0 0-1 0,0 0 0 0,0 0 3 15,29-6 3-15,1 2 1 0,2 0-3 0,5 0-1 16,2 1 0-16,2-2-2 16,14-4-2-16,1 4 2 0,6-3-1 15,-1 0 4-15,-5 0 1 0,-1 3-3 0,-13 0 0 0,-6-2-2 16,-4 6-2-16,-1-3-2 0,-11 2-8 0,-3 1-15 15,-6 0-15-15,0 0-24 0,-5 1-20 0,0-2-18 16,-6 2-19-16,0 0-22 0,0 0-33 0,0 0-157 16,-38 0-350-16,15 0 155 0</inkml:trace>
  <inkml:trace contextRef="#ctx0" brushRef="#br0" timeOffset="149746.51">20313 10512 55 0,'0'-9'231'0,"0"-1"-6"0,0 2 1 0,0-1-3 15,0 2 2-15,2 0-6 0,-1 0-11 0,0 2-21 16,-2 2-20-16,2 0-21 0,-1 3-19 0,0-6-40 0,0 6-14 0,0 0-6 16,0 14-6-16,0-2-6 0,0 8-4 0,-4 6-8 15,2 6-5-15,-2 3-4 0,-3 11-3 16,3 0 0-16,-2-1-2 0,2 2-4 0,1-1-33 0,3-11-36 16,-3 12-28-16,2-13-23 0,-1 12-53 0,-3-14-77 15,1-3-154-15,0-3-410 0,0-14 181 0</inkml:trace>
  <inkml:trace contextRef="#ctx0" brushRef="#br0" timeOffset="152232.99">21426 10260 138 0,'0'-4'149'0,"-2"1"-11"0,2 3 9 16,0-7-12-16,0 7-8 16,0-5-8-16,0 5 0 0,-2-6-13 0,4 2-3 0,0 1-16 15,2 1-8-15,1 0-3 0,0 0-5 16,5-3-15-16,2 4 0 0,-2 1-2 0,11 0-4 15,-2 3-7-15,1 0-6 0,1 3-2 0,5 3-7 16,1 3 1-16,-11-1-10 0,8 4 7 0,-9-2-10 0,2 9 1 16,-7-6-5-16,-1 3 1 0,-4 8-2 0,-2 1-2 15,-7 1-3-15,-9-2 3 0,-4 1-6 0,-3-1 4 0,-16 8-2 16,8-7-3-16,-10 4 3 0,6-10-4 0,1-2 4 0,2 1-6 16,-2-4 3-16,2-3 4 0,2-1-5 15,7-3 2-15,2-4 0 0,4-5 3 0,2 4-1 16,-2-1 6-16,8-1 16 0,-1-1 17 0,-2 0 7 15,5-1 19-15,-2-1 6 0,2 2-6 0,4-2-5 0,0 0-10 16,0 0-6 0,0 0-6-16,23-2-1 0,-1-1-12 0,9 1 2 15,2-1-2-15,3-1-5 0,3-1-2 0,1 5-2 16,10-1-4-16,-11 1-11 0,-2 0-13 0,-1-2-20 16,0 3-17-16,-3-2-25 0,-1-1-28 0,0 1-47 15,-1 0-61-15,-10-4-190 0,1 1-427 0,-4 1 189 16</inkml:trace>
  <inkml:trace contextRef="#ctx0" brushRef="#br0" timeOffset="152649.78">22157 10253 143 0,'0'0'130'0,"0"0"5"0,-6-2-6 0,6 2-5 0,0 0-2 16,-8-2-4-16,8 2-8 0,0 0-4 0,0 0-6 16,0 0-3-16,0 0-10 0,22-4-9 0,-2 2-9 15,10-2-6-15,1 1-5 0,5-1-4 0,18 0-5 0,1 0-6 0,0 2-6 16,2-1-5-16,-2-2-2 0,-1 2-1 0,-16 2-7 16,-3-3-7-16,-4 5-10 0,-10-1-9 0,1 0-21 15,-9 0-10-15,-2 0-20 0,1 0-8 0,-6 0 2 16,-6 0 6-16,0 0-16 0,0 0-31 0,0 0-151 15,-28 3-273 1,10-2 121-16</inkml:trace>
  <inkml:trace contextRef="#ctx0" brushRef="#br0" timeOffset="153018.34">22441 10227 4 0,'0'0'202'0,"0"0"-11"16,0 0-19-16,0 0-15 0,0 0-18 0,0 0-16 15,-7-1-16-15,7 1-13 0,0 0-7 0,0 0-10 16,-1 7-17-16,1 0-1 0,-1 2-4 0,0 3-3 16,-1 5 2-16,0 2-9 0,-1 6-4 0,0 2 1 15,-1 1-1-15,-2 3-5 0,5-2 4 0,-1 3-9 0,-1 1 2 16,0-1-7-16,1-1-2 0,2 1-2 0,-3 0-3 16,2-1 3-16,1-2-5 0,-3-3 3 15,2 2-7-15,1-9 1 0,-4-2-1 0,1 0-1 0,-1-2-2 0,0-4 3 0,0 1-3 16,-1-4 4-1,-3 0 5-15,-2-3-6 0,1 0-1 0,-1-2-2 16,-3-3 3-16,-5 0 12 0,0-1 6 0,-1-1 0 16,1-5 6-16,0 0 2 0,2 0 7 0,0 0-1 0,5-1 4 15,0 3 7-15,0-2-4 0,2 2-4 0,3 1-6 16,-2 1 0-16,3-1-8 0,1 1-2 0,2 0-1 16,-2 2-9-16,4 1-8 0,-7-5-27 0,7 5-25 15,0 0-10-15,0 0-3 0,0 0-10 0,0 0-19 16,0 0-31-16,16 9-50 0,-7-4-235 0,2-1-428 15,1 1 190-15</inkml:trace>
  <inkml:trace contextRef="#ctx0" brushRef="#br0" timeOffset="153572.15">22677 10771 10 0,'-1'-4'249'0,"1"4"-24"0,0 0-28 15,0 0-20-15,6-5-16 0,-1 4-20 0,7 1-12 16,1 1-15-16,1 1-8 0,2 2-16 0,2 1-11 15,-5 0-9-15,0 1-6 0,-2 0-8 0,0 2-8 0,-1 1 1 0,1 2-13 16,-3-1-5-16,-1 1 0 0,0 3-8 0,-3 1 1 16,-3 2-4-16,-2-1-5 0,-1 1 3 0,-1 0-5 15,-5-1 7-15,0 0-7 0,-2-2-6 0,1 0 4 16,-2-1 1-16,3-3-5 0,-1 1-1 0,-4-3 0 16,7-1-1-16,-3-1-6 0,0 2 0 0,5-4 3 15,-1-2-1-15,1 2-6 0,0 0 4 0,3-1 5 0,1-3-3 0,-4 3 5 16,0-1 4-16,4-2 6 0,0 0 12 0,-5 4 12 15,5-4 9-15,-1 2 10 0,1-2-1 0,0 0 8 16,0 0 7-16,0 0-3 0,15-1-5 0,3-3-8 16,14 1 1-16,5-4-5 0,19 0-4 0,3-5 2 15,5 4-1-15,3-3 0 0,-5 6-3 0,-2-4-4 16,-6 4-3-16,-17 3-3 16,-4 0-6-16,-5-3-6 0,-10 5 4 15,-4-2-6-15,-3 2-3 0,1 0-1 0,-4 0-7 16,-3-2 3-16,-5 2-3 0,9 0-4 0,-4 0-2 15,-5 0-3-15,5-2-5 0,-5 2-3 0,0 0-2 0,0 0-13 16,0 0-21-16,0 0-29 0,-19 4-30 0,11-4-39 16,3 3-50-16,-4-1-62 0,4 1-203 15,-2-1-490-15,1-1 217 0</inkml:trace>
  <inkml:trace contextRef="#ctx0" brushRef="#br0" timeOffset="155636.26">24255 10111 17 0,'0'0'139'0,"0"0"-11"16,-7-1-7-16,7 1-11 0,-4-2-18 0,4 2-8 15,0 0-9-15,0 0-12 0,0 0-3 0,0 0-5 0,0 0-12 0,0 0 4 16,0 0-12-16,0 0 4 0,0 0-10 0,0 0-3 16,0 0 1-16,0 0-2 0,0 0 1 0,0 0 2 15,0 0-5-15,19 2-5 0,-8-6 4 0,2 2 3 16,1-1-2-16,3-2-5 0,1 0 3 0,-5 1 0 15,4-2 2-15,-2-1 2 0,-3 2 2 0,4-7 4 16,-5 4 2-16,-1-1 4 16,-1 1 6-16,0 0 7 0,-2-1 9 0,0 4-4 15,-3-4-6-15,-3 2 1 0,3 2-4 0,-4 1-11 16,-1-3-1-16,-5 4-6 0,-1-1-3 0,-7 1-3 16,1 3-4-16,-7-1-3 0,-11 2 2 0,1 4-3 15,-5 4-2-15,-1 3-3 0,-1 4-1 0,0 0-1 16,-6 8 0-16,9-2 1 0,-5 5-3 0,7-5-2 15,6 1 0-15,-1 4-2 0,5-1-2 0,0 1 2 0,6-2-1 16,3 4 2-16,2-5-2 0,6 2 5 0,5-1-4 0,4-6-1 16,8 4 3-16,7 0 2 0,6-4 1 0,8-2-1 15,16 2-1-15,7-4 3 0,6-2 1 0,28-2 1 16,-26-7-7-16,2-4 1 0,26 0 2 0,0-5 1 16,-31 1-1-16,-3-2 0 0,-4-2-3 0,-2-2 0 15,-18 3-2-15,-2-1-5 16,-7-1 0-16,-6-1 2 0,-5 0-2 15,0 1-4-15,-2 1 21 0,-7-1 2 0,0 1-3 16,-5-2-1-16,-1 4-1 0,-7-4-3 0,-1 3 3 0,-6-1-4 16,-3 1-2-16,-4 3 0 0,-4 0-2 0,3 3 1 15,2 1-2-15,-8 4-2 0,2 1 1 0,5 2 3 16,-1-2-2-16,6 4-2 0,1-2 2 16,0 3 1-16,5-2-4 0,2 0 2 0,3 1-3 0,4 0 0 0,1 0 4 15,6 0 0-15,-1-1 5 0,11 1-1 0,2-2-2 16,11 0-2-16,3-1 5 0,1-4 1 0,1 0-7 15,-1-4-1-15,1 0 6 0,-5-2-2 0,-5 0 4 16,-5 0-1-16,0-1 9 0,-1-1 10 0,-7 0 2 0,-1-2 1 16,-2 0-4-16,0-1-1 0,-3 0-4 0,-4-2-4 15,-3-1-3-15,1 3-3 0,-6-4-3 0,-5 1-10 0,2 1 0 16,-6 1-9-16,-1 1-9 0,0 3 2 0,1 0-16 16,-2 2-6-16,2 0-17 0,0 4-11 0,3 0-19 15,1 0-24-15,1 2-29 0,1 0-186 0,2-1-355 16,5 3 157-16</inkml:trace>
  <inkml:trace contextRef="#ctx0" brushRef="#br0" timeOffset="156005.26">25331 10193 133 0,'0'0'177'16,"3"-4"-19"-16,-3 4-17 0,0 0-10 0,0 0-18 0,0 0-12 15,0 0-7-15,0 0-12 0,-17 8-3 0,9 0-12 16,0-1-14-16,-3 5-3 0,-2 0-9 0,2 0-2 16,2-4-2-16,-1 6-2 0,0-2-7 0,3 0 3 15,2-1-5 1,0 1-7-16,1-1-2 0,3 1 3 0,1 0-6 0,0 0 1 15,2-2 0-15,5 5-2 0,-1-8-4 0,7 7 11 16,-1-4-5-16,0 0-4 0,4 2 0 16,-5-5 0-16,3-1-11 0,-5 0 14 0,0 0-11 15,1 0 4-15,-5-3-9 0,1 1 5 0,0-1 1 0,-2-1-6 16,-3 1-4-16,0-1-5 0,-2 3 6 0,-3 1 1 16,-3-2 5-16,-4 1-6 0,-3 0 4 0,-2 2-7 0,0-3-3 15,-4 1-16-15,3-3-29 0,1 1-28 0,-2 3-72 16,3-5-88-16,2 0-263 0,0-2 116 0</inkml:trace>
  <inkml:trace contextRef="#ctx0" brushRef="#br0" timeOffset="156674.67">25585 10118 206 0,'0'0'241'15,"-1"-6"-16"1,1 6-26-16,0-4-18 0,0 4-23 0,5-2-16 15,2 0-12-15,-1 2-11 0,4 0-17 0,6 2-9 0,2 0-11 16,3 1-7-16,0 3-9 0,0-1-3 0,4 5-10 16,-5 0-6-16,-5 0-8 0,2-1 0 15,-3 6-7-15,-2-2-7 0,-1 1-3 0,-6 5-5 16,-1-1-5-16,-1 5-1 0,-10 2 0 0,-2-2-4 0,-6 2 1 16,-4-1-3-16,-3-2 1 0,-2-1-2 0,1-4-1 0,0-2 3 15,1 1 0-15,4-5-7 0,4-1-1 0,3-4 4 16,2 0-1-16,1-1 2 0,3-1 0 0,-3-2 2 15,3 3 7-15,1-3 13 0,0-1 6 0,4-1 3 16,-5 2 0-16,5-2-1 0,0 0-1 0,16 2-4 16,-2-2-3-16,5 0 0 0,3 0-7 0,7-2 3 15,-1 2-5-15,0-2 0 0,0 1 0 0,-6 0-3 0,-3 0 3 0,3 1-4 16,-4 0 1-16,-5 0 0 0,-4 0-3 0,1 0-5 16,-3 0 8-16,-1 0-6 0,-6 0-1 0,9 0-1 15,-9 0-5-15,7-2-8 0,-7 2-4 0,7 0-13 16,-7 0-20-16,0 0-14 0,0 0-11 0,0 0-26 15,6-1-21-15,-6 1-20 0,0 0-13 0,3-4-20 16,-3 4-170-16,2-5-367 16,3 0 162-16</inkml:trace>
  <inkml:trace contextRef="#ctx0" brushRef="#br0" timeOffset="157121.37">26232 10222 24 0,'1'-7'313'0,"3"-1"-9"16,0 4-17-16,-4-1-14 0,5 0-25 0,-4 1-31 16,-1 1-11-16,3-1-27 0,-2 0-19 0,-1 4-20 15,3-2-22-15,-3 2-19 0,2-3-25 16,-2 3-9-16,0 0-8 0,4 8-10 0,-4-3-5 16,0 2-1-16,4 6-2 0,-4-2-9 0,3 8 0 0,-2-2-2 15,-1 2-3 1,1-1-4-16,-1 1-2 0,0-2-3 0,3 0-1 15,-1 0 0-15,1-3-1 0,-2-3-4 0,0 0 3 0,2 1 1 16,-2-2-4-16,2-3 1 0,-1-2 0 0,1 2 0 16,-2-2 4-16,2-1 0 0,-1-3-2 0,3 2 9 15,3-2 6-15,2-2 0 0,-2 0 1 0,3-4-8 16,0 0 2-16,2-1 9 0,-2 0-13 0,0-8-1 16,2 2-5-16,-3 0-1 0,2-8 7 0,-1-2-9 0,-7 3-6 15,1-8-9-15,-1-1-1 0,-4-2-7 0,-4-1 0 16,-1 0 2-16,-4 1 9 0,-5 1-8 0,-2 6-2 15,-2-2 2-15,1 6-2 0,-3-3 5 0,6 13-1 16,-2-1-5-16,2 1 2 0,0 4 4 0,3 2-2 16,-2 3-2-16,-1 2 2 0,1 1 1 0,-1 6-1 15,1 6 11-15,0-1-12 0,8 2 2 0,1 2 2 0,6 1 0 0,9 6 4 16,8-3 0-16,6-1 10 0,18 7-9 16,3-7-21-16,9-4-35 0,5-3-38 0,4-2-59 0,-1-5-81 15,-2-2-228-15,-6-7-500 0,-3-1 221 0</inkml:trace>
  <inkml:trace contextRef="#ctx0" brushRef="#br0" timeOffset="158076.74">27507 10253 37 0,'-9'-9'148'15,"-5"2"-10"-15,-2-2-15 0,-2 3-11 0,-9-1-10 16,6 3-3-16,-5 0-20 16,-4 2-5-16,1 2-9 0,-6 2-3 0,7 1-12 15,-1 1-2-15,1 4-7 0,1-3-1 0,8 3-11 16,0 0-7-16,1 2 12 0,2 0-11 0,1 0-10 16,2 2 7-16,3 2-2 0,2-3 2 0,3 1-7 15,3 0-2-15,2 1 6 0,2 0 0 0,3 1 1 16,8 1 14-16,0-3 0 0,10 2 4 0,5 0-3 15,-1-4 6-15,5-2-4 0,-3-1-3 0,2-4-2 0,-2-1 4 0,2-2 10 16,-3-4 0-16,-9-4 10 0,7 3 17 0,-7-5 3 16,-1-1 5-16,-3-3 6 0,-1 0-3 0,0-2 7 15,-2-6-7-15,-1-3-9 0,-2 0-6 0,-4-1-11 16,1-5-5-16,-4-2-7 0,-1-1-3 0,-1 0-10 16,3-12 3-16,-6 0-3 0,2 10-1 0,-3 5 2 15,4-1 5-15,-5 4 2 16,1 4-4-16,4 8-1 0,-4 2-7 0,1 1 9 15,1 4-12-15,2 1-1 0,-1 3-9 16,1-1-3-16,0 3-9 0,0 3-16 0,0 0 0 16,0 0 13-16,0 0-8 0,-8 13-3 0,5 3-5 0,1 1 9 15,0 9 7-15,0 0-2 0,0 5-3 0,2 0 3 16,-1 0-3-16,2-2 2 0,0 3 3 0,2-2 1 16,1-2-3-16,-1-1 1 0,1-4-1 0,0-3 3 0,-4-3-2 15,6-1 1-15,-6-3 2 0,2-2-2 0,0-3 4 16,0-1-1-16,0 1-2 0,-1-2 5 0,-1-2-3 15,2 0 0-15,-2-1 1 0,0 1-4 0,2-1-4 16,-2-3 2-16,0 4-11 0,0-4-15 0,2 4-20 16,-2-4-24-16,0 0-15 0,0 0-29 0,-2 6-39 0,2-6-39 15,0 0-27 1,0 0-147-16,0 0-398 0,8-11 177 0</inkml:trace>
  <inkml:trace contextRef="#ctx0" brushRef="#br0" timeOffset="158523.81">27866 10118 30 0,'3'-3'292'15,"0"-2"-20"-15,-2 3-23 0,3 0-24 0,-4 2-24 16,4-5-20-16,-4 5-23 0,3-1-20 0,-3 1-22 16,0 0-12-16,0 0-9 0,7 8-14 0,-6-1-8 15,0 0-5-15,-1 6-9 0,0 2-1 0,-1 1-12 16,0 2-4-16,-1 0-4 0,2 2-3 0,0-5-6 15,0 2 1-15,0 0-6 0,0 0 0 0,0-5-1 0,2-1-3 0,0 1-4 16,1 0 1-16,-1-3 1 0,4 0-1 0,-4-2-1 16,3-1 8-16,1 0 18 0,2-4 12 0,1 2-2 15,5-1-2-15,3-3-6 0,3-3-1 0,-1-1-2 16,-1-4-5-16,1 2-1 0,-2-5-5 0,1 1 1 16,-3-3-4-16,4-7 5 0,-1 2-8 0,-1-5 0 15,-4-1-4 1,-2-3-3-16,-2-1-3 0,-5-2-3 0,-3 1-3 0,3-3-2 15,-9 3-2-15,-4-1 0 0,-2 3 8 0,-5 0-16 16,-2 3 2-16,-5 2 0 0,0 5-1 0,-1 2 0 16,1 1 0-16,-4 6-2 0,7 4-2 15,-2 0 2-15,2 4 0 0,-1 2-1 0,1 0-2 16,2 9 7-16,0 2-7 0,-1 4 0 0,7 0-1 0,6 0 2 16,-1 8 0-16,9 3 3 0,7-2-1 0,7 2 7 0,10-2-4 15,21 5-20-15,3-4-32 0,4-4-44 0,-3-2-68 16,6-3-102-16,2-8-194 0,-5-4-500 0,-15-6 221 0</inkml:trace>
  <inkml:trace contextRef="#ctx0" brushRef="#br0" timeOffset="159611.16">23742 9535 96 0,'-2'-5'164'16,"1"0"-9"-16,1 5-12 0,-1-7-15 0,-1 6-16 15,2 1-12-15,-1-6-9 16,1 6-29-16,0 0-26 0,0 0-4 0,0 0-3 15,-5 20-6-15,2-4 2 0,-3 10-8 0,1 5 7 16,-5 16-2-16,1 1-4 0,-1 7 5 0,-7 26 4 16,3 3 1-16,1-1 13 0,3 4-5 0,-3 0-4 15,4-3 0-15,5-25-2 0,-2 1-2 0,2 23-5 16,3-26 2-16,-5 26-5 0,6-25 8 0,0-4-5 16,2 1-3-16,-2-2-3 0,1-1-1 0,-1-16 0 0,-1 0-3 0,1-5-6 15,-4-1 1-15,2-5-4 0,-3-7 5 0,1-1 0 16,-4 0 0-16,4-5 0 0,-1-1-1 0,1-1 2 15,-3-4 3-15,1 1-6 0,-1-2 3 0,1-1 10 16,-2-4 9-16,1 3-1 0,-3-3-14 0,1 0 9 16,0-2 1-16,-1 1-4 0,0-2-3 0,0 3 1 15,-2-1-7 1,6 1-3-16,-6 0 2 0,-2 1-3 0,-2 3 0 16,0 1-5-16,-2 3-37 0,-1 0-31 0,1 0-33 0,3 3-54 15,-3 2-138-15,5 0-314 0,2-1 138 0</inkml:trace>
  <inkml:trace contextRef="#ctx0" brushRef="#br0" timeOffset="160043.5">23806 11944 11 0,'-2'-3'205'0,"2"3"-22"15,0-5-20-15,0 5-18 0,-4-4-17 0,4 4-17 16,0 0-10-16,0 0-11 0,0 0-10 0,-13 11-5 0,7-2-10 15,-5 3-6-15,3-1-7 0,-2 2-6 0,2 3-6 0,3-5-5 16,-1 4-5-16,2-3-8 0,-1 4 1 0,1-5-4 16,4 2 1-16,5-2 5 0,0 1-4 15,3-2 8-15,5 0 11 0,6-1 6 0,8-2 8 0,2-2-1 16,0-3 3-16,-2-7 16 0,1 3-3 0,-3-7-4 16,-5 3-11-16,-2-3 7 0,-3 0 13 0,-1-2 3 0,-7 1-1 15,-1 0-6-15,-3-1-6 0,-1-1-8 0,-2-1-6 16,0 1-5-16,-5-4-27 0,-3 0-36 0,-6 3-33 0,-2 0-27 15,-3 2-18-15,-8 1-31 0,2 0-28 16,4 5-238-16,-13 0-424 0,6-1 187 0</inkml:trace>
  <inkml:trace contextRef="#ctx0" brushRef="#br0" timeOffset="161516.13">24062 9210 96 0,'0'-6'219'0,"3"0"-8"0,-2 2-14 0,-1 1-19 0,0-2-20 15,0 5-18 1,1-5-25-16,-1 5-33 0,0 0-10 0,0 0-12 16,0 0-7-16,4 16-3 0,-4-4-6 0,-1 5-5 15,-3 1-5-15,3 2-6 0,-6 6 0 0,0 1-2 16,-1-2 0-16,-1 1-6 0,0 0 1 0,2 0-6 16,0-1 0-16,1-8 0 0,1-2-4 0,0-3-5 15,2-1 3-15,1-5 1 0,0 2-1 0,2-4 28 0,-2 1 36 16,0-1 33-16,1-1 31 0,1-3 1 0,0 0-18 0,0 0-7 15,0 0-14-15,5-15-10 0,-1 4-5 0,4-4-9 16,-1-2-11-16,1 0 6 0,-1 2-19 0,3-4-6 0,1 3-4 16,-2 0-1-16,1 0-8 0,-5 7-4 15,2-1-2-15,-2 2-4 0,0 0-5 0,-1 3-2 16,-2 1-30-16,2 0-28 0,-4 4 4 0,8 2 3 16,-3 5 5-16,2 0 2 15,0 5-1-15,1 0-10 0,-3 5-8 0,1 2-11 16,0-1-20-16,1 8-19 0,-2 1-20 0,-1-1-30 15,1-9-55-15,-1 0-213 0,-3-2-450 0,2-3 199 16</inkml:trace>
  <inkml:trace contextRef="#ctx0" brushRef="#br0" timeOffset="161831.66">23828 9344 8 0,'-9'0'170'0,"3"-1"3"0,-3 0 9 0,4 0 3 0,5 1 4 0,-9-2-10 15,9 2-10-15,-9 0-9 0,9 0-16 0,0 0-10 16,28-5-9-16,12-3-13 0,19-3-12 0,31-2-8 16,-26 1-11-16,35-4-8 0,-5-2-6 0,-6 2 8 15,-24 3-7-15,27-5-1 0,-26 3 0 0,23-5 6 16,-33 10-13-16,-16 1-5 0,-6 4-6 0,-5-2-5 15,-10 1 0 1,-7 4-5-16,-2 0-1 0,3 0-5 0,-6 2-5 0,-6 0-6 16,0 0-14-16,0 0-26 0,-34 0-34 0,4 5-42 15,-5 6-51-15,-13 4-77 0,11-2-209 16,-13 3-466-16,20-4 206 0</inkml:trace>
  <inkml:trace contextRef="#ctx0" brushRef="#br0" timeOffset="163402.94">15070 14280 100 0,'-5'-1'124'16,"5"1"-8"-16,0 0-10 0,0 0-18 0,-5-1-7 15,5 1-8-15,0 0-2 0,0 0-17 0,0 0 0 16,0 0-8-16,0 0-4 0,0 0-4 0,0 0 5 0,0 0-10 0,0 0-2 16,0 0 0-16,0 0-2 0,0 0-7 0,0 0-3 15,0 0 10-15,0 0 25 0,26 2 10 0,2-2-2 16,10-2 2-16,18-3 2 0,3 2 2 0,6-2 16 16,25 0-3-16,0-1-6 0,-27 3-7 0,-3-2-5 15,0 0-9-15,-5 4-1 0,-17 0-8 0,1 0-2 16,-7 1-18-16,-4-2-16 0,-8 2-27 0,-2 0-38 0,-9 0-37 15,1 0-29-15,-4 0-24 0,-6 0-150 0,0 0-320 16,0 0 142-16</inkml:trace>
  <inkml:trace contextRef="#ctx0" brushRef="#br0" timeOffset="163649.91">15519 14089 44 0,'-3'-8'336'0,"-1"-1"-12"0,2 1-19 16,-1-2-24-16,2 3-26 0,-2 0-30 0,2 2-22 15,-2 0-12-15,3 3-35 0,-1-2-20 0,-1 1-40 16,2 3-30-16,0 0-9 0,0 0-11 0,-5 12-6 0,2 2-7 0,-1 10-2 16,-1 5-2-16,-1 0-1 0,3 3-3 0,-3 0-3 15,3 0-3-15,2 1-4 0,-2-1-36 0,3 1-15 16,2-2-21-16,0 0-25 0,2-2-44 0,2 1-37 15,3-3-41-15,0-3-175 0,0-5-412 0,3-8 183 16</inkml:trace>
  <inkml:trace contextRef="#ctx0" brushRef="#br0" timeOffset="164389.04">16583 13854 14 0,'3'-8'182'16,"2"-1"-8"-16,-1 1-12 0,1 0-22 0,2 0-12 15,3 2-9-15,2-2-8 0,2 0-7 0,5 2-2 16,3 2-9-16,-4-1-8 0,10 0-8 0,-1 8-7 16,1 2-7-16,-2 2-7 15,-1 0-4-15,-2 8-6 0,0 0-8 0,-5 4 3 16,-5 3-8-16,-2 2-5 0,-3 5-2 0,-5 0-5 16,-5 4-4-16,-7 2-1 0,-7 10 1 0,-8 1-3 15,-6-4-5-15,-1-4 5 0,-2-2-5 0,8-10-8 16,-2-4-2-16,1-4 10 0,3-1 8 0,4-5-1 15,5-2-2-15,0-3 1 0,2-3 1 0,3 1 18 16,1 0 36-16,2-2 33 0,1-2 36 0,1 0 27 0,-1 1-9 16,5-2-19-16,0 0-12 0,-2-7-13 0,2 7-17 0,9-10-11 15,1 3-14-15,9 2-4 0,-3-2-10 16,5 3-6-16,-2 2-7 0,11-2-12 0,-2 3-14 16,-1 1-14-16,4 0-21 0,-1 4-20 0,3-1-30 15,-1 1-31-15,4 2-38 0,-3 0-53 0,3-2-84 0,-4-1-211 16,1 0-524-1,-1-3 232-15</inkml:trace>
  <inkml:trace contextRef="#ctx0" brushRef="#br0" timeOffset="164735.88">17532 13811 161 0,'-7'-1'187'0,"7"1"-3"0,0 0-19 0,-4-2-13 16,4 2-3-16,0 0-26 0,0 0-9 15,14-5-12-15,0 3-11 0,9-1-6 0,7-1-13 0,3 1-1 16,1 1-5-16,3-2-12 0,15-2-4 0,1 1 1 16,2-2-14-1,-2 4-1-15,-1-2-4 0,-15-2-1 0,1 5-6 16,-3-1-4-16,-6 0-12 0,-11-1-8 0,-3 3-12 16,-4 1-9-16,-5-1-17 0,-1 1-15 0,-5 0-24 0,0 0-26 15,0 0-25-15,0 0-147 0,-36-3-298 16,17 3 132-16</inkml:trace>
  <inkml:trace contextRef="#ctx0" brushRef="#br0" timeOffset="165120.38">17824 13740 164 0,'0'0'210'0,"-4"-1"-22"0,4 1-17 0,0 0-18 0,0 0-15 15,0 0-19-15,0 0-19 0,0 0-10 16,-1 11-10-16,1-7-12 15,1 6-3-15,-2 2-4 0,1 6-3 0,-1 10 0 16,-2 1-1-16,2 0-4 0,-2 5 1 0,3 0-2 16,3 2 1-16,-2 10-4 0,3-9-4 0,-3-2-3 15,3-4-5-15,1 2-6 0,-1-4-1 0,2 1-2 16,-1 0-5-16,-1-1-3 0,0-5 3 0,-1-6-5 16,-3 1-1-16,1-2 0 0,-1-5-3 0,-1 0-1 15,-2-1-3-15,2-3 5 0,-2 1-2 0,-1-3 2 0,0-1 3 0,-6-1-2 16,0 1-1-16,-9-5 5 0,1-4-6 0,0 2 0 15,-1-3 19-15,-3-1 11 0,3-3 0 0,0 2 2 16,-2-4 14-16,5 4-4 0,2-4-2 16,2 5 5-16,1-1 1 0,2 0 1 0,0 2-7 0,3 1-5 15,-1-1-2-15,5 2-12 0,-2 1-6 0,1-1-30 16,-2 2-40-16,5 1-38 0,0 0-6 0,0 0-19 0,0 0-38 16,18 4-53-16,-8-2-245 0,8 0-474 0,0 1 209 15</inkml:trace>
  <inkml:trace contextRef="#ctx0" brushRef="#br0" timeOffset="165552.12">18274 14217 190 0,'0'0'274'15,"0"-5"-21"-15,0 5-28 0,0 0-26 0,0 0-21 16,0 0-20-16,0 0-16 0,0 0-19 0,0 0-16 16,0 0-21-16,0 0-5 0,0 0-14 0,0 0-8 15,-2 22-4-15,2-15-9 0,-1 10-6 0,-1 0-2 16,-1 2-3-1,-1-2-5-15,2 2-3 0,-1 6-2 0,1-7-1 16,-1-1-5-16,6 1-1 0,-2-1 1 0,0 0-4 16,3-5 1-16,-2 0-1 0,2-3 3 0,1 0-3 0,1-1 0 15,0 0 2-15,0-4 4 0,3 1 10 0,2-2 14 16,-2-1 9-16,2-2 8 0,-1 0 3 16,-1-2-2-16,1 2-1 0,-2-3 1 0,-1 2-2 15,1 0-5-15,-4-1-5 0,1 1-5 0,-1-2-7 0,-4 3-3 0,0 0-13 16,9 3-2-16,-5 0-11 0,2-1-2 0,-3 3-10 15,-1 6-8-15,2-1-17 0,0 6-16 0,0 2-24 16,-3-1-14-16,-1 8-13 0,-1 0-41 0,-3 1-32 16,-4 1-64-16,-2-3-201 0,1-6-467 0,0-1 206 15</inkml:trace>
  <inkml:trace contextRef="#ctx0" brushRef="#br0" timeOffset="166406.43">19259 13700 51 0,'0'-10'194'0,"0"-1"-7"0,0 2-9 0,0 1-9 15,1 3-2-15,-1-2-14 0,0 3-14 0,4-1-14 16,-4 2-13-16,0-1-16 0,0 4-9 0,0-7-19 16,0 7-23-16,0 0-23 15,0 0-16-15,0 0-4 0,0 0-4 0,-5 14 2 16,5 3 9-16,-8 9-7 0,4 8 1 0,-1 0 0 16,-2 21 5-16,-1-3 5 0,-1 6 0 0,1 0 2 15,1 24-2-15,3-22-3 0,4-3 5 0,-1-1-1 16,4 1 1-16,2 1-7 0,-1-3 4 0,0 2-4 15,1 0 0-15,-1-1 5 0,0-2-4 0,0-3 2 16,0-6-6-16,-4-8 14 0,-2-6-1 0,-3 0-2 0,0 2 3 0,-1-5-4 16,-5-1 0-16,-1-4 2 0,2-6-3 0,-1-5 4 15,-5 1 1-15,-3-3-5 0,1-4-1 16,-4-1-2-16,-10-4-1 0,5-1-2 0,-1-3 4 0,0 0-3 16,9-2 1-16,-3-2-3 0,3 1 3 15,2-2-4-15,-2 0 3 0,6-1-4 0,2 4-2 0,2-2-6 16,1 3-29-1,3-1-49-15,1 1-69 0,-2 2-190 0,2 0-368 16,4 2 163-16</inkml:trace>
  <inkml:trace contextRef="#ctx0" brushRef="#br0" timeOffset="166838.41">19627 15255 239 0,'0'-5'239'0,"0"5"-26"0,-1-5-23 0,1 5-22 0,0 0-24 15,-4-2-19-15,4 2-10 0,0 0-14 16,-6 9-13-16,0 1-7 0,0 0-12 0,-2 4-8 0,-1 2-3 16,4 0-7-1,0 0-6-15,0 4-6 0,1-5-6 0,2 2 1 16,2-1-2-16,1-1-4 0,0-3-2 0,3 0-1 16,2-4 3-16,3 1 17 0,9-2 11 0,3-2 12 15,6-2 4-15,-1-3 5 0,3-4 13 0,-8 0 11 0,-2 0 8 16,-1-3 20-16,-3-2-1 0,-2-3-6 15,-1 0-8-15,-5-4-11 0,-1 1 1 0,-4-1-25 16,-3-1-13-16,-4 1-14 0,-8-9-21 0,0 10-21 0,-8-3-17 0,-5 4-25 16,-5 2-34-16,2 0-29 0,-3 4-40 0,-4 4-40 15,3 0-62-15,0 0-271 0,6 0-548 0,5 3 243 16</inkml:trace>
  <inkml:trace contextRef="#ctx0" brushRef="#br0" timeOffset="167694.15">19798 13198 59 0,'2'-2'174'0,"-2"2"-25"0,3-2-12 0,-3 2-20 15,0 0-8-15,8 10-11 0,-6-3-24 0,2 2 4 0,-2 0-9 16,-1 4 1-16,0-1-11 0,-2 5-5 0,-2 1 2 15,1 2-5-15,-2-1-5 0,-2 4-8 0,1-3 1 16,-2-2-12-16,1-2-1 0,-1 1 1 0,1-2 1 0,1-2-9 16,2-4 3-16,2-3-4 0,-3 0 3 15,3-1 22-15,0-2 51 0,-2 0 35 0,2 1 28 16,1-4 18-16,0 0-23 16,0 0-16-16,0 0-8 0,6-15-13 0,-1 3-12 0,3 0-13 15,5-2-12-15,-3-1-2 0,4 1-15 16,-3 1-6-16,1 4-4 0,-2-1-8 0,-2 4-4 15,0 0-4-15,-3 3-11 0,2-1-13 0,-3 1-14 16,5 3-10-16,-9 0-10 0,17 4 3 0,-8 0-11 16,1 1-6-16,1 4-2 0,2 3-12 0,0 0-12 15,1 1-23-15,0 0-18 0,0 2-37 0,-1-2-48 0,0 2-255 0,-2-4-480 16,1 2 213-16</inkml:trace>
  <inkml:trace contextRef="#ctx0" brushRef="#br0" timeOffset="167978.98">19535 13277 130 0,'-13'-2'207'0,"7"0"-6"0,-5 1-7 0,5 0-11 0,2-2-14 15,4 3-20-15,-6 0-13 0,6 0-17 0,0 0-6 16,24-4-14-16,11 1-5 15,20-4-13-15,11-2-5 0,33-3-7 0,-1 0 2 16,4-1 0-16,2-1 1 0,-2-1-1 0,-5 1 0 16,-4-1-7-16,-29 7-4 0,1 1-7 0,-2-1-6 15,-8-1-2-15,-19 7-7 0,-6-3-13 0,-11 5-24 16,-3-1-28-16,-3 1-25 0,-4 0-22 0,-4 0-2 16,-5 0-5-16,-7 6-34 0,-4-1-68 0,-7 0-168 15,-9 2-379-15,0 2 169 0</inkml:trace>
  <inkml:trace contextRef="#ctx0" brushRef="#br0" timeOffset="171765.46">20424 14086 87 0,'0'0'155'16,"-2"-3"-6"-16,2 3-16 0,0 0 1 0,-3-4-7 16,3 4-14-16,0 0-15 0,0 0-5 0,-1-4-11 15,1 4-9-15,0 0-10 16,0 0-2-16,0 0-13 0,0 0-3 0,0 0-6 16,0 0-2-16,0 0-3 0,0 0-6 0,0 0-3 15,0 0-4-15,0 0-4 0,0 0-1 0,0 0 3 16,0 0 1-16,0 0 1 0,0 0-11 0,19 0 1 15,-10-1-2-15,1 0-1 0,3-3 1 0,1 2-3 16,-1 1 0-16,2-6 1 0,1 0-4 0,0 2 2 16,-2-4-4-16,0 0 4 0,-1-2 1 0,-3 2-1 0,2 1 1 0,-6-2 1 15,2 1 6-15,-3-1 0 0,3-1-1 0,-6 2-3 16,1-2 6-16,-3 5-1 0,-3-3-4 16,1 1-4-16,-6 4 2 0,-1-1-2 0,0 2-3 15,-10 2-3-15,-2 2-2 0,-7 4 6 0,-4 1-3 0,-2 3-6 16,-3 4 9-16,1 3-1 0,-11 4-5 0,11-3-4 15,-6 9 6-15,1 6 0 0,10-11 2 0,3 4-6 0,1 2 2 16,0 0-1-16,3-1 1 0,3 0-12 0,3 2 9 0,4-3 0 16,5-1 4-16,5-4-3 0,6-1 7 0,9 6-2 15,5-4 0-15,8-3 3 0,8-2 0 0,17 4-2 16,8-6 4-16,9-4 1 0,26 2-2 16,-3-7-5-16,-21-6 2 0,24-3 0 0,-28 0-1 15,0-5 0-15,-2-2 3 16,-8 1-6-16,-6-5 3 0,-14 6-2 0,0-1 2 15,-10-2-2-15,-6 4 4 0,-1-4 11 0,-8 3 10 16,0 1 12-16,-3 0 2 0,-2-1-4 0,-4 0-5 16,-1 2-4-16,-7-1-3 0,-1 2-2 0,-5 0 16 15,-4 2-6-15,-9 1-4 0,-1 3-6 0,-2 1 6 16,0 3-12-16,-2 1-2 0,3 3-2 0,1-1-3 16,6 2 2-16,4-2-3 0,0 1-4 0,3 1 3 0,3-1-14 0,5 0-9 15,2 0 1-15,2 1 6 0,3-3 0 0,5 2 6 16,5-4-1-16,8 3 1 0,10 0-1 0,4-3 1 15,0-3-1-15,1-1-3 0,2-2 2 0,-2-1-1 16,-1-4 2-16,-5 2 3 0,1-1-2 0,-10-2 5 16,-8 2 1-16,3 0 3 0,-3-4-2 0,-2 1-2 15,-4 0 3-15,0-1-2 16,-3-1-3-16,-4 0-1 0,-1 0-2 0,-2 0 1 16,-5 1-5-16,-1 1 0 0,-4 1-2 0,-1-1-4 15,-4 3-9-15,6 2-11 0,-5 1-15 0,1 1-16 16,2 3-18-16,3 0-23 0,1-1-34 0,0 3-144 15,2-2-309-15,4 0 137 0</inkml:trace>
  <inkml:trace contextRef="#ctx0" brushRef="#br0" timeOffset="172151.56">21443 14089 152 0,'0'0'150'0,"0"0"-20"16,0 0-16-16,0 0-9 0,-17 7-5 0,9-2-15 16,-3-1-9-16,1 4-3 0,1-1-16 0,-6 3-6 0,3 1 0 15,1-2-7 1,2 0-9-16,1 0-3 0,-1 2-3 0,3-1-6 15,-2 1-7-15,4 1 7 0,0-2-1 0,3 2-5 16,1-2-3-16,2 0 0 0,1 1 2 0,7 2 1 16,2-1 1-16,2-1 3 0,4 0 3 0,0 0-6 15,-1-1-2-15,2-2 0 0,-2 1-3 0,-4 0 0 16,-3-1-2-16,-1-3-3 0,0-1-5 0,-1 3 6 16,-6-4-6-16,2 2 4 0,-5 1 1 0,-3 0-2 0,-5-2 4 0,-6 3-2 15,-6 1-3-15,-3 0-7 0,-5 1-5 0,2-2-22 16,-3-1-32-16,0-1-44 0,8-4-139 0,-6 0-263 15,6 1 117-15</inkml:trace>
  <inkml:trace contextRef="#ctx0" brushRef="#br0" timeOffset="172551.64">21881 13973 12 0,'0'0'191'0,"0"0"-20"0,0-3-22 16,0 3-25-16,0 0-8 0,0 0-6 0,0 0-16 15,0 0-12-15,-4 14-7 16,4-7-9-16,-4 6-10 0,-1 1-7 0,0 2 3 16,0 2-11-16,-7 5-5 0,2 3-2 0,0-2-2 15,-3 0 1-15,1-3-6 0,0 2 2 0,4-4-1 0,0-1-7 16,0-2-5-16,0-1 1 0,4-4-1 16,-2 1-1-16,3-4-7 0,1 1 6 0,1-2-3 0,-1 1 1 0,2-1 5 0,3-2 16 15,2 0 11-15,4 0 4 0,4-1-2 16,1-1-8-16,5-1 0 0,10 1-1 0,-8-2-9 15,9 2-22-15,-3-3-20 0,-6 0-29 0,-1-2-29 16,0 1-36-16,-1 0-38 0,0-4-136 16,-7 2-305-16,2-1 136 0</inkml:trace>
  <inkml:trace contextRef="#ctx0" brushRef="#br0" timeOffset="172720.66">22049 14254 238 0,'-2'-4'254'0,"2"4"-15"0,-2-4-21 16,2 4-25-16,0-5-21 0,0 5-11 0,0 0-32 15,0 0-14-15,0 0-13 0,0 0-11 0,0 0-12 16,-2 16-7-16,1-5-7 0,-3 0-6 16,2 4-9-16,-2 3-4 0,-1 0-6 0,-3 6-1 15,4-5-2-15,0-1-7 16,-1 10 0-16,1-8-35 0,2-1-28 0,-2 1-33 16,0-1-40-16,2 6-46 0,1-7-25 0,-2 0-143 15,2-3-347-15,1-4 153 0</inkml:trace>
  <inkml:trace contextRef="#ctx0" brushRef="#br0" timeOffset="173221.37">22470 14189 77 0,'0'-6'310'0,"0"-2"-19"0,0 1-16 15,0 3-26 1,0-2-24-16,0 2-25 0,0 0-23 16,0 4-21-16,0-5-21 0,0 5-17 0,0 0-18 0,0 0-12 15,0 0-7-15,0 0-8 0,0 16-7 0,0-7-8 16,0 4-6-16,-4 4-8 0,2 0-5 0,-1 1-1 16,2 0-4-16,-2-1-6 0,1 2-3 0,0-1-2 15,2-1-3-15,0-6-1 0,2 1 1 0,-2 3-4 16,2-6-1-16,1 2-1 0,-1-3 2 0,1 0-2 0,2-2 4 15,0 3-3-15,5-5 1 0,-1-1 0 0,4-3 3 16,5-1 3-16,1-3 0 0,-5-3 8 0,4 3 6 16,-2-3-1-16,0-2-3 0,-3-3-5 0,0-2-4 0,-2-1-1 15,0-2-5-15,0-6-4 0,-3 5-17 16,-1-10-8-16,-3 0-1 0,-3-1-2 0,-4 1-1 16,-1 1 2-16,-7 3-1 0,-2 0 1 0,-3 4 0 0,0 6 0 0,0-1 0 15,-7 1 0-15,4 6 1 0,2 2 0 0,-2 3-1 16,5 3 3-1,0 0-3-15,-3 4 0 0,0 4-1 0,2 1 1 16,2 4 4-16,4 1 1 0,2 2-1 0,4 1 2 0,6 1 5 0,11 4 1 0,9-1 5 16,10-1-2-16,17 1 2 0,4-3-15 0,7-2-34 15,-2-3-52-15,1-4-55 16,4-4-72-16,-6-1-213 0,-5-3-473 0,-13-1 209 16</inkml:trace>
  <inkml:trace contextRef="#ctx0" brushRef="#br0" timeOffset="173991.27">23734 14221 118 0,'-1'-5'175'0,"1"5"-17"0,-6-4-15 16,0 1-14-16,0 1-12 0,-5 1-11 0,-2 1-13 0,-7 1-17 15,-3 4-5-15,-5-1-8 0,0-1-17 0,-1 4 4 0,-1 2-7 16,4 0-3-16,-3 0-4 0,5 1-3 15,5-1-2-15,0 1-5 0,2-1-2 0,3 2-4 16,1 0-7-16,4-3 3 0,2 1-10 0,2-1 4 16,1 1 2-16,1-2 1 0,3 1-1 0,1-2 3 0,5 2 7 15,6 1 8 1,5-4 6-16,2 2-2 0,12-1 1 0,-3-5 0 16,0 0 6-16,0-2 5 0,0-2 6 0,-7-1 14 15,-1-3 11-15,7-4 6 0,-12 1 11 0,3-1 5 16,-5-4 1-16,1 1-10 0,0-8-7 0,1-3-8 15,-6-3-2-15,2-1-7 0,-1-3-9 0,-3 0-5 16,1-4-4-16,-3-9 3 0,5-2-8 0,-4 13-2 16,-1-14 17-16,-1 18 12 0,-4-1 7 0,3 5 9 0,-3 8-3 0,0 1 0 15,2 8-11-15,-2-1-1 0,2 1-16 0,-4 1-7 16,2 5-19-16,0-2-43 0,0 1-26 0,0 4-5 16,0 0 2-16,0 0 3 0,-5 20 13 0,1-3-9 15,-1 2 10-15,-1 8 6 0,-1 2-4 0,3 0 1 16,0 2 3-16,-1-2 6 0,1-2 3 0,4 1-2 15,-2-1 5-15,0-1 0 16,1-6 0-16,0-2-3 0,2 0 2 0,-1-1 3 16,1-4 1-16,-1-2 4 0,3 2 2 0,-3-4-4 15,2 1-18-15,-2 1-11 0,2-5-10 16,-2-1-13-16,-2 2-9 0,4-2-9 0,-2-1-9 0,0-4-10 16,0 8-15-16,0-5-23 0,0-1-8 0,1 3 0 15,-1-5-13-15,3 4-37 0,0-3-178 0,3 1-395 16,2-2 176-16</inkml:trace>
  <inkml:trace contextRef="#ctx0" brushRef="#br0" timeOffset="174423.45">24048 14105 303 0,'0'-4'308'0,"3"-1"-15"0,-2 0-21 0,-1 2-27 15,0 3-23-15,1-4-26 0,2 1-22 0,-3 3-22 16,0 0-20-16,0 0-17 0,0 0-19 0,0 0-10 15,0 0-11-15,0 13-3 0,0 1-8 0,-4-2-7 0,0 4-10 16,4-2 22-16,-5 4-9 0,1 1-7 16,3-2-8-16,-2-2-1 0,2 2-2 0,1-3-7 15,1-3 1-15,2 1-1 16,-2-1-8-16,-1 1 2 0,4-1 2 0,1-4-6 16,-1-3-1-16,6 4 3 0,-1-4-2 0,0 1 1 15,5-3 3-15,-1-2-1 0,7-2 6 0,-3 0-7 16,1-2 1-16,0-4-1 0,-1 1-2 0,0-3 2 15,-4-2 4-15,1-1-3 0,-4-4-19 0,3-6 3 16,-3-2-7-16,-6-2-10 0,0-1-13 0,-4-3-3 16,-5-1-4-16,-4 0-3 0,-4 1 2 0,-1-1 5 0,-4 6 2 0,-3-3 7 15,-1 9-8-15,0-1-2 0,2 3 4 0,3 7 0 16,-1 3 3-16,7 6-4 0,-10 0 0 0,3 6 6 16,3 3-4-16,-3 2-1 0,3 3 1 0,1-1 2 15,4 8 3-15,3-2 1 0,3 2 0 0,9 6 5 16,8 1-1-16,6-2 8 0,12 3 0 0,15-3-1 15,12 1 3-15,2-4-15 16,2-4-37-16,2-2-52 0,-2-1-73 0,-6-5-104 16,-4-3-191-16,-12-4-507 0,-6-4 225 15</inkml:trace>
  <inkml:trace contextRef="#ctx0" brushRef="#br0" timeOffset="175171.83">25138 14132 112 0,'-5'0'117'0,"5"0"-5"0,0 0-10 0,0 0 11 0,0 0 9 16,0 0 4-16,0 0 2 0,0 0 3 0,0 0-3 15,0 0-4-15,0 0-11 0,0 0-10 16,32-7-13-16,-4 1-7 0,8 0-7 0,2 1-9 16,17-3-5-16,3-2-3 15,1 3-11-15,1-4 3 0,1 3-1 0,-2-2-5 16,-6 1-6-16,-14 2 4 0,-5 2-11 0,-6 1-8 15,-5-1-18-15,-6 2-6 0,-4 0-14 0,-2 3-14 16,-4-2-10-16,-2 0-37 0,-4 0-48 0,-1 2-50 16,-15-4-137-16,-3 3-334 0,-3-2 148 0</inkml:trace>
  <inkml:trace contextRef="#ctx0" brushRef="#br0" timeOffset="175393.97">25525 13923 199 0,'-2'-5'250'0,"1"1"-1"0,-1-4-9 0,2 2-12 15,-2 2-10-15,2-4-8 0,-2 3-12 0,4 2-14 16,-4-2-24-16,2 1-16 0,0 4-17 0,2-7-22 16,0 5-19-16,-2 2-31 0,0 0-11 0,0 0-4 0,0 16-6 0,-2-5-7 15,2 7 2-15,-2 9-4 0,-2-1 0 0,0 4-4 16,2 2-3-16,0 0-1 0,-3 0-2 0,3 1 10 16,2-1-11-16,2 0-21 0,0-3-19 0,3 0-20 15,1 0-25-15,2-4-26 0,-3-6-34 0,4 4-34 16,4-8-34-16,-4 0-176 0,1-6-405 0,7 1 180 15</inkml:trace>
  <inkml:trace contextRef="#ctx0" brushRef="#br0" timeOffset="175594.86">26587 14085 73 0,'0'0'232'0,"4"-5"-26"15,-1 2-27-15,1 0-37 0,3 2-20 0,1 0-27 0,5 1-23 16,4 0-33-16,4 0-34 0,10-1-35 0,1 3-44 16,-2-1-104-1,6 0-191-15,2 4 85 0</inkml:trace>
  <inkml:trace contextRef="#ctx0" brushRef="#br0" timeOffset="175742.24">27454 14096 130 0,'7'-2'258'0,"-2"-2"-21"0,1 2-20 0,-1-1-23 0,-1-1-23 0,4 2-16 16,1-3-31-16,0 4-35 0,5-1-34 0,4-1-47 15,12 2-56-15,0 1-56 0,1-1-144 0,4 1-269 16,1-2 120-16</inkml:trace>
  <inkml:trace contextRef="#ctx0" brushRef="#br0" timeOffset="175895.66">28349 14074 45 0,'11'-6'202'16,"1"2"-19"-16,5-3-22 0,11 1-30 0,4 2-36 0,4 2-50 15,5-1-49-15,16-1-73 0,-7 1-54 0,6 2-141 16,4 0 63-16</inkml:trace>
  <inkml:trace contextRef="#ctx0" brushRef="#br0" timeOffset="176012.07">29245 14030 24 0,'2'-4'302'15,"1"0"-21"-15,-2 3-24 0,3-4-22 16,-1 2-22-16,-3 3-35 0,3-6-75 0,0 5-114 0,0-1-253 0,2-1-286 15,5 1 127-15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50:48.18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4267 2815 167 0,'0'0'198'0,"-1"-2"-13"0,1 2-21 0,0 0-8 15,-7-3-15-15,7 3-4 0,0 0-13 0,-4-1-8 16,4 1-15-16,0 0-6 0,-7-4-11 0,7 4 1 16,0 0-22-16,0 0-4 0,0 0 0 0,0 0-14 15,-4-1 0-15,4 1-6 0,0 0-7 0,0 0 0 16,0 0-5-16,0 0-1 0,0 0-2 0,-10 0-5 15,10 0-1-15,0 0 1 0,0 0-2 0,0 0-3 0,-9 1-4 16,9-1-1-16,0 0-2 0,-5 1-1 0,5-1 2 16,0 0 0-16,-5 3-1 0,5-3 1 0,0 0 5 15,0 0 9-15,0 0 2 0,0 0-4 0,0 0-2 0,0 0-4 16,0 0 0-16,26 0-1 0,-12-3 1 0,15 1 4 16,8-4 11-16,17 0 10 0,-1-2-2 15,2 4-3-15,-2-2-1 16,1-1-4-16,-17 2 2 0,-2 0-11 0,-2 3 1 15,-1-3-3-15,-11 3 1 0,2 1-3 0,-4-1-5 16,-6 0-19-16,-3 1-17 0,-2 0-16 0,-8 1-15 16,11 0-9-16,-11 0 0 0,0 0-2 0,0 0-8 15,0 0-28-15,-19 9-26 0,0-4-23 0,0 2-16 16,-3-2-15-16,-5 2-105 0,-1-4-311 0,1 4 138 16</inkml:trace>
  <inkml:trace contextRef="#ctx0" brushRef="#br0" timeOffset="400.95">4457 2844 177 0,'0'0'304'16,"0"0"-1"-16,-8-5-6 0,8 5-7 0,0 0-10 15,-6-2-12-15,6 2-10 0,0 0 0 0,-4-3-10 0,4 3-14 0,0 0-13 16,-3-4-27-16,3 4-9 0,0 0-17 0,0 0-22 16,0 0-21-16,0 0-30 0,0 0-39 0,0 0-34 15,0 0-14-15,-4 16 5 0,2-3-11 0,-1 5 5 16,-1 12-17-16,2 2 4 0,-3 16-5 0,1-14-3 15,0 17-11-15,0 0 17 0,0-1 3 0,2 2-1 16,-2-2 3 0,1-5 6-16,1-8-4 0,-3-2-1 0,4-2 5 15,-5 1-6-15,3-2 2 0,-5-3 1 0,-1 0 0 16,-1-1-13-16,-2-4 21 0,-3-2 3 0,1 0-5 16,1-6 15-16,-1 0 3 0,-4-6 10 0,-5 2 4 15,4-2 3-15,-12-3 0 0,11-1 11 0,-2-1 7 16,-5-2 1-16,-1-3 13 0,6-3 2 0,2 3 7 15,1-2 11-15,1-1 14 0,6-1 23 0,-2 3 8 0,3-3 7 0,2 4-6 16,0-3-8-16,3 2-15 0,-2-2-9 0,8 3-21 16,-9-3-1-16,9 3-13 0,-6-4-13 0,6 4-49 15,0 0-59-15,0 0-65 0,-9-3-95 0,9 3-74 16,0 0-35-16,0 0 29 0,1 20 10 0,2-9-40 16,2 1-51-16,-4 0-275 0,6-1-699 0,4-2 309 15</inkml:trace>
  <inkml:trace contextRef="#ctx0" brushRef="#br0" timeOffset="1080.32">4731 3648 238 0,'0'0'298'0,"-1"-6"-10"0,1 2-13 15,0 4 2-15,0-6-3 0,0 6-12 0,-3-2-10 0,3 2-18 0,-1-5-10 16,1 5-19-16,0 0-26 0,0 0-10 16,0 0-22-16,0 0-17 0,0-4-28 0,0 4-19 15,0 0-32-15,0 0-20 0,0 0-16 0,0 0-5 16,-5 10-1-16,0-3 2 0,0 3-8 0,-3 6 3 0,3 4-1 16,-4 5 1-16,2-1-1 0,-1-1 0 15,4 2 1-15,1-6 5 16,2 1-5-16,2-3-4 0,-1-1-5 0,3 1-1 15,-2-4 1-15,4 0 5 0,-1-3 2 0,3 0 0 16,-2-2 14-16,1-4 20 0,-1-1 20 0,3-1 10 16,7-5 10-16,2-2 1 0,1-4 11 0,-3-2 10 15,-1-2 15-15,-1 1 28 0,-3-5 5 0,-1 3-9 16,-1-5-15-16,-2 1-10 0,2-6-11 0,-3-1-13 16,-4 5-14-16,-2 2-6 0,-3 2-10 0,-2 0-7 0,-2 0-16 15,0 2-2-15,-2 1-14 0,0 6-10 0,0-1-13 16,-3 4-16-16,3 0-21 0,-2 2-25 0,1 0-44 0,-1 2-48 15,3 1-40-15,-1 3-44 0,1 1-26 0,1 3-24 16,7-3-35-16,1 4-49 0,3-3-228 0,7 0-652 16,5 0 289-16</inkml:trace>
  <inkml:trace contextRef="#ctx0" brushRef="#br0" timeOffset="1734.65">5485 3121 190 0,'0'0'207'0,"-7"1"-5"15,7-1-13-15,0 0-9 0,0 0-14 0,0 0-9 16,-8 0-12-16,8 0-9 0,0 0 29 0,0 0-3 16,0 0-7-16,0 0-15 0,0 0-8 0,0 0-16 15,0 0-13-15,0 0-10 16,0 0-2-16,27-5-2 0,-6 2-2 0,9-1-9 16,7 0-6-16,0-1-3 0,18-2-9 0,1 2-4 15,-5 3-7-15,-11-4-2 0,-3 4-7 0,-3-3-4 16,0 3-3-16,-2 0-5 0,-11 1-2 0,1-2-3 15,-7 1-3-15,-2 1-19 0,-3 1-19 0,-2-1-27 16,-3 2-24-16,-5-1-11 0,8 3 4 0,-8-3 3 16,0 0-32-16,-21 10-47 0,7-5-62 0,-5 5-239 0,-3-7-489 15,3 4 218-15</inkml:trace>
  <inkml:trace contextRef="#ctx0" brushRef="#br0" timeOffset="2050.96">5632 3375 89 0,'-6'2'299'0,"-2"-1"-3"0,3 0-3 0,2 1-6 15,3-2-3-15,-5 1-2 16,5-1-22-16,-5 2-16 0,5-2-24 0,0 0-26 0,18 0 6 0,0-3-10 15,13 0-19-15,6-3-6 0,16-2-21 0,10 1-13 16,1-3-12-16,29-3 9 0,-29 7-7 0,-3-1-12 16,-2 1-11-16,-6 1-7 0,-18 1-9 0,0 2 2 15,-7-1-16-15,-10 0-2 0,-7 1-8 0,1 2 0 16,-3-2-9-16,-2 2-4 0,-1 0-4 0,-6 0-20 16,10 0-13-16,-10 0-22 0,0 0-26 15,0 0-50-15,0 0-55 0,-8 7-76 0,-10-2-106 0,-1 1-366 16,0-2-751-16,6-3 332 0</inkml:trace>
  <inkml:trace contextRef="#ctx0" brushRef="#br0" timeOffset="7447.63">7508 2541 320 0,'0'-6'417'0,"0"1"-6"0,0 0-24 15,0-1-26 1,-2 1-33-16,2 5-38 0,0-4-27 0,0 4-37 0,-2-4-35 16,2 4-47-16,0 0-54 0,0 0-45 0,0 0-17 0,0 0-8 0,-1 21 0 0,1-2-2 15,1 6-3-15,-2 7 6 0,0 2-1 0,-1 1 0 16,2 11-2-16,2-12 0 0,-4-2 2 0,2-2 2 16,0 0-2-16,0-4-2 0,2-1 1 0,-2-6-3 15,-2-4 5-15,2 0-9 0,0-1 5 0,-1-2-24 31,1-2-27-31,-1-2-8 0,1 0-20 0,0-2-26 0,-3-2-28 16,2 0-35-16,1-4-66 0,-8 5-304 0,-1-4-562 16,9-1 249-16</inkml:trace>
  <inkml:trace contextRef="#ctx0" brushRef="#br0" timeOffset="7963.17">7007 3425 168 0,'-8'2'298'15,"0"-4"-12"-15,2 4-12 0,6-2-18 0,-10 0-15 16,10 0-13-16,-5 0-13 0,5 0-16 0,0 0-13 15,0 0-13-15,-10 3-8 0,10-3-19 0,0 0-8 16,0 0-13-16,-4 0-11 0,4 0-17 0,0 0-8 16,0 0-14-16,0 0-9 0,0 0-10 0,0 0-2 15,0 0-2-15,-5 2-7 0,5-2-3 0,0 0-7 0,0 0 0 0,0 0-6 16,0 0-4-16,0 0-18 0,0 0 20 0,0 0-12 16,0 0 21-16,0 0 0 0,0 0-1 15,0 0-8-15,0 0 0 0,0 0-8 0,0 0 4 16,0 0-6-16,0 0 0 0,0 0-2 0,0 0-2 15,0 0 2-15,0 0-6 0,0 0 3 0,18 1 5 0,4-4-2 16,16 0 1-16,23-3 6 0,31-2-1 0,4-1 2 0,5 0 13 16,6 1 6-16,7 1 6 0,5 2 5 0,1-3 9 15,-5 3 3-15,-4-4 0 0,-10 4 2 0,-33 0-2 16,-3 3-2-16,0-4-2 0,-10 2-8 0,-14 1 13 16,-8 1 5-16,-12-1-6 0,-2 3 5 0,-8-2-1 15,2 1-4-15,-6 0-2 0,0-1-8 0,-1 2 1 16,-2-2-14-1,-4 2-16-15,0 0-40 0,0 0-63 0,0 0-46 16,-24-3-78-16,-5 6-62 0,-6 1-72 0,-2 0-448 16,-4 0-846-16,8-1 374 0</inkml:trace>
  <inkml:trace contextRef="#ctx0" brushRef="#br0" timeOffset="8680.64">7801 3866 87 0,'2'-7'367'0,"2"-2"-9"16,0 5-12-1,1 1-29-15,-5-2-33 0,5 1-29 0,-2 2-32 16,-3 2-26-16,1-3-28 0,-1 3-34 0,0 0-23 0,0 0-9 16,0 0-10-16,2 17-11 0,-4-1-9 0,1 2-7 15,-7 8-7-15,3 1-6 0,-4 2-3 16,-3 1 3-16,1 6-10 0,-2-7-1 0,-1 2 0 16,1-5-9-16,3-1-2 0,0-10-1 0,5-3-3 15,0 0-4-15,-1-5-1 0,4 3 1 0,-1-5 0 0,2-1 37 0,-3 1 49 16,3-2 38-16,0-1 46 0,1-2 34 0,0 0 27 15,0 0-31-15,0 0-24 0,-1-13-26 0,4 4-14 16,4-3-20-16,0-5-15 0,1 0-14 0,2 1-12 16,-1-1-12-16,1 3-10 0,-2 3-5 0,1 0-10 15,-4 2-7-15,-1 3-10 0,1 1-6 0,-1 2-16 16,0 0-24-16,1 2-28 16,-5 1-4-16,10 1-19 0,-1 4-5 0,0 2-18 15,4 1-18-15,-3 5-33 0,4-1-9 0,0 2-50 16,0 0-35-16,-1 1-39 0,-3 2-37 0,0-2-49 15,-1-1-83-15,-4-3-262 0,2-5-746 0,-3-1 330 16</inkml:trace>
  <inkml:trace contextRef="#ctx0" brushRef="#br0" timeOffset="9034.44">7577 3980 33 0,'-22'0'246'16,"2"4"-13"-16,-1-1-14 0,5 0-7 0,-2-1-14 0,8 1-11 0,3-2-13 16,1-1-13-16,-2 0-13 0,3 3-10 0,5-3-7 15,-8 0-5-15,8 0 2 0,0 0-2 0,-6 0 8 16,6 0 3-16,0 0-5 0,0 0-9 0,0 0-7 16,0 0-16-16,17-4-5 0,2-2-9 0,12-1-15 15,3 2-5-15,17-5-1 0,4 3 4 0,1 0 13 16,35-8 8-1,-29 7 5-15,1 2 7 0,-6 0 8 0,0 0-16 0,-16 3-9 16,-5 0-2-16,-6-3-5 0,-3 5-7 0,-8-5-3 16,-6 5-15-16,-3-2-2 0,-2 3 0 0,2-1-9 15,-5 1-7-15,2 0 6 0,-7 0-10 0,0 0-31 16,10 0-22-16,-6-3-41 0,-4 3-33 0,0 0-25 16,0 0-40-16,-14 8-66 0,2-4-91 15,-9 0-334-15,4-1-705 0,4-2 311 0</inkml:trace>
  <inkml:trace contextRef="#ctx0" brushRef="#br0" timeOffset="10052.14">9631 2450 173 0,'-2'-9'238'0,"1"3"-16"15,0-1-3-15,-2 0-10 0,2 5-9 0,0-4-15 0,-1 2-15 16,2 4-7-16,-1-5-22 0,0 2-17 0,1 3-18 16,0 0-18-16,0 0-31 0,0 0-15 0,0 0-10 15,0 0-5-15,-9 18-4 0,1 5-3 0,-1 9 0 16,0 13 2-16,-3 7 2 0,-4 28-1 0,2-21 1 15,0 35 4-15,0 0 5 0,2 4-2 16,6 0 2-16,2 0 0 16,-2-3-4-16,12-4 1 0,-2-6-1 0,0-2-5 0,1-25 1 15,-4 1 2-15,12 24-1 0,-8-29-4 16,4 4 4-16,-5-7-7 0,4 1 1 0,-8-1-2 16,-3-6 0-16,-2-10-3 0,0-3-3 0,-3-2 2 15,-2-1 1-15,-4-3 0 0,0-2-1 0,1-7-2 16,-7-1-1-16,-2 0 5 0,-1-2 0 0,4-6 5 15,-12 4 7-15,-1-7 0 0,-5-1-2 0,3-4 13 0,-1-1 11 0,-3-2 9 16,1-2 8-16,2-2 21 0,3-1 9 0,4 2 2 16,0-1 24-16,9 1 2 0,1 1 3 0,6 1-2 15,0 1-12-15,3 0-13 0,2 0-10 0,0 2-12 16,7 1-6-16,-11-3-11 0,11 3-7 0,0 0-7 16,-10-3-6-16,10 3-8 0,0 0-4 0,-6 9-22 15,6-9-9-15,-4 11-35 0,4-6-25 0,0-5-40 0,0 13-41 16,-1-8-50-16,1 6-60 0,0-5-101 0,0-6-292 15,-4 11-698-15,4-11 309 0</inkml:trace>
  <inkml:trace contextRef="#ctx0" brushRef="#br0" timeOffset="20203.24">10833 2938 73 0,'-4'-1'197'0,"4"1"-12"0,-4-7-18 0,4 7-7 15,0 0-15-15,0-4-13 0,0 4-10 0,0 0-11 16,-6-1-13-16,6 1-7 0,0 0-8 16,-3-3-5-16,3 3-12 0,0 0-2 0,0 0-16 15,0 0 0-15,0 0-1 0,0 0-6 0,0 0-4 0,0 0-5 0,0 0-1 16,0 0-8-16,0 0 3 0,0 0-6 0,0 0-3 15,0 0-2-15,0 0-2 0,0 0 4 0,0 0-3 16,0 0 3-16,0 0-4 0,0 0-1 0,13-5-3 16,-8 2 4-16,3 1-8 0,-3-1 6 0,8 1 4 15,-3-2-7-15,-1-1-5 0,4-1 2 0,-6 2 2 16,1-1 2-16,2-1 8 0,-5 2 11 0,1 1 9 0,-3-1 8 16,1 1 6-16,0-1-6 0,-1-1 0 0,-3 0-6 0,0 2 0 15,0 3-4-15,-7-4-7 0,0 1-2 0,-4 0-2 16,-3 4-9-16,-4-1-3 0,-3 5 3 0,-10 0-6 15,-1 7 8-15,-16 5-7 0,3 4-1 16,-4-1-3-16,3 6 0 0,0 4-2 0,5-1 10 16,-2 1-11-16,11-5 1 15,0 10-5-15,5-7 4 0,8-1-1 0,-2 3 0 16,7 0 3-16,3 0-1 0,7 1-2 0,5-3 0 16,7-3 5-16,9-1-4 0,8-2 5 0,19 4-2 15,7-9 2-15,9-6-3 0,5-5 3 0,30-1-1 16,-1-5-4-16,-27-5 5 0,32-5-2 0,-8 1-2 15,-29-3-1-15,2 0-4 0,-1-2 31 0,-7 1-8 16,0-3 0-16,-9-2-5 0,-13 1 2 0,-2 3-5 0,-5-3-1 16,-4 2-2-16,-9 3 5 0,-4 5 16 0,-4-5-1 0,-3 3-9 15,-3 0-2-15,-5 0-1 0,-3 1-5 0,-4 2-1 16,-8 1 1-16,-8 0-3 0,-3 5 3 0,-2 2-5 16,-4 1-1-16,2 2-3 0,0 6 4 15,3 0-3-15,0 0-2 0,4-1-1 0,2 5 1 16,8-5-4-16,3 1 6 15,6-1-5-15,0 1-16 0,6-3 2 0,1 2 2 16,6-1 3-16,4-1 2 0,6 1 2 0,7-2 3 16,8-3-1-16,6 0 2 0,0-4-1 0,-2-2 0 15,0-1-12-15,-1-5 8 0,-2 1-1 0,-1 0 3 16,-9-1-2-16,1 2 1 0,-7-4-6 0,-5 2 9 16,4 0 0-16,-7-1 4 0,-2 1 0 0,1-1-1 15,-5 1-2-15,0 0-1 0,-2-1-6 0,-2 1-4 0,-4 1-3 0,-5 0-5 16,-1 0-8-16,1 0-8 0,2 2-12 15,-6 2-20-15,3 0-23 0,-1 2-35 0,-2 1-37 16,6-1-52-16,-3 1-202 0,6-3-450 0,2 3 199 0</inkml:trace>
  <inkml:trace contextRef="#ctx0" brushRef="#br0" timeOffset="20603.59">11963 3030 37 0,'-4'-3'237'0,"-1"1"-25"16,-2 0-18-16,7 2-16 0,-19 0-18 0,9 2-13 15,-3 0-14-15,0 2-15 0,-5 0-9 16,4 5-15-16,-2 0-8 0,0 0-7 0,6 0-9 15,-4 4-7-15,0-3-7 0,4 2-5 0,2-1-11 16,0 3 2-16,3-3-6 0,2 1 1 0,0 0-2 0,6 4-5 0,-2-5-3 16,6 4 1-16,1-1-1 0,5 1 1 0,2-4-3 15,2 1-3-15,7 3-1 0,-5-6-9 0,-2 1 8 16,7 1-4-16,-7-2-2 0,-7-3-4 0,2 0-2 16,-2-1-2-16,-4-2 0 0,-2 1-5 0,1 1 2 15,-2-1 4-15,-2-1 10 0,-5 4 1 0,-1-2-3 16,-4 0-1-1,-5 5 0-15,-3-3-1 0,-2 1-2 0,-2-2-4 16,3 4 2-16,-9-5-5 0,9 4-12 0,0-4-40 0,1 0-44 16,5-3-91-16,-2-1-203 0,7 1-419 0,7-2 186 15</inkml:trace>
  <inkml:trace contextRef="#ctx0" brushRef="#br0" timeOffset="21437.4">12419 3059 211 0,'-3'-4'263'0,"3"4"-31"0,4-7-24 15,0 3-23-15,7 0-15 0,0-2-23 0,0 3-16 16,8-1-14-16,-1 3-11 0,9 1-12 0,1 2-7 16,-1 2-7-16,1 2-9 0,-5 4-10 0,-1-1-9 15,-2 6-10-15,-2 0 5 0,0 3-9 0,-7-2-11 0,-3 2 0 0,-1 5-8 16,-5-3-10-16,-2 6 5 0,-4-2-8 0,-5 4 3 15,-1-4-3-15,-4 1 1 0,-4-3 4 0,0-1-3 16,-1-3-4-16,5-4 3 0,-2-2 0 16,0 2 0-16,-3-3-2 0,6-5 5 0,3 1 6 15,-3-2 13-15,4 1 16 0,4-4 33 0,-2 2 25 16,0-3 39-16,4 1 23 16,3-2-18-16,-5-7-16 0,7 2-22 0,1-5-2 15,5-4-24-15,6-4-12 0,3-5-7 0,6-4-13 16,4 4-17-16,-1-5 5 0,12-3-3 0,-9 7-7 15,-2 4-1-15,-2-1-3 0,-4 5-10 0,-7 2 4 16,-1 3-2-16,-6 3 0 0,2 2-9 0,-5 2 6 16,2-1-14-16,-3 3-17 0,1-1-25 0,-4 3-4 15,0 0 4-15,0 0 5 0,-1 17 2 0,-5-8 6 0,0 6 1 0,-4-2 4 16,1 6 8-16,0 0-6 0,-3 1 5 0,7 1 0 16,-4-3 6-16,7 1-9 0,-1-2-9 0,6-1-9 15,2-1-2-15,5 0-16 0,0-4-22 0,11-1-36 16,8-3-57-16,6-6-80 0,0-2-244 15,20-3-535-15,0-6 236 0</inkml:trace>
  <inkml:trace contextRef="#ctx0" brushRef="#br0" timeOffset="21929.54">13509 2855 43 0,'0'0'237'0,"0"-3"-22"0,0 3-17 0,0 0-21 0,0 0-18 0,0-5-14 0,0 5-18 16,0 0-22-16,0 0-14 0,0 0-9 15,0 0-11-15,-18 12-6 0,4-3-4 0,-4 1-7 16,-4 4 0-16,-2 2-5 0,-3 2-11 0,0 0 1 16,2 5-5-16,-2-1-5 0,4-2-4 0,-3-1 0 15,3 2-5-15,4-3 2 0,5 3-6 0,1-6 1 16,4-2-2-16,4-2-4 16,1 1 5-16,4 3 1 0,4-4 0 0,1 1 3 15,9-1-3-15,3 1-2 0,10 1-3 0,0-1 6 16,3 0-6-16,1-5-3 0,2 2 2 0,0-2 2 15,2 1-7-15,-3-1 0 0,-3 0 0 0,-1 0-4 16,-8 0 4-16,-1-1-7 0,-8-2 4 0,0 0-4 16,-3 1-3-16,-1-1-1 0,-5 0 5 0,0 3-2 15,-5-2 6-15,-3 3-2 0,-4-1 1 0,-7 2-2 0,-5-2 0 0,-5 4 6 16,6-6-4-16,-7 4 6 0,-1-4-5 16,1 2 0-16,-3-1-3 0,3-2 0 0,7 0-2 15,0 1-9-15,1-2-6 0,2-1-24 0,4 1-23 16,1-6-46-16,4 3-62 15,4-2-171-15,1-2-369 0,4 0 163 0</inkml:trace>
  <inkml:trace contextRef="#ctx0" brushRef="#br0" timeOffset="22186.97">13821 3159 137 0,'0'0'301'0,"0"0"-22"0,0 0-23 0,-2-5-27 16,2 5-27-16,0 0-22 0,0 0-22 0,0 0-15 0,0 0-18 16,0 0-10-16,-4 11-15 0,3-5-6 0,1 4-9 15,0 0-9-15,0-1-10 0,0 4 30 16,0-1-12-16,0 0-5 0,0-3-19 0,0 8 5 16,0-7-5-16,1 2-7 0,-1-3-18 0,0 2-16 15,0-4-33-15,0-2-31 0,-1 1-15 0,2-1-16 0,-2 0-5 0,-1-3-2 16,2-2-40-16,-7 2-96 0,7-2-181 0,-14-9-432 31,6 2 191-31</inkml:trace>
  <inkml:trace contextRef="#ctx0" brushRef="#br0" timeOffset="22339.08">13735 2937 222 0,'0'-7'354'0,"2"3"-27"0,-2 2-28 16,2-2-35-16,-2 4-27 0,1-6-26 0,-1 6-35 15,0 0-30-15,2-4-23 0,-2 4-32 0,0 0-30 16,0 0-41-16,15 9-37 0,-9-4-36 0,2 1-60 16,-2 3-70-16,-2-4-179 0,0 2-390 0,2 2 173 15</inkml:trace>
  <inkml:trace contextRef="#ctx0" brushRef="#br0" timeOffset="22738.02">14060 3108 169 0,'0'0'335'0,"0"0"-33"16,3 2-33-16,-3-2-27 0,0 0-31 0,0 6-19 16,0-1-23-16,3 1-14 0,-3-1-16 0,1 5-15 15,-1 2-13-15,0-2-7 0,-1 1-13 0,1 2-9 16,-3-1-3-16,2 0-7 0,1 0-13 0,0-2-2 15,0 0-8-15,0-1-5 0,0-4-2 0,0 0-3 0,0-1-8 0,0 0 11 16,0-4 41-16,0 0 34 0,0 6 36 16,0-6 18-16,0 0 21 0,0 0 16 0,0 3 10 0,0-3-1 15,0 0-21-15,5-10-24 0,0 3-14 0,-1-2-21 16,1-1-13-16,3-3-16 0,-3 4-9 0,4-1-10 16,-4 1-12-16,-1 4-7 0,0-1-8 0,-3-1-6 15,4 3-7-15,-2 0-9 0,-2 2-14 0,2 0-32 0,-3 2-35 16,6-5-33-16,-6 5-8 0,0 0-11 0,10 5-15 15,-3-2-24-15,0 3-14 0,2-1-37 0,-3 3-35 16,3-1-28 0,2 1-30-16,-1-1-51 0,-1 2-82 0,2-5-206 15,-2 3-667-15,0-5 295 0</inkml:trace>
  <inkml:trace contextRef="#ctx0" brushRef="#br0" timeOffset="23155.64">14435 3072 235 0,'3'-6'418'0,"-3"-1"-3"0,2 5-25 16,-2 2-38-16,0-8-32 0,0 8-35 0,1-8-33 15,-1 8-34-15,0 0-27 0,2-6-46 0,-2 6-24 16,0 0-16-16,0 0-13 0,0 0-2 0,-3 22-14 16,3-13 0-16,0 1-14 0,-2 7 1 0,-1-4-11 15,1 3-2-15,0-1-9 0,2-3-2 0,0 4-2 16,0-3-7-16,2 0 0 0,1 1-7 0,1-3 4 15,-1-1-8-15,-1 1 5 0,2-5-8 0,-4-1 0 16,3 1-2-16,-2-2 3 0,2-2 12 0,1 1 12 16,-4-3 7-16,12 0 0 0,-5-3-3 0,-1-1 6 15,3-2 7-15,1-2-9 0,-1-2-9 0,0 2 1 16,4-8-2-16,-4 2-13 0,0-3-1 0,-3-6-1 16,2-1-11-16,-3-1 0 0,-3 7-11 0,-2-2-2 15,-3-6-6-15,-1 10 0 0,-4 0 2 0,-1 3-3 16,-1 1-1-16,-4 1-7 0,-3 2 5 0,-2 5-2 15,1 3 6-15,4 1-11 0,-4 1 3 0,-2 3 1 16,2 5 7-16,1 0 0 0,3 1-8 0,5 0-20 16,-1 2-6-16,5-1-8 0,0-1 6 0,5 2 5 15,0-2 1-15,7 3-11 0,4-2 19 0,4 2-10 16,4-4-21-16,8 1-33 0,1-6-45 0,4-1-48 16,-1-3-55-16,1-3-102 0,-2-4-222 15,-4 0-611-15,-4-2 270 0</inkml:trace>
  <inkml:trace contextRef="#ctx0" brushRef="#br0" timeOffset="23372.14">14752 2776 247 0,'0'-4'390'0,"0"1"-37"16,0 3-31-16,0-7-38 0,0 7-33 0,0-4-35 15,0 4-14-15,0 0-28 0,12 9-17 0,-2-2-20 16,4 5-10-16,5 6-15 0,5 5-14 0,-2 4-5 0,1 3-1 15,3 15 0-15,-10 3-6 0,2 0-11 0,-9-1-3 16,-3 2-1-16,-8-2-11 0,-6-1-18 0,0-12 13 16,-4 2-10-16,-13 6-6 0,-7-4-15 15,-10 1-25-15,-6-4-54 0,-10-2-59 0,-26 7-79 16,24-17-97-16,-30 5-255 0,2-10-588 0,23-13 261 16</inkml:trace>
  <inkml:trace contextRef="#ctx0" brushRef="#br0" timeOffset="23964.4">12402 2782 4 0,'0'0'223'0,"0"0"-23"0,-11 12-18 16,3 2-20-16,-6 8-11 0,0 10-12 0,-4 13-12 16,0 11-2-16,0 0-11 0,1 26-10 0,6-23-7 15,3 23-7-15,7-28-6 0,6 0-6 0,9-5-8 16,8-1 10-16,10-3-4 0,9-5-6 0,8-5-8 15,36 8-14-15,5-14-44 0,9-7-91 16,7-13-281-16,12-9-398 16,1-7 177-16</inkml:trace>
  <inkml:trace contextRef="#ctx0" brushRef="#br0" timeOffset="24927.4">15905 3033 193 0,'-3'-2'200'0,"-5"-2"-20"0,-3 0-14 0,-2 2-16 0,-7 4-17 0,-10 0-9 16,-2 1-9-16,-1 2-12 0,-4 2-4 0,-1 2-18 16,0 0-4-16,-10 7-7 0,12-3-4 15,-1-4-6-15,4 5-5 0,2 1-1 0,2-1-7 0,2 3-2 16,4-2-6-16,8-2-2 0,-1 2-7 0,5-2 2 16,1 1-5-16,5 3 0 0,-2-2-4 0,6-5 1 15,6 7-1 1,0-6 3-16,6 2-4 0,6-3 3 0,4-2 1 15,7-1 4-15,3 0-8 0,2-6-1 0,5-2-7 16,-1-3 1-16,3-1 3 0,-3-4-1 0,-1-2-2 0,-3-3 4 16,-5-3 11-16,1 2 19 0,-7-5 11 15,-3-2 7-15,0-3-4 0,-3-1 4 0,-6-3 3 16,-1-1-4-16,-4-7 3 0,-2 3 3 0,-3-15 4 16,-3 15-1-16,-1 0-5 0,-1-2 6 0,-4 1 5 0,0 5 6 0,-1-1 6 15,1 4 3-15,0 2 3 0,4 8-6 0,-3 3 7 16,3 4-8-16,4 1 20 0,-3 2-11 0,0 2-16 15,3 0-9-15,0 2-38 0,-1 0-42 0,2 3-12 16,0 0 4-16,-7 11 2 0,5-2 0 0,1 9 1 16,0 2 1-16,-2 8 5 0,5 1 0 0,-2 0 0 15,1 4 1-15,0-1-1 0,3-1 8 0,-1 3-4 0,0-2 6 16,3-3-22-16,0-1 3 0,0-3-8 0,-2-6-13 16,-3-2-10-16,3-1-10 0,0-4-23 0,-3-2-26 0,2 1-27 15,-2-6-22-15,-1 3-36 0,4-3-24 0,-4 0-28 16,5-2-307-16,-5-3-591 0,0 0 262 15</inkml:trace>
  <inkml:trace contextRef="#ctx0" brushRef="#br0" timeOffset="25366.28">16261 2905 129 0,'0'0'392'0,"4"-6"-26"0,-4 4-31 0,0 2-26 0,1-5-31 16,-1 5-34-16,0 0-26 0,0 0-31 0,0 0-21 16,0 0-12-16,0 0-22 0,3 15-6 0,-3-5-14 15,-3 0-13-15,3 9-7 0,-1 0-14 0,-3 1-9 16,4 5-7-16,0 0-1 0,0-3-5 0,3-3-24 16,-2-1 20-16,0 1-9 0,6-1 0 0,-2-1-4 15,-1-1 4-15,2-5-15 16,-2-1 3-16,0-1-6 0,-2-3 0 0,2 1 5 15,0-3 13-15,0-2 21 0,1 1 5 0,4-3 4 16,0-3-1-16,1-2-1 0,1-1-16 0,4-3 13 16,0-2-5-16,-2-2-12 0,1-2-3 0,2-8-18 15,0 1 12-15,-4-7-15 0,0-1-8 0,-2-1-16 16,-5 1-1-16,-5-1 1 0,-1 0-3 0,-7 4-6 16,-7-2 4-16,-2 7 0 0,-4 4 1 0,-2 0-5 0,-3 3 4 15,-1 4-1-15,0 1-5 0,-1 3-1 0,5 6 5 16,3 1-6-16,1 1-1 0,-1 4 4 0,3 1 0 15,1 2 4-15,5 6-7 0,2-2 5 0,6 5-4 16,6 2 8-16,11 4-2 0,8 1 6 0,11-5-4 0,23 8-7 16,35-1-54-16,1-8-73 0,-4-2-85 0,1-7-144 15,-31-13-297-15,5-8-716 0,-6 7 318 0</inkml:trace>
  <inkml:trace contextRef="#ctx0" brushRef="#br0" timeOffset="26229.38">9434 4742 227 0,'-3'-2'281'0,"3"2"-33"0,0 0-27 0,-9 0-22 16,9 0-23-16,-13 10-16 0,2 1-17 0,-3 3-15 0,-3 8-14 15,1 2-11-15,0 5-9 0,1-4-11 0,2 2-8 0,-1-1-7 16,9 0-5-16,1-6 0 0,3-1 6 0,2 1-2 16,4-4-1-16,4-3 12 0,8 1-5 0,0-4 5 15,12-2 7-15,3-4 1 0,6-7 5 0,0-2-6 16,15-6-1-16,-17 1 13 0,1-3-2 0,-4-3 7 16,-5 2 15-16,-5-4-11 0,0 1 30 0,-10 3 5 15,-4-1-14-15,-2-2-10 16,0 0-6-16,-7-1-20 0,-4-1-13 0,-5 3-14 15,0-1-14-15,-5 0-13 0,-9 1-14 0,4 6-32 16,-8-2-35-16,-1 7-46 0,1 1-41 0,-2 3-39 16,-1 2-44-16,2 3-60 0,10-2-103 0,7 0-206 15,2-2-629-15,9 0 279 0</inkml:trace>
  <inkml:trace contextRef="#ctx0" brushRef="#br0" timeOffset="27230.85">10019 1896 209 0,'0'0'234'0,"3"-5"-19"0,-3 5-22 0,1-5-22 16,-1 5-17-16,0 0-22 0,0 0-17 0,0 0-15 16,0 0-10-16,0 0-10 0,4 15-14 0,-4-9-1 15,0 5-5-15,1 3-7 16,-4 3-6-16,0 3-2 0,-3 3-2 0,0 2-9 15,6 1-1-15,-9-1 0 0,0-1-6 0,4-9 0 16,-1 1-4-16,3-2 3 0,-1-5-11 0,-2 0 6 16,6-1 14-16,-4-4 44 0,4 1 44 0,0-5 39 15,-1 7 46-15,1-7 7 0,0 0-26 0,0 0-14 0,0-16-21 16,1 6-15-16,3-1-17 0,1-5-8 0,0-3-18 16,3 1-6-16,-2 1-8 0,7-7-15 15,-5 7-5-15,1 5-11 0,-6 1-2 0,3 3-10 16,-2 1-5-16,-1 1-12 0,1 0-19 0,0 3-26 0,0 1-15 15,2 2-5-15,-6 0-6 0,14 7-1 16,-2 0-5-16,0 5-3 0,1 0-27 0,0 1-24 0,6 8-29 16,0-2-37-16,-1 3-52 0,0-5-74 0,-4-2-244 15,0 1-591-15,-1-5 261 0</inkml:trace>
  <inkml:trace contextRef="#ctx0" brushRef="#br0" timeOffset="27600.1">9735 2048 101 0,'-5'3'129'0,"-8"-1"-20"0,8 0 2 15,0 1-21-15,0-1 2 0,0-2-9 0,5 0 7 0,-6 3 6 16,6-3 5-16,-3 1 16 0,3-1 19 0,0 0 13 16,-6 1 15-16,6-1 0 0,0 0-7 0,0 0-9 15,0 0-14-15,11-8-12 0,11 2-14 0,10-10-11 16,18-5-11-16,6 3-4 0,32-12 1 0,2 0 6 16,5-1-4-16,-3 2 6 0,7-4-13 0,-2 4-3 15,-8 4-7-15,-30 6-8 0,1 5-4 0,-6 1-8 16,-20 4-8-16,-1-1-4 0,-6 5-9 0,-9 0-27 15,-5 3-31-15,0 0-41 0,-7 1-42 0,2 2 5 0,-8-1-10 0,0 7-45 16,-9-1-85-16,-6 2-192 0,-2 0-478 0,-4-1 212 16</inkml:trace>
  <inkml:trace contextRef="#ctx0" brushRef="#br0" timeOffset="128179.61">3451 7283 118 0,'-9'2'195'16,"9"-2"-7"-16,0 0-10 0,-4 1-4 0,4-1-5 15,0 0-12-15,0 0 0 0,0 0-10 0,0 0-9 16,0 0-9-16,0 0-9 0,0 0-6 0,0 0-11 16,-6 0-5-16,6 0-9 0,0 0-10 0,0 0-5 0,0 0-4 0,0 0-4 15,0 0-6-15,0 0-4 0,0 0-2 0,0 0-3 16,0 0-5-16,0 0 1 0,0 0-9 0,0 0 1 16,0 0 0-16,-4 2-3 0,4-2-3 0,0 0-4 15,0 0-1-15,0 0 1 0,0 0-4 0,0 0 0 16,0 0 0-16,0 0-7 0,0 0 1 0,0 0-2 15,0 0-2-15,0 0-2 0,0 0-2 0,0 0-1 0,0 0 3 16,0 0-4-16,0 0-1 0,0 0 6 0,0 0 7 0,0 0 2 16,0 0-4-16,0 0-2 0,0 0 4 0,0 0-1 15,0 0 1-15,0 0-7 0,0 0 0 0,0 0-1 16,0 0-1-16,0 0-3 0,0 0-2 16,0 0-1-16,0 0-1 0,0 0 1 0,0 0-3 0,0 0 3 15,0 0-1 1,0 0 12-16,0 0-14 0,0 0 0 0,0 0-4 15,0 0 7-15,0 0 1 0,0 0-4 0,0 0 0 16,0 0-1-16,0 0-1 0,0 0 0 0,0 0-1 16,0 0 5-16,0 0-1 0,0 0-4 0,0 0 1 15,0 0 1-15,0 0 1 0,0 0-1 0,24-3 3 16,-7 1 0-16,11-2 2 0,8 2-2 0,15-5-2 16,5 0-2-16,7 1-2 0,1-2 2 0,2 0 1 0,26 2 4 0,-27-1-1 15,-1 0-2-15,0 3-2 0,-7-3 1 0,-4 3-4 16,-2-1 1-16,-15-1 0 0,-4 4 0 0,-3 1 7 15,-9-1-1-15,-3 1-6 0,-4 0 0 0,-3-2 0 16,-2 2 2-16,-1 1-5 0,0 0 7 0,-3-2-24 16,-4 2-14-16,6 0 1 0,-6 0-4 0,0 0-1 15,0 0-8 1,-22 8-9-16,7-3-12 0,-3 1-8 0,-1-1-5 0,0-1-12 16,-2 4-6-16,2-2-14 0,0 2-11 0,1-1-11 15,-4 0 0-15,2 0-19 0,2 0 2 0,-2 0-3 16,1-1-1-16,2 0-12 0,-1 0 1 0,3-1-96 15,2 0-285-15,-4-1 127 0</inkml:trace>
  <inkml:trace contextRef="#ctx0" brushRef="#br0" timeOffset="128564.71">4054 7318 439 0,'-8'3'40'0,"3"-3"42"0,5 0 33 0,-9 0 11 0,9 0 14 15,-11-1 7-15,6-1 11 0,5 2 1 0,-9-2 0 16,9 2 16-16,-7-5 6 0,5 2 17 0,-1 1-11 16,1-1 13-16,-2-1 16 0,4 4 1 0,-3-3-6 0,3 3-8 15,-3-4-9-15,0 2-9 0,3 2-26 0,0 0-21 16,0 0-8-16,-3-4-20 0,3 4-9 15,0 0-36-15,0 0-29 0,0 0-35 0,0 0 6 0,-3 14-5 0,1-3-10 16,1 3 8-16,-3 4-8 0,1 10-2 0,2 3-11 16,-2-1 15-16,1 5-2 0,1 0 5 0,0 13 5 15,3-12 0-15,0-1-2 0,2 9 3 0,-1-13 1 16,0 1-1-16,1-2 5 0,-1 1 2 0,0-3-5 16,0 0-4-16,-3-1 6 0,0-3-7 0,-2-6 3 15,1 0 3-15,-2-1-6 16,0-2-4-16,-1-5 6 0,-2 5-1 0,-5-6 9 15,1 0 3-15,-8-1 0 0,-1 2 10 0,-13-6-2 16,-4 3 3-16,2-4 8 0,-5-3 3 0,-13-4 8 16,15 1 11-16,-15-4-2 0,17 2 6 0,-2-1 4 15,1 0 11-15,7 0 14 0,-1 1 9 0,11-1 10 16,1 4-7-16,6-2-5 0,1 1-10 0,1 0-7 16,1 2-10-16,4-3-5 0,1 2-8 0,-2 2-6 0,6 0-37 0,-8 0-54 15,8 0-50-15,0 0-65 0,0 0-47 16,-6 2-6-16,6-2-20 0,6 11-37 0,2-3-69 0,-2-2-384 15,11 2-780-15,-2-3 346 0</inkml:trace>
  <inkml:trace contextRef="#ctx0" brushRef="#br0" timeOffset="129480.95">4294 7942 266 0,'0'0'280'0,"-1"-8"-1"0,1 8-3 0,0-5-8 15,0 5-7-15,0-4-11 0,0 4-20 0,0 0-28 0,0-6-12 16,0 6-23-16,0 0-26 0,0 0-16 0,0 0-14 16,0 0-25-16,0 0-11 0,0 0-13 0,0 0-11 15,0 0 9 1,0 23-16-16,0-12-9 0,-1 5 0 0,-2 4-1 16,3-2-7-16,-1 4-4 0,-2 0-6 0,2-3 3 15,1 1 0-15,0 0-1 0,-2-4-7 0,0 1 2 16,2-4-3-16,-1-4-1 0,1 4 2 0,-3-6-3 15,3-1 5-15,0 0-6 0,0 0 3 0,-1-2 22 16,2 0 42-16,-1-4 41 0,0 4 41 0,0-4 34 0,0 0 28 16,3 3 13-16,-3-3-27 0,0 0-22 0,9-12-17 0,-4 3-19 15,5 2-15-15,-1-5-12 0,4-3-12 0,0 0 19 16,-3-1-19-16,4 1-8 0,0 1-11 0,0 1-9 16,-5 4-12-16,-2 2-9 0,-1 2-4 0,0 0-10 15,-1-1-11-15,-1 4-15 0,-1 0-22 0,2 0-12 16,-5 2-3-16,11 5 2 0,0-1-9 0,-4 2-14 15,1 5-1-15,2-3 1 0,-1 7-6 0,0 1 10 0,0 0-2 16,-3 2 5-16,2 1 4 0,-3-2 5 0,3 0 2 0,-2 0 1 16,-1 0 2-16,2-3 4 15,-3-3-2-15,-2 0 4 0,1-5 0 0,-2 3-1 0,-1-4 0 0,6 0 8 32,-6-1 2-32,3 1 6 0,-3-3 3 0,1 2 4 15,-1-4 0-15,0 4 3 0,0-4 6 0,3 5 6 16,-3-5 5-16,0 0-2 0,0 0-3 0,1 4 4 0,-1-4-4 0,0 0-1 15,0 0-6-15,0 0-15 0,0 0-42 16,0 0-38-16,0 0-48 0,5-13-54 0,-4 7-68 16,1 1-63-16,-1-2-77 0,4-4-99 0,-1 1-265 0,5-1-811 15,-3-5 359-15</inkml:trace>
  <inkml:trace contextRef="#ctx0" brushRef="#br0" timeOffset="130551.01">5378 7574 131 0,'0'0'192'0,"-9"-1"-12"15,9 1-8-15,-8 0-3 0,8 0-9 0,-9 1-8 16,9-1-8-16,0 0-6 0,0 0-5 0,-7 0-7 16,7 0-3-16,0 0-1 0,0 0-10 0,0 0-9 15,0 0-7-15,0 0-7 0,0 0-12 0,0 0-5 16,17-4-5-16,-4 2-6 0,10 1 1 0,8-1-9 0,4 0-7 0,-1 2-8 15,2-3 11-15,3 0-5 0,1 2-5 0,-3-2-4 16,3 0 5-16,-3 1-3 0,-5 2-2 0,-3-3-1 16,-11 1-1-16,1 0 1 0,-6 2-5 0,0-1 1 15,-7 1 1-15,3 0-3 0,-2 0-1 0,-7 0-2 16,10 0-4-16,-10 0-1 0,6 0-16 0,-6 0-10 16,0 0 2-16,0 0-28 0,0 0-18 0,0 0-23 0,-25 3-22 15,13-1-20-15,-2 3-35 0,1-2-20 0,0 1-33 16,-2-1-217-16,2 0-454 0,1 2 202 0</inkml:trace>
  <inkml:trace contextRef="#ctx0" brushRef="#br0" timeOffset="130836.54">5438 7792 208 0,'-4'3'205'0,"3"-2"-9"16,1-1 3-16,0 5 13 0,0-5 1 0,9 2-2 16,5-1-5-16,4 1-16 0,11-2-13 0,3 0-6 0,5-3-12 15,18 1 0-15,-15 0-15 0,16-1-4 0,-18 0-8 16,-1 2-11-16,-1-1-8 0,-4 1-10 0,-4-2-9 0,-7 2-10 16,-5 0 1-16,-3-1-8 0,-4 2 1 15,-1-1 0-15,0 1-2 0,-2-2-12 0,-6 2-9 16,9-1-4-16,-9 1-18 0,6 0-13 0,-6 0-32 15,0 0-21-15,8 0-29 16,-8 0-35-16,0 0-17 0,0 0-21 0,0 0-58 16,-12 10-67-16,8-6-265 0,-1 0-569 0,3 0 252 15</inkml:trace>
  <inkml:trace contextRef="#ctx0" brushRef="#br0" timeOffset="131436.71">7395 6953 276 0,'-1'-9'348'16,"1"-2"-12"-16,0-1 4 0,-1 6-7 0,-1-2 5 15,4 0-9-15,-4-2 0 0,2 5-23 0,0-2-19 16,-3 1-32-16,3 2-26 0,0 4-28 0,0 0-28 15,0-6-39-15,0 6-40 16,0 0-36-16,0 0-18 0,0 0-4 0,0 17-7 16,0 0-7-16,0 3 12 0,0-1-10 0,3 12 5 15,-1 0-7-15,0-2 0 0,1 3-3 0,0 2 14 16,-3-4-18-16,1-2 0 0,4-2 1 0,-2-6-26 16,-2-1-14-16,-1-2-19 0,0-2-11 0,3-3-27 15,-2 0-15-15,0 0-32 0,-1-2-33 0,-1 0-31 16,0-1-36-16,2 1-38 0,-2-3-56 0,-3-1-198 0,2 0-563 0,-1-1 249 15</inkml:trace>
  <inkml:trace contextRef="#ctx0" brushRef="#br0" timeOffset="131784.37">6928 7639 222 0,'-9'1'276'0,"1"-1"-20"0,-2 5-17 0,2-3-17 16,3 0-4-16,1-1-25 0,4-1-6 15,0 0-11-15,-10 2 0 0,10-2-13 16,-4 1-5-16,4-1-19 0,0 0-9 16,0 0-13-16,23-1-10 0,8-2-15 0,20-3-5 15,10-3-14-15,34-5-1 0,2 0-10 0,3 3-5 16,5-1-2-16,-3 6-13 0,-1-3 4 0,-2 2-4 15,-7 3 5-15,-34 0-2 0,-2 1 8 0,-17 1-2 16,-2 2 0-16,-5-5 0 0,-12 3 7 0,-2 1 5 16,-5 1 5-16,-3-1-3 0,-2 1-5 0,-1 0 1 0,0 0-16 0,-7 0-4 15,7 0-9-15,-7 0-39 0,8 0-24 0,-8 0-25 16,0 0-25-16,0 0-35 0,0 0-47 0,-29 10-48 16,12-3-74-16,-10-2-290 0,-1 6-623 0,8-9 276 15</inkml:trace>
  <inkml:trace contextRef="#ctx0" brushRef="#br0" timeOffset="132455.22">7669 7961 380 0,'0'0'355'0,"4"-3"-28"0,-4 3-37 0,0 0-29 16,0 0-30-16,0 0-20 0,0 0-34 0,0 0-27 16,0 0-25-16,0 0-13 0,4 7-13 0,-6 0-12 0,0 2-9 15,-2 1-11-15,-2 7-2 0,-2 3-6 0,-2 4-5 0,-5 2-5 16,3-2-10-16,-3 2 0 0,-2-3-6 0,8-6 2 16,-4 1-3-16,4-2-1 0,5-7-5 0,-2 3-5 15,1-6-2-15,3 0 3 0,-4-1-4 0,5 0 35 16,-3-3 30-16,2 1 42 0,2 0 35 0,0-3 37 15,-3 4 26-15,3-4 8 16,0 0-23-16,0 0-19 0,0 0-18 0,0-14-16 16,5 8-17-16,-4-3-15 0,6-1-14 15,-1-5-11-15,3 6-10 0,-4-3-7 0,3 4-11 0,-4 2-13 16,0-1-5-16,-2 3-5 0,2-2-9 0,1 3-3 16,-5-1-18-16,0 4-29 0,8-1-9 15,-8 1-10-15,9 4-11 0,-3 0-8 0,0 3-7 16,3 0-13-16,-2 3-15 0,6 4-26 0,-1-1-27 0,0-1-31 0,1 2-32 15,-3-2-32-15,4 1-37 0,-2 2-45 0,-1-8-44 16,-3 1-321-16,3-1-735 0,-3-1 325 0</inkml:trace>
  <inkml:trace contextRef="#ctx0" brushRef="#br0" timeOffset="132809.84">7491 8058 97 0,'-19'0'240'0,"5"3"-12"0,0-3-13 0,1 0-11 16,2 2-12-16,-1-1-8 0,2 0-7 0,5 0-11 0,-4-1-8 0,4 1-9 16,5-1-7-16,-9 2-8 0,9-2-6 0,-5 1-3 15,5-1-2-15,-8 1-9 0,8-1 2 0,0 0-1 16,-5 2 0-16,5-2 7 0,0 0-5 0,0 0-5 15,0 0-4-15,0 0-4 0,0 0-8 0,14-7-10 16,7 4-11-16,11-3-12 0,6-2-1 0,19-1-7 16,6-2-1-16,29-4-6 0,0 7 1 0,-28 1 15 0,2-1-3 0,-3 3-4 15,-3-1 0-15,-8 0-5 0,-16 4-4 0,-4-1 0 16,-9 2-5-16,-5-2 2 0,-4 2 7 0,-4 0-15 16,3 0-5-16,-4 0 0 0,-4 0-2 0,2 1-9 15,-7 0 2-15,10-2-36 0,-10 2-23 0,6-1-56 16,-6 1-50-16,0 0-40 0,0 0-53 0,0 0-107 15,-23 8-314-15,9-5-710 16,0-4 314-16</inkml:trace>
  <inkml:trace contextRef="#ctx0" brushRef="#br0" timeOffset="136278.76">9351 6827 101 0,'0'-5'161'0,"0"5"-5"15,1-5-4-15,-1 5-10 0,0-5-7 0,0 1-9 16,0 4-4-16,0-5-7 0,0 5-8 0,0-5-6 16,0 5-5-16,0 0-1 0,-1-5-10 0,1 5-6 15,0 0-2-15,0-5-7 0,0 5-7 0,-3-2-5 16,3 2-7-16,0 0-2 0,0 0-5 0,0 0-6 16,-1-4-6-16,1 4-7 0,0 0-5 0,0 0-5 15,-4 9-3-15,0-1 2 0,0 1-1 0,-2 3-1 0,-3 10 1 0,0 6-1 16,0 4 2-16,-4 12-1 0,3 6-2 0,-4 6 5 15,-4 24-2-15,4-1-2 0,3 4-3 0,3-25 5 16,-6 26 0-16,4 0-2 0,6-2 4 16,2-22-1-16,5 24-1 0,1-26 0 0,0 0-2 15,0 3-2-15,3-6 1 0,1-5-3 0,0 0 1 0,-5-6 1 16,0-10-5-16,0-4 0 0,-5-2-2 0,1-2 5 0,-4-6-5 16,0-4-1-16,1-6 1 0,-1 2 3 0,-2-2-2 15,0-3 6-15,-6-2 0 0,2 0-1 0,-9-2-1 0,1-3 2 16,-9 0 5-16,5-1-2 0,-4-4 1 0,0 1 7 15,2-4 12-15,-2 1 0 0,0 2-3 0,8 0-2 16,1 1-6-16,0 0-3 0,3 0-2 16,2 2-1-16,0-1-3 15,2 2 0-15,-1 0-1 0,2-1-4 0,5 2 1 16,-4 0-4-16,5 2-8 0,-4 1-19 0,2 2-35 16,2 2-34-16,1 1-40 0,1 1-60 0,1 0-235 15,2 3-460-15,3-2 203 0</inkml:trace>
  <inkml:trace contextRef="#ctx0" brushRef="#br0" timeOffset="136748.67">9197 8787 76 0,'-5'3'208'0,"3"1"-25"0,-2-1-14 15,-5 6-17-15,1 1-14 0,0 6-13 0,-2 0-15 16,1-2-9-16,2 1-12 0,-1 2-6 0,-1-1-13 16,3 1-6-16,2 0-4 0,0 0-5 0,4 0-6 15,0-7 18-15,5 4 12 0,-1-6 8 0,4 3 13 16,3-5 2-16,7-2-2 16,5 1 3-16,6-5-5 0,2-5-7 0,-1 0-16 15,-1-2 7-15,-5-4 5 0,-5 6 13 0,-2-5 10 16,-2-1 1-16,-5 2 3 0,-3 0-10 0,-2-6-3 15,-1 3-7-15,-3 0-10 0,-3 0-8 0,-2-3-14 16,-5-1-9-16,-3 3-6 0,-4 1-10 0,-3 0-2 16,-6 2-9-16,-3 3-10 0,-1 0-28 0,1 4-34 15,-2 1-48-15,2 4-45 0,5 1-55 0,5 1-96 0,4-3-243 0,4 1-578 16,6-4 255-16</inkml:trace>
  <inkml:trace contextRef="#ctx0" brushRef="#br0" timeOffset="137733.44">9678 6401 1 0,'1'-6'319'0,"-1"2"-14"0,0 0-27 16,1-1-23-16,-1 5-26 0,0-6-26 0,0 6-21 16,0-4-26-16,0 4-21 0,0 0-19 0,0 0-17 15,0 0-13-15,0 0-8 0,4 23-9 0,-6-8-7 0,0 2-4 16,0 3-7-16,-5 7-6 0,1-1-5 0,0 1 0 0,-1-1-6 15,1-1-1-15,1-6-2 0,-2-4-4 0,2-3-1 16,3 0-4-16,0-4-2 0,0-2 0 0,-1-1-2 16,2 2 1-16,1-2 25 0,-1-2 39 0,-1 1 34 15,2-4 42-15,-1 4 7 0,1-4 4 0,0 0-16 16,0 0-18 0,3-13-22-16,2 3-4 0,-1-1-11 0,2-4-11 15,3 1-11-15,-1-1-6 0,-1 4-9 0,0 2-7 16,0-1-12-16,-3 4-11 0,1 1 4 0,-1 0-9 15,0 0-17-15,-1 2-26 0,-1 1-14 0,-2 2-1 0,12 1-10 16,-5 3-13-16,-2 0-10 0,8 4 2 16,-3 2-17-16,1 0-25 0,0 4-26 0,-2 2-19 15,0 0-42-15,0 0-61 0,-1-6-367 0,-5 2-668 0,3-3 296 0</inkml:trace>
  <inkml:trace contextRef="#ctx0" brushRef="#br0" timeOffset="138181.17">9518 6520 65 0,'-14'0'174'0,"1"1"-16"0,3-1-12 0,1 0-5 15,1 1-2-15,3 1-9 0,-4-2-22 0,9 0-4 16,-9 0-16-16,9 0-4 15,-6 1-5-15,6-1-9 0,0 0-8 16,0 0-3-16,-8-1 5 0,8 1 4 0,0 0 6 0,0 0 0 16,0 0 2-16,0 0-1 0,0 0-2 0,0 0 6 15,-10 0 0-15,10 0-12 0,0 0 1 0,0 0-4 16,0 0-4-16,0 0-1 0,0 0 1 0,0 0-1 16,0 0-3-16,0 0-2 0,0 0 4 0,0 0-2 15,0 0-4-15,0 0 9 0,0 0-7 0,0 0-3 0,0 0 5 16,0 0 6-16,0 0 12 0,0 0 4 0,0 0 18 15,0 0-17-15,0 0-11 0,15-9-4 0,3 1-7 16,17-5-7-16,16-5-4 0,9-1-8 0,28-11-4 0,2-2-6 16,-28 13-2-16,25-7 6 0,-27 8 8 0,3-2-1 15,-4 5 2-15,-7-1-5 0,-19 4-5 16,-2 4-2-16,-11 0 2 16,-1 2-9-16,-6 3 10 0,-1 1-2 0,-3-3-5 15,-3 2-10-15,2 1-16 0,-4 1-27 0,-4 1-34 16,0 0-32-16,0 0-46 0,-31 15-56 0,8-2-103 15,-5-1-300-15,1-1-646 0,0-2 285 0</inkml:trace>
  <inkml:trace contextRef="#ctx0" brushRef="#br0" timeOffset="142027.07">10538 7240 46 0,'0'0'207'0,"-3"-4"-6"0,3 4-17 0,-2-1-12 0,2 1-12 15,-3-4-12-15,3 4-11 0,0 0-10 0,0 0-14 16,0 0-9-16,-4-3-11 0,4 3-10 0,0 0-9 15,0 0-6-15,0 0-9 0,0 0-6 0,-5-4-3 0,5 4-4 16,0 0-9-16,0 0-3 0,0 0-3 0,0 0-1 0,0 0-5 16,0 0-5-16,0 0-2 0,0 0-13 0,0 0 3 15,0 0-3-15,0 0-2 0,0 0 3 16,0 0 0-16,0 0-1 0,18 0 4 0,-9-2-3 16,5 0 0-16,0-1-1 0,1-4 1 0,2 3-4 0,5-1-1 15,-3-4 5 1,-1 2-3-16,1-1 2 0,-1 1-2 0,-8 0-2 15,2 0 6-15,-2 3 1 0,-1-2 7 0,0 1 15 16,-4 1 6-16,1 1 9 0,-1-2 6 0,-1 3-3 16,0-1-7-16,-4-1-4 0,0 4-7 0,-6-3-3 15,6 3-4-15,-19 0-3 0,0 3-8 0,0 0 4 16,-9 6 0-16,-2 1-3 0,-2 2-2 0,-3 4-3 16,-1 1-1-16,-11 6-1 0,5 3-2 0,9-6 3 0,-12 9-4 0,13-6 3 15,3 1-1-15,1 1-4 0,3 1 1 0,6-1-1 16,3 0 2-16,3-2-1 0,5-4 0 0,7 1-1 15,3-1 3-15,10 3-1 0,6-1 2 0,7-4 2 16,23 3-5-16,5-7 3 0,10-4 1 0,27-8-4 16,1-1 0-16,0-2 2 0,1-5 2 0,0-5-9 15,-1 2-3-15,-29 2-5 16,1-2-8-16,-3-2-6 0,-6-1-1 0,-6-2-8 16,-12 6 0-16,-3-3 6 0,-7 0 1 0,-8 2 7 15,-5 0 17-15,-1 5 22 0,-7-1 3 0,1-3-4 16,-4 3-1-16,-6 1 0 0,-4-3-6 0,-2 4-1 15,-6-3-3-15,-12 4 4 0,0 1-4 0,-4 2 8 16,-3 2-12-16,3 3 3 0,-4 0-3 0,3 2 1 16,4 0-3-16,-1 2 2 0,2 0-4 0,12-1-1 0,0 1 3 15,5-5-2-15,1 3 0 0,3 1-2 0,3-4-2 0,2 2 0 16,2 3 8-16,2-6 1 0,7 3-2 0,4 1 3 16,10-6-3-16,5 2 2 0,5-3-1 0,-1-3 7 15,2-2-8-15,-5-2-2 0,-1 2-1 0,-9-3-2 16,-1 3 4-16,0-4 1 0,-4 1-5 0,-4 1 9 15,-2-1 6-15,-2 0 4 0,-2 0-2 0,-2-4 0 0,-2 3-5 0,-3 0-5 16,-1-2 6-16,-4 2-10 0,-2 1 0 16,-4-3 1-16,1 3-4 0,-6-1 2 0,5 4-5 15,-4-1-5-15,4 5-7 0,0-2-12 0,1 3-15 0,-2 0-20 16,3 0-19-16,0 3-32 0,1-1-40 0,5 3-27 16,1-3-205-16,2 0-418 0,3 1 185 0</inkml:trace>
  <inkml:trace contextRef="#ctx0" brushRef="#br0" timeOffset="142443.59">11888 7287 118 0,'0'0'241'0,"0"0"-26"0,0-5-21 0,0 5-18 0,0 0-18 16,0 0-17-16,0 0-19 0,-11 0-12 0,11 0-6 15,-13 6-15-15,4-2-8 0,-2 3-9 16,0-2-10-16,-5 4-5 0,0 2-5 0,1-1-5 16,2-1-7-16,-2 1-6 0,4 4-2 0,3-7-3 15,-1 4-1-15,4-3-2 0,0 2-1 0,1-1-6 16,0 2 1-16,3-2-4 0,2 1 1 0,-1 1 1 15,5-3-1-15,6 2 2 0,1 0-2 0,5-1-9 16,1 0 5-16,1-1-2 0,-1-2-2 0,1 2-1 16,0-2 2-16,-1 0-2 0,-8 0-3 0,3-4-4 0,-4 2 2 0,-4 0-2 15,0-1 1-15,-1 1-2 0,1-3-3 0,0 0 2 16,-5-1-1-16,-1 7 0 0,-4-4 2 0,-7-1 4 16,2 3-3-16,-4-1-1 0,1-1 0 0,-5 0 5 15,2 1-5-15,-3 1 0 0,2-3-5 0,2 1 5 16,3-2-3-16,-2 1-14 0,4 0-20 0,0 0-29 15,1-2-33-15,9 0-37 0,-12-4-217 0,12 4-381 0,-6-6 168 16</inkml:trace>
  <inkml:trace contextRef="#ctx0" brushRef="#br0" timeOffset="142960.35">12388 7329 290 0,'0'-4'326'0,"0"4"-12"0,3-4-19 0,-3 4-20 0,0-5-24 15,0 5-21-15,0-3-25 0,0 3-23 0,0 0-22 16,1-5-16-16,-1 5-22 0,0 0-17 0,0 0-19 15,0 0-3-15,0 0-9 0,0 0-12 0,5 10-5 16,-4-3-4-16,2 1-11 0,-3-1 3 0,0 6-17 16,0 1 5-16,0 1-6 0,-3-3 1 0,2 2-4 0,-4 3-5 15,4 0 1 1,-2-5-4-16,2 0-3 0,-2 0 1 0,2-5 2 16,1 3-2-16,0-5 1 0,-1-1-2 0,-2 2 1 15,3-2 1-15,0-4 3 0,0 7-2 0,-1-6 24 16,1-1 33-16,0 0 35 0,1 5 24 0,-1-5 19 15,0 0 10-15,0 0-11 0,0 0-14 0,8-8-11 16,-7 2-15-16,3 0-15 0,1-5-7 0,0 1-9 16,4 2-8-16,-3-4-11 0,1 2-4 0,-3 3-7 0,1 2-6 0,-1-2-2 15,-2 2-11-15,2 0-2 0,-3 1-8 0,2 1-4 16,-1 0-7-16,-2 3-17 0,3-5-10 0,-3 5-23 16,0 0-17-16,4-1-4 0,-4 1 2 0,0 0 2 15,6 6-19-15,-2-1-7 0,-2 0-11 0,1 0-1 16,2 5-18-16,-2 0-3 0,-1-1-22 0,1 1-25 15,0 1-22-15,-2-1-23 16,-1 1-26-16,-1 0-23 0,2-1-77 0,0-3-199 16,-2 1-578-16,3-7 256 0</inkml:trace>
  <inkml:trace contextRef="#ctx0" brushRef="#br0" timeOffset="143409.88">12814 7352 200 0,'2'-5'395'0,"-1"1"-33"0,2 1-18 16,-3 3-31-16,3-5-33 0,-2 3-26 0,-1 2-22 15,0 0-30-15,5-2-27 0,-5 2-21 16,0 0-19-16,4-3-40 0,-4 3-12 0,0 0-11 0,0 0-3 16,1 12-10-16,-1-5-3 0,0 3-6 0,0 2-7 0,0 1-2 15,0-2-9-15,-1 2 1 0,1 3-3 0,0 1-3 16,-3-6-5-16,3 2-2 0,3-1-1 0,-3-1 2 0,1-1-7 15,-1 0 19-15,0-2-20 0,3-1 6 16,-1-1 0-16,-2 0-4 0,3 0 13 0,-2-5 0 16,3 2 9-16,0-2 9 0,3-1 6 0,-7 0-8 15,17-4 7-15,-8 0 3 16,2-3 5-16,0 2 3 0,1-3-1 0,1-5-5 16,0 0-4-16,2-7-4 0,-2-1-12 0,2-3-3 15,-2-1-15-15,-3-3-5 0,-2 2-6 0,-3 0-2 16,-2 0 9-16,-6 2-16 0,1 4 7 0,-5 3-16 15,-3 1 9-15,1-1-4 0,-4 4 3 0,-5 1-3 16,2 4 1-16,-1 4-1 0,-2 2 0 0,1 2-5 16,-2 2-3-16,1 1 1 0,3 4-4 0,0 4 2 0,0-2 1 0,2 4-18 15,5 2 6-15,3 2-3 0,3-2-5 0,6 4 11 16,3-4 0-16,15 5 9 0,4-3-13 0,8-2-27 16,16 0-39-16,2-2-45 0,0-8-59 0,0 0-73 15,-11-5-339-15,0-3-658 0,-2 0 291 0</inkml:trace>
  <inkml:trace contextRef="#ctx0" brushRef="#br0" timeOffset="148013.19">13796 7368 123 0,'0'0'186'0,"-9"0"-22"16,9 0-10-16,-6-1-1 0,6 1-7 16,0 0-9-16,-9 0-4 0,9 0-3 0,0 0-7 0,0 0-10 15,0 0-3 1,0 0-2-16,0 0-4 0,0 0-1 0,0 0-1 15,0 0-5-15,-9-1-8 0,9 1-5 0,0 0-7 16,0 0-6-16,0 0-6 0,0 0-2 0,0 0-7 16,0 0 4-16,0 0-12 0,0 0-9 0,0 0-5 0,0 0-1 15,0 0-4-15,0 0-2 0,0 0-4 16,0 0 1-16,0 0-5 0,0 0-2 0,0 0 1 16,0 0-3-16,0 0 0 0,0 0-1 0,0 0-5 15,0 0 2-15,0 0-3 0,0 0 0 0,0 0-2 0,0 0 1 16,0 0-2-16,0 0-1 0,0 0-1 0,0 0 0 0,0 0 2 15,0 0 1-15,0 0-3 0,0 0 0 0,0 0 0 16,0 0 2-16,0 0 2 0,0 0-2 0,0 0-2 0,0 0 2 16,0 0-2-16,0 0 0 0,0 0 2 15,0 0-2-15,0 0 1 0,0 0-1 0,0 0 1 16,0 0 0-16,0 0-3 0,0 0 2 0,0 0-2 16,0 0-1-16,0 0 3 15,0 0 0-15,0 0 1 0,0 0-4 0,0 0 1 16,0 0-1-16,0 0 5 0,0 0-7 0,0 0 4 15,0 0-4-15,0 0 1 0,0 0 6 0,0 0-9 16,0 0 5-16,0 0 0 0,0 0-1 0,0 0-2 16,0 0 2-16,0 0-2 0,0 0 4 0,0 0-2 15,0 0-3-15,0 0 3 0,0 0 9 0,0 0-9 16,0 0 2-16,0 0 1 0,0 0-3 0,0 0 1 0,0 0 0 0,0 0 2 16,0 0-4-16,0 0 5 0,0 0-4 0,0 0 6 15,0 0-6-15,0 0-2 0,0 0-1 0,0 0 0 16,0 0 1-16,0 0 2 0,0 0-3 0,0 0 1 15,0 0 0-15,0 0 7 0,0 0-8 0,0 0-4 16,0 0 7-16,-2 3 0 0,2-3 0 0,0 0 4 16,0 0-5-16,0 0-2 15,0 0 2-15,0 0 2 0,0 0 4 0,0 0-6 16,0 0 1-16,0 0 0 0,0 0 3 0,0 0-3 16,0 0 2-16,0 0-2 0,24-3 0 15,-6-2 5-15,2 1-8 0,11 1 5 0,1 1 2 0,7-4 0 16,14-1 8-16,-14 2 7 0,-2-1-4 0,3 2-3 15,-5 0 2-15,0-3 1 0,-5 5-1 0,-10-2-4 16,1 1-1-16,-2 1 0 0,-7 0-2 0,1 1 0 0,0-2 0 16,-5 3-1-16,-3-1-3 0,0 0-5 0,-5 1-15 0,10-2-10 15,-10 2-13-15,5-1-5 0,-5 1-3 0,0 0-6 16,0 0-8-16,0 0-27 0,0 0-31 16,-19 5-35-16,9-1-21 0,-2-2-260 0,2-1-471 15,-3 0 209-15</inkml:trace>
  <inkml:trace contextRef="#ctx0" brushRef="#br0" timeOffset="148551.26">14599 7137 205 0,'6'-3'245'0,"1"1"-31"0,4-1-23 16,-1 3-22-16,3 0-14 0,2 3-20 0,3-1-13 15,-2 5-13-15,1 1-8 0,0 0-12 0,-2 5-10 16,5 5-7-16,-4 1-10 0,-4-2 0 0,-2 0-10 0,-4 9-5 0,-3-6-3 16,-3 6-5-16,-3 1-6 0,-2-1-5 0,-6-2 2 15,-1-1-4-15,1-1-2 0,-6-2-6 0,-1 0 2 16,8-5-2-16,-8-2 3 0,5 0-1 0,2-2-1 15,-3 1 7-15,3-7 0 0,2 1 4 0,1 0 12 16,3-2 9-16,-1 1 16 0,1-3 30 0,3-1 28 16,2-1 48-1,-7 2 31-15,7-2 0 0,0 0-17 0,0 0-25 16,4-14-16-16,4 2-19 0,3-3-20 0,11-4-7 0,2-5-14 16,4 1-11-16,12-8-21 0,-3-1 3 0,-9 9-15 15,-1 0 0-15,-3 2-2 0,-1 3-2 16,-6 5-5-16,-2 2-4 0,-6 2 3 0,-1 2-4 15,-3 2-2-15,1 2-12 0,-2-2-3 0,0 1-8 0,0 2-15 16,-4 2-17-16,4-3-15 0,-4 3 2 0,0 0-1 0,-3 12 24 16,-2-2-29-16,-8 5 12 0,3 0 5 0,-5 5 7 15,3-5-6-15,3 5 11 0,1-3 4 0,0 2 5 16,1 0-13-16,5-2-11 0,2-3 0 0,4 4 0 16,3-3-8-16,9-2 5 0,6 2-39 0,8-2-38 15,3-5-45-15,18 3-75 0,6-9-87 0,1-2-250 16,1 0-618-16,-3-2 273 0</inkml:trace>
  <inkml:trace contextRef="#ctx0" brushRef="#br0" timeOffset="149152.35">15699 6962 84 0,'3'-4'257'0,"-1"-1"-18"16,-1 2-15-16,2 1-18 0,-3 2-20 0,4-4-20 16,-4 4-17-16,2-4-14 0,-2 4-16 0,0 0-15 15,0 0-12-15,0 0-8 0,0 0-6 0,-14 13-9 16,0-1-3-16,-5 1-7 0,-4 4-10 0,-5 1-3 15,1 1-4-15,-2 0-4 0,-1 1-2 0,2-2-5 16,4-1-3-16,0 2-2 0,1-2-5 0,6 2-1 0,3-6 5 0,1 1-8 16,4 0-3-16,0-5-2 0,4 2 2 0,1 2 1 15,3-3-1-15,5 1 0 0,-3 0 0 0,8-1 0 16,5 0 0-16,4 2 6 0,9 0-10 0,2-2 0 16,2 0-1-16,0-1 0 0,-1 2-2 0,1-5-2 15,-3 6 3-15,-1-4-4 0,-8 0-3 0,-4-4-1 16,-2 0-1-16,-3 3-1 0,-3-4-1 0,0 2 5 0,-3-1-8 0,-1 1 0 15,-3 0 3-15,-3 0-1 0,-7 0 3 0,-1 2 4 16,-7 0-3-16,-2-3 1 0,-6 4-3 0,-4-2 3 16,2 0 0-16,6-4-1 0,2 1 0 0,-2 3 1 15,1-4-2-15,0 0-2 0,4-1 1 0,4 1-5 16,1-1-5-16,3-1-11 0,0 1-14 0,3-1-16 16,-1 2-36-1,7-2-72-15,-1-6-256 0,1 6-450 0,9-7 199 0</inkml:trace>
  <inkml:trace contextRef="#ctx0" brushRef="#br0" timeOffset="149437.76">15845 7317 47 0,'2'-4'369'0,"2"2"-2"16,0-2-10-16,0 2-3 0,-4 2-17 0,5-2-17 15,-5 2-25-15,2-4-25 0,-2 4-24 0,3-3-30 0,-3 3-19 16,0 0-25-16,4-1-20 0,-4 1-23 15,0 0-16-15,0 0-18 0,0 0-10 0,0 0-18 16,0 0-9-16,4 9 7 0,-4-5-23 0,0 3-6 16,0-1-2-16,0 1-4 15,1 1-4-15,-2-1 1 0,2 2-2 0,-1 0-6 16,0 0-5-16,0-2-21 0,1-1-21 0,-1 1-14 16,0-1-8-16,-1 0-17 0,1-2-12 0,0 1-13 15,0-1-16-15,0-4-13 0,-1 8-8 0,1-6-4 16,0-2-3-16,-2 4 2 0,2-4 12 0,0 0 6 0,-2 3 7 15,2-3-95-15,0 0-278 0,-7-12-521 0,5 3 231 16</inkml:trace>
  <inkml:trace contextRef="#ctx0" brushRef="#br0" timeOffset="149585">15866 7163 164 0,'2'-8'301'0,"-2"-1"-5"0,1 2-2 16,-1 2-1-16,1 0-6 0,-1 0-2 0,0 1-17 15,0-1-28-15,0 5-30 0,3-4-16 0,-2 0-19 16,-1 4-18-16,0-4-23 0,0 4-34 0,0 0-39 0,0-4-39 0,0 4-32 31,0 0-10-31,0 0-32 0,0 0-28 0,4 16-29 16,-3-10-33-16,0 5-35 0,1-1-42 0,-2 0-227 0,0 1-482 0,1 0 213 0</inkml:trace>
  <inkml:trace contextRef="#ctx0" brushRef="#br0" timeOffset="149970.75">16122 7278 324 0,'0'0'365'0,"0"0"-38"0,0 0-32 16,0 0-30-16,0 0-34 0,0 0-23 0,5 1-28 0,-5-1-12 0,0 0-23 16,0 6-17-16,0-6-9 0,1 7-18 0,-2 0 0 15,1-1-16-15,-1 4-12 0,1-4-4 0,-2 4-9 16,0-2-3-16,2-1-8 0,-1 0-5 0,-1 0-3 15,2-1-3-15,0-3-4 0,-1 2 1 0,1-2-8 16,0-3 2-16,0 5-3 0,0-5 0 0,1 4 18 16,-1-4 35-1,0 0 26-15,2 4 23 0,-2-4 12 0,0 0 16 16,0 0-8-16,0 0-14 0,0 0-13 0,0 0-14 0,6-9-9 16,-5 5-11-16,2-2-3 0,1 4-15 0,-2 0-6 15,-1-4-6-15,2 5-8 0,-3 1-6 0,3-6-7 16,-3 6-1-16,2-2-19 0,-2 2-20 15,1-5-27-15,-1 5-36 0,0 0-29 0,0 0-22 0,0 0-29 16,11 2-19-16,-11-2-25 0,12 5-22 0,-5-2-29 0,1 6-32 16,1-4-56-16,-2-2-265 0,-1 1-646 0,2 1 286 15</inkml:trace>
  <inkml:trace contextRef="#ctx0" brushRef="#br0" timeOffset="150434.17">16413 7258 391 0,'0'-5'425'0,"1"0"-3"0,1-2-30 0,-2 4-15 0,0 0-31 15,1-1-36-15,-1 4-34 0,0-7-29 0,0 7-35 16,1-3-24-16,-1 3-19 0,0 0-33 0,0 0-35 16,0 0-28-16,0 0-15 0,0 0-3 0,0 0-7 15,2 15-11-15,0-7 4 0,-2 1-4 0,0 3-6 0,1 1 0 0,2-1-11 16,-3 0 5-16,3-1 0 0,-1 4-5 0,-2-5 3 15,4 3-9-15,-3-4-3 0,3 1 6 0,-3-3-4 16,-1-1 5-16,4 0-5 0,-4-2 0 0,1 1 3 16,2-1 5-16,-2 0-5 0,-1-4 21 0,3 2 12 15,-2 2 10-15,-1-4 13 0,0 0-5 0,0 0 5 16,15-5 6-16,-8 1-11 0,-2 0-2 0,0-2 3 0,4-1-2 0,0-5-10 16,0-1-4-16,0-2-6 0,0-2-4 0,1-6-2 15,-2 5-8-15,-2 0-6 0,3-2-1 0,-7 3-1 16,1 2 0-16,-3 1-1 0,-3 2-5 0,2 2 1 15,-1-1-11-15,-5 1 0 0,2 2-5 0,-1 1-6 16,-1 3-5-16,1 0-9 0,-3 3 1 0,0 0-8 16,0 2-11-16,-2 0-8 15,3 0-17-15,0 4-8 0,3-3-16 0,-2 5-17 16,-1-3 5-16,4 4-4 0,4-2 11 0,-1 4 14 16,2-2 7-16,3 2 9 0,4-3 3 0,8 2 22 15,2 0-20-15,10-1-11 0,4-5-45 0,0-2-42 16,-1-1-50-16,2 0-47 0,-4-8-57 0,-8 1-301 15,-2 1-657-15,0-3 290 0</inkml:trace>
  <inkml:trace contextRef="#ctx0" brushRef="#br0" timeOffset="150703.69">16834 6804 237 0,'2'-5'385'0,"-1"0"-23"0,-1 2-23 16,4-2-27-16,-4 5-41 0,2-5-26 0,-2 5-26 15,3-3-30-15,-3 3-20 0,0 0-22 16,19 8-17-16,-6 5-13 0,6 8-2 0,1 5-19 16,4 17-10-16,-2 4-4 0,-6 4-2 0,1 2-10 0,-8 5-12 15,-4-3 0-15,-2-1-2 0,-7 0-13 0,-3-4 0 0,-3-5-1 16,-1-11-9-16,-3 0-10 0,-11 8-9 0,1-13-7 15,-3-3-20-15,-12 9-30 0,-4-4-40 0,-5-3-59 16,-11-3-73-16,-1-4-374 0,-5-2-638 0,1-10 283 16</inkml:trace>
  <inkml:trace contextRef="#ctx0" brushRef="#br0" timeOffset="151621.17">12392 6921 222 0,'0'-5'253'0,"-1"0"-16"0,-2 1-26 0,3 4-22 0,-1-5-20 16,1 5-21-16,-5 0-17 0,-2 5-14 0,-4 9-13 15,-6 9-12-15,-5 7-6 0,-7 16-17 0,-13 27-3 16,1 1-9-1,13-20-1-15,-9 24-6 0,15-23-10 0,-5 24 3 16,15-24-2-16,5 0-4 0,5 1 1 0,7-5-5 16,11-6-1-16,2 2 0 0,13-5 1 0,10-2-6 15,6-6-11-15,9-2-32 0,7-7-74 0,28-2-101 16,3-10-198-16,-4-11-422 0,-30-6 188 0</inkml:trace>
  <inkml:trace contextRef="#ctx0" brushRef="#br0" timeOffset="152945.34">17998 7166 152 0,'2'-3'172'0,"2"1"2"0,0-4-5 0,-1 4-6 16,-1-1-5-16,2 2-13 0,-4 1-6 0,1-7-15 15,-1 7-16-15,-5-5-6 0,5 5-8 0,-10-1-16 16,-2-1-9-16,-3 4-6 0,-3 0-5 0,-9 5-4 16,0 1-3-16,-5 2-6 0,0 0-4 0,2 2-3 0,-2 2-1 15,1-3 1-15,3 3-2 0,1 2-8 0,0 0-2 16,5-2-3-1,5-5 0-15,-1 6-2 0,5-4-2 0,-1 2-9 16,8-2 8-16,-1 0-2 0,6 1-2 0,0-4 2 16,3 3-3-16,2 0 0 0,5-3-3 0,9 2 3 15,0-3-2-15,11 1 0 0,2-3 0 0,4-5 0 16,0 2-4-16,0-4 2 0,-2-3-2 0,-2-3 1 16,-1 1-3-16,-3-3-1 0,1-3 3 0,-6-4 17 15,1-3 11-15,-4-2 12 0,-2-1-3 0,-2-5 2 0,-2-1-2 0,0-5 4 16,-3 0-1-16,-2-16 1 0,0 4 7 0,-4 0 6 15,0 0 24-15,-3 13 4 0,1 0 14 0,-1 5 7 16,-2-1-4-16,-2 9 18 0,1 2-16 0,0 1-7 16,0 6 1-16,2 1-1 0,-3 1-14 0,3 2-14 15,-2 4-14-15,2-2-11 0,-1 0-26 0,1 5-39 16,0 0-8-16,0 0 3 16,0 0-7-16,-8 17 15 0,3 0 3 0,-2 10 2 15,2 2-6-15,-4 4 6 0,3 1 0 16,1 1 5-16,1 11-1 0,1-13 4 0,2-1 0 0,2 0 1 15,2-1-5-15,-2-5 10 0,2 1-5 0,-1-8-6 16,2 0 10-16,-1-1 8 0,-3-7-13 0,2-1 3 16,0 0 1-16,0 0 1 0,-1-3 4 0,3-2-2 15,-5-1-1-15,1 1 5 0,1-1 5 0,-1-4 6 0,0 4 5 0,0-4-8 16,0 5 10-16,0-5 0 0,0 0 0 0,0 3 6 16,0-3-9-16,0 0-3 0,0 0 0 15,0 0 3-15,0 0-18 0,0 4-13 0,0-4-23 0,0 0-27 16,0 0-26-16,0 0-29 0,0 0-31 0,0 0-39 15,0 0-48-15,0 0-77 0,0 0-280 0,0 0-634 16,0 0 281 0</inkml:trace>
  <inkml:trace contextRef="#ctx0" brushRef="#br0" timeOffset="153426.79">18432 7068 308 0,'8'-11'328'0,"-6"6"-10"16,2-4-5-16,-1 4-12 0,-2 0-15 0,3 0-17 15,-3 0-25-15,-1 2-22 0,3-1-25 0,-3 4-25 16,1-3-25-16,-1 3-26 0,0 0-25 0,0 0-8 0,0 0-8 16,0 0-8-16,0 11-10 0,0 0-4 15,0 2-9-15,-1 3-2 0,-2 2-5 0,1 0 1 0,-1 2-7 0,2-1-6 16,-2 1-5-16,3 0-1 0,-1 1-2 0,2 1-1 15,-1-4-5-15,0-1 1 0,4-4 6 0,0-1-12 16,-3 0 3-16,2-3-3 0,-2-1 6 0,3-3-3 16,-3 1 4-16,2 0 12 0,-2-2 29 0,5-2 7 15,-3 0 24-15,2 0 15 0,-5-2 1 0,10-3 4 16,-1 1-5-16,3-3-1 16,-3-1-8-16,0-3-9 0,5-2-7 0,-1-4-4 15,-1-2-11-15,6-7-6 0,0-2-6 0,-3-4-10 16,3 1-4-16,-5-3-6 0,1 3-4 0,-5 3-3 15,-1-1-2-15,-6 7-2 0,-2 2-1 0,0 1-1 16,-2 0-12-16,-6 2-1 0,-1 1 1 0,-5 2-9 16,-4 5 1-16,-4-3-2 0,-4 4-7 0,-2 2 9 15,-3 8-8-15,3 2 2 0,2 1-3 0,-1 5 0 0,0 1-2 0,12-1 0 16,1 1 1-16,0 2-7 0,5 1-15 0,3 1-4 16,4 1 4-16,9-1 4 0,11 7 7 0,11-5-12 15,17 1-43-15,13-4-55 0,6-6-78 0,27 5-75 16,-25-15-97-16,-3 0-349 0,-1-6-791 0,-3-4 351 15</inkml:trace>
  <inkml:trace contextRef="#ctx0" brushRef="#br0" timeOffset="186480.55">3777 10638 93 0,'-5'1'120'15,"5"-1"2"-15,0 0-13 0,-7 1-10 0,7-1-9 16,0 0-9-16,0 0 1 0,0 0-20 0,-5 3-6 16,5-3-4-16,0 0-6 0,0 0-3 0,0 0-6 0,-5 1-3 15,5-1-10-15,0 0 2 0,0 0 5 16,0 0-6-16,0 0 1 15,0 0-3-15,0 0-11 0,0 0 9 0,0 0-2 16,0 0 9-16,0 0 4 0,0 0 5 0,0 0 5 16,0 0 2-16,18 0-5 0,-11-1 10 0,1-2 3 15,1 2-2-15,2-4-3 0,-3 2 9 0,3 0-1 16,-1-1-2-16,-3 1 5 0,1-1 0 0,-3 1 5 16,3-2 6-16,-2 0 1 0,-2 1 1 0,1 1 4 0,-1 0 3 15,0-2 10-15,0 1-14 0,-3-1-3 0,3 3-9 0,-1-1-8 16,-1-1-1-16,-2 4-8 0,0-7-7 0,0 7-3 15,-9-4-12-15,4 2-7 0,-4 1-2 0,-8 1-5 16,-2 1-3-16,0 2 0 0,-10 1 1 0,-3 5-3 16,-2-1 2-16,-1 6-4 0,-2-1-3 0,-11 7-1 15,14-4 2-15,-11 11-3 0,3 1 1 0,6 2 1 16,8-1-3-16,3-2 0 16,-7 11 1-16,2 0 0 0,11-7 2 0,4-1-1 15,1 0 2-15,2 1-1 0,3-3 0 0,7 1 3 16,2-3-1-16,5 0 4 0,5-2-2 0,4-2-1 15,8-3 4-15,7-3-1 0,6-4 22 0,18-1 0 16,6 1-4-16,1-7 1 0,4-5-4 0,0 0-5 16,-1-5-1-16,-5-4-5 0,6 1-2 0,-6-4 1 15,-6 0-6-15,-1-1 0 0,-15-2-7 0,-3 2-5 0,-2-2-8 0,-4-4-1 16,-2 2 1-16,-11 5 4 0,0-2 2 0,-6 5 17 16,-3-3-4-16,-2 2 0 0,-5 2-4 0,-3-2-1 15,-4 3 2-15,-6-1-1 0,-2 3 0 0,-4 3 0 16,-7 2-1-16,-3 2 0 0,-1 2 4 0,1 1 0 15,2 6-3-15,0-2 3 0,3 3-5 0,2-1-1 16,6 3 2-16,0-3-2 0,6 2 3 0,1 0 0 0,6-4 0 16,1 3 1-16,1 0 2 0,7-2 2 0,1-1 3 0,12 2 0 15,1-2 0-15,10-2 2 0,5-2-1 0,2-4 3 16,0-1-3-16,1-1 3 0,-1-5-4 16,-2-3 2-16,-1 1-2 0,-5-2 4 0,-2-3 3 0,-8 3-7 15,0 0 4-15,-5-2-7 0,1 0 3 16,-9 1 1-16,1 0-3 0,-5-1-1 15,0 1-3-15,-5 3-1 0,-3-3-11 16,-2 3-5-16,-5-2-9 0,2 4-15 0,-4 1-13 16,-2 1-28-16,1 1-25 0,2 3-35 0,-1-1-49 15,3 2-231-15,5 2-458 0,0 1 203 0</inkml:trace>
  <inkml:trace contextRef="#ctx0" brushRef="#br0" timeOffset="187119.58">4809 10850 92 0,'0'-2'276'0,"0"2"-18"0,0 0-15 16,4-4-20-16,-4 4-23 0,0-4-24 0,0 4-19 16,0 0-16-16,0 0-18 0,0 0-12 0,0 0-9 0,-23 6-11 15,9 1-12-15,-1 0-6 0,-2 0-10 0,0 1-5 16,1 2-4-1,0-1-12-15,1 1-3 0,0-2-1 0,1 2-8 16,5-2-2-16,0 2-2 0,1 0-3 0,2 0-4 0,3 2-2 16,1-2-2-16,3 1 0 0,3 1-2 0,2-2 0 15,7 4-1-15,2-1-1 0,8 2-3 16,2-5 0-16,0 3 2 0,-7-5 0 0,9 1-3 16,-8-1-1-16,0-1-1 0,-2 0-3 0,-4-3 1 15,-1 1-1-15,-3-1-5 0,-2 0-4 0,0-1-3 0,-2-2 2 0,-2 1-4 16,-2 1 4-16,-1-3 3 0,-9 6 2 0,-5-4 2 15,-2 2-4-15,-11 1 2 0,4-3 3 0,-5 2-2 16,1-4 2-16,-1 3-3 0,-1 0-12 0,2-2-12 16,5-1-14-16,1 3-21 0,2-3-21 0,0 1-32 15,8-1-32-15,-1 0-83 0,6-1-126 0,-2 1-384 16,8 0 170-16</inkml:trace>
  <inkml:trace contextRef="#ctx0" brushRef="#br0" timeOffset="187751.07">5378 10853 225 0,'0'-3'295'15,"0"3"-1"-15,4-7-10 0,-3 4-15 0,-1 3-15 0,0-4-22 16,0 4-24-16,4-2-20 0,-4 2-21 0,0 0-17 16,0-5-21-16,0 5-20 0,0 0-10 0,0 0-15 15,0 0-12-15,0 0-12 0,0 0-9 0,2 13-3 16,-4-4-3-16,2 1-12 0,0 4 0 0,0 2-9 16,-4 2-1-16,0 1-2 0,-1 5 3 0,0 1-7 15,-2-1 2-15,0-6 0 0,1 0-5 0,2 2 0 0,-1-5-4 0,2-3 4 16,0 0-6-16,-1-3-3 0,3-1 7 0,-2-2-3 15,1 0 2-15,1-1 0 0,0-1 0 0,-1-2 23 16,2-2 39-16,-1 6 40 0,1-6 39 0,0 0 25 16,0 0 3-16,0 0-17 0,0 0-21 0,0 0-13 15,13-19-16-15,-3 6-5 0,-1-4-18 0,6-4-6 16,2-4-11 0,-2 5-9-16,5-4-10 0,-9 10-4 0,3-3-7 15,-3 5-4-15,-4 3 1 0,2-2-4 0,-4 5-5 16,3-2-9-16,-5 4-7 0,1 0-7 0,-1 3-2 0,-1-2-19 15,-2 3-23-15,7-2-2 0,-7 2 9 0,6 5-2 16,1 1-16-16,-4 1-13 0,4 3-4 16,-2 0-2-16,1 3-9 0,3 1-15 0,-4 2-28 15,3-1-12-15,-3 0-24 0,4-1-21 0,-4 0-28 0,-1-1-28 0,1-1-45 16,0-3-68-16,3-1-232 0,-3-3-624 0,0-1 276 16</inkml:trace>
  <inkml:trace contextRef="#ctx0" brushRef="#br0" timeOffset="188182.92">5998 10862 109 0,'2'-4'362'0,"2"-1"-19"0,-1 3-26 0,-1-1-29 16,-2 3-25-16,4-4-29 0,-4 4-25 0,3-2-23 15,-3 2-26-15,0 0-18 0,0 0-16 0,0 0-16 16,3 9-11-16,-4-2-12 0,-1 3-9 0,-1 1-8 15,0 6-5-15,2 1-13 0,-4-1-3 0,2 2-4 0,0 0-4 0,-1 1-5 16,1-2 1-16,2 2-4 0,1-4-5 0,0 0 0 16,1 0-2-16,2-5-2 0,1 1 0 0,2-3-2 15,-1 1-5-15,0-2 9 0,3-2-1 0,2-2 6 16,3 0-7-16,6-4-1 0,-2 0 1 0,2-3-4 16,0-1 2-16,0-3 1 0,0-1 13 0,-1-2-5 15,0-4-3-15,1-3-4 0,3-1-3 0,-7-7 8 0,-3 3-14 16,-1-3-19-16,-2-4-2 0,-5 2-7 0,-4-2-3 15,-5 5 6-15,-3-2-2 0,-3 3 0 0,-2 2-1 16,-6 2-1-16,2 7 4 0,-6 0-9 0,3 3 0 0,-1 1 7 16,0 7-1-16,-1 1 1 0,-1 1-2 0,-4 4 0 15,9 2 3-15,-1 2-4 0,2 3 3 16,1 1 0-16,4 4 0 16,2-3 5-16,5 5 0 0,4-1-2 0,3 1 8 15,7-2 4-15,9 7-2 0,6-6-22 0,6-2-25 16,3-3-43-16,4-2-53 0,-1-1-75 0,3-4-334 15,1-2-596-15,-4-2 264 0</inkml:trace>
  <inkml:trace contextRef="#ctx0" brushRef="#br0" timeOffset="188621.05">6844 11010 33 0,'-9'-2'242'0,"9"2"-6"0,-7-1-5 15,7 1-9-15,0 0-8 0,-6-2-18 0,6 2-13 0,0 0-15 0,0 0-13 16,0 0-8-16,0 0-11 0,-10 1-7 0,10-1-5 16,0 0-6-16,0 0-4 0,0 0-4 15,0 0-5-15,0 0-6 0,0 0-4 0,0 0-17 16,0 0 2-16,0 0-13 0,24-3-5 0,-4-1-5 0,8 1-8 16,3 0-5-16,4-1-5 0,2 1-3 0,1-1 5 15,17-2 9-15,-16 2 1 0,14-4 2 0,-16 5 1 0,-4-1 8 16,-3-1 10-16,-3 1 10 0,-10 2 11 0,5-1 3 15,-13 0 3-15,1 1 0 0,-1 0-1 0,0 0-11 0,-5 2-5 32,1-1-10-32,-1-1-12 0,-4 2-13 0,9 0-46 0,-9 0-26 15,5-1-60-15,-5 1-52 0,0 0-46 0,0 0-49 16,0 0-72-16,-14 10-347 0,5-7-705 0,4 0 313 16</inkml:trace>
  <inkml:trace contextRef="#ctx0" brushRef="#br0" timeOffset="189754.47">7690 10752 105 0,'8'-6'237'0,"0"-1"-21"0,0-2-17 0,2 6-6 0,4-2-20 0,5-2-12 16,-1 3-9-16,1 1-19 0,2-2-9 0,7 3-13 0,0 1-12 15,-6 2-12-15,6 1-6 0,-7 3-11 0,0-1-8 16,-2 6-8-16,-1-2 0 0,-4 5-12 0,-1-1-1 0,2 2-3 16,-5 1-5-16,-2 2-4 0,-3 1-2 15,-1 2 0-15,-7 6-13 0,-3 1 3 0,-3-2-3 0,-2-2-3 16,-6 1 0-16,-1-2 1 0,-1-2-3 16,2 2-3-16,2-7 0 0,-4 2 0 0,5-6 3 0,-1-1-3 15,4-2 5 1,1-1 3-16,1-1 2 0,4-1 14 0,-1-2 26 15,2 1 32-15,0-1 36 0,0-2 32 0,4-1 41 16,0 0 8-16,0 0-17 0,-3-8-24 0,9 0-18 0,4-5-16 16,5-1-9-16,6-9-15 0,4 1-8 15,2-3-16-15,2-1-4 0,7-6-16 0,-6 7-5 16,-2 0-2-16,-3 0-8 0,-2 6-4 0,-2 2-1 16,-6 3 4-16,-6 6-13 0,0 1-4 0,-3 1-3 0,-2 1-17 0,1 2-5 15,-3-1-17-15,4 1-33 0,-6 3-7 0,0 0-2 16,0 0 10-16,-12 15 1 0,1-2 4 0,-2 1 5 15,-5 7 1-15,0-2 1 0,1 6 4 0,2-1 0 16,0-2-1-16,4 0-4 0,3-2-7 0,2-2 4 16,3-2-5-16,2 2 6 0,5-1 3 0,4 0-4 15,7-4-22-15,7 0-38 0,10-3-55 0,6-3-57 0,15-3-69 0,-12-4-321 16,15-1-648-16,-1-5 287 0</inkml:trace>
  <inkml:trace contextRef="#ctx0" brushRef="#br0" timeOffset="190239.83">8911 10618 243 0,'4'-1'291'0,"-3"-4"-17"0,3 3-27 0,-4 2-21 16,4-4-25-16,-4 4-24 0,2-2-19 0,-2 2-19 15,0 0-16-15,0 0-6 0,0 0-16 0,-15 8-13 16,4-2-4-16,-6 2-14 0,-5 2-10 0,-2 5-4 16,-3 1-7-16,0 2-2 0,-1 0-5 0,3 2-3 15,-1-2-10 1,3 0 0-16,0-1-2 0,4 0-5 0,5-3-3 15,1-2-1-15,0 4-4 0,6-7 2 0,1 3-2 0,1-1-2 16,1 0-12-16,2 0 3 0,4-3 0 0,2 4 0 16,4-2 2-16,5 2 1 0,3 0-2 0,10 2 0 15,1-3 1-15,1 0-1 0,-1 0-2 0,-2 0 1 0,2 0-3 16,-8-1 0-16,-1-2 1 0,-2 1-3 0,-5-1-2 16,-1-4 3-16,-2 4-5 0,-3-3-6 0,-1 2 1 15,-3-2 4-15,-2 2-3 0,-2 0 5 0,-3 0 2 16,-8 1 3-16,-3 0 0 0,-8 1-2 0,3-3 2 0,-5 2 1 15,2-2 0-15,-2-2-1 0,5 1-3 0,3-3-4 16,1 1-7-16,4-2-3 0,1-1-4 0,4 1-11 16,-1-1-44-16,2-1-77 0,6-3-61 15,0-1-200-15,2 5-447 0,12-6 199 0</inkml:trace>
  <inkml:trace contextRef="#ctx0" brushRef="#br0" timeOffset="190488.02">9240 10964 301 0,'2'-4'353'0,"3"1"-3"0,-4-2-9 0,3 1-14 15,-4 2-18-15,0 2-26 0,4-3-30 0,-4 3-18 16,3-3-32-16,-3 3-27 0,0 0-23 0,0 0-12 16,0 0-27-16,0 0-10 0,0 0-19 0,0 0-8 15,4 8-2-15,-2-1-12 0,-2-2-2 0,0 3-5 16,0-1-8-16,0 2-2 0,-2 1-7 0,0-1 0 15,1 1-30-15,0 0-10 0,1-3-21 0,-2 4-22 0,1-5-17 0,1-1-18 16,0 3-8-16,-2-1-21 0,0-3-19 0,2 0-13 16,-4 0-8-16,3-2 1 0,1-2-30 0,-9 0-57 15,9 0-244-15,-7-5-517 0,3 1 228 0</inkml:trace>
  <inkml:trace contextRef="#ctx0" brushRef="#br0" timeOffset="190641.65">9229 10779 95 0,'0'-12'322'0,"2"2"8"0,0 2-3 16,-2 0-8-16,0-1-11 0,1 6-30 0,-1-1-34 16,2-3-22-16,-2 4-34 0,0 3-13 0,0-4-28 15,0 4-42-15,2-5-40 0,-2 5-24 0,0 0-9 16,0 0-30-16,0 0-37 0,6 12-33 0,-3 0-37 16,-3 2-41-16,0-4-40 0,0 3-258 0,1-4-480 0,-1 3 213 0</inkml:trace>
  <inkml:trace contextRef="#ctx0" brushRef="#br0" timeOffset="191004.66">9505 10904 210 0,'7'-3'403'15,"-7"3"-21"-15,0 0-31 0,7-1-16 0,-7 1-34 0,0 0-28 16,0 0-29-16,0 0-26 0,8 1-41 0,-8-1-8 15,0 4-20-15,0-4-21 0,1 5-11 0,-1-1-13 16,-1 4-11-16,1-2-5 0,0 4-14 16,-3 0-11-16,2 2-18 0,-3-3-1 0,-1 3-5 0,4-1-2 0,-3-2-6 0,0-4-5 15,3 1 11-15,-2-1-14 0,2 0-5 16,1 1 0-16,0-5 1 0,0-1 9 0,0 0 23 16,-1 4 23-16,1-4 22 0,0 0-4 0,0 0-6 15,0 0-13-15,9-8-10 0,-5 0-3 0,3-1-6 0,1 2-8 16,0-2-2-16,6-4-7 0,-8 3-3 15,3 2-7-15,3 2-3 0,-4-2-2 0,0 4-4 0,-1-1-2 0,-2 0-3 16,1 2-3-16,-2-1-5 0,1 2-21 0,0 2-20 16,-5 0-25-16,13 2-33 0,-2-2-21 0,-2 2-31 15,0 3-31-15,1 1-35 0,2-2-31 0,-3 3-59 16,1 0-330-16,0-1-684 0,3 0 303 0</inkml:trace>
  <inkml:trace contextRef="#ctx0" brushRef="#br0" timeOffset="191442.84">9996 10879 127 0,'4'-11'360'0,"1"4"-9"0,-4 1-7 0,3-4-10 0,-4 7-8 16,3-3-20-16,-1 2-25 0,-2 4-30 0,0-6-26 16,1 4-32-16,-1 2-28 0,3-2-22 0,-3 2-38 0,0 0-21 0,0 0-2 15,0 0 0-15,0 14-19 0,-3-5-5 0,1 2-12 16,-2 0-3-16,0 2 3 0,-1 4-5 0,0-2-7 15,4 1-3-15,-3-1-1 0,0-3-3 0,4 2-2 16,-1-1-8-16,-2-2 2 0,3-1 4 0,0-1-4 16,0-2-3-16,3 2 3 0,-2-7 4 0,3 3 0 15,0-3 2-15,0 2 2 16,3-4 13-16,-7 0 3 0,16-6 4 0,-7 1 12 16,3 0-12-16,0-2 0 0,3-4-9 0,-2 0 3 15,1-1-5-15,-1-3 2 0,-2 1-6 16,3-10-4-16,-5 7-1 0,4-7-7 0,-4-4-4 0,-4 2-3 15,0 7 10-15,-5-1-11 0,0 2-5 0,-1 0-2 16,-3 4 1-16,-4-3-11 0,3 5 3 0,-7 5-8 16,-3-3 1-16,1 5-1 0,-1 2 1 0,-5 2-2 0,2 1-5 0,-2 1 4 15,3 2-8-15,4 1-5 0,-1 3-11 0,1 1 1 16,3 2-4-16,1-2 6 0,1 5 2 0,3-4-8 16,5 3 13-16,0-1 7 0,8 1 8 15,3 3 2-15,6-3-14 0,7-1-21 0,3 0-25 0,1-4-38 16,1-2-48-16,2-3-58 0,-2 0-64 0,2-4-347 15,-3-2-676-15,-7 0 299 0</inkml:trace>
  <inkml:trace contextRef="#ctx0" brushRef="#br0" timeOffset="191674.17">10398 10480 76 0,'3'-4'364'0,"-3"0"-30"15,1 0-29-15,-1 4-33 0,0-4-33 0,0 4-25 16,0 0-25-16,9 0-26 0,-1 5-13 0,6 2-16 16,3 6-20-16,7 5-2 0,0 7-4 0,2 3-8 15,-2 14-4-15,0 6-7 0,-2 2-6 0,-13 4-10 16,-4 2-1-16,-5-4-8 0,-5 0-8 0,-3-2-3 16,-5-2-5-16,-6-4-7 0,-6-4-8 0,-8-4-20 0,-5-3-13 0,-7-2-18 15,-4-4-34-15,-6-2-52 0,-29 7-86 0,25-17-349 16,-33 2-583-16,28-14 258 0</inkml:trace>
  <inkml:trace contextRef="#ctx0" brushRef="#br0" timeOffset="192629.25">5393 10433 105 0,'0'0'229'0,"-1"-4"-3"0,1 4-13 16,-5-4-15-16,5 4-15 0,0-5-21 0,0 5-16 16,0 0-20-16,-5-2-13 0,5 2-12 0,0 0-17 0,-21 10-8 15,7 0-8 1,-5 7-9-16,-4 4-7 0,-3 5-5 0,-9 15-7 15,-1 6-5-15,-14 31 2 0,9-3-8 0,4 1 4 16,15-20-5-16,-10 24 1 0,16-24-1 0,-2 0-4 16,9-4-5-16,8-2 2 0,2-1-2 0,8 0-1 15,10-5 1-15,7-4 2 0,12 5 1 0,16-10 1 16,35 3-19-16,4-7-49 0,11-8-78 0,3-11-289 16,8-1-446-16,-1-14 197 0</inkml:trace>
  <inkml:trace contextRef="#ctx0" brushRef="#br0" timeOffset="193646.81">11468 10864 233 0,'0'0'263'15,"-4"-2"-15"-15,4 2-21 0,-4-2-22 0,4 2-19 16,0-5-20-16,4 1-20 0,5 2-18 0,3-2-25 0,7 2-34 16,9-1-45-16,-6-1-51 0,12 3-66 0,-5-2-220 0,2-1-340 15,1 0 151-15</inkml:trace>
  <inkml:trace contextRef="#ctx0" brushRef="#br0" timeOffset="193809.07">11559 11072 115 0,'-3'4'242'0,"3"-1"-26"15,0-3-21-15,16 1-23 0,3-2-17 0,13-2-25 16,6 2-49-16,21-7-72 0,3-1-78 0,2-2-139 15,3-1-225-15,-2-1 100 0</inkml:trace>
  <inkml:trace contextRef="#ctx0" brushRef="#br0" timeOffset="195078.89">13355 10485 4 0,'0'0'179'0,"-9"-1"-11"0,9 1-15 0,-10-1-13 0,10 1-13 16,-10 0-15-16,5 1-8 0,0 0-13 0,1 2-9 15,-2-1-6-15,2 1-13 0,0-2-5 0,0 2-2 16,1 0-5-16,1 0-11 0,-1-1-6 0,2 3 1 0,1-5-1 15,0 0-4-15,5 8 1 0,2-7 0 0,2 4 3 0,3-3-2 16,8-1-1-16,6-1-2 0,2 0 0 0,3-1-4 16,1-1-5-16,0-3 1 0,-1 1-1 15,-1-1 2-15,-1-2 4 0,1-2-2 0,-6 3 3 16,-3-2 7-16,-3 1 9 0,-3 1 11 0,-2 0 11 0,-2 0 11 16,-3 1 6-16,0 1 8 0,-3-2-16 0,0 1-9 0,-3 0-7 15,0 3-7-15,-4-4-7 0,-3-1-7 0,-2 5-3 16,-5 1 5-16,-2 0-16 0,-5 1-1 0,-3 3-2 0,-6 3 3 15,0 3-10-15,-5 2-1 0,0 1-1 16,-2 3-4-16,2 3 0 0,-2 2-1 0,-3 8-1 16,6-3-1-16,4-1-1 0,-7 13-3 0,13-6 2 15,-3 8 1-15,6-6 1 16,9-4 0-16,-2 5-1 0,10-2 3 0,4 0 0 16,10-2-4-16,3-1 3 0,7-4 2 0,8-3-3 15,19 4-3-15,6-10 5 0,5-1-3 0,32-2-6 16,1-9 0-16,6-5-3 0,-1-5-8 0,2-3 1 15,-9-3-6-15,-2-3-2 0,-26 4-5 0,-3-3-4 16,-4-1 2-16,-4-2 5 0,-6-2 0 0,-14 3 7 16,-2-1-10-16,-5-4 9 0,-3 1 26 0,-12 6 8 0,3-1 2 0,-8-2-1 15,-5 3-5-15,-4 2 3 0,-9-5-6 0,-1 9-2 16,-10-3-2-16,-2-2-2 0,-2 8 3 0,-4 2-1 16,0 3 0-16,-1 3-4 0,0 1 0 0,1 7 1 15,-1-1 0-15,3 2-1 0,4 2-4 0,1 1 1 16,9-2-1-16,2 1 0 0,5 1 0 0,0 1-1 15,4-1-1 1,5 1 6-16,4 1-1 0,8-2 4 0,9 0 0 0,7-4 5 16,3-3-8-16,5-1-2 0,0-5 1 0,4-2-1 15,-3-2-3-15,3-3-1 0,-3 0 0 0,-2-4 1 16,-3 0 2-16,-1-4 2 0,-5 6 6 0,-13-4 2 16,0-1 0-16,-2 0-1 0,-5 0 0 0,-3 0-7 15,0-2-11-15,-6-3-3 0,-2 0-1 0,-3 6 0 16,-2-1-5-16,-7-1-7 0,4 4-5 0,-6-1-5 0,2 0-7 15,0 7-8-15,0 1-10 0,4 0-12 0,-6 4-19 0,6-2-16 16,-1 1-26-16,4 2-27 0,0 2-195 0,2 0-384 16,4-3 170-16</inkml:trace>
  <inkml:trace contextRef="#ctx0" brushRef="#br0" timeOffset="195433.07">15032 10648 87 0,'0'-5'283'0,"0"5"-24"0,-3-5-28 0,1 1-24 0,-1 1-20 16,3 3-20-16,-8-3-20 0,1 4-16 0,7-1-12 15,-14 4-14-15,2-2-10 0,2 3-10 0,-3 2-9 16,2 3-9-16,-5 0-1 0,6 1-12 0,0 3-5 15,2-5-6-15,1 8-5 0,0-2-5 0,4-1 0 16,3 6-5-16,3-6-3 0,6 3 1 0,0 0-3 16,10 3 0-16,4-4-2 0,3 0-6 0,3-4 0 0,-2 2 0 0,0-2-1 15,0 0-2-15,-7-3-5 0,-2-1 0 0,0-2 0 16,-9 1-4-16,1-2 0 0,2 0-4 0,-7-2-5 16,0 2-2-16,-5-1 3 0,-1-1 5 0,-7 1 2 15,-1 2 1 1,-10 1-3-16,-8-1 7 0,-4 0-21 0,-1-1-20 15,1 0-29-15,-1-1-48 0,2-1-62 0,-2-3-228 16,4 0-434-16,5 0 192 0</inkml:trace>
  <inkml:trace contextRef="#ctx0" brushRef="#br0" timeOffset="196482.03">15599 10605 157 0,'4'-5'251'16,"-3"1"-34"-16,3-2-19 15,4 3-24-15,2-4-12 0,3 4-20 16,1 0-16-16,5 0-10 0,2 2-12 0,7-1-14 15,0 6-10-15,1 1-11 0,-5 3-3 0,2 1-7 0,1 3-8 16,-9-1-3-16,3 6-2 0,-8-4-9 0,6 5-2 16,-11 0-3-16,-2 0-3 0,-3 10-2 0,-2-1-4 15,-6 0 0-15,-1 0 2 0,-6-1-3 16,-3-1-4-16,-2-1-5 0,1 1 3 0,-3-4-4 0,-1-1 0 0,5-7 1 16,2 0-3-16,-2-1 0 0,-2-4 1 0,5-2 0 15,5 2 11-15,-3-2 23 0,0-2 24 0,5-2 35 16,-1 2 36-16,3-3 24 0,3-1-11 0,-6-6 2 15,6-1-31-15,4-1-13 0,1-3-15 0,5-6-12 0,7-5-6 16,4-1-13-16,1 0 0 0,3-3-13 16,2 1-6-16,0 1-6 0,-2 3-2 0,-2-1-6 0,-1 5-2 0,-5 5-1 15,-6 0-3-15,-2 4 8 0,1 1-16 0,-6 0-2 0,1 6-5 16,-1-3-19-16,0 2-24 0,-4 2-16 16,0 0 1-16,0 0 8 0,0 0 6 0,-4 14 3 15,0-4 7-15,-1 2 1 0,-4 3 0 0,0 1 3 16,0 4-8-16,2-3-8 0,3 1-7 0,-1-1 0 0,5 1-2 15,0-1-2 1,3 3 6-16,3-6-3 0,5 1-10 0,6-4-20 16,12 1-39-16,2-2-54 0,7-3-100 0,16-7-246 15,-3 3-555-15,1-6 246 0</inkml:trace>
  <inkml:trace contextRef="#ctx0" brushRef="#br0" timeOffset="196952.14">16845 10450 189 0,'0'0'233'16,"1"-4"-23"-16,-1 4-20 0,0 0-22 16,0 0-22-16,0 0-15 0,0 0-9 0,0 0-14 15,0 0-15-15,-23 8-6 0,14-1-9 0,-7 3-13 0,-2 0-11 16,-6 6-4-16,-1-1-6 0,-1 1-2 0,-1 1-8 0,1 0-3 0,3 0-1 16,-1 0-2-16,2-2-2 0,8-2-9 0,0 3 1 15,4-1 0-15,1 2-3 0,1-3-1 0,5 1 0 16,-1 2-1-16,5-5 0 0,3 5-2 0,6-4 1 15,4 0 2-15,2 0-4 0,9 1-1 0,-1-2 2 16,3 2-3-16,0-4-2 0,1 0-1 0,-9 0 1 0,5-1-2 16,-6 1 1-1,-1-5-1-15,-7 0 0 0,0 3-4 0,0-4 0 16,-6 0 0-16,3 1-1 0,-3 0-1 0,-2 1 4 16,-2-4 1-16,-4 5 5 0,0-3 3 0,-5 1-1 15,-2 0 0-15,-2 1 2 0,-5-1-3 0,2 1 0 16,-3 0-1-16,-2-4 0 0,3 2 0 0,-1-1-3 15,1 0 4-15,4-3-11 0,1 1-5 0,3 0-5 16,1-1-14-16,1 1-31 0,8-1-63 0,-7-3-84 0,8-3-142 0,-1 6-373 16,13-9 165-16</inkml:trace>
  <inkml:trace contextRef="#ctx0" brushRef="#br0" timeOffset="197237.07">17084 10774 5 0,'3'-3'388'0,"-1"-1"-10"0,2-1-7 0,-3 2-16 16,3 0-25-16,-4-1-19 0,0 4-34 0,4-5-31 16,-4 5-30-16,0-1-11 0,0 1-41 0,0 0-23 15,0 0-27-15,0 0-36 0,0 0-10 0,0 0-10 16,9 8-1-16,-8-2-15 0,-1 1 9 0,0-1-11 16,0 5 1-16,0-2-10 15,0 3-4-15,0 0 1 0,0-1 1 0,0 0-9 16,0 0 14-16,0 1-32 0,0-3-20 15,-1 0-13-15,1 2-9 0,0-5-11 0,-3 2-14 16,3-3-9-16,0-1-10 0,0-1-8 0,0-3-5 0,-1 5-4 16,-4-3-1-16,5-2-17 0,-8 2-16 0,8-2-28 15,-9-7-64-15,4 0-225 0,-4 0-488 0,4-1 216 16</inkml:trace>
  <inkml:trace contextRef="#ctx0" brushRef="#br0" timeOffset="197418.3">17108 10551 47 0,'0'-6'299'0,"0"1"-1"0,0-2-11 0,0 1-9 16,0 3-15-1,0-2-22-15,0 5-25 0,0-7-23 0,0 7-19 16,0-5-26-16,0 5-23 0,0-2-29 0,0 2-39 16,0 0-20-16,0 0-15 0,0 0-30 0,0 0-26 15,-5 10-35-15,4-3-51 0,-3-1-57 0,3 1-219 16,-3 2-428-16,-2-2 189 0</inkml:trace>
  <inkml:trace contextRef="#ctx0" brushRef="#br0" timeOffset="197916.31">17365 10657 280 0,'0'0'306'0,"7"-2"-14"16,-7 2-31-16,0 0-26 0,0 0-18 0,0 0-31 15,0 0-21-15,0 0-20 0,0 0-16 0,0 0-13 16,5 6-13-16,-5-6-9 0,1 7-12 0,-1-3-10 16,0 3-5-16,0 0-5 0,0 5-10 0,-1 0-4 15,0-4-6-15,-2 4-3 0,-1 4-4 0,3-5-1 16,-2 4-4-16,2-2-5 0,0-1-13 0,-2-2-1 0,3-3-2 0,0-2 5 16,-1 2-2-16,-2-2 8 0,3-1-2 0,0 0 46 15,0-1 32-15,0-3 35 0,0 0 28 0,0 0-2 16,0 0-10-16,0 0-18 0,0 0-10 0,13-13-21 15,-5 6-8-15,1-4 0 0,0 3-13 0,1-1-9 16,3-4-7-16,-3 0-8 0,-1 5-5 0,0-1-3 16,-2 2-9-16,2 0-1 15,-3 0-7-15,-2 6-3 0,0-4-8 0,0-1-2 16,0 5-13-16,-1-2-31 0,-3 3-17 0,6-1-20 16,-1 0-17-16,-5 1-14 0,10 6-24 0,-2 0-23 15,1 0-28-15,1 1-31 0,-2 0-39 0,1 0-33 16,-3 1-313-16,4-3-636 0,1 0 281 0</inkml:trace>
  <inkml:trace contextRef="#ctx0" brushRef="#br0" timeOffset="198354.95">17764 10679 241 0,'4'-10'319'0,"-3"3"7"16,4 0 5-16,-5 2 7 0,1-1-19 0,2 1-9 15,-2 0-32-15,-1 1-23 0,3 2-34 0,-3 2-23 16,1-5-23-16,-1 5-27 0,0 0-16 0,1-4-49 0,-1 4-7 15,0 0-14-15,0 0-2 0,0 11-8 0,0-3-6 0,0-1-9 32,-1 5 1-32,1 0-3 0,0 5 1 0,-1-2-8 15,-2 2-2-15,3-2 2 0,3 3-4 0,-3-7 3 16,1 1 1-16,-1-2-3 0,1-1-8 0,3-2-1 0,-1-2 1 0,1 1 3 0,-2-3-6 0,2 1 9 31,5-3 4-31,-3-1-12 0,1 0 8 0,3-4-1 0,1 0 19 0,-2 0-3 16,0-3 2-16,1 0-3 0,1-6-4 15,0 0 0-15,1-2-5 0,-2 0-1 0,1-4-7 0,-3 4-4 16,-1-2-3-16,-1-2-4 0,-3 0-7 0,-1 0 2 16,-1 1-5-16,-2 3 1 0,-1-2 11 0,-1 5-13 15,-3 3-12-15,-1-1 4 0,-2 2-6 0,-1 0 6 16,-2 2-4-16,0 4 4 0,-1 0-6 0,0 2 2 0,-2 2-3 0,3 1 15 16,-4 5-13-16,0 0-13 0,6-1 0 0,1 3 4 15,0-2-3-15,4 3 3 0,0-2 3 16,5 0 9-16,6 4 1 0,-2-1 1 0,9 0 17 0,5-1-21 15,0-1-27-15,10 2-24 0,1-5-36 0,3-2-37 16,0-1-40-16,0-1-40 0,-1-4-39 0,0-3-60 16,-2-3-217-1,-2 1-578-15,-7-2 256 0</inkml:trace>
  <inkml:trace contextRef="#ctx0" brushRef="#br0" timeOffset="198586.15">18224 10314 74 0,'0'-3'294'0,"0"-2"-27"16,0 5-31-16,0-5-27 0,0 5-26 0,0 0-16 15,0 0-18-15,0 0-17 0,14 13-15 0,-6-1-14 0,2 2-9 16,6 8 3-16,0 6-3 0,0 2-6 16,5 12-6-16,-11-7-4 0,0 11-6 0,-1 1-4 15,-6 1-2-15,-6-3-5 0,-8 1-5 0,-3-1-5 16,-2-12-3-16,-5 9-3 15,-10-2-8-15,-6-5-14 0,0-2-14 0,-5-4-19 16,-7-1-27-16,-2-1-34 0,-3-4-38 0,-2-7-70 16,-8 2-254-16,-28-1-468 0,32-10 208 0</inkml:trace>
  <inkml:trace contextRef="#ctx0" brushRef="#br0" timeOffset="199119">15791 10217 157 0,'-13'7'155'16,"0"-2"-13"-16,-1 7-11 0,-7 8-15 0,-5 6-12 15,-6 10-6-15,-2 5 10 0,-1 5 1 16,-1 4-5-16,3 1 0 15,-6 25-4-15,15-23-8 0,4 1-3 0,7 1-9 0,6-1-8 16,7-1-4-16,8-1-5 0,5-5-4 16,10-6-4-16,12-2 0 0,7-2-4 0,14-4-2 15,27 4-2-15,-21-16-30 0,27 5-68 0,-25-13-109 16,1-3-176-16,-5-5-364 0,-1-4 161 0</inkml:trace>
  <inkml:trace contextRef="#ctx0" brushRef="#br0" timeOffset="201120.78">19415 10347 106 0,'-5'-3'166'0,"5"3"-13"0,-5-4-13 15,5 4-18-15,-4 0-10 0,4 0-13 0,0 0-8 16,-7-1-13-16,7 1-5 15,0 0-6-15,0 0-11 0,0 0-5 0,0 0-7 16,0 0 0-16,0 0-7 0,0 0-5 0,0 0-3 16,0 0 2-16,0 0-5 0,0 0-4 0,0 0-2 15,0 0 2-15,0 0 2 0,0 0-1 0,21-3-2 16,-11 0-4-16,4-2 3 0,0 3-4 0,2-5 1 16,1 2 3-16,0-3-3 0,-2 1 1 0,3 0-2 15,-5 0 1-15,-4 1 6 0,4-2 10 0,-4 2 5 0,0-1 5 0,-2 0 5 16,-2 0-1-16,0 2-2 0,-2-1-4 15,0 0-5-15,-2 1-5 0,0-1-2 0,-1 1-5 0,-2 1-5 16,-2 2-3-16,-3 0 0 0,-4-1-4 0,-1 3-1 16,-5 3 4-16,-9 1-7 0,-6 1 0 0,0 5-3 15,0 0-4-15,0 4-4 0,-1 2-8 0,0 4 5 16,-11 5-1-16,4 3 3 16,0-1-5-16,10 0-2 0,-8 2 1 15,10-1 2-15,-5 4-1 0,8-3 4 0,6-1 0 16,3 0 1-16,4 3 1 0,3-6 2 0,7 4 4 15,8-3 2-15,4 0-4 0,10-3 2 0,6-2 1 0,9-4-1 16,18 2 4-16,8-6 1 0,29-1-4 0,-23-12 3 16,-1-2-4-16,35-7-1 0,-8-1 4 15,-27 0 3-15,-1-3-6 0,-1-1-2 0,-4-1 5 0,-7 1-3 0,0-4 0 16,-20 4-2-16,-2 0 3 0,-6-1 0 0,-2-2 12 16,-11 5 2-16,-1-2 9 0,-3-3 7 0,-5 7 3 15,0 0-2-15,-6-2 4 0,0 3-7 0,-5-1 0 16,-3 4-8-16,-5-3 1 0,-3 4-6 0,-3 3-5 0,-8 2-1 15,-1 2-2-15,-1 4 0 0,1 2-4 0,3 0-4 16,0 4 3-16,3-1-3 0,3 3-1 0,5-2 1 0,3-2 0 16,3 2 0-16,3-1-3 0,3-1 0 0,0 1 4 15,9 0-2-15,-1-1 3 0,5 0-1 0,9 1 1 16,10-3 3-16,5 2-3 0,3-4-4 0,1-5-3 16,0-1 1-16,1-3-2 0,-1-1-2 0,-4 0 4 15,1-3-2-15,-5-1 6 0,-9-1 0 0,-1 2-1 16,-1-1-9-16,-3-3 7 15,-4 2-2-15,-4 1-3 0,-2-1-9 0,-1 0-12 16,-2 1-5-16,-3-2-4 0,-4 2-5 0,0 0-4 16,-2 0 0-16,-2 5-9 0,0-3 0 0,-3 3-6 15,2-1-11-15,-1 2-4 0,-2 2-24 0,5 0-6 16,0 0-31-16,-1 1-189 0,2-1-350 0,5 1 155 16</inkml:trace>
  <inkml:trace contextRef="#ctx0" brushRef="#br0" timeOffset="201537.02">20580 10467 10 0,'0'0'225'0,"0"-5"-16"0,0 5-22 0,-1-5-18 16,1 5-23-16,0 0-14 0,0 0-17 0,-8 0-5 0,8 0-14 16,-12 7-16-16,5-3-5 0,-2 2-7 0,-2 1-4 15,0 1-8-15,-1 4-6 0,-1-2-7 0,4 1-1 0,-4 0-8 16,6-2-1-16,0 0-14 0,2 2 5 0,1 1-3 0,0-1-3 16,-1 1 0-16,5 0 1 0,2 0-4 0,3 5 1 15,0-8-4-15,4 5 5 0,1-6-3 0,3 0-2 16,2 1-4-16,2 3 9 0,-2-2-12 0,0-1 1 15,-4-2 2-15,0-2-4 0,-5-4 1 0,1 4 0 16,-2-1 1-16,-1 0-3 0,-2-3 4 0,3 2-2 0,-5-3 0 16,0 4-4-16,0-4 1 0,-10 5 0 0,0-2-1 15,-4-1 2-15,-3 4-5 0,-2-5-9 0,1-2-3 16,-2 5-11-16,1-1-20 0,-1 2-10 0,-1-4-12 16,3 2-21-16,0-2-29 0,0 0-186 0,5 0-329 15,4-1 145-15</inkml:trace>
  <inkml:trace contextRef="#ctx0" brushRef="#br0" timeOffset="202115.96">20984 10456 30 0,'0'0'219'0,"1"-6"-11"0,3 3-4 15,-4 3-10-15,5-5-9 0,-5 2-6 0,0 3-13 16,4-4-11-16,-4 4-9 0,1-5-16 0,-1 5-7 16,0 0-13-16,0-2-17 0,0 2-9 15,0 0-8-15,0 0-14 0,0 0-9 0,0 0-3 0,0 0-10 0,2 10-5 0,-2-4-4 16,0 1-5-16,0 3-1 0,0 2-2 0,-2 0-1 16,1 5-4-16,-3 0-3 0,-1 0-1 15,4 3-3-15,-5-1 1 0,0 0-2 0,2-2 0 0,3 0-1 16,-4-2-2-16,2 2 3 0,2-8-2 0,-4-2-1 15,5 0 3-15,0-1-1 0,-2 0-1 0,-1-2 24 16,3-2 34 0,0 4 32-16,0-6 37 0,0 0 29 0,0 0 18 15,0 0-9-15,0 0-21 0,0 0-14 0,14-14-16 0,-8 7-16 16,2-2-2-16,1-1-8 0,5-5-16 16,-4 2-7-16,7-2-10 0,-7 1-6 0,4 1-6 15,-5 1-4-15,0 5-4 0,-2-3-6 0,1 3-6 0,-4 3-3 16,3-2 0-16,-3 3-6 0,0-1-10 0,-2 3-13 15,1 0-26-15,-3 1 0 0,0 0-11 0,0 0 4 0,14 4-21 16,-11 1 9-16,4 4-26 0,-3-2-9 0,2 4-17 0,-2-2-15 0,1 1-21 0,-1 4-14 16,2 1-21-16,-1 2-22 0,4-3-29 15,-4-2-24-15,0-3-59 0,3-1-192 0,-4 4-536 16,2-7 239-16</inkml:trace>
  <inkml:trace contextRef="#ctx0" brushRef="#br0" timeOffset="202539.08">21495 10505 120 0,'7'-11'303'0,"-1"2"-4"0,-1 0-9 15,-1 4-16-15,-2-2-14 0,1 3-25 0,0-1-26 16,-1 1-26-16,-1 0-19 16,-1 4-19-16,3-1-20 0,-3 1-22 0,0 0-15 15,0 0-3-15,0 0-9 0,3 13-9 0,-7-5-6 16,2 1-8-16,0 3-3 0,-1 3-7 0,-1 1-7 15,-1 1-3-15,0 3-3 0,4-4-1 0,-3 1-1 16,2 0-6-16,-1-2-1 0,3-2 0 0,0-3-3 16,0 3 10-16,0-2-16 0,0-2 0 0,3-1 0 15,-1-1-1-15,0-3 6 0,1 0 3 0,2-1 14 0,0 1 12 0,3-4 21 16,5 0-10-16,-2-4 11 0,1 1-4 0,4-4-7 16,1-1-10-16,-2-3 7 0,0-1-9 0,1 1-2 15,-2-4-9-15,1 1-7 0,2-11-4 16,-3 5-14-16,-2-6-13 0,-3 1-2 0,0 0 7 0,-8-2-7 15,0 7-3-15,-3 1 1 0,-2 2 2 0,-1 3-4 16,-4 0 1 0,1 3-3-16,0 4 15 0,-2 0-18 0,1 2 4 15,0 2-3-15,-5 3-4 0,5 0 0 0,-2 4 1 0,-1 1 3 16,3 3 0-16,2 2-3 0,0 1 0 0,2 5 0 16,8 2 12-16,0-1-12 0,10 4-3 15,8-2-16-15,5-2-31 0,8-2-42 0,13 1-61 16,3-5-96-16,-12-5-289 0,17 3-602 0,-1-9 266 0</inkml:trace>
  <inkml:trace contextRef="#ctx0" brushRef="#br0" timeOffset="203093.98">22751 10565 97 0,'0'0'145'0,"0"0"-1"15,0 0-2-15,0 0-6 0,0 0-1 0,-5 2-7 16,5-2-1-16,0 0-2 0,0 0-4 0,0 0-10 16,0 0-8-16,19-4-7 0,-7 3-11 0,2-1-8 15,6-2-8-15,11-1-4 0,5 2-9 0,1-3-2 16,1-1-9-16,20-1-3 0,-1 0-3 0,3-1-12 15,-1 1-3-15,-3-1 6 0,-3 1-9 0,-16 3-2 0,-5-1 1 0,-3 3-13 16,-10-1-18-16,0 1-22 0,-7-1-24 0,-2 1-36 16,-5 1-71-16,-5-2-158 0,0 4-350 15,-10-5 155-15</inkml:trace>
  <inkml:trace contextRef="#ctx0" brushRef="#br0" timeOffset="203310.1">23090 10389 25 0,'-1'-5'341'0,"1"5"-3"0,-2-5-4 0,2 5-22 15,-2-5-29-15,2 5-27 0,0 0-35 0,0 0-25 16,0 0-25 0,0 0-24-16,0 0-12 0,-3 15-13 0,2-4-10 15,0 7-22-15,-3 8-7 0,1 1-4 0,3 4-18 16,-4-1-28-16,3 2-33 0,-3 1-39 0,2 3-40 0,-1 10-54 15,3-13-73-15,-1-2-275 0,0-5-520 0,2-7 231 16</inkml:trace>
  <inkml:trace contextRef="#ctx0" brushRef="#br0" timeOffset="204449.96">24471 9967 130 0,'-5'-4'180'0,"1"3"-21"0,4 1-17 0,-14-3-12 16,5 3-14-16,-4 3-16 0,-4 2-4 0,-4 1-8 16,-2 6-10-16,-4 0-11 0,-1 1-10 15,0 3-7-15,0-2-2 0,1 3-6 0,0 2-1 0,1-1-2 16,2 3-9-16,1-1-2 0,3 0-3 0,2-1-3 16,0 1-1-16,9-2-4 0,-1-1 3 0,2 2-4 0,3 0-1 15,4-1-1-15,2-1 2 0,4 2-2 0,9 3-5 0,3-4-1 16,7 2 7-16,2-2-5 0,5-2 3 0,0 2 0 15,1-4 5-15,4 3 6 0,0-5 1 16,-4 2 2-16,-1 1 0 0,-4-2-4 0,-1-3-4 16,-8 2 3-16,-2-4-7 0,-4 1-2 0,-3-3-1 0,-4 3-3 15,-1-2 3-15,-2-1 1 0,-4 3-2 0,-5 1-1 0,-2 0 4 16,-9-2-1-16,-3 0-4 0,-7 1 3 0,-1 2 0 16,-2-6-2-16,-1 2 3 0,3 0-3 0,-2-4 3 0,3-1-2 15,6-2-5-15,1 2 6 0,0 0-1 0,4-1-1 16,4-1-1-16,2 0-4 0,2 2-17 15,9-2-29-15,-5-5-51 0,6 1-40 0,6 0-72 16,3-4-103-16,8 0-332 16,10-1 148-16</inkml:trace>
  <inkml:trace contextRef="#ctx0" brushRef="#br0" timeOffset="204697.78">24724 10457 174 0,'5'-5'299'0,"-2"2"-12"0,-2 0-14 0,2 1-22 0,-3 2-27 16,2-5-25-16,-2 5-24 0,0 0-18 0,3-4-20 16,-3 4-13-16,0 0-16 0,0 0-10 0,0 0-11 15,4 9-12-15,-3-6-6 0,-1 5-5 0,1-1-8 16,-1 3 3-16,0 1-16 0,0-1-1 0,0 2-3 16,0-1-6-16,0 1-1 0,2 2-13 0,-2-1-18 0,-3-1-13 15,2 0-18 1,-2-2-21-16,3 1-18 0,-4-1-21 0,4-3-24 15,-2-1-20-15,-1 0-7 0,-1 0-15 0,3-2-55 16,-5-3-143-16,6-1-382 0,-8-1 170 0</inkml:trace>
  <inkml:trace contextRef="#ctx0" brushRef="#br0" timeOffset="204851.52">24723 10248 189 0,'1'-7'214'0,"3"1"-21"15,-3 0-16-15,2 1-27 0,-3 3-34 0,0 2-42 16,1-3-39-16,-1 3-26 0,0 0-23 0,0 0-44 16,0 0-124-16,12 7-195 0,-10-4 87 0</inkml:trace>
  <inkml:trace contextRef="#ctx0" brushRef="#br0" timeOffset="205183.19">25012 10428 28 0,'0'0'256'0,"1"2"-25"0,-1-2-28 0,1 3-20 16,-1-3-21-16,0 5-16 0,2-1-13 0,-4 1-14 16,2 2-15-16,0-1-12 0,-1 3-3 0,-3 0-10 15,2 2-7-15,-1-2-11 0,0 3-6 0,1-4-2 16,0-2-8-16,2-1-1 0,-3 0 0 0,2 0-6 15,1-2 17-15,0-3 32 0,0 6 25 0,0-3 24 0,0-3 0 16,0 0-2-16,0 0-15 0,0 0-10 0,16-7-10 16,-6 2-11-16,2-1-7 0,-3 0-11 0,1 3-8 0,1-3-7 15,0 2-6-15,-1 0-7 0,0 1-4 16,-1 1-5-16,0 2-9 0,5 0-4 0,-4 0-6 16,3 5-16-16,1 0-21 0,-2 2-10 0,4 2-21 15,0 2-19-15,-1-2-32 0,0 5-29 16,2 0-39-16,-2 1-49 0,1-4-276 15,7 5-538-15,-7-7 239 0</inkml:trace>
  <inkml:trace contextRef="#ctx0" brushRef="#br0" timeOffset="206053.7">25736 10302 168 0,'5'-5'201'0,"1"4"-19"0,1-2-15 0,5-1-16 15,-1 3-20-15,7 0-18 0,0 1-5 0,1 3-10 16,12 3-12-16,-4-2-10 0,-6 2-5 0,4 5-1 16,0 2-6-16,-7 0-10 0,-4-1 0 0,0 2-5 0,-4 2-7 0,1 0-7 15,-5 1-2-15,-2 2-4 0,-3 5-3 0,-5-5-1 16,0 1 1-16,-6 2-7 0,-4 2 1 0,-2-2-2 15,-2-1-4-15,2-5 1 0,1-2-6 0,-2-2 6 16,-4 4-8-16,5-3 2 0,1-4 5 0,1 0 6 16,4-1 2-16,0-2 3 0,3-3 12 0,2 1 15 15,0-2 21 1,-3 4 27-16,6-3 35 0,-2-3 31 0,4 0-1 0,0 0 2 16,-4-7-28-16,5 0-24 0,7-3 5 0,1 2-25 15,1-8-14-15,9-3-16 0,2-2 8 16,0-4-16-16,2 3-6 0,-1-2-1 0,-1 1-4 15,2 0-11-15,-2-1-4 0,-3 4-4 0,-4 5-3 0,2-1-5 16,-7 4 7-16,-2 4-7 0,0-2-2 0,-1 4-3 16,-2 2-2-16,-1-2-21 0,-1 3-28 0,3 0-29 0,-5 3 0 15,0 0 5-15,0 0 8 0,-5 13 4 0,0-4 1 16,1 1 7-16,-2 7 3 0,-1-2 5 0,2 0-2 16,0 2-10-16,1 2-2 0,3-2 3 0,2 1 4 15,3 0 3-15,5-1-6 0,1-1-17 0,4-1-36 16,9 0-44-16,7-1-59 0,0-3-100 0,7-6-150 15,0-1-486-15,2-4 215 0</inkml:trace>
  <inkml:trace contextRef="#ctx0" brushRef="#br0" timeOffset="206570.53">26835 10043 163 0,'0'0'234'0,"0"-5"-28"0,0 5-22 0,-4-5-16 16,4 5-17-16,0 0-14 0,-19 7-16 0,6-3-15 16,-3 2-10-16,-3 4-7 0,-4 4-13 0,-3 1-8 0,-1-3-9 15,3 4-8 1,0-1-4-16,1 0-1 0,2 2-7 0,0 0-1 16,6-1-14-16,-2 2-1 0,4-2-10 0,4-1 7 15,-1 1 0-15,2 1-3 0,4-2-2 0,3 2-2 16,2-2 1-16,3 2-2 0,4 0-1 0,3-1 0 15,6 3 3-15,2-1-4 0,3-2 1 0,-1-1-1 16,2 1-4-16,3-3 5 0,-7-2-8 0,-2-2 2 16,-1 3-5-16,-3-5 0 0,-1 0 3 0,-2 2-1 0,-3-3-2 0,-1 2 1 15,-2-2-1-15,-4 2 3 0,-3-3 2 0,-4 2 6 16,-2 2-1-16,-3-4-2 0,-5 3-1 0,-3-1 5 16,-2 1-2-16,-6-3-1 0,2-1 0 0,-2 1-2 15,8-1 3-15,-1-1-2 0,2-3-6 0,1 2-6 16,4-1-2-16,0-1-5 0,5 1-12 0,4-2-43 15,0-2-65-15,5 3-239 16,1-8-400-16,7 2 176 0</inkml:trace>
  <inkml:trace contextRef="#ctx0" brushRef="#br0" timeOffset="206871.11">26991 10391 192 0,'1'-6'332'0,"1"2"-10"0,0-1 5 0,-2 3-22 0,2-3-23 16,-1 2-13-16,-1 3-53 0,1-4-16 0,-1 4-28 16,0 0-16-16,0 0-23 0,2-5-18 0,-2 5-18 15,0 0-11-15,0 0-8 0,0 15-10 0,0-5-4 16,2-1-5-16,-6 3-7 0,3-1-8 0,0 4 1 16,-1-4-9-16,-2 6-2 0,3-3-5 0,0 1 2 0,-2-3-6 0,2 0-3 15,0 0-14-15,-1-1-8 0,2 0-4 0,-1-5-6 16,0 4-5-16,0-5-13 0,-1 1-1 0,0 0-3 15,2-3 0-15,-2-1-2 0,2-2 5 16,-1 6 4-16,1-6 0 0,-3 6-6 0,3-6-24 0,0 0-28 16,0 0-41-16,-13-9-29 0,9 3-70 0,-3-1-256 15,1-4-516 1,4-1 228-16</inkml:trace>
  <inkml:trace contextRef="#ctx0" brushRef="#br0" timeOffset="207018.23">27042 10159 119 0,'0'-5'268'0,"1"0"-16"16,3 0-20-16,-2 4-22 0,-2-3-22 0,0 4-20 0,2-4-29 0,-2 4-37 15,0 0-25-15,0 0-14 0,0 0-21 0,0 0-24 16,7 9-35-16,-7-2-35 0,0-1-24 0,0 5-57 16,2-3-134-16,-4 5-289 0,0-4 128 0</inkml:trace>
  <inkml:trace contextRef="#ctx0" brushRef="#br0" timeOffset="207404.83">27300 10395 195 0,'0'0'342'0,"0"0"-35"0,0 0-34 0,0 0-29 0,0 0-29 0,0 0-15 15,-5 3-30-15,5-3-17 0,0 7-6 0,-1-1-25 16,-2 1-15-16,2 0-3 0,-3 3-14 0,2-1-11 16,0 1-6-16,1 0-6 0,1 2-9 0,-2-3-6 15,0-1-4-15,2-1-3 0,-3-2-4 0,3 1-4 16,0-1 0-16,-2 1-5 0,2-6 0 0,0 4-1 16,0-1 25-16,0-3 27 0,0 0 34 0,0 0 0 0,0 0-12 0,0 0-10 15,0 0-4-15,14-10-16 0,-12 5-7 0,5-4-3 16,2-1-2-16,0 4-17 0,1-3-4 0,-2 1-2 15,2 0-1-15,-1 1-10 0,-2 0 1 0,-2 3-9 16,1 0-3-16,-1 0-7 0,0 1-15 0,-2 3-17 16,-3 0-24-16,6-2 2 0,-6 2-15 0,10 2-15 15,-5 2-11-15,1 1-16 16,-1 1-23-16,3 3-25 0,-1-1-22 16,-1 1-26-16,1 0-20 0,-1-1-27 0,2 2-255 0,0-3-540 15,-3-2 239-15</inkml:trace>
  <inkml:trace contextRef="#ctx0" brushRef="#br0" timeOffset="207872.89">27638 10429 163 0,'7'-11'299'0,"-2"1"16"0,1-3-17 0,-1 7-1 16,-1-2-11-16,-1 1-18 0,2 2-18 0,-3 0-22 16,0 1-28-16,0 1-15 0,0 1-26 0,-2 2-24 15,3-6-14-15,-3 6-23 0,2-2-21 0,-2 2-29 16,0 0-8-16,0 0-5 0,3 10-1 0,-4-6-6 15,1 7-1 1,-2-1-9-16,0 2 4 0,0 1-2 0,0 3-5 0,-2 3 4 16,1-4-4-16,3 2-4 0,-5-1 4 0,3-3-5 15,1 3 3-15,-1-6-5 0,2 3 5 16,-2-6-1-16,0 4-4 0,2-7 11 0,0 3-10 0,0-1-2 16,2-3 5-16,-2 2-3 0,0-2 22 0,0-3 20 15,2 6 19-15,-2-6 29 0,0 0-5 0,5 0-7 16,-5 0-11-16,14-4 1 0,-5-1-13 0,1-1-3 0,3-1 4 15,-5-1-18-15,7-5-2 0,-2 2-11 0,9-10-7 0,-7 0-8 16,2-3-11-16,-3-4-14 0,1 0-5 16,-2-1-4-16,-5 0-10 0,-1 3 9 0,-3 1-1 15,-4 5-4-15,-1-1-4 0,-3 6 7 0,-2-2-2 0,-5 3 8 16,-1 2-8-16,-5 1 5 0,-1 5-3 0,-5 1-1 16,1 5 6-1,3 0-7-15,-4 2 4 0,-5 3-5 0,8 3 2 16,0 3-6-16,3-1-3 0,1 5-3 0,4-3 1 15,1 2-2-15,1 2 9 0,8-4-7 0,2 4 15 0,1-3 1 16,8 1-1-16,2-2 2 0,7 1 5 16,8 0-27-16,4 2-28 0,5-9-37 0,-1-1-38 15,2 0-43-15,0-3-41 0,-2-4-49 0,-2-5-259 16,-1 0-575-16,-3 0 255 0</inkml:trace>
  <inkml:trace contextRef="#ctx0" brushRef="#br0" timeOffset="208119.61">28084 9983 63 0,'1'-6'295'0,"0"1"-15"15,1 1-25-15,-2 1-27 0,0 3-24 0,3-6-21 16,2 6-25-16,-5 0-17 0,18 6-12 0,-9 0-18 16,5 6-15-16,5 9-1 0,-4 3-5 0,2 5-7 15,-4 5-3-15,0 14-9 0,-4 3-1 0,-9 0-3 16,-4 1-4-16,-6-1-8 0,-7 0 2 0,-4-2-9 15,-2-5-5-15,-7-1 2 16,-8-2-6-16,-2-3-10 0,-6-3-16 0,1 1-12 16,-2-6-16-16,-5-2-22 0,-1-3-24 15,-3-6-41-15,-4-2-57 0,0-7-75 0,-1-3-180 0,-1-6-449 16,5-7 198-16</inkml:trace>
  <inkml:trace contextRef="#ctx0" brushRef="#br0" timeOffset="208550.93">25768 9830 158 0,'-4'-10'226'0,"-1"1"-19"0,-5 4-22 0,2 0-23 16,-1 3-19-16,-5 2-17 0,-4 2-14 0,-2 8-12 16,-5 7-15-16,0 5-10 0,-7 17-13 0,-1 8-3 0,-9 24 8 0,2 4-1 15,13 3 2-15,11-22-10 0,3 5-3 0,5-3-4 16,11 2-2-16,11-1-4 0,1-3 1 0,12-5-2 16,8 2-4-16,21 10 2 0,-13-22-2 0,9-2-8 15,1-6-36-15,3-4-61 0,3-4-99 0,4-9-198 16,-6-2-392-16,-2-9 173 0</inkml:trace>
  <inkml:trace contextRef="#ctx0" brushRef="#br0" timeOffset="211139.5">29048 9910 191 0,'0'-4'199'0,"0"4"-20"15,0 0-18-15,0 0-21 0,-1-4-14 0,1 4-14 16,0 0-10-16,-18 4-11 0,9 1-10 0,-4 1-8 0,-2 1-8 0,-14 8-7 16,2 0-6-16,0 1-5 0,-1-1-8 0,-1 4 2 15,-1-2-5-15,5-2-3 0,-2 1-1 0,3 1-6 16,1-2-2-16,7-4-4 0,1 2 1 0,2 0-8 15,-1-2-2-15,1 1 1 0,7-1 7 0,-3-2-10 16,4 1-3-16,1 2 2 0,1-1 0 0,6 2 2 16,2-1 0-16,8-1-5 15,1 4 6-15,10 0 1 0,3 1 2 0,2 1 0 16,3-3-1-16,2 2 8 0,4-2 4 0,-3 1-1 16,1 2 0-16,0-4-4 0,-5 2 0 0,-4-1-4 15,-3 1 0-15,-9-2-6 0,1 0-4 0,-5-1 1 16,-4-3-3-16,-5 3 0 0,1-3 1 0,-6 1 3 15,-2 2-3-15,-9-2-2 0,-3 3 3 0,-2-5-1 16,-9 3 0-16,-2-2 3 0,0-1-1 0,-2-4-6 0,3 3 4 0,3-2 0 16,-2-3 3-16,6-1-4 0,5-1-4 0,4 0 3 15,-1 0 2-15,3 0-2 0,4 0 1 0,-1 0-2 16,2-1-19-16,2-3-24 0,4-1-62 0,6-3-49 16,6 3-198-16,3-6-380 0,4 3 169 0</inkml:trace>
  <inkml:trace contextRef="#ctx0" brushRef="#br0" timeOffset="211355.2">29384 10413 93 0,'6'-2'319'0,"-2"1"-19"0,-1-1-19 0,-3 2-23 16,7-3-21-16,-7 3-24 0,3-2-19 0,-3 2-25 0,0 0-20 16,0 0-17-16,6-2-15 15,-6 2-14-15,0 0-11 0,0 0-11 16,1 9 1-16,-4-5-21 0,3 2 0 0,-4 1-5 15,3-1-11-15,-1 5-13 0,-3-3-26 0,1 2-21 0,1 0-23 16,1 1-17-16,0-1-27 0,0-1-25 0,-1-1-28 16,2-2-23-16,0 0-14 0,-2 0-37 0,-1-1-143 15,0-2-381-15,2 0 169 0</inkml:trace>
  <inkml:trace contextRef="#ctx0" brushRef="#br0" timeOffset="211493.24">29424 10195 129 0,'5'-10'236'0,"-2"-2"-20"0,-1 3-20 16,1 4-21-16,-1-2-28 0,-2 2-26 0,0 1-53 15,0 4-42-15,4-5-17 0,-4 5-17 0,0 0-28 16,0 0-47-16,0 0-117 0,4 12-215 0,-4-5 95 16</inkml:trace>
  <inkml:trace contextRef="#ctx0" brushRef="#br0" timeOffset="211840.15">29786 10352 50 0,'0'0'259'0,"5"1"-26"0,-5-1-25 0,5 2-23 0,-4 0-22 15,-1-2-20-15,-1 8-10 0,1-4-16 0,-4 3-11 16,3-1-11-16,-3 2-9 0,1 1-9 0,0 2-7 0,0-1-5 15,-1 0-6-15,0-1-8 0,2-1-3 0,-1-3-7 16,0 0 0-16,1 0-2 0,1 0-6 0,0-1-4 0,-2-1 18 16,3 1 27-16,0-4 29 0,-5 3 25 0,5-3 25 15,0 0 13-15,0 0-12 0,0 0-14 0,0 0-21 16,10-9-4-16,-5 6-21 0,0-2-3 16,0 1-8-16,3-2-13 15,-1 1-11-15,-1 2 2 0,2-3-20 0,-2 3-2 16,0-2-10-16,1 2-10 0,0 2-24 0,0-2-22 15,-1 1-23-15,5 4-25 0,-1-2-24 0,1 2-36 16,1 0-29-16,-3 1-35 0,2 2-28 0,-1-2-68 16,3 1-179-16,-4-1-513 0,1 1 227 0</inkml:trace>
  <inkml:trace contextRef="#ctx0" brushRef="#br0" timeOffset="212294.8">30234 10202 155 0,'0'-4'295'0,"2"-1"-22"16,-2 5-25-16,0-4-31 0,1 0-25 0,-1 4-14 15,0 0-25-15,0 0-17 0,0 0-18 0,0 0-13 16,0 0-16-16,4 13-7 0,-4-5-10 0,1 1-6 15,-2 3-4-15,1 4-8 0,0 1-9 0,-2 1-2 16,1-2-5-16,-1 4-4 0,-1-1-5 0,-1 0-2 0,0 1-1 0,0-2-3 16,-1 2-2-16,2-5-4 0,-1 0 3 0,0-3-3 15,1-3-2-15,2-1 7 0,0-1-3 0,-2-2-3 16,3-1 16-16,-1 1 40 0,0-2 36 0,1-3 45 16,0 4 40-16,0-4 27 0,0 0-6 0,0 0-14 15,0 0-28-15,15-13-15 0,-7 5-18 0,4-6-13 16,3 1-19-16,-2-3-8 0,7-5-6 0,0 2-17 0,-1 0-9 31,-6 5-3-31,-3 2-12 0,4 0-1 0,-7 4-9 0,-1 3-2 16,-1-1-4-16,0 3-6 0,2-1-23 0,-5 1-17 0,2 1-43 0,-1-1-35 0,-3 3 4 15,0 0 7-15,6 9 4 0,-1-4 7 0,-2 3 4 16,-1 3-18-16,2-1-3 0,0 2-19 0,0 5-19 0,0 0-13 16,1-1-15-1,0 0-17-15,0 0-28 0,1-1-30 0,0-5-20 16,1 0-49-16,3-3-233 0,1 0-569 0,-1-2 251 15</inkml:trace>
  <inkml:trace contextRef="#ctx0" brushRef="#br0" timeOffset="212727.27">30858 10232 154 0,'5'-10'372'15,"-1"0"-14"-15,1 3-5 0,-3 0-19 0,1 2-28 16,0 1-34-16,-1-1-24 0,-1 2-29 0,1 0-31 15,-2 3-19-15,3-6-20 0,-3 6-40 0,3-1-33 16,-3 1-3-16,0 0-8 0,-3 13-13 0,0-4 0 16,0 8-11-16,-2 1 0 15,-1 2-5-15,-1 9-4 0,1-2-4 0,-4-3-8 16,6-4 14-16,-1 6-10 0,-2-9-5 0,6 2 2 16,-2-2-6-16,2-4-1 0,-1-1 2 0,-1 0-1 15,3-3-1-15,0-2-2 0,3-1 4 0,-1 1 4 16,-1-5 19-16,2 3 28 0,1-3 18 0,1-1 10 15,-5-1 2-15,15-2-4 0,-3 1 1 0,-1-4-2 16,6-2-13-16,-2-3-5 0,2-1-6 0,2-6-8 0,0-1-6 0,0-3-7 16,-5-1-7-16,4-6-12 0,-4 1-8 0,-2-3-13 15,-6-2 0-15,-1 1 8 0,-3 1-16 0,-6 1 3 16,-4 2-6-16,-3-1-1 0,-5 4-2 0,-3 2-2 16,-6 3 1-16,0 7-3 0,0 2 2 0,-2 2-5 15,4 4 1-15,1 4-5 0,2 3 1 0,-2 4 6 16,3-1-5-16,0 5-27 15,3 0-13-15,5 5 6 0,8 2 16 0,3 2 4 16,14 4 6-16,13 3 3 0,22 2-24 16,34 8-54-16,6-9-60 0,6-5-72 0,4-6-117 15,0-8-294-15,-8-5-694 0,-24-5 307 0</inkml:trace>
  <inkml:trace contextRef="#ctx0" brushRef="#br0" timeOffset="-208384.73">14536 11517 115 0,'0'0'160'0,"-4"-3"-8"16,4 3-9-16,0 0-12 0,0-5-10 0,0 5-6 0,-1-4-13 15,1 4-3-15,0 0-9 0,0 0-3 0,0 0-9 0,-4-5 0 16,4 5-6-16,0 0-2 0,0-3-2 0,0 3-7 16,0 0-2-16,0 0-12 0,0 0-2 0,0-5-7 15,0 5-4-15,0 0-3 0,0 0-3 0,0 0-3 16,0 0-3-16,0 0-2 0,0 0-3 0,0 0-2 16,0 0-2-16,0 0-5 0,0 0-1 0,0 0-1 0,0 0 2 15,0 0-3-15,0 0-2 0,0 0 3 0,0 0-3 0,0 0-1 16,0 0 0-16,0 0-1 0,0 0 3 0,12 1-4 15,-12-1-3-15,19 4-2 0,-1-1 10 0,11-1-3 16,4 5 0-16,21-2-1 0,6-1-2 0,4 7-1 16,34-5 5-16,4 5-4 0,2-2 2 0,8 1 3 15,6 2-7-15,6 0 4 16,0-4 0-16,1-2-1 0,-7 4 4 16,-9-5 5-16,-1 1-2 0,-11-4 0 0,-5 4 1 0,-28-6-1 15,0 3-1-15,-4-5-2 0,-6 2 5 0,-17 0-4 16,-2-1 0-16,-5-1 0 0,-10 2 1 0,-6-1 11 15,-1 1 9-15,-3 0 14 0,-1-1 6 0,-4 1 7 16,3 0 0-16,-8 0-13 0,9-2-8 0,-9 2-2 16,0 0-26-16,0 0-22 0,0 0-32 0,0 0-31 0,-26 0-44 0,9 3-35 15,-4 0-205-15,3 0-394 0,-2-2 175 16</inkml:trace>
  <inkml:trace contextRef="#ctx0" brushRef="#br0" timeOffset="-207283.22">15359 11687 71 0,'5'-2'155'0,"-5"2"-8"15,4-4-28-15,-4 4-9 16,0 0-17-16,0 0-6 0,0 0-11 16,0 0-7-16,-17 12-7 0,-2-2-11 0,-10 2 1 0,-3 4-8 15,-17 4-2-15,2 4-7 0,-3-1-1 0,-2 2 0 16,-5-1-14-16,-4 1 5 0,1 1-8 0,1-3 4 15,-1-3-2-15,4-1-3 0,-1-3 15 16,6-1 3-16,15-5 4 0,1-1 2 0,7-1-3 0,9-4-11 16,1 1 6-16,0-1-3 0,5 1 0 0,6-2-1 0,-1-1 11 15,2 0 12-15,-1-1 11 0,2 1 7 0,5-2 11 16,-9 1 3-16,9-1-1 0,-5 1 3 0,5-1-8 16,-5 3-7-16,5-3-5 0,0 0-6 0,0 0-8 0,-6 0-4 15,6 0-4-15,0 0-3 0,0 0-7 16,0 0-3-16,0 0-4 0,0 0-2 0,0 0-4 15,0 0-7-15,-7 2-8 16,7-2-6-16,0 0-12 0,0 0-12 0,0 0-32 16,0 0-47-16,-2-6-42 0,2 6-34 0,0-6-213 15,0 2-424-15,0 4 189 0</inkml:trace>
  <inkml:trace contextRef="#ctx0" brushRef="#br0" timeOffset="-206813.07">14435 11818 30 0,'0'0'176'16,"-2"-6"-16"-16,-1 3-20 15,3 3-11-15,-8-2-10 0,1 2-17 0,-2 3-14 16,-5 1-3-16,0 3-10 0,-6 2-14 0,-4 4-4 15,-1 2-10-15,0-1-2 0,-2 3-5 0,1-1-3 16,0 1-6-16,1-1 0 0,2 0-2 0,6-4-3 16,-1-2-6-16,5 3 3 0,-2-1-3 0,6-5 2 15,0 3-8-15,0-3 2 0,4-1-5 0,0 0 4 16,1-1-3-16,0-1 2 0,0-2-5 0,3 3 2 0,-4-4-1 0,3 3 0 16,2-4 3-16,-2 3-5 0,1 1 1 0,1-4 8 15,5 6-6-15,-3-3 2 0,4 1 4 0,1 3 19 16,6-4 3-16,5 6 10 0,6-1-7 0,6 2 3 15,3-3 2-15,4 1-2 0,14 3 0 0,0-1 0 16,-10-3-3-16,14 3-8 0,-4-3-3 0,-15-1-1 16,-3 2-6-16,-2-1 2 0,-5-2-4 0,-9-1-1 0,-4 0-3 0,-2 1-5 15,-3-3-1-15,1 1-6 0,-3-1 1 0,0-1-8 16,-1 2 6-16,-1-2-2 0,-1 0-3 0,-3-1 2 16,6 3 1-16,-6-3-8 0,4 3-7 0,-4-3-3 15,0 3-19-15,0-3-26 0,-2 5-41 0,2-5-34 16,-8 4-72-16,8-4-115 0,-5 3-347 0,5-3 154 15</inkml:trace>
  <inkml:trace contextRef="#ctx0" brushRef="#br0" timeOffset="-205363.73">14982 11822 114 0,'-2'-12'158'0,"-1"2"-8"0,-1-1-14 0,3 2-10 16,-3-3-5-16,0 2-14 0,-2 3-11 0,-1-2-12 16,-3 2-9-16,-3 1-10 0,-6-1-3 0,-8 2-9 15,-2 3 0-15,-3 2-12 0,-2 3-1 0,-2 1-12 16,-4 4 2-16,1 2-5 0,4 4-7 0,-11 5 1 0,13 0-6 0,1 1 3 15,0 5-2-15,-6 6-1 0,11-7-3 0,0 0-4 16,5 1-3-16,0-1 4 0,6-1-3 0,3-3 1 16,4-3 1-16,5-3-1 0,-1-2 1 0,4-2-5 15,6 1 6-15,0-1-1 0,4-2 11 0,13-1 6 16,-4-2 1-16,12-3 5 0,4-4 2 0,-4-3-6 16,1-2 3-1,-7-3 3-15,3 1 9 0,-7-1 5 0,-4 0 1 16,-1-2-3-16,-6-2-11 0,-1-3 5 0,-6 6-6 0,1-5-6 15,-3 4-1-15,-6 0-9 0,-2 2-1 0,-5-2 0 16,-7 3 3-16,-7 1-9 0,-4 5-4 0,-5 2 1 16,2 3-2-16,-6 4-1 0,3 2-1 15,3 0 1-15,-2 4-2 0,1 2 0 0,5-2-1 0,3 3 0 16,4 2-2-16,1-3 1 0,8 1-5 0,5-1 1 0,-1 1 0 16,9-1 2-16,1 3-5 0,5 0 9 0,9-5-1 15,6 5-1-15,8-2-1 0,4-3 3 0,1-3-9 16,2-3-2-16,-3-4-5 0,0-2 0 0,-10-3 0 0,-4-1 4 15,-1-4-1-15,-5 4 4 0,-1-4 1 16,-3 2 2-16,-2-5-4 0,-3 4-3 0,-6-3-17 16,0 1-7-16,-4 1-13 15,-8-3-9-15,-2 1-11 0,-2 4-5 0,-1-2-5 16,-7 0-13-16,8 2-16 0,-2 2-150 0,3-1-280 16,7 2 123-16</inkml:trace>
  <inkml:trace contextRef="#ctx0" brushRef="#br0" timeOffset="-204478.36">15944 11664 75 0,'0'0'160'0,"0"-5"-15"0,0 5-17 0,0 0-19 16,0 0-7-16,0 0-8 0,-2-5-14 0,2 5-16 15,0 0-2-15,0 0-11 0,-11 15-1 0,0-5-9 16,-2 0 3-16,-11 9-10 0,0 5-4 0,-3 1-13 16,-14 9 8-16,3 1-2 0,-3 6-3 0,-4-3 6 15,0 4-16-15,-2-3 10 0,5 2-12 0,-2-2 2 16,3-2-1-16,2 1 4 0,2 1-7 0,2-4 7 0,2 1-1 0,9-11-1 15,-3 3 3-15,3-5-6 0,1 3-2 0,0-2 0 16,1-1 0-16,4-1 9 0,0-1-14 0,0-4 0 16,4-1 12-16,3 0-5 0,-2-2 1 0,1-2-5 15,5-2 3-15,-1-2-2 0,-1 0-9 0,5-2 15 16,-1-2-6-16,3 2 13 0,-2-2 12 0,0-3 24 16,-1 3 7-16,5-4 9 15,-3 3 15-15,3-3 6 0,-2 3 2 0,2-3 6 16,0 0 2-16,0 0 1 0,-4 3-9 0,4-3-4 15,0 0-8-15,0 0-4 0,0 0-5 0,0 0-11 16,-4 2-6-16,4-2-1 0,0 0-7 0,0 0-10 16,0 0 0-16,0 0 2 0,0 0-8 0,0 0-3 15,0 0-5-15,0 0-3 0,0 0-5 0,0 0-14 16,0 0-17-16,0 0-18 0,0 0-20 0,0 0-22 0,0 0-20 0,0 0-28 16,-4 1-27-16,4-1-303 0,0 0-491 0,-10-3 218 15</inkml:trace>
  <inkml:trace contextRef="#ctx0" brushRef="#br0" timeOffset="-203946.95">14987 12417 140 0,'0'-3'238'0,"0"3"-12"0,0-7-13 16,0 7-13-16,-1-6-21 0,1 6-16 0,0-4-16 15,0 4-18-15,0-4-16 0,0 4-12 0,0 0-15 16,-3-6-25-16,3 6-16 0,0 0-8 0,0 0-6 0,-10 10-1 16,5-4-4-16,-4 3-2 0,-6 4-3 15,-2-1-3-15,-5 6-2 0,1-2 1 0,0 0-6 16,-1 1 3-16,2 0 1 0,6-5-8 0,-1 0 2 0,1-2-2 0,1 2-1 15,4-4-3-15,0-2 0 0,1 0 0 0,2-2-1 16,2 1 1-16,0-2-1 0,-1-1 6 0,3 2-3 16,0-1 6-16,-2-2 4 0,4-1 6 0,-4 3 4 15,4-3 0-15,-3 3 0 0,3-3 2 0,-4 2-3 16,4-2-2-16,0 0-4 0,0 0-1 0,-3 4-4 16,3-4-5-16,0 0 3 15,0 0-1-15,0 0-6 0,0 0-3 0,4 4 2 16,-4-4 1-16,6 5-4 0,2-1 3 0,1 1 0 15,10 0 1-15,2 5 0 0,13-1-1 0,1 1 6 0,2 0-4 16,1-1 1-16,-1-1-1 0,0 3 1 16,-2-5-4-16,-5 1 6 0,-1 0-4 0,-9-4-1 15,-1 2 3-15,-6-3 0 0,1 0 0 0,-5 1 0 16,-1-1-4-16,-1-1 4 0,0 0 6 0,-2 0 18 0,0-1 13 0,-5 0-5 16,8 2 2-16,-8-2-6 0,6 1-1 0,-6-1-5 15,0 0-16-15,5 1-29 0,-5-1-46 0,0 0-65 16,4 0-87-16,-4 0-217 0,1 5-467 15,-1-5 208-15</inkml:trace>
  <inkml:trace contextRef="#ctx0" brushRef="#br0" timeOffset="-199320.42">14812 11520 26 0,'0'0'77'0,"-2"-3"-6"0,2 3-9 16,0 0-9-16,-3-3-5 0,3 3-8 0,-4-3 10 16,4 3-10-16,-4-2 9 0,4 2-6 0,0 0 0 15,-6-4 4-15,6 4-2 0,0 0 1 0,0 0 0 0,-6 0-9 0,6 0-3 16,0 0-6-16,0 0 4 0,0 0-7 0,0 0-10 15,0 0 4-15,0 0-2 0,0 0 6 0,0 0 0 16,-7-1-12-16,7 1-1 0,0 0-2 0,0 0 8 16,0 0-2-16,0 0-6 0,0 0 11 0,0 0-12 15,0 0-2-15,0 0 6 0,0 0-3 0,0 0-7 16,0 0 14-16,0 0-9 16,17 4-8-16,-6-4 8 0,1-3 0 0,6 3 1 15,2 2-5-15,3-4 14 0,5 2-8 0,3-3-2 16,1 2 0-16,0-3 2 0,1 4-13 0,0 0 7 15,4-1 5-15,-4 1 1 0,3 1 1 0,-1-1-7 16,-1 0 3-16,0 0-3 0,-4 0-4 0,2 4 3 16,0-4-4-16,0 0 1 0,1 0 3 0,-2 2 3 15,-1-2-3-15,0 2 2 0,1-3-2 0,-1 0-2 0,-3 2 2 0,-2-2-1 16,3 0 4-16,-8 1-5 0,0 0-2 0,-2 0 6 16,0-1-1-16,-4 1 1 0,4-1-4 0,-5 1 0 15,2 1 3-15,-2 0 1 0,1 0-3 0,-5 0-3 16,6-1 2-16,-2 0 7 0,0-1-2 0,3 2-5 15,1-2 5-15,0 0-4 16,-6 1-3-16,7-1 3 0,0 1-5 0,-1-1 1 16,3-2 9-16,-2 3-4 0,1 0-1 0,4-1 2 15,-4-2-1-15,2 6 0 0,-2-6-2 0,1 3 1 16,2 0-6-16,-2 0 6 0,1-1-3 0,2 0-2 16,-4 1 9-16,-1-1 0 0,2 0-7 0,1 1-8 15,-1-2 10-15,1 0 3 0,-1 2-6 0,1-2 3 16,-1 2-3-16,1-3 4 0,-1 3-3 0,-1 0 2 15,2 0 1-15,-6 0 1 0,4 0-1 0,-2 0-4 0,1-1 5 0,-5 1 1 16,2 0-4-16,-2 0-1 0,1 0 10 0,-2-1-10 16,2 1-1-16,-1-2 5 0,0 1-2 0,0 1 7 15,0 0-7-15,-1 0-3 0,1-1 7 0,5 1-3 16,-5 0 0-16,1-2-4 0,0 2 7 0,2-1 1 16,-3-1-2-16,8 1 1 0,-6 1-6 0,0-3 4 15,6 0 1-15,-2 2 0 0,3 0-7 0,-3-1 4 0,3 1 0 0,6-1 0 31,-7 1 4-31,9 0-3 0,-10-1 3 0,2 2 1 0,1-3-8 16,4 3 6-16,-5 0-4 0,-2 0 2 0,3-1-4 16,4 0 8-16,-7-1-5 0,2 1 1 15,6 0 1-15,-5-1-5 0,0 1 1 0,4-2 4 16,1 2 2-16,-6 0 0 0,6-2-4 0,-4 1-2 0,-3-1 3 16,8 2 6-16,-10-2-2 0,13 0-2 0,-9 3 1 0,5-1 0 15,0 0-1-15,-5-2 0 0,4 2-2 0,-4 1-1 16,-1-3 0-16,1 3 11 0,-4 0-7 0,4-3-7 15,-1 1 5-15,5 2-7 0,-7 0 3 0,8-2 2 16,-1 2-3-16,1-1 6 0,-5 0 2 0,8 0-11 16,-2-1 10-16,1 1-1 0,-2 1 1 0,1-1-4 0,0-2 4 15,2 6-4-15,-3-6 9 0,2 3-5 0,-3-1-6 0,1-1 6 16,1 1-4-16,-7 1 0 0,7-4-3 0,-1 4 4 16,-1-2 2-16,2 0-2 0,1 0 1 0,-2 2-1 15,-1-3 3-15,-2 3-1 0,-2-4-1 0,-1 1-2 16,1 2 1-16,8 0 7 0,-11-2-5 0,7-1 3 15,1 1 2-15,0-1 2 0,-7 2 3 0,8-2-2 16,-2 4-1-16,1-5 4 16,-1 3-3-16,-4-1-3 0,-1 1 3 0,6-3-6 15,-2 5-6-15,3-4 8 0,-9 3 1 0,10-2-2 16,-5 2 2-16,3-2-3 0,0 3 8 0,2-4-2 16,-1 0 3-16,-1 1-2 0,4 1-3 0,0-2 6 15,-3 1-2-15,2 2 6 0,1-2-5 0,-3 1-1 16,2-1 2-16,0 0-2 0,-2 2-4 0,-1-2 3 15,0 2-4-15,0-1 5 0,2-1-4 0,-4 3-3 0,3-3-1 0,-9 2-3 16,11-2 3-16,-3 2 0 0,-1-2 4 0,-5 2 6 16,-2-1-1-16,3 0 2 0,-3-1 3 0,1 1-3 15,2 2-3-15,5-2-1 0,2 0-1 0,-2-1 3 16,1 2 4-16,-2 0-5 0,2-2-2 0,-9 3-2 16,9-1 1-16,-9-1 3 0,3-3-6 0,0 5 3 15,-4-2 5-15,1 0-7 16,1 0 3-16,-3 2-14 0,3-3 15 0,-2 2 0 15,-3-2 4-15,5 0-6 0,-8 2 4 0,1 0 1 16,0 1 4-16,-1-3-1 0,-1 3-4 0,0-2 2 16,-1 0-2-16,0 1 1 0,-2 0-3 0,-1 1 6 15,-3-2 3-15,2 0-1 0,-2 2 1 0,0-2-4 16,-5 2 0-16,12-2-5 0,-12 2-1 0,9 0-3 0,-3 0 2 0,-6 0 1 16,6-3-5-16,2 3-2 0,-8 0 3 0,6 0 3 15,-6 0-4-15,9 0 0 0,-9 0-3 0,8 0 2 16,-8 0 2-16,0 0-7 0,10-1-1 0,-10 1 6 15,0 0 0-15,0 0 2 0,5 1 0 0,-5-1 0 16,0 0-3-16,0 0-2 0,0 0 6 0,7-1-4 16,-7 1-1-16,0 0-1 0,0 0 3 0,0 0-2 15,0 0 2-15,0 0-7 0,0 0 4 0,0 0-3 0,0 0 3 0,0 0 1 16,0 0-2-16,0 0 0 0,0 0 1 0,0 0-2 16,0 0 2-16,0 0-3 0,0 0 0 0,0 0-8 15,0 0-10-15,0 0-13 0,0 0-23 0,0 0-31 16,0 0-39-16,0 0-54 0,0 0-119 0,0 0-324 15,0 0 144-15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55:13.62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3092 3197 16 0,'0'0'137'0,"0"0"-9"0,0 0-8 16,0 0-8-16,0 0 2 0,0 0-13 0,0 0-3 16,0 0-8-16,0 0 1 0,0 0-8 0,0 0 2 15,0 0-7-15,0 0-8 0,0 0 0 0,0 0-16 0,0 0-2 0,0 0-6 16,0 0-6-16,0 0-3 0,0 0-5 0,0 0-3 15,0 0-3-15,0 0 3 0,0 0-18 0,0 0-1 16,0 0-9-16,0 0 0 0,0 0-2 0,0 0 4 16,0 0 1-16,0 0-5 0,0 0 1 0,9 0 3 15,-9 0-3-15,0 0 4 0,9-3 1 0,-9 3 7 16,10-3 1 0,-4 0 8-16,1-1 12 0,-1 1 19 0,0-2 18 0,0 2 23 15,-4-1 12-15,3 0 14 0,-1 1 17 0,0 0 2 16,-4 3-11-16,5-8 17 0,1 5-1 15,-3-1-2-15,-3 4-10 0,3-5-5 0,-3 5 4 16,2-7-22-16,-2 7-13 0,-2-5-11 0,2 5-8 16,-4-5-18-16,4 5-2 0,-3-5-13 0,3 5-7 15,-10-4-19-15,1 4-9 0,-3 0-10 0,-7 3-6 0,0 4 5 0,-10 1-5 16,-3 3-3-16,4 3 1 0,-4 1-1 0,3 2-2 16,-2 2 3-16,1 2-3 0,2 2-8 0,0 1-10 15,4-1-8-15,1 2-10 0,0-1-5 0,2-1-14 16,6 0-3-16,0-3-16 0,3-1-12 0,3-3-10 15,4 1-7-15,0 0 3 0,1 1 12 0,2-1 14 16,3-3 5 0,3 1 9-16,1 2 8 0,5-3 9 0,2 1 5 15,6-1 14-15,11-2 4 0,4-4 5 0,7-2 14 16,13 0 1-16,4-5 2 0,5-1 3 0,0-1 2 16,-2-3 2-16,-5 0-2 0,-2-5 2 0,0 1 1 15,-15 1-1-15,-2-3-2 0,-4 1 1 0,-2-3 2 16,-3 0-2-16,-1 3-3 0,-11 0 10 0,-3 3 27 15,-2 1 25-15,-5 0 9 0,1 3-6 0,-2-5-7 0,-2 4-8 0,-4 0-4 16,2 3-3-16,-10-4-4 0,0 3-3 0,-8 2-4 16,-4 0-6-16,-7 4-2 0,-2 3-2 0,2-1-4 15,-3 4-4-15,2-2 5 0,2 3-5 0,4 2-2 16,6-4 0-16,0 0 1 0,4-1-24 0,2 0-29 16,5 1-4-16,1-2 2 0,0 2 17 0,5-4-7 15,5 5 9-15,5-1 7 0,6-2 8 0,13-5 8 0,11 0-5 16,-2-3-5-16,16 0-7 0,1-6-3 0,-17-1-5 15,14-2-6-15,-14-1 7 0,-3 1 10 0,-4-3 7 16,1-1 6-16,-7 1 10 0,-8 2 16 0,0-1 17 16,-7 1 11-16,-2-2-3 0,-1 3-3 0,-5-4-4 15,-1 0-4-15,-5 1-4 0,-1 2-4 0,-3-3-4 16,0 3 0-16,-8 0-6 16,-1 2-3-16,-4 2 4 0,2 2-7 0,1 0 3 15,-2 2-4-15,0 4-2 0,0-1-7 0,2 2-16 16,0 1-25-16,5 2-32 0,0-3-43 0,5 4-48 0,0-1-59 0,0 0-136 15,4-1-391-15,5 1 173 0</inkml:trace>
  <inkml:trace contextRef="#ctx0" brushRef="#br0" timeOffset="446.27">4141 3348 129 0,'0'0'242'0,"-22"-4"-21"15,22 4-28-15,-11 3-16 0,3-1-16 0,-1-1-17 0,-1 2-12 16,-3 1-14-16,0 1-14 0,2 0-8 0,1 2-13 16,-3-2-2-16,5 0-16 0,-1 2-6 0,3-3-8 15,-2-1-4-15,2 5-5 0,2-4-13 0,0 2-9 16,0-1-4-16,3 1-2 0,1 0-6 0,0 0 6 16,5 3-5-16,2 2 3 0,4-5-1 0,4 5 3 15,3-3-2-15,4 4-2 16,-2-3-2-16,2-2 0 0,-1 1-3 0,3 2 3 15,-5-3-5-15,-4 1 2 0,-1-3-3 0,-2 1 0 16,-3 1-1-16,-4-4-1 0,0 2 0 0,0-1 10 16,-2 1 13-16,-5 0 9 0,-3-1 7 0,-5 3-2 15,-6-1-2-15,-5 1 1 0,2-1-6 16,-8 2-2-16,-1-1-3 0,6-4-2 0,-1 2-3 0,5-1-25 16,-1-1-28-16,6 0-47 0,1-1-90 0,-2-2-231 0,6-1-435 15,8 1 192-15</inkml:trace>
  <inkml:trace contextRef="#ctx0" brushRef="#br0" timeOffset="1649.24">4609 3284 50 0,'0'0'294'16,"1"-4"-22"-16,-1 4-24 0,2-3-26 0,-2 3-19 16,4-5-23-16,-1 3-20 0,-3 2-18 0,11-4-15 15,-4 1-13-15,0 3-15 0,4-3-11 0,0 3-10 16,2-1-9-16,2 2-7 0,-2 2-9 0,6 2-3 16,-2-1-6-16,-2 4-7 0,1 0-14 0,0 2-6 15,-3 4-8 1,0 0-2-16,-7 2-2 0,8 5 3 0,-5-3-3 15,-4 7-1-15,-4 2-2 0,-1-8 4 0,-5 6-1 0,-2-6-3 16,-5 5 4-16,-2-2 1 0,-1-1 2 0,2-7-4 16,-1 2 0-16,0 0 0 0,-3-4 12 15,4-2-2-15,2-2 7 0,2 1 6 0,0-4 4 16,5-1 9-16,-5 1 10 0,4-1 26 0,0-3 27 16,5-1 36-16,0 0 20 0,-6 3 7 0,6-3-21 0,0 0-14 0,0 0-21 15,7-21-11-15,2 7-12 0,4 0-4 0,1-6-14 16,4-4-16-16,5 2-6 0,-1-5-14 0,1 1 0 15,2-1-7-15,0 1-4 0,-4 2 4 0,2-1-13 16,-4 4 2-16,-7 5 3 0,-3 3-7 0,5-2 7 16,-9 6 7-16,3 0 0 0,-2 4 8 0,-2-1-3 15,-3 2-1-15,3 0 0 16,-4 4-12-16,4-4-7 0,-4 4-21 16,0 0-22-16,0 0-7 0,0 0-1 0,0 0-3 15,-13 16 7-15,3-1-2 0,-3 2 3 0,3 0 7 16,1 1 2-16,0 5-8 0,-1 2-21 0,4-8-5 0,6 8 6 15,-2-7 4-15,6 2 7 0,7 3-4 16,1-8 4-16,11 4-11 0,1-6-38 0,8-5-61 16,5-2-91-16,2-6-354 0,18 3-647 0,-3-11 287 0</inkml:trace>
  <inkml:trace contextRef="#ctx0" brushRef="#br0" timeOffset="3337.2">5725 3021 53 0,'3'-2'215'0,"0"-1"-7"0,-3 3-12 0,2-6-9 0,-2 6-5 16,4-4-10-16,-4 4-17 0,0 0-8 0,0 0-12 15,3-2-14 1,-3 2-14-16,0 0-11 0,3-2-11 0,-3 2-10 16,0 0-16-16,0 0-17 0,0 0-19 0,0 0-8 15,0 0 2-15,-11 13-2 0,3-5 3 0,-7 7-3 16,-1-3-2-16,-4 9-1 0,-3-3-2 0,0 1-6 15,0 0 7-15,4 0 0 0,-4-1-5 0,9-4 30 16,-1 1-5-16,0-1-1 0,4 1-4 0,1 0-3 0,1-2-1 16,4-3-3-16,-2 2-2 0,4-2 3 0,0 0-4 0,3 3 1 15,4-4-4-15,2 2 2 0,2-1-1 0,5 2 2 16,3-2-1-16,10 0-4 0,-2 0-1 0,7 0 1 16,-6-1-2-16,-3-1-1 0,6-2 1 0,-6 2-3 15,-4-1 1-15,-6-2-1 0,3 3-2 16,-4-4-2-16,0 1-2 0,-3 2-1 0,-1-2-1 0,-3-1-1 15,-1 1 3-15,-6 2 3 16,-4 0 1-16,-2 0 1 0,-6 2 0 16,-4-2 1-16,-7 5 1 0,-2-2 0 0,-1-3-4 15,-1 2 0-15,-2-4 1 0,0 3 2 0,3-1-6 16,-1-4-8-16,10 2-8 0,-1-1-15 0,1-2-17 16,4 3-17-16,4-4-14 0,-1 0-29 0,7-1-63 15,6 0-45-15,-9-4-139 0,9 4-382 0,0 0 169 16</inkml:trace>
  <inkml:trace contextRef="#ctx0" brushRef="#br0" timeOffset="3615.8">5966 3375 390 0,'2'-5'378'0,"-2"5"-24"0,0 0-21 0,3-4-34 16,-3 4-24-16,0 0-30 0,0 0-30 0,0 0-24 15,0 0-22-15,0 0-18 0,0 0-23 0,4-2-16 16,-4 2-14-16,0 0-11 0,0 0-9 0,2 15-11 16,-2-10-2-16,1 4-7 0,1-2-4 0,-2 3-6 15,1 0 3-15,0 0-8 16,-1-1-2-16,2 1-22 0,-2 0 6 16,1-1-24-16,-1-1-14 0,0-2-14 0,0 1-19 15,2-2-12-15,1 1-23 0,-3-1-18 0,0 0-16 16,0-5-4-16,0 6-5 0,0-6-5 0,0 0 10 15,-4 4-60-15,4-4-69 0,0 0-189 0,0 0-472 16,-14-13 209-16</inkml:trace>
  <inkml:trace contextRef="#ctx0" brushRef="#br0" timeOffset="3800.46">5909 3198 249 0,'-1'-5'398'0,"1"5"-5"0,-1-8-5 0,1 8-33 0,0-5-35 15,0 5-33 1,0 0-31-16,0 0-28 0,0-7-23 0,0 7-39 16,0 0-46-16,0 0-60 0,0 0-66 0,0 0-54 15,0 0-14-15,0 0-38 0,0 0-50 0,0 0-53 16,0 0-251-16,-5 24-506 0,2-14 224 0</inkml:trace>
  <inkml:trace contextRef="#ctx0" brushRef="#br0" timeOffset="4316.22">6232 3294 75 0,'0'0'372'0,"0"0"-13"0,0 0-21 15,0 0-24-15,0 0-33 0,0 0-28 0,0 0-28 16,0 0-27-16,0 0-22 0,0 0-22 0,0 0-15 0,0 0-21 16,0 0-10-16,2 5-12 0,-2 1-7 0,1-1-10 15,-1 1-27-15,4 5 13 0,-8-1-6 0,8 2-10 16,-4-1 0-16,0 1-8 0,0-2 3 0,0 3-10 15,0 0-3-15,0-1-4 0,0-2-2 0,0 2-7 16,0-3 6-16,0-1-9 0,0-4 4 0,0 1-1 16,0 0-5-16,0-5 11 0,0 8-2 0,0-8-5 0,0 6 17 0,0-6 47 15,0 0 27-15,0 4 22 0,0-4 19 16,0 0-7-16,0 0-9 0,0 0-16 0,0 0-11 16,5-16-8-16,-1 8-13 0,0 0-9 0,0-2-8 15,-2 0-9-15,1 1-6 0,2 0-4 0,0 1-9 16,-1 1-2-16,0 0-7 0,-3 3 0 0,0 0-6 0,3 0-2 15,-1-1-5 1,-2 3-8-16,-1 2-1 0,3-3-9 0,-3 3-23 16,0 0-25-16,0 0-17 0,0 0-14 0,16 0-13 15,-9 3-44-15,2 1-51 0,1 1-23 0,0 1-35 16,-1-2-48-16,4 2-57 0,-6-1-318 0,4-2-723 16,-1 1 320-16</inkml:trace>
  <inkml:trace contextRef="#ctx0" brushRef="#br0" timeOffset="4816.64">6582 3273 344 0,'1'-5'430'16,"-1"5"-16"-16,1-5-31 0,-1 5-34 0,0 0-31 0,1-4-34 0,-1 4-32 15,0 0-23-15,0 0-31 0,0 0-21 0,0 0-26 16,0 0-20-16,0 0-46 0,0 0-18 15,0 0-1-15,0 0-17 0,0 0-6 0,8 16 5 16,-7-7 2-16,1 1-15 0,-1 2-8 0,-1-2 6 0,1 2-3 16,-1 2-3-16,2-3-1 0,1 6-10 0,-2-5 7 15,2 1-27 1,1 1 22-16,-1-2 0 0,-1-3-2 0,1 0 3 16,1-1-1-16,-1 0-2 0,-1-4 0 0,0 2-3 15,0 0 3-15,-2-6 11 0,7 4 16 0,-2-2 11 16,-5-2 2-16,0 0 8 0,17-1 7 0,-11-2 3 15,-1 1 8-15,3-5-12 0,-2-1-3 0,6-1-4 16,-7-3-5-16,4-2-8 0,6-9-4 0,-6 0-11 16,3-4-12-16,-3-1-13 0,-3 2-3 0,-1-2-3 0,-2 1-3 0,-5 1-4 15,1 8 11-15,-4-1-5 0,0 2 0 16,-4 2 0-16,0-2 1 0,0 7-3 0,-5 2-5 16,5 2 0-16,-4-1-3 0,-5 4 3 0,2 2-6 15,-1 1 5-15,-2 1-10 0,2 2 2 0,0 7 3 16,4-2 1-16,-5 3-1 0,10-2-36 0,-4 3-6 0,6-2 1 15,0 2 9 1,2 4-1-16,7 0-1 0,-2-4 19 0,4 5-7 16,8-2 11-16,6 1-2 0,-1-4 6 0,9-2-8 15,2-3-40-15,0-2-24 0,6-1-56 0,-2-4-66 16,-1-2-73-16,3-2-94 0,-5-6-235 0,1 1-662 16,-8-1 293-16</inkml:trace>
  <inkml:trace contextRef="#ctx0" brushRef="#br0" timeOffset="5085.25">6878 2862 366 0,'0'0'366'0,"0"0"-41"0,0 0-34 15,1-6-32-15,-1 6-31 0,0 0-26 0,0 0-29 16,0 0-35-16,17 20 1 0,-3-6-8 0,4 10-4 15,4 8-4-15,4 14-1 0,0 3-3 16,-5 4-7-16,-2 2-6 0,-6-1-12 0,-5-1-3 0,-1-3-8 16,-6-6-1-16,-2-7-12 0,-4-4-7 0,-4-2-19 15,-4 0-10 1,-4-2-26-16,-7 1-20 0,-3-8-35 0,-20 10-40 16,0-3-66-16,-4-8-99 0,-36 4-306 0,29-14-604 15,-6-1 268-15</inkml:trace>
  <inkml:trace contextRef="#ctx0" brushRef="#br0" timeOffset="5601.26">4853 2908 166 0,'-3'-3'270'0,"2"0"-16"0,-2 0-7 15,3 3-11-15,-2-5-25 0,2 5-23 0,-4-4-24 16,4 4-17-16,0 0-21 0,0 0-13 0,-10 7-16 15,6 1-10-15,-4 7-9 0,-7 14-10 16,-2 14-3-16,-7 9-12 0,-8 25-2 0,0 1 31 16,3 0-6-16,6-24-13 0,5 2-1 0,2-4-5 0,9 1-8 15,4-3-2 1,6-4-2-16,2-16-3 0,5 5 6 0,12 8-2 16,9-5 12-16,7-4 5 0,9-4-3 0,12-8 1 15,28 1-19-15,5-6-50 0,-2-10-84 0,5-3-122 16,-31-5-321-16,29-6-579 0,-34-5 255 0</inkml:trace>
  <inkml:trace contextRef="#ctx0" brushRef="#br0" timeOffset="7318.99">7950 3216 125 0,'0'0'165'0,"0"0"-5"0,-8 0-12 0,8 0-6 15,0 0-7-15,0 0-14 0,0 0-11 0,0 0 3 16,0 0-15-16,0 0 1 0,0 0-6 0,0 0-2 16,0 0-4-16,0 0-3 0,0 0-4 0,0 0-8 0,0 0-4 0,0 0-4 15,0 0-5-15,-6-3-3 0,6 3 1 0,0 0-1 16,0 0-11-16,0 0 0 0,15-3-6 0,-3 0 1 16,5-1-3-16,4 1-6 0,11-2-5 0,1 3-5 15,3-3-1-15,15-2 0 0,2 2-3 0,-15 0-3 16,0 2 0-16,1 1 0 0,-5 1-4 15,-2-1-3-15,-1 1 7 16,-12 1-6-16,3 1-5 0,-9-1-17 0,-3 0-20 16,2 0-7-16,-6 1-11 0,-1 0-1 0,-5-1-9 15,0 0-14-15,-1 5-28 0,1-5-2 0,-13 5-22 16,0-2-14-16,3 0-8 0,-3-1-17 0,-1 0-97 16,-5 1-285-16,2 0 127 0</inkml:trace>
  <inkml:trace contextRef="#ctx0" brushRef="#br0" timeOffset="7656.99">8118 3374 90 0,'-8'3'209'0,"1"-1"-16"0,1 0-10 0,1 1-15 16,0-3-2-16,1 4-11 0,0-1-13 0,4-3-11 15,0 0-6-15,0 0-6 0,9 2-8 0,5-3-15 16,7 0-5-16,11-3-12 0,2 1-8 0,2-1-7 0,1 1-3 16,15-4-7-16,-13 1-7 0,13-1-6 0,-16 0-3 15,0 2-2-15,-3 2-6 0,0 0-6 0,-5-1 0 16,-9 3-1-16,-6 1 25 0,-1-2-4 0,-5 2-5 15,1-1 1-15,1 0-12 0,-4 1-7 0,-5 0-9 16,0 0-5-16,0 0-15 0,0 0-21 0,0 0-30 16,0 0-36-16,-14 7-41 0,5-5-56 0,0 0-191 0,0-2-412 0,9 0 182 15</inkml:trace>
  <inkml:trace contextRef="#ctx0" brushRef="#br0" timeOffset="8706.61">9652 2853 73 0,'0'0'136'0,"0"0"-26"0,-8 0-10 0,8 0-4 0,0 0-9 15,0 0 1-15,0 0-9 0,0 0-9 16,0 0 3-16,0 0-6 0,0 0-2 0,0 0-3 0,0 0 0 0,0 0-2 16,0 0 6-16,0 0-17 0,0 0 2 0,0 0-7 15,0 0-5-15,0 0 0 0,0 0-9 0,0 0 0 16,0 0-2-16,25-6-1 0,-6 5-4 0,4-1-2 15,9 0-4-15,2-1 0 0,2-2-3 0,15 1 3 16,4-1-6-16,-1 1-1 0,-17 0 0 0,18 0-2 16,-4 1-5-16,-15 1-7 15,-3-1-5-15,-2 2-18 0,-12 1-12 0,1-1-15 16,-3-2-13-16,-4 1 4 0,-3 2-26 0,-5 0 6 16,-5 0 0-16,0 0-3 0,0 0-6 0,0 0-15 15,0 0-57-15,-36 6-177 0,21-6 79 0</inkml:trace>
  <inkml:trace contextRef="#ctx0" brushRef="#br0" timeOffset="9123.41">9987 2831 5 0,'0'0'58'0,"-4"3"2"0,4-3 12 0,0 0 6 16,0 0 15-16,0 0 5 0,0 0 3 0,0 0 15 0,0 0 0 16,-15-3-7-16,15 3-5 0,0 0-5 15,-5-4 7-15,5 4-4 0,0 0-6 0,0 0-4 16,0 0-4-16,0 0-8 0,0 0-7 0,0 0-12 0,-7-2-12 0,7 2-4 15,0 0-8-15,-2 9-1 0,-1-4-9 0,3 0 0 16,-4 4 1-16,3 2-2 0,1 6 3 0,0 1-1 16,0 7-3-16,0 4 1 0,0 0-1 15,0 3-3-15,4 2 5 0,-3 2-5 0,2-2-4 0,-1 12 0 16,2-11 2-16,0 3-3 0,0-7-2 0,5 2-1 16,-5-2 2-1,-2-2-3-15,1-1-2 0,-2-4 0 0,-1 2 1 16,3-9-3-16,-6 0 7 0,-2-2-8 0,-3-3 4 15,-2 2 7-15,1-1 7 0,-5-3 4 0,0-1 0 16,-4 1 7-16,1-3 2 0,-4-4 6 0,-7 2 2 16,1-4 1-16,-1-1 5 0,1 0 1 0,-4-2 1 15,9-1 7-15,2-1 2 0,1 4-4 0,0-4-7 16,2 0-2-16,4 0 13 0,6 2-13 0,-2 1-8 0,2-1-7 0,7 2 3 16,-10 0-11-16,10 0-13 0,-9-1-8 0,9 1-9 15,-5-3-11-15,5 3-16 0,0 0-17 0,0 0-9 16,0 0-20-16,0 0-25 0,0 0-39 0,0 0-46 15,27 0-54-15,-27 0-207 0,20-3-481 0,-8 1 214 16</inkml:trace>
  <inkml:trace contextRef="#ctx0" brushRef="#br0" timeOffset="10011.12">10240 3404 79 0,'8'0'160'0,"2"2"-11"0,2 0-17 0,-1 0-13 15,-1 4-13-15,2 0-9 0,-1-1-11 0,-2 5-5 0,0-1-12 0,1 1-6 16,-3 5-2-16,-5-4-5 0,-1 2-3 0,-1 3-5 15,-1 1-1-15,-4 0-4 0,-3 0-3 0,-3-2 8 16,1 0-1-16,-2-1-6 0,1 1-3 0,-2-2 5 16,0-1 2-16,2 1-4 0,2-5-2 0,-4 2 0 15,7-5-5-15,-1 4-6 0,2-5 1 0,-1-3-3 16,2 2 5-16,0 1-8 0,0-1-1 0,0 0 19 0,4-3-3 16,-2 4 7-16,2-4-2 0,-4 3-4 0,4-3-4 0,-4 1-4 15,4-1-7-15,0 0 8 0,0 0-5 16,0 0-2-16,0 0-2 0,0 0-3 0,-2 4-3 15,2-4 0-15,0 0-2 0,0 0-2 0,0 0 0 16,0 0-4-16,0 0 2 0,0 0-2 0,-3 4-1 16,3-4 3-16,0 0-5 15,0 0 3-15,0 0 1 0,0 0-3 0,0 0 2 16,0 0 1-16,0 0 4 0,0 0-2 0,0 0 1 16,0 0-1-16,0 0 5 0,0 0 0 0,0 0-3 15,0 0 4-15,0 0 1 0,0 0 2 0,0 0-1 16,0 0 3-16,0 0-3 0,0 0 3 0,0 0-3 15,0 0 7-15,0 0-7 0,0 0-1 0,0 0 1 16,0 0 0-16,0 0 0 0,0 0-3 0,0 0-3 0,0 0-2 16,0 0 4-16,0 0-4 0,0 0-1 0,0 0 0 0,0 0-5 15,0 0-2-15,0 0 4 0,0 0 3 0,0 0-5 16,0 0-1-16,0 0 0 0,0 0-4 16,0 0 1-16,0 0 3 0,0 0 1 0,0 0-3 15,0 0 0-15,0 0-1 0,0 0 0 0,0 0 1 16,0 0-3-16,0 0 3 15,0 0-2-15,0 0 1 0,0 0-1 0,0 0-4 16,0 0 4-16,0 0-2 0,0 0 2 0,0 0-1 16,0 0 3-16,0 0-1 0,0 0-1 0,0 0-3 15,0 0 6-15,0 0-7 0,0 0 3 0,0 0 0 16,0 0 9-16,0 0-13 0,0 0 6 0,0 0-2 16,0 0 0-16,0 0 2 0,0 0-2 0,0 0 2 15,0 0-2-15,0 0 0 0,0 0 0 0,0 0-2 0,0 0 0 0,0 0-8 16,0 0-7-16,0 0-14 0,0 0-17 0,0 0-12 15,0 0-12-15,0 0-21 0,0 0-24 0,0 0-27 16,0 0-39-16,0 0-55 0,0 0-132 0,0 0-400 16,0 0 176-16</inkml:trace>
  <inkml:trace contextRef="#ctx0" brushRef="#br0" timeOffset="10548.28">10317 3446 16 0,'-7'-1'152'0,"7"1"-15"0,-9-2-9 16,9 2-14-16,-11 2-14 0,3 0-4 0,-2 0-2 16,1 4-9-16,-1-2-6 0,-2 3-8 0,1 0-3 15,-2 3 1-15,-2 2 0 0,-7 5-4 0,9-2-3 16,3 0 2-16,-4 2 3 15,1 4-2-15,-1-4-5 0,5 0-5 16,3 1-2-16,1 0-1 0,-2 2-1 0,2-2-1 16,5 4 6-16,-2-2 3 0,3-1 2 0,0-2 15 15,3-1 4-15,2-2-2 0,3-1 14 0,4-2 8 16,1-1 3-16,0-2 4 0,8-1-3 0,-2-6 3 0,6 2 5 16,8-3-2-16,-4-8 1 0,-1 1-4 15,-2-3-5-15,1-1 1 0,-2-3 1 0,-2-4 1 0,-5-1 11 0,-1-1-7 16,-8 3-13-16,3-8-10 0,-7 2-4 0,-3-4-2 15,-6 3-17-15,-3-1-17 0,-7-1-10 0,-3 5-17 16,-6-1-11-16,-5 3-18 0,-1 5-24 0,-4 0-42 16,-17 2-52-16,9 7-66 0,-18 4-78 0,0 1-366 15,7 4-691-15,14-2 305 0</inkml:trace>
  <inkml:trace contextRef="#ctx0" brushRef="#br0" timeOffset="13801.65">11528 3159 117 0,'-16'1'173'0,"0"1"1"0,6-2-13 0,1 1-9 0,4-1-11 0,-3 0-9 16,8 0-18-16,-13-1-5 0,13 1-14 0,-6 1-4 15,6-1 3-15,-8 0-7 0,8 0-4 0,0 0-12 16,-5 1-3-16,5-1-8 0,0 0-2 0,0 0-4 16,0 0-10-16,0 0 4 0,-9 0-9 0,9 0-5 15,0 0-1-15,0 0-2 0,0 0-9 0,0 0 0 16,0 0-1-16,0 0 2 16,0 0-9-16,0 0 0 0,-3 4 0 0,3-4-4 15,0 0 3-15,0 0-2 0,0 0-2 0,0 0 8 16,0 0 3-16,0 0-1 0,0 0 2 0,0 0-3 15,0 0 0-15,0 0 0 0,0 0-3 0,0 0-2 16,0 0 0-16,0 0 1 0,0 0-1 0,0 0-2 16,0 0-2-16,0 0-1 0,0 0 3 0,0 0 4 15,0 0 8-15,0 0 1 0,29-4 2 0,-9 2-4 0,12-1 1 16,7-1-1-16,14-4-3 0,3 0-2 0,2 3-1 0,-3 1-3 16,3-4 1-16,-5 3 1 0,-12 1-4 15,-1 1-1-15,-3-1-3 0,-5 1-2 0,-4 3-1 16,-8-3-10-16,-7 3-17 0,-1-4-24 0,-1 4-21 15,-6 0-13-15,-1 0-1 0,-4 0-9 0,0 0-25 16,0 0-12-16,-27 4-9 16,9-1-4-16,-5-2-2 0,-4 1 3 0,7 1 4 15,-8-3-9-15,6 1-101 0,2-1-267 0,-2-1 118 16</inkml:trace>
  <inkml:trace contextRef="#ctx0" brushRef="#br0" timeOffset="14001.52">11681 3038 47 0,'-1'-6'238'0,"1"-5"2"0,1 2 3 16,-2-1 6-16,2 0 0 0,-2 0 7 0,1 3 9 0,-2 2-3 16,2-2 5-16,0 3-6 0,0 0-17 0,0-1-12 15,0 5-42-15,-2-6-30 0,2 6-24 16,0 0-28-16,0 0-44 0,0 0-11 0,0 0-4 16,-5 21-8-16,4 1 2 0,-3 5-3 0,-1 4-2 15,2 17-4-15,2-14-3 0,1 12-1 0,0 2-5 0,1-1-38 0,2-13-29 16,-2 2-39-1,3-2-51-15,0 2-68 0,6-6-88 0,-6-5-269 0,1-7-603 0,0-7 267 0</inkml:trace>
  <inkml:trace contextRef="#ctx0" brushRef="#br0" timeOffset="14988.27">12706 2884 38 0,'-3'-3'203'16,"1"-1"-2"-16,0 0-7 0,0 0-8 0,2 4-15 15,0-9-14-15,2 5-14 0,0 0-15 0,2-1-15 16,1 0-12-16,3 0-10 0,2-1-9 0,1 2 18 15,7 0-10 1,3-1-9-16,-1 2-9 0,1 2-5 0,8 0-8 16,-1 3-8-16,0 4-1 0,0 0-5 0,-2 4-8 0,-8 1-3 15,1 6-3-15,-4-2-7 0,-2 10 0 0,-4 2-2 16,-5 4 1-16,-4 0-3 0,-6 5-2 0,-10 10-2 16,-7-2 4-16,-5 0-7 0,-4-3 1 15,-1 0-2-15,-3-2-2 0,0-3-3 0,-2-5 1 16,11-8 3-16,-1-6-2 0,6 0-1 0,5-6 0 15,0-1 17-15,4-3 10 0,3-2 14 0,1 0 17 0,1-1 29 0,2-1 41 16,6-3 20-16,-8 2 2 0,8-2-19 0,0 0-5 16,0 0-23-16,-2-17-17 0,7 8-4 0,0 0-15 15,6-2-4-15,3 0-22 0,1 1 0 0,2 1-7 16,1 1-2-16,0 2-9 0,1 1 0 0,2 1-6 16,-1 4-10-16,1 2 7 0,0 0-12 0,6 3 5 15,1 1-20 1,-2 1-26-16,1 2-28 0,0-1-29 0,-2 4-40 15,3 0-44-15,-2-5-54 0,-7 1-70 0,0-4-296 0,3 0-641 16,-4-1 284-16</inkml:trace>
  <inkml:trace contextRef="#ctx0" brushRef="#br0" timeOffset="15737.72">13364 2848 158 0,'-7'-1'230'0,"7"1"-14"0,-5-1-18 0,5 1-23 0,0 0-18 16,0 0-15 0,0 0-16-16,21-4-10 0,-8 1-11 0,10 1-11 15,-4-1-9-15,18 0 4 0,-5-1-23 0,7 2-5 16,14-5-1-16,1 2-14 0,2 1-2 0,-1-2-6 16,3 1-3-16,-23 3-5 0,1-1-1 0,-6 2 2 15,-1 0-6-15,-10-1-5 0,-6 2-9 0,0 0-5 16,-7-1-6-16,0 1-11 0,-6 0-1 0,0 0 0 15,0 0-8-15,0 0-10 0,-19 4-7 0,0-3-13 0,-3 2-3 0,-7-1-4 16,0 3 6-16,8-3-5 0,-7 2 9 16,-1 0 1-16,8-3 3 0,0 3 7 0,1 0 0 0,-1-1 7 15,3-1 3-15,5-2-1 0,3 3 3 16,-2-2 5-16,6-1 25 0,-2 1-5 0,8-1 18 16,-10 2 13-16,10-2 10 0,0 0 11 0,0 0 6 15,-12 0 7-15,10 1 10 16,2-1 0-16,0 0 8 0,-8 0 0 0,8 0-2 15,0 0-2-15,0 0-8 0,0 0-8 0,-4 2-12 16,4-2-6-16,0 0-11 0,0 0-1 0,0 0-11 16,-1 10-2-16,1-4 0 0,0 4 1 0,0 1 2 15,0 9 0-15,1 6 2 0,1 5 4 0,-2 2 1 16,0 13 0-16,3 0-1 0,0-12 1 0,-2 3-2 16,2-2-3-16,-1 12 4 0,1-13-10 0,-2-3 0 0,3-2-8 15,-4-3 10-15,0 0-5 0,0-8-7 0,4-2 5 16,-4-3 1-16,-3-2-4 0,2-2 0 0,1 0 6 0,-1-1 6 15,-3-4 6-15,1 0 9 0,-2 2 7 0,0-4-9 16,-9-1-4-16,1-1-5 0,-1-1-13 16,-5-3 13-16,-1-1 6 0,-1-1 2 0,2 1-3 0,3-3 7 15,4 3 7 1,-6-3-1-16,9 4-3 0,-1-1-1 0,0 1-1 16,2 1-5-16,3 1-6 0,1-1-8 0,4 3-18 15,-10-4-13-15,10 4-17 0,-7-1-24 0,7 1-29 16,0 0-20-16,0 0-26 0,0 0-26 0,0 0-39 15,0 0-48-15,23 5-275 0,-23-5-555 0,18 0 246 16</inkml:trace>
  <inkml:trace contextRef="#ctx0" brushRef="#br0" timeOffset="16160.5">13850 3367 194 0,'0'0'291'0,"6"0"-30"0,-6 0-28 16,0 0-25-16,0 0-21 0,8 5-18 0,-4-5-19 15,1 3-13-15,0 0-18 0,3 1-9 0,2 2-13 16,-2 1-12-16,-2 1-8 0,0-1-8 0,2 4-9 16,-3 2-4-16,-2-1-3 0,1 4-7 0,-4 0-2 15,-3 0 4 1,-2 2-14-16,0-2 3 0,-4 1 5 0,0 0 2 15,1-2-4-15,-3-3 3 0,2 1-6 0,1-2 2 0,0-3-4 16,2-1-5-16,1-1-4 0,1-1 0 0,2 0-5 16,-1-1 2-16,0 0 21 0,3-4 12 0,-4 5 9 15,4-5-12-15,0 0 21 0,10 4-6 0,2-4 2 16,10-2-11-16,10 0-3 0,1 1-5 0,1-2-3 16,4 3-12-16,-3-3 3 0,1 3-5 0,0-4-4 0,-3 4-6 15,-2 0-6-15,-4-2 5 0,-7 3-6 0,-7 0 1 16,-2-1 0-16,-2 0-8 0,-9 0 2 0,13 0-7 15,-13 0 4-15,13 2-9 0,-13-2 0 0,0 0-31 16,0 0-14-16,0 0-12 0,0 0-44 0,0 0-66 16,0 0-91-16,0 0-318 0,0 0-622 0,-45-4 276 15</inkml:trace>
  <inkml:trace contextRef="#ctx0" brushRef="#br0" timeOffset="17540.02">14853 2868 1 0,'0'0'219'0,"0"0"-14"16,0 0-12-16,-2-4-17 0,2 4-15 0,0 0-15 16,0 0-14-16,0 0-17 0,0 0-10 0,0 0-13 15,0 0-10 1,0 0-10-16,0 0-8 0,0 0-5 0,0 0-5 15,0 0-8-15,0 0-3 0,0 0-6 0,0 0-6 0,0 0-2 16,0 0-1-16,0 0-3 0,0 0 1 0,0 0-5 16,21 2-1-16,-11-2-2 0,3-1 1 15,0 0-7-15,0 0 4 0,2-2-5 0,-2 2 6 16,6-3-9-16,-1 1 6 0,-5 0-8 0,-3-2 5 16,4 3 5-16,-5-3 10 0,1 0 8 0,-4 3 7 0,1-3 6 0,-3 1 13 15,1 0 3-15,-3 0-6 0,1 1-3 0,-2-1-1 16,-1 1-8-16,0 3-7 0,-4-5-7 0,-1 3-6 15,-2 2 0-15,-5-2-6 0,-7 4 0 0,-1 0-4 16,-7 4 0-16,0 3-2 0,-5 0 0 0,-3 3-7 16,2 3 3-16,-12 7-4 0,12-2 3 0,-9 9-7 15,2 1 5-15,3 0-1 16,10-4-2-16,2 1 0 0,2 1-1 16,5 3-3-16,4-3 8 0,1 0-4 0,3 0 3 15,6-2 2-15,8 0-2 0,6 0 2 0,6-5 1 16,4-4 3-16,12-3-6 0,6-4 7 0,17-1-2 0,7-1 3 15,-1-7-5-15,2-2-2 0,3-5 2 0,-2-1 0 16,2-4-3-16,-4-1 0 0,-5 0 1 16,-6-2-6-16,-2-2 4 0,-15 4 3 0,-3-3-5 0,-3 1 0 0,-5-1 1 15,-9 4 10-15,-1-1 16 0,-8 2 14 0,3 0 13 16,-4 1 0-16,-4 1-15 0,-2 3 2 0,-2-2-17 16,-3 0-2-16,-6 3-3 0,-2-2-5 0,-6 6-4 15,-7 0 0-15,0 4-1 0,1 2-2 0,-1 1 6 16,0 0-6-16,4 3-4 0,5-3-1 0,1 1-3 15,2 3 14-15,7-3-34 16,-1 1-8-16,5 1-3 0,1-2 6 0,4 1 2 16,0 1 1-16,8-3-6 0,3 0 12 15,7-3 4-15,5-2 6 0,9 0-1 0,3 0-5 16,1-2 6-16,-1-2-7 0,-2-2-11 0,-2-1 1 16,-3-3 5-16,-3 1 2 0,-8 1-1 0,1-3 1 15,-4 2-4-15,-3-1 8 0,-3-1-4 0,-2-1-8 16,-4 1-13-16,-2 0-4 0,-4-2-2 0,0 1 1 0,-4 1 1 0,-1 0 2 15,-4-1 0-15,-2 0 0 0,-1 5 1 0,0 1 3 16,1-2-12-16,-1 4-4 0,3-1-11 0,-1 3-20 16,1-1-16-16,-1 1-31 0,14 0-42 0,-14 1-25 15,6-1-165-15,8 0-388 0,0 0 172 0</inkml:trace>
  <inkml:trace contextRef="#ctx0" brushRef="#br0" timeOffset="17940.59">15868 2954 99 0,'0'0'221'0,"0"0"-22"0,0 0-25 0,0 0-15 16,0 0-20-16,0 0-14 0,0 0-10 0,0 0-15 16,-23 9-7-16,15-4-9 0,-2 2-11 0,-6 3-8 0,1 2-4 0,2 0-8 15,-1-2-6-15,1 2-2 0,3 0-6 0,0-2-5 16,0 3-3-16,2-3-2 0,2 5-1 0,1-5-4 16,2 3 0-16,2 0-2 0,1-2-4 0,5 5 1 15,0-5-2-15,5 2 0 0,3 1-1 0,0 1 2 16,10-1-2-16,-8-4-5 0,4 1 4 0,-2-2-3 15,-6 0 4 1,0-3-7-16,-5-1-3 0,3 1-1 0,-3-3-2 16,-2 2 1-16,0-1-1 0,-3-1 1 0,-1-3 2 0,-7 9 1 15,-2-4-3-15,-3 1 1 0,-7-2 0 0,1 0-10 16,-4-1-8-16,2-1-19 0,-3 0-32 0,-4-2-41 16,5 0-47-16,1-1-173 0,4-2-352 15,2 0 156-15</inkml:trace>
  <inkml:trace contextRef="#ctx0" brushRef="#br0" timeOffset="38640.49">16183 2888 19 0,'0'0'114'0,"0"0"-3"15,0 0-7-15,4-1 1 0,-4 1-6 16,0 0-5-16,0 0 0 0,0 0-3 0,0 0-14 0,0 0-1 16,0 0-5-16,0 0-1 0,-6-4-4 0,6 4-2 15,0 0-2 1,0 0 1-16,0 0 7 0,0 0 3 0,0 0-1 15,0 0-1-15,0 0 1 0,0 0-8 0,0 0 0 16,0 0-5-16,0 0 1 0,0 0-4 0,0 0-8 16,0 0 0-16,0 0-9 0,0 0-4 0,0 0-3 15,0 0-6-15,0 0 0 0,0 0-5 0,17 4 0 16,-9-3-2-16,-1-1 1 0,3 0 2 0,1 0-7 16,2 3 0-16,1 0-1 0,-1 1-1 0,5 0 0 0,-5-1-4 0,4 2 1 15,-5 2-6-15,0-2 6 0,0 0-7 0,-1 5-1 16,-4-4-5-16,2 4 0 0,-1 2-3 0,-4 0-4 15,-4 0 1-15,-3 3 2 0,-3 1-1 0,-6-1 6 16,-2 0-4-16,-5 5 4 0,-3-2-1 0,-1-1 2 16,-1-1-4-16,-3 0 6 0,4-2-4 0,5-6 2 15,-5 6-5 1,6-7 1-16,5-3 2 0,2 3 1 0,-3-3 0 16,4 1 1-16,2 0 1 0,1-2 1 0,-1 0-3 0,0-1 2 15,3 1 0-15,4-3 8 0,-5 4 5 0,5-4 1 16,-2 2 0-16,2-2 2 0,0 0-1 15,0 0 3-15,0 0 10 0,19 0-4 0,-5-1-2 16,7 0 3-16,7-2 2 0,0-1-2 0,5 1 2 16,0 0-5-16,0 3-1 0,-4-4-3 0,1 1 1 0,-10 3-1 0,0-1-5 15,-3 1 0-15,-4-1-2 0,-3 1-2 0,-1 0 2 16,0-1 2-16,-5 1-7 0,-4 0 0 0,9 0 3 16,-9 0 0-16,9-2 2 0,-9 2 3 0,0 0-5 15,5 0-4-15,-5 0 2 0,0 0 1 0,0 0-3 16,0 0-6-16,0 0-1 0,0 0-11 0,0 0-8 15,0 0-13-15,0 0-18 0,0 0-28 0,0 0-32 0,-15 5-40 0,15-5-48 16,-7 0-181-16,7 0-413 0,0 0 183 0</inkml:trace>
  <inkml:trace contextRef="#ctx0" brushRef="#br0" timeOffset="39172.61">16881 2908 167 0,'1'-3'311'0,"-1"3"-10"0,0-3-33 0,0 3-31 15,2-5-15-15,-2 5-25 0,0 0-23 0,2-3-19 16,-2 3-21-16,0 0-23 0,0 0-27 0,0 0-24 15,0 0-7-15,0 0-10 0,4 11-2 0,-3-4-7 16,-1 5 4-16,0 3-9 0,-1 4-2 0,-2 4-4 16,2-3 2-16,-1-1-3 0,0-1-2 15,-3 8-1-15,5-6-1 16,-4-1 0-16,4-2-4 0,0 0 1 0,0 1-3 16,1-3 0-16,-1-2 4 0,3-2-5 0,1 2 2 15,-1-6-2-15,-1 4 7 0,3-6 2 0,-1 2 8 16,-2-2 16-16,2-3 5 0,0 0 9 0,4-2 5 15,-8 0 8-15,15-2 4 0,-6-1-12 0,0-4 4 16,2-1-4-16,2-1-5 0,-1-6-7 0,-1 0-5 16,2-9-5-16,1 0-9 0,-1-5-5 0,-5 0-12 0,2-2-3 0,-4-1-2 15,-2 3-3-15,-4 3-6 0,0 0 4 0,-4 8-4 16,-4 1-1-16,0-2 0 0,-3 5 2 0,-1 1-2 16,-2 3-10-16,-1-1 7 0,-4 3-6 0,-2 6 4 15,3-2 1-15,-3 5-5 0,2 2 3 0,0 2-1 16,1-1-2-16,-1 6 2 0,2-1-5 0,8 1 4 15,-2 1-8-15,5 2-8 0,3 2 1 0,3 2 5 0,8 7 4 0,8-3 4 16,10 0-11-16,4-4-24 0,6-3-27 0,1 0-43 16,14-3-53-16,4-5-80 0,-18-5-253 15,16-2-541-15,-15-3 241 0</inkml:trace>
  <inkml:trace contextRef="#ctx0" brushRef="#br0" timeOffset="39627.19">17737 3047 9 0,'0'0'164'0,"0"0"-3"0,-4 1-17 0,4-1-4 15,0 0 0-15,0 0 0 0,0 0-10 0,0 0-5 16,0 0 3-16,0 0-4 0,0 0-4 0,19 1-13 16,-1-1-14-16,9-1-5 0,4-2-10 0,-2 2-6 0,6-3-5 0,5 2-9 15,13-5-9-15,3 3-2 0,-1-2-4 0,0 0 6 16,1 4-5-16,-3-5-4 0,-18 5-6 0,-4 1-2 16,-3-1-4-16,-8-3-2 0,-3 1 0 0,-4 1-4 15,-3-1 1-15,-5 1-12 0,3 1-15 0,-7-1-33 16,-1-1-30-16,0 4-28 0,-10-5-30 0,-4 2-41 15,-4 1-18-15,-4-1-130 16,1 2-341-16,-7-5 151 0</inkml:trace>
  <inkml:trace contextRef="#ctx0" brushRef="#br0" timeOffset="39843.25">18039 2899 115 0,'0'0'319'0,"-3"-8"-2"0,3 5 10 15,0 3-6-15,3-4-12 0,-3 4-22 0,0-3-27 16,0 3-31-16,0 0-16 0,0 0-30 0,0 0-21 16,0 0-37-16,0 0-26 0,0 0-10 0,0 0-10 15,2 21-5-15,-2-4-20 0,2 13 2 0,-2 3-6 16,2 16-2-16,-2-3-5 0,4 4 4 16,-3-4-2-16,2-11-40 0,-1 1-44 0,1 0-46 0,-2-2-57 0,0 0-75 0,-1-5-346 15,3-6-609-15,1-6 270 0</inkml:trace>
  <inkml:trace contextRef="#ctx0" brushRef="#br0" timeOffset="41393.07">19062 2714 13 0,'-8'1'103'15,"8"-1"-11"-15,0 0-1 0,0 0-11 0,0 0 2 16,0 0 0-16,-10 0-4 0,10 0 2 0,0 0-6 16,0 0 0-16,0 0 7 0,-3 1-6 0,3-1-1 15,0 0-5-15,0 0-1 0,0 0-2 0,0 0-5 16,0 0-9-16,0 0 3 0,0 0-2 0,0 0-11 0,0 0 6 0,0 0-8 15,0 0-1-15,0 0 4 0,0 0-4 0,0 0 5 16,0 0 1-16,0 0-7 0,0 0 6 0,0 0-2 16,0 0-10-16,0 0 1 0,0 0-4 15,0 0-3-15,0 0 1 0,0 0-7 0,0 0 1 16,0 0 0-16,0 0-7 0,0 0-3 0,0 0 1 16,0 0-4-16,0 0 4 15,0 0-3-15,0 0-2 0,0 0 0 0,0 0-1 16,0 0-2-16,0 0 5 0,0 0-8 0,0 0 2 15,0 0 3-15,0 0-5 0,0 0-1 0,0 0 2 16,0 0-1-16,0 0-3 0,0 0 5 0,0 0-1 16,0 0-2-16,0 0 2 0,0 0-3 0,0 0 1 15,0 0 2-15,0 0 3 0,0 0-3 0,-6 2-1 16,6-2 1-16,0 0-3 0,0 0 3 0,0 0-2 0,0 0 0 0,0 0 0 16,0 0-2-16,0 0 4 0,0 0 0 0,0 0-2 15,0 0 4-15,0 0-3 0,0 0 0 0,0 0-2 16,0 0 4-16,0 0 0 0,0 0 0 15,0 0-4-15,0 0 2 0,0 0-1 0,0 0-1 16,0 0 2-16,0 0 0 0,0 0 1 0,0 0-6 16,0 0 6-16,0 0-3 0,0 0 1 0,0 0 2 0,0 0 2 0,0 0-4 15,0 0 5-15,0 0-3 0,0 0 0 0,0 0 2 16,0 0-1-16,0 0-5 0,22-4 8 0,-13 3-9 16,5 1 4-16,3 0 3 0,2 1-3 0,-1-1 1 15,3 1-2-15,0 2 0 0,7 0 0 0,-9 0-2 16,2 3-1-16,-1 2 0 0,-2-3 1 0,0 7 4 15,-4-3-5 1,1 2 0-16,-5 3 1 0,2 1 0 0,-6 1 5 16,-3 0-7-16,-6 2 3 0,-4 9 1 0,-4-1-1 15,-5 1 1-15,-6-1 2 0,-2 2-2 0,-6-4 3 16,0-2-5-16,-9 8 1 0,10-7-2 0,-3-2 5 16,0-4-2-16,5 0 1 0,-3-3-4 0,5-1 5 15,0-2 1-15,7-3 3 0,4-2-3 0,4-1 0 16,-2-2 1-16,5 2 0 0,0-4 12 0,3 2 22 0,-1-1 24 0,5-2 9 15,-7 3 4-15,7-3 1 0,0 0-9 0,0 0-5 16,0 0-7-16,28-6-8 0,-7 3-3 0,7-2-3 16,6 0-5-16,0 1 1 0,3-1 3 15,4 1-6-15,-1 1-1 0,11-3 1 0,-15 4-6 0,-1 2-5 16,-1-2 0-16,-1 1-2 0,-13-1-2 0,10 0 6 16,-10 1-18-1,-1 1-3-15,-3 0-10 0,-5 0-10 0,-2 0-6 16,1-1-7-16,-10 1-4 0,9 0-4 0,-9 0-11 15,9-4-34-15,-9 4-27 0,4-4-26 0,-4 4-39 16,0-10-40-16,0 10-198 0,-4-11-446 0,4 3 197 16</inkml:trace>
  <inkml:trace contextRef="#ctx0" brushRef="#br0" timeOffset="41862.33">19842 2631 4 0,'0'0'152'0,"0"0"-8"16,0 0-11-16,0 0-9 0,0 0-5 0,0 0-1 15,0 0-11-15,0 0-5 0,0 0-2 0,0 0-7 16,0 0-2-16,0 0-13 0,24-2-1 0,-4 0-9 0,8-1-13 0,3 0 1 15,4-1-4 1,2 1-2-16,14-4-3 0,1 5 9 0,-2-3-10 0,-8 3-2 0,-6-4-3 0,2 2-3 16,-7 4-2-16,-3-3-6 0,-13 1 0 15,1-1-5-15,-5 1-4 0,-2 0 0 0,3 2-9 16,-5-2 0-16,-3 1 0 0,-4 1-10 0,5-2-13 16,-5 2-15-16,0 0-19 15,0 0-17-15,-33 2-5 0,15-1-43 0,0 1 3 16,-1 0-13-16,-2 1-7 0,1 1-22 0,-3-1-80 15,2-1-248-15,-1 1 110 0</inkml:trace>
  <inkml:trace contextRef="#ctx0" brushRef="#br0" timeOffset="42246.94">20074 2636 180 0,'0'0'172'0,"0"0"-14"0,0 0-18 16,0 0-11-16,-2 3-13 0,2-3-5 0,0 7-12 15,0-2-2-15,0 3-16 0,2 1-10 0,-2 3 7 16,2 4-6-16,-2 1-8 0,2 1-1 0,-1 8-2 16,4 3-2-16,-1-2 0 0,0 2-12 0,1 3-1 0,-1 1-3 0,1 1 1 15,-1-2-4-15,0-1-6 0,0 3-2 0,-1-3 0 16,0-4 1-16,-3 2-5 0,0-2-4 0,0-2-2 16,-4-5-3-16,0-3-1 0,-2-1 1 0,0-2 1 15,-3 2 0-15,0-3 2 0,-3-1 4 0,-3-3-2 16,-2 1 0-16,3-4 1 0,-6 0 12 15,2-1 0-15,0-3 7 16,-1 0 15-16,1-4-2 0,4 2 10 0,1 0-3 16,-1-3 2-16,1 0 10 0,2 1 5 0,2 1 15 15,2-1 3-15,7 2-3 0,-10-2-7 0,10 2 3 16,-9-1-9-16,9 1 3 0,-6-3-19 0,6 3 4 16,0 0-7-16,0 0-10 0,-8-2-5 0,8 2-18 15,0 0-18-15,0 0-19 0,0 0-29 0,-5-3-27 16,5 3-38-16,0 0-58 0,0 0-51 0,0 0-50 0,0 0-275 15,16-7-578-15,-9 2 256 0</inkml:trace>
  <inkml:trace contextRef="#ctx0" brushRef="#br0" timeOffset="42694.52">20441 3156 58 0,'0'0'340'0,"-3"-2"-22"16,3 2-23-16,0 0-29 0,0 0-23 0,0 0-30 15,0 0-20-15,-1-5-23 0,1 5-22 16,0 0-18-16,0 0-10 0,0 0-14 0,0 0-11 0,0 15-11 15,-2-4-11-15,-2-1-7 0,2 5-5 16,-3 2-2-16,0 4-7 0,1-3-4 0,-2 1-6 16,2 0-4-16,2 1-5 0,-1-1-3 0,3-2-2 0,0 0 2 0,4 0-2 15,-3-5-2-15,3 1-13 0,-1-4 10 0,3 0 2 16,0 1 0-16,1-4-5 0,3-1 3 0,3 1-5 16,1-4 11-16,4-2 13 0,-3 0-1 0,3 0 2 15,0-1-2-15,-5-2-3 0,-1 0 5 0,1 2 7 16,-5 0 2-16,-2-1-14 0,3 0 5 0,-4 1-5 15,0 1-5 1,-5 0-14-16,8-3-4 0,-8 3 8 0,8 6-10 16,-3-2-3-16,-3 2-6 0,0 1 11 0,-1 4-13 0,0-1 0 15,2 3-15-15,-1 4-18 0,-2-1-36 0,0 1-29 16,0 3-49-16,0 6-62 0,0-9-104 16,-1-5-240-16,1 2-597 0,-1-5 265 0</inkml:trace>
  <inkml:trace contextRef="#ctx0" brushRef="#br0" timeOffset="44058.01">21274 2834 157 0,'0'0'133'0,"0"0"-2"0,0 0-9 0,-4-3-6 15,4 3-15-15,0 0-6 0,0 0-9 0,0 0-3 16,0 0-6-16,-7-1-3 0,7 1-14 0,0 0-10 16,0 0 3-16,0 0-9 15,0 0-5-15,0 0-3 0,0 0 2 0,0 0-9 16,16 0 1-16,-4 0-1 0,0-3 3 0,1 3-9 16,1-2-3-16,6-1-2 0,-1-1-2 0,0 1-1 15,0-2-2-15,0 3-2 0,-2-3 11 0,-2-2 31 16,-5 3 3-16,4-2-4 0,-2 0 6 0,-3 1 7 15,1-1 4-15,-2-3-3 0,-3 6 11 0,-1-4-10 16,-2 2-1-16,1-2-2 0,-3 6-10 0,-1-6-12 0,-5 1-3 0,0 3-4 16,-4 0-4-16,-8 1-4 0,-4 1-5 0,3 1-1 15,-10 3-4-15,-1 2 1 0,-3 4-2 0,0-1-3 16,1 7 0-16,-4-3-3 0,4 5-2 16,-13 8-1-16,15-4 3 0,2 0-4 0,-8 11 2 15,1 4-2-15,12-7 0 0,4 0 1 0,6 3-1 16,8-3-5-16,0 2-3 0,14-4 2 0,4 2 2 0,7-5 3 0,12-2-2 15,17 2 0-15,1-3-1 0,11-7 3 0,28 0-3 16,-21-10 3-16,28-1-2 0,-2-4-2 0,-31-3 1 16,-3-3-8-16,3-1-3 0,-9-2-2 0,-2-4-6 15,-19 2 1-15,2 1 4 0,-5-4 1 0,-5 1 1 16,-5-3 0-16,-7 4 2 0,-2-2 3 0,-7 5 4 16,1-6 4-1,-5 6-3-15,-4-5 4 0,-3 3 1 0,-5-1 3 16,-4 5-5-16,-2 0-2 0,0 3 3 0,-4 1-1 0,-6 5 2 15,0 2-5-15,-3 0 1 0,10 1 0 0,-6 6 2 16,0-2-3-16,9 2 2 0,-1-1-1 16,6 1 5-16,-1 2-5 0,6-2 2 0,2 0-8 15,3 1 4-15,3 0 1 0,4-2 0 0,5 0 2 16,5 1-1-16,3 0 3 0,3-4 0 0,3-1-1 0,4-2 0 0,-6-3-1 16,0 0-1-16,0-2 2 0,-2-3-3 0,-4-1 5 15,2 0-5-15,-2-4 0 16,-7 4 2-16,-2-2-3 0,3-1-2 0,-5-2 0 15,-2-3 2-15,0 5-2 0,-1-3-5 0,-4 0 1 16,1 2-4-16,-1-2-1 0,-3 3-8 0,1 2-6 16,0-2-17-16,-3 2-12 0,3 1-24 15,-1 2-21-15,-1 1-24 0,7 3-38 0,-10-7-53 16,6 3-117-16,4 4-359 0,-9-4 159 0</inkml:trace>
  <inkml:trace contextRef="#ctx0" brushRef="#br0" timeOffset="44467.68">22374 2852 8 0,'0'0'211'0,"-5"-5"-15"0,5 5-22 0,-4-3-15 0,4 3-15 16,0 0-13-16,-15 2-11 0,15-2-14 16,-17 5-7-16,7-2-17 0,0 2-2 0,-3 0-8 15,-1 1-8-15,1 0-7 0,-1 2-5 0,4 0-7 16,0 2-4-16,-3 0-6 0,2 2-2 0,-1 2-1 16,7-3-4-16,1 0-8 15,3 1 7-15,1 0-1 0,1 1-5 0,4 2 2 16,8 0-6-16,-1-2 4 0,3 2-1 0,7 1-1 15,3 0-5-15,-2 0 3 0,1-5-7 0,3 2 5 16,-8-5-3-16,1 1 1 0,-4-1-8 0,-3-1 4 16,-3-2-5-16,-1 0 1 0,-1-3-2 0,-3 0-5 15,-1 2-1-15,-3 0 5 0,-1-4-1 0,-8 7 5 16,-2-4-7-16,-4 1 2 0,-8 0 0 0,2-1-1 0,-11 0-4 16,3 0-6-16,0 0-43 0,6-2-37 0,-1-1-54 15,5-1-185-15,-5-2-357 0,9 2 157 0</inkml:trace>
  <inkml:trace contextRef="#ctx0" brushRef="#br0" timeOffset="44899.64">22875 2776 27 0,'0'0'222'0,"0"0"-23"0,0 0-22 0,0 0-22 31,0 0-14-31,0 0-16 0,0 0-6 0,-3 11-12 16,0-5-6-16,-1 1-11 0,-1 3-8 0,-2 3-3 16,0 1-10-16,-3 2 0 0,1 1-10 0,-2 1-7 15,-4 2-5-15,5 6-2 0,-4-4-6 0,2 2-2 16,6-7-2-16,-3 0-2 0,4 0-4 0,1-7-1 16,2 4-2-16,0-5-3 0,2 2 19 0,0 1-5 15,2-6 7-15,0 0-1 0,7 1-1 0,2 0-2 0,2-4-6 0,9 2-4 16,-2-3-1-16,11-2-19 0,-10-1-17 0,0 0-19 15,0-3-27-15,-1 0-15 0,-1 0-27 16,-1-2-29-16,-4-3-19 0,-1 6-18 0,-3-4-22 16,-1 0-102-16,-1 2-308 0,-2-1 137 0</inkml:trace>
  <inkml:trace contextRef="#ctx0" brushRef="#br0" timeOffset="45068.75">23034 3040 698 0,'-2'-5'11'0,"1"1"20"16,1 4 18-16,-1-10 15 0,-2 7 27 0,3-3-3 0,-1 3 3 16,-1 0 13-16,0-1 6 0,2-1 3 0,0 5 2 15,-1-5 0-15,1 5-5 0,-1-4-11 0,1 4-9 16,0 0-10-16,0 0-14 0,0 0-7 0,0 0-10 15,0 0-5-15,0 0-3 0,-3 11-6 0,3-4-3 16,-1 2 1-16,-2 1 0 0,1 5-2 0,-1 2 4 16,2 1-4-16,-3-1-2 15,-1 1-3-15,0-1-3 0,2 3-1 0,3-2 1 16,-2 1-18-16,-1-3-15 0,3 4-34 16,-1-3-33-16,-2 1-35 0,3-6-52 0,-1-2-215 15,2-5-409-15,-1 2 181 0</inkml:trace>
  <inkml:trace contextRef="#ctx0" brushRef="#br0" timeOffset="45570.81">23344 2944 200 0,'0'-5'308'0,"1"3"-4"0,-1-3-26 0,2 0-25 0,-2 5-26 16,0-3-21-16,0 3-28 0,1-5-17 0,-1 5-15 15,0 0-20-15,0 0-19 0,0 0-19 16,0 0-7-16,0 0-15 0,0 0-3 0,-1 13-8 16,-1-7-10-16,1 6-1 0,-3 1-6 0,-1 4-8 15,1 1 8-15,-1-1-5 0,2 2-3 0,-1 0 0 0,0 0-4 0,0-2-5 16,4 0 1-16,0-1-2 0,0 1-2 0,0-7-13 15,1 0 17-15,3 1-4 0,1-1 2 0,0-2 15 16,4-1 11-16,0-2 22 0,2 0-10 0,2-2 8 16,4-1-6-16,2-4 2 0,-1 1 10 0,-1-3-12 15,2-1-1-15,-2-5-5 0,-1-1 16 0,-2 0-20 16,0 0-6-16,-1-5-5 0,0 0-10 0,-2-7 4 0,0-2-6 0,-1-3-15 31,-6 0-2-31,-2 1-23 0,-2 2 21 0,-4 6-11 16,-5-5 4-16,-1 7-7 0,-1 0 4 0,-3 4 7 0,-1 2-8 0,-2 1-2 0,3 3 2 0,-3 0-1 31,0 4-7-31,2 3 4 0,-2 3-6 0,1 2 1 0,0 1 3 0,-1 3-5 0,8-1 16 0,0 3-4 16,4-1-10-16,3 6 1 15,9 1 2-15,11 3-13 0,7 0-27 0,7-2-45 16,14 3-64-16,3-5-85 0,-10-9-353 16,16-1-644-16,0-4 285 0</inkml:trace>
  <inkml:trace contextRef="#ctx0" brushRef="#br0" timeOffset="46356.84">24277 2958 57 0,'0'0'95'0,"0"0"-4"0,0 0-1 0,0 0-5 15,0 0-3-15,0 0-2 0,0 0 7 16,0 0-11-16,0 0 0 15,0 0-18-15,0 0 9 0,0 0 2 0,0 0 4 16,0 0-3-16,0 0-8 0,0 0-8 0,0 0 7 16,0 0 2-16,0 0 2 0,0 0 6 0,0 0-1 15,0 0 4-15,0 0 2 0,14-4 1 0,0 4-4 16,7-1-10-16,11-2-7 0,4-1-4 0,4 1-5 16,15-1-5-16,0-1-1 0,-2 0-4 0,-1 0-8 15,-15 2-9-15,0-1-13 0,-4 1-19 0,-1-3-28 0,-5 3-36 16,-7-2-37-16,-3 0-47 0,-7 0-157 0,-6 3-341 0,-1-3 152 15</inkml:trace>
  <inkml:trace contextRef="#ctx0" brushRef="#br0" timeOffset="46588.54">24580 2767 101 0,'-3'-3'292'0,"2"-2"-13"0,1 5-19 16,-4-2-28-16,4 2-22 0,0 0-24 0,-1-5-24 16,1 5-29-16,0 0-23 0,0 0-10 0,0 0-11 15,-4 18-10-15,2-8-11 0,2 2-3 0,-3 4-6 0,2 1-10 0,-1 2 7 16,0 6-13-16,1-6 1 0,2 7-7 0,3 2 0 16,-2 0-21-16,3-9-26 0,4 6-23 0,-1-1-27 15,-2-7-29-15,5-1-53 0,-3 0-80 0,1-9-137 16,2 0-388-16,1 0 172 0</inkml:trace>
  <inkml:trace contextRef="#ctx0" brushRef="#br0" timeOffset="46789">25480 2888 154 0,'3'0'158'0,"5"-4"-34"0,2 3-53 0,4-2-54 15,2-1-105-15,5-1-94 0,7 0 41 0</inkml:trace>
  <inkml:trace contextRef="#ctx0" brushRef="#br0" timeOffset="46927.09">26329 2825 36 0,'4'-3'219'0,"1"1"-28"15,1-3-34-15,4 3-55 0,3-1-43 0,4 1-52 16,4-2-136-16,9-2-139 16,2-1 61-16</inkml:trace>
  <inkml:trace contextRef="#ctx0" brushRef="#br0" timeOffset="47074.21">27106 2732 19 0,'28'-2'24'0,"0"-4"-32"0,4 2-8 0,1-2 4 15</inkml:trace>
  <inkml:trace contextRef="#ctx0" brushRef="#br0" timeOffset="47221.48">27992 2750 96 0,'0'0'284'0,"9"-3"-25"0,-4-1-28 15,0 2-27-15,1-1-45 0,5 2-69 0,0-1-103 16,-5-3-206-16,6-1-237 0,-2 0 106 0</inkml:trace>
  <inkml:trace contextRef="#ctx0" brushRef="#br0" timeOffset="56677.58">3594 6624 101 0,'-2'-5'218'0,"-1"2"-5"16,3 3-21-16,-3-5 9 0,3 5 7 0,-2-4-1 16,2 4-7-16,-1-4-8 0,1 4-16 0,0 0-14 15,0 0-17-15,-3-3-15 0,3 3-15 0,0 0-10 16,0 0-10-16,0 0-10 0,0 0-15 0,0 0-2 0,0 0-11 16,0 0-9-16,0 0-14 0,-3-3-4 0,3 3-5 15,0 0-7-15,0 0-1 0,0 0-4 0,0 0-5 16,0 0-8-16,0 0 3 0,0 0-11 0,0 0-9 15,0 0-8-15,0 0-4 0,0 0 5 0,0 0-2 16,0 0 5-16,0 0-1 0,0 0 3 0,0 0 8 16,18 5-4-16,-9-7 1 15,2 1 3-15,0-3 0 0,0 1 2 16,2 0 1-16,5-3 2 0,-5 1-2 0,0-1 2 0,-3-1 0 16,2 3 12-16,-1-3 15 0,-5 2 16 0,-1-2 11 15,1 2 10-15,0 0 12 0,-2 0 2 0,0 0-2 16,-3 0 2-16,-1 1-12 0,0-2 1 0,-3 2-13 15,-1 1-11-15,-3 2 2 0,-5 1-11 0,-5 0 2 16,-4 4-5-16,-6 2-11 0,-5 2-4 0,-1 4 1 0,-4 4-6 16,-12 7 1-16,0 2 1 0,-5 3-2 0,9 1-2 15,-6 0-2-15,9 3 0 0,2 2 2 0,2 4 1 16,7 0 14-16,2 1-10 0,6 3-10 0,4-11 1 16,7 1 0-16,2 2-20 0,6 0-9 0,3-2 4 0,5-2-1 15,6-1 4-15,5 0 5 0,9-5 2 16,7-2 2-16,18-1 6 15,2-6 2-15,12-10-3 0,27 3 7 0,-26-11-4 16,28-3-5-16,-28 0-5 0,28-9-1 0,-33 1-4 16,-3-2 1-16,0 0-2 0,0-1 1 0,-7-2-11 15,-15 4-2-15,-3 0 3 0,-4-3 7 0,-4 1 3 16,0 2 18-16,-9 2 24 0,-5 4 14 0,-1-2 13 16,-6 1-1-16,1 2-10 0,-4-1 1 0,-2 2-6 15,-3 0-3-15,-6 3-4 0,-3-3-1 0,-7 6-2 0,4 1-1 0,-5 2-6 16,-8 5-4-16,2 0-2 0,2 3 2 0,2 0-3 15,5-1-3-15,4 1 0 0,-1 2-6 0,3-1 4 16,8-2-26-16,-2 2-10 0,4 0 4 0,2-1 8 16,2 1-3-16,6 1 2 0,3-4 5 0,4 1 5 15,6-1-2-15,13-6 2 0,-1 0 2 0,2-1-4 16,0-2 6-16,-1-6-4 0,-4 2-2 0,2-3 4 0,-11 2 3 0,-4-2 4 16,0 0 8-16,-4 0 10 0,-4 0-7 15,2-3 6-15,-5 3 3 0,-1-3 3 0,-3 3-6 16,-2-2-1-16,0 0-1 0,-5 1 5 0,-1-2-16 0,0 5-7 15,-4-1-8-15,-6-1-9 0,2 2-13 0,-3 2-9 16,5 4-13-16,-6-2-16 0,4 4-17 0,-1 1-26 16,1-1-37-1,5 1-28-15,0 1-36 0,3-1-202 0,3 2-453 16,5-3 202-16</inkml:trace>
  <inkml:trace contextRef="#ctx0" brushRef="#br0" timeOffset="57093.32">4577 6867 280 0,'-3'-6'266'0,"3"6"-25"16,0 0-26-1,-1-2-22-15,1 2-17 0,0 0-22 0,0 0-13 0,-15 2-15 16,7-2-12-16,-1 4-13 0,-4 2-13 0,3 1-5 16,-8 2-9-16,3 1-11 0,-2-4-2 0,3 5-10 15,0 2-8-15,1-2-2 0,5-1-3 16,-2-1-5-16,3-1-5 0,1 4-4 0,1-3-6 0,1 1-8 16,2 2-2-16,2-2 1 0,4 0 1 0,1 2-2 15,1 0 3-15,3-5 1 0,7 5-4 0,-1-2 1 0,2-1 0 16,-1 0-5-16,2-1 1 0,0 0-1 0,-8-3 0 15,3 2-1-15,-3-2-4 0,-5-3 0 0,3 5 2 16,-3-3 0-16,-1 0-1 0,2-1-2 0,-5 0 5 16,-1 3 1-16,-4-2 2 0,-4 2 1 0,-4 0-1 15,-3 2 1-15,-2-1-1 0,-3 3 0 0,0-2-3 16,2 0-3-16,-4-4-10 0,3 3-14 0,1-1-32 0,-1-2-45 0,2-2-58 16,3 3-68-16,4-5-146 0,2 0-404 0,8 0 180 15</inkml:trace>
  <inkml:trace contextRef="#ctx0" brushRef="#br0" timeOffset="58340.55">5153 6573 76 0,'0'0'259'16,"0"-5"-13"-16,0 5-19 0,0 0-13 0,0-5-10 16,0 5-10-16,0-4-10 0,0 4-15 0,0 0-16 15,0 0-16-15,0-5-12 0,0 5-15 0,0 0-12 16,0 0-14-16,0 0-14 0,0 0-17 0,0 0-10 15,0 0-7-15,-9 13-4 0,0 1-7 0,-4 3 1 16,-5 9-7-16,-7 15 1 0,-3 4 1 0,3 2-9 0,0 6 3 16,2-2-1-16,0 7-2 0,6-3 0 0,-1-2-4 15,8-1 3-15,1-2 7 0,8-4 6 0,2-11-3 16,8-1 4-16,4-3-5 0,4-1 0 0,3-3-6 16,10-3-5-16,5-6-17 0,11 6-34 0,7-9-55 15,0-6-75-15,4-6-286 0,0-4-494 0,-5-1 219 16</inkml:trace>
  <inkml:trace contextRef="#ctx0" brushRef="#br0" timeOffset="58941.51">5294 6866 78 0,'0'-5'288'0,"0"-1"-27"0,1 0-21 15,0 0-22-15,4 0-22 0,2-2-21 0,2 1-15 0,2 0-18 16,1 3-15-16,0 0-13 0,6 0-11 16,-1 4-14-16,2-3-6 15,0 6-12-15,-2-1-6 0,2 5-4 0,0 2-4 16,-1 4-6-16,-3-1-2 0,-2 3-8 0,0 4-4 16,-2 3-2-16,-3-4-3 0,-4 8-2 0,-3-1-4 15,-3 3 6-15,-1-2-6 0,-5 2 1 0,-1 1-2 16,-3-4-5-16,-1 0-1 0,-1-3-2 0,4-4-2 15,-2-3 2-15,2 0-1 0,1-6 7 0,2 1-3 16,0-3 2-16,2 0 6 0,1-4 14 0,0 0 28 0,2 1 27 0,-1-1 46 16,-1-1 28-16,4-2 26 0,0 0-4 0,0 0-25 15,0-10-15-15,4 1-18 0,8-5-16 0,3-8-16 16,-1-1-10-16,9-3-9 0,0 0-19 0,-1-1-12 16,2 2-7-16,0-3-4 0,-2 6-5 0,-8 3-3 15,0 6-4-15,-6 2-5 0,-2 3 1 0,1 2-4 16,-5 1-4-16,3 2-18 15,0-1-23-15,-5 4-28 0,4-4-33 0,-4 4-4 16,0 0 10-16,3 9 4 0,-6 2 10 16,-2-1 10-16,-4 6-6 0,3 2 3 0,1 0 22 15,-2 2-21-15,2-1-10 0,1-1-12 0,2 1-17 0,4-1-10 16,2 0-13-16,5-2-27 0,3-3-49 0,4-2-71 16,4-5-321-16,12-2-634 0,0-3 281 15</inkml:trace>
  <inkml:trace contextRef="#ctx0" brushRef="#br0" timeOffset="59464.18">6306 6617 174 0,'2'-2'234'0,"2"1"-21"0,-4 1-26 15,6-3-20-15,-6 3-17 0,0 0-17 0,7-2-11 16,-7 2-11-16,0 0-3 0,0 0-7 0,-7 13-4 15,0-4-5-15,-1-2-4 0,-6 4-9 0,-5 7-7 16,-6-1-7-16,3 2-7 0,-4-2-6 0,1 0-6 0,-1 0-5 16,4 0-2-16,0 1-5 0,2-2-5 0,6-4-1 15,0 3-3-15,5-1-4 0,-3-1-1 0,7-1 1 0,0-1-2 16,1-3 4-16,4 4-5 0,3-2 2 16,4 0 3-16,5 4 1 0,6-4 6 0,0-2-9 15,10 1-2-15,1-1-2 0,-1 0 0 0,1-1-5 16,-4-1-1-16,-6-2 0 15,3 2-6-15,-3 0 3 0,-2-1-4 0,-2 0-1 16,-2-1 1-16,-4-1-3 0,0 0-1 0,-4 3 5 16,-1-1-2-16,-2-1 6 0,-3 5 5 0,-1-4-3 15,-8 4 0-15,-6-1 1 0,3 2 0 0,-7-1-4 16,-6 1 3-16,3 0-4 0,0-3 1 0,4 0 0 16,0-2-2-16,-2 0-5 0,4 0-11 0,4-1-14 15,1-1-20-15,5-3-21 0,0 1-49 0,7-1-87 0,-9-4-227 0,9 4-463 16,0 0 205-16</inkml:trace>
  <inkml:trace contextRef="#ctx0" brushRef="#br0" timeOffset="59711.2">6568 6846 340 0,'1'-4'366'16,"0"-1"-5"-16,2 2-14 0,-2-2-23 0,-1 5-50 15,1-4-17-15,-1 4-28 0,7-1-30 0,-7 1-23 0,0 0-23 0,0 0-12 0,0 0-23 16,0 0-7-16,-2 10-10 0,1-3-14 0,0 4-5 31,2-2-11-31,-4 4-2 0,1 0-9 0,2-1-3 0,-4 4-7 0,3 1-18 16,0-1-33-16,-2-6-14 0,3 2-16 0,-1 0-29 16,-1 0-24-16,0-4-23 0,1 0-22 0,1-2-27 15,-3 0-10-15,0-1-2 0,3-4-30 0,0-1-284 16,-6 4-522-16,6-4 231 0</inkml:trace>
  <inkml:trace contextRef="#ctx0" brushRef="#br0" timeOffset="59911.21">6501 6725 332 0,'0'-4'395'0,"0"-2"-13"0,-1 2-12 0,1 4-25 15,0-6-32-15,0 6-33 0,0-3-28 0,0 3-24 16,-3-3-30-1,3 3-29-15,4-5-50 0,-4 5-59 0,0 0-37 16,0 0-43-16,0 0-42 0,0 0-43 0,17 8-48 0,-13-5-59 16,-2 1-274-16,2 0-526 0,1 1 233 0</inkml:trace>
  <inkml:trace contextRef="#ctx0" brushRef="#br0" timeOffset="60327.6">6836 6834 161 0,'0'0'352'16,"0"0"-39"-16,0 0-30 0,4 2-30 0,-4-2-28 15,0 0-27-15,0 0-21 0,0 0-17 0,2 6-18 16,2-2-17-16,-4 6-8 0,1 0-14 0,-1 1-12 15,0 1-8-15,4 3-6 0,-8 2-9 0,4 0-9 16,-1 1-6-16,-1-2-5 0,2 0 0 0,-2 0-7 16,2-4-6-16,-1-3-2 0,1 0-4 0,-1-4 2 0,1-1-6 15,-1 3 1-15,1-5 3 0,-2 3 33 0,2-1 26 0,0-4 37 16,0 0 27-16,2 4 31 0,-2-4-15 0,0 0-21 16,0 0-14-16,8-14-12 0,-3 3-13 0,1 3-11 15,0-4-7-15,3-2-14 0,-1 0-8 0,-1 4-5 16,-2-2-7-16,3 3-2 0,-4 1-6 0,2-1-6 15,-2 3-8-15,0 1-1 0,0 0-9 0,-3 4-4 16,3-5-4-16,-4 6 2 0,1-4-22 0,2 2-31 0,-3 2-24 0,0 0-29 16,0 0-9-16,6-1 3 0,-6 1-6 0,8 6-17 15,-4-4-12-15,-2 4-14 0,5-1-24 0,-1 2-20 16,3 2-29-16,-1-1-28 0,2-2-49 0,-1 1-280 16,1-3-621-16,0 0 274 0</inkml:trace>
  <inkml:trace contextRef="#ctx0" brushRef="#br0" timeOffset="60750.65">7263 6834 184 0,'1'-5'328'16,"2"1"1"-16,-2 0-5 0,-1 0-3 0,1 0-11 16,2 1-6-16,-3 3-32 0,1-7-23 0,-1 4-29 15,0 3-26-15,0 0-25 0,0 0-20 0,2-2-28 0,-2 2-33 0,0 0-26 16,0 0-18-16,0 0-1 0,0 0-7 0,0 0-7 15,-1 15 0-15,0-3 9 0,-4 5-16 16,2 1-2-16,-1-1-3 0,1 1 0 0,-1 1-7 0,0-1 0 16,0 0-3-16,3-1 5 0,-2-2-4 0,2-2 6 15,1-3-4-15,0 2 3 0,1-2-7 0,0-3 8 16,2-1-1 0,0 1 0-16,0-2-1 0,1-3 10 0,0 1-2 15,4-3 11-15,-1 0 2 0,4-3-2 0,-1 1 26 16,0-3-5-16,0-2 5 0,-1 1 4 0,1-5-6 0,1 1-13 15,-1-3 0-15,0-5-3 0,-1-4-8 0,0 3-1 16,0-6-1-16,-4-2-16 0,-1 3-13 16,-1-5-1-16,-2 5 3 0,-6 0-5 0,1 6-5 15,-5 0 3-15,3 1-3 0,-6 4 6 0,-2 2 6 0,0 2-16 0,-4 1 0 16,3 3 2-16,-4 3-2 0,2 1-5 0,-1 3 4 16,2 2-1-16,-1 0 0 0,4 3-5 0,3-1 3 15,1 2-17-15,4 3-12 0,1 0 7 0,4 2 1 16,5-1 8-16,4 2 3 0,15 3 4 0,4 0-5 15,6-1-39-15,19-2-48 0,-3-6-67 0,2-2-79 16,1-9-352-16,-15 0-662 0,-1-1 293 0</inkml:trace>
  <inkml:trace contextRef="#ctx0" brushRef="#br0" timeOffset="61098.3">7605 6377 239 0,'0'-2'323'0,"0"2"-35"15,0-5-29-15,0 5-27 0,3-3-29 0,-3 3-24 0,0 0-18 16,22 12-10-16,-1 4-24 0,2 5-13 0,4 5-11 16,7 16-7-16,1 3-9 0,-4 6-3 0,-6 5-9 15,5 23-6-15,-15-23-4 0,-1 25-5 16,-11-26-5-16,-3 1-5 16,-7-3-4-16,-4 0-1 0,-6-5-7 0,-2-2 1 15,-5-7-5-15,-10-1-4 0,-3-4-12 0,-6-1-22 16,-4-5-50-16,-8-3-93 0,-31 4-119 0,22-15-201 15,2-6-505-15,-1-11 224 0</inkml:trace>
  <inkml:trace contextRef="#ctx0" brushRef="#br0" timeOffset="62801.55">8626 6604 208 0,'0'0'215'0,"-9"-2"-10"15,9 2-13-15,-2-2-13 0,2 2-21 0,0 0-10 16,0 0-18-16,-6-2-9 0,6 2-13 0,0 0-10 15,0 0-12-15,0 0-9 0,0 0-11 0,0 0-8 16,0 0 1-16,0 0-11 16,0 0-7-16,0 0-3 0,0 0-1 15,0 0-6-15,0 0 0 0,0 0-6 0,0 0 0 0,26 1-2 16,-12-3-1-16,-1 0-5 0,6 0 1 0,4-3-3 16,4-1-1-16,1 1 1 0,-1-5-6 0,1 2 2 15,-9 0-2-15,1 0 2 0,0-1-3 0,-5-1 0 16,-2 1-5-16,0 1 12 0,1-3 29 0,-8 3-3 15,-1 1 7-15,2-3 16 0,-4 5-2 0,1-1 5 0,-2 0-10 0,-2 1-1 16,-3-1-6-16,0 1-2 0,0 0-6 16,-6 5-7-16,-2-3-10 0,-5 5-7 0,-6 2-2 15,-6 5 0-15,-4 3-4 0,-1 2-2 0,-3 5-3 0,-7 6 0 16,-1 1 0-16,12-4-1 0,-10 10-4 0,2-1 1 16,5 4-2-16,10-9 1 0,-4 12 5 15,10-4-2-15,2-5-2 0,6 0-8 0,7 0-6 0,1-1-2 0,7 0 9 16,10-2-4-16,9-4 10 0,6-2-6 0,19-2-2 15,9-6 6-15,34-1-4 0,0-7 7 0,-26-6-13 16,30-7-3-16,0-3-2 0,-28 2-1 0,21-5-8 16,-23 1-10-16,-5 0-2 0,-3-3-7 0,-4-1 3 15,-2 1-1-15,-18 2-4 0,-2-2 6 0,-8 1 7 16,-7 4 4-16,-3-4 5 16,-4 3 11-16,-5 3 8 0,-4-1 4 0,-5 1 1 15,-4 0 2-15,-10 2 7 0,0 2-5 0,-7 0 3 16,-6 3-2-16,2 3 2 0,-5 5-4 0,2 1-2 15,0 3 1-15,-3 2-1 0,1 1 8 0,2 2-6 16,4-1-3-16,3 4-1 0,10-4 2 0,3-1-4 16,4 3-5-16,4-1 1 0,1 0 7 0,8-1-3 15,3 1 5-15,8-2 0 0,5-2-1 0,11-4-1 0,2 0-5 0,5-3-4 16,3-3-1-16,0-3-7 0,10-6-2 0,-14 2-6 16,-5 0 0-16,-1-4-2 0,-4-2 7 0,-7 5 1 15,-3-3 0-15,-3-2 5 0,-3 0 1 0,-2-1-1 16,-5 2-5-16,-1 0 1 0,-3 0-4 0,-3 0 1 15,-3 2-6 1,-2 1 1-16,-5-1 6 0,-1 0 0 0,-4 3-4 16,2 2-6-16,-5 0-14 0,3 4-7 0,-1-1-10 15,4 0-17-15,2 2-24 0,0 0-31 0,3 0-39 0,2-1-134 16,3 1-330-16,5 0 146 0</inkml:trace>
  <inkml:trace contextRef="#ctx0" brushRef="#br0" timeOffset="63217.64">10065 6564 28 0,'0'0'208'16,"0"0"-26"-16,0 0-13 0,-10 0-19 0,10 0-17 16,-9 3-9-16,1 1-10 0,-2 2-18 0,1-2-5 15,-1 3-12-15,-3 0-9 0,4 0-3 0,0 2-13 16,-1 0-12-16,2-1 12 0,2 2-8 0,-2 0-7 16,3-1-2-16,0 1-6 0,5-1-1 0,0 2 1 0,0-3-3 15,4 3 0-15,2 0-2 0,-1 0 1 0,4-1-5 0,-1 0 2 16,7 1-3-16,3 0 0 0,0-2-6 0,0 0-2 15,-1 1 4-15,0-1-12 0,-4 1 6 0,0-5-2 16,-3 2 3-16,-3 0-6 0,-1 0 10 0,-3-1 7 16,0-2 11-16,-2 3 8 0,-5 3 1 0,-3-2-5 15,-7 3-1-15,-3 1-4 0,-7-1 1 0,0-1-8 0,-3 2 2 16,-5-1 0-16,5-2-17 0,-1-1-18 0,5-3-16 16,2 3-28-16,0-4-32 0,1-1-54 0,3-1-79 15,4-2-124-15,3 0-367 0,10 0 162 0</inkml:trace>
  <inkml:trace contextRef="#ctx0" brushRef="#br0" timeOffset="63719.3">10338 6595 106 0,'0'0'316'0,"0"0"-19"0,-1-5-26 16,1 5-30-16,0 0-21 0,0 0-25 0,0 0-25 16,0 0-18-16,0 0-14 0,0 0-20 0,0 0-14 15,0 0-12-15,0 0-9 16,1 17-8-16,-1-7-8 0,0 1-7 0,-3 2-5 15,0 3-5-15,-1 2-7 0,3 1-1 16,-3 5-6-16,2-4-3 0,-1 6-7 0,0-1 1 16,2-6 0-16,-3 1 1 0,4-4-6 0,-2 1-2 15,2-5-1-15,-3-1-5 0,3-3 1 0,-1 1-1 0,1-6 5 16,0 3 37-16,0-2 35 0,0-4 33 0,1 5 34 16,-1-5 33-16,0 0 14 0,0 0-18 0,0 0-17 0,10-13-17 15,-4 5-22-15,0-5-9 0,4 0-11 0,-1-1-14 16,4-1-11-16,-2 0-6 0,2-1-9 0,-4 0-6 15,5 3-14-15,-9 4 6 0,3 1-13 0,-3-1-3 16,0 4-4-16,0 1-8 0,-1 1-5 0,-1-2-6 16,1 4-6-16,-4 1-18 0,3-4-28 0,-3 4-22 15,0 0-5-15,0 0 8 0,9 5 0 0,-6 0-14 0,-2 2 3 0,4 2-10 16,-1 1-23-16,0 2-11 0,2 4-11 0,-1 0-42 16,2 1-30-16,-2-3-48 0,0-1-63 0,1 0-86 15,1-3-202-15,0-4-637 0,1-4 283 0</inkml:trace>
  <inkml:trace contextRef="#ctx0" brushRef="#br0" timeOffset="64157.48">10965 6631 419 0,'2'-5'431'0,"-2"1"-20"0,0 1-25 0,1-1-32 15,-1 4-35-15,3-5-35 0,-2 2-30 0,-1 3-29 0,0 0-34 16,0 0-19-16,0 0-58 0,3-4-17 0,-3 4 2 0,0 0-23 16,-4 18-6-16,3-8-10 0,-1 2-5 0,1 3-6 15,-1 2-6-15,-2 1-11 0,2-1 15 0,0 1-10 16,1-1-7-16,1-1-6 0,-2 1 2 0,5-2 0 16,-3-4-6-16,1 0 3 0,0 1-11 0,2-3 13 15,0-2-8 1,-1-1 3-16,1-1 5 0,-1-3-5 0,5 2 23 15,-1-3 5-15,3-1-1 0,0 0 6 0,5-2-4 16,-1-4 0-16,-2 2 11 0,6-4 3 0,-2-4 4 16,-2 3-7-16,3-3-4 0,-4-2-7 0,6-6-8 0,-8 5-8 15,5-10-7-15,-4 1-8 0,-2-2-5 16,-3 2-10-16,-6 4-5 0,-4 0 4 0,-1 2-2 16,-5-1 0-16,-4-1-7 0,-5 2 1 0,-6 2 1 0,-1 4 0 0,-4 3 0 15,2 1 2-15,0 7 1 0,1 1-5 0,4 1-2 16,3 2 1-16,1-1-6 0,2 5 0 0,4 1-12 15,4-3-50-15,0 4 5 0,9 2 10 0,4 0 14 16,14 7 4-16,19-3-18 0,18-1-63 0,37 4-75 16,4-13-120-16,2-5-375 0,-6-2-750 0,-31-5 332 15</inkml:trace>
  <inkml:trace contextRef="#ctx0" brushRef="#br0" timeOffset="67542.98">12350 6622 8 0,'0'0'186'0,"-7"2"-20"16,7-2-11-16,0 0-9 0,0 0-5 0,0 0-6 15,0 0-21-15,0 0 4 0,0 0-9 0,0 0-5 16,0 0-5-16,0 0-4 0,0 0-1 0,0 0-4 16,-6-3 0-16,6 3-1 0,0 0 0 0,0 0-3 15,0 0-5-15,0 0-9 0,0 0-6 0,0 0-9 16,14-4-6-16,-5 4-5 0,6-2-5 0,6-2-3 0,10 0-1 0,4-1-5 15,0 0-7-15,3 0 1 0,2 0-9 0,-1 0-21 16,-2 1-21-16,-1-1-25 0,-3 3-32 0,-2-1-33 16,-3-1-27-16,-5 3-71 0,-6-3-133 0,-3 3-374 15,-4 1 166-15</inkml:trace>
  <inkml:trace contextRef="#ctx0" brushRef="#br0" timeOffset="67743.28">12483 6820 58 0,'-3'1'244'0,"3"-1"-10"0,-4 3-18 0,4-3-15 15,0 0-20-15,0 0-20 0,0 0-18 0,21 1-11 16,-3-2-19-16,12-2-24 0,10 2-47 0,10-4-46 15,5-5-82-15,-17 5-202 0,17-1-311 0,-18 0 138 0</inkml:trace>
  <inkml:trace contextRef="#ctx0" brushRef="#br0" timeOffset="68739.58">14242 6174 171 0,'-7'0'180'0,"7"0"-19"0,0-4-6 0,0 4-8 16,0 0-4-16,0 0-11 0,-4-3-2 0,4 3-9 16,0 0-9-16,0 0-12 15,0 0-6-15,0 0-6 0,0 0-8 0,-3-3-5 16,3 3-10-16,0 0 0 0,0 0-5 0,0 0-5 15,0 0-4-15,0 0-6 0,0 0-3 0,0 0 1 16,0 0-9-16,0 0-1 0,0 0-1 0,0 0 0 16,0 0-3-16,0 0-5 0,0 0-1 0,14-5-5 15,0 3-2-15,6-1 2 0,10-3-2 0,6 1-5 16,5-1 3-16,14-3 0 0,1-1-5 0,3 3-2 0,0 1 0 16,-3-3-1-16,0 5-6 0,-19-2-9 0,2-1-10 15,-5 7-13-15,-6-2-10 0,-9 2-20 0,-5 0-28 0,-4-1-18 16,-2 1 2-16,-4 0-13 0,-4 0-41 0,0 0-159 15,0 0-345 1,-22 1 153-16</inkml:trace>
  <inkml:trace contextRef="#ctx0" brushRef="#br0" timeOffset="69130.98">14517 6160 81 0,'0'0'200'0,"-4"1"-13"0,4-1-6 15,0 0-16-15,0 0-15 0,0 0-15 0,0 0-14 16,0 0-16-16,0 0-16 0,0 0-6 0,-5 3-8 0,2-1-13 16,2 3 5-16,1 2-9 0,0 3-8 0,-4 5 1 15,3 2-9-15,-2 2 2 0,1 8 1 0,-2 2-9 0,-1 3 1 16,5 1-3-16,-3 2 0 0,2-2-2 16,1 1-6-16,4 0-2 0,-3 2-5 0,2-4 0 15,-1 1 1-15,6-1-1 0,-7-1-4 0,3-3 2 16,1-1-3-16,-1 1 0 0,0-4-5 0,-3-7 2 0,-1-1 2 0,-1 1-1 15,1-5 2-15,-4 0 4 0,-1-1 5 0,-3-2 4 16,-2 1 9-16,-4-1-2 0,-8-5-3 0,1 0 9 16,-13-2 7-16,0 0 2 0,-2-4 3 0,0 1 4 15,-1-1 4-15,2-3 7 0,0-4 7 0,3 2 19 16,0 0-15-16,8 0 1 0,3 1-2 0,4 3-1 16,6 1-9-16,-3-1-6 15,9 2-6-15,-3 0-8 0,3-1-9 0,5 2-30 16,-9-2-31-16,9 2-25 0,0 0 3 0,0 0-16 15,0 0-27-15,16 11-52 0,-1-5-76 0,6-3-298 16,8 1-556-16,-1-2 245 0</inkml:trace>
  <inkml:trace contextRef="#ctx0" brushRef="#br0" timeOffset="70570.42">15516 6275 121 0,'0'0'189'0,"0"0"-11"0,0 0-10 0,-2-2-10 0,2 2-10 16,0 0-15-16,0 0-17 0,0 0-10 0,0 0-9 0,0 0-8 0,0 0-10 15,0 0-9-15,0 0-6 0,0 0-7 16,-3-5-5-16,3 5-6 0,0 0-1 0,0 0-8 0,0 0-2 16,0 0-4-16,0 0-1 0,0 0-7 0,9-2-1 15,-4 0-3-15,3 2-2 0,2-3 1 0,0 2-2 16,4-1-1-16,-5-3-1 0,5 1 0 16,-2 1-1-16,-2 1-4 15,3-3-3-15,-3 2 1 0,-1-2 3 0,2 1 1 0,-3-2 3 16,-1 2 12-16,-1 2 15 0,0-5 0 0,-1 2-4 15,-2 0-1-15,-2-2 8 0,2 2-4 16,-3 1-4-16,0-3-1 0,-3 3-6 0,-2 0-9 16,-4-1-2-16,-1 2-3 0,-3 1-1 0,-7 2-3 0,-2 0-1 15,-9 4-1-15,2 1-2 0,-3 0-1 0,1 7-2 16,-2 1-4-16,1 1 2 0,0 5 0 0,-10 6-3 0,11-4 0 16,1 2-4-16,-11 11 5 0,8 1-2 0,1 1 2 15,10-7 2-15,4 3 1 0,-2-2 0 0,8 0 0 16,6 1-5-16,2-3-2 0,8 0 5 0,5-1 4 15,7-4-5-15,11-2 3 0,10-4 2 0,17-1-3 16,7-3 2-16,34-7 1 0,-3 3-2 0,2-9-3 16,-2-4 0-16,-28-1 2 15,1-4-4-15,27-5-3 0,-28 6-4 0,-5-6-4 16,-3 3 1-16,-8-5-7 0,-16 4 1 0,-2-2 1 16,-3-1 0-16,-7-3 5 0,-7 7 8 0,0-4 4 15,-8-1 5-15,0 0 7 0,-6 0 2 0,-3 4 3 16,-5-1-5-16,-5 2 3 0,-3 0-3 0,-7 0 2 15,-4 4-1-15,1 2-4 0,-2 3 4 0,-2 2-7 16,2 4 3-16,-2 2-3 0,3 3-2 0,0 1 1 0,4 2-2 0,6-3-2 16,1 4-3-16,3-1 4 0,4 1-3 0,1 0 1 15,6-1-1-15,3 0 2 0,6 3 1 16,5 2 2-16,3-4-1 0,10 0 2 0,4 0-2 0,8-6 0 16,0-2 2-16,1 0-2 0,4-4-2 0,-3-2 4 15,-2-2-9-15,-4 1-4 0,-4-5 5 0,0-1-1 16,-6 1-2-16,-7 0 8 0,-3-1-3 0,-3 1-1 0,-2-3 0 0,-1 1 3 31,-1-1-4-31,-4 0 4 0,-1-1-3 0,-6 1-4 16,0-2 1-16,-1 1-4 0,-6 0 3 0,-1 1-2 0,0 1 1 0,-4 4-9 0,1-3-7 15,-1 6-8-15,3-3-14 0,-3 3-19 0,2 2-22 16,3 0-29-16,0 0-26 0,5 2-41 0,1-2-166 0,3 0-377 31,4 0 167-31</inkml:trace>
  <inkml:trace contextRef="#ctx0" brushRef="#br0" timeOffset="70986.7">16725 6321 55 0,'-1'-5'232'0,"1"5"-21"16,-3-4-22-1,3 4-21-15,0 0-11 0,-4-2-24 0,4 2-14 0,0 0-8 16,-10 5-14-16,4-3-10 0,-1 2-6 0,-2 1-10 16,-1 1-7-16,1 0-9 0,0 1-5 0,-1 2-6 15,1 0-6-15,1 0-4 0,1 3-6 0,1-1 3 16,-1-2-5-16,3 1 0 0,2 3-2 0,-1-4 1 15,3 4-5-15,3-3 0 0,3 2-3 0,2 3 0 16,4-3-2-16,3 1-5 0,1-2 0 0,2 1 0 0,0-1-3 16,-3-1 4-16,1 0-4 0,0 2 0 0,-7-6-2 15,1 3 3-15,-2-3-4 0,1-1-5 0,-4 1 1 0,-1-1-9 16,-3 0 2-16,-3 0 1 0,-1-2 1 0,-5 3 1 16,-3-1 2-16,-1 0-2 0,-8 1 4 15,5-2-3-15,-6 0-11 0,2 0 3 0,-1-2-23 16,-1 0-31-16,1-2-32 15,4 0-42-15,2-2-182 0,3 0-347 0,2-2 153 16</inkml:trace>
  <inkml:trace contextRef="#ctx0" brushRef="#br0" timeOffset="71503.08">17061 6320 224 0,'0'-4'274'0,"0"4"-18"0,-2-4-28 0,2 4-28 0,-2-3-20 16,2 3-19-16,-2-5-20 0,2 5-18 0,0 0-8 15,0 0-10-15,0 0-15 0,-2 16-8 0,2-9-11 16,0 2-7-16,0 3-6 0,-1 5-6 0,-2-3-4 15,2 4-6-15,-1-1-6 0,-2 2-6 0,1 0-1 16,0-1-3-16,-1 0-4 0,0-1 0 0,1 0-2 16,-1-1-2-16,3-3-1 15,-1 0-1-15,-1-4-2 0,1 0 0 0,0-2-2 16,1-1-1-16,1-2-2 0,-2 0 16 16,3 2 26-16,-1-6 23 0,-1 3 34 0,1-3 28 15,0 0 33-15,0 0 14 0,1 5 20 0,-1-5 1 0,0 0-20 16,0 0-18-16,0 0-15 0,6-15-17 0,-2 8-15 15,0-3-11-15,1-2-12 0,4-2-12 16,2-2-10-16,-2 0-8 0,0 1-2 0,-1 1-8 0,-2 4-10 0,1 0-1 16,-1 3-5-16,-2 1-8 0,-1 0-1 0,0 1-5 15,2 1-7-15,-2 1-5 0,-2 1-15 0,-1 2-17 16,4-5-26-16,-4 5-27 0,0 0 7 0,0 0 2 16,0 0 5-16,10 8-14 0,-6-2-11 0,0 0-8 15,2 4-12-15,1-2-16 0,-2 2-19 0,-1 1-24 0,0-1-33 16,-2 2-40-1,3-1-43-15,-2 0-70 0,-2-1-218 0,0-4-612 16,2-1 271-16</inkml:trace>
  <inkml:trace contextRef="#ctx0" brushRef="#br0" timeOffset="72004.02">17543 6341 295 0,'1'-5'312'0,"0"0"-2"0,2 1-10 0,-2-2-20 0,-1 5-26 0,4-3-17 0,-4 4-24 16,0-5-29-16,0 5-18 0,0 0-12 0,5-2-35 15,-5 2-19-15,0 0-21 0,0 0-9 16,0 0-10-16,0 11 9 0,0-4-20 0,-4 4-6 15,3 4-1-15,-3 2-8 0,-1 0 0 0,1 1-6 0,-1 2-3 16,2-2-5-16,0 1 2 0,-1-2-3 0,4 2-1 16,-3-2 3-1,2-3-5-15,1-1-5 0,0-2 1 0,4 0 1 16,-3-3 3-16,5 1 0 0,-3-3 7 0,2 0 10 16,-1-1 10-16,4-1 11 0,-2-3 6 0,3 3 22 0,-4-4 6 15,7-4 13-15,-1 3 3 0,-2-3-7 16,1-1 4-16,2-1-9 0,-3-1-3 0,4-5-4 15,-3-1-16-15,0-1-8 0,0-3-8 0,-1-2-5 16,0-5-22-16,-2-3-10 0,-5 1-10 0,-2-2-5 0,0 10-1 0,-4-9 2 16,-1 10-8-16,-3 0 0 0,-2 3 4 0,-1 0 1 15,2 4-4-15,-3 4 1 0,2-3-3 0,0 4 1 16,0 3-2-16,-1 0-6 0,4 2 1 0,-3 2-2 0,2 0 3 16,0 1-33-16,3 6-8 0,4-2 2 15,1 4 6-15,5 0 8 0,8 6 6 0,10 0-3 16,9 0-13-1,21 0-46-15,-3-3-65 0,5-5-92 0,4-8-139 0,-3 0-219 16,-4-3-658-16,-12-6 292 0</inkml:trace>
  <inkml:trace contextRef="#ctx0" brushRef="#br0" timeOffset="73870.88">18982 6421 124 0,'0'0'150'15,"-12"-1"-3"-15,7-1-5 0,5 2-10 0,-9 2 1 16,9-2-6-16,-6 0-4 16,6 0-4-16,0 0-13 0,-9 0-5 0,9 0-11 15,0 0-7-15,0 0-2 0,-8-2-4 0,8 2-5 16,0 0-1-16,-9-2 2 0,9 2 0 0,0 0-2 15,-6 0-1-15,6 0-3 0,0 0-5 0,0 0-2 16,0 0 1-16,0 0-1 0,0 0 1 0,-8 0 2 16,8 0-14-16,0 0-3 0,23-2-7 0,-2 1 0 15,12-4-5-15,6 0-5 0,19-2-1 0,2-1-3 0,1-1-1 0,1 0-2 16,0 4-7-16,2-1 0 0,-6 0-7 0,-4-1-13 16,-16 2-12-16,-4 0-19 0,-5 2-18 0,-8 1-20 15,-8 2-24-15,-2-2-17 0,-3 1-25 0,-4 0-25 16,-4 1-52-16,0 0-126 0,0 0-369 0,-23-3 164 15</inkml:trace>
  <inkml:trace contextRef="#ctx0" brushRef="#br0" timeOffset="74070.7">19319 6275 52 0,'-4'-11'207'0,"3"6"0"0,-3-5 8 15,0-1 2-15,4 4 5 0,-1-2 0 16,0 3 4-16,1-1-5 0,-3 2-7 0,3 1-10 0,0 0-26 15,0 4-24-15,0-5-16 0,0 5-20 0,-1-5-38 0,1 5-21 16,0 0-17-16,0 0-6 0,-3 14-2 0,3 1-6 16,-1 4 0-16,-3 8 1 0,2 3-6 0,-1 3 1 15,2-2-1-15,-2 3-5 0,3 4-28 0,0-4-27 0,0-1-33 16,4 0-41-16,1 1-37 0,4-8-59 0,-4-9-233 16,2 3-475-16,3-6 210 0</inkml:trace>
  <inkml:trace contextRef="#ctx0" brushRef="#br0" timeOffset="74556.47">20170 6079 16 0,'5'-3'240'0,"-1"-2"-18"0,0 4-22 0,0-2-16 16,2 1-19-16,2 0-15 0,1-1-9 0,3 3-10 0,0 3-16 15,5 1-12-15,-6 1-9 0,2 2-8 0,2 7-8 16,0-2-10 0,-2-1-3-16,3 11-7 0,-5 2-4 0,-1 2-5 15,-6 2-3-15,-4 2-8 0,-4 1-6 0,-8 1 1 0,-4 12 0 16,-7-3-7-16,4-10 0 0,-2-4-2 16,0 2-4-16,-3-3 0 0,2-1-3 0,3-6 0 15,2-5-4-15,4-1 2 0,3-4-1 0,1-1 7 16,4-4 3-16,1 0 17 0,0 0 22 0,-2 0 31 0,4-3 6 15,2-1-2-15,-2 4-11 0,2-4-9 0,0 0-5 0,23-4-8 16,-4 1-10-16,11-2-10 0,-2 1-8 0,2-1-26 16,4 0-28-16,0 0-28 0,3 1-37 0,-5 1-52 15,4-1-63-15,-3-3-305 0,-2 1-543 0,0-2 239 16</inkml:trace>
  <inkml:trace contextRef="#ctx0" brushRef="#br0" timeOffset="75357.3">20777 6075 143 0,'-9'0'154'0,"9"0"-3"0,-4-3-10 0,4 3-7 15,0 0 0-15,0 0-3 0,-9 3-8 0,9-3-12 0,0 0-8 16,0 0-7-16,0 0-10 0,23-5-8 16,-3 5-5-16,1-5-6 0,14 2-5 0,2-4-9 15,1 2-1-15,17-3-7 0,1-1-6 0,-1 0-2 0,3 1-1 0,-3-1-2 16,-3-1-6-16,-12 5 1 0,-6-1-4 0,-3 1-7 16,-4 2-9-16,-9 0 1 0,-4 1-10 0,-3-1-14 15,-3 2-17-15,-6-2-34 0,2 1-44 0,-4 2-36 16,0 0-162-16,-22-3-332 0,7 3 148 0</inkml:trace>
  <inkml:trace contextRef="#ctx0" brushRef="#br0" timeOffset="75679.92">21080 6014 143 0,'0'0'174'0,"0"0"-13"0,-4 2-20 16,4-2-13-16,-1 4-17 0,1-4 0 0,0 6-11 15,1 1-9-15,2 2-1 0,-3 3-5 0,-3 6-4 0,7 7-4 0,-4 3-3 16,0 0 0-16,1 2-9 0,3 2-5 0,-3-1-2 16,-1 1-2-16,1 2 1 0,1-1-7 0,2-1-2 15,-3 1 3-15,0-2-8 0,-2-3-2 0,1-2-3 16,0-6-2-16,-3-1-5 0,1-2 6 0,-2-1-1 16,-2 0 9-16,1-4 4 0,-2-3-2 0,3 2 0 15,-2-2 3-15,-3-2 2 0,1-2-5 0,-2 0 1 0,-3 0 0 0,3-2 3 16,-3-2-3-16,1-1 2 0,-3 0-1 15,1 0 1-15,2-1-10 0,0 0-4 0,2-1-4 0,2 1-2 16,2 0-4-16,0 0-3 0,6 1-1 0,-11-3-7 16,7 1-8-16,4 2-24 0,-6-2-36 0,6 2-55 15,0 0-48-15,0 0-39 0,0 0-38 0,0 0-184 32,0 0-451-32,0 0 200 0</inkml:trace>
  <inkml:trace contextRef="#ctx0" brushRef="#br0" timeOffset="75980.89">21472 6561 342 0,'0'0'323'0,"9"0"-38"0,-9 0-28 0,5 0-29 15,-5 0-24-15,8 2-24 0,-7-1-14 0,3 3-23 16,0 2-16-16,1 1-12 0,-4 2-13 15,-1 3-12-15,0 1-10 0,-3 4-10 0,-4 1-4 16,-3 4-6-16,-4 2-4 16,2-5-6-16,2-2-4 0,-3 0-7 0,4-2-3 15,0-5-1-15,4 0-10 0,-2-3-2 0,4 0-1 16,-1-2 4-16,4-1 9 0,-4 0 3 0,4-4 12 16,13 4-2-16,8-4-5 0,13 0-4 0,21-2-5 15,1-3-6-15,2 4 0 0,2-3-25 0,-2 1-42 16,0 1-46-16,-5 0-61 0,-1 0-80 0,-16-2-282 0,-6 2-550 15,-8 0 244-15</inkml:trace>
  <inkml:trace contextRef="#ctx0" brushRef="#br0" timeOffset="77331.58">22360 6125 57 0,'-1'-9'255'0,"-3"6"-21"16,3 1-12-16,1 2-15 0,0 0-13 0,0 0-20 15,-4-2-18-15,4 2-16 0,0 0-9 0,0 0-19 16,0 0-13-16,0-6-11 0,0 6-15 0,0 0-8 16,0 0-10-16,0 0-3 0,0 0-12 0,0 0-2 15,0 0 3-15,18 2-8 0,-7-4-8 0,9 0-5 16,0-2-3-16,2 1-9 0,5-3-7 0,3-1-2 15,-2 1 1-15,4 1 0 0,-1-6-2 0,-2 0 0 16,-2 1 1-16,1 3-1 0,-7-3 0 0,-3 1 0 16,-1 1 2-16,0-1 6 0,-2-1 8 0,-4 2 7 0,-5 0 6 0,3 0-1 15,-4 2 4-15,-1-2 6 0,-1 4-4 0,-3-3-4 16,-2 2-8-16,-3 1 1 0,-1 1-3 0,-6-1-5 16,2 4-2-16,-9-3-1 0,-2 6-1 0,-7 2-1 15,-2-1-4-15,-4 9 0 0,-1 0 2 0,-10 7 2 16,9-4-6-16,-7 9-1 0,2 1 1 0,11-4 1 15,1 1-1-15,-2 3-5 0,6 1 5 0,3-1-2 0,4 1 1 0,6 0-5 16,4 0-5-16,5 3 5 0,7-7 3 16,11 1-2-16,7-2 4 0,11-2-2 0,21 2-1 0,9-7 1 15,32-2-11-15,-6-7-1 0,-22-6-2 0,32-2 2 16,-6-4 3-16,-4-2 0 0,-26-1-4 0,0-1-4 16,-2-1-9-16,-5 0-4 0,-17 0 0 0,-5-1 3 15,-3 1 0 1,-6-1 10-16,-6 3 13 0,-6 1 23 0,0 1 15 0,-8-1 3 15,0 2 0-15,-5 0-4 0,0-1-10 0,-5 2-2 16,-3 2 0-16,-6-3 0 0,-5 3-5 0,-6 1-3 16,2 4-1-16,-8 2-1 0,3 1 3 15,-3 1-8-15,4 3 1 0,3-1-5 0,4 2 1 0,2-1-2 16,1 1 1-16,7-1 1 0,1-1-10 0,3 1-3 16,2 1 2-16,3-4 4 0,7 3 0 0,3-1 4 0,9 0-1 15,7 0 0-15,6-4-1 0,2-1 0 0,7-3-6 16,-4-2-3-16,-1-2-5 0,-3 0 0 0,2-3 0 15,-4 0 2-15,-8 2 1 0,-3-3 1 0,-4 1 6 16,-3-1 3-16,-2 2-3 0,-3-4-2 0,-2 0-3 16,-1-2-5-16,-3 3-1 0,-4-3-7 0,-2 0-6 15,-3 2 4-15,-3-2 0 16,-4 1-12-16,-2 4-8 0,0 0-10 0,-3 0-7 16,-1 5-21-16,0-4-16 0,0 2-8 0,3 3-16 15,1 1-55-15,4-1-113 0,1-2-315 0,5 3 140 16</inkml:trace>
  <inkml:trace contextRef="#ctx0" brushRef="#br0" timeOffset="77716.33">23960 6079 256 0,'-2'-3'235'0,"2"3"-20"0,-3-5-22 0,3 5-20 16,-5-1-21-16,5 1-16 0,-9 5-13 0,0-3-14 15,1 3-10-15,-3 4-11 0,-4-4-7 16,-1 7-9-16,1-2-8 0,-1 2-4 0,1 1-8 0,1 1-6 16,0-1-8-16,1 0 1 0,-1 0-7 0,5 1-1 15,0 0-4 1,4-2-1-16,1-1-4 0,2 3-4 0,2 0 0 15,4-4-1-15,2 5 1 0,4-1-4 0,4-2 1 16,2 0-1-16,4-1-2 0,-2-2-2 0,1 0 0 0,0 0-1 16,-3-1 1-16,-4 0-2 0,0-4-11 0,-3 1-16 15,1 0-5-15,-4-1-12 0,0-1-9 0,-4-2 1 16,-1 1 6-16,-1-2 6 0,-7 9 2 16,0-6 6-16,-5 0 0 0,-5-1-18 0,-2 1-28 0,-3 1-38 0,4-3-26 15,0-2-178-15,4-1-337 0,0 0 149 0</inkml:trace>
  <inkml:trace contextRef="#ctx0" brushRef="#br0" timeOffset="78117.06">24255 6046 211 0,'0'-4'266'0,"0"4"-31"0,0-4-18 16,0 4-27-16,0 0-20 0,0 0-18 0,4-2-15 16,-4 2-15-16,14 2-13 0,-6 3-13 0,2 1-11 15,0 0-8-15,3 3-4 0,-1 4-12 0,0-2-5 16,-4-2-5-16,1 7-7 0,0 1-5 0,-4-2-1 0,-1 2-4 15,-4 0-6-15,-1 3-2 0,-5-2-2 0,-2 8-5 0,-1-8-3 16,-3 4-1-16,-3-1-2 0,-1 1-10 16,1-7 11-16,2-3-5 0,2 0-3 0,1-5 3 15,3 0 2-15,1-2-5 0,0 0 1 0,2 0 3 0,0-2-3 16,2 0 7-16,1 0 1 0,1-3 2 0,0 0-1 16,0 0-3-16,14 0-5 0,4-3-11 15,4-1-17-15,7 0-26 16,2-4-39-16,0 1-55 0,0-3-70 0,0 1-168 0,5-1-409 15,-4 0 182-15</inkml:trace>
  <inkml:trace contextRef="#ctx0" brushRef="#br0" timeOffset="78533.34">24787 6088 346 0,'1'-6'366'0,"-1"3"-19"0,0 3-28 15,0-4-36-15,0-1-32 0,0 5-25 0,0 0-30 16,0 0-24-16,0 0-20 0,0 0-13 0,0 0-17 16,0 0-7-16,-4 12-16 0,7-1-14 0,-8-1-5 15,4 3-9-15,-3 3-6 16,1 2-6-16,1 1-14 0,-1-2 12 0,-1 0-6 16,4 0-17-16,0-5-1 0,0 2-4 0,0-5 1 15,0 2-3-15,3 0-3 0,-2-1-1 0,2-2 10 16,-1-3-11-16,2-1 2 0,0 2-2 0,3-4 6 15,2 2 10-15,3-4 0 0,1-1-6 0,-1-3 0 16,2 0 0-16,2-1 3 0,0-4 20 0,-3 1-18 16,1 0-3-16,-1-5-9 0,-3 0 5 0,3 0-8 0,-5-3-8 0,-2-1-15 15,-1 0-15-15,-2-2 0 0,-3-8 0 0,-4 1-4 16,-1 7-5-16,-4 1 4 0,-4 3-1 0,-5-3 1 16,-1 6 3-16,2 2 0 0,-2 5-1 0,-4 0 2 15,4 1 3-15,-3 3 1 0,1 3 15 0,1 1-16 16,1 4-3-16,4 0 14 0,3-1-10 0,3 3-14 15,4 6 3 1,5 3 0-16,4-1 12 0,6-1-1 0,16 3-7 0,5-5-26 16,16 1-42-16,7-2-51 0,4-2-82 0,5-8-120 15,2-5-183-15,-5-1-568 0,-1-5 252 0</inkml:trace>
  <inkml:trace contextRef="#ctx0" brushRef="#br0" timeOffset="79836.47">25576 5995 127 0,'0'0'246'0,"0"0"-20"16,-2-5-21-16,2 5-21 0,0 0-13 0,0-4-24 16,0 4-14-16,0 0-15 0,0 0-14 0,0 0-10 15,0 0-11-15,0 0-4 16,0 0-11-16,0 0-8 0,0 0-5 0,0 0-8 16,0 0-9-16,0 0-1 0,0 0-2 0,0 0-1 15,0 0-7-15,9-3 1 0,-3 2-4 0,3 0 0 16,5 0-4-16,4-2-3 0,3-1 0 0,-1-1 1 15,7-2-5-15,0 1-3 0,0-5 2 0,-2 1 1 16,3 2-3-16,-10-1-1 0,0 0-1 0,1 0 0 16,-3-2 4-16,-1 1 6 0,-4 3 4 0,0 1 9 0,-4-2-3 0,-2 4 5 15,-1-1-2-15,-1-1 3 0,-3 1-9 0,-1 1-4 16,-3 1-4-16,-3 1 0 0,-3 1-12 0,-8 2 3 16,-3 3 1-16,-9 4-3 0,1 4 1 0,-4 0 0 15,-1 3-4-15,2 3 0 0,-2 2 1 0,-6 9 0 16,11-7-5-16,2 0 4 0,1 5-2 0,3 1 0 15,7-2 4-15,0 2-4 16,7 3 0-16,8-4 2 0,9 0-1 0,8-3-2 16,8-3 5-16,10-1 5 0,24 0-3 0,7-2-7 15,29-5-4-15,5-3-2 0,-4-5-2 16,4-9-2-16,-6 0 0 0,-2-3 1 0,-31 2 1 0,3-5-1 16,-1 2-6-16,-4-5 5 0,-9 0-3 0,-13 5 1 15,-4-6 8-15,-4 5-1 0,-10-2 8 0,-1-2 3 16,-3 1 14-16,-6 2 8 0,-3 0 0 0,-3-1-3 0,-3 1-5 15,-3 0-1-15,-5 2-3 0,-1-3 0 0,-7 7-1 0,-2-3-2 16,-3 5-3-16,-6 2 0 0,0 5-5 0,-3 0-2 16,1 2 3-16,-1 3-3 0,4 2 0 0,3 0 0 15,1 2 1-15,8-3-2 0,1 0-8 16,2 1-6-16,8-2 0 0,-2 2 4 0,2-2 0 16,8 2 5-16,0-2 0 0,7-1 3 0,5 1 0 0,9-1 0 0,2-4 3 15,5 0-5-15,-3-4 4 0,2-1-2 0,0-2-3 16,-2-6 1-16,-6 3 4 0,-6-4-3 0,2 4 0 15,-4-4 2-15,-2 0 3 0,-3 0-4 0,-1-1 8 16,-2 0-4-16,-5 0-13 0,3-2-5 0,-2 1-1 16,-4 1-3-16,-2-2-11 0,-1 3-6 0,-1 1-5 15,-3-1-6-15,-2 3-11 16,-3 1-7-16,3 3-6 0,-3-5-21 0,0 5-2 16,2 2-8-16,2-1-24 0,1 1-26 0,3 1-46 15,5-1-116-15,0 0-339 0,-11 0 151 0</inkml:trace>
  <inkml:trace contextRef="#ctx0" brushRef="#br0" timeOffset="80206.45">27151 5999 31 0,'-4'-2'205'0,"0"0"-16"16,4 2-18-16,-9-2-14 0,5 1-15 0,4 1-16 0,-15 3-14 16,6 0-7-16,-3 2-13 0,2-1-11 15,0 4-7-15,-4-2-11 0,1 5-2 0,0-1-4 16,1 3-14-16,3-4-3 0,1 2-4 0,-1 2 2 0,2 2-6 16,1-4 1-16,1 0-9 0,3 5 2 0,2-3 1 15,1-1-5-15,2 1-2 0,3 1 1 0,2 0-3 16,2-1 0-16,0-1-1 0,4 2-1 0,0-5 4 0,0 0-6 15,-2 0-4-15,-2-2-3 0,-4 0 2 0,2-1-4 0,-2-1-5 16,2-3-4-16,-4 2-9 0,0-1-10 0,-3 0 0 16,-1-3 10-16,-5 6-3 0,-3-2 1 15,-3-3 4-15,-2 2-5 0,-5 0 8 0,-2 1-16 16,-1-1-32-16,2-1-32 0,1-2-53 0,-1-2-145 0,2 1-308 16,5 0 136-1</inkml:trace>
  <inkml:trace contextRef="#ctx0" brushRef="#br0" timeOffset="80638.3">27394 6003 350 0,'1'-4'336'0,"1"2"-38"0,-2 2-29 16,2-4-28-16,-2 4-36 0,0 0-21 0,1-3-22 16,-1 3-14-16,0 0-21 0,0 0-9 0,-3 13-13 0,3-5-14 0,-2 5 1 15,1-3-17-15,-2 6-10 0,1 1-3 0,-2 2-6 16,-1 1-5-16,2 1-10 0,-2 2-3 0,0-4-4 16,-3-2-2-16,7-3-1 0,-2-2 1 0,1-2-5 15,2-1-4-15,-3-2-2 0,2 1-2 0,-2-5 1 16,3 1 13-16,0-4 19 0,-1 6 36 0,1-6 30 15,0 0 26 1,0 0-10-16,0 0-14 0,0 0-20 0,10-10 0 16,-3 4-9-16,2-3-10 0,-2-1-11 0,1 1-4 15,5-6-8-15,-3 3-5 0,0-2-7 0,0 6-3 0,-2-1-9 16,-2 2-6-16,-2 2 0 0,2 1-6 0,-3 0 7 16,2-1-12-16,-2 3-6 0,-1-1-18 0,2 1-24 15,-4 2-43-15,0 0 13 0,0 0-2 16,13 5-16-16,-12 1-9 0,8 3-21 0,-4-1-22 0,1 1-25 0,1 0-24 15,3 3-32-15,-1 1-30 0,4-2-57 0,1-2-233 16,-1-1-575-16,4-1 255 0</inkml:trace>
  <inkml:trace contextRef="#ctx0" brushRef="#br0" timeOffset="81038.95">27984 6029 143 0,'1'-5'391'0,"3"-3"-16"0,-1 3-18 16,-1 1-27-16,1 1-39 0,-2 1-39 0,-1 2-27 16,4-5-24-16,-4 5-50 0,0 0-23 0,0 0-16 15,0 0-10-15,0 0-15 0,-8 20-2 0,3-8-8 16,0 4-10-16,-3 1-6 0,3 0-8 0,-4 0-5 0,4 1-7 0,3-2 11 16,-1-1-15-16,-1-3-4 0,4 1-4 0,0-2-1 15,0-1 0-15,1-1 0 0,3-1 5 0,0 0 4 16,1-4 17-16,4 1-3 0,4-3 0 0,5 0 0 15,0-2-5-15,0-5 3 0,-2 1 4 0,2 1 14 16,0-5-3-16,-3 2 2 0,0-4-9 0,-3 0-5 16,2-2-6-16,-4-2-4 0,-2-1-6 0,-1-2-12 0,-4 0-10 0,1-3-15 15,-4 2-10-15,-5-2 1 0,-4-4-3 16,-9 5-3-16,-6-1 3 0,-3 3-2 0,-5 3 3 16,-2 2-1-16,-1 2-2 0,-1 5 4 0,3 2-5 15,4 2-2-15,1 1 1 0,6 2 4 0,4 0-4 0,0 5 2 16,8-1-2-16,0-1-16 0,2 6 9 0,8-1 0 15,8 4 9 1,15 6 2-16,13-5 10 0,26 2-23 0,38 4-48 16,3-6-75-16,-3-8-108 0,7-8-384 0,-6-4-695 15,-7-4 308-15</inkml:trace>
  <inkml:trace contextRef="#ctx0" brushRef="#br0" timeOffset="83897.05">29244 6093 9 0,'0'0'149'0,"0"0"-15"0,-8 0-14 0,8 0-4 16,0 0-20-16,0 0 2 0,0 0-11 0,0 0-6 15,0 0-9-15,0 0-7 0,0 0 0 0,-5 1 1 0,5-1-4 0,0 0 1 16,0 0-3-16,0 0-9 0,0 0-1 0,0 0 4 15,0 0-6-15,0 0-2 0,0 0-1 0,0 0 4 16,0 0-4-16,0 0-3 0,-4-3 3 0,4 3-3 0,0 0-7 16,0 0-2-16,0 0 7 0,0 0-4 15,0 0 4-15,0 0-11 0,0 0 19 0,0 0-7 16,0 0 0-16,0 0-2 0,0 0-4 0,0 0-2 0,11-5-5 0,1 3-3 16,1 5-3-16,9-6-3 0,7 0-2 0,8 1-4 15,0-1-1-15,2-2-6 0,17 1 0 0,-5 2 0 16,-13-1-9-16,13-1-4 0,-15 0-5 0,-4 0-14 15,0 0-14-15,-4 0-11 0,-9 3-21 0,-6-2-5 16,0 1-14-16,-4-1-24 0,-4-1-54 0,-5-1-132 16,-1 2-324-16,-4-1 143 15</inkml:trace>
  <inkml:trace contextRef="#ctx0" brushRef="#br0" timeOffset="84144.61">29503 5929 250 0,'0'0'261'0,"-1"-4"-6"0,1 4-12 0,-3-5-12 16,3 5-14-16,0 0-24 0,-1-3-17 0,1 3-25 15,0 0-19-15,0 0-20 0,0 0-29 0,0 0-31 16,0 0-5-16,0 0-6 0,-4 12-4 0,-1 1-7 16,4 4 2-16,-3 1-10 0,-1 5 4 0,0 3-2 15,1 2-3-15,0-1 0 0,2 5 1 0,0-2-3 16,6 1 0-16,-3-1 0 15,3 0-19-15,1-1-9 0,3-1-17 0,1-4-27 16,-4-6-26-16,7 6-33 0,-3-11-24 16,3 1-73-16,-4-4-143 0,6-5-382 0,-2 0 169 15</inkml:trace>
  <inkml:trace contextRef="#ctx0" brushRef="#br0" timeOffset="84344.98">30390 6108 118 0,'4'-3'198'0,"1"-3"-26"0,4 4-21 16,1 1-25-16,2-3-26 0,7 0-33 0,3 0-47 15,6 1-45-15,2-2-130 0,2 0-167 0,4 1 74 16</inkml:trace>
  <inkml:trace contextRef="#ctx0" brushRef="#br0" timeOffset="84476.61">31208 6041 22 0,'3'0'212'0,"0"-3"-18"15,-3 3-22-15,10-4-31 0,2 3-27 0,1-1-41 16,7 0-39-16,10-1-66 0,-1-2-123 0,6 3-169 15,-1-3 75-15</inkml:trace>
  <inkml:trace contextRef="#ctx0" brushRef="#br0" timeOffset="84630.29">32064 6012 86 0,'10'-1'229'16,"1"0"-30"-16,1-2-35 0,10 3-48 15,6-4-52-15,4 1-61 0,3 0-74 16,-1 1-61-16,4-1-143 0,-2-1 63 0</inkml:trace>
  <inkml:trace contextRef="#ctx0" brushRef="#br0" timeOffset="90310.07">14817 6884 121 0,'0'0'183'0,"0"0"-11"0,0 0-7 0,0 0-10 0,0 0-7 16,-2-6-6-16,2 6-10 0,0 0-15 16,0 0-4-16,0 0-4 0,0 0-3 0,0 0-6 0,0 0-6 15,1-4-2-15,-1 4-7 0,0 0 1 0,0 0-5 16,-3-6-4-16,3 6 1 0,0 0 1 0,0 0-7 0,0 0-4 16,-2-2-2-16,2 2-7 0,0 0-3 0,-4-5-11 15,4 5-5-15,0 0-2 0,-4-1-5 0,4 1-6 16,0 0 1-16,0 0-8 0,0 0-3 15,0 0-4-15,0 0-4 0,0 0-15 0,0 0 1 0,0 0 2 0,-10 5-2 0,6-2 0 16,-1 3-6-16,1 2 3 0,2-2 1 0,-2 4 0 16,-1 2-1-16,0-1 3 0,2 2-1 15,-1 3-1-15,4-3 1 0,-1-1 2 0,1 4-1 0,1-3 1 16,3 1 1-16,6 2 6 0,-1 0-3 0,7-2 4 16,4 1 0-16,0-5 4 0,8 0 4 0,3-3 9 15,-3-1-9 1,3-3 7-16,-3-1 3 0,-1-6 12 0,-5 1 21 15,-2-4 13-15,-3-1 13 0,-1-1 11 0,-2-3 4 16,-1 0-5-16,-4-2-5 0,-2-6-9 0,-5 3-19 16,-1-8-3-16,-6 1-9 0,-8 1-11 0,-4 1-17 15,-4 0-25-15,-8 4-33 0,-7 6-33 0,-15-1-55 16,-12 7-75-16,0 9-113 0,-3 3-210 0,5 5-568 0,7-4 251 16</inkml:trace>
  <inkml:trace contextRef="#ctx0" brushRef="#br0" timeOffset="102213.8">916 10451 16 0,'0'0'153'0,"0"0"-4"0,0 0-13 0,0 0-8 15,0 0-5-15,0 0-17 0,0 0-5 16,0 0-12-16,0 0-12 0,0 0-7 0,0 0-4 16,0 0-4-16,0 0-7 0,0 0-6 0,0 0-7 15,0 0 1-15,0 0-4 16,0 0-8-16,0 0-6 0,0 0 1 0,0 0-9 16,0 0 4-16,0 0-4 0,0 0-5 0,0 0-4 15,0 0 3-15,0 0-5 0,0 0 0 0,0 0 1 16,0 0-1-16,18 4 6 0,-8-4-7 0,4 1 5 15,6 0 4-15,11-1 5 0,-3 0 10 0,7 0 1 16,-3 3-6-16,-2-6 3 0,0 3 3 0,-2 0-2 16,-1 0-3-16,-7-1 2 0,-2 1-8 0,-4 0 0 0,-4 0-6 15,3 1 1-15,-5-1 0 0,-2 0-12 0,2 0-1 0,-8 0 1 16,10 0-10-16,-10 0-9 0,0 0-3 0,4 2 3 16,-4-2-9-16,0 0-12 0,-14 5-28 0,6-2-39 15,-1-3-29-15,-1 2-138 0,-3 1-295 0,3-1 131 16</inkml:trace>
  <inkml:trace contextRef="#ctx0" brushRef="#br0" timeOffset="102736.68">1014 10565 9 0,'15'0'147'0,"2"0"-19"16,6-2-5-16,8 0-4 0,-1 1-4 0,1-2-6 16,2 1-4-16,-1-2-9 0,-1 1-6 0,0 1-9 0,-3-1-8 15,-9 2-13-15,-1 1 0 0,-5 0-5 0,-3 0-12 16,-3 0-6-16,0-2 2 0,-2 2-5 0,-1-4-7 0,-4 4-1 16,9 0-3-16,-9 0-9 0,0 0 0 0,0 0-8 15,0 0-7-15,0 0-25 0,-21 7-15 16,11-7-24-16,2 1-22 0,-1 0-51 0,-2 0-75 15,2-1-230-15,0 0 101 16</inkml:trace>
  <inkml:trace contextRef="#ctx0" brushRef="#br0" timeOffset="103353.08">1308 10293 221 0,'0'0'242'0,"0"-5"-20"0,0 5-17 16,0 0-24-16,0 0-18 0,0 0-21 0,0 0-16 16,0 0-16-16,0 0-19 0,0 0-3 0,0 0-20 15,0 0-18 1,0 0-8-16,0 0-1 0,0 0-9 0,8 9-9 16,-3-5 3-16,-4 2-2 0,4 1-4 0,-1-3 0 15,5 4 2-15,-1 0-2 0,0-2-6 0,3 2 0 0,-1-1 3 16,1-2-4-16,-2 1-1 0,8 0 5 0,-7-1-6 15,2-1-2-15,-2-1-4 0,2 2 5 16,-5-4-2-16,2 0 3 0,-1 1-1 0,-3-1 2 16,0-1 13-16,-5 0 7 0,13 2-2 0,-13-2 7 0,6 2-1 0,-6-2-7 15,4 1-7-15,-4-1-3 0,5 1-9 0,-5-1-8 16,0 4-3-16,0-4 1 0,-9 14-1 0,-2-3-3 16,-2 4 0-16,-9 8 1 0,-2 0-1 0,1-1 2 15,-1 8-1-15,-2-4 0 0,3 2-2 0,3 0-1 16,-1-1 5-16,2 1-5 0,1-4 4 0,0 3-1 15,4-1 1 1,-1-4 0-16,7-7 1 0,-1-1 1 0,2-3-1 0,2-3 1 16,1 1-3-16,1-2 8 0,0-3 25 0,1 0 15 15,-1-1 28-15,2 0 17 0,1-3 20 0,-1 5 16 16,1-5 9-16,-4 2-4 0,4-2 1 0,0 0-8 16,0 0-15-16,0 0-12 0,0 0-11 0,-4 4-15 15,4-4-54-15,0 0-47 0,0 0-73 16,0 0-84-16,0 0-92 0,-6-9-273 0,6 9-597 0,0 0 264 0</inkml:trace>
  <inkml:trace contextRef="#ctx0" brushRef="#br0" timeOffset="104416.57">3010 9737 20 0,'0'0'186'0,"-4"-6"-10"0,3 3-13 0,1 3-8 15,-3-2-11-15,3 2-9 0,-2-4-19 0,2 4-8 16,0 0-13-16,-4-3-3 0,4 3-18 0,0 0-10 15,0 0-5-15,0 0-11 0,0 0-6 0,0 0-5 0,0 0 2 16,-14 9-12-16,6 0 0 0,1 1-1 0,-5 4-5 16,-1 9-6-16,-1 1 5 0,0 3-4 0,1 4-7 15,-6 14 1-15,-1 6 2 0,2 1-6 16,3 3 17-16,-2 5-3 0,-6 18-2 0,9-20-5 0,5-2-2 16,4-1 2-16,-2-2 0 0,4 1 2 0,1-3-5 15,1 3 1-15,4-2 0 0,-3 0 0 0,2-3-5 16,-2 0 5-16,0-3-5 0,0-2 2 0,0-6-1 15,-4-4-3 1,-2 0 17-16,2 1-3 0,-3-5-1 0,-1 2-3 0,-1-5-2 16,-3-2 2-16,3-7-1 0,-1-2 1 0,0 0 4 15,0-1 8-15,-3-1 9 0,1-3 11 0,0-1 8 16,-1-2 2-16,4-3 10 0,-5 0 6 16,0-1 5-16,-5-4 0 0,6 3 5 0,-7-3 4 15,7-3 6-15,-6 3-3 0,1-4-4 0,5 2-3 0,1-3 6 16,-2 2-18-16,3-1-2 0,-3-1-13 0,6 0-1 0,-2 2-3 15,2 0-8-15,3-1-3 0,0 2-5 0,1 2-4 16,4 0-25-16,-6-3-49 0,6 3-40 0,-7 0-58 16,7 0-43-16,0 0-25 0,-6 4-12 0,6 1-38 15,0-5-195-15,5 6-491 0,-5-6 218 0</inkml:trace>
  <inkml:trace contextRef="#ctx0" brushRef="#br0" timeOffset="105118.16">2843 11551 232 0,'0'0'219'0,"0"0"-22"0,0 0-21 16,0 0-23-16,0 0-17 0,0 0-13 0,0 0-14 15,0 0-13-15,-18 13-10 0,10-5-9 0,-6 6-6 16,1 1-11-16,-2 7-8 0,1 1-4 0,1 0-4 16,-1 1-9-16,4 2 12 15,-2-1-4-15,5 0-5 0,0 0-6 0,5-3-1 16,0-2-4-16,2-2-4 0,4-4 1 0,1 2 2 15,1-6 2-15,5 2 19 0,3 0 27 0,5-6 17 16,4 0 1-16,8-3 4 0,-3-3-3 0,4-3 2 16,-3-3 9-16,0-2 0 0,0-2 9 0,-10 1 12 15,0-1 3-15,-6-2 2 0,1 0 21 0,-1-1 3 16,-7-1-37-16,2-2 4 0,-4 4-14 0,-2-4-1 0,-2 2-20 0,-6-1-21 16,1-1-14-16,-8 3-24 0,-1 1-18 15,-3 2-32-15,-2 1-22 0,-9 2-37 0,-1-1-38 16,1 4-45-16,-3 0-65 0,12 3-85 0,-3 1-276 0,3 0-638 15,7-4 282-15</inkml:trace>
  <inkml:trace contextRef="#ctx0" brushRef="#br0" timeOffset="106242.63">3245 9303 197 0,'0'-5'252'0,"0"-1"-9"0,3 1-2 0,-3 5-14 0,1-4-16 16,-1 2-20-16,0 2-18 0,0-7-22 0,3 4-17 16,-3 3-13-16,0 0-23 0,0 0-26 0,0 0-16 15,0 0-10-15,0 0-4 0,0 0-11 0,1 19 4 16,-5-6-3-16,3 3-4 0,-3 4-4 0,-1 4-4 0,-4 2 1 16,0 0 0-16,0 2-2 0,-4-2-3 0,8-7-1 15,-3-3-5-15,2-2 2 0,2-1 0 0,-2-4-1 16,2 0-3-16,0-2 2 0,3-2 2 0,0 0 8 15,-1-2 42-15,0 1 36 0,2-1 38 0,0-3 31 16,0 0-9-16,0 0-11 0,0 0-19 0,4-12-10 16,-1 2-14-16,4 0-5 0,0-6-17 0,1 6-8 0,1-5-8 0,-1 3-7 15,-2 3-8-15,2-1-6 0,-3 3-4 0,-1 0 0 32,-3 3-12-32,3 0-16 0,2 1-19 0,-2 1-13 15,1 0-24-15,-5 2-14 0,12 6-9 0,-2-1-7 16,-2 3-10-16,1 2-19 0,2 4-17 0,-1 1-21 0,1 1-28 0,0 2-26 0,0-4-41 0,-3 3-303 15,1 0-583-15,-3-7 259 16</inkml:trace>
  <inkml:trace contextRef="#ctx0" brushRef="#br0" timeOffset="106753.17">3087 9411 26 0,'-7'0'200'0,"2"0"-10"0,0 3-6 16,5-3-9-16,-8 0-13 15,8 0-10-15,0 0-9 0,-6 1-9 0,6-1-8 0,0 0-3 16,0 0-4-16,0 0-4 0,0 0-3 15,0 0-3-15,-10 0-1 0,10 0-3 0,0 0-1 16,0 0-4-16,0 0-5 0,0 0-7 0,0 0-5 16,0 0-7-16,0 0 2 0,0 0-17 0,0 0-3 15,-4 0-9-15,4 0-5 0,0 0-1 0,0 0-7 0,0 0-4 16,0 0-4-16,0 0-6 0,0 0-2 0,0 0 1 0,0 0 11 16,0 0-17-16,0 0-4 0,0 0 3 0,0 0 2 15,0 0-2-15,0 0 10 0,0 0-8 0,0 0 3 16,0 0-3-16,0 0 2 0,0 0 4 0,0 0-2 15,13-6-3-15,-3 2-4 0,12-2-4 0,10-5 6 16,18-4-4-16,10 1 2 0,28-7-13 0,5 0 6 16,0 2 9-16,3-5-12 15,0 3 4-15,-7 6 5 0,-26 4-1 0,1-2-2 16,-9 2 1-16,-17 2 1 0,-2 3-2 0,-8-1 0 16,-6 2 1-16,-8 3-3 0,0 0-3 0,-4-1 3 15,-2 1-7-15,-3 0-19 0,0 1-26 0,-5 1-11 16,0 0-20-16,0 0-24 0,-11 10-38 0,-5-1-64 15,-3-1-108-15,-9 4-160 0,10-4-510 0,1 1 226 16</inkml:trace>
  <inkml:trace contextRef="#ctx0" brushRef="#br0" timeOffset="108124.56">3782 10157 38 0,'-9'-1'158'0,"9"1"-17"0,-6-1-14 0,6 1-6 15,-6-1-13-15,6 1-16 0,0 0-9 0,0 0-8 16,0 0-4-16,-7 0-17 0,7 0 0 0,0 0 0 0,0 0-7 0,-4 3-6 16,4-3-10-16,0 0 5 0,-4 3-5 0,4-3-5 15,0 0 0-15,0 0-5 0,0 0 2 0,0 0 11 16,9 4 5-16,-5-1 5 0,-4-3-4 0,13-1 7 15,-3-1 1-15,0-1 0 0,2 2-4 0,2-3 8 16,-2-1 0-16,1 1 7 0,4-3 11 0,-6 2 1 16,2-3 5-1,-4 2 1-15,4-3 3 0,-3-2 1 0,-1 3-4 16,0 1 2-16,-4-2 8 0,-1 4-2 0,1-1 2 0,-2 0 0 16,-2 2-11-16,0-2-9 0,-1 3-6 0,0-1-7 15,-2-1-6-15,-2 2-9 0,-4 0-6 0,-2 3-5 16,0 0-6-16,-3 3-1 0,-9 2-5 15,-2 3-1-15,-3 4 1 0,-4 0-5 0,1 5-3 0,0 2-4 16,1 3 2-16,-11 9-3 0,13-8-1 0,-7 10-2 0,7-5 2 16,4 2-2-16,-4 9 1 0,11-10 1 0,-2 0-2 15,5-1-5-15,7 0-6 0,-2-2-4 0,7-7-3 16,1 1 5-16,6-2-1 0,7-1 4 0,0-1 0 0,14 0 6 16,4-5-3-16,8-2 4 0,18-1 1 0,1-4-3 15,1-4-4-15,2-3-3 0,2-6-4 16,-1-1 2-16,-3 0-1 15,-2-1-2-15,-4-2 4 0,-16 3 2 0,-3-2 6 16,1-2-4-16,-6 0 6 0,-3 0 1 0,-10 3 10 16,0 0 22-16,-5 1 25 0,-3 3 14 0,-3 1 0 15,1-3-7-15,-2 2-11 0,-4 3-8 0,-4-3-10 16,-2 2-1-16,1 1-10 0,-8 4 17 0,-1 0-26 16,-3 3 0-16,-3 2-1 0,-2 0-3 0,4 2-3 0,-1 2-8 15,1-1-15-15,3-1-16 0,5 2-10 0,-2-2-13 0,5 1-6 16,0 0 2-16,1 1 5 0,2-2 4 0,3 0 9 0,2 0 5 15,7 1 9-15,2-3 4 0,3-1 3 0,7 0 4 16,2-3-2-16,5-1 4 0,-1-5 4 0,1 1 2 16,-5-1 6-16,0-2 4 0,-6-1 4 0,1 2 0 15,-1-2 14-15,-5 1 6 0,-2 0 10 0,-1-1-3 16,-2 1-4-16,-1-3 3 0,-3 3-3 0,2-2-3 0,-4 0-5 16,-1 2-7-16,-2 1-5 0,-2-2-8 0,-2 0-8 15,-2 3-12-15,1 1-10 0,-1-1-13 0,-4 2-18 16,4 3-17-16,-2-1-16 0,-2 1-27 0,7 0-37 15,-1 2-21-15,1 0-19 0,1 1-212 0,5-3-445 16,-4 2 197-16</inkml:trace>
  <inkml:trace contextRef="#ctx0" brushRef="#br0" timeOffset="108525.6">4846 10302 144 0,'0'0'173'0,"0"0"-16"0,0 0-16 0,2-3-10 16,-2 3-18-16,0 0-10 0,0 0-7 15,-16 6-11-15,9-4-7 0,0 2-13 0,1-1-4 16,-4 2-6-16,1 2-1 15,0-2-9-15,-1 2-3 0,-1-2-12 0,2 4 1 16,-1-1-5-16,2-1 3 0,2 0-13 0,-3 3 4 16,1-3-4-16,3 1-1 0,1 1 0 0,1-3-2 15,1 2 0-15,1-1-1 0,1 1-11 0,1 1 7 16,3-3 8-16,0 3-7 0,1-2 2 0,4 1-2 16,-3-1-1-16,2 0 0 0,1 1 3 0,0-1-6 15,-4-5 10-15,-1 5-10 0,1-2-1 0,-1-2 1 0,-1 2-5 0,-1-1-2 16,1 0 8-16,-2 1-6 0,-1-2 4 0,0 2 5 15,-4-2-3-15,-1 3 11 0,-4-1-10 0,0 0 4 16,-5 0-5-16,5 1-2 0,-5-2-15 0,1 3-21 16,4-2-25-16,-1-2-60 0,-3-3-175 0,3 3-314 15,4-2 139-15</inkml:trace>
  <inkml:trace contextRef="#ctx0" brushRef="#br0" timeOffset="109179.51">5258 10241 229 0,'4'-1'215'15,"0"-3"-18"-15,3 3-20 0,1-1-21 0,2 0-18 16,1 0-11-16,1 4-18 0,2 0-12 0,3 2-8 16,-1 2-9-16,1 2-11 0,2 1-4 0,-5 3-10 15,0 1-9-15,-1 1-5 0,0 1-1 0,-6 2-5 16,-4 1-1-16,1 0-4 0,-4 4-2 0,-4-3-4 16,-1 5-2-16,-7-1-3 0,0 0-1 0,-2-8-2 15,-2-1-5-15,-2 7 4 0,4-6 0 0,-1-2 1 0,0-5 6 0,1 3 1 16,3-6 5-16,2 3 6 0,2-2 8 0,0-3 11 15,2 2 18-15,3-1 25 0,-1-3 30 0,-1 2 21 16,4-3 26-16,0 0 3 0,0 0-25 0,0 0-15 16,9-13-23-16,4 5-5 0,2-2-3 0,7-7-19 15,2 1 3-15,2-2-26 0,1 0-16 0,0-2-8 16,-2 2-13-16,-1 1 8 0,-8 4-7 0,-1 1 2 0,-1 4-12 0,-4 1 5 16,-2 2 1-16,-3 0-9 0,-1 1-14 15,1 1 3-15,0 1-7 0,-4 0-25 0,-1 2-16 0,0 0-1 16,0 0 5-16,2 10 1 0,-4-4 6 0,1 4 5 15,-6 0 1-15,4 2-1 0,2 0-9 0,-1 3-8 16,2 2 4-16,4 2 5 0,5-2 1 0,5-3 0 16,9 7-34-1,4-6-46-15,5 0-67 0,17-5-102 0,0-1-236 0,-9-5-563 16,1-3 249-16</inkml:trace>
  <inkml:trace contextRef="#ctx0" brushRef="#br0" timeOffset="110014.42">6357 10084 140 0,'2'-2'220'0,"-2"2"-25"0,3-4-18 0,-3 4-17 15,0 0-16-15,0 0-19 0,0 0-10 0,0 0-14 0,0 0-9 16,0 0-9-16,-15 8-8 0,4-3-10 0,-4 3-3 0,-3 1-6 16,-6 3-8-16,-3 0-11 0,0 3-1 0,2-2-5 15,3 1-3-15,-3-2-1 0,8 0-6 0,0 0 4 16,2 0-8-16,1-2 0 0,1 2-1 0,4-2-1 16,1-1-5-16,2 1 2 0,2 2-2 0,0-3 2 15,7 1-2-15,2 0 4 0,1-1-7 0,7 6 4 16,4-5-1-16,6 2-3 15,2 0 0-15,2-3-3 0,1 1 0 0,-2 2 5 16,3-3-4-16,-5 0 0 0,2 0-1 0,-6-1 2 16,-2 1-4-16,-4-1 0 0,-1-2-2 0,-4 0-4 15,-4 0 1-15,0 1 3 0,-2-1-3 0,-2 1 1 16,-2 0 7-16,-6 0 6 0,-2 1 2 0,-4 3 3 16,-3-4-4-16,-4 2 0 0,-6-2 0 0,-2 1-1 15,-3-3-1-15,3 1-1 0,1-2 0 0,6 1 0 0,0-3-3 0,4-1 2 16,4 1 0-16,1 1 1 0,1-3-4 0,3 0 1 15,3 0-11-15,5 0-24 0,-9 0-67 0,9 0-55 16,0 0-209-16,14-11-389 0,0 4 172 0</inkml:trace>
  <inkml:trace contextRef="#ctx0" brushRef="#br0" timeOffset="110282.09">6675 10367 301 0,'1'-2'346'0,"-1"2"-15"0,4-4-15 0,-4 4-25 0,1-4-27 15,-1 4-34-15,4-2-21 0,-4 2-26 0,0 0-22 0,0 0-26 16,0 0 6-16,0 0-30 0,0 0-16 0,0 0-7 16,0 0-16-16,4 11-9 0,-3-5-4 0,-1-1-4 0,0 2-11 15,0 0-3-15,4 0 1 0,-4 3-12 16,0-3-25-16,0 3 10 0,-4-2-28 0,4-1-20 15,-1 0-10-15,1 1-25 0,0-2-18 0,0 1-16 16,-4-1-16-16,4 0-13 0,0-1-17 0,0 0 3 0,-4-2-1 0,0-1-36 16,4-2-221-16,-10 0-435 0,10 0 193 0</inkml:trace>
  <inkml:trace contextRef="#ctx0" brushRef="#br0" timeOffset="110451.7">6623 10237 168 0,'1'-10'319'0,"0"5"-17"0,2-6-16 0,-2 5-19 16,0-1-20-16,1 2-20 0,1 0-26 0,-2 1-18 16,1-2-22-16,0 4-17 0,0-1-20 0,-2 3-44 15,2-2-37-15,-2 2-39 0,7-2-42 0,-7 2-51 16,10 4-40-16,-4-3-33 0,-2 3-228 0,1 3-422 16,-1-2 187-16</inkml:trace>
  <inkml:trace contextRef="#ctx0" brushRef="#br0" timeOffset="110799.31">6896 10314 167 0,'1'4'182'0,"-1"-4"-25"0,0 5-15 0,4 0-8 16,-4 0-7-16,1 2-6 0,-1 0-12 0,3 3-6 15,-3 0-10-15,0 1-10 0,0 2-4 0,2-3-17 16,-2 2-2-16,0-2-7 0,3 0-5 0,-2-1-3 16,-1-2-4-16,0-1-2 0,0 0-6 0,0-3 0 15,0 1 27-15,0-4 32 0,0 5 31 0,0-5 29 0,0 5 25 0,0-5 22 16,0 0 12-16,0 0-17 0,0 0-8 0,0 0-28 16,0 0-14-16,12-10-13 0,-11 6-19 0,3-1-5 15,5-3-14-15,-5 3-9 0,-2-2-12 16,5 1-7-16,-5 1-6 0,2-1-4 0,0 2 3 0,0-1-18 15,-3 3-9 1,4 1-21-16,-5 1-9 0,5-5-35 0,-4 3-31 16,-1 2-25-16,7-2-13 0,-7 2-19 0,9 4-25 15,-3 1-25-15,2-2-40 0,1 4-31 0,0-2-82 0,1 0-177 16,0 0-545-16,2-1 241 0</inkml:trace>
  <inkml:trace contextRef="#ctx0" brushRef="#br0" timeOffset="111215.57">7299 10338 314 0,'3'-7'319'0,"-3"2"-26"0,0-3-9 0,0 4-12 15,0-1-20-15,0 0-23 0,1 1-24 0,-1 4-25 16,-1-4-21-16,1 4-18 0,0 0-30 0,0 0-22 16,0 0-12-16,0 0-9 0,0 0-7 0,-5 11-4 15,4-2-7-15,0 1 4 0,-1 2-15 0,2-2-1 0,-1 3-4 0,-1 0-4 16,0 2-1-16,1-5-6 0,0 1-2 0,2 1 0 15,-2-1-7-15,1 0 3 0,2-3 1 0,0 0-3 16,0-1 4-16,-1-2-1 0,2-1 1 0,0 1-4 16,4-2 4-16,-2-2 3 0,3-1-4 0,2-1 3 15,4-2 10-15,-2 0-11 0,-1-3 9 0,1 1 2 16,-2-2 4-16,0-1-2 16,-1 0 0-16,-1-3 1 0,-3-1 3 0,2 1-18 15,-3-6-5-15,-1-2-10 0,-2 0-14 0,-3-1 1 16,-2 1-2-16,-5-5 3 0,0 9 0 0,-1-2-1 15,-4 3-2-15,-2 5-2 0,1 0-3 0,-3 3 3 16,-1 1 5-16,2 4-2 0,-1 0 2 0,6 2-3 16,0 2 11-16,-1 0-10 0,-1 2-3 0,5 3 0 15,0 0 1-15,3 0-4 0,4 2 7 0,2 1 1 0,6 0 4 16,4 2-3-16,6 0 3 0,9 0-17 0,4-1-23 0,2-2-34 16,1 1-46-16,5-6-48 0,-1-3-60 0,-4-3-281 15,0 1-554-15,-2-1 245 0</inkml:trace>
  <inkml:trace contextRef="#ctx0" brushRef="#br0" timeOffset="111447.33">7692 10001 189 0,'0'0'225'0,"0"0"-25"0,0 0-20 0,0 0-20 0,14 9-14 15,-5 2-13-15,4 3-12 0,2 8 2 0,3 7-7 0,-3 2-3 16,6 11-8-16,-4 4-6 0,-10 2-7 0,1 0-5 16,-11 0-8-16,-2-2-3 0,-5-11-11 0,-7 9-4 15,-7-2-4-15,-3-1-6 0,-6-4-4 0,-3-5-14 16,-5 4-18-16,-5-4-35 0,-6-3-50 0,-2-8-87 16,-7-1-231-16,-2 0-420 0,-1-10 186 0</inkml:trace>
  <inkml:trace contextRef="#ctx0" brushRef="#br0" timeOffset="112169.89">5553 9898 75 0,'-1'-5'209'0,"-1"1"-3"0,1 0-4 0,-2 0-14 16,3 4-15-16,-3-5-13 0,1 3-17 0,2 2-18 0,-7-3-15 16,7 3-12-16,-12 3-9 0,-3 5-12 0,-6 8-11 0,-7 5-7 15,-9 16-6-15,-1 1-9 0,-3 8-2 0,-18 20-11 16,4 4 1-16,4 2-7 0,20-23 6 0,2 3-5 15,0 0-3-15,6 1 1 0,5-4-1 0,6-1-1 16,9 2-4-16,4-13 9 0,5 10-9 0,12-4 1 16,11-4 3-16,11-5-2 0,11-1-11 0,32 1-56 15,12-11-89-15,-3-6-249 0,0-8-416 0,-26-8 185 0</inkml:trace>
  <inkml:trace contextRef="#ctx0" brushRef="#br0" timeOffset="113418.49">8520 10048 100 0,'0'0'177'0,"-7"-3"-7"0,7 3-15 15,-6-1-9-15,6 1-13 0,-3-1-15 0,3 1-10 16,0 0-12-16,-7-3-13 0,7 3-5 0,0 0-12 15,0 0-3-15,0 0-7 0,0 0-6 0,0 0-5 0,-9 3-3 0,9-3-4 16,0 0-8-16,0 0 1 0,0 0-5 0,0 0 1 16,0 0-3-16,0 0-3 0,0 0 1 0,0 0-2 15,17 2-3-15,-8-3 0 0,3-3-1 0,0 0-3 0,2 0 2 16,3-2 2-16,2-1 4 0,-5 2 9 16,2-3 3-16,1 1 5 0,-3-3 7 0,-5 4 7 15,1-2 3-15,-1 1 2 16,-2 4 1-16,-2-4-1 0,-1 2-4 0,-3 2 0 15,4-3-10-15,-4 3-3 0,-2-1-6 0,1 4-4 16,-11-1-7-16,0 1 0 0,-4 0-4 0,-3 0-4 16,-9 5 0-16,-1 3-2 0,-1 5 1 0,1 1-4 0,-4 3-2 15,-3 4-1-15,-7 8-1 0,11-7 2 0,-6 12-2 16,12-10-1-16,3 3-2 0,-1 1 2 16,5 4-15-16,4-3 7 0,0 0-5 0,8 0 6 0,3-3-1 0,3 2 2 15,9-2-3-15,5-3 2 0,4-2 2 0,15-3 1 16,3-3-3-16,20 2-2 0,4-8-2 0,4 0-8 15,29-4-2-15,-26-5-3 0,26-1 0 0,-29-3-8 16,-1-2-2-16,-3-3 1 0,-7-1 2 0,-3 0-2 16,-14 2 6-16,-4-3 0 0,-7-2-2 0,-1 1 10 15,-8 1 7-15,-3 2 13 0,-6-2-2 0,-1 1-3 0,-5-2 4 0,-2 3-1 16,-7 0-1-16,-2 0 0 0,-6 2-1 0,-3 1 1 16,-2 3 0-16,-9-1 1 0,2 3-5 0,-4 3 4 15,-2 5 0-15,2 1-3 0,0 0 1 0,1 1-1 16,3 3 0-16,10-2-1 0,0 1-1 0,0 2 1 15,8-1 2-15,1-1 0 0,5 0 0 0,0 1 0 16,4-1-1-16,8-2 3 16,5 3-4-16,6-3 8 0,9-1-7 0,4-2 4 15,0-2-8-15,2-4 5 0,1 0-4 0,2-4-1 16,-5 2 1-16,1-6 0 0,-6 0 3 0,0-2 2 16,-8 2 7-16,-1 1 10 0,-5-3 9 0,0 1 6 15,-3-1 1-15,-4 0-6 0,-2 0-3 0,-1-3-8 16,-3 2-15-16,-2-3-3 0,-3 2-6 0,-1-1-8 15,-2 4 0-15,-5-3-7 0,3 3 1 0,-7 0-10 0,3 1-5 0,-2 2-10 16,3 2-24-16,-1 1-12 0,1 1-23 0,-1 2-25 16,4-1-27-16,2 1-191 0,-2 0-376 0,6 3 167 15</inkml:trace>
  <inkml:trace contextRef="#ctx0" brushRef="#br0" timeOffset="113903.4">9784 10095 45 0,'0'0'129'0,"0"0"-1"0,0 0-24 0,0 0-9 16,-13 11-11-16,4-6 1 0,-1 2-9 0,-3 2-7 16,-2 1 3-16,-1 0-10 0,-1 2-14 0,1 0-1 15,-2 1 9-15,3 0-5 0,-2 0-9 0,2 1-2 16,0 1-12-16,2-3 7 0,2 4-4 0,2-2-7 15,-2 1-1-15,5-5-3 0,2 2 1 0,0 0-10 16,4-2 4-16,0 3 2 16,4-1-7-16,5 2 6 0,-4-2-2 0,4-3 2 15,8 1-2-15,-2 0-10 0,2-1 4 0,1-1 9 16,-2-1-5-16,0-1 4 0,-4 0-7 0,-2-1-1 16,0 1-2-16,-3-4 0 0,-1 2 7 0,1-1-11 15,-6 2 2-15,0-1 10 0,-1 1 10 0,-2-1 7 16,-6 3-1-16,-4-3-3 0,-5 3-1 0,-4 0-9 15,-5 1 2-15,-1 0-2 0,-1 0-17 0,1-2-23 0,-3 2-38 0,7-5-71 16,0-2-139-16,3 1-293 0,1-2 130 0</inkml:trace>
  <inkml:trace contextRef="#ctx0" brushRef="#br0" timeOffset="114489.01">10060 10101 22 0,'0'0'192'0,"0"0"-26"0,0 0-15 15,0 0-15-15,-4 17-24 0,2-9-2 0,-1 3-12 16,2 1-12-16,-2 5-11 0,0-1-11 15,0 5-4-15,-4 3-4 0,2 0-3 0,-1 3-9 16,1-4-3-16,-4 2-5 0,4-8-4 16,1 0-1-16,0-8-4 0,4 4-2 15,-4-4-3-15,4-1 1 0,-2-2 7 0,-1 0 26 16,3-3 24-16,-1 1 39 0,-2 0 37 0,3-4 35 16,0 6 39-16,0-6 13 0,0 0-15 0,0 0-25 0,0 0-23 15,12-10-17-15,-7 3-14 0,5-1-16 0,3-5-11 16,-2 0-15-16,3 0-15 0,-1 0 4 15,1-2-23-15,-2 3-5 0,0-1-11 0,-4 4-8 0,1 3-6 0,1-2-4 16,-6 3-8-16,1 1-5 0,-1 2-8 0,0-2-4 16,-4 4-6-16,5-1-17 0,-5 1-3 0,0 0-4 15,11 6 3-15,-8-3-2 0,1 3-3 0,0 3-8 0,-3 0 8 16,3 0-2-16,0 3-7 0,0 0-7 16,-2-1-9-16,3 4-15 0,-2-3-34 0,-2 1-20 15,3-2-26-15,-3 1-21 16,3-1-25-16,-4-1-26 0,5 1-29 0,-2-4-36 0,-2-1-217 15,6 1-532-15,-4-4 236 0</inkml:trace>
  <inkml:trace contextRef="#ctx0" brushRef="#br0" timeOffset="114905.77">10531 10207 176 0,'6'-8'320'0,"-3"2"-4"16,1-1 1-16,0 2-13 0,0 0-10 0,-2 2-36 0,2-1-28 15,-3 2-24-15,-1 2-25 0,3-6-18 16,-3 6-21-16,0 0-28 0,3-1-19 0,-3 1-14 16,0 0-12-16,2 12-3 0,-4-3-7 0,2 0-4 15,-3 6-4-15,0 2-8 16,0 2-8-16,0 0-3 0,-2 0-4 0,3-2-2 16,-1 1-2-16,2-1-2 0,1-1-2 0,-2 1 3 15,2-5-5-15,-1 1-2 0,2-3-1 0,-1-1 1 16,2 1-4-16,-1-5 2 0,2 1 4 0,-1 0 0 15,3-4 0-15,0 1 0 0,2-1 2 0,0-2 12 16,6 0 3-16,-4-2 12 0,1-1 9 0,4-1 13 16,-5 0-12-16,5-5 1 0,-5 1 2 0,1 0-11 0,2-5-13 0,-2 0 11 15,-2-1-12-15,-3-5-17 0,1 2-17 0,-2-7-10 16,-3-1-5-16,-3-1-1 0,-4 6 14 0,0 1-20 16,-4 2 2-16,0 1-7 0,-5 3 17 0,-1 1-12 15,1 3 7-15,-3 2 2 0,0 2-9 0,0 1 3 16,2 4-2-16,-2 0 3 0,4 2 0 0,0 3 1 15,3 1 0-15,2 2-1 0,-1 1-4 0,5 6 6 0,4-1 0 0,6 3 4 16,10 4 8-16,6-1-1 0,7-3-35 0,5-1-20 16,17 0-58-16,1-2-70 0,6-2-75 0,-8-9-322 15,9 1-630-15,-6-6 278 0</inkml:trace>
  <inkml:trace contextRef="#ctx0" brushRef="#br0" timeOffset="115838.78">11670 10232 154 0,'-4'-6'211'0,"-1"-1"-22"16,-4-1-17-16,-5 2-16 0,1-2-14 0,-6 4-15 15,1-1-16-15,-1 2-9 0,-3 2-13 0,-7-1-4 16,3 4-14-16,-2 2-8 0,0 1-5 0,1 2-2 16,0 0-9-16,1 3-5 0,5 0-4 0,3 0-6 15,-1 1-6-15,4 1-5 0,1 0 0 0,2 1-2 16,3-4-1-16,3 2-11 0,0 1 7 0,0-1-5 16,5 0 0-16,1-1 4 0,5 1 2 0,-1-2-1 0,6 1 1 0,7 2 12 15,3-4 10-15,7 1 2 0,1-4 4 16,2-3 12-16,-3 1 8 0,-4-6 7 0,3-1 13 0,-7 1 16 15,2-4 20-15,-2 0 15 0,-2-2 20 0,-3-2 9 16,1-2-3-16,-5-4 7 0,1 1-13 0,1-7-18 16,-3-3-14-16,0 0-12 0,-2-5-13 0,-1-1-10 15,-2 1-8 1,-2-2-12-16,0-2-12 0,0 0 1 0,-1 2-2 0,1 3 8 16,-4 10 2-16,2 3 11 0,0 0-3 0,-1 4 0 15,1 1-4-15,0 5-9 0,0 2-14 0,0-2-10 16,-2 2-30-16,2 3-50 0,0 2-30 0,0 0 2 15,0 0 12-15,0 0 6 0,-3 16 2 0,2 2 15 16,-3 9 4-16,1-1 0 0,-3 1-3 0,4-1 7 16,0 2 5-16,4-2 3 0,-4 0-4 0,2-1 3 0,2-6 7 15,0 0-2-15,-1-2-1 0,2-2-18 0,1-3-9 0,-2-1-15 16,-1 0-15-16,1-2-10 0,-1-1-14 0,0-2-11 16,1-1-16-16,-2 0-8 0,2-2-5 0,-2 3-11 15,1-3-6-15,2 0-12 0,2-1-43 16,-5-2-262-16,10-2-513 0,-2 0 228 0</inkml:trace>
  <inkml:trace contextRef="#ctx0" brushRef="#br0" timeOffset="116293.4">12044 10076 42 0,'3'-2'357'0,"-1"0"-21"15,1-1-20 1,-2-1-22-16,3 1-26 0,-4 3-34 0,0 0-20 0,0 0-26 15,4-2-24-15,-4 2-23 0,0 0-17 0,0 0-11 16,3 9-12-16,-5-4-11 0,1 3-14 0,-2 3-4 16,2 4-10-16,-4 2-8 0,2 1 1 0,1 0-7 15,-2-1-8-15,3 3 0 0,-1-2-6 0,1 1-6 0,0-3 3 16,1-5-4-16,0 4 1 0,1-4-5 16,2-2-2-16,1 1 15 0,-3-3-15 0,1 0-2 0,0-2 11 0,2-1-11 15,1 0 6-15,2 0 8 0,0-3 6 0,3-2 8 16,2-1 6-16,0-1 3 0,1-2 8 0,2-2 10 15,2-3-10-15,-3-2 0 0,0 0-7 0,0-3-13 16,2-6 7-16,-4-1-21 0,0-2-7 0,-2-3-19 16,-2-4-26-16,-5-1-13 0,0-1-1 0,-3-1 8 15,-4 3-1-15,-5 2-2 16,-1 4 6-16,-5 1 8 0,-3 4-3 0,4 5 0 16,-5 4 3-16,-7-1-2 0,7 5 0 0,-3 4 1 15,2 0-1-15,-2 3-1 0,1 4 3 0,1 2-3 16,0 5 4-16,3-1-7 0,0 3 8 0,2 11 5 15,6-9 13-15,4 4-13 0,4 0 9 0,7 7-1 16,8-1 1-16,10-1 3 0,6-1-2 0,17 1-11 16,4-4-23-16,4-7-39 0,6-3-50 0,-4 0-62 0,5-7-67 0,-8-2-301 15,0-1-597-15,-17-2 265 0</inkml:trace>
  <inkml:trace contextRef="#ctx0" brushRef="#br0" timeOffset="116640.73">12904 10076 121 0,'-6'1'367'15,"6"-1"-21"-15,0 0-31 0,0 0-34 0,0 0-32 16,13-8-32-16,-1 5-34 0,9-1-34 0,7-1-40 15,8 0-47-15,-2 2-51 0,2 2-56 0,1-3-59 16,-2 3-92-16,-1-2-149 0,-6 1-372 0,-6-1 164 16</inkml:trace>
  <inkml:trace contextRef="#ctx0" brushRef="#br0" timeOffset="116762.51">13091 10174 87 0,'14'4'208'0,"5"-1"-27"0,13 0-39 0,9-3-102 16,-4-3-150-16,14 0-119 0,-11 1 52 0</inkml:trace>
  <inkml:trace contextRef="#ctx0" brushRef="#br0" timeOffset="117564.18">14433 9435 44 0,'0'0'119'0,"-7"0"-7"15,7 0-6-15,0 0-1 0,-5 1-9 0,5-1 0 16,0 0-9-16,0 0-11 0,0 0-4 0,0 0 8 0,0 0 2 0,19 4-2 15,-3-6-9-15,7 2-2 0,10-1-4 0,4-1-11 16,15-1-2-16,3-1-4 0,1-1-11 0,-2 0-2 16,0 2-2-16,-3-1-3 0,-14 0-23 0,-4 0-20 15,-2 0-15-15,-4-1-19 0,-8 3-26 0,-6-1-8 16,-2 1-27-16,-3 0 1 0,-6-1-94 0,-2 3-216 16,0 0 97-16</inkml:trace>
  <inkml:trace contextRef="#ctx0" brushRef="#br0" timeOffset="117927.08">14747 9354 162 0,'-13'-1'178'16,"7"-1"-3"-16,-2 1-15 0,4-1-3 0,-1 1-6 31,5 1-8-31,-10-3-7 0,6 2-12 0,4 1-15 16,0 0-14-16,-9 0-12 0,9 0-9 0,0 0-16 0,-6 7 1 0,3-3-10 16,-2 5-3-16,-1 3-6 0,-2 6-5 0,-4 9-5 15,0 2-5-15,0 3 0 0,0 0-4 0,-1 14-3 16,1-12-3-16,-1 12-1 0,3-10-2 0,0 12-5 15,4-11 2-15,-1 11-1 0,2-1-2 0,5-12 5 16,-1 2-5-16,-2 8 6 0,6-8-7 0,1-3 0 16,-2-1 2-16,-2 1-2 0,4-4 1 0,-1 1 1 0,-1-5-7 15,-2-1 7-15,-2-6-2 0,-1 0-1 0,2-7 2 0,-3 1-2 16,-1-2 2-16,-2-2 13 0,0 2 8 0,-6-1 2 16,1-2 5-16,-3-2 5 0,-4 1 2 0,2-3 0 15,-3 0-1-15,1-2-1 0,-3-2-2 16,0 0 0-16,-4 0-6 0,5-2-1 0,-2 2-6 0,0 0 2 15,3 0-5 1,2 0-3-16,0 0-2 0,5 0-2 0,2-2-2 16,3 2-7-16,0 0-24 0,2 0-30 0,6 0-30 15,-9 0-18-15,9 0 8 0,-4 4-3 0,4-4-21 16,11 4-39-16,0-1-217 0,2-1-399 0,4 1 177 0</inkml:trace>
  <inkml:trace contextRef="#ctx0" brushRef="#br0" timeOffset="118280.65">15143 10330 144 0,'-20'-4'267'0,"20"4"-31"15,-12 7-20-15,2-4-25 0,0 4-22 0,-2 1-16 16,-2 2-17-16,0 3-15 0,3-3-13 0,2 1-9 16,2-1-8-16,1 3-12 0,1-2-6 0,1-1-6 15,4 2-3-15,6-2-6 0,2 1-5 0,9 0-4 16,8-4-2-16,7 1-5 0,5-4-1 0,14-4-8 0,-10-1 0 0,-1-3-5 16,-3-3 1-16,-3-3-5 0,-2-1-1 0,-5-1-1 15,-1-1-4-15,-13 1 5 0,-1-2 12 0,-3 0 0 16,-4-5-11-16,-5 1-7 0,-2-2-2 0,-3 1-2 15,-7-3-1-15,-2 5-3 0,4 3-8 0,-8 0-15 16,1 2-19-16,-2 4-28 0,1 0-32 0,-10 2-42 16,10 3-55-16,-5-2-206 0,10 3-428 0,1 2 190 0</inkml:trace>
  <inkml:trace contextRef="#ctx0" brushRef="#br0" timeOffset="120145.09">16454 9573 18 0,'0'0'161'0,"-5"-3"-8"16,5 3-15-16,-4-2-7 0,4 2-9 0,0 0-14 16,-4-3-16-1,4 3-7-15,0 0-5 0,0 0-13 0,0 0-3 16,-5-1-11-16,5 1 1 0,0 0-10 0,0 0-1 0,0 0-4 15,0 0-4-15,0 0-8 0,0 0-1 0,0 0-3 16,14-3 7-16,-6 2-2 0,3-2-1 16,5 1-2-16,3-4 2 0,0 1 10 0,0 0-8 15,3-2 1-15,-3 1-1 0,2-2-3 0,0 0-2 0,-4-1 2 16,10-1 8-16,-16 2 3 0,1 1 6 0,-2 2 5 0,-5-1 9 16,3-1 1-16,-3 3-3 0,-4-1-4 0,3-1-7 15,-4 1-7-15,0 2-1 0,0 3-8 0,-13-4-4 16,-1 1-2-16,-9 3 0 0,-4 3-6 0,-2 2 2 15,-5 2-4-15,-1 3-3 0,0 4-2 0,-2 1-2 16,-12 6-5-16,5 1 4 0,10-3-4 0,-8 7 0 16,-1 2-1-16,6 2 1 0,5-7-2 0,3 1 2 0,2 0-3 0,3 3 3 15,2-1-2-15,4 0-2 0,4 0 1 0,5-2 0 16,5 3 4-16,4-8-5 0,8 0 5 0,10 2 5 16,5 1 0-16,10-7-4 0,20 4 1 0,8-4 0 15,30-3 0-15,-26-5 0 0,32-5-4 0,-1-6-3 16,-7 2-1-16,2-8 1 0,-32 2-1 0,-2-1 0 15,1 1-1-15,-6-6 2 16,-2 2 5-16,-17 1-3 0,-4-2 1 0,-2 2 15 16,-10 0 21-16,-3 1 11 0,-6 1-3 0,-3-1-9 15,-1-2-2-15,-6 0-1 0,-2 0-7 0,-2 2-3 16,-5-2-4-16,-5 2-3 0,-3 1-1 0,1 3-6 16,-5-1-1-16,-4 5 4 0,-2 1-7 0,2 2-2 15,-2 3-4-15,8 1 0 0,1 0 3 0,-2 1-2 16,5 3 0-16,2 0-5 0,6-1 1 0,-5 6-4 0,9-6 3 0,-1 3-1 15,6-1 2-15,4 2 2 0,2-2 1 0,9 4-1 16,2-5 4-16,7 0 3 0,4-2-5 0,3-1-3 16,-2-1-1-16,2-4-1 0,0-1 1 0,-2-2 2 15,-1-6 2-15,-9 5-3 0,-1-3 6 0,0 1 4 16,-8-1 11-16,2-1 5 0,-3-2 1 0,-2-1-3 16,0 1-2-1,-3 0-7-15,-3-2-6 0,3 0-8 0,-6 0-5 16,-3 2-3-16,2-1-7 0,-5 1-9 0,3-1-10 0,-3 3-1 15,-1-3-8-15,0 7-9 0,1-5-10 0,0 7-24 16,3-4-24-16,-2 3-26 0,2 1-30 0,0-1-213 16,2-1-411-16,3 3 183 0</inkml:trace>
  <inkml:trace contextRef="#ctx0" brushRef="#br0" timeOffset="120546.32">17683 9631 24 0,'-7'0'139'0,"7"0"-14"0,0 0-21 15,-12 5-4-15,6-4-5 0,-3 5-12 0,0 0-11 16,0 1-5-16,-5-2-15 0,2 5 1 0,0 0-15 0,0-1 5 0,2-2-5 16,-3 2-8-16,4 0 8 0,3 2-9 0,-2-2 0 15,2 0-5-15,2 2-2 0,1 0-16 0,3-3 16 16,3 4-2-16,1-3 0 0,2 2-4 0,3-2 13 16,1 2-2-16,3-2-10 0,1 0 6 0,0 3 2 15,2-4-8-15,-2-1 0 0,-4-2-3 0,-2 0 0 16,2 0 5-16,-4-2-7 0,0 1-3 0,0-2-3 0,-4 2-2 0,1 0 0 15,-3-4 13-15,-4 4-4 0,-1 1 0 0,-6 0 3 16,0 0-10-16,-2-3-29 0,-5 2-11 0,2 0-25 16,-1-2-47-16,2-2-123 0,1 2-246 0,1-4 109 15</inkml:trace>
  <inkml:trace contextRef="#ctx0" brushRef="#br0" timeOffset="121031.19">17991 9636 86 0,'0'0'295'0,"0"-4"-29"16,0 4-28-16,0 0-24 0,0 0-19 15,0 0-28-15,3-4-18 0,-3 4-19 0,0 0-16 16,0 0-12-16,1 11-9 0,-1-4-11 0,-1 3-10 16,1 2-6-16,-3 0-7 15,-1 2-7-15,2 6-8 0,-3-3-2 0,-2 2-2 16,1 5-7-16,-2-3 1 0,0 2-8 0,1 2-5 16,-1-7 0-16,3-1 0 0,-2-1-4 0,4-4-2 15,-1-1 5-15,2-6-7 0,-1 6 2 0,1-5-1 16,0-2 13-16,2 2 24 0,-2-2 25 0,-1-1 40 15,3-3 35-15,0 0 35 0,0 0 17 0,0 0-11 16,0 0-23-16,0 0-14 0,5-12-16 0,-1 4-13 0,3-2-8 0,0-1-16 16,2 0-14-16,0-3-4 0,0 0-10 0,1 2-8 15,-1 0-6-15,-1 3-10 0,-1-1-3 0,0 0-5 16,-1 4-5-16,-2 0-5 0,0 1-9 0,1 0-3 16,-1 3-10-16,-3-1-13 0,3-1-15 0,-4 4-32 15,4-1-14-15,-4 1 8 0,0 0 6 0,9 4-3 16,-8-1 2-16,4 0-16 0,-2 0 0 0,2 2-26 0,0 4-12 0,1-2-20 15,-2 0-14-15,1-1-34 0,2 5-31 0,-1-4-37 16,-1 1-25-16,2 1-297 0,-2-6-609 0,-1 3 270 16</inkml:trace>
  <inkml:trace contextRef="#ctx0" brushRef="#br0" timeOffset="121484.08">18440 9670 357 0,'2'-5'352'16,"-2"0"-8"-16,4 1-23 0,-1 1-40 0,-2 0-17 15,-1 3-34-15,0-6-23 0,3 3-37 0,-3 3-17 16,0 0-44-16,0 0-21 0,0 0 2 0,0 0-24 0,0 0-3 16,0 15-10-16,-3-6-6 0,2 3-5 0,-6 3-2 0,4-2-3 15,0 3-4-15,-1-2-2 0,3-1-4 0,-3-1-1 16,3 0-4-16,-2 2-4 0,2-2 0 0,1-2-5 15,-3 0 4-15,6 2 3 0,-2-4-7 16,-1 1 2-16,3-5 2 0,-1 1 6 0,2 0-1 0,3-2 14 16,0-1-2-1,2 1 6-15,3-3-12 0,0 0 16 0,0-1-15 16,-2-1 0-16,3-3 13 0,-1 3 12 0,-2-5-7 16,0 2 1-16,0-2-19 0,0 0 19 0,-1-4-13 15,-2 0 2-15,0-1-9 0,2-4-5 0,-5-2 1 0,1-3-17 16,-5 3-19-16,0-7 4 0,-4 5-5 15,-3-5 1-15,-1 8-1 0,-5-5 3 0,2 8-7 16,-5-1 8-16,4 3-1 0,-6 1-4 0,0 5 4 0,1-1-6 0,0 4 1 16,1 1 0-16,2 4 11 0,1 1-10 0,-1 2-2 15,4 2-4-15,-2 1 5 0,1 3-1 0,5-1 3 16,3 4 2-16,6 1-5 0,4 2 22 0,12 2-14 16,8-1 2-16,5-2-11 0,5-4-42 0,14 0-48 15,2 0-62-15,3-8-85 0,-5-1-309 0,5-2-611 16,-16-2 271-16</inkml:trace>
  <inkml:trace contextRef="#ctx0" brushRef="#br0" timeOffset="122416.07">19397 9681 152 0,'-19'-5'155'0,"0"2"-9"0,-2 1-19 0,-2 1-8 0,4 2-14 15,-3 1-9-15,-1 1-12 0,-1 2 0 0,3 2-15 16,2-1-7-16,3 2-7 0,-2 1-2 0,3 1-7 16,3 0-8-16,2-1-3 15,1 4-1-15,4-4-2 0,0 1-12 0,2 4 11 16,3-1-7-16,0-3-3 0,5 2 2 0,2-1 0 15,4 0 4-15,3 2 5 0,3-3 9 0,-2 0-1 16,4-5 6-16,-2-1 9 0,2 0 11 0,-4-3 20 16,-2-1 15-16,0-1 15 0,2-3 16 0,-3 0 15 15,-1-1 4-15,-2-5 0 0,0 4-9 0,4-10-7 16,-3 4-11-16,-2-5-13 0,1-2-14 0,-3-5-15 0,2-4-3 16,-3 0-11-16,-1 1-10 0,1-3-2 0,0-4-10 0,-1 2-6 15,-2-2-1-15,2 0-2 0,-4 2-6 0,3 0 13 16,-2 4 9-16,0 6 11 0,1 5 8 0,-2 1-5 15,1 6 1-15,-2 0-16 0,2 3-8 16,-1 2-10-16,1-2-15 0,-1 4-38 0,0 3-39 0,0-4-20 16,0 4 6-16,0 0 6 15,-1 14 4-15,0-2 7 0,-2 5 7 16,1 2 3-16,-2 7 9 0,2 3 0 0,1 1 6 16,1-3-2-16,-2 2 8 0,-1-3 2 0,3-1 3 0,-1 3-1 15,1-9 3-15,1-1 5 0,0 1 1 16,-1-4 0-16,2-1 3 0,-1-2 0 0,1-1 4 15,0-2-1-15,-2 0-3 0,1-2-15 0,0 0-12 16,-1-1-14-16,0-1-11 0,0-1-13 0,0-1-13 0,0-3-11 0,0 5-15 16,2 0-10-16,-2-5-20 0,0 4-14 0,0-4-49 15,0 0-216-15,12-4-454 0,-4-2 201 0</inkml:trace>
  <inkml:trace contextRef="#ctx0" brushRef="#br0" timeOffset="122863.14">19794 9552 286 0,'0'0'331'0,"2"-3"-28"0,-2 3-29 15,0 0-27-15,0 0-30 0,4-2-27 0,-4 2-24 16,0 0-18-16,0 0-30 0,0 0-16 0,0 0-7 16,1 12-9-16,-2-3-8 15,-2 1-8-15,2 2-6 0,-3 3-10 0,0 2-4 16,0-2-4-16,0 1-7 0,3 1-4 0,-4-2-2 15,5 1-4-15,0-3 0 0,-1-3-3 0,1 2-1 16,0-3 0-16,0 1-4 0,1-3-3 0,-1 0 1 16,5-2-4-16,-3 2 1 0,1-4 10 0,0 2 15 15,2-3 15-15,-1-1 13 0,2 2 11 0,3-2 7 16,-1-2 6-16,2-3 3 0,3 2 3 0,-3-3-2 0,0-2-6 16,3 1-8-16,-2-3-9 0,-2 1-5 0,5-6 3 15,-2 0-12-15,-1-2-13 0,-3-4-7 0,1-3-16 0,-4-3-10 16,-5 0-6-16,4-1-7 0,-8 3 0 0,-2-3-11 15,-6 3 22 1,2 7-16-16,-3 0-2 0,2 4 1 0,-5 1 1 0,2 1-8 0,3 3-4 16,-5 1 6-16,3 3-7 0,1 1 2 15,-2 3-4-15,1 5 5 0,0-3-8 16,2 5 4-16,-2 3-21 0,2 2 3 0,3 2-1 16,3-2 5-16,2 4 7 0,3-1 1 0,8 2 5 15,10 1 3-15,7 1-9 0,8-2-23 0,16 1-59 16,7-2-69-16,3-6-90 0,-1-3-330 0,-1-6-645 0,-5-2 286 15</inkml:trace>
  <inkml:trace contextRef="#ctx0" brushRef="#br0" timeOffset="123967.43">16137 9000 59 0,'-2'-3'138'16,"-3"0"-8"-16,3-1-13 0,2 4-10 0,-4-4-8 15,4 4-13-15,-2-1-9 0,2 1-16 0,0 0-2 16,0 0-9-16,-10 5-7 0,4 0-5 0,-2 3-3 15,-4 5-5-15,-4 7-2 0,0 4-2 0,-3 5-14 0,-4 17 7 16,1 5 2-16,-3-1 1 0,-2 29 5 0,-2 0 4 16,2-1 10-1,9-18 1-15,-4 22 1 0,7-25 3 0,-5 24-2 16,9-22-5-16,-2 23 3 0,4-2-5 0,-1-25-6 16,4 3 1-16,-1 0-7 0,1-2 4 0,1 0-10 15,-3-3 2-15,4-5-1 0,-2-1-5 0,-1-13 4 16,0-1 1-16,-1-4-5 0,1-1 1 0,-1-1-7 15,0-10 8-15,3-1-6 0,-1 0 0 0,-1-6 1 16,2 0 21-16,0-3 11 0,-2 1 8 0,0-4 8 0,2 0-1 0,-3-1-3 16,-6-1-7-16,4-1-2 0,-3 1-8 0,3-2-4 15,-2-3-4-15,2 1 0 0,3 0-4 0,0-1 0 16,2 2-5-16,-1 0-14 0,6 1-21 0,-9-3-46 16,9 3-55-16,-7 0-55 0,7 0-53 0,0 0-114 15,-1 7-364-15,6-2 161 0</inkml:trace>
  <inkml:trace contextRef="#ctx0" brushRef="#br0" timeOffset="124420.31">15823 11335 48 0,'0'0'236'0,"0"0"-25"0,0 0-21 16,0 0-30-16,0 0-11 0,0 0-15 0,-16 7-18 15,10 1-8-15,-8 6-14 0,3-2-9 16,-1-2-7-16,3 5-9 0,-2-1-10 0,-1 2-3 16,6-4-7-16,-2 1-5 15,4-1 1-15,2 3-10 0,0-2-2 0,2-4-2 16,3 3-1-16,2-3 18 0,3-2 23 0,3-2 4 16,10 0 6-16,9-1-5 0,2-5-8 0,4-7 1 15,0 1 1-15,-4-3 8 0,-5-3 13 0,-7 2 19 0,-3 3 35 16,-2-5 3-16,-4 2-12 0,-3 0-17 15,-3 0-8-15,2-1-13 0,-6 0-16 0,-1-5-19 16,-5 0-22-16,-2 1-17 0,-4 4-26 0,0-1-19 0,-4 1-28 0,-4 4-25 16,-8-1-38-16,-2 5-42 0,0-1-54 0,-2 3-60 15,4-1-228-15,9 5-538 0,4-4 238 0</inkml:trace>
  <inkml:trace contextRef="#ctx0" brushRef="#br0" timeOffset="126224.81">16435 8515 39 0,'1'-4'228'0,"4"1"-14"15,-5 1-14-15,0 2-23 0,4-7-21 0,-4 7-14 0,1-2-23 16,-1 2-12-16,0 0-15 0,0 0-10 0,0 11-9 16,-1-1-5-16,-3 3-11 0,-1 3-3 0,0 2-5 15,-6 3-8-15,0 6-2 0,-4-3-4 0,2 3-4 16,-2 1-4-16,3-5-5 0,-3 2 0 0,2-4-4 16,4-4 2-16,1-4-2 0,1-3-6 0,4 0 6 0,1-5-2 15,-2 3-3-15,3-4 22 0,-3-1 49 0,3 1 36 0,-3-3 28 16,4-1 12-16,0 0-29 0,0 0-15 0,6-11-12 15,1 1-7-15,-1-2-15 0,4-1-6 0,0-1-8 16,2-2-4-16,-2 0-11 0,2 3-7 0,-2-1-2 16,-2 4-6-16,0 0-5 0,-2 3-2 0,-1 2-7 15,1-1-8-15,-3 2 0 0,-1 0-19 0,3 1-30 16,-5 3 1-16,5 0-1 16,-1 6 5-16,1-2 2 0,-1 6-13 0,1 2-7 15,4 2-8-15,-4 2-11 0,3 2-19 0,1 4-30 16,-5-3-33-16,2 0-42 0,2-1-35 0,-3-6-219 15,0 3-481-15,-1-6 213 0</inkml:trace>
  <inkml:trace contextRef="#ctx0" brushRef="#br0" timeOffset="126610.21">16072 8707 113 0,'-11'1'154'0,"0"3"-19"16,5-2-8-16,-3-1-17 0,4 3-11 0,-2-3-9 16,5 0-6-16,2-1-10 0,-9 3-3 0,9-3-13 15,-4 1 13-15,4-1 6 0,-5 1 7 0,5-1 13 16,0 0 5-16,-6 3 7 0,6-3 0 0,0 0 5 15,0 0 2-15,0 0 4 0,-7 1 1 0,7-1 3 0,0 0 7 16,0 0 1-16,0 0-5 0,0 0-10 0,0 0-18 0,27-15-7 16,5 3-11-16,22-9-12 0,33-9-7 0,5 2-12 15,7 2-12-15,6-1-6 0,2 2-3 16,-3 0 7-16,-2 1-19 0,-1 4-3 0,-5-1 0 16,-8 1 3-16,-29 9 0 0,-7-2-3 0,-15 8-2 0,-5 0-8 15,-12 0-23-15,-1 1-20 0,-8 1-49 0,-2 3-53 0,-5 0-30 16,-4 0-63-16,0 0-245 0,-22 6-518 0,3-1 229 15</inkml:trace>
  <inkml:trace contextRef="#ctx0" brushRef="#br0" timeOffset="140108.09">20612 9772 123 0,'0'0'138'16,"0"0"0"-16,-5 0-20 0,5 0-7 0,0 0-5 15,0 0-5-15,0 0 1 16,0 0-6-16,0 0 4 0,-5-1-8 0,5 1-3 16,0 0 5-16,0 0-4 0,0 0 1 0,0 0 1 15,0 0-8-15,0 0 3 0,0 0-2 0,0 0-2 16,0 0-2-16,0 0-3 0,0 0-8 0,0 0-4 15,0 0-6-15,0 0-9 0,17-9-3 0,-3 7-8 16,6-1 0-16,11 0-1 0,6-1 6 0,15-3 3 16,-1-1 3-16,3 1 2 0,1 1 3 0,-4-1-2 0,5 2-10 0,-6-1 5 15,-12 1-13-15,0 3-8 0,-4-2-3 0,-2 0-4 16,-9 2-7-16,-4-2-9 0,-6 3-12 0,0-1-19 16,-4 0-24-16,-3 1-33 0,-3-1-40 0,-3 2-24 15,-3-5-11-15,3 5-23 0,-14-2-46 0,-4-1-127 16,5 3-383-16,-3-2 170 0</inkml:trace>
  <inkml:trace contextRef="#ctx0" brushRef="#br0" timeOffset="140324.16">21003 9582 163 0,'0'-10'301'0,"-2"-1"1"15,0 1-7 1,1 1-11-16,-3-1-10 0,2 4-21 0,-1-2-21 15,2 3-30-15,-2 0-19 0,2 1-28 0,1 1-21 16,0 3-26-16,0 0-35 0,0 0-18 0,-9 7-3 0,1 3-9 16,-2 7-2-16,-4 9-9 0,-1 3 0 0,1 3-4 15,-1 4-4-15,4-2-2 0,0 14-5 16,2-14-1-16,4 14-4 0,1-1-24 0,3-1-21 0,3 2-31 16,-2-17-43-16,7 3-57 0,0-2-96 0,5-5-190 0,-1-11-486 15,6-7 216-15</inkml:trace>
  <inkml:trace contextRef="#ctx0" brushRef="#br0" timeOffset="141224.47">22027 9287 163 0,'0'0'174'0,"-7"-1"-16"15,7 1-12-15,-6-1-14 0,6 1-7 0,-5 0-10 16,5 0-10-16,0 0-8 0,0 0-12 0,0 0-2 0,0 0-8 16,0 0-4-16,0 0-10 0,0 0-7 15,0 0-7-15,0 0-1 0,0 0-3 0,16-2 2 16,4 1-4-16,10 0-1 0,6-4-2 0,1 5 0 0,14-2-7 15,2-4-5-15,4-2 1 0,-1 0-3 0,2 0-2 0,-6 2 0 16,-1-1-3-16,-11-1-2 0,-4 3 0 0,-4 1-6 16,-12 0 0-16,-1 0-4 0,-7 1 0 0,1-1-6 0,-6 3-25 15,-3-3-17-15,-4 3-12 0,0 1-9 0,0 0-19 16,-25-2-12-16,4 2 0 0,-8 3-7 16,-3 0 3-16,-4-1-2 0,4 2-3 0,-2 2-10 0,4-4-100 15,0 1-229 1,1 4 102-16</inkml:trace>
  <inkml:trace contextRef="#ctx0" brushRef="#br0" timeOffset="141540.87">22269 9254 57 0,'0'0'39'0,"-6"2"28"16,4 1 26-16,2-3 19 0,-5 1 11 0,5-1 5 15,0 0-4-15,0 0-4 0,-7 1-11 0,7-1-14 16,0 0-8-16,0 0-14 0,-6 0-9 16,6 4-7-16,0-4-7 0,-2 8-7 0,2 0-3 0,0 1 5 0,0 3-3 15,-2 3-2-15,0 4-1 0,0 5 1 0,2 4 1 16,2 0 3-16,-2 6-3 0,0-1-7 0,-2 1 4 15,2 0 2-15,0 1-3 0,-1 1-3 0,0-2 0 0,-1-1 1 16,1-1-3-16,0 0-5 0,-1-1 0 16,2 0-10-16,-1-6 5 0,-1 4-5 0,-4-4 1 15,1 0 5-15,-1-7 2 16,-3-1 2-16,-1-1 4 0,-2-1 1 0,0-3 4 0,-3 2 0 16,-4-4 8-16,0 0 1 0,-1-6-2 15,-6 1 4-15,4-2 1 0,3-1 7 0,-1 0-1 16,1-4 5-16,6 1 2 0,-1 0-1 0,2 1-3 15,3-3 3-15,-1 1 5 0,5 0-5 0,-3 2-7 0,8 0 3 16,-9-1-7-16,9 1-10 0,-6-2-11 0,6 2-33 16,-5-2-36-16,5 2-46 0,0 0-48 0,0 0-37 0,0 0-34 15,0 0-256-15,24-3-501 0,-9 3 221 0</inkml:trace>
  <inkml:trace contextRef="#ctx0" brushRef="#br0" timeOffset="142010.26">22579 9922 106 0,'-3'-3'247'0,"3"3"-23"0,0 0-23 16,0 0-22-16,0 0-21 0,0 0-20 16,0 0-13-16,0 0-14 0,0 0-10 0,9 7-12 15,-1-4-11-15,2 4-8 0,0-2-10 0,3 5-5 0,1 2-5 16,-4 1-7-16,3 0-6 0,-3 0-2 0,-1 3-4 16,-4-1-5-16,2 4-4 0,-3 1-1 0,-3-1-2 0,-4 8-1 15,-4-1-2-15,-2-1-1 0,-3-1-1 0,-2-1-7 0,-1 0 3 16,-4-6-3-16,3-2 4 0,0-1 9 15,0-2 5-15,1-3-3 0,3-1-4 0,2-1 5 16,5-2-3-16,0-3 8 0,0 3 27 0,1-2-5 16,0 0 0-16,2-2-4 0,2-1-2 0,15 0-2 0,13 0-5 15,8-2-1 1,16-2-5-16,3-2-2 0,-3 4-4 0,4-3-5 16,2 1 9-16,-1-2-11 0,0 1-5 0,1 1 1 15,-7 1 4-15,-12 1-3 0,-5 1-4 0,-4-2 0 16,-12 3-5-16,0 0 11 0,-4 0-7 0,-4 0-3 0,-3-1-2 15,-1 1-2-15,-6 0-17 0,8 0-20 0,-8 0-26 16,0 0-47-16,0 0-58 0,-30 1-292 0,14-1-496 16,-2-1 220-16</inkml:trace>
  <inkml:trace contextRef="#ctx0" brushRef="#br0" timeOffset="143559.87">24056 9261 62 0,'0'0'172'0,"-4"-1"-1"15,4 1-6-15,0 0-3 0,-4-3-2 0,4 3-1 0,0 0-9 16,0-4-13-16,0 4-11 0,0 0-15 0,0 0-9 0,0 0-13 15,0 0-7-15,0-4-12 0,0 4-9 0,0 0-5 0,0 0-8 16,0 0-4-16,14 0-3 0,-5 0-3 0,4 2-1 16,6-2-5-16,2 1-1 0,-1 3-5 15,2 0-2-15,-2 1-4 0,1 1-3 0,-1 4-3 16,-1-1-3-16,-2 4-3 0,-2 0 0 0,3 9 0 0,-1-1-4 16,-7 2 0-16,-6 6-8 0,-8 0 4 0,-4 3-4 0,-11 2 5 15,-7 7-3-15,-3-5 2 0,-6-2-1 0,6-10 0 16,2 0-2-16,-2-1 2 0,0-4 1 0,-1 2 1 0,0-5-1 15,0 0-5-15,3-2 3 0,3-1 2 16,5-1 3-16,1-5-8 0,2 2 6 0,4-6-2 16,3 4 1-16,-1-4 1 0,1 1-1 0,2-1 10 0,2-1 9 15,0-1-4 1,4 1 3-16,1-2 1 0,0 0 0 0,0 0-6 16,37-3 1-16,-6-2-2 0,4-1 0 0,17-3-4 15,4-2 2-15,0 1-2 0,7 0 4 0,-2 1-2 16,-1 1-4-16,0-1 8 0,-4 3-1 0,-17 0 1 15,0 1-4-15,-4 5-3 0,-8-4-7 0,-9 4 8 16,-5-2-2-16,-1 1 0 0,-2 0 2 0,-2 1-2 16,0 0-3-16,-8 0-1 0,7 0 1 0,-3 0-2 0,-4 0 2 0,0 0-9 15,0 0-20-15,0 0-29 0,0 0-37 0,-17 4-56 16,11-4-254-16,-3 0-435 0,4 1 192 0</inkml:trace>
  <inkml:trace contextRef="#ctx0" brushRef="#br0" timeOffset="145247.34">25146 9285 48 0,'0'0'182'15,"-3"-3"-11"-15,3 3-15 0,0 0-9 0,0 0-14 16,0 0-9-16,0 0-10 0,0 0-14 0,0 0-8 15,0 0-8-15,0 0-11 0,0 0-6 0,0 0-7 16,0 0-6-16,0 0-2 0,0 0-9 0,0 0-2 16,0 0-7-16,-1-4-2 0,1 4-3 0,0 0-1 15,0 0-9-15,0 0-15 0,0 0-7 0,0 0-7 16,0 0-12-16,0 0 0 0,0 0-12 0,0 0 0 0,0 0 8 0,0 0 5 16,0 0-6-16,0 0 7 0,0 0 3 0,0 0 0 15,0 0 4-15,0 0-4 0,0 0 3 0,0 0 1 16,0 0 9-16,0 0 2 0,0 0-1 0,0 0 1 15,0 0 7-15,0 0-2 0,0 0-3 0,0 0 2 16,0 0-3-16,0 0-6 0,0 0-5 0,0 0-6 16,0 0-6-16,0 0-1 0,0 0 1 0,0 0 5 0,0 0 0 0,-5 8 5 15,5-8 2-15,0 0-3 0,0 0 8 0,0 0 2 16,0 0 8-16,0 0 0 0,0 0 8 0,0 0 4 16,0 0 5-16,0 0 2 0,0 0 8 0,-8 0 1 15,8 0 5-15,0 0 3 0,0 0 6 0,0 0 0 16,0 0 1-16,0 0 4 0,0 0 1 0,0 0-2 15,0 0 1-15,0 0-1 16,0 0-1-16,0 0-5 0,0 0-4 0,0 0-4 16,0 0-4-16,0 0-4 0,0 0-1 0,0 0-3 15,0 0-4-15,0 0-3 0,0 0 1 0,0 0-4 16,0 0-1-16,0 0-4 0,0 0 2 0,0 0-4 16,0 0 1-16,0 0 3 0,0 0-6 0,0 0-1 15,0 0-4-15,0 0 1 0,0 0-5 0,0 0 3 0,0 0 2 16,0 0 0-16,0 0-1 0,0 0-3 0,26-1 2 0,-20 1-1 15,6-2-3-15,-1 1-2 0,1 0-6 0,-2 1 1 16,4-5 0-16,-4 2 5 0,3-1 2 0,-1 0-2 16,-2 0 2-16,0 0-1 0,-1-2 7 0,1 2-1 15,-3-4 8-15,0 1 5 0,-2-3 3 0,-1 3 5 16,-1 1 0-16,-1 0 2 0,-2-1-1 0,-2 0-4 0,-1 2-3 16,-1 0-3-1,-1 0 1-15,-4 0-3 0,-2 3-1 0,-2 0-1 16,-4 4 1-16,-4 5-3 0,-7 0-3 0,-2 1 0 15,-2 6 3-15,2 1-3 0,-2 2-2 0,1 2-1 0,2 3-3 16,-1 5 1-16,2-3 0 0,1 3 1 0,-5 9 0 16,10-10-2-16,2 5 1 0,6-4-11 0,3 5 6 15,4-3 4-15,2-3-2 0,5-1 4 0,5 0-1 16,8 0 3-16,7-7 0 0,9 1 0 0,6-3 4 0,23-1 3 16,2-5-4-16,1-2-5 0,3-4 1 0,28-7-3 15,-31-1-3-15,7-1 2 0,23-5 5 0,-29-1-7 16,-4-1-5-16,-3-1-3 0,-3 1-2 0,-15 2 0 15,-1-2 6-15,-8 0 3 0,-1 0 3 0,-9 2 12 16,-5-2 11-16,-3 5 8 0,-5-4-2 0,-2 2-5 16,-3-1-1-16,-4 1-2 0,-5 2 0 0,-5-2-5 0,-5 1-5 0,-2 5 1 15,-10-2 0-15,-1 4-1 0,4 5 2 0,-2 0-5 16,0 2-2-16,1 2 2 0,9-2-4 0,-2 1 2 16,4 1-4-16,0 1-1 0,5 2 2 0,3-2 1 15,2-3-8-15,3 5 4 0,3-2-3 0,0-1 1 16,6-1 5-16,5 3 2 0,9-3 1 0,9 4 1 15,2-7-1-15,3 0-1 16,1-4 0-16,3-2 2 0,0-1 2 0,-3-1-1 16,-1-6-2-16,-1 4 1 0,-4-3-3 0,-7 2 4 15,-2-3 1-15,-4 5 12 0,-4-4 8 0,0-1 3 16,-2-1 1-16,-4 0-6 0,-1-1-5 0,-3 1-3 16,-4 0-5-16,-1 1-4 0,-3-1-7 0,-5-1-7 15,-1 4-3-15,-1-2-6 0,1 3-7 0,0 3-9 16,-2-4-9-16,1 8-17 0,5-3-26 0,-2 3-19 0,2 0-28 0,2-1-41 15,3 2-153-15,5-1-353 0,-7 1 156 0</inkml:trace>
  <inkml:trace contextRef="#ctx0" brushRef="#br0" timeOffset="145616.81">26328 9332 148 0,'-6'-1'167'0,"6"1"-20"0,-11 0-6 0,2 0-19 0,0 3-17 16,-1-1-3-16,-4 3-15 0,5 1-8 0,-1 1-10 15,-7 2-3-15,7-2-9 0,-4 3-8 0,3-1-3 16,4-1-12-16,-3 2 2 0,4-1-4 0,-1 3-4 15,3-2-4-15,-1 2-7 0,4 0 8 0,1-2-7 16,2 4-2-16,2-2 7 0,5 0 0 0,5 3-9 16,-1-3 0-16,2 0 3 0,2 0 0 0,2-1-5 0,-3-1 0 0,-1-4-2 15,-5 1-3-15,0 1 2 0,1-4-6 0,-5 0 13 16,2 2-11-16,-2-2-3 0,0-3 3 0,-3 2-1 16,-2 3 0-16,-1-3 6 0,-5 0 6 0,-1 4-6 15,-4 0-3-15,-2-2 7 0,-5 0-11 0,2 4-5 16,-3-4-17-16,3 0-30 0,-3-2-32 0,0-1-69 15,0 0-113-15,6-1-282 16,1-2 124-16</inkml:trace>
  <inkml:trace contextRef="#ctx0" brushRef="#br0" timeOffset="146196.47">26651 9194 78 0,'0'0'208'0,"-4"-3"-16"15,4 3-23-15,0 0-19 0,0 0-15 16,18 1-13-16,-4 0-11 0,3 3-17 0,2 2-10 0,3 0-5 0,-3 3-9 0,-1-1-5 16,1 1-13-16,-2 3-13 0,-1 0 5 0,-3 2-8 15,1 0 1-15,-4 2-5 0,-5 3-3 16,-1-2-5-16,-4 3-2 0,-5 3 1 0,-4 1-5 15,-5 1 3-15,-4-2-4 0,0-1-4 0,-5 0-2 0,3-5 1 16,-1 0 2-16,4-6 0 0,3 1 5 0,1-2 2 16,1-2-4-1,2-3 1-15,2 2-5 0,0-4 1 0,2 2 0 16,1-3 3-16,1 2 2 0,0-1-6 0,3-1 6 0,1-2 6 16,0 0 12-16,9 6 13 0,0-6 1 15,4 0-1-15,1 0-2 0,5 0-2 0,0-3-4 16,3 0-3-16,6 3 0 0,-6-4-3 0,-3-1-3 15,0 3 0-15,0-1-1 0,-8 0-3 0,0 2 3 0,-2 0 8 16,-4 1 5-16,3-2 1 0,-4 1 0 0,-4 1-1 0,11-1-2 16,-11 1-4-16,5-3-5 0,-5 3-3 0,0 0-9 15,7 0-13-15,-7 0-18 0,0 0-13 0,0 0-19 16,0 0-22-16,0 0-24 0,0 0-24 0,6 0-29 16,-6 0-35-16,0 0-47 0,0 0-171 0,0 0-424 15,5-4 189-15</inkml:trace>
  <inkml:trace contextRef="#ctx0" brushRef="#br0" timeOffset="146650.46">27322 9360 219 0,'1'-4'352'0,"-1"-1"-18"0,4 2-20 0,-4-1-24 16,0 1-18-16,0 3-37 0,0-5-27 0,0 5-29 15,3-3-16-15,-3 3-25 0,0 0-11 0,1-4-29 16,-1 4-32-16,0 0-13 0,0 0-9 0,0 0-3 16,3 14-4-16,-3-4-6 0,0 2-3 0,0 0-2 15,-3 4 0-15,3 1 6 0,0-1-10 0,-4 1-5 16,4 1-2-16,0-3-5 0,0 1 1 0,4 0 2 0,-4-4-4 16,5 0 12-16,-1-1-10 0,0-3 1 0,1 2 0 0,0-3 1 15,0 1 2-15,3-6-2 0,-2 5 0 0,1-6 12 16,2 1 11-16,2-2 5 0,1-1 4 0,-2-1 4 15,2-2-3-15,-1-3-1 0,-1 1 18 0,0-2 2 16,2-5-7-16,0 1-1 0,-3-3-4 0,-1-2-9 16,-3 0-13-1,5-12-25-15,-6 0-20 0,-4-2-34 0,0-1-10 16,-5 0 3-16,-5-3 14 0,-3 2-8 0,-5 3 7 16,2 1 5-16,-6 4 6 0,0 2 6 0,2 2 1 0,4 9 11 15,2 1-6-15,-1 1 0 0,5 5 1 0,-3 0-2 16,5 5-2-16,-1 0 0 0,3 0 3 15,-3 7 12-15,1 3-13 0,3 2 1 0,1 7 7 16,6 5 0-16,4-1 2 0,4 3 5 0,11-3 0 0,4-2-1 0,5 1-22 16,4-8-36-16,21 5-59 0,1-8-88 0,-2-3-304 15,0-5-557-15,-16-3 246 0</inkml:trace>
  <inkml:trace contextRef="#ctx0" brushRef="#br0" timeOffset="148240.18">28407 9048 111 0,'0'0'207'0,"0"0"-9"0,0 0-13 16,-3-4-13-16,3 4-8 0,0 0-14 0,0 0-14 15,-5-2-11-15,5 2-15 0,0 0-14 0,0 0-3 0,-5-3-13 16,5 3-8-16,0 0-9 0,0 0-5 16,0 0-10-16,0 0-5 0,0 0-3 0,0 0-6 15,0 0 7-15,0 0-19 0,0 0-3 0,0 0-6 16,0 0 1-16,0 0-5 15,0 0 4-15,0 0-1 0,22 2-1 0,-12-4 2 16,4 1 0-16,3-1-3 0,1 0-4 0,2-2 2 16,-1 0-1-16,2-1-4 0,0 0 9 0,-4-4 0 15,2 2 4-15,-2 0 0 0,-2-1 6 0,-2 1 3 16,-3-2 12-16,-2 4 3 0,0-2 10 0,-3 2 10 16,1 2 1-16,-4-2-9 0,1 0-8 0,-2 1-5 15,-1 1-8-15,0 3-8 0,-11-5-3 0,-2 6-1 0,-5 1-6 0,-1 0-3 16,-12 6-2-16,-1 1 1 0,-1 6-5 0,-5-1 1 15,-7 7-2-15,12-3-1 0,-12 7-1 0,2 2-1 16,12-6 2-16,4 5-5 0,-6 10 2 0,9-9 1 16,3 2 1-16,3-1-2 0,3 1-4 0,6 3-14 15,3-5-3-15,4 2 4 0,8-2 4 0,11-4 0 16,5 0 7-16,20 5 2 0,4-6-2 0,12-5-1 0,7-6-5 0,30-2 2 31,-1-8-9-31,-3-4 2 0,-2-2 9 0,7-5-11 0,-31 0 6 16,25-4-3-16,-28 3-8 0,-3-1-5 0,-9-2-3 15,-12 3-3-15,-5-2 6 0,-7 1 8 0,0 2 30 16,-11 2 23-16,-5 2 8 0,-3-4-3 16,-5 1 6-16,1-1-16 0,-8 2-2 0,-3-3-5 0,-5 1 1 15,-5 1-2-15,-7 3-4 0,-6-1-2 0,0 4-3 0,2 3 0 16,-3 0-2-16,0 6-1 0,0-1-4 0,4 0 1 16,1 4 0-16,9-4-3 0,-1 4 0 0,8-4-5 15,-1 2-28-15,3 0-19 0,2 1-1 0,1 2 4 16,5-1 8-16,1 2 6 0,5-2 7 0,4 1 2 15,8-2 4-15,9 1 4 0,4-1-2 0,1-5 8 16,3-3-2-16,1 0 3 0,-3-3 3 0,0-3-6 0,-2 0 7 0,-12 2 4 16,4-2-2-16,-7-1 16 0,-2 1 28 0,-3 2 4 15,-1-4-1-15,-1 3-5 0,-3-3-5 0,-2 1-4 16,-2-2-7-16,-1 3-4 0,-3-2-11 0,-2 0-28 16,1 0-6-16,-5 1-10 0,2-2-13 0,-5 4-18 15,3 2-10-15,-1-1-23 0,-1 0-25 0,0 0-30 16,1 2-192-16,-1-1-376 15,5 3 166-15</inkml:trace>
  <inkml:trace contextRef="#ctx0" brushRef="#br0" timeOffset="148656.81">29736 9093 219 0,'0'0'258'16,"-4"-7"-18"-16,4 7-17 16,0 0-22-16,0-4-22 0,0 4-19 15,0 0-10-15,0 0-23 0,0 0-15 0,-4-2-11 16,4 2-12-16,0 0-11 0,0 0-10 0,-18 7-7 0,8-1-5 15,1 0-7-15,0 2-6 0,-1 0-4 0,1 1-4 16,-3 4-6-16,-1-1-4 0,5 1-3 16,1-1-14-16,2 0-15 0,1 3-2 0,-3-1-6 15,4-2 0-15,5 4 3 0,-1 0-2 0,2 1 8 0,4-1 1 0,1 0-4 16,3-2 6-16,3 2-3 0,-1-3 4 0,2 0-1 16,-2 0 1-16,-2-1-3 0,-3-4 2 0,1-2-6 15,-2 1-2-15,-2-2 1 0,-4-2 1 0,4-2 1 0,-2 4 3 16,-3-5 1-16,-9 8 0 0,0-3 5 15,-4-2 3-15,-5 4-5 0,-1-2-2 0,2-3-3 16,-4 1-2-16,1 1-7 0,1-1-16 0,-1-1-17 0,2-1-18 0,-1 1-18 16,7 0-34-16,1-2-34 0,-1 0-160 0,7 1-337 15,0-1 149-15</inkml:trace>
  <inkml:trace contextRef="#ctx0" brushRef="#br0" timeOffset="149142.49">29975 9160 166 0,'0'-2'287'0,"2"-2"-14"16,-4 0-12-16,2 4-16 0,-1-6-30 0,1 6-26 15,1-4-21-15,-1 4-18 0,0 0-17 0,0 0-21 16,0 0-3-16,0 0-20 0,0 0-11 0,0 0-8 16,0 13-8-16,2-6-4 0,-2 2-8 0,0 3-5 15,0 5-4-15,-2 0-7 0,2 0-1 0,-1 2-3 16,-1 0-2-16,2 1-2 16,0 0-5-16,-1-3-4 0,0-1 1 0,-2-3-4 15,3-1 3-15,-1-2 1 0,2 0-6 0,-1-4-3 16,0-1 5-16,0 2 1 0,0-2-2 15,0-5 48-15,-1 4 17 0,1-4 37 0,0 4 32 0,0-4 22 16,0 0 5-16,0 0 2 0,0 0-24 0,0 0-14 16,8-10-17-16,-3 0-11 0,1 1-13 0,-1-3-8 15,3-3-13-15,3-2-6 0,-3-2-16 0,2 4 0 0,-1 2-11 0,-3 2-7 16,1 4 0-16,-1-3-5 16,-3 4 4-16,1 2-13 0,-2 0-6 0,3-1-18 0,-3 2-30 0,-2 3-21 15,3 0 8-15,-3 0-10 0,0 0 0 0,13 7-11 16,-5-3-9-16,-2 1-13 15,1 3-13-15,-1 2-6 0,3-3-28 0,0 8-25 0,-3-1-29 16,2-2-28-16,-3 3-28 0,2-5-36 0,-4 2-272 0,1-3-598 0,-1-1 265 31</inkml:trace>
  <inkml:trace contextRef="#ctx0" brushRef="#br0" timeOffset="149606.59">30478 9131 230 0,'3'-8'330'0,"-2"1"-4"15,2 5-22-15,-1-5-14 0,-2 2-42 0,2 2-22 16,-2 3-32-16,2-5-21 0,1 3-27 0,-3 2-29 16,0 0-11-16,0 0-29 0,0 0-6 0,0 0-5 15,3 9-9-15,-5-1-6 0,2 1-3 0,-1 4-8 0,-2 0-6 0,1 3 2 16,2-4-4-16,-2 5-5 0,0 0-4 0,0 2-2 15,2-2-2-15,2 0 0 0,0 0-1 0,-2-6-3 16,3 2-2-16,-2-1 4 0,5-2-5 0,-4 0 1 16,0-3 0-16,1 0 4 0,-1-2 0 0,4 0 2 15,-1-2-1-15,2 1 8 0,2-4 7 0,0 0 5 0,3-2 24 16,-2 0-3 0,-1-1 13-16,-3-2-1 0,4-4-13 0,1 1 12 15,-2-4-25-15,1-2-8 0,-1-4 3 0,-1-1-6 16,-1-5-16-16,2-3-7 0,-5-1 5 0,-2 2-25 15,-3-3-4-15,-4 2-4 0,-1-1 0 0,-6 2 7 16,1 4-5-16,-2 7 1 0,0-2 2 0,-2 2-3 16,-2 6 4-16,-1-3 0 0,2 7 0 0,-5 0-4 15,2 0-1-15,0 5 0 0,0 2-2 0,2 3 2 0,-1 2 4 0,5 1-3 16,-2 4 4-16,6 1-3 0,1 1 6 0,7 0 1 16,1 3 0-16,5 0 2 0,7 1 4 0,10 3 7 15,8-2-11-15,2-2-23 0,5-4-41 0,17-1-54 16,-5-1-72-16,2-3-112 0,-14-7-216 0,2 0-566 15,-7-6 250-15</inkml:trace>
  <inkml:trace contextRef="#ctx0" brushRef="#br0" timeOffset="150877.41">31596 9094 46 0,'2'-5'227'0,"0"-2"-19"0,-2 2-17 0,0 0-13 16,-2 1-27-16,-2-1-11 0,-3 1-16 0,0 1-13 0,-5 0-8 0,-7-2-13 15,0 4-11-15,-3 1-3 0,2 1-12 0,-11 4-3 16,1-2-13-16,-4 5-2 0,4 3-2 0,-1-1-1 15,-1-1-13-15,3 1 0 0,3 2-3 0,-1 3-4 16,5 1-5-16,7-5-3 0,2 2 0 0,1 0-4 16,3-4 2-16,2 2-1 0,2 3-7 0,2-1 4 15,5-1-1-15,0-1 4 0,9 3-1 0,3-1 0 0,2-4 3 0,9 3-4 16,4-7-4-16,0 2 4 0,5-4 1 0,-4 1-3 16,0-6 2-16,0 0-2 0,-2-5 3 15,-1 0 11-15,0-2 13 0,-9 0 9 0,0-2 9 0,-3-2 5 16,4-8 3-16,-2 2 8 0,-3-5-3 0,-4 1-4 15,0-3-3-15,-7-3-7 0,0 0-6 0,-3-1-3 16,1-1 9 0,-2-3 7-16,-1 0-5 0,-2-4 1 0,1 5 6 0,1 0 12 15,-1 2 6-15,-3 2 9 0,5 10-7 0,-3 1-13 16,2 1-9-16,0 8-2 0,-1-1-3 0,3 6-11 16,-2-3 6-16,1 2-30 0,0 1-43 15,-2 2-42-15,3 2-4 0,0 0 6 0,-2 12 6 0,-1 0 5 16,3 8 5-16,-4 6 6 0,3 1 4 0,-2 5 3 15,3-1 6-15,-1 0 3 0,1 1 0 0,3-3 4 0,-1 2 6 16,2 0-5-16,-1-6 8 0,2-1-2 0,-3-4 12 0,3-2-6 16,-2-1-1-16,0-4 3 0,-2-1 3 0,1-3 8 15,2 1-8-15,-4-5-3 0,2 0 9 16,-2 0 2-16,2-1 24 0,-2-1-9 0,0 0 18 16,0-3-9-16,1 4-3 0,-1-4-4 0,0 0-2 0,0 0-1 15,-1 5 6 1,1-5-17-16,0 0-14 0,0 0-23 0,0 0-25 15,1 5-37-15,-1-5-44 0,0 0-62 0,0 0-29 16,0 0-235-16,0 0-500 0,0 0 221 0</inkml:trace>
  <inkml:trace contextRef="#ctx0" brushRef="#br0" timeOffset="151325.4">31907 8947 2 0,'1'-7'341'0,"2"2"-15"0,-2 1-16 0,0 0-24 0,1 2-31 16,-2 2-29-16,2-6-27 0,-2 6-22 16,4-1-24-16,-4 1-23 0,0 0-27 0,0 0-15 15,0 0-7-15,0 12-10 0,-1-7-5 0,-3 7-10 0,1-1-5 0,-2 4-5 16,1 2-6-16,-1 1-8 0,1 0 3 0,-1-1-3 16,3 3-2-16,-1-2-6 0,2-2-3 0,1 2 2 15,1-1-2-15,2-4-2 0,-1-3-3 0,3 1-1 16,-1 0 0-16,3-2 2 0,-1-1 2 0,2-1 10 0,2-2 15 15,3-1 7-15,1-4 8 0,2-1 10 16,5-2-1-16,-2 0 2 16,-2-4 6-16,0-1-2 0,0-1-2 0,1-3-4 15,2-5-9-15,-4 3-7 0,0-6 3 0,2-2-10 16,-2 0-2-16,-4-3-7 0,1-1-5 0,-4-5-9 16,-1 2-5-16,-6-2-7 0,0-2 2 0,-2 1-6 15,-4 2-5-15,-7 1 1 0,-2 5-4 0,-3-2 2 16,-7 5-3-16,0 3-3 0,-1 3 1 0,-4 1-1 0,-2 5 3 15,-3 6-1-15,3 2-2 0,3 5-2 0,-3 4-4 0,3 2 4 16,3 4-3-16,2 4 0 0,6 2 1 0,4 1-2 16,7 6 1-16,1-3-2 0,13 4 3 0,5-2 6 15,14-2 10-15,16 8-4 0,11-6-13 0,6-5-48 16,25 6-58-16,-24-11-71 0,30-7-100 0,-25-3-312 16,-8-6-649-16,-1-2 287 0</inkml:trace>
  <inkml:trace contextRef="#ctx0" brushRef="#br0" timeOffset="153634.5">23673 8826 58 0,'-4'-5'133'0,"0"2"-2"16,0 0-14-16,4 3-13 0,-5-1-7 0,5 1-4 15,-5-5-13-15,5 5-14 0,-3-3-8 0,3 3-16 16,0 0-13-16,0 0-2 0,0 0-1 0,-2 9 2 16,-1 1-8-16,3 1-1 0,-4 6-3 0,0 2-3 15,-3 10 0-15,-1 2 8 0,-1 19 5 0,-1 0 2 16,-1 8-3-16,-2 26-1 0,-4-2 11 0,8-22-2 16,0 27 5-16,2-25 0 0,3 20-4 0,-3-22 2 0,7-2-7 0,-1 1 2 15,2 23-8-15,-1 1 5 0,3-24-3 0,0-1 0 16,0 25-7-16,1-28-1 0,1 3 2 0,0 0-2 15,-2 0-5-15,-3-4-2 0,1 2 1 0,-1-8-2 16,-2 0 4-16,0 0-5 0,-3-13 2 0,-1 1-2 16,0-5 1-16,-1 1-4 0,-1-8 1 0,-3 2 2 15,1-2 4-15,-2-8 12 16,-1-2 0-16,1 0 0 0,-2-3 14 0,-2-3 12 16,-3-3 10-16,1 0-2 0,-4-5 2 0,-1 0-6 15,-5-3-1-15,8-1-5 0,1 1-1 0,1-1-3 16,5-1-3-16,-1-1-4 0,1 2-2 0,4-1-4 15,3 0-5-15,-2 2-1 0,3-1-5 0,1 2-34 16,-1 2-42-16,5 0-26 0,-10-2-22 0,10 2-50 16,0 0-221-16,-4 7-407 0,4-7 180 0</inkml:trace>
  <inkml:trace contextRef="#ctx0" brushRef="#br0" timeOffset="154113.01">23597 11231 118 0,'0'0'208'0,"0"0"-22"15,-5-1-15-15,5 1-16 0,0 0-19 0,-9 5-16 16,5 3-10-16,-2-1-16 0,-2 3-8 0,-3 2-8 16,4 2-7-16,-3 3-8 0,1-2-9 0,1 2-4 0,1-2-8 15,2 3 1-15,0-1-10 0,3 0-2 0,2-2 0 0,3 2-5 16,0-8 8-16,5 1 19 0,0-2 9 0,2-1 7 15,9-1 6-15,4-1-8 0,5-5 0 0,4-4-2 16,-1 2 2-16,-2-6 8 0,-3-1 17 0,-7 0 5 16,-2-2 9-16,-2 0 0 0,-4-1 23 0,-5 1 5 15,2-5-17 1,-5 1-15-16,1-1-9 0,-9 0-14 0,1 0-7 16,-1 1-8-16,-8 4-16 0,1-1-17 0,-5 0-26 15,-1 3-18-15,-10 2-25 0,-3 1-32 0,-1 5-29 0,0 2-35 16,-2 1-42-16,4 2-71 0,9-1-260 0,2 1-549 15,8-3 244-15</inkml:trace>
  <inkml:trace contextRef="#ctx0" brushRef="#br0" timeOffset="155153.31">24090 8432 77 0,'3'-5'296'0,"-2"0"-16"0,-1 0-20 0,0-1-30 16,3 2-23-16,-3 4-26 0,0-5-24 0,0 5-35 0,0 0-28 16,0 0-8-16,0 0-15 0,0 0-9 0,2 13-5 0,-3-2-7 15,0 5-6-15,-2 3-4 0,-1 1-6 0,-2 6-3 16,2 0 0-16,-2-1-11 0,-3 1-2 0,0-1-1 15,1 1-1-15,3-9 0 0,-3 0-2 0,3-4-5 16,4 0 2-16,-4-4-1 0,3-3 1 0,0 1 7 16,-2-2 42-16,3-3 39 0,1 3 30 0,0-5 34 15,-3 5 17-15,3-5 13 16,0 0 0-16,0 0-22 0,0 0-18 0,6-17-21 16,0 7-11-16,0-7-21 0,3 3-2 0,-1-1-14 15,1 1 1-15,0-2-21 0,0 5-9 0,-3 4-9 16,3-3-15-16,-4 5-27 0,2 0-30 0,-1 3-16 15,2 1-8-15,2 1-16 0,1 2-7 0,2 2-17 16,-1 1-19-16,2 3-9 0,2 3-8 0,0 1-14 16,0 3-22-16,2 3-34 0,-5-1-36 0,-3-2-319 0,4-2-596 0,-2-1 264 15</inkml:trace>
  <inkml:trace contextRef="#ctx0" brushRef="#br0" timeOffset="155516.54">23797 8603 6 0,'-10'0'190'0,"2"3"-23"15,1-3-14-15,1 0-16 0,-1 2-14 0,7-2-13 16,-10 1-7-16,8 0-14 0,2-1-15 0,-7 3-1 0,7-3-12 0,-5 1 0 0,5-1-6 15,0 0-1-15,0 0 7 0,-6 1 24 0,6-1 17 16,0 0 16-16,0 0 11 0,-4 3 4 0,4-3-2 16,0 0-8-16,0 0-18 0,14-9-9 15,10-2-8-15,10-2-7 0,19-7-7 0,7 0-13 0,28-12-3 16,6 1-3-16,0 2-1 0,7-2 4 0,2-1 2 16,-9 5-4-16,-8-1 2 0,-29 15-12 0,-2-1 2 15,-18 7-7-15,-6 0 0 0,-9 3-8 0,-5 0-4 0,-5 1-14 16,-2 0-28-16,-1 2-34 0,-3-1-23 0,-6 2-21 15,0 0-27-15,0 0-55 0,-25 19-105 16,6-12-174-16,-6 1-487 0,6-1 215 0</inkml:trace>
  <inkml:trace contextRef="#ctx0" brushRef="#br0" timeOffset="166526.79">14316 12754 51 0,'0'0'171'0,"0"0"-21"0,-6 1-7 16,6-1-8-16,0 0-7 0,0 0-18 0,0 0 0 15,0 0-19-15,0 0-4 0,0 0-11 0,0 0-5 0,22-4-5 16,-8 1-5-16,6 1-8 0,11-5-2 16,3 0-9-16,17-1 3 0,8-2-1 0,5-1 5 15,28 0 4-15,-28 1-2 0,27-1-1 0,-30 1-1 16,-2 4-8-16,-4 0-1 0,-17 0-6 0,-2 4-11 0,-3-2-19 0,-1 1-11 15,-14 0-22-15,0 2-19 0,-8 0-30 0,0-1-19 16,-3 2-80-16,-7-2-98 0,0 2-295 0,0 0 130 16</inkml:trace>
  <inkml:trace contextRef="#ctx0" brushRef="#br0" timeOffset="166827.35">14789 12472 35 0,'0'-9'288'0,"-1"4"-15"16,-3 0-13-16,4-2-21 0,0 2-25 0,-1 2-26 15,-2 1-21-15,3 2-27 0,0 0-31 0,0 0-7 16,0 0-14-16,0 0-10 0,3 19-6 0,-3-4-8 15,0 2-8-15,1 9-5 0,-1-1-9 0,4 2 0 16,0 1-6-16,0 1-4 0,0-4 2 0,2 3-2 16,-2-3-7-16,1 1-3 0,-1-6-19 0,1-1-16 0,1-1-33 0,-2-1-19 15,1 1-14-15,0-2-23 16,-2-3-10-16,2-3-29 0,0-2-43 0,-1-2-141 0,1 2-353 0,0-5 156 16</inkml:trace>
  <inkml:trace contextRef="#ctx0" brushRef="#br0" timeOffset="167065.64">15905 12609 88 0,'0'0'281'0,"0"0"-18"0,1-4-22 16,-1 4-27-16,0 0-19 0,1-2-16 0,-1 2-22 15,0 0-24-15,0 0-38 0,4-4-43 0,3 4-35 16,0-1-40-16,3-1-37 0,2 2-61 0,-1-3-165 16,2 1-308-16,4-1 136 15</inkml:trace>
  <inkml:trace contextRef="#ctx0" brushRef="#br0" timeOffset="167228.28">16528 12564 72 0,'0'0'240'0,"5"-2"-28"16,-2-1-26-16,2 1-28 0,1 0-24 15,5 0-34-15,7-1-33 0,2 0-30 0,7 3-44 0,6-3-37 16,0 1-30-16,2-2-107 0,1 2-194 0,2-1 86 15</inkml:trace>
  <inkml:trace contextRef="#ctx0" brushRef="#br0" timeOffset="167366.47">17360 12511 171 0,'0'0'226'0,"5"-5"-22"0,-1 3-18 0,1-1-18 15,-1 1-19-15,5-3-28 0,1 2-21 0,4-1-35 0,5 2-29 16,10-3-27-16,4 1-36 0,4 0-64 0,1 2-129 15,2-5-238 1,-1 2 105-16</inkml:trace>
  <inkml:trace contextRef="#ctx0" brushRef="#br0" timeOffset="167529.68">18308 12430 65 0,'5'-1'294'0,"1"-2"-17"0,-2 2-12 16,-4 1-18-16,7-5-20 0,-3 1-24 0,2 2-23 0,-2-1-19 0,4-1-27 15,3 0-35-15,0 1-34 0,10 0-30 0,1-1-38 16,6-1-38-16,1 3-34 0,3 1-40 0,0-2-56 16,0-1-138-16,1 2-333 0,2-3 149 0</inkml:trace>
  <inkml:trace contextRef="#ctx0" brushRef="#br0" timeOffset="167645.44">19089 12339 110 0,'5'-2'180'0,"-2"-3"-18"0,1 2-20 16,1-1-11-16,2 1-24 0,4 1-33 0,1-5-43 16,10 2-58-16,5 0-125 0,7-2-165 0,4-1 74 15</inkml:trace>
  <inkml:trace contextRef="#ctx0" brushRef="#br0" timeOffset="167767.66">19760 12269 135 0,'0'0'261'16,"6"-2"-24"-16,-3 0-22 0,-3 2-22 0,4-3-19 15,-4 3-17 1,0 0-18-16,1-5-35 0,-1 5-71 0,0 0-94 0,-3-5-204 16,3 5-287-16,0 0 128 0</inkml:trace>
  <inkml:trace contextRef="#ctx0" brushRef="#br0" timeOffset="169717.36">12089 14928 62 0,'0'0'107'15,"-9"-3"-11"-15,5 2 2 0,4 1-7 0,0 0-8 16,0 0-4-16,-8-1-6 0,8 1 1 0,0 0 5 16,0 0-9-16,-4-3 6 0,4 3-7 0,0 0 7 15,0 0 7-15,0 0 2 0,0 0 5 0,0 0 4 16,0 0-8-16,0 0-6 0,-7-1-4 0,7 1-9 0,0 0-12 0,0 0-3 31,0 0-6-31,0 0-4 0,0 0-3 0,0 0-6 16,0 0-2-16,0 0-7 0,0 0 0 0,0 0-5 15,0 0-3-15,0 0-1 0,0 0-2 0,0 0-4 16,0 0 2-16,0 0 1 0,0 0-3 0,0 0 2 16,0 0-3-16,0 0-2 0,0 0 6 0,0 0-2 15,0 0 1-15,0 0 1 0,0 0 1 0,0 0-3 0,0 0-1 0,23-3 1 16,-4 0-1-16,12-1 0 0,5 2-2 0,14-1 0 15,3-1 0-15,2 2 7 0,4-5-1 0,2 2 12 16,-2 2-12-16,-3-3-1 0,-3 4-1 16,-2-1-1-16,-14 1-1 0,1 0 2 0,-6 1-5 0,0-4 0 15,-4 5-1-15,-9-1 0 0,-5-1-1 0,-1 1-3 16,-1 0-5-16,-6 1-10 0,0 0-14 0,-6 0-14 0,8 0-6 16,-8 0-8-16,0 0-26 0,0 0-35 0,-14 10-43 15,1-8-172-15,2 1-359 0,-1 0 159 0</inkml:trace>
  <inkml:trace contextRef="#ctx0" brushRef="#br0" timeOffset="170117.83">12121 15221 123 0,'0'0'205'0,"0"0"-11"16,-4 2-15-16,4-2-16 15,0 0-19-15,0 0-15 0,0 0-11 0,35-7-12 16,-8 2-11-16,6 1-13 0,6-4-7 0,15 1-7 16,5-3-7-16,1 0 2 0,1 0 3 0,7 1 14 15,-3 0-10-15,-6 2 2 0,0-1-7 0,-7 0-7 16,-16 3-5-16,-2 1-6 0,-3 1-6 0,-10 1-4 16,-4-2 0-16,-4 3-2 0,-3-1-4 0,-1-1-3 15,-1 3-2-15,-3 0-4 0,1-2-5 0,-6 2-16 0,8 0-15 0,-8 0-24 16,0 0-46-16,0 0-52 0,-22 5-251 0,12-2-418 15,1-2 184-15</inkml:trace>
  <inkml:trace contextRef="#ctx0" brushRef="#br0" timeOffset="177868.18">14136 14141 30 0,'-3'-4'60'0,"0"3"3"15,-1-5-3-15,4 6-10 0,-4-5 10 0,3 0-5 0,-3 3 1 16,4-3 1-16,0 5-1 0,-5-5-4 0,2 2 4 16,3 3-5-16,-2-5-2 0,-1 1 1 0,2 1-1 15,1 3-5 1,-4-7-4-16,2 5-1 0,-1-2-3 0,3 4-4 16,-1-7 3-16,-2 5-5 0,3-2 3 0,0 4 3 15,-1-5-3-15,-2 2-1 0,2-1 5 0,1 4 5 16,-4-5-4-16,4 2 8 0,0 3-1 0,-1-5-16 15,1 5 23-15,0 0-4 0,0-5-2 0,0 5-1 16,0 0-3-16,0 0-6 0,1-4-4 0,-1 4-8 0,0 0-3 16,0 0-5-16,3-3-14 0,-3 3-10 0,0 0-20 0,0 0-13 15,0 0-6-15,5 12 13 0,-4-4-1 0,-1 1-4 16,3 7 9-16,-2 3 6 0,2 9-7 0,-3 4 12 0,0 1 13 16,1 14-22-16,-2-2 20 0,-2-10-1 15,2 17 5-15,-2 2 2 0,3 0-10 0,-4 1 19 16,2 3-7-16,-1 2 9 0,-2 0-6 0,0-1-4 15,-8 22 2-15,5-28 1 16,-1-1 6-16,-2 1-2 0,-2-1-1 0,-2-4 10 16,3-1-13-16,3-12-2 0,-4 11-2 0,1-12 3 15,2 0-3-15,-4 10 5 0,5-9 3 0,-4-6-5 16,4 3 3-16,-5-4-1 0,5-3-3 0,-4 2-1 16,3-3 0-16,2-4-4 0,3-6 7 0,0 2-15 0,1-6-13 15,-1 0 20-15,1 0-1 0,3-4 8 16,-1-1 0-16,0-1 4 0,1-1 12 0,1-3 0 0,0 0-1 0,0 0 5 15,0 0-13-15,20-13-3 0,-7 3 9 0,4-1-3 16,-3 0 3-16,1 0-13 0,1 0 7 0,-1 0 2 16,-1 1-4-16,0 0-2 0,-2 3 1 0,-2 2 2 15,1 1 6-15,-1-1-13 0,-1 2 3 0,4 3-2 16,-3 0-4-16,3 6-6 0,-4 0 9 0,0 4-6 16,1 6 0-16,-1 9 3 15,-5 4 1-15,1 6 3 0,-5 11-6 16,-4 1-2-16,2 0 13 0,-6 1-15 0,3 3 5 15,0 0-3-15,-3 1 3 0,3 2 2 0,1 2 8 0,-1 2-2 16,5-3-2-16,-5 4 2 0,5 23 0 0,-4-24 4 16,3-1 27-16,1-1 0 0,1 0-2 0,8 0 5 15,0-3-1-15,0-3-4 0,5 1 0 16,3-2 5-16,6 2 4 0,2-8 1 0,2 1 4 0,4-6-2 0,-9-11 3 16,17 9-26-16,-2-4 8 0,8-3 0 0,2-6-5 15,2 0 4-15,-2-2-4 0,4-4 2 0,0-1-7 16,-2 0-6-16,1-4-11 0,-11-7-46 0,0-4-55 15,0-1-101-15,-3-7-135 0,-5-4-361 0,-6-8 159 16</inkml:trace>
  <inkml:trace contextRef="#ctx0" brushRef="#br0" timeOffset="179254.47">15571 14004 26 0,'-2'-4'124'0,"0"-1"-20"0,1 1 1 0,-2 0-14 0,2 0 8 15,1 4-19-15,-4-5-8 0,1 2-9 0,3 3 1 16,-7-4-17-16,3 3-2 0,-1 0-9 16,-4 1 1-16,9 0-14 0,-16 3 5 0,4 0-3 15,1 2-3-15,-1 2-3 0,-3 3 0 0,-1 2-4 16,3 0-17-16,-3 2 14 0,1 6 0 0,-2 4 1 0,2 2-8 15,-2-2 9 1,5 4-5-16,-1-1-1 0,2 3 0 0,1-3-4 16,4 2-9-16,-2 0 9 0,2-3 0 0,3-1-8 15,-1 1 0-15,4 2 4 0,3-4-5 0,-2 2 7 16,3-7-1-16,1 0 7 0,2 1-3 0,0 3 1 16,7-1 18-16,-5-6 13 0,2 1 0 0,2 0 1 15,3-4 0-15,3 4 2 0,3 0 0 0,0-3 0 16,2 0 4-16,-5-5 7 0,8 2 9 0,-9-6-2 0,3 1 1 0,6-1 8 15,-4-3 0-15,-2 0 7 0,-1-1-1 16,2-2 13-16,-2-1 5 16,-1-1 11-16,2-3 7 0,-3-1 0 0,0-4-1 15,5-3 5-15,-8-1 0 0,4-4 3 0,3-2-16 16,-4-6-1-16,0 0-13 0,-3-3-11 0,0-1-8 16,2-14-6-16,-3 1-8 0,-6-4-4 0,-2 1-8 15,-6-3-6-15,-5 4-8 0,-7 0-14 0,-2 13-24 16,-10-9-22-16,1 14-21 0,-8 3-23 0,-11-2-30 15,-8 8-34-15,-5 7-30 0,-1 9-64 0,-3 6-250 16,5 4-526-16,5 3 232 0</inkml:trace>
  <inkml:trace contextRef="#ctx0" brushRef="#br0" timeOffset="182244.97">18361 14062 28 0,'0'-6'257'0,"0"0"-10"15,-2 3-14-15,2-1-18 0,0 4-21 0,0-6-22 16,0 6-18-16,0-4-16 0,0 4-22 0,0 0-14 16,0 0-9-16,0 0-10 0,0 0-9 0,2 14-9 15,0-5-6-15,-2 4-10 0,0 4-6 0,0 2-3 16,-2 6-3-16,0-5-5 15,0 6-7-15,0-2-1 0,2-5-5 0,-1 1 1 16,-1-2-5-16,-1 2-1 0,3-2-1 0,-2-1-4 16,0-1 2-16,1-4-3 0,1-2 1 0,-1 2 0 15,1-5-2-15,-1 0 0 0,1 1-1 0,0-3-2 16,0-1 0-16,-2 0 4 0,2-4 3 0,0 7-1 16,0-7 1-16,0 4 1 0,0-1 12 0,0-3 7 15,0 0 2-15,0 0 4 0,0 6 2 0,0-6 0 0,0 0-4 0,0 0 2 16,0 0-5-16,0 0-31 0,0 0-37 0,0-15-32 15,0 6-33-15,-2 0-44 0,-1-8-55 0,-1 0-208 16,-1-9-441-16,0-1 195 0</inkml:trace>
  <inkml:trace contextRef="#ctx0" brushRef="#br0" timeOffset="182398.84">18192 13896 34 0,'-8'-16'264'0,"3"2"-3"0,1 5-6 15,0 3-10-15,3-1-17 0,-2 0-22 0,1 2-20 0,0 0-20 16,-1 0-20-16,3 1-17 0,-2 1-28 15,2 3-38-15,-2-5-30 0,2 5-11 0,0 0-29 16,0 0-22-16,0 0-28 0,15 13-16 0,-11-8-21 16,4 4-34-16,-2-1-198 15,2 1-352-15,2 1 156 0</inkml:trace>
  <inkml:trace contextRef="#ctx0" brushRef="#br0" timeOffset="183200.5">18955 13691 137 0,'0'-7'200'0,"0"1"-2"16,1 0-13-16,-1 0-10 0,0 1-10 0,0 1-15 0,0 0-15 15,0 0-14-15,0 4-12 0,-1-5-15 16,1 5-14-16,1-3-19 0,-1 3-14 0,0 0-7 15,0 0-4-15,0 0-6 0,-1 20-6 0,0-8-2 16,-1 6 4-16,0 9 0 0,-3 5-2 0,1 4 3 0,1 10 3 0,-2 2-4 16,1 3-1-16,-1-3-3 0,3 1 1 0,2-3-3 15,0-10-2-15,1-2-1 0,0-2-3 0,4 1-1 16,-1-3 0-16,-1 0 0 0,0-4 9 0,1-3 3 16,-1-3-8-16,0-3 0 0,-2 0 0 0,-1-1-3 15,0-4-2-15,0-4 3 0,-1 6 2 0,-2-4 3 16,0-1 0-16,-1 0-3 15,-1-1 2-15,-1 0 2 0,-3-1-5 0,0-1 1 16,-1-2-2-16,0 3 0 0,1-4-2 0,-3 1-2 16,1-1 2-16,-1-2-1 0,3 0-1 15,0 1-1-15,4-1-3 0,-2-1 6 0,0 0-8 0,7 0 0 16,-11-1-14-16,11 1-17 0,-7-4-34 0,2 4-46 16,1-5-96-16,0 1-192 0,4-3-425 0,2 2 188 15</inkml:trace>
  <inkml:trace contextRef="#ctx0" brushRef="#br0" timeOffset="183531.81">18749 14222 213 0,'0'0'238'0,"0"0"-13"16,-9-1-12-16,9 1-9 0,0 0-16 0,0 0-19 16,0 0-14-16,0 0-17 0,12-5-15 0,4-2-9 15,11 0-13-15,5-2-6 0,5 0-5 0,22-2 3 0,4-1 2 0,0-3-1 16,-1 3-9-16,-6 0-5 0,-4 2-8 0,-18 3-8 16,-5 4-4-16,-7-3-6 0,-7 3-5 0,-1 1-6 15,-2 0-2-15,-4 1-6 0,-1-1-6 0,-2 2-3 16,1-1-5-16,-6 1-7 0,0 0 1 0,0 0-2 15,0 0-1-15,0 0-12 0,0 0-10 0,-22 8-17 16,11-5-18-16,2 2-26 0,-2-1-40 0,3 1-42 0,2-3-49 16,-1 3-239-16,3-3-477 0,3-1 211 0</inkml:trace>
  <inkml:trace contextRef="#ctx0" brushRef="#br0" timeOffset="184349.74">20367 13896 119 0,'0'0'244'0,"-3"-7"-14"16,3 7-15-16,0 0-18 0,0 0-18 0,0-5-19 0,0 5-20 15,0 0-11-15,0 0-20 0,0 0-14 0,0 0-9 16,0 0-11-16,0 0-11 0,0 0-8 0,4 17-1 0,-3-6-8 31,-1 0-6-31,3 2-1 0,-3 6-7 0,0-1 5 16,-4 8-11-16,0 0 0 0,3 0-6 0,-3 2-3 0,2-2-3 0,0-2 6 0,-3 1-8 0,1-5 1 31,4-1-2-31,-1-3-1 0,-3-1 0 0,4-3-4 0,-4 0 0 0,3-5 0 0,1 3-1 0,0-5 1 31,0 0 1-31,-2-1 4 0,2 1 37 0,-2-2 30 0,2-3 35 0,2 4 39 16,-2-4 30-16,0 0 20 0,0 0-10 0,0 0-19 16,0 0-18-16,15-16-12 0,-5 2-18 0,-1 0-11 15,9-8-11-15,-1-1-11 0,3 0-9 0,-2-5-16 16,1 4-3-16,1-1-9 0,-1 2-8 0,-2 1-14 16,-4 7 9-16,-3 2-7 0,-1 2-3 0,-1 4-3 15,-3 0-6-15,-1 3-4 0,1 0-31 0,-4 0-34 0,3 3-9 0,-4 1 3 16,9 6 3-16,-5 1 5 0,1 5 0 0,0 2 7 15,-1 6 7-15,0-3-1 0,1 6 3 0,0 2-2 16,-1-4 8-16,0 2-2 0,1-3 2 0,-4-2 3 16,2-1 12-16,-1-1-4 0,1-5 2 0,-1 2-17 15,1-2-7-15,-3-3-3 0,1-2-17 0,-1 1-14 16,1-3-9-16,1 2-5 16,-2-2-5-16,1 0-8 0,-1-1-8 0,0-3-12 15,0 0-12-15,0 6-12 0,0-6-36 0,0 0-68 16,0 0-266-16,10-2-548 0,-10 2 243 0</inkml:trace>
  <inkml:trace contextRef="#ctx0" brushRef="#br0" timeOffset="185235.43">21849 13952 34 0,'0'-8'261'0,"0"2"-20"0,1 1-3 16,-1-2-13-16,0 2-11 0,2 0-15 0,0 0-15 16,-2 0-15-16,0 5-14 0,0-5-17 0,0 5-18 15,2-4-12-15,-2 4-10 0,0-5-19 16,0 5-11-16,0 0-7 0,2 12-7 0,-2 0-3 15,0-1-11-15,0 6 5 0,0 1-10 0,0 3-9 0,0 3 3 0,0 2-6 0,0 0 0 16,0-1-3-16,1-4 4 0,2-3 10 0,-3 3-3 16,0-4-3-16,0-2-1 0,1-2-1 15,-1-2-6-15,0 1 0 0,0-5-1 0,0 0 1 16,0 0-3-16,0-2 2 0,0-2-4 0,0 3 2 16,0-6 0-16,4 5-1 0,-4-5 1 0,-2 3 0 0,2-3 0 15,0 0-6-15,0 0-14 0,0 0-35 0,0 0-53 0,-9-14-108 16,5 4-91-16,1-5-166 0,0-1-492 0,2-5 219 15</inkml:trace>
  <inkml:trace contextRef="#ctx0" brushRef="#br0" timeOffset="185398.03">21859 13793 193 0,'0'-9'274'0,"0"1"-16"0,3 1-24 15,-3 2-19-15,0 0-22 0,0 0-23 0,0 1-15 16,0 4-20-16,-3-3-26 0,6-1-35 0,-3 4-37 15,0 0-24-15,1-5-6 0,-1 5-19 0,0 0-32 16,0 0-24-16,10 9-30 0,-6-6-67 0,-3 1-115 16,3 1-304-16,0 0 135 0</inkml:trace>
  <inkml:trace contextRef="#ctx0" brushRef="#br0" timeOffset="186036.18">22382 13847 97 0,'4'-5'189'0,"0"3"-10"0,-4 2-13 16,2-3-9-16,-2 3-8 0,3-4-19 0,-3 4-16 0,0 0-5 0,1-4-9 15,-1 4-8-15,0 0-13 0,0 0-12 0,0 0-5 16,0 0-6-16,0 0-3 0,-19 5-10 0,9 3-4 15,-3-1-2-15,0 2-7 0,-5 1-1 0,4 0-1 16,0 0-7-16,-1 2-3 0,3-3-1 0,2 0 1 16,0 6-5-16,3-2-10 0,-1-4 8 0,2 4-4 15,4-3 1-15,2 2 0 0,1 4-2 0,2-4 1 0,3 3 2 16,3-5-6-16,3 3 5 0,1-1-5 0,4 3 4 0,2-4-9 16,4 3 6-16,-6-3 2 0,1-1-5 0,-4-2 0 15,-3 0 2-15,-3-2-5 0,1 1 2 16,-4-2 1-16,0 0-1 0,0-2-2 0,-1 1 1 0,-3 0 1 15,-2 0-2-15,-4 2 3 0,-6 0 0 0,-5-1-2 16,-3 1 6 0,-4 0-8-16,-4 1-18 0,9-3-36 0,-5 2-46 15,4-2-49-15,0-1-157 0,-1-3-333 0,3 0 147 16</inkml:trace>
  <inkml:trace contextRef="#ctx0" brushRef="#br0" timeOffset="186753.71">23253 13905 51 0,'0'-4'189'0,"0"4"0"16,0 0-20-16,0 0-12 0,-1-4-14 16,-1 0-16-16,2 4-17 0,-3-4-9 0,3 4-8 15,-6-4-8-15,1 3-11 0,-2 0-6 0,7 1-9 16,-11 0-5-16,-1 0-12 0,2 2 1 0,-2 2-7 0,-3-1-4 15,2 2-5-15,-1-2-1 0,-2 6 0 0,-3-1-6 16,1 1 1 0,0 1-6-16,-1 4-4 0,3-3 0 0,0 1 1 15,3 2-3-15,-4-1-4 0,8 1 3 0,-1 0-5 0,1-4-1 16,1 3 4-16,3 0-2 0,0 2 4 16,1-5-7-16,4 3 0 0,0-2 3 0,4 1 2 15,0-1-5-15,2-3 11 0,5-1 7 0,0 1 9 16,3-1 3-16,4-2 4 0,4-2 1 0,-3-1 8 0,9-2-4 15,-7-3 8-15,-1-2 0 0,-1 0 3 0,2-2 4 0,-1-2 22 16,-2 1-1-16,0-2-5 0,-5-1 5 0,1-2-1 16,-3-1-6-16,-2-3-4 0,1 0-8 0,-3 0-6 15,-3 1-6-15,-3-4-3 0,-1 3-6 0,-3 1-3 16,-1 0-7-16,-2 2-6 0,-4-1-2 0,0 3-6 16,-4 2-6-16,-2 2-6 0,2 2-9 0,-4 3-9 15,-1 1-18-15,6 4-18 16,-2-1-16-16,2 1-23 0,2 5-24 0,-2-4-43 15,4 3-30-15,3 4-61 0,1-3-142 0,3 4-424 16,7-4 187-16</inkml:trace>
  <inkml:trace contextRef="#ctx0" brushRef="#br0" timeOffset="187407.9">23998 13916 202 0,'0'-5'206'0,"-3"0"-18"0,1 0-20 15,0 1-20-15,-1-3-12 0,-3 2-15 0,1 3-15 16,-3-1-9-16,-1-2-12 0,-4 1-8 0,-3 1-6 0,2 1-7 15,-4 2-9-15,0 2-4 0,0-2-8 0,-4 3-5 16,4-1-2 0,-3 5-3-16,0-2-7 0,2 6 0 0,-5-3-7 15,3 4-3-15,5-2 0 0,-1 2-3 0,3 1-2 16,-1-2-3-16,3 2-2 0,3 1-1 0,0-3 0 16,7 0 4-16,-1 0-7 0,3 1 0 0,0 1-1 15,4-5 1-15,0 4 8 0,3-5-4 0,4 2-3 16,-1-4 0-16,4-2 4 0,0 0 3 0,4-3 7 15,0 0 3-15,2-4 16 0,-1 0 12 0,-2-2 9 0,2-5 12 0,-6 1 7 16,5 1 4-16,0-11 12 0,-4 6-4 0,-4-2 2 16,4-7-4-16,-2 1 0 0,0-4-10 0,-5-3-6 15,2 1-5-15,1-2-7 0,-2 0-4 0,-1-3-10 16,-2 4 0-16,-1-3-6 0,0 3-6 0,0 1-2 16,0 3-3-16,-3 6 1 0,0 2-3 0,1 0-5 15,-2 5-3-15,-2 3-3 16,2 1-1-16,2 3-3 0,-2 0-5 15,0 0-19-15,0 0-26 0,0 5-19 0,0 0 13 16,0 0-1-16,0 0 5 0,-11 12 7 0,8-3 0 16,-4 4 3-16,-1 4 4 0,-3 9 3 0,1 1 0 0,1-2 5 15,-4 2 0-15,3 1 1 0,2 4 5 16,2-3 0-16,-2 3 0 0,4-3 1 0,-1-1 4 0,4-3-2 16,-2 0 5-16,3-7 0 0,-1 1 1 0,2-4 3 0,2-1 0 0,-2-1-3 15,2-1 4-15,-1 0 0 0,2-3 3 0,-1 0-2 16,2 2-1-16,0-2-1 0,0-1-1 15,0-1-6-15,4 2-12 0,1-3-11 0,0 1-13 16,2 0-8-16,6 0-29 0,0 1-25 0,2-4-26 16,10-1-24-16,0-1-46 0,2-1-166 0,0-4-399 0,3 1 177 15</inkml:trace>
  <inkml:trace contextRef="#ctx0" brushRef="#br0" timeOffset="188008.99">24623 13966 27 0,'3'-9'240'0,"1"3"-17"0,-2-2-20 0,1 1-19 15,-2 0-17-15,-2 0-12 0,-4 2-23 0,1 0-11 16,-6-2-17-16,-2 2-11 16,-4 1-7-16,-2 0-10 0,-3 0-8 0,-6 3-6 15,-1 2-7-15,5 3-5 0,-5 0-8 0,0 0 1 16,1 3-11-16,1 3-1 0,6-4-4 0,1 5-4 16,1-2-1-16,0 1 0 0,1 0-8 0,4 0 2 15,2-1-6-15,1-1 6 0,1 2-12 0,3-2-4 16,3 0-2-16,-1 2 3 0,4-3 0 0,0 0-2 15,2 3 4-15,1-4 1 0,6 2 0 0,4-5 1 0,0 1 2 0,3-1 2 16,5-2-3-16,-2-2 6 0,3-4 9 0,-3 0 5 16,2-4 2-16,4-3 8 0,-2-2 16 15,-2-2-2-15,0-1 6 0,-3-4-4 0,-1 1-4 0,-3-8-5 16,1 1-5-16,-3-2 2 0,-1-5-5 16,1 2-3-16,-5-5-3 0,2-9-5 0,-1-1-1 0,-4 13-4 15,0-13 3 1,0 11-7-16,-1 1 0 0,-1 2-2 0,-4 0 1 15,4 6 4-15,0-2 1 0,-6 11-4 0,4 0 3 16,-1 2-2-16,-1 6-2 0,2 0 0 0,0 4-1 0,0 0-6 16,-2 1-2-16,2 2-2 0,-1-1-27 0,1 4-23 15,0 0 2-15,0 0 5 0,0 0 2 0,-5 18 7 16,1-1 1-16,0 1 1 0,0 7 4 16,-1 4-2-16,-1-2 7 0,-1 1 1 0,4 1 1 0,-1-2 0 0,-1 4 4 15,0 0 0-15,1 1-2 0,0-1 4 0,1-1 2 16,1 1-2-16,-1 0 5 0,2 1-1 0,-2-1 1 15,3-2 2-15,-2 0 1 0,-1-1-1 0,2-1 2 16,1-8-3-16,-3-2 4 0,3 1 2 0,-2-1-3 16,-1-5-1-16,6-2 5 0,-3 2-3 0,0-5 4 15,-3-1-1-15,3 2 2 16,0 0 7-16,3-6 5 0,-3 2 11 0,2-1 8 16,-2 2 8-16,0-5 9 0,0 4 7 0,0-4 11 15,3 4 10-15,-3-4 9 0,0 0 8 0,1 2-6 16,-1-2 6-16,9 1-10 0,5-3-1 0,13 0-19 0,3-2 3 0,4 1-27 15,8-6-58-15,13-1-82 0,-1 3-112 0,-1-5-375 16,4 0-634-16,-4-1 280 0</inkml:trace>
  <inkml:trace contextRef="#ctx0" brushRef="#br0" timeOffset="193953.94">15192 15973 8 0,'2'-2'154'16,"-2"-3"-3"-16,3 2-21 0,-3 3-5 0,1-2-12 0,-1 2-23 0,0 0-6 16,1-5-14-16,-1 5-14 0,0 0 4 0,0 0-13 15,-2 16-3-15,-1-7-6 0,3 4-6 0,-6 3-8 16,1 1 3-16,-3 6-13 0,0 3 11 0,-2 2-8 16,1 1-4-16,-2 4 10 0,-3-1-20 0,2-3 9 15,-4 1-1-15,5-1 2 0,2-3-2 0,0-7 0 16,2-1-1-16,3-8-8 15,0 1 21-15,0-4 19 0,2 0 26 0,-1-1 52 16,-1-3 33-16,2 1 33 0,1-1 22 0,1-3-11 16,0 0-26-16,-2-15-18 0,6 3-22 0,2-5-6 15,3-7-16-15,2-1-12 0,0-1-8 16,2-3-9-16,-2 2-10 0,5-3-5 0,-3 2-13 16,3 0-4-16,-2 1-1 0,0 5-5 0,-5 5-10 15,0 6 1-15,-1 2-9 0,-3 0 2 0,-1 3-12 0,0 1-14 0,1 1-8 16,0 4 0-16,-5 0-3 0,10 4 0 0,-5 1-2 15,3 5 1-15,-2 4-12 0,3 2 4 0,0 8 14 16,1 2-1-16,0-4 1 0,-1 7-1 0,2-3 2 16,-1 1 0-16,-1-3-9 0,1 1-3 0,-3-6-17 15,1 0-13-15,-3-4-27 0,3 0-5 0,-4-5-19 16,1 1-15-16,0-5-22 0,0 2-16 0,-2-2-8 0,-1-4-21 0,2-1-251 16,-4-1-464-16,0 0 205 0</inkml:trace>
  <inkml:trace contextRef="#ctx0" brushRef="#br0" timeOffset="194570.37">15020 16075 32 0,'0'0'163'0,"-7"0"-15"16,7 0-12-16,0 0-11 0,-7 0-6 0,7 0-3 0,0 0-8 16,0 0-6-16,0 0-2 0,0 0-8 0,0 0 4 15,-6 1-11-15,6-1-4 0,0 0-5 0,0 0-3 16,0 0 0-16,0 0 2 0,0 0-10 16,0 0-5-16,0 0-7 0,0 0-2 0,0 0-3 15,0 0-6-15,0 0-5 0,0 0-4 0,0 0-4 0,0 0-5 0,0 0-2 16,0 0 5-16,0 0-7 0,0 0-3 0,0 0-4 15,-6-1-6-15,6 1 5 0,0 0-2 0,0 0 1 16,0 0-1-16,0 0 0 0,0 0-1 0,0 0 0 16,0 0 10-16,0 0 1 0,0 0 0 0,0 0 7 15,0 0-1-15,0 0-1 0,0 0 0 0,0 0-1 16,19-8-5-16,-6 4-2 0,8-1-3 0,10-3-3 0,7-4-2 16,16-2 2-16,2 1 1 0,3 0-2 0,-3-2 0 15,3 4 2-15,-2 4-3 0,-6-2 2 0,-15 3-5 0,-1 1 3 16,-6 2-3-16,-7 1-1 0,-2-1 2 0,-6 0-3 15,-3 1-1-15,-1 2-6 0,-4-2 1 16,1 0-1-16,-2 2-4 0,-5 0-2 0,0 0-9 16,0 0-9-16,0 0-12 15,-13 6-12-15,5-3-15 0,-3 0-23 0,2 0-34 16,0 1-29-16,0-3-45 0,3 3-137 0,-1-2-363 16,7-2 161-16</inkml:trace>
  <inkml:trace contextRef="#ctx0" brushRef="#br0" timeOffset="195118.81">16084 15844 49 0,'0'0'178'0,"-7"1"-10"0,7-1-17 16,0 0-10-16,0 0-12 0,0 0-14 16,23-5-10-16,-5-2-6 0,2 5-12 0,10-6-10 15,-1 1-8-15,4 3-4 0,3-3-9 0,0 0-7 0,4 2 1 0,10-6-7 0,-13 5-9 16,0 0 2-16,-3 0-8 0,-8 3-2 16,-6 0-16-16,-6 1-12 0,-2 1-3 0,-2-1-16 15,-4 0-7-15,-6 2-20 0,12-1-5 0,-12 1-9 16,0 0-15-16,0 0-27 0,0 0-26 0,-24 4-77 15,9-4-222-15,-2 1 98 0</inkml:trace>
  <inkml:trace contextRef="#ctx0" brushRef="#br0" timeOffset="195488.81">16330 15795 91 0,'0'0'215'0,"0"0"-20"0,0 0-21 0,0 0-22 16,0 0-9-1,0 0-24-15,0 0-13 0,-8 4-16 0,6-1 2 16,1 5-17-16,-4 1-13 0,2 3-8 0,-1 5-6 16,-1 1 8-16,1 7 1 0,-1 1-6 0,1 2-2 15,4 3-1-15,-2 0-2 0,-2-1-1 0,4 3 2 16,0 1-7-16,4 1-2 0,-2-2-6 0,1 0-1 16,-2-1-3-16,2-3-2 0,-3 0-6 0,2-3 3 15,1 1-2-15,-2-8-1 0,-1-2-8 0,0 1 7 0,0-5-6 0,-1-2 1 16,-2-1 2-16,1 2 1 0,-5-5 9 0,0 0-2 15,-5 0 4-15,3-3 10 0,-5 0 4 16,1-2 11-16,-4-2 8 0,0 0-4 0,4-2-1 16,-6-5 1-16,1 3 4 0,5 0 7 0,0-2 8 15,4 2 7-15,0 0-2 0,1-3-10 0,0 2 10 16,2 2-19-16,2-1-4 16,0 1-7-16,4 3-6 0,-9-5-5 0,9 5-9 15,-5-3-29-15,1 0-18 0,4 3-33 0,0 0-30 16,-8-3-39-16,8 3-45 0,0 0-59 0,0 0-57 15,0 0-174-15,0 0-489 0,0 0 218 0</inkml:trace>
  <inkml:trace contextRef="#ctx0" brushRef="#br0" timeOffset="195926.45">16623 16344 196 0,'0'-7'243'0,"0"7"-27"16,2-1-22-16,-2 1-25 0,0 0-19 0,0 0-19 15,0 0-16-15,0 0-9 0,0 0-16 0,0 0-7 0,2 15-11 16,-2-5-6-1,-2-1-8-15,2 4-6 0,-2 3-7 0,-3 0-4 16,4 2-2-16,-5 6-4 0,4-4-5 0,-1-3-5 16,-1 0-1-16,3-6-2 0,-2-1-1 0,2-4-1 15,0 3 2-15,0-4-1 0,-1 0 30 0,2-1 35 16,-1 1 33-16,1-2 33 0,0-3-17 0,0 0-10 16,0 0-13-16,12-13-11 0,-5 4-8 0,3-4-11 15,2-3-10-15,3-3 1 0,-1 2-9 0,-1 1-11 0,4 2-2 0,-7 2-9 16,0 3-2-16,-1 0-10 0,-1 1-2 0,-3 3-8 15,0 1-7-15,0 3 1 0,3-1-6 0,0 4-5 16,-2 0-17-16,3 3 21 0,6 5-4 16,-7 0-1-16,6 4-29 0,1-1-34 0,-1 3-36 15,3 4-41-15,2 1-45 0,0-3-91 0,-2-5-239 16,1-3-554-16,-3 0 246 16</inkml:trace>
  <inkml:trace contextRef="#ctx0" brushRef="#br0" timeOffset="196858.91">18517 15925 11 0,'0'0'169'0,"0"-5"-1"16,0 5 1-16,0-7 0 0,1 3 3 15,-1 4 6-15,0 0-2 0,0-6-2 0,0 6-13 16,2-4-5-16,-2 4-16 0,0 0-14 0,0-4-12 0,0 4-19 16,0 0-10-16,0 0-11 0,0 0-13 0,0 0-15 15,0 0-7-15,6 10-7 0,-6-4 0 0,1 3-4 16,0 2-5-16,-1 2-2 0,3 4 3 15,-1 3-7-15,-1-3-3 0,2 1 1 0,-1 2-3 0,0 7 1 0,0-7-4 16,1-1 3-16,-1-2 0 0,1-3-7 0,0 3 9 16,-1-5-5-16,-2 0-4 0,0-5 0 0,2 0 1 15,-2 0-4-15,1-2 5 0,-1 0 1 0,1 1 0 16,-1-4 3-16,0-2 2 0,1 5 0 0,-1-5-1 16,0 0 4-16,0 0-3 0,3 4 0 0,-3-4-1 15,0 0-11-15,0 0-17 0,0 0-27 0,0 0-37 0,-12-14-74 16,10 5-65-16,-3-6-183 0,-2-3-435 0,3 0 193 15</inkml:trace>
  <inkml:trace contextRef="#ctx0" brushRef="#br0" timeOffset="197021.64">18509 15647 109 0,'-3'-10'279'15,"2"0"-21"-15,0 5-12 0,1-2-35 0,-3 1-22 16,3 2-24-16,0 0-21 0,-1 0-35 0,1 4-43 15,0 0-14-15,4-4-25 0,-4 4-26 0,0 0-23 16,0 0-42-16,15 12-23 0,-10-8-27 0,4 3-148 16,-5 0-284-16,4 0 127 0</inkml:trace>
  <inkml:trace contextRef="#ctx0" brushRef="#br0" timeOffset="197491.91">19210 15395 186 0,'0'-7'202'0,"0"2"-3"0,0 0-5 0,2-2-13 0,-2 7-9 0,-2-8-20 0,2 8-11 16,4-4-23-16,-4 4-8 0,0-5-15 0,0 5-11 16,0 0-15-16,0 0-8 0,0 0-9 0,0 0-3 15,-6 17-5-15,2 0-7 0,-4 10 1 0,2 5-5 16,-4 14 3-16,-2 2-3 0,2 4 9 0,1-1-8 16,1 3-3-16,7-1 3 0,1-4-1 0,1 1-4 15,4-16-3-15,1 12-1 0,-1-13-3 0,4 2-2 0,1-4-5 16,0 1 12-16,2-1-12 0,-1-3-2 0,-1-3-2 15,-2-5 0-15,-2-4-1 0,2-1 2 0,-3-5-2 16,-1 1 2-16,-3-5-4 0,-1-1 1 0,4 4-2 16,-2-5 7-16,-2-1 5 0,0 1 9 0,0 0 7 15,0-4-15-15,-7 4 5 0,-1-4-4 0,1 0 7 16,-1 0-15-16,-5-2 1 16,2 0 4-16,-2 0-2 0,-1-3-5 0,2 2 0 15,2-1-4-15,0 1 2 0,0 0-22 0,1-2-20 16,1 3-38-16,3-3-53 0,-1-4-56 0,2 3-255 15,4-1-472-15,0-2 209 0</inkml:trace>
  <inkml:trace contextRef="#ctx0" brushRef="#br0" timeOffset="197807.96">19070 15962 157 0,'0'0'222'0,"-8"-1"-16"0,8 1-16 16,0 0-17-16,-5-1-18 0,5 1-12 0,0 0-17 0,0 0-7 16,-4-3-11-16,4 3-7 0,0 0-14 0,0 0-5 15,22-3-6-15,-3-3-8 0,13 1-8 0,3-1-5 16,3-3-3-16,18-2 6 0,-2 0-2 0,2-1-8 15,-6 2 3-15,1-2-5 0,-14 5-4 0,-5 0-4 0,-6-1-4 16,-7 8-2-16,-6-5-2 0,0 4-4 0,-2-2-5 16,-2 0 2-16,-4 1-6 0,1 2 1 0,-1 0-27 0,-5 0-14 15,0 0-18-15,0 0-19 0,0 0-27 16,0 0-29-16,0 0-36 0,-15 12-41 0,7-10-148 16,5 2-367-16,3-4 163 0</inkml:trace>
  <inkml:trace contextRef="#ctx0" brushRef="#br0" timeOffset="198763.8">20525 15649 60 0,'0'0'219'0,"0"0"-16"0,-1-6-20 15,1 6-18-15,0 0-16 0,0 0-25 0,0 0-10 16,0 0-12-16,0 0-14 0,0 0-8 0,0 0-10 16,-1 18-8-16,1-10-7 0,-2 4-9 0,2 7-4 0,-2-2-2 15,-1 3-8-15,-1-1 3 0,2 7-9 0,-1 1-1 16,-3-3-1-16,2-4-3 0,2-1-1 0,-1 0-4 0,-1-2 0 15,3-2-3-15,-2 0 0 0,3-3-7 0,-1-1 9 16,1-6-4-16,-1 5 0 0,1-5-3 0,0 0 6 16,0 0 19-16,0-1 23 0,-2-1 27 0,2-3 38 15,0 4 26-15,0-4 19 0,0 0-1 0,0 0-17 0,0 0-14 16,8-8-13-16,-3 0-12 0,3 0-15 0,2-7-7 16,0 1-5-16,8-7-17 0,-1 2-2 0,2-2-4 15,-1-1-5-15,1 1-7 0,-1 4-7 0,-5 1-7 16,-2 4 1-16,1 2-5 0,-3 1-3 0,-4 3-12 15,4 1-1-15,-4 0-2 0,-1 3-4 0,1 0-9 16,-1 2 8-16,-4 0-7 16,14 6-4-16,-7-1-3 0,1 3 7 0,-1 2-2 15,5 2 1-15,-5 2-5 0,3 3 2 0,-5-2 4 16,5-1-3-16,-5 3 0 0,3-3-6 0,-4-3 0 16,0-1 2-16,-1 1-4 0,1-4-2 0,-1-1 3 15,1-1-2-15,-3 0 9 0,0 1 5 0,2-4-7 16,-2 2 7-16,-1-2-4 0,3 1 2 0,-3-3-12 15,1 4-24-15,-1-4-21 0,0 0-32 0,3 3-41 0,-3-3-114 16,0 0-86-16,15-3-189 0,-7 0-563 0,1 0 249 0</inkml:trace>
  <inkml:trace contextRef="#ctx0" brushRef="#br0" timeOffset="199680.24">21822 15673 218 0,'0'-7'276'0,"-2"3"-7"16,2-4-9-16,2 3-17 0,-4-1-10 0,2 3-13 15,2-3-22-15,-2 3-21 0,0-2-19 0,0 5-16 16,0-3-18-16,0 3-18 0,0 0-14 16,2-3-10-16,-2 3-11 0,0 0-12 0,5 10-4 15,-3-4-6-15,0 5-6 16,1 2-2-16,1-2-10 0,1 6-1 0,-1 0-1 16,-4 3-6-16,3-4 0 0,1 2-1 0,-1-1-4 15,1 0 0-15,0-4-3 0,-4 0-1 0,5-1 0 16,-5-3-3-16,1-1 1 0,-1-1-1 0,0-1 0 15,2-2-1-15,0 1 0 0,-2-1 1 0,0-1-1 16,0 1 2-16,0-4 0 0,1 3 0 0,-1-3 1 16,3 4 0-16,-3-4 2 0,0 0-3 0,0 0-7 0,0 0-8 0,0 0-19 15,0 0-35-15,0 0-37 0,0 0-48 0,-14-9-79 16,6 2-278-16,3-3-542 0,-3-2 240 0</inkml:trace>
  <inkml:trace contextRef="#ctx0" brushRef="#br0" timeOffset="199833.53">21824 15433 72 0,'-2'-9'266'0,"2"1"-13"0,-2 1-19 16,2 2-21-16,0 5-24 0,0-12-16 15,0 8-22-15,0 4-20 0,-2-5-28 0,2 5-30 16,0 0-42-16,0-7-24 0,0 7-4 0,0 0-24 16,0 0-24-16,0 0-23 0,0 0-14 0,7 17-33 15,-7-10-40-15,-1-2-81 16,2 2-255-16,1 3 113 0</inkml:trace>
  <inkml:trace contextRef="#ctx0" brushRef="#br0" timeOffset="200212.46">22376 15468 139 0,'0'0'229'0,"0"0"-20"0,0 0-27 0,0 0-20 0,0 0-18 0,0 0-14 0,0 0-10 16,-13 9-16-16,5-3-9 0,2 3-12 0,-2-1-11 15,-1 2-4 1,-4 1-9-16,3 4-3 0,1-3-8 0,-1 2-8 16,2 0-2-16,3-2-6 0,-3 3-4 0,4-4 0 15,0 5-5-15,4-1-2 0,2 2 3 0,0-5-7 16,4 4-1-16,0-3-1 0,3-1 4 0,3 0-5 15,0-1 1-15,6 2-5 0,7 0 3 0,-6-2 0 16,8 1 0-16,-2-1-2 0,-7-3-3 0,1 1 0 16,-3 0-3-16,-2-2-2 0,-5-2-1 0,3 2-2 0,-7-2 4 15,1-3-2-15,-4 5 5 0,2-2 9 0,-8 0 3 0,-4 3 1 16,-7 0-4-16,-13 2 2 0,-1 0-4 0,-3-2 4 16,0 1-11-16,0-3-20 0,1 2-30 15,-1-2-41-15,4-3-71 0,-3-1-206 0,12 1-390 16,0-4 173-16</inkml:trace>
  <inkml:trace contextRef="#ctx0" brushRef="#br0" timeOffset="201351.4">23426 15715 7 0,'0'0'146'0,"-9"0"-5"0,9 0 1 15,-5-3-15-15,5 3 3 0,0 0-8 16,0 0-3-16,0 0-12 0,0 0-5 0,-5 0-18 0,5 0-3 16,0 0-10-16,0 0-1 0,0 0-13 0,0 0-3 15,0 0-5 1,0 0-2-16,0 0-8 0,15-5-8 0,-5 2 2 16,1 1 0-16,5-2-3 0,3-2-5 0,2 0 5 15,6-2-10-15,-1-1-4 0,1 0 1 0,1-4 0 16,-1 3 1-16,-2-1-7 0,0-2 6 0,-7 3 3 0,6-5 8 15,-2 2 1-15,-4 0 0 0,-3 1 4 16,1-2-1-16,-5 2 14 0,0-1-11 0,-3-3-4 16,1 5 1-16,-5 2 1 0,-3-2-8 0,2 1 0 0,-6 1-5 0,0 2-2 15,-4-1-5-15,-6 4 1 0,-3 2-3 0,-3 0-4 16,-7 4-1-16,-1 3-3 0,-2-1 1 0,1 4 3 16,-2 4-7-16,-2 3 0 0,2 3 2 0,1 3-5 15,0-1 3-15,5 3-5 0,1 3 1 0,4-1 2 16,1 3-3-16,6 1 2 0,2-4-1 0,6 4 3 15,4-4-5-15,8-4 6 0,2 1 0 0,8-3 0 0,5-2 3 16,4-2 1-16,6-1 1 0,4-9-3 0,14 6 1 16,-12-10 3-16,13-1-1 0,0 0-2 0,-15-1 0 0,1-3 2 15,-4 0-16-15,-2-1-12 0,-5 1-1 0,-7-2-4 16,-3 1-5-16,-6 1-9 0,-2-1-16 0,-4-3-19 16,4 3-9-16,-9-2-9 0,0 2-21 15,0-1-16-15,-4-3-20 16,-1 3-120-16,0-2-292 0,0-1 129 0</inkml:trace>
  <inkml:trace contextRef="#ctx0" brushRef="#br0" timeOffset="201783.63">24130 15486 225 0,'-1'-6'276'0,"1"6"-21"16,1-7-22-16,0 3-24 0,-1 4-25 0,0 0-22 0,0-7-16 16,0 7-16-16,0 0-16 0,0 0-16 0,13 4-9 15,-7 2-10 1,2-1-7-16,0 5-14 0,-2 0-4 0,4 5-6 16,-1 1-4-16,2 1-3 0,-3 3-4 0,1 3-4 15,-1-3 4-15,-1 5-13 0,0-6-4 0,-2 3 1 16,0 2-5-16,-1-6 0 0,0 0-1 0,-3-1-2 15,3-4 2-15,-1-2-5 0,-2-3-2 0,4 0 0 16,-4-2 2-16,-1-3 23 0,0 2 28 0,3 0 30 16,-2-3 38-16,-1-2 39 0,0 0 32 0,3 3-6 0,-3-3-24 0,6-9-16 15,-2 1-19-15,1 0-12 0,5-7-12 0,-2-2-9 16,4-5-12-16,-2-5-8 0,1 1-14 0,2-1-3 16,2-2-6-16,-2 0-3 0,1 1-12 0,-2 3-1 15,2 4-4-15,-7 5-5 0,1 1-10 0,-1-2-6 16,-2 7-18-16,-2 2-6 0,1 3-33 0,0-2-37 15,-3 4-40 1,3-2-43-16,1 4-32 0,-5 1-36 0,0 0-34 16,22 0-40-16,-13 4-42 0,-9-4-220 0,18 8-609 15,-9-2 269-15</inkml:trace>
  <inkml:trace contextRef="#ctx0" brushRef="#br0" timeOffset="202538.2">24709 15643 46 0,'0'0'201'0,"0"0"-22"15,-8 1-17-15,8-1-16 0,0 0-9 0,0 0-15 16,0 0-15-16,0 0-7 0,31 3-7 0,-18-5-14 16,5 1-7-16,0-1-11 0,3-2-2 15,0 0-5-15,-1 0-5 16,10-4-9-16,-5-2 2 0,-6 3-6 0,3-2 3 15,-4 0 1-15,0-2 5 0,-3 0 6 0,0-4 2 16,-2 2-2-16,0-1-1 0,-3-1 1 16,-2-2 1-16,0 1-1 0,-2-1-2 0,-2 6-1 0,-2 0 3 15,-1 1-4-15,-1-1-4 0,-1 4-8 0,0 1-2 16,-2-1-4-16,-5 0-4 0,0 2-5 0,-2 2-2 16,-2 2-6-16,-1 1 4 0,-6-1-8 0,1 3-1 15,-5 4 3-15,-1 3-2 0,2-1-5 0,-3 2 1 16,0 3 0-16,2 2-4 0,9-1 0 0,-6 3 1 15,6-2-1-15,1 0 0 0,3 4-1 0,2-2-1 16,2 0 1-16,3 2 0 0,6-5 1 0,4 2 0 16,6 0-1-16,10 0 2 0,5-2-1 0,7-1-11 0,17 3-13 0,2-4-17 15,1-5-7-15,0-1-18 0,1-2-7 16,-5-4-6-16,-11 0-2 0,-4-4 5 0,1 0 10 0,-3-2 5 16,-6-2 11-16,-2-2 8 0,-7 0 18 15,-2-2 20-15,-3-2 30 0,-4-1 21 0,-1-2 17 0,0 0 14 16,-3 1 17-16,-1-4 19 0,-2 3 11 0,-1-1 6 15,0 2 13 1,0-2 14-16,-2 7-4 0,2-1-6 0,-2 0 3 16,2 2-7-16,-2-1-20 0,4 3-5 0,-7 2-11 15,3 6-14-15,-1-9-10 0,1 9-18 0,0-9-6 16,0 9-14-16,0 0-20 0,-1-7-24 0,1 7-8 16,0 0-2-16,0 0 9 0,0 0-5 0,2 25 17 15,-3-9-21-15,-1 0 6 0,0 4-3 0,0 5-5 16,-1 2 1-16,-1 1 6 0,-2 1 7 0,2 2 0 0,-1-5 5 0,-1 2-18 15,0-4 2-15,4-7 0 0,-1-1 6 16,2-6 1-16,1 2-5 0,-1-6 7 0,1 1 0 16,0-3 7-16,-2-1 46 0,2-3 10 0,0 0-21 0,0 0-9 15,0 0 3-15,15-15-7 0,-7 5-2 0,1-5 4 16,2-1-5-16,1-1-10 0,2-8 7 0,0 4 4 16,3 1-19-16,-2-2 2 0,-2 8 0 0,-1-1-8 0,-1 3 2 15,-6 3 3-15,4 2-3 0,-1 1-1 0,-4 2-11 16,1 1-2-16,-5 3-17 0,13 3 10 0,-5 4 0 0,2 1-12 15,0 3-12-15,2 6-4 0,-1 1-32 16,0 3-24-16,1 6-40 0,-1-4-36 0,-2 4-53 16,1-3-67-16,-4-4-299 0,1-2-643 0,0-2 285 15</inkml:trace>
  <inkml:trace contextRef="#ctx0" brushRef="#br0" timeOffset="203485.55">26797 14846 51 0,'0'0'39'16,"0"0"-35"-16,13-3-20 0,-8 3-17 0,2-2 8 15</inkml:trace>
  <inkml:trace contextRef="#ctx0" brushRef="#br0" timeOffset="204635.75">27413 14680 33 0,'0'0'102'0,"0"0"-4"0,0 0 1 16,0 0 2-16,0 0-11 0,0 0-2 0,0 0-5 15,0 0 3-15,-4-1 4 0,4 1 0 0,0 0-3 0,0 0-8 16,0 0 1-16,0 0-4 0,0 0-8 0,0 0-5 16,0 0-7-16,0 0-1 0,0 0-5 0,0 0-5 15,0 0-6-15,0 0-2 0,0 0-4 16,0 0-3-16,0 0-5 0,0 0-3 0,0 0-4 0,0 0-3 0,0 0 1 15,0 0 2-15,0 0-6 0,0 0-2 0,0 0 2 16,0 0-1-16,0 0 1 0,0 0-5 0,0 0 4 16,0 0 1-16,0 0 7 0,0 0-1 0,0 0 3 15,0 0 5-15,0 0-6 0,0 0-2 0,0 0 7 0,0 0-6 16,0 0-2-16,0 0 2 0,19-4-6 0,0 0 0 16,13 0 1-1,19-1-2-15,8-2-4 0,5-1-2 0,33-6 5 16,2 2-5-16,5 2-4 0,6-1 2 0,5 0 9 15,9 0 9-15,5 1 1 0,-2-3-5 0,-9 3 0 16,-5 1-2-16,-1-1 0 0,-7 3 1 0,-6 0-1 16,-34 0-4-16,1 2-2 0,-2-3 0 0,-6 0 1 15,-19 3 0-15,-2 1 1 0,-5-1-2 0,-11 1 27 16,-5 0 25-16,-3 0 13 0,-3 0 3 0,1 1 5 0,-4-1-6 0,-2 1 1 16,2 0-14-16,-4-1-4 0,1 1-8 0,0 1-4 15,-1 0-11-15,-3 2-21 0,5-5-16 0,-5 5-37 16,3-2-39-16,-3 2-39 0,0 0-37 0,0 0 8 15,0 0-23-15,0 0-24 0,0 0-204 0,8 5-429 16,-8-5 190-16</inkml:trace>
  <inkml:trace contextRef="#ctx0" brushRef="#br0" timeOffset="205305.84">29103 14180 154 0,'-2'-2'242'0,"2"2"-14"0,0 0-21 0,-4-4-15 16,4 4-22-1,0 0-20-15,0 0-15 0,0 0-16 0,0 0-16 0,-4-4-10 16,4 4-14-16,0 0-11 0,0 0-5 0,0 0-3 15,5 13-12-15,2-7 2 0,-1 2-7 0,3 1-5 16,6 2 2-16,11 2-8 0,1-2-3 0,3 3-2 16,7 1-2-16,11 1-2 0,-11-5-3 0,0 0-1 15,11-1 1-15,-11 1-5 0,-2-6 1 0,-2 2-4 16,-1-3 0-16,-4 1 0 0,-4-4-2 0,-4 0-1 0,-1 3 1 16,-4-2 1-16,4-4 22 0,-7 2 15 0,-1-2 15 15,2-1 1-15,-4-1 20 0,-1 2 2 0,1-3 1 0,-3 0-1 16,1 3 4-16,-1-2-2 0,-1 1 0 0,-1 0-12 15,-2 0-15-15,-2 3 3 0,7-2-9 16,-5 0-15-16,-2 2-11 0,7-2-41 0,-7 2-28 16,0 0 2-16,1 10 8 15,-2-1-2-15,-7 5 5 0,-2 8 2 0,-4 6 5 16,-4 3-1-16,-8 15 0 0,-3 5 3 0,0-1 8 16,-1 1-3-16,-1-1-1 0,3-3 2 0,4-2 0 15,1-4 1-15,5-11-18 0,4 1 1 0,-3-3 1 16,7-5 5-16,0-4 0 0,2-4 4 0,3-4 3 15,1-1 1-15,-1-1 4 0,0-3 7 0,3-1 14 16,0 0 17-16,1-1 10 0,1-1 12 0,-2 0 11 0,2-3 5 0,-2 4-8 16,2-4-6-16,0 4 0 0,0-4-20 0,0 0-33 15,0 0-39-15,0 0-46 0,0 0-56 0,0 0-86 16,0 0-295-16,0 0-565 0,-6-10 250 0</inkml:trace>
  <inkml:trace contextRef="#ctx0" brushRef="#br0" timeOffset="206593.71">26706 13332 95 0,'0'-3'119'16,"0"-2"5"-16,0 0-12 15,0 0 6-15,0 0-14 0,0 1-9 0,-1-3-4 16,1 4 5-16,0-2-5 0,0 5-7 0,-3-7-3 16,3 4-9-16,0 3-3 0,0-4-4 0,0 4-12 15,0 0-8-15,0 0-16 0,-1-5-21 0,1 5-36 16,0 0 2-16,0 0-2 0,-5 13 5 0,1 1 1 15,0 14 13-15,-1 0-10 0,0 7 0 0,0 15 3 16,-4-1-8-16,5 0 10 0,0-1 0 0,4 3 6 0,4-3-1 16,0 2 3-16,7 0-6 0,6-4 10 0,1-1-3 15,4-2-2-15,3-3 3 0,-2-11 23 0,9 10-5 0,-5-13-3 16,-1-1 6-16,3 1 0 0,0-4 7 0,-4-6-3 16,-3-1-1-16,-6-5-3 0,-7-2 1 0,1-2 9 15,-3-2 30-15,-1 0 17 0,-1-1 29 0,0-1 12 16,-2 0-7-16,-3-2-10 15,0 0-9-15,0 0-9 0,-1-12-10 0,-1 5-9 16,-7-3-2-16,2 2-9 0,-3-1-4 0,-3-3-4 16,2 4-8-16,1-1 1 0,1 4-2 0,1-2-7 15,-3 4-4-15,6-1-3 0,-1 1-5 0,-2 1-8 16,8 2-5-16,-17 9-1 0,4 3-2 0,3 4-2 16,-8 9 0-16,4 4 16 0,4 6 0 0,-5 13-6 15,3 5 5-15,5 0-5 0,-2 28-4 0,6-24 4 0,2 26 4 16,2-22-6-16,5-2 4 0,5 24-3 0,3-28-3 0,2 3 0 15,3 0 2-15,3-3-2 0,-1 2 1 0,2-2-4 16,-3 0 1-16,2-1-3 0,6 24 5 16,-13-28 2-16,1 1-3 0,-4-2-15 0,-5 0-2 15,-5-2 1-15,-2 4-2 0,-7-4 2 0,-5-4 2 16,-10 0 2-16,-7-3 1 0,-8-2 4 0,-1 0-4 0,-10-5 2 0,-3-5-3 16,-2 0 0-16,-1-7 3 0,-4 5-21 0,5-6-29 15,-5-2-60-15,6-5-48 0,3 1-211 0,8-11-406 16,6-3 180-16</inkml:trace>
  <inkml:trace contextRef="#ctx0" brushRef="#br0" timeOffset="214240.34">31453 13854 146 0,'-1'-4'152'0,"0"0"-14"15,1 4-9-15,-3-4-10 0,-1 1-9 0,4 3-12 16,0 0-16-16,-4-2-7 0,4 2-7 0,0 0-4 0,-10 0-10 15,1 5 0-15,0 0-14 0,-3 2 10 0,-4 5-12 16,-5 5 1-16,1 1-1 0,-3 2 10 0,0 3-5 0,-1 2-5 16,1 1 0-16,-9 12-1 0,10-9-4 0,-10 10-12 15,2-1 3-15,2 2-4 0,7-12-4 0,-2 3 0 16,4-1 3-16,0-2-6 0,6-1-1 16,-1-3-4-16,6 1 2 0,3-6 2 0,1 1-5 0,4-2 1 0,2 0-6 15,2 1 7-15,3-2-3 0,2 0 5 0,5-3-2 16,4 7 2-16,5-4 1 0,3-6 14 0,1-1-4 15,3-2 4-15,2-2 5 0,-4-3 3 0,3-4 10 16,-8-1 9-16,3-5 9 0,-6 0 0 0,-1 1 2 16,-2-6 9-16,-3 2-4 0,1 0-8 0,-3-4-2 15,-5 5-8-15,-5-3-6 16,-1-1-6-16,-4-4-5 0,-6 4-8 0,-5 0 1 16,-7-4-1-16,-6 3-3 0,-5 3-4 0,-4 0-3 15,-4 5 3-15,3 0-8 0,-15-1-3 0,19 3-22 16,-2 4-23-16,7-1-31 0,1 2-40 0,6 0-32 15,6 1-62-15,0 0-205 0,9 1-440 0,2 0 195 16</inkml:trace>
  <inkml:trace contextRef="#ctx0" brushRef="#br0" timeOffset="-214733.5">31145 13534 77 0,'-30'5'80'0,"2"6"-6"0,-2 2 3 15,-2 4-11-15,-7 12 9 0,-2 2-8 0,2 7 17 16,2 6-27-16,-11 30 4 0,4-2 3 0,3 6-3 16,2-2 5-16,-1 0-14 0,16-20 11 0,1-1-15 0,2 1-3 15,10-5-1-15,3 1 7 0,4-2 14 0,8-2 13 0,5 0 15 16,4-4 8-16,8 0 16 0,8-6 9 0,5-2 2 15,3-5-1-15,10 1 3 0,5-8-12 16,8-1-8-16,29 0 2 0,-25-10-7 0,35-2 1 16,-9-5-4-16,-23-4 3 0,27-10-6 0,-34 1-8 15,4-2 2-15,1-4-1 16,-5-5-6-16,-1-6-5 0,-4-2-6 0,-5-5-14 16,-3-7-3-16,-6-3-7 0,3-3-3 0,-11-3-7 15,-4-8-8-15,-3-21-9 0,-13 17-15 0,-12-26-1 16,-18 0-8-16,-11 6-5 0,-14-1-2 0,-13 12-15 15,-7 3-15-15,-13 9-18 0,-13 8-21 0,-19 13-16 16,-16 9-28-16,-14 8-41 0,-13 13-49 0,-6 5-307 16,-9 14-560-16,-1 7 248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7:59:47.87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5821 1951 216 0,'4'-3'210'0,"-4"3"2"16,4-6-13-16,-4 6-8 0,0-3-5 15,0 3-10-15,5-3-7 0,-2 1-11 0,-3 2-5 0,2-3-19 16,1-1-5-16,-3 4-7 0,0 0-11 0,2-3-11 16,-2 3-3-1,4-4-11-15,-4 4-8 0,0 0-11 0,4-2-3 16,-4 2-11-16,0 0-4 0,0 0-5 0,4-3-2 16,-4 3-10-16,0 0-10 0,0 0-3 0,0 0-18 15,0 0-10-15,0 0-8 0,0 0-10 0,0 0 1 16,-12 12-1-16,2-5 8 0,-4 4 0 0,-4 0 4 15,-6 9 3-15,-3-3 2 0,1 3 0 0,-2-2-1 16,1 2 7-16,2-2-5 0,-2 0 5 0,3 1-3 0,3-2 1 16,6-2 0-16,0 2 2 0,-1 4 0 0,6-6-10 0,1-5-20 15,2 4-5-15,1 3 4 0,5-7 1 16,2 7 6-16,2-2 3 0,5 1 7 0,4-1 0 0,8 1 6 16,9-1 2-16,-1 0 5 0,3-1-4 15,6-2 1-15,9 5 0 0,-10-4 6 0,-2 0 0 16,3 2-1-16,-5-3-2 15,-1 3 5-15,-4-1-9 0,-4 1-22 0,-8-4-8 16,-6 0-25-16,-1-2 8 0,-2 0-15 0,-4 2 11 16,-5 0 9-16,-9 5 4 0,-9 0 10 0,-5-1 1 15,-6-1 10-15,-9-2 8 0,4 0 8 0,-14 1 10 16,2-1 1-16,10-7-2 0,-10 4 3 0,12-1 4 16,-2-4-8-16,3 1 5 0,0-2-1 0,8-1 9 15,6 0-5-15,4-2 10 0,4 0 21 0,5 0 7 0,1 1 1 0,1-4-9 16,7 3-11-16,-3-3-36 0,3 3-47 15,23-10-45-15,7 1-43 0,2 1-175 0,1-2-347 16,5-1 153-16</inkml:trace>
  <inkml:trace contextRef="#ctx0" brushRef="#br0" timeOffset="332.22">6216 2450 204 0,'-5'-8'408'0,"1"4"-17"15,3 1-1-15,-3-4-20 0,0 3-16 0,4 4-23 0,-4-4-22 16,4 4-33-16,-1-7-28 0,1 7-24 0,-4-4-29 16,4 4-21-16,0 0-23 0,0 0-26 0,0 0-15 15,0 0-42-15,0 0-36 0,0 0-25 0,0 0 1 16,0 0 3-16,-2 17-2 0,2-5-3 0,1-1 3 15,-1 2 1-15,1 2 8 0,-1 2-10 0,4-1-4 16,-3 1 6-16,1 0 1 0,-2-5-11 0,2 2-6 0,0-1-22 0,0-4-3 16,-2 1-18-16,0-4-6 0,1 2-8 0,2-4 0 15,-3 1 8-15,0 0 6 0,0-5 9 0,1 6 5 16,-1-6 5-16,0 0 5 0,0 0-32 16,0 0-86-16,0 0-76 0,-11-19-94 0,3 5-222 15,2-1-581-15,-6-10 257 0</inkml:trace>
  <inkml:trace contextRef="#ctx0" brushRef="#br0" timeOffset="485.97">6091 2224 48 0,'-4'-10'315'0,"2"4"-6"0,-1-1-4 0,2 2-15 16,-2-2-23-16,3 2-19 0,0 5-27 16,-1-8-22-16,1 8-25 0,-1-6-18 0,1 6-9 0,0 0-36 15,0 0-35-15,-3-6-45 0,3 6-40 0,0 0-41 0,0 0-39 16,0 0-36-16,0 0-49 0,17 16-44 0,-17-10-154 15,2 4-403-15,-2-1 178 0</inkml:trace>
  <inkml:trace contextRef="#ctx0" brushRef="#br0" timeOffset="871.27">6414 2401 51 0,'0'0'180'15,"0"8"-2"-15,0-3-13 0,0 1-19 0,0 5-7 0,0-4-9 16,2 6-7-16,-4-2-13 0,1 1-10 0,1 0-12 16,0 0-3-16,-1 0-14 0,1 0-4 0,0-2-7 15,1-3-7-15,-1 1-7 0,0-2-3 0,0-2 2 16,0 2 35-16,0-4 35 0,0-2 35 0,0 0 44 15,1 6 29-15,-1-6 35 0,0 0 17 0,0 0-2 16,0 0-17 0,0 0-1-16,9-14-9 0,-4 8-1 0,-1-1-19 0,1-1-20 15,-1 2-20-15,1-2-22 0,-1 3-21 0,1-2-14 16,0 3-19-16,-1-1-14 0,-3 2-15 0,-1 3-11 16,8-5-16-16,-8 5-14 0,5-1-26 15,-5 1-20-15,10 6-15 0,-2-2-25 0,1 4-16 16,0 0-28-16,-1 1-30 0,4 5-36 0,1 0-61 15,0 1-53-15,3 0-80 0,0 0-103 0,-2-6-244 0,-3 1-754 0,1-5 334 16</inkml:trace>
  <inkml:trace contextRef="#ctx0" brushRef="#br0" timeOffset="1904.37">7004 2274 121 0,'0'0'276'15,"-1"-4"-25"-15,1 4-23 0,1-5-11 0,2-1-21 16,2 3-21-16,0-1-14 0,2 1-17 0,3-2-14 16,1 2-13-16,3 1-12 0,-1-2-14 0,9 3-10 0,-3 3-6 15,11 1-11-15,-5 4-9 0,5 3-2 0,-6 3-6 16,0 1-3-16,-2-1-2 0,-2 5-4 0,-1 2-7 15,-4 2-1-15,-3 2-3 0,0 0-2 16,-6 4 0-16,-2 0-2 0,-4-1-4 0,-4 0-2 16,-1 1-3-16,-4-1 3 0,-1-4 0 0,-3 1-3 15,0-9-1-15,3 2 4 0,-3-2 7 0,-2-3 2 0,2-1 7 0,-1-3 3 16,5-1 1-16,1-3 31 0,3 0 22 0,1 0 31 16,0-2 33-16,1-1 28 0,3-1 16 0,0 0-9 15,0 0-17-15,-9-9-13 0,9 3-15 0,0-6-15 16,6-5-25-16,2-9-21 0,7-3-18 0,-2-1-13 15,6-3-9-15,0 2-9 0,-1 1-5 0,0 1 0 16,0 0-4-16,0 1-5 16,1 3-1-16,-6 3-1 0,-4 6 3 0,1 3-13 15,-3 3 10-15,-2 1-4 0,0 2-2 0,-3 2-5 16,2-2-6-16,0 2-7 0,-3 4-18 0,-1 1-24 16,0 0-10-16,0 0-5 0,0 0 8 0,-2 15 6 15,-5 0 8-15,1 4 2 0,-3 5-1 0,-2 3 12 16,2 2 6-16,1-3-2 0,0 6-3 15,4-5 2-15,2-1 13 0,4-1-23 0,2-7 26 0,1 0-1 0,3-1-5 16,7-5 10-16,1 0-12 0,10-3-22 0,6-1-66 16,8-6-83-16,12 1-117 0,2-12-375 0,4-2-736 15,-5-1 326-15</inkml:trace>
  <inkml:trace contextRef="#ctx0" brushRef="#br0" timeOffset="2522.27">8267 1987 173 0,'0'0'232'15,"0"0"-21"-15,0 0-26 0,0 0-20 0,-1-7-18 16,1 7-20-16,0 0-19 16,0 0-11-16,0 0-13 0,-9 8-8 15,1-1-9-15,-3 1-3 0,-6 3-8 0,2 0-7 0,-12 7 2 16,3-3-12-16,-3 4-1 0,-1 1-4 0,-3 2-2 16,3-3-6-16,0 2 2 0,1 0-3 0,4-3-1 15,4-1-6-15,2 5 2 0,6-7-3 0,1-1-5 16,2 0 1-16,7-3 4 0,1 3 0 15,2-5 1-15,3 2-2 0,8 2-5 0,4-3 3 0,8 2 0 0,7 0-2 16,3-3 3-16,1-1-5 0,-1 0 1 0,0-1-5 16,-1 0 2-16,-2 2 1 0,-10-8-2 0,-3 4-2 15,-1 4 0-15,-7-6-7 0,1 1-2 0,-3 3 0 16,-4-3 1-16,-4 0 3 0,-2 3 3 0,-5 1 5 16,-6 0-2-16,-6 0 1 0,-10 5-2 0,0-4 2 15,-1 0-1-15,-1 2-2 16,0-5 6-16,-2 2-6 0,1 2 3 0,-1-4-8 15,10 2-10-15,3-5-9 0,1 0-24 0,3 1-25 16,2-1-29-16,5-1-47 0,3-4-202 16,5 2-375-16,0-5 166 0</inkml:trace>
  <inkml:trace contextRef="#ctx0" brushRef="#br0" timeOffset="2808.25">8498 2344 329 0,'0'0'390'16,"-1"-6"-26"-16,1 6-28 0,0 0-40 0,-1-4-34 15,1 4-31-15,0 0-26 0,0 0-22 0,0 0-25 0,0 0-23 16,0 0-9-16,0 0-12 0,0 0-18 0,1 14-7 16,0-6-8-16,-1 1-4 0,3 3-11 0,-2-2-6 15,-1 4-7-15,3-2-7 0,-2 6 1 0,0-2-7 16,2 0-1-16,-3-3-10 0,3 0 11 0,-3-1-15 0,1-3-10 15,1-1-14-15,-2 1-12 0,3-4-10 16,-3 2-4-16,0-2 1 16,1-3 6-16,-1-2 7 0,0 6-1 0,0-6 6 15,-3 3-1-15,3-3-43 0,0 0-65 0,0 0-52 16,-16-14-60-16,8 5-67 0,-7-4-198 0,5 2-531 16,1-6 236-16</inkml:trace>
  <inkml:trace contextRef="#ctx0" brushRef="#br0" timeOffset="2977.56">8401 2159 87 0,'0'-6'359'0,"0"1"14"16,0 5-21-16,-2-8-23 0,2 8-18 15,0-5-42-15,0 5-35 0,0 0-8 0,-2-6-38 16,2 6-21-16,0 0-19 0,4-5-39 0,-4 5-29 16,9 2-42-16,-9-2-45 0,9 4-48 0,-3 1-56 15,2 3-52-15,-3 0-82 16,-1-2-204-16,1 4-485 0,3-2 215 0</inkml:trace>
  <inkml:trace contextRef="#ctx0" brushRef="#br0" timeOffset="3409.53">8801 2279 187 0,'0'0'386'16,"0"0"-36"-16,0 0-37 0,0 0-42 0,0 0-26 16,0 0-29-16,0 6-25 0,0-6-19 0,0 6-17 15,0 1-14 1,0 0-18-16,1 2-10 0,-2 1-10 0,1 1-11 0,0 2-11 16,1 3-8-16,-2 0 6 0,2 1-19 0,-1-1-6 15,-1-1-2-15,1-3-12 0,0 1-7 0,0-2 2 16,1-4-2-16,-1-2 1 0,0 0-6 15,0 1 1-15,0-4 3 0,0 2 28 0,0-4 39 16,0 0 41-16,2 3 36 0,-2-3 30 0,0 0 12 16,0 0-18-16,0 0-13 0,8-7 0 0,-6 2-9 0,1-3-11 0,2-4-15 15,1 3-18-15,-3-5-12 0,3-1-13 0,0 2-12 16,2 1-12-16,-6 2-5 0,5 0-1 0,-7 5 1 16,5-1-14-16,-4 0-7 0,2 2-8 0,-3 0-11 15,4 0-18-15,-4 4-25 0,1-1-30 0,-1 1-42 16,0 0-22-16,9 0-3 0,-9 0-17 0,10 8-15 15,-2-3-35-15,2 4-35 0,2 3-29 0,0 0-28 0,1 0-48 16,-1 0-43-16,3 2-64 0,-9-11-291 0,2 5-764 16,1-3 338-16</inkml:trace>
  <inkml:trace contextRef="#ctx0" brushRef="#br0" timeOffset="3857">9136 2241 44 0,'0'-7'395'0,"4"3"1"0,-4-3-25 0,0 2-12 0,0 5-30 16,2-5-30-16,-2 5-32 0,0-5-31 0,0 5-30 15,0 0-28-15,2-7-20 0,-2 7-26 0,0 0-39 16,0 0-17-16,0 0-13 0,0 0-2 16,0 0-19-16,4 23-4 0,-4-13-3 0,1 7-7 0,-2 0 0 0,-2 0-11 15,6 3 9-15,-2-3-5 0,-1 9-4 0,1-9 3 16,3 2-2-16,-3-2-4 0,2 1 3 0,-1-6-3 15,1-2 0-15,-1 1 6 0,1-1-9 0,0-5-2 16,-1 0 4-16,-2 0 9 0,3-1 39 0,-3-1 23 16,2 0 39-16,-2-3 22 0,0 0-5 0,12-3-7 15,-6-1-7-15,2-2-8 16,2-4-5-16,-1 1-6 0,1-6-9 16,1 1-11-16,1-8-11 0,1-1-11 0,1-6-21 0,-4-1-21 15,-2-1-8-15,2 6-5 0,-5-2-6 0,-5 1-4 16,0 7-5-16,0 1 6 0,-9 1-5 0,3 0-6 0,-7 4 3 15,0 3-3-15,-6-2-4 0,-3 7 3 0,2 2-5 16,-3 2-4-16,0 1-2 0,3 3 8 0,-1 2-5 16,2 1 3-16,0 2-2 0,2 3 0 0,8 0-31 15,-4 0-19-15,4 3-4 0,4 0 4 0,3-2 7 16,3 5 8-16,8-3 9 0,3-2 9 0,12 4 2 16,3-3 10-16,5-5-14 0,2 1-21 0,5-3-44 15,1-4-49-15,9-1-54 0,-11-4-71 0,13-2-78 16,-17-2-275-16,-1-1-679 0,-5-3 301 0</inkml:trace>
  <inkml:trace contextRef="#ctx0" brushRef="#br0" timeOffset="4111.13">9491 1927 40 0,'0'0'261'0,"0"0"-28"15,0 0-18-15,0 0-8 0,18 12-4 0,-4 0-7 16,8 3-23-16,4 6-12 0,2 2-13 0,-2 3-1 16,9 15-9-16,-4 2-14 0,-6 4-2 0,-3 1-10 15,-8 2-6-15,-1-3-12 0,-11-13-6 0,2 14-6 16,-4-16-8-16,-5 4-3 0,-13-2-7 0,0-3-6 16,-10 6-10-16,-9-1-21 0,-4-5-30 0,-7-2-57 0,-10-3-95 15,-29 3-125-15,-5-9-169 0,0-10-487 0,0-5 215 0</inkml:trace>
  <inkml:trace contextRef="#ctx0" brushRef="#br0" timeOffset="4795.13">7299 1915 118 0,'-2'-2'314'0,"4"-3"-15"0,1 3-13 0,-3 2-30 0,0-5-23 0,0 5-30 15,1-3-24-15,-1 3-26 0,0 0-16 0,-13 9-12 16,-2 3-18-16,-5 11-11 0,-5 6-15 0,-13 17-5 15,-18 28-8-15,3 10-4 0,-1 0-4 0,4 0-5 16,9-1-9-16,8-3-2 0,15-26-1 0,4-1-3 16,8-3-4-16,4-2 0 0,6-14-5 0,1 1 1 15,5-5-4 1,6-1 6-16,3-4 4 0,5-1 26 0,8-3-6 16,3-4 15-16,16 3-2 0,0-7 3 0,4-5-7 15,-3-7-4-15,-13-2-8 0,-2-3-2 0,-4 1-6 16,-1-1-4-16,-5-1-5 0,-8 4 22 0,-6 0 8 15,-2-2 3-15,-2 1-11 0,-9 2 8 0,10-1-7 16,-10 1-13-16,12-1-6 0,-12 1-23 0,7-3-43 16,-7 3-55-16,0 0-49 0,11-2-68 0,-11 2-195 0,7-7-227 0,-3 3-668 15,5-1 295-15</inkml:trace>
  <inkml:trace contextRef="#ctx0" brushRef="#br0" timeOffset="5713.21">10526 2251 67 0,'0'0'175'0,"0"0"-6"15,0 0-15-15,0 0-18 0,0 0-10 0,0 0-18 16,0 0-6-16,0 0-1 0,0 0-7 0,0 0-9 0,0 0-8 0,0 0-5 15,0 0 2-15,0 0-11 0,0 0-2 0,0 0-8 16,0 0-5-16,0 0 1 0,0 0-6 0,0 0 2 16,0 0-6-16,0 0-1 0,0 0 1 15,0 0 1-15,0 0 0 0,0 0 0 0,0 0 31 16,0 0-3-16,0 0 0 0,0 0-2 0,0 5-2 16,0-5-13-16,0 0 9 0,0 0-2 0,9 0-2 0,2-3 2 0,8-1-2 15,10-3-6-15,4 2-1 0,21-2-5 0,1-4-4 16,7 0-7-16,5 1 3 0,-2 3-4 0,2 0-4 15,-2-1-2-15,-4 4-5 0,-5-1-3 0,-2 0-2 16,-18 2 1-16,-3 2 0 0,-2 0-5 0,-10-1-5 16,-2 2-26-16,-7 0-23 0,-3-2-25 0,0 2-10 15,-3 2 3 1,-6-2 7-16,0 0-12 0,0 0-11 0,-25 12-28 0,7-7-16 16,-1 0-17-16,-8 2-29 0,0 0-181 0,0-2-390 15,7 0 173-15</inkml:trace>
  <inkml:trace contextRef="#ctx0" brushRef="#br0" timeOffset="6066.95">10654 2510 163 0,'-9'3'227'0,"5"-2"-15"0,-2 2 2 16,2-2-11-16,4-1-16 0,-5 4-3 0,5-4 2 15,0 0-8-15,25-3-14 0,5-1-16 0,6-1-10 16,25-2-15-16,-5-2-11 0,38-5-14 0,-2 1-5 0,0 3 2 0,-3-1-6 15,-25 3-7-15,-5 5-6 0,-3-4-10 0,-4 3-9 16,-16 0 0-16,-4 4-4 0,-4-2-3 0,-10 2-8 16,-4-2-6-16,-4 0-1 0,-2 2-5 0,-1-1-4 15,0 1 1-15,-7 0-25 0,6 1-11 16,-6-1-31-16,0 0-43 0,0 0-73 0,-24 5-114 16,10-4-213-16,0-1-522 0,2 0 230 0</inkml:trace>
  <inkml:trace contextRef="#ctx0" brushRef="#br0" timeOffset="9875.5">12567 1867 127 0,'0'-3'219'0,"0"3"-14"0,0-9-9 16,0 4-10-16,1-3-22 0,3 4-8 16,0-4-19-16,5-1-13 0,-3 2-8 0,6 1-15 15,3-1-12-15,4 1-2 0,2 0-9 0,0 2-10 0,0 1-3 0,7 3-11 16,0 5-5-16,-5-1-10 0,3 7-2 0,-1 0-5 15,-4 5-5-15,-1 3 1 0,-2 2-7 0,-3 4 1 16,-6 4-6-16,-2 4 1 0,-7 3-4 0,-9 20-6 16,-7-1 8-16,-17 22 1 0,4-27 0 0,-20 20-4 15,13-24 2-15,-2 0-2 0,-3-1 6 0,3-6-8 16,1-2 1-16,10-13-5 0,0-1 3 0,-1-7-4 0,6 0 6 16,6-3 0-16,5-9 17 0,-1 4 47 0,4-5 48 15,2-2 12-15,6-1-13 0,-16-4 13 0,11-5-12 16,0 2 4-16,2-6-12 0,5-4-14 0,3-7-12 0,4 0-12 15,7-3-3-15,4 1-13 0,3-3-12 0,0 7-6 16,2-3-3-16,-3 7-3 0,-3-2-5 0,0 10 5 16,-3-2-12-1,0 7-10-15,0-2-5 0,1 6 1 0,0 4-5 16,1 0-9-16,1 4 6 0,0 2-6 0,4 4-5 16,0 1 3-16,0 0-1 0,2 3 1 0,-5 2-2 15,4-1-2-15,-2-1-7 0,0-1-15 0,-2 1-14 16,3-3-38-16,-1-1-33 0,-7-2-35 0,3-5-46 15,-1-1-45-15,2-1-77 0,-2-6-197 0,2-1-558 16,1-3 246-16</inkml:trace>
  <inkml:trace contextRef="#ctx0" brushRef="#br0" timeOffset="10538.57">13449 1855 7 0,'0'0'133'0,"0"0"-11"0,0 0-2 15,-7-3-10-15,7 3 11 0,0 0-11 16,0 0 5-16,0 0-5 0,0 0 3 0,0 0 1 15,0 0-9-15,0 0-6 0,0 0-8 0,0 0-8 16,0 0-6-16,0 0-5 0,0 0-12 0,27 0-3 0,-8-4-7 0,11-1-6 16,4 2-3-16,4-3-7 0,16-2 3 0,4-2-6 15,-2 5-2-15,-2-3-11 0,-2 4 6 0,-15 1-4 16,-2-1-1-16,0-1-2 0,-4 0-4 0,-3 3 1 16,-9-1-5-16,-8 1 5 0,1 1-5 0,-3 1-1 15,-4-1-8-15,3 0 7 0,-8 1-2 0,0 0-6 16,0 0-6-1,0 0-6-15,-32 3-17 0,11 2-11 0,-7 0-18 16,2-1-11-16,-4 3-6 0,3 0-29 0,-2-1-9 16,2 1-13-16,7-3-14 0,-1 0-106 0,0 0-267 15,0 1 119-15</inkml:trace>
  <inkml:trace contextRef="#ctx0" brushRef="#br0" timeOffset="10907.61">13694 1860 23 0,'-4'4'105'0,"4"-4"11"0,0 0 9 0,0 0 12 0,0 0 5 0,0 0 8 16,0 0-2-16,0 0-3 0,0 0-8 0,0 0-8 15,0 0-17-15,-6 0-7 0,6 0-15 0,0 0-9 16,0 0-17-16,-4 3-12 0,4-3-4 16,-1 2-11-16,-2 3-6 0,3 2-4 0,0 3-3 15,-2 4 0-15,2 4 0 0,-3 8-2 0,2-2 0 16,-2 8 4-16,6-1-2 0,-2 1 0 0,2 3-3 0,3 15 5 0,-5-2-1 16,7-5-1-16,0-13-8 0,-3 5 2 0,1-1-3 15,2-2 6-15,-3-3-3 0,0 0-6 0,-2 0 6 16,-1-10-5-16,-2 1-3 0,-2-4 6 0,-2 1 7 15,0-7 0-15,-1 1 3 0,-3-1 3 0,-3-4 6 16,-6 3 0-16,-2-2 10 0,-3-6 0 0,-5-1 13 16,0 0 0-1,-2-3 4-15,-1-6 0 0,1 2 7 0,1-5 14 16,9 6-16-16,0-3-2 0,1 1 2 0,0 0 6 16,5 1-6-16,1 1 6 0,3 2-8 0,2 0-7 15,1 0-6-15,0 1-2 0,6 3-7 0,-8-4-13 16,8 4-8-16,-5-3-18 0,5 3-23 0,0 0-11 15,0 0-19-15,0 0-23 0,0 0-28 0,0 0-28 16,23 12-38-16,-12-6-44 0,6-2-71 0,-5-2-183 0,6 1-502 0,0-1 222 16</inkml:trace>
  <inkml:trace contextRef="#ctx0" brushRef="#br0" timeOffset="11239.01">13989 2484 264 0,'0'-7'408'0,"0"7"5"0,0 0-18 16,0-6-26-16,0 6-37 0,0 0-33 0,0 0-33 16,0 0-25-16,0 0-20 0,0 0-25 0,0 0-35 15,0 0-43-15,0 0-23 0,0 0-7 0,0 0-15 0,4 21-6 16,-5-5-11-16,-1 2 0 0,1 2-10 0,0 5-2 15,0 3-4-15,1-3-11 16,0 2 10-16,-2-3-14 0,4-3 6 0,-1-4-1 16,0 1-6-16,-1-2-6 0,1-4 1 0,1 0-7 15,-1-1 1-15,-1-5 2 0,1 2-3 0,1-4 4 0,-1 1 5 16,-1 0 12-16,0-5-6 0,1 4 16 0,-1-4 7 0,0 0 6 0,0 0-3 0,-1 9-4 16,1-9-7-16,0 0-6 0,0 0-30 0,0 0-51 15,0 0-52-15,0 0-60 0,0 0-67 0,0 0-81 16,0 0-382-16,10-17-743 0,-5 11 328 0</inkml:trace>
  <inkml:trace contextRef="#ctx0" brushRef="#br0" timeOffset="12155.71">14986 1757 87 0,'0'0'200'0,"5"-2"-20"0,-5 2-20 0,0 0-17 0,1-3-18 15,-1 3-13-15,0 0-14 0,0 0-6 16,-2 11-13-16,-6-2-4 0,-3 1-7 0,-5 3-4 0,-6 4-6 0,-2 2-4 16,-1 2-4-16,-3-1-9 0,2-1 2 0,-2 3-10 15,1-4 3-15,0 4-5 0,4-2-11 0,0-2 6 16,3 1-4-16,6-5-6 0,3 1 2 0,2-2-1 16,-2 3 1-16,9-7 0 0,0 3 2 0,2 0 0 15,5-1 3-15,2-2-1 0,9 5 3 16,7-1-8-16,4 2 6 15,5-2-3-15,-1 0-2 0,2 3-2 0,0-4-3 0,-1 1 3 16,0-1-6-16,-8 3 2 0,-1-1-4 16,-3 0 1-16,-8-4-6 0,1 2 2 0,-3 0 0 15,-3-1-3-15,-2-2 4 0,-5 3 5 0,-3 0 4 16,-6 1 5-16,-5-2-8 0,-6 5 7 0,-6-3-5 16,-3-3-1-16,-2 1 2 0,2-7-4 0,0 6 2 15,-2-4-3-15,3-3 1 0,6 1 0 0,0-1-8 0,3-3 7 16,1 0 1-16,4 2-2 0,5-2 6 0,-1-2 0 15,10 2 0-15,-11-4-29 0,11 4-45 0,1-6-38 16,9 1-14-16,4-5-40 0,6 3-55 0,3-7-110 16,7 2-341-16,-3 4 150 0</inkml:trace>
  <inkml:trace contextRef="#ctx0" brushRef="#br0" timeOffset="12456.44">15258 2201 14 0,'0'0'377'0,"0"-10"-12"0,0 10-24 0,0 0-30 15,0-7-35-15,0 7-29 0,0 0-26 0,0 0-25 0,0 0-27 16,0 0-18-16,0 0-21 0,0 0-9 0,0 0-15 16,0 0-13-16,8 17-4 0,-6-9-13 0,0 1-6 15,0 0-6-15,1 3-8 0,-3 0-3 0,1 1-6 0,2-3-3 16,-1 4-5-16,2-2-8 0,0 0-1 0,-2-3 3 15,2 1-3-15,-3 0-4 0,1-3-4 16,0-2-1-16,0 1-7 0,-2-2 3 0,1 1-3 0,-1-5 1 0,2 8-6 16,0-4-5-16,-2-4 4 0,0 0-5 0,1 5-7 15,-1-5 0-15,0 0-4 0,0 0-1 0,0 0-59 16,0 0-60-16,0 0-64 0,0 0-62 0,-17-20-291 16,13 8-589-16,-3-3 260 0</inkml:trace>
  <inkml:trace contextRef="#ctx0" brushRef="#br0" timeOffset="12640.99">15248 1945 96 0,'-1'-4'320'0,"-2"-2"-15"0,3 6-18 0,-1-8-13 16,1 8-38-16,-2-5-21 0,2 1-27 0,0 4-17 15,-1-4-31-15,1 4-27 0,0 0-29 0,0 0-32 0,0 0-30 0,0 0-43 16,18 11-40-1,-14-6-40-15,0 0-41 0,0 1-49 0,-2 2-141 0,-1-1-359 0,1-1 160 16</inkml:trace>
  <inkml:trace contextRef="#ctx0" brushRef="#br0" timeOffset="13026.48">15560 2138 149 0,'0'0'287'0,"0"0"-31"0,0 0-27 0,0 0-31 0,2 4-16 0,-2-4-21 16,1 6-19-16,2-1-13 0,-3 1-17 0,-3 4-4 16,3 0-14-16,0 2-8 0,0 0-9 0,0 4-7 15,-1 2-5-15,1-2-9 0,0 0 2 0,-2-3-14 16,2-2 1-16,-2-2-11 0,2 2-1 0,0-4-2 15,0-1-2-15,0-1 1 0,0-5 1 0,0 5 33 16,0-5 30-16,-3 6 34 0,3-6 33 0,0 0 32 0,0 0 19 0,0 0 12 16,0 0-23-16,0 0-25 0,0 0-16 15,8-18-21-15,0 8-10 0,-4 1-16 0,5-8-12 16,-2 0-8-16,4 2-11 0,-5 1-4 0,2 4-14 16,-2 2-6-16,1-1-5 0,-5 4-6 0,2-2-7 0,0 2-6 15,-1 3-18-15,-2-3-26 0,-1 5-35 0,7-3-22 16,-7 3-15-1,0 0-25-15,14 4-20 0,-5 2-28 0,0 4-28 16,-1 0-28-16,4 3-23 0,-4-2-45 0,6-1-58 16,-7-3-257-16,4 4-642 0,-2-5 284 0</inkml:trace>
  <inkml:trace contextRef="#ctx0" brushRef="#br0" timeOffset="13458.33">16040 2094 370 0,'5'-10'372'0,"-2"3"-8"16,-3 0-16-16,1 2-28 0,0 0-31 16,2 1-35-16,-3 4-40 0,0-8-14 0,0 8-38 15,0 0-29-15,0 0-11 0,0 0-19 0,0 0-8 16,0 0-7-16,5 24-8 16,-5-9-10-16,0 2-11 0,-1 2 6 0,-2 6-9 15,3 1-9-15,0-2-1 0,-1-5-11 0,2 0 9 16,-1-2-6-16,3 1-6 0,1-4 0 15,-2-3-11-15,2-2 7 0,0 0 1 0,1-1-1 16,-4-3-4-16,6 2 5 0,-2-6 10 0,4 5 11 16,-1-5-2-16,4-1 7 0,-2-4-1 0,7-3 2 0,-2 1-3 15,1-5-6-15,-2 2 0 0,2-3-2 0,2-8-7 0,0-2 1 16,0-2-24-16,-5-2 5 0,-3 0-16 0,3-3-11 16,-7 1 2-16,-1-3-5 0,-3 2-4 0,-4 5 3 15,-3 4 4-15,0 2 6 0,-3 0-2 0,-3 3 1 16,-2 3-5-16,-2 2 0 0,-5 3 0 0,3 3 1 15,-4-1-12-15,3 7 1 0,-3 1 2 0,-1 3 0 16,5 3 3-16,-2 2-5 0,1 3 5 0,4 1 1 0,5 1 3 0,0 0-16 16,4-3 5-16,5 3 2 0,8-2 3 0,5 3 0 15,11 0 7-15,6-5-22 0,8 2-33 0,19-8-49 16,3-1-69-16,5-6-84 0,-1-3-109 16,-5-2-208-16,0-2-628 0,-6-6 278 0</inkml:trace>
  <inkml:trace contextRef="#ctx0" brushRef="#br0" timeOffset="14297.73">17462 2094 53 0,'-3'3'107'0,"-3"-2"-10"0,6-1 6 0,-6 0-5 0,6 0 15 16,0 0 14-16,0 0 0 0,-5 1 7 0,5-1-4 15,0 0 3-15,0 0-6 0,-8 2-1 0,8-2-8 16,0 0-5-16,0 0-16 0,-4 1-8 0,4-1-6 16,0 0-7-16,0 0-11 0,0 0 4 0,0 0-13 15,0 0 0-15,0 0-10 0,0 0-2 0,0 0-4 16,0 0-7-16,0 0 5 16,0 0-8-16,0 0 8 0,20 0 2 0,-2-3-4 15,8 1-4-15,9-4-3 0,3 1 0 0,16 0-5 16,0-6-3-16,3 6-2 0,2-2-2 0,-4 0 3 15,0 0-7-15,-16 4-1 0,-3-3-11 16,0 2 0-16,-7 2-18 0,-8-1-11 0,-4 2-14 16,-5 0-14-16,-3-2-10 0,1 3-21 0,-9-2-31 0,-1 2-31 15,0 0-29-15,-30 0-176 0,8-2-382 0,-6 4 169 0</inkml:trace>
  <inkml:trace contextRef="#ctx0" brushRef="#br0" timeOffset="14513.39">17782 1951 100 0,'-3'-5'369'0,"3"0"1"0,0 0-5 16,-1 1-23-16,1 4-30 0,-3-5-36 0,3 5-34 16,0-4-28-16,0 4-33 0,0 0-37 0,0 0-21 15,0 0-13-15,-6 18-15 0,7 0-7 0,3 8-1 16,-3 6-11-16,-2-1-4 0,5 19-12 0,1-5-23 15,3 6-28-15,1-6-37 0,2 1-41 0,2-1-66 0,0 0-90 0,-7-14-312 16,3-5-580-16,1-12 258 0</inkml:trace>
  <inkml:trace contextRef="#ctx0" brushRef="#br0" timeOffset="15745.88">18832 1692 108 0,'2'-4'181'0,"1"-3"-19"0,6 2-17 15,0-1-16-15,9-1-11 0,0 2-10 0,10-3-17 16,2 5-3-16,-1 1-12 0,0 2 1 0,3-1-8 15,0 6-5-15,0 2-8 0,0 1-4 0,-3 4-5 0,-3 0-10 16,-4 7 2-16,-7-5-13 0,0 9 4 0,-2 2-4 16,-3 2-5-16,-8 3 2 0,-10 1-4 0,-1 3 4 15,-13 10-6-15,-3-3-1 0,-7-3 0 0,1 0 0 16,-6 2 1-16,0-8-3 0,5 7-3 0,3-17 2 16,3 1-5-16,1-4 6 0,0-4 5 0,6-3 9 15,3-7 2-15,0 6 5 0,7-5 8 0,3-2 20 0,-2 1 28 16,4-2 40-16,-1-3 25 0,5 0 34 0,0 0 7 0,-8 2-24 15,8-2-16-15,0 0-18 0,0 0-21 0,12-22 0 16,-2 7-28-16,7 3-5 0,-4 1-15 0,3 0 3 16,1 2-21-16,-1 0-1 0,6 2-14 0,-3 1-5 15,3 3-3-15,1 2-4 0,5 1-7 16,-6 1 1-16,-3 6-3 16,4-1-4-16,-5 1-14 0,1 1-23 0,0 2-21 15,-2 1-19-15,-2-1-19 0,-1 0-27 0,0 2-23 16,-5-7-31-16,0 4-21 0,-1-1-47 0,2-3-22 15,-5-1-237-15,3-3-532 0,-3 2 236 0</inkml:trace>
  <inkml:trace contextRef="#ctx0" brushRef="#br0" timeOffset="16718.14">19778 1688 19 0,'0'0'130'0,"0"0"-9"0,0 0-3 16,-8 0-6-16,8 0-10 0,0 0 1 0,0 0-4 16,0 0-3-16,0 0-5 0,0 0 4 0,0 0 1 0,0 0 0 0,0 0 1 15,0 0-6-15,0 0-5 0,0 0-14 0,0 0-4 16,0 0-5-16,14-7-8 0,0 5-4 0,5-4-9 15,11 3-4-15,2-6-6 0,2 4 1 0,7-2-4 16,14-1-11-16,1-3 7 0,-1 0-11 16,0 5 2-16,-14 1-4 0,-5 2 5 0,2-1 0 15,-6 1-9-15,-4 1-6 0,-9 2-4 0,-2-2-23 0,-4 2-17 0,-3 0-21 16,-1 0 7-16,-4 2 3 0,-5-2-3 0,0 0-11 16,0 0-22-16,-15 9 3 0,-1-7-8 0,1 4-7 15,-3-2 8-15,-5 1-7 0,3 0-1 0,0-2 5 16,0 3 2-16,-2-1 7 0,3 0 9 0,0-1 5 15,6 0 11-15,-1 1 0 0,3-3 12 0,-1 1 3 16,7-1 4-16,-3 0 20 16,3 0-7-16,0-2 18 0,0 3 18 0,5-3 22 15,-9 1 29-15,7 1 28 0,2-2 13 0,0 0 28 16,-7 0 7-16,7 0 8 0,0 0 10 16,0 0 4-16,0 0-2 0,-8 2-2 0,8-2-7 15,0 0-5-15,0 0-19 0,0 0-4 0,0 0-7 16,0 0-23-16,0 0-11 0,0 0-10 0,0 0-9 15,0 0-29-15,-6 5-3 0,6-3-3 0,0 9-1 0,0 0-8 0,-2 5 3 16,-1 12-4-16,1-2 1 0,0 5-1 0,0 1 2 16,4 3 4-16,0 0-6 0,0 11 3 0,-2-9-5 15,0-1-1-15,3 12 6 0,3-2-2 0,-2-10-1 16,-2-1 3-16,2-2-4 0,0-1 5 0,-4-3-6 16,1 0 5-16,-2-11-4 0,1 2-1 0,-4-2 0 15,0-2 2 1,-2-4 12-16,0-2-6 0,-3-1 10 0,-2-1 8 15,-5 1 14-15,-1-6 14 0,-3-1-12 0,-8-2 6 16,0-4 7-16,-2 4 9 0,2-7 11 0,1-3 11 16,0 2 1-16,8 1 12 0,3 2 18 0,3-2-7 15,1 2 12-15,3 2-11 0,3-1-10 0,-1 2-12 16,0-1-11-16,3 1-16 0,4 2-26 0,-6-3-36 16,6 3-29-16,0 0-47 0,0 0-36 0,0 0-36 0,0 0-34 0,0 0-49 15,0 0-51-15,25 4-344 0,-12-3-667 0,5-1 296 16</inkml:trace>
  <inkml:trace contextRef="#ctx0" brushRef="#br0" timeOffset="17266.82">20496 2309 62 0,'0'0'380'0,"0"0"-49"0,0 0-23 0,0 0-33 16,0 0-27-16,0 0-28 0,0 0-23 0,0 0-19 16,0 0-26-16,18 1-17 0,-8 3-11 15,0-1-17-15,4 2-9 0,-5 2-11 0,4-1-3 0,-3 3-21 16,-2-1-4-16,-2 3-11 0,2-1-5 0,-3-1-11 16,-4 5-3-16,2-3-7 0,-6 5-5 0,2 1-1 15,-4-2-9 1,-4 0 4-16,5-4-3 0,-2 4-2 0,-1-8-1 15,2 3-2-15,1-5 1 0,2 2 4 0,-1-2-5 16,2-3 2-16,-3 2-3 0,4-1-5 0,0-3 4 16,0 5 2-16,0-5-4 0,8 7 4 0,2-4-3 15,0 0 4-15,4 1-5 0,6 3-1 0,-4-4-3 16,2 6 3-16,1-1-1 0,-2 2-2 0,-3-3 2 16,0 5 0-16,-1-2-4 0,-2 4 1 0,-6-4-1 0,2 2 6 0,-5 0-9 15,2 0 1-15,-6-1 2 0,-5 4 2 0,-4-1 1 16,-3-1 3-16,-11 2-1 0,-3-1-4 0,0-3-20 15,-5-2-62-15,2 0-64 0,-1-7-124 0,2-1-184 16,-1-4-496-16,4-6 220 0</inkml:trace>
  <inkml:trace contextRef="#ctx0" brushRef="#br0" timeOffset="18153.91">21278 1647 50 0,'4'-3'201'0,"0"3"-9"16,0-3-13-16,-2-2-13 0,-2 5-11 0,5-2-17 15,-5 2-10-15,3-4-21 0,-3 4-12 0,0 0-13 16,0 0-10-16,0 0-11 0,-12 12 1 0,3-4-8 16,-14 8-5-16,-4 1-3 0,-1 5-5 0,1-3-5 0,-7 3 1 0,2 1-5 15,3-1-2-15,-10 8-7 0,10-9-1 0,2 0 0 16,0-3 4-16,7 2-13 0,-1-3 2 0,11-3-4 16,-3-1-1-16,7 1-1 0,2-3 0 0,3 0 4 15,3-1-6-15,5 1 3 0,5 1 0 16,10 4 2-16,3-5-5 0,7 1 3 0,2-2-5 15,-1 0 3-15,3 1 0 16,-4-3 0-16,4 2-3 0,-2 0-4 0,-2 4 3 16,-4-3-3-16,-1 2 6 0,-3-1-4 0,-8 0-4 15,-1 0 2-15,-9 3-1 0,1 1-2 0,-5-3 2 16,-4-2 6-16,-6 4 1 0,-5-1 0 0,-7 4-8 16,-4-3 3-16,-6-4 3 0,-3 2 3 0,0-2 1 15,-3-3-7-15,3-1 3 0,0 0 0 0,2-3-2 16,0 0 0-16,9-2-1 0,-6 0-2 0,9-2-2 0,3 0-1 0,2-2-6 15,7 0-30-15,1-3-39 0,6 1-33 16,0 4-36-16,11-16-30 0,2 4-122 0,6 0-321 16,8 0 142-16</inkml:trace>
  <inkml:trace contextRef="#ctx0" brushRef="#br0" timeOffset="18392.34">21548 2087 77 0,'-3'-3'334'0,"2"0"-11"16,1 3-14-16,-4-6-35 0,4 6-23 0,0 0-31 16,0 0-28-16,0 0-23 0,-2-7-11 0,2 7-28 15,0 0-11 1,0 0-17-16,0 0-10 0,0 0-6 0,-3 16-12 16,3-16-5-16,3 13-10 0,-1-6 0 0,0 2-5 15,-2-1-8-15,3 4-1 0,0-3-10 0,0 4 2 16,0-4-14-16,1 6-14 0,0-6-16 0,-2 1-16 0,1 0-22 15,-1-1-30-15,-1-2-19 0,-1-1-27 16,2-1-5-16,-1-1 1 0,-1-4-12 0,0 0-52 16,0 0-212-16,0 0-435 0,-25-14 193 0</inkml:trace>
  <inkml:trace contextRef="#ctx0" brushRef="#br0" timeOffset="18555.25">21504 1859 250 0,'0'-4'245'0,"0"1"-28"16,0 3-28-16,4-4-34 0,-4 4-12 16,0 0-25-16,0 0-32 0,8 9-27 0,-6-6-42 15,3 6-32-15,0-1-44 0,2-1-48 0,-2-1-110 16,-1 2-234-16,1 1 104 0</inkml:trace>
  <inkml:trace contextRef="#ctx0" brushRef="#br0" timeOffset="18893.91">21815 2097 104 0,'0'0'233'0,"2"5"-23"0,-2-5-22 16,1 7-22-1,-1 0-12-15,0-2-16 0,0 5-11 0,2 2-13 16,-4 4-13-16,1 1-7 0,0-1-6 0,-3 1-14 15,0-6-4-15,4-1-10 0,0-1-5 0,0-1-4 16,-1-2-4-16,1-2 2 0,0-4-1 0,-1 11 36 16,1-11 30-16,0 2 31 0,0-2 13 0,0 0-12 15,0 0-24-15,7-17-11 0,0 6-14 0,-1 0-7 16,3 2-9-16,1-3-9 0,-3 3-9 0,3 1-9 0,1-1-8 0,-2 0-1 16,0 1-12-16,0 1-4 0,3 2 9 15,-2-2-15-15,4 4-17 0,-2 1-15 0,3 1-21 16,-2 2-22-16,3 1-11 0,0-1-37 0,3 3-27 15,-3 1-36-15,2-1-35 0,-4 1-44 0,0 0-216 0,-1-3-495 16,1 2 219-16</inkml:trace>
  <inkml:trace contextRef="#ctx0" brushRef="#br0" timeOffset="19325.21">22215 1809 157 0,'7'-1'182'0,"4"-3"-16"0,0 4-18 0,6 0-8 16,-3 4-23-16,2 0-3 0,3 4-15 16,-3 0-9-16,-1 2-10 0,-1 0-8 0,-1 4-4 15,-4-1-4-15,-1 1-13 0,-3-2 6 0,-3 5 0 16,-2 0-10-16,-4 1-3 0,-2 0 0 0,-2 1-6 0,-3-4 8 0,-6 6-7 15,4-6-8-15,-2-1-1 0,4-1 2 0,-5-1-10 16,5-3 2-16,2 1 0 0,1-3 0 0,3-4-6 16,1 6-1-16,-1-7-5 0,1-1 3 0,4-1 4 15,-6 5 5-15,6-5-1 0,0 0-1 0,0 0 4 16,10 5 3-16,-10-5-2 0,24 2-2 0,-7-2-3 16,2 2-4-1,3 1 2-15,-4-3-8 0,1 4-4 0,-1 1 0 16,0-1 2-16,-2 2-2 0,-5-1-5 0,0 0 3 0,-1 2-2 15,-1 3-4-15,-2-1 0 0,-1 0 2 16,0 2-3-16,-6 0 3 0,0 1 1 0,-3 1 4 16,-1-5-2-16,-4 6 1 0,0 0-3 0,-3-8 3 15,-2 6 4-15,0-2-3 0,-2-1-9 0,0-1-13 16,2-3-15-16,3-2-25 0,-3 0-48 0,5-3-61 0,8 0-197 0,-14-10-391 16,10 8 173-16</inkml:trace>
  <inkml:trace contextRef="#ctx0" brushRef="#br0" timeOffset="19759.34">22799 1978 206 0,'1'-5'396'0,"4"1"-16"0,-5 4-22 0,1-8-37 16,1 3-36-16,-2 5-22 0,0-5-42 0,0 5-24 15,0 0-23-15,6-2-27 0,-6 2-16 0,0 0-16 16,0 0-14-16,0 17-12 0,1-7-7 0,-1 1-5 31,0 4-9-31,-1 2-1 0,-2 2-10 0,6-1-8 0,-2-1-5 0,-2 1 2 0,3-2-4 16,2 1-9-16,0 1-4 0,0 0 4 0,1-3-5 15,-2-5-3-15,2 1 2 0,-4-4-2 0,3 0-2 0,0-2 2 16,-2 0 3-16,-2-5 6 0,4 7 8 16,-4-7 3-16,13 0-4 0,-13 0-9 0,18-9 5 15,-7 1-5-15,-3 0-9 0,5-2 8 0,-6-1-2 16,7-3-17-16,-5-2 1 0,4-9-19 0,-4 0-12 15,-4-1-9-15,0-1 1 0,-5-2-8 16,-5 3-1-16,0-1 7 0,-5 2 0 0,-6 2-6 16,-1 3 10-16,-3 2 4 0,3 7 1 0,-4 2-3 0,2 1 5 15,0 3-3-15,-2 4 1 0,2 1-3 0,0 4 9 16,1 1-11-16,0 4 2 0,4 2 3 0,0 0 6 16,3 4 4-1,5-6-8-15,4 3 15 0,8 0-4 0,3 3 7 16,14 4 4-16,9-7-4 0,18 0-10 0,4 1-30 0,3-8-47 15,2-1-47-15,1-1-82 0,5-3-100 0,-5-5-227 16,-2-2-587-16,-6-1 260 0</inkml:trace>
  <inkml:trace contextRef="#ctx0" brushRef="#br0" timeOffset="20556.3">24000 2060 52 0,'-7'3'166'16,"7"-3"-28"-16,-7 0-17 0,3 1-9 0,4-1-12 15,-7 1-9-15,7-1-6 0,0 0 7 0,0 0 2 16,-6 0 4-16,6 0 4 0,0 0 5 15,0 0 4-15,0 0 1 0,-6 2 4 0,6-2-2 16,0 0 2-16,0 0-4 0,0 0-10 0,0 0-2 0,0 0-7 16,0 0-6-16,0 0-8 0,0 0 0 0,0 0-6 0,0 0-3 15,0 0-5-15,0 0 2 0,0 0-2 0,0 0-8 16,0 0 3-16,0 0-3 0,0 0-5 0,0 0-8 16,19-9-3-16,-1 6-4 0,11-1 1 0,0-3-14 15,10 2 3-15,13-3-3 0,5 2-1 0,4-5-6 16,0 4 3-16,1-2-6 0,1 1 0 0,-8 2 0 15,-2 0-3-15,-17 1-9 16,-5 2-18-16,-2-1-13 0,-10 2-16 0,-6 1-23 16,-1 1-20-16,-4-2-32 0,-7 2-39 0,-1 0-48 15,0 0-36-15,-24-5-177 0,-5 5-455 16,0-2 201-16</inkml:trace>
  <inkml:trace contextRef="#ctx0" brushRef="#br0" timeOffset="20756.25">24264 1876 246 0,'0'-7'279'16,"-1"2"8"-16,1-1 6 0,-3 0 1 0,2 1-10 15,1 1-18-15,0-1-31 0,0 5-26 0,-2-4-27 16,2 4-26-16,0 0-42 0,0 0-15 0,0 0-10 16,-6 18-8-16,5-1-14 15,-1 10 7-15,0 0-15 0,2 4-6 0,-2 3-2 16,4 0-6-16,0 16-4 0,-2-1-2 0,7 2-31 15,2-5-44-15,1 0-48 0,-2-15-58 0,5-2-96 16,-4-2-271-16,0-3-551 0,0-14 244 16</inkml:trace>
  <inkml:trace contextRef="#ctx0" brushRef="#br0" timeOffset="21810.32">25454 1641 6 0,'0'-5'204'0,"0"5"-21"0,0-6-24 16,0 6-14-16,7-3-10 0,0-1-24 0,2 4-5 15,5 0-12-15,5 1-8 0,0 2-11 0,2 2-8 16,8 2-11-16,-2 4-1 0,-4 1-5 0,1 4-4 0,-2 1-8 15,-3 5-1-15,-5 1-4 0,-2 6 2 0,-2-2-11 0,-8 3-3 16,-2 2 3-16,-10 1 2 0,-5 11-7 0,-4-10 6 16,-11 9-7-16,-3 0-1 0,-3-6-3 0,-1-5 1 15,9-6-1-15,1-2 2 0,-1-2 10 16,1-5 4-16,11-5 9 0,-3-1 12 0,1-5 8 16,6 3 22-16,3-6 24 15,-1 2 34-15,6 1 40 0,-1-5 25 0,5-1-7 16,0 0-21-16,-8-9-22 0,8 9-18 0,9-13-14 0,4 5-18 15,1-1-10-15,5 1-17 0,7-2-3 0,-7 3-10 0,8-2-8 16,0 5-7-16,3-1-23 0,1 2-12 0,2 3-23 16,-1 3-40-16,3-3-38 0,1 0-40 15,2 0-48-15,-2 2-63 0,15 5-85 0,-17-9-211 16,2 2-578-16,-3-2 256 0</inkml:trace>
  <inkml:trace contextRef="#ctx0" brushRef="#br0" timeOffset="22095.46">26209 1670 109 0,'-8'0'197'0,"8"0"-25"16,0 0-16-16,0 0-11 0,0 0-12 15,22-4-11-15,-4 2-16 0,4 0-11 0,11-2-9 16,3-1-8-16,16-1-8 0,-1 1-6 0,0-2-10 16,-1 2-3-16,-10 2-16 0,12-2-14 0,-16 2-9 0,0-1-30 15,-9 2-16-15,-7-1-27 0,-6 1-15 0,-2 0-34 16,-7 1-125-16,-3-1-254 0,-2 2 112 0</inkml:trace>
  <inkml:trace contextRef="#ctx0" brushRef="#br0" timeOffset="22474.01">26444 1601 98 0,'0'0'256'15,"-5"0"-12"-15,5 0-17 0,0 0-26 0,0 0-18 0,0 0-23 16,0 0-20-16,0 0-16 0,0 0-17 0,-8 2-4 15,7 3-21-15,1 1-6 0,-3 4-8 16,6 10-4-16,-2-3-10 0,3 10-3 0,-4 4 0 16,5 1-3-16,-1 14-2 0,5 0-2 0,-3 2 4 15,-2-12-5-15,3 13 4 0,-1-4-9 0,-1 4 1 16,4-1 0-16,0-4-5 0,-4-10-2 0,0-3 0 0,-1 1-1 0,-4-3 2 16,-1 2-10-16,0-4-3 0,-3-9-2 0,-1-1-3 15,-3 0 4-15,-2-2 0 0,-2-2 8 0,-1-2 5 16,-2-2 1-16,-2-3 5 0,-2-1 8 0,0-4 5 15,-1-1 2-15,-2-1-3 0,2-1 2 0,2-1 8 16,-1-3 9-16,1-2 10 0,5 5-1 0,1-1 0 16,2-1 16-16,1 2-4 0,4 1-9 0,5 2-9 0,-9-5 4 15,4 3-30-15,5 2-25 0,-5-3-24 0,1 1-30 0,4 2-36 16,-4-2-43-16,4 2-37 0,0 0-47 16,0 0-35-16,19-4-60 0,-11 2-226 0,2-1-560 15,8-1 249-15</inkml:trace>
  <inkml:trace contextRef="#ctx0" brushRef="#br0" timeOffset="22696.14">26848 2052 238 0,'0'0'231'16,"14"-6"-24"-16,-4 2-23 0,9 0-15 0,3 0-21 16,9 0-16-16,5-1-22 0,-1 1-17 0,1 0-31 15,0 1-32-15,-3 3-37 0,-2-2-27 0,-9 0-28 16,-5 2-19-16,-5-1-24 0,-2 1-1 0,-2 0-14 16,-8 0-62-1,0 0-197-15,0 0 88 0</inkml:trace>
  <inkml:trace contextRef="#ctx0" brushRef="#br0" timeOffset="22990.1">27157 2014 524 0,'-27'0'-3'0,"-5"3"20"0,-1-3 20 15,1 2 5-15,1-2 31 0,-3 2 14 0,4-1 3 0,0 2 5 16,3-3 2-16,8 2 4 0,1-2-11 0,5 2-8 16,6-1-7-16,-2 0-3 0,2-1-17 15,4 3 1-15,3-3-12 0,-9 2 1 0,6 0-4 16,0 2-2-16,-2 0-5 0,5 1 1 0,0 2 2 0,2 0 12 0,3 5 0 16,-1-2 3-16,1 4 10 0,4-2-1 0,3 4 14 15,3 6-8-15,6-1 6 0,-3 3-2 16,1-3-4-16,3-1-5 0,-3 2-6 0,0 1-5 0,-1-2-6 15,-5-4-2-15,-3-1-6 0,4 7 2 0,-6-6-8 16,-3-4-3-16,0 0 0 0,-5-2-7 0,3-1-1 16,-3 2 4-1,-3-7-2-15,1 4 3 0,-2-3 1 0,-1-3 12 16,1 2 16-16,-1-1 23 0,1-2 16 0,-1 0 20 16,1 1 10-16,4-3 6 0,-5 2 1 0,5-2 3 15,0 0-11-15,-4 1-20 0,4-1-57 0,0 0-67 16,0 0-59-16,10-10-52 0,3 5-57 0,1-2-87 15,-1 2-308-15,3-4-632 0,2 3 279 0</inkml:trace>
  <inkml:trace contextRef="#ctx0" brushRef="#br0" timeOffset="23874.76">27993 1445 141 0,'1'-1'190'0,"-1"1"-4"0,7-4 0 0,-4 2-8 16,-3 2-15-16,3-3-13 0,-3 3-20 15,0 0-7-15,5-1-19 0,-5 1-11 0,0 0-9 16,0 0-8-16,-8 10-7 0,-2-2-11 0,-4 4-1 0,-9 4-7 0,-2 0-3 15,-3 2-4-15,1 3-6 0,-3-1-1 0,1 2-11 16,3 2 4-16,-2-2-4 0,1 4-3 0,0-5-3 16,5 5 2-16,2-5-7 0,5 0 3 0,3-6-3 15,4 1 0-15,3 0-2 0,1 0 1 16,5 2 1-16,4-3-4 0,3-1 5 0,6 1-1 0,7 2 0 16,9-3-2-16,3 0 1 15,0 0-5-15,16 3 3 0,-12-4-1 16,-3-1 1-16,2 3-2 0,0-4 0 0,-4 4 1 0,-4-3-9 15,-2 2 5-15,-7-2-4 0,-5-3 0 0,-3 3-1 16,-3-1-8-16,0-2 0 0,-7 1-3 0,-2 0 6 16,-6-1-3-16,-3-1 3 0,-3 6 2 15,-6-6 0-15,-9 4 3 0,-1-7-5 0,-1 2 7 16,1 0-2-16,1-1 1 0,-3-2 1 0,2-4-1 0,7 1 1 16,-5-2 0-16,7 3-1 0,4-2-1 0,6-1-3 0,0 2-5 15,2-3-25-15,4-2-50 0,3-1-40 0,1 5-38 16,14-12-39-16,0 1-129 0,11-3-356 0,0 6 158 15</inkml:trace>
  <inkml:trace contextRef="#ctx0" brushRef="#br0" timeOffset="24097.16">28351 1920 163 0,'-2'-5'331'0,"2"0"-7"0,0 2-8 0,-1-2-30 15,1 5-26-15,1-4-28 0,-1 4-22 16,0 0-32-16,-1-7-19 0,1 7-20 0,0 0-30 0,0 0-10 0,0 0-8 0,0 0-13 16,0 16-6-16,0-9-4 0,1 2-7 15,1-1-4-15,0 3-4 0,0 0-5 0,0 2-13 16,-2-3-15-16,3 2-19 0,-1 1-15 0,-2-2-24 16,2 1-23-16,0-2-29 0,-2 2-37 0,0-6-19 15,0 0-30-15,-2 1-23 0,-2-3-225 0,4-4-458 16,-7 3 203-16</inkml:trace>
  <inkml:trace contextRef="#ctx0" brushRef="#br0" timeOffset="24244.51">28374 1691 162 0,'-2'-6'253'0,"1"2"-29"0,2 1-43 0,-1 3-52 16,0-4-38-16,0 4-12 0,0 0-24 0,0 0-24 15,0 0-39-15,0 17-31 0,0-11-41 0,0-1-100 16,0 3-195-16,4 1 86 0</inkml:trace>
  <inkml:trace contextRef="#ctx0" brushRef="#br0" timeOffset="24576.19">28632 1852 181 0,'1'3'210'0,"2"1"-20"0,-3-4-17 16,6 8-21-16,-5-3-14 0,-1 4-4 0,3 0-14 16,-3 3-13-16,-3 4-13 15,2-3-10-15,-3 4-3 0,3-1-12 0,-3 3-1 16,-1-4-13-16,1 1 2 0,3-5-5 0,-2-1-3 16,2-3-5-16,1-1-5 0,-3-1 2 0,3 0 33 15,0-5 31-15,0 6 33 0,0-6 30 16,0 0 8-16,0 0-15 0,0 0-19 0,0 0-18 15,13-12-14-15,-5 4-12 0,2 0-10 0,-1 2-7 16,0-3-10-16,2 2-10 0,0 2-7 0,2 1-13 0,-1-1-13 0,1 1-6 16,0 0-23-16,0 2-20 0,6 0-24 0,0 2-13 15,0 0-29-15,0 3-34 0,2-1-45 0,-2 2-42 16,3-3-68-16,-3 1-208 0,4-4-522 0,-3 2 231 16</inkml:trace>
  <inkml:trace contextRef="#ctx0" brushRef="#br0" timeOffset="25099.99">29153 1661 19 0,'0'0'220'0,"9"-8"-20"0,-1 5-24 0,3 0-11 15,10-2-20-15,-1 2-12 0,8-2-17 0,3 3-9 16,-2 0-14-16,3-4-15 0,-4 2-11 0,-1 2-18 16,-9 2-17-16,-4-3-14 0,-2 3-6 15,-5-1-8-15,1 0-5 0,-8 1 11 0,6 0-1 16,-6 0-7-16,0 0 4 0,0 0-13 0,-35 2 9 0,14 0-2 0,-6 3 5 16,-3-3-1-16,3 4 4 0,-1-4-2 0,-2 3 2 15,7 0 4-15,4-1 4 0,-4 0 10 0,3 2-1 16,3-1-2-16,-1 0-2 0,5 2 0 0,2-2-5 15,1 0-1-15,-2 0 0 0,3 4-3 0,2-4-6 16,0 3 9-16,3-1-9 0,2-2 3 0,-3 2 10 16,2-1 1-16,3 3 10 15,0-2-3-15,0 2 8 0,8 1 10 0,-2 1 5 16,6 2 10-16,2 2 5 0,6 0-1 16,3 2 2-16,2-1-5 0,1 1-4 0,-1-1-5 15,0 1-6-15,-3 0-7 0,1 0-2 0,-3 1-3 16,-7-1-4-16,1-5-3 0,-2 5-5 0,-3-5-1 15,-4 0-8-15,-1-2-8 0,-3-1-2 0,-1 1 2 0,-1 0 4 16,-4-4-5-16,-2 1 1 0,-1-1-1 0,-3-1 5 0,2 0 0 16,-1-1 5-16,0-2 11 0,3-2 15 0,-2 0 12 15,5 1-7-15,4-1-6 0,0 0 16 0,-15-3 7 16,11 0-12-16,4 3-18 0,-1-6-36 0,2 3-28 16,3-2-31-16,6 1-28 0,2-3-25 0,4-1-34 15,10 0-59-15,-6 2-232 0,7-6-478 0,-1 0 211 16</inkml:trace>
  <inkml:trace contextRef="#ctx0" brushRef="#br0" timeOffset="25532.6">29875 1764 143 0,'0'-6'397'0,"2"-1"-4"0,1 4-17 0,-3-2-33 16,4 0-37-16,-4 5-34 0,3-4-30 0,-3 4-31 15,0-5-29-15,0 5-21 0,0 0-21 0,0 0-24 16,0 0-6-16,0 0-15 0,3 22-11 16,-4-6-3-16,1 2-10 0,0 1-7 0,-5 1-5 15,5 4 0-15,-2-5-17 0,2 0 3 0,0 1 3 16,0-2-14-16,2-1 1 0,-2-1-5 0,3 3 3 0,-1-8-10 0,2 0 3 16,-1-2-1-16,-1 1-6 0,-1-3 5 0,3-2 16 15,0 0-11-15,-3-3 15 0,-1-2 21 0,13 6 1 16,-8-6-2-16,7-3-8 0,-1 0 11 0,1-2-1 15,-2 3-8-15,4-6 8 0,-1-1-14 0,1-2-2 16,-3-3-3-16,2-3-12 0,-1 0-1 0,-2-6-11 16,-2-6-16-1,-1 0 5-15,-2 0-4 0,-7-2-12 0,-8 0-1 16,1-2-4-16,-6 6 2 0,-6-1-4 0,-1 5 6 16,-5 0-6-16,-3 0-4 0,-1 6 3 0,2 1 5 0,-1 5-1 15,4-2 0-15,7 9 0 0,0 1-1 0,8 2-4 16,-3 2-1-16,4 1-3 0,-1 3-3 0,5-3-19 15,-2 5-4-15,8 3 15 0,4 0 3 16,6 7 8-16,21 0 12 0,18 3 7 0,41 6-8 0,10-10-39 0,6-6-75 16,5 0-80-16,-9-5-105 0,-35-5-389 0,32-5-753 15,-45-2 333-15</inkml:trace>
  <inkml:trace contextRef="#ctx0" brushRef="#br0" timeOffset="26249.25">30852 1833 98 0,'0'0'155'0,"0"0"-20"0,0 0-11 16,0 0-9-16,0 0-8 0,0 0-2 0,0 0-1 15,0 0 4-15,0 0 9 0,0 0 1 0,0 0 8 16,0 0-4-16,0 0-6 0,0 0-4 0,0 0-2 16,0 0 0-16,13 0-5 0,5-2-7 0,3 0-13 15,13-1-4-15,0 0-11 0,6 0-8 0,13-1-8 0,-14-1-10 0,11 0-27 16,-14 2-45-16,2-1-36 0,-6 0-51 0,-4 0-61 15,-10 0-194-15,0-1-399 0,-9 3 177 0</inkml:trace>
  <inkml:trace contextRef="#ctx0" brushRef="#br0" timeOffset="26496.65">31164 1608 315 0,'-3'-3'318'16,"0"-1"-37"-16,3 4-28 0,-4-3-35 0,4 3-30 15,0 0-21-15,0 0-24 0,-6 8-14 0,5 3-13 0,-3 6-9 16,1-1-14-16,1 7-6 0,-1 2-9 0,2 4-6 16,1 0-5-16,-2-4-9 0,4 3-5 0,-1 1-3 15,4-4-8-15,0 0-20 0,-1-6-19 0,3-1-22 16,1-1-37-16,1-2-28 0,-1-1-52 0,1-4-49 15,1-1-212-15,3-4-430 0,5 0 191 0</inkml:trace>
  <inkml:trace contextRef="#ctx0" brushRef="#br0" timeOffset="26665.43">32023 1760 55 0,'0'0'336'0,"-1"-7"-33"0,5 5-46 16,-2-3-49-16,4 3-50 0,6-1-42 0,4 0-54 15,5 0-57-15,11 2-84 0,0-2-159 0,22-4-256 16,-4 7 114-16</inkml:trace>
  <inkml:trace contextRef="#ctx0" brushRef="#br0" timeOffset="26819.34">32682 1658 117 0,'0'0'287'15,"9"-9"-52"-15,4 4-63 0,5-2-70 16,1 4-81-16,8-1-177 16,8-6-169-16,0 7 75 0</inkml:trace>
  <inkml:trace contextRef="#ctx0" brushRef="#br0" timeOffset="41914.46">3387 4592 172 0,'2'-5'208'0,"1"3"-11"16,0-1-2-16,-2 0-10 0,-1 3-10 0,5-5 4 15,-1 3-12-15,-4 0-9 0,0 2-9 0,0 0-13 16,0 0-14-16,3-3-9 0,-3 3-11 0,2-5-12 15,-2 5-10-15,0 0-9 0,0 0-20 0,0 0-10 16,0 0-10 0,0 0 2-16,-9 9-7 0,0-3-1 0,-5 4-1 0,-6 6-6 15,-5 1 1-15,0 0-3 0,-2 3-2 0,3 1 1 16,-3-2-3-16,1-1-1 0,-1 1-21 0,3-2 2 16,3 0 0-16,8-3-2 0,-3 0 7 15,5 1-3-15,-1-2 0 0,3-3 0 0,3-3-1 16,1 4 1-16,1-3 0 0,0 2-1 0,7-2 6 0,-2 0 7 0,7 2-2 15,2-2-2-15,5 1 0 0,9 3 3 0,1-1-2 16,4-1-1-16,3 1-3 0,-1 0 3 0,1-3 1 16,1 7-1-16,-7-6-4 0,-1 1 0 0,-4 0 3 15,-5 2-3-15,-4-4-2 0,-2 1 2 0,-5-1-1 16,-1 1-6-16,-2 0 6 0,-7 4 1 0,-1-4 0 16,-7 5 4-16,-10 0-2 0,-2 2 2 0,-6 0-4 15,-1-5 2-15,0 2 2 16,-1-2 1-16,-3-1 1 0,1-1-4 0,3 0 3 15,2-1 0-15,2-3-1 0,9 0 1 0,1-1-6 16,5-1 7-16,4-2-8 0,-1-1-10 0,2 0-33 16,8 0-39-16,-2-5-35 0,2 5-33 0,16-10-45 15,-2 3-160-15,12-4-388 0,2 1 172 16</inkml:trace>
  <inkml:trace contextRef="#ctx0" brushRef="#br0" timeOffset="42199.85">3636 5031 99 0,'0'0'315'16,"0"-7"-4"-16,0 3-9 0,0 4-7 0,0-3-2 0,1-1-29 15,-1 4-21 1,0 0-23-16,0 0-26 0,3-7-19 0,-3 7-18 16,0 0-22-16,0-2-12 0,0 2-18 0,0 0-14 15,0 0-12-15,0 0-29 0,0 0-11 0,0 0-5 16,0 0 3-16,4 13-9 0,-3-8-5 0,0 0 0 15,2 4 0-15,-3 0-6 0,1 0 1 0,2 1-1 16,1 1-2-16,-2 0-12 0,-2-1-10 0,4 3-13 16,-4-2-23-16,0-3-22 0,4 2-16 0,-4-5-22 0,0 4-9 15,0-3-14-15,-3 0 3 0,2-2 4 0,-2 1-8 16,-3-2-46-16,6-3-41 0,-13-3-189 0,4-2-436 16,-2-1 193-16</inkml:trace>
  <inkml:trace contextRef="#ctx0" brushRef="#br0" timeOffset="42331.39">3513 4890 152 0,'0'-12'250'0,"-1"-1"-11"16,1 3-6-16,3 0-21 0,-2 0-15 0,2 0-17 16,-3 4-18-16,1 1-16 0,-1 0-14 0,2 1-21 15,0 0-32-15,0-1-34 0,1 4-27 0,-3 1-32 16,5-3-21-16,-5 3-29 0,0 0-32 0,13 8-61 16,-11-6-142-16,2 3-323 0,0-3 143 0</inkml:trace>
  <inkml:trace contextRef="#ctx0" brushRef="#br0" timeOffset="42700.57">3888 4946 113 0,'0'0'261'0,"1"3"-25"16,2-1-27-16,-3-2-24 0,0 0-18 0,5 3-19 15,-5 2-14-15,3-1-8 0,-3 2-16 0,2 0-14 16,-2 5-7-16,0-2-14 0,0 3-3 0,0-1-7 16,1 5-1-16,-1-4-10 0,-1-1-3 0,-1 0-7 15,-1-4-4-15,3 1 5 16,3-1-12-16,-3-2 1 0,0-1-2 0,0 0 12 16,-3 0 41-16,3-4 36 0,6 2 32 0,-6-2 7 15,0 0-12-15,0 0-16 0,12-9-15 16,-7 1-4-16,4 1-10 0,0-3-12 0,-2 3-9 0,2-3-2 15,-1 3-8-15,-2 0-5 0,0 2-8 0,-3 1-10 16,0 3-4-16,1-4-6 0,0 5-9 0,-2-4-16 16,-2 4 1-16,0 0-19 0,12 2-13 0,-7 2-6 0,0 0-27 15,4 2-12-15,-3 3-27 0,1 0-49 0,-1 2-32 16,3 5-49-16,-3-2-96 0,2-5-222 0,-3 2-580 0,3-6 258 16</inkml:trace>
  <inkml:trace contextRef="#ctx0" brushRef="#br0" timeOffset="43686.59">4404 4933 255 0,'0'-8'251'0,"0"7"-25"0,0 1-23 31,4-8-21-31,1 3-18 0,1 2-20 0,3-1-13 0,4 1-14 15,1 1-10-15,4-2-15 0,1 3-7 0,3 2-12 16,6 3-9-16,0 0-7 0,-8 4-5 0,0 0-3 16,3 5-7-16,-8-3-3 0,2 2-3 0,-6 3-7 15,2 0-4-15,-3 1-2 0,-2 2 1 0,-4-1-7 16,-3 2-1-16,-2 1-2 0,-3 3-1 0,-5 4-5 16,-1-10 10-16,-3 4-7 0,1-4 2 0,-1 0-2 0,0-4 2 0,-3 2-1 15,4-2 5-15,-2-3 1 0,3-3 2 0,4 1 2 16,-3-1 9-16,3-5 13 0,5 3 29 0,-5-2 28 15,7-3 40 1,-6 2 36-16,6-2 18 0,0 0-32 0,-4-10-13 0,5 3-29 0,4-4-13 16,7-4 0-16,-1-3-12 0,6-6-12 15,6-2-32-15,-3-2-5 0,1 2-18 16,1 1 2-16,-1 0-14 0,1 4-4 0,-8 7 6 16,-4 1-2-16,-2 4-8 0,1 4 6 0,-3-2-11 15,-2 1-13-15,3 3-31 0,-2 1-28 0,-4 1-20 16,-1 1 6-16,0 0 9 0,0 13 4 0,0-4 11 15,-4 7 9-15,-2 0 0 0,-1 1 5 0,2 1 12 16,0 0 1-16,0 1 1 0,5 0 5 0,-1 1-6 16,-2-3-3-16,6 0 1 0,3-2-7 0,-2 2-12 0,5-5-34 0,5-4-41 15,5-2-69-15,10-2-90 0,5-4-199 0,2-4-524 16,3-2 232-16</inkml:trace>
  <inkml:trace contextRef="#ctx0" brushRef="#br0" timeOffset="44302.85">5406 4675 75 0,'0'0'234'16,"4"-2"-10"-16,-4 2-28 0,0 0-13 0,4-2-23 15,-4 2-17-15,0 0-18 16,0 0-15-16,0 0-5 0,0 0-15 0,-9 10-6 16,-3-3-11-16,-3 2-6 0,-4 0-7 0,2 3-7 15,-10 4-2-15,3-4-6 0,-1 5-3 0,0 0-3 16,1 3-6-16,0 1-9 0,-2-4 2 0,12-3-2 15,-4 1-4-15,4-1-1 0,3-3-4 0,-1 3 0 16,4-4-2-16,2-1 1 0,2 2 2 0,2-2-6 16,3 0 1-16,2 1 3 0,5 0 3 0,1-1-2 0,6-1-2 0,4-2-2 15,10 2-3-15,2-3 1 0,-2 2-2 16,2-1 0-16,-5 0 1 0,3-1-2 0,0-3-1 0,-11 3 0 16,-4-2 0-16,0 1-4 0,-4-1 0 15,-2-1-2-15,-3 1-4 0,0-1-5 0,-1 1 2 0,-4 2 4 16,-1 0 0-16,-6 2 1 0,-3 0-1 0,-3 0 6 15,-5 1-3 1,-1 1 0-16,-8 3 0 0,8-7-1 0,-8 5-7 16,2-3-22-16,3 2-27 0,-6-3-42 0,10-2-49 15,3-1-48-15,2-1-128 0,0-2-350 0,8 0 155 16</inkml:trace>
  <inkml:trace contextRef="#ctx0" brushRef="#br0" timeOffset="44572.17">5630 4974 346 0,'0'0'411'0,"6"-3"-26"0,-6 3-38 0,4-3-26 0,-4 3-20 16,0 0-43-16,0 0-32 0,5-4-26 0,-5 4-22 16,4-1-28-16,-4 1-20 0,0 0-33 0,0 0-29 0,4 6 2 15,-4-6-9-15,4 5-5 0,-3 0-9 0,0 1-8 16,-1 0-4-16,1 0-2 0,2 3-1 0,-2 2-5 15,2-5-2-15,-2 3 0 0,0 0-20 0,3 1-6 16,-4-3 3-16,0-1-28 0,3 0-9 0,-3-2-13 16,1 0-20-16,-1 1-20 0,0-1-8 0,0-4-5 15,0 5 7-15,0-5 3 16,0 0 6-16,0 3 6 0,0-3-73 0,0 0-76 16,0 0-220-16,-18-15-484 0,9 8 214 0</inkml:trace>
  <inkml:trace contextRef="#ctx0" brushRef="#br0" timeOffset="44734.68">5572 4826 112 0,'-5'-7'314'0,"5"-1"8"16,-2 2 5-16,0 2-13 0,1-2-13 0,1 2-27 0,0 4-31 15,0-8-27-15,0 5-16 0,0 3-22 0,0 0-30 16,0-5-29-16,0 5-34 0,0 0-31 0,6-1-33 0,-6 1-33 16,10 1-39-16,-10-1-36 0,12 3-37 0,-7 2-33 15,4 0-54-15,-5-1-220 0,1 0-468 0,0 2 208 16</inkml:trace>
  <inkml:trace contextRef="#ctx0" brushRef="#br0" timeOffset="45104.62">5893 4889 317 0,'0'0'344'0,"0"0"-33"0,2 2-35 0,-2-2-29 15,0 0-30-15,2 4-24 0,-2-4-21 0,2 3-23 16,-2-3-14-16,0 5-16 0,3 0-10 0,1 0-11 16,-2 2-12-16,-1 1-9 0,3 0-2 0,-2 1-10 15,-1 0-6-15,-1 1-8 0,0 1-6 0,0 0-3 16,1-5 1-16,-1 2-9 0,1-3-3 0,-2 0-1 16,1 0-2-16,1-2 2 0,-1 1-3 0,0-4-2 0,3 3 20 15,-3-3 59-15,0 4 19 0,0-4 30 0,0 0 28 0,0 0 18 16,0 0-7-16,0 0-20 0,0 0-15 15,9-12-17-15,-5 5-15 0,2 1-13 0,0-3-10 16,0 2-9-16,-2 0-13 0,-1 1-7 0,1 2-7 16,0 0-6-16,-2-1-11 0,1 2-4 0,-3 3-12 15,3-5-3-15,-1 4-20 16,-2 1-32-16,0 0-46 0,4-2-42 0,-4 2-9 16,0 0-16-16,13 6-18 0,-3-4-28 0,0 3-34 15,-1 2-34-15,4-4-40 0,0 4-59 0,-2-3-301 16,1 2-702-16,1-6 311 0</inkml:trace>
  <inkml:trace contextRef="#ctx0" brushRef="#br0" timeOffset="45536.14">6289 4904 204 0,'3'-5'378'0,"-2"-3"5"0,0 3 5 0,-1 1-9 16,3 0-22-16,-2 0-28 0,-1 1-39 0,4-1-28 15,-4 4-30-15,1-3-32 0,-1 3-21 16,0-4-35-16,0 4-26 0,0 0-34 0,0 0-38 0,0 0-11 15,0 0 0 1,4 11-12-16,-4-4 7 0,0 2-7 0,0 3-3 16,-1 0-2-16,2 0-1 0,-2 0 3 0,1 0-2 15,1 4-13-15,0-4 8 0,-1 1-1 0,4-1 1 16,-4-3 2-16,5 2 0 0,-2-2-6 0,-2-3 2 16,3 0 5-16,-2-1-3 0,2-1 8 0,1-2 3 15,0-1 12-15,2 0-5 0,-1-2 5 0,7-1 1 16,-4-1 0-16,0-3 10 0,1-1 4 0,-1 1-1 0,-1-3-8 0,3-4-4 15,-2-3-4-15,-2 0-1 0,-1 0-2 0,-1-1-8 16,0-2 1-16,-4 0-7 0,3 1 8 0,-8 0-10 16,3 2-6-16,-4 0 3 0,0 1-3 0,-1 3-7 15,-4 4-7-15,-1 2-16 0,-4-2 2 0,-3 4 4 16,-1 3-2-16,0-1 4 0,-2 5 1 0,3 2 4 16,-2 2-4-16,2-1-13 0,1 0-16 0,8 1-8 0,-3 0-13 15,5 2 0-15,1-1 0 0,3 1 4 0,1-1 9 0,5 2 9 16,5-2 4-16,6 3 2 0,4-5 0 0,10 0-26 15,2-1-26-15,-1-3-44 0,0-3-42 16,2-1-51-16,0-2-80 0,-10-3-259 0,0-1-608 16,-2-2 268-16</inkml:trace>
  <inkml:trace contextRef="#ctx0" brushRef="#br0" timeOffset="45742.45">6524 4556 318 0,'0'0'337'16,"0"0"-37"-16,0-6-33 0,0 6-30 0,0 0-27 16,0 0-25-16,0 0-21 0,0 0-16 0,17 15-18 0,-5-3-12 0,1 4-14 15,5 4-12-15,-1 7-5 0,1 1-11 0,-2 6-3 16,2 10-8-16,-4 1 1 0,-6-11-11 0,-2 13-3 16,-6-12-7-16,-1 0-3 0,-7-1-5 0,-3 0-5 15,-2 0 4-15,-16 4-10 0,4-9-10 0,-12 10-25 16,-5-10-50-16,-12 1-62 0,-4-2-57 0,-25 4-113 15,20-16-153-15,-1-6-480 16,-29 0 213-16</inkml:trace>
  <inkml:trace contextRef="#ctx0" brushRef="#br0" timeOffset="46236.8">4523 4613 53 0,'-14'22'160'0,"0"7"-17"0,-3 4-7 0,-2 12-8 0,0 8-17 0,4 2 5 15,1-1-1-15,1 1-8 0,2 3 0 0,9-2-5 0,7-5-4 16,3 4-5-16,9-6 8 0,8-3 3 16,13-6-4-16,6-1-5 0,5-11-7 0,10-2-35 15,-1-7-76-15,7-2-126 0,-1-13-158 0,-2-3-332 16,1-6 148-16</inkml:trace>
  <inkml:trace contextRef="#ctx0" brushRef="#br0" timeOffset="47323.17">7522 4458 191 0,'3'-2'202'0,"-1"-1"-7"0,2 0-7 15,-4 3-9-15,5-4-12 0,-5 4-2 0,2-3-16 16,-2 3-17-16,0 0-14 0,2-2-19 0,-2 2-7 0,0 0-17 16,0 0-9-16,-15 11-6 0,1-2-6 0,-8 8-3 15,-4 5-6-15,-2-1-2 0,0-1 3 0,-1-3-11 0,-2 7-2 16,3-2-4-16,-3 2-2 0,3-3-5 0,1 1 1 15,3 2 0-15,1-2-7 0,3-3 1 16,2-1-4-16,5-2 1 0,4 0-4 0,0-1 2 16,5-4 2-16,3 1-3 0,5 3 4 0,3 1 3 0,5-4-5 0,6 1 0 15,5-2-5-15,6 0 3 0,3-2-2 0,4 1 2 16,0-1-6-16,2 2 2 0,-1-5 1 0,3 1-4 16,-5 3-1-16,-1 0 1 0,-5 0-1 0,-2-2 0 15,-12 0-1-15,-2-1-12 0,-4 0-5 0,0-1 5 16,-5 3-2-16,-3-2 3 0,-6 3 6 0,-4 1-2 15,-9 0 3-15,-5 0 0 16,-4 2 1-16,-4-1 2 0,0-4-3 0,-1 1-1 16,1-1 3-16,-5-1 2 0,7-2-1 0,-2 0-4 15,2-1-2-15,8 0-1 0,1-1-5 0,2-2-4 16,7-1-18-16,-1-1-48 0,7-2-44 0,2-1-41 16,3 4-207-16,8-9-405 0,4-1 179 0</inkml:trace>
  <inkml:trace contextRef="#ctx0" brushRef="#br0" timeOffset="47562.05">7881 4882 103 0,'1'-4'367'0,"-1"4"-18"0,3-4-28 0,-3 4-25 16,1-3-28-1,-1 3-35-15,0 0-27 0,4-3-23 0,-4 3-20 16,0 0-11-16,0 0-28 0,1 9-7 0,-1-4-9 15,0 0-16-15,2 3-10 0,-2 1-6 0,-2 0-9 16,4 2-4-16,-2 0-10 0,-2-1-2 0,2-1-30 16,2 4-15-16,-4-4-22 0,2 1-20 0,0 1-24 15,0-4-29-15,0-1-24 0,0 2-25 0,-1-2-15 16,0 1-4-16,1-3-12 0,-3 0-57 0,-1-3-165 0,4-1-423 0,-11 1 186 16</inkml:trace>
  <inkml:trace contextRef="#ctx0" brushRef="#br0" timeOffset="47725.62">7838 4695 26 0,'0'-10'350'0,"-2"3"-22"0,2 0-27 0,2 2-26 16,-2-2-26-16,-2 3-27 0,2 0-22 0,0 4-40 16,0-6-47-16,0 6-40 0,0 0-22 0,0 0-31 15,0 0-33-15,0 0-28 0,14 12-41 0,-11-10-39 16,3 5-79-16,0-2-119 0,-3 5-345 0,4-3 153 15</inkml:trace>
  <inkml:trace contextRef="#ctx0" brushRef="#br0" timeOffset="48078.45">8180 4855 41 0,'0'0'314'0,"5"1"-33"0,-5-1-33 0,4 1-27 0,-4 4-26 15,0-5-18-15,4 5-21 0,-4 0-16 0,0 1-6 16,1 3-16-16,-1 2-18 0,0 0-2 0,0 3-15 16,0-2-5-16,-1 4-7 0,-2 0-6 0,2-7-8 15,-2 3-4-15,2 0-8 0,1-6-5 0,0 1-3 16,0-2-1-16,0 1 1 0,0-1 5 0,0-2 52 16,0-3 33-16,0 4 40 15,0-4 21-15,0 0 29 0,0 0-15 16,0 0-24-16,0 0-19 0,5-12-16 0,3 3-13 15,0-1-15-15,-2-2-11 0,3 0-14 0,0-2-8 0,-1 4-8 16,2-1-8-16,-5 3-9 0,4 0-4 0,-4 2-9 16,4 1-6-16,-5-1-5 0,-2 4-9 0,1-1-24 15,1 2-26-15,0-2-11 0,-4 3-39 16,15 2-29-16,-6 1-39 0,1 1-30 0,0 1-35 0,2 2-29 0,-2 0-48 16,0 2-74-16,1-4-240 0,0 2-649 0,3-3 287 15</inkml:trace>
  <inkml:trace contextRef="#ctx0" brushRef="#br0" timeOffset="48610.8">8676 4731 28 0,'0'0'329'0,"0"0"-15"16,0 0-12-16,4-4-20 0,-4 4-23 0,0 0-25 15,0 0-25-15,0 0-24 0,0 0-20 0,0 0-17 0,0 0-19 16,0 0-18-16,0 0-5 0,0 0-25 0,0 0-8 0,0 0-4 15,4 14-14-15,-4-6-6 0,0-1-6 0,0 3-4 16,1-1-6-16,-1 8-1 0,0 0-5 0,0 2 1 16,0 1-5-16,0-1 1 0,3 0-3 0,-2 1 0 15,-1-3-2-15,0 0-2 0,0-3-3 0,1 0-3 16,-1-6 3-16,0 1-4 0,0-3 3 0,0 0 1 16,0-3 0-16,3 3 3 15,-3-5 52-15,0-1 53 0,1 7 31 0,-1-7 21 16,0 0 28-16,0 3 23 0,0-3 7 0,0 0-30 15,0 0-25-15,10-12-9 0,-6 7-17 16,1-4-16-16,3-3-12 0,2-3-16 0,-1 2-14 0,1-1-11 16,-1 5-9-16,-3-3-7 0,2 4-5 0,-4 1-7 15,0 1-6-15,1 1-5 0,-1 1-8 0,-1 2-18 16,0-1-20-16,-3 3-33 0,5-3-31 0,-5 3-6 0,9 2-16 16,-5 2-27-16,4-2-23 0,-1 4-37 0,1 2-25 0,1-1-25 15,1 2-27-15,-1 3-40 0,0 0-46 0,1-1-389 16,-2-5-788-16,0 1 349 0</inkml:trace>
  <inkml:trace contextRef="#ctx0" brushRef="#br0" timeOffset="49081.49">9139 4782 323 0,'0'-4'447'15,"1"-3"-18"-15,-1 2-32 0,1 2-42 0,0-1-37 16,-1 4-34-16,2-6-32 0,-2 6-33 0,1-2-34 0,-1 2-33 0,0 0-19 16,0 0-16-16,3 12-11 0,-3-5-9 0,1 3-14 15,1 2-15-15,-2 5-5 0,3 2-3 0,-2 1-9 16,-2-1-11-16,3 5-2 0,-2-4 1 0,3-1-7 16,1-2-4-16,-3 3-11 0,3-4 11 0,0-1 0 15,1-4-15-15,-4 0 13 0,2-2-10 0,0-2 4 16,-1-1 7-16,0 0-1 15,-3-3 0-15,4 0 21 0,-1-1 3 0,-2-2 3 16,10 0 9-16,-2-3-8 0,2 1-4 16,1-3-4-16,0-4 1 0,3 1-16 0,0-4 5 0,0-2 0 15,-1-3-7-15,5-7-3 0,-4 0-3 0,0-3-7 16,-5 0-18-16,0-2-4 0,1-2-1 0,-4 2 0 16,0 3-2-16,-6-1 3 0,-2 8 1 0,1 2 0 15,-4 0 2-15,0 7-2 0,-5-3-3 0,1 2 1 0,-3 7-1 0,-6-2 4 16,-1 3 3-16,0 3-8 0,-3 3-14 15,1 1 12-15,0 2-2 0,1 3-7 0,-1-2-8 16,4 7 23-16,1-2-3 0,3-1 3 0,2 3-7 16,3-2-3-16,4-3-6 0,3 2 1 0,1 1 6 15,5 0 8-15,9-2 1 0,8 4-14 0,7-4-47 0,3-1-71 16,6-6-58-16,15 1-82 0,3-2-103 0,-2-7-250 0,-1 1-682 16,1 0 302-16</inkml:trace>
  <inkml:trace contextRef="#ctx0" brushRef="#br0" timeOffset="49898.89">10578 4979 84 0,'0'0'357'0,"-7"-3"-3"16,7 3 4-16,0 0-12 0,0 0-4 0,0 0-17 16,-4-2-24-16,4 2-18 0,0 0-23 0,0 0-24 15,0 0-23-15,0 0-26 0,0 0-15 0,8-6-34 16,-2 1-38-16,7 1-47 15,6-1-21-15,9-2-37 0,-2 2-54 0,3-1-47 16,-1 0-37-16,-6 4-36 0,-2-1-46 0,1-1-36 16,-7 3-267-16,-4 1-571 0,-2 0 254 0</inkml:trace>
  <inkml:trace contextRef="#ctx0" brushRef="#br0" timeOffset="50030.12">10712 5023 11 0,'-11'8'146'0,"1"-2"-6"0,2 1-12 0,2 0-10 0,1-2-1 16,-1 0 8-16,3-2-1 0,2 2 18 0,2 0 13 15,4-1 2-15,3 0-8 0,8 1-17 0,7-2-11 16,8-2-14-16,6-2-44 0,17-2-64 0,1-4-108 16,-5 1-196-16,2-2-329 0,-15 1 146 0</inkml:trace>
  <inkml:trace contextRef="#ctx0" brushRef="#br0" timeOffset="50916.44">12072 4530 30 0,'-8'0'110'0,"8"0"-13"16,0 0-5-16,0 0 0 0,0 0-6 0,0 0 6 0,0 0-6 0,0 0 6 16,0 0-9-16,0 0 4 0,0 0-3 0,-7-1-5 15,7 1-1-15,0 0 1 0,0 0-4 0,0 0 2 16,0 0-4-16,0 0-1 0,0 0-8 0,0 0-4 16,0 0-6-16,24-5-4 0,-11 4-5 0,10-4-3 15,7 3-7-15,3-3-4 0,6-1 0 0,11 1-4 16,-13-3-2-16,3 3-4 15,-2 1-7-15,-2-1-11 0,-3 2-9 0,-1 2-13 16,-5-2-15-16,-8 3-10 0,-1-1-16 0,-5-1-27 16,-3 4-17-16,-10-2 12 0,8 3 5 0,-11-1 8 15,3-2-25-15,-13 3-121 0,2 1-244 0,-10-1 108 16</inkml:trace>
  <inkml:trace contextRef="#ctx0" brushRef="#br0" timeOffset="51285.71">12273 4526 64 0,'-5'0'216'0,"5"0"-4"0,0 0-9 16,0 0-10-16,0 0-16 0,-5 2-17 16,5-2-16-16,0 0-8 0,0 0-22 0,0 0-18 15,0 0-9-15,-5 1-9 0,3 4-8 0,1-1-10 16,-1 4-6-16,-3 3-4 16,1 4-5-16,-1 4 17 0,-3 6-6 0,1 1-4 15,2 5-3-15,-1-1-3 0,1 3-4 0,1 1-4 16,0 3-3-16,-1 11 1 0,2-14-6 0,2 0-2 15,1-3-3-15,1 0-3 0,1-1 0 0,-1-3-3 16,0-1 0-16,-2-6-2 0,1-1-1 0,-3-2-2 16,2 1 5-16,-1-2-1 0,-5-4 4 0,1-1 7 15,1-2 9-15,-3 0 8 0,-3-1 12 0,-1-2 9 0,-6-1 8 0,5-2 11 16,-3 0-2-16,-3-3 19 0,-2-1-21 0,2-2 10 16,0-1 21-16,5 1-3 0,1-1-3 0,-6 1 0 15,6-1 0-15,3 1 3 0,1 3-12 0,4-3 4 16,0 1-24-16,-2 0-2 0,1-1-11 0,6 3-8 15,-5-3-10-15,5 3-36 0,0 0-32 0,-4-2-51 16,4 2-40-16,0 0-42 0,-5 0-44 0,5 0-45 0,0 0-34 16,0 0 18-16,0 0-16 0,0 0-256 0,0 0-574 15,9 10 253-15</inkml:trace>
  <inkml:trace contextRef="#ctx0" brushRef="#br0" timeOffset="51601.92">12535 5168 124 0,'0'0'458'16,"0"0"-22"-16,9 0-33 0,-9 0-43 0,0 0-38 16,0 0-32-16,0 0-36 0,5-1-28 0,-5 1-28 15,0 0-30-15,0 0-48 0,5 3-23 0,-5-3-11 0,1 7-2 0,-1 0-2 16,0 0-11-16,3 3-1 0,-2 2-23 0,-2 0-7 15,2 5-12-15,-1 2-8 0,0-2 1 0,0 0 14 16,0 0-7-16,-1 0-2 0,1 0-1 0,1-2-3 16,2-3 1-16,-2 0-5 0,-2-2-4 0,1-1 3 15,0-4-2-15,0 2-4 0,1-2 6 0,-1-5 15 16,0 5-14-16,0-5 10 16,0 7-15-16,0-7-10 0,0 0-13 15,0 3-29-15,1-1-30 0,-1-2-43 0,0 0-53 16,0 0-144-16,0 0-299 0,0 0-659 0,0 0 292 15</inkml:trace>
  <inkml:trace contextRef="#ctx0" brushRef="#br0" timeOffset="53790.11">11426 4657 138 0,'0'-6'181'15,"-1"4"-13"-15,3-5-14 0,1 3-18 0,0-1-10 0,1 0-17 0,4 0-9 16,2-1-11-16,3 2-11 0,5-1-6 16,1 1-7-16,1 2-9 0,0 2-5 0,0 4-4 15,0-1-9-15,-3 5 1 0,1 3-5 0,0 6-6 0,-1 5 2 16,-6 0-5-16,-2 6-3 0,-6 1-1 0,-3 5-2 16,-2 2-1-16,-8 11 1 0,-4-2-4 15,-6-2 1-15,5-10 1 0,-2-2-3 0,-1-2 0 0,-1-3 0 0,-2-1 4 16,2 0-1-16,1-4 2 0,-1-4 1 0,5-3 6 0,2-2-1 15,2-2-2-15,1-2 1 0,1-1-2 16,2-3-1-16,2 2 7 0,1-2 16 0,-1-2 16 16,1 1 14-16,3-3 15 0,-3 5 7 0,2-3 4 15,1-2 0-15,0 0 6 0,0 0-10 0,-4 5-2 16,4-5-4-16,0 0-1 16,0 0-9-16,0 0-4 0,0 0-9 0,0 0-2 15,-2 2-2-15,2-2-2 0,0 0 14 0,0 0-26 16,0 0 1-16,0 0 2 0,0 0 1 0,0 0-21 15,0 0 1-15,0 0 8 0,0 0-4 0,0 0-3 16,0 0-4-16,0 0 13 0,0 0-18 0,-3 3-9 16,3-3 12-16,0 0-12 0,0 0 15 0,0 0-12 15,0 0-2-15,0 0-12 0,0 0 1 0,0 0-5 0,22-8 3 0,-8 3 0 16,0 1 1-16,4 0-18 0,0-1 27 0,4-1 2 16,-2 1-4-16,-2 1-1 0,1-1-19 0,1 2-6 15,-8 1-3-15,1-1 14 0,-4 2-1 0,-3 0-12 16,3-1-12-16,-1 1-3 0,-4-1-8 0,-4 2-6 0,6 0-14 15,-6 0-18-15,0 0-16 0,9 0-15 16,-9 0-10-16,0 0 8 16,0 0-6-16,0 0-31 0,0 0-36 15,0 0-64-15,0 0-242 0,0 0-528 0,-15 7 233 16</inkml:trace>
  <inkml:trace contextRef="#ctx0" brushRef="#br0" timeOffset="54685.81">13567 4514 197 0,'0'0'186'0,"4"-7"-12"0,-4 5-10 16,0 2-13-16,0 0-14 0,4-4-13 0,-4 4-21 16,0-2-7-16,0 2-10 0,0 0-18 0,0 0-14 15,0 0-2-15,0 0-3 0,-9 10-8 0,0-1-1 16,-5 3-2-16,-7 6-3 0,-1-1 0 0,-3-2-7 16,-1 1 0-16,-1 4-3 0,0 2-2 0,2-3-1 15,1 2 12-15,0-2-5 16,2 1-1-16,2-3-2 0,5-5-5 0,3 3-1 15,-2-1-3-15,5-5-1 0,5 2 1 0,-1 1-2 16,0-1 3-16,8-3-2 0,2 4 1 0,1-2-2 16,7-1 9-16,6 2-10 0,9-1-3 0,-8-3-2 15,10 2 1-15,4-1-3 0,-3 1 2 0,1 0-1 16,0-1-3-16,0 0 0 0,-3 1 1 0,-3 0-9 16,-7-1 6-16,-4-1-3 0,-3-2 1 0,-2 0-2 0,-1 2-4 0,-1-2 10 15,-7-1-5-15,3 3 3 0,-4-2 5 16,-5 3-3-16,-3 0 3 0,-6 1 1 0,-3 0-2 15,-2-1-1-15,-6 2-1 0,7-3 1 0,-9 1 0 0,8-3 2 16,-4 2-2-16,5-3-1 0,-1 1-4 0,2-4-1 16,3 2-1-16,5 0-4 0,0-2-10 0,0-1-47 15,9 0-76-15,-5-4-232 0,5 0-399 16,7 0 177-16</inkml:trace>
  <inkml:trace contextRef="#ctx0" brushRef="#br0" timeOffset="54933.78">13948 4842 57 0,'4'-3'406'0,"0"2"-28"0,-4 1-35 0,4-2-37 16,-4 2-31-16,0 0-31 0,4-2-26 0,-4 2-27 0,0 0-27 16,0 0-21-16,0 0-11 0,0 0-18 0,7 4-12 15,-7 0-15-15,0 4-9 0,2-3-5 0,-2 3-6 16,-2-1-6-16,4 3-5 0,-1 0-6 0,0 0-5 15,1 1-3-15,-2-2-15 0,0-1-15 0,0 2-20 0,0-3-13 0,0 1-12 16,1 1-32-16,-2-2-31 0,1-2-16 16,1-3-5-1,1 1 3-15,-2-3 1 0,-2 6 8 0,2-6 8 0,-4 3-59 0,4-3-283 16,-10-7-477-16,2 1 211 0</inkml:trace>
  <inkml:trace contextRef="#ctx0" brushRef="#br0" timeOffset="55078.33">13897 4657 41 0,'0'-7'375'0,"0"-1"0"16,3 4-26-16,-3-1-31 0,0 0-25 0,0 2-43 15,0 3-30-15,1-5-39 0,-1 5-44 0,0 0-52 16,0-4-44-16,0 4-20 0,0 0-26 0,0 0-38 16,9 9-42-16,-3-4-40 0,3 0-42 0,-5 2-211 0,4 1-408 0,-3-3 182 15</inkml:trace>
  <inkml:trace contextRef="#ctx0" brushRef="#br0" timeOffset="55441.63">14237 4783 53 0,'0'0'369'0,"0"5"-40"0,0-5-36 16,0 0-34-16,0 0-32 0,1 4-20 0,1 1-27 0,0 2-14 15,-2-2-18-15,0 7-11 0,0 0-15 0,0-3-16 16,0 6-11-16,-4 2-7 0,3-5-8 0,1 1-6 16,0-3-6-16,0 0-9 0,0-4-5 0,0 1-10 0,1-1 4 15,-1-3-5-15,0 1-3 0,0-4 4 0,-1 6 27 16,1-6 33-16,0 3 22 0,0-3 36 0,0 0 12 16,0 0 19-16,0 0-19 0,0 0-17 0,0 0-19 15,9-17-9-15,-1 8-16 0,-2-1-12 0,0 0-10 16,2 0-8-16,-3-1-9 0,3 4-5 0,-3-1-9 15,-1 3-7-15,0 1-10 0,-3-2-3 0,4 4-4 0,-2 0-8 0,-3 2-7 16,1-3-8-16,-1 3-30 0,5-3-43 0,-5 3-32 16,0 0-7-16,0 0-15 0,14 5-25 0,-7-1-16 15,-1 3-25-15,4 0-26 0,2 0-41 0,2 2-34 16,1 0-42-16,-1-4-290 0,-1-1-662 0,5 5 293 16</inkml:trace>
  <inkml:trace contextRef="#ctx0" brushRef="#br0" timeOffset="55842.45">14729 4729 273 0,'4'-9'459'0,"0"4"-21"16,-2 0-34-16,2 0-36 0,-4 0-44 0,4 2-31 0,-3 1-35 16,-1 2-37-16,3-6-33 0,-3 6-44 0,0 0-34 0,0 0-15 15,0 0-5-15,0 0-19 0,4 14-6 0,-4-7-6 16,-3 3-3-16,3 2-2 0,-1-1-14 0,1 3-1 15,-3-1-17-15,3 3 15 0,0-1-7 0,0-2-6 16,0-2 1-16,0 2 0 0,3-1-1 0,-2-2-4 16,3 0-1-16,-3 0 1 0,3-5-13 0,1 1 15 15,-1-1 4-15,1 0 1 16,0-3-1-16,3 2 11 0,4-3-20 0,-1-1-6 16,0-2 14-16,2-2 3 0,-1 0 4 0,-2-3-1 15,5 0-3-15,-3-6 1 0,-1 5 1 0,-6-3-8 16,3-3-4-16,-3-3-2 0,-1-3-7 0,-4 1-12 0,-3-6-8 15,-2 2-5-15,-4-4-5 16,-7 5 7-16,-1 1 0 0,-3 2 1 0,1 7-5 16,-3-5 2-16,-1 5 6 0,4 4-6 0,6 3 4 0,-8 0-5 0,9 5 3 0,-5 0-6 15,4 4 10-15,-1-1-5 0,5 3 13 0,-1 2-18 16,3 1-6-16,4 0 7 0,4 4-1 0,7 3 6 16,6-2-3-16,13 3-6 0,7-2-36 0,17 0-50 15,7-2-69-15,-1-5-90 0,2-4-356 16,2-2-675-16,1-5 298 0</inkml:trace>
  <inkml:trace contextRef="#ctx0" brushRef="#br0" timeOffset="56812.61">15710 4324 256 0,'0'0'267'0,"2"-4"-21"0,-2 4-17 15,0 0-25-15,1-4-10 0,-1 4-24 0,0 0-25 16,0 0-18-16,0 0-32 0,0 0-21 0,0 0-9 16,0 0-4-16,-15 12-7 0,2-2-6 0,-2 3-9 0,-8 4-3 0,1 4 2 15,-4-2-7-15,2 2-6 0,-2 2 2 0,2-2-8 16,2 1 6-16,1 1-6 0,2 1-5 0,-2-2 4 15,7-2-3-15,4-2 2 0,-3 0-2 0,8-1-1 16,1 0-2-16,3 0 2 0,2 0 1 0,3-5-5 16,6 3 3-16,7-2-3 0,8 0 3 0,7-1-1 15,3-2-3-15,4 0-1 16,11 0-2-16,-14-1-1 0,2 0 1 0,-2-1-4 16,-4 0 1-16,-3-1-2 0,-7 0 0 0,-4 0-6 15,1 1-12-15,-7-2-3 0,-5-2-5 16,0 3 7-16,-5-2 5 0,-2 1-6 0,0 4 5 0,-7-2 1 15,-5 1 3-15,-2 1 7 0,-13 3-2 0,-1-2-1 16,0-4-2-16,1 2 2 0,-2-3 4 0,2 0-4 16,4 0 6-16,5-4-3 0,-4 2 1 0,8-1-2 0,0-2 1 15,5 1 3-15,0 0-5 0,-1-4-75 0,8-4-77 16,0 2-224-16,6-3-412 0,3 0 182 0</inkml:trace>
  <inkml:trace contextRef="#ctx0" brushRef="#br0" timeOffset="57028.65">16086 4740 50 0,'3'-1'394'0,"1"-2"-28"0,-4 3-27 0,3-2-30 16,1 0-32-16,-4 2-33 0,0 0-22 0,0 0-33 16,0 0-18-16,6-1-25 0,-6 1-18 0,0 0-13 15,4 5-16-15,-2 0-7 0,-1 0-7 0,-1 2-15 16,0-1-2-16,1 3-9 0,0-2-21 0,1 4-14 0,-2-1-22 15,0 1-25-15,1 1-16 0,-1-1-22 0,0-2-22 0,0 0-22 16,0 0-28-16,-1 1-24 0,-1 0-3 0,0-3-24 16,-1-2-65-16,-2 0-134 0,-1-1-414 15,6-4 184-15</inkml:trace>
  <inkml:trace contextRef="#ctx0" brushRef="#br0" timeOffset="57182.05">16049 4545 153 0,'0'-10'328'0,"1"3"-19"0,-1 0-25 0,0 2-35 16,0 0-27-16,0 0-46 0,3 1-50 0,-2 2-59 16,-1 2-39-16,0 0-13 0,0 0-24 0,0 0-39 15,9 9-36 1,-5-4-52-16,-4 2-144 0,5 3-304 0,0 0 135 0</inkml:trace>
  <inkml:trace contextRef="#ctx0" brushRef="#br0" timeOffset="57529.65">16358 4720 277 0,'4'2'342'0,"-4"-2"-37"0,0 0-31 16,3 2-33-16,-3-2-25 0,1 4-24 0,0 0-25 15,-1-4-13-15,0 9-16 0,0 0-15 0,-1 2-10 16,2-1-10-16,-2 1-9 0,0 2-14 0,1-1-3 15,-2-1-7-15,2-3-12 16,-1 1-2-16,1-3-7 0,0 0-5 0,0-3-3 16,0 3 0-16,0 0-5 0,-1-4 4 0,1-2 22 15,0 0 28-15,0 4 33 0,0-4 24 0,0 0-1 16,0 0-13-16,0 0-17 0,13-13-9 0,-7 5-14 16,2-1-15-16,-1 1-3 0,2-1-5 0,1 4-9 15,-2-4-4-15,1 3-10 0,-4 1-6 0,0 1-8 16,0 0-3-16,-1 2-5 0,0-1-14 0,-4 3-46 0,8-3-19 15,-3 3-27-15,-5 0-25 0,14 4-28 0,-5-1-25 16,1 2-34-16,-1 0-30 0,0 2-45 0,5-2-37 16,-4 3-248-16,-1-4-600 0,3 3 266 0</inkml:trace>
  <inkml:trace contextRef="#ctx0" brushRef="#br0" timeOffset="57967.31">16843 4659 76 0,'2'-4'415'16,"-2"4"-28"-16,0-4-29 0,0 4-37 0,0-4-34 16,0 4-37-16,0 0-20 0,0 0-28 0,0 0-26 15,0 0-32-15,3-2-37 0,-3 2-22 0,0 0-9 16,0 0-6-16,0 12-7 0,-2-5-9 0,2 2 0 0,0 4-9 15,-1-1-5-15,-1 4-2 0,0 1-8 0,-4 1-2 16,2 1-2-16,0 0-3 0,0 1 1 0,2-3-1 16,-2 0-1-16,1-3-5 0,1-2 0 0,-2-2-3 0,1-2 0 15,2-2-1-15,0 1 2 0,1-3 6 0,-2 0 22 16,2-1 32-16,0-3 34 0,-2 4 46 16,2-4 18-16,0 0 13 0,0 0-19 0,0 0-20 15,5-12-15-15,-1 2-15 0,1 1-6 0,-1-2-20 16,4-4-5-16,1 1-9 0,-2 0-10 0,0 0-3 15,0 4-9-15,-3 1-7 16,2 0-3-16,-2 3-6 0,0 1-8 0,-3 1-3 16,2-1-17-16,-3 2-26 0,4 1-46 0,-4 2-41 15,0 0-18-15,0 0 7 0,0 0-16 0,15 7-7 16,-10 0-7-16,3 1-18 0,-4 1-15 16,4 1-25-16,3 5-33 0,-1-1-46 0,4-3-39 0,-3 2-287 15,3-3-656-15,1-1 291 0</inkml:trace>
  <inkml:trace contextRef="#ctx0" brushRef="#br0" timeOffset="58384.11">17268 4782 55 0,'5'-11'376'0,"-1"3"22"0,1 2-7 0,-3 1-15 16,0-1-24-16,4 2-33 0,-6 1-35 0,2-1-33 16,-2 4-25-16,3-3-30 0,-3 3-32 0,3-3-39 0,-3 3-37 31,0 0-12-31,0 0-10 0,0 0-4 0,1 14-10 15,-1-5-4-15,0 0 5 0,0 4-18 0,-1 3 12 16,1-1-23-16,0 1 3 0,0 2-2 0,0-1-1 0,1-5-3 0,1 4-4 0,0-4 3 0,2-1-3 31,0 0-3-31,-1-1 6 0,1-3 4 0,0-1-4 16,4 0 3-16,-3-2-1 0,8-1 3 0,-3 0 2 0,3-3 5 0,1-3 2 16,-1 2-2-16,5-3-1 0,-4-3 12 0,-2 3-4 15,3-6-3-15,-2 0 7 0,-1-4-13 0,0 0-2 16,0-3-2-16,-7-1-9 0,3-2-7 0,-3-8-16 15,-1-1-10-15,-4 1-7 0,-4 0 2 0,-3 1-5 16,-2-1 0-16,-7 2 2 0,2 1 1 0,0 10 13 16,-2 1-9-16,-2 4 23 0,0 0-21 0,-1 4-3 0,0 2-3 0,-1 3-7 15,4 2 11-15,0 6-1 0,-3 1 0 0,6 4 2 16,-1 0 3-16,4 3 0 0,4-5 2 0,2 3-2 16,5 4 9-16,4-1-4 0,8 0 4 15,6 3 2-15,9-4-10 0,7 0-23 0,1-5-39 16,17 1-61-16,-14-3-52 0,-1-3-78 0,16-3-89 15,-16-1-190-15,13-4-591 16,-14-2 261-16</inkml:trace>
  <inkml:trace contextRef="#ctx0" brushRef="#br0" timeOffset="58685.01">18239 4649 79 0,'0'0'264'0,"0"0"-2"0,-2 2 5 16,2-2-15-16,0 0-16 0,0 0-20 0,0 0-18 15,0 0-21-15,24-1-20 0,-5-2-12 0,9 1-16 16,2-5-14-16,4 2-14 0,2-3-8 0,1 4-16 16,13-4-23-16,-11 2-28 0,-3 0-35 0,-3 1-37 15,-2-2-35-15,-13 2-21 0,1-1-22 0,-1-1-20 16,-8 3-51-16,-5-2-16 0,-3 0-112 0,-4 1-350 0,2 5 156 0</inkml:trace>
  <inkml:trace contextRef="#ctx0" brushRef="#br0" timeOffset="58847.75">18382 4478 39 0,'-5'0'310'0,"5"0"-3"0,-7-4-6 0,5 1-15 16,2 3-17-16,0 0-18 0,-5-1-24 0,5 1-41 0,0 0-24 0,0 0-16 15,0 0-23-15,0 0-10 0,-4 13-15 0,3-4-9 16,-2 11-8-16,0 6-3 0,0 3-6 0,3 0-10 16,-2 5 5-16,2 0-26 0,0 2-47 0,0 0-45 15,2 8-75-15,-2-10-88 0,-2-1-272 0,-2-6-525 16,1-10 232-16</inkml:trace>
  <inkml:trace contextRef="#ctx0" brushRef="#br0" timeOffset="60032.81">19270 4333 126 0,'0'0'165'0,"-5"1"-6"0,5-1-8 0,0 0-7 15,0 0-3-15,0 0-6 0,0 0-11 0,0 0-10 16,0 0-6-16,0 0-8 0,0 0-13 0,0 0-8 16,21-4-9-16,-7-1-2 0,5 3-13 0,8-4-3 15,2 2-5-15,5 0-4 0,2 1-6 0,0-2-4 16,1 0-2-16,3 2-5 0,-2 0-3 0,-1 2-2 16,-5 0-5-1,-4 2-1-15,-7 0-5 0,-3 0-4 0,-8 0-5 16,3 2-1-16,-4 1-4 0,-4-2 1 0,-3 5 4 15,-2-2-4-15,-3 3 4 0,-5 3-1 0,-4 2-1 0,-2-1-3 16,0 2 5-16,-9 6 1 0,2-1 0 16,-4-1 0-16,3 3 1 0,-1 3-1 0,-2-5 0 15,1 6 5-15,-2 0-4 0,3-2 0 0,-4-1-3 16,-1 0 3-16,7-1 0 0,-4-2 1 0,5-1 5 0,2-6-6 0,0-3 4 16,0 3 0-16,4 1 4 0,-4-4-3 0,4-2-1 15,4-1 8-15,0 0 0 0,0-1-5 0,3-1 13 16,1-2 10-16,0 0 17 0,1 1 12 0,3-2 17 0,2-1 12 15,-8 3 8-15,8-3 7 0,-5 0-3 0,5 0 8 16,-2 2-12-16,2-2 21 0,0 0-9 0,0 0-4 16,0 0-3-16,0 0 0 0,-6 3-8 0,6-3 1 0,0 0-8 15,0 0-11-15,0 0-9 0,0 0 5 0,0 0-18 16,0 0 8-16,0 0-28 0,0 0 4 0,0 0 7 16,0 0-16-16,0 0-6 0,0 0 5 0,0 0-16 15,0 0 2-15,0 0-1 0,-4 2-2 16,4-2-2-16,0 0-1 0,0 0-2 0,0 0-1 0,0 0 0 15,0 0-5 1,0 0 3-16,0 0-6 0,0 0 5 0,0 0-7 16,22-2-2-16,-9 2 0 0,5 0 3 0,1 0-7 15,9 4 4-15,7-3 7 0,1 3-4 0,3 1 6 16,12 1-12-16,3-1 8 0,-3 1-4 0,-14-1 3 16,-1 2-1-16,1 0 0 0,-4-2-22 0,-3-1-8 15,-11 2-22-15,-2-2-25 0,-5-1-14 0,-3-2 9 16,0-1 10-16,-4 2 2 0,0-1 8 0,0-1 1 0,-5 0 4 0,0 0-11 15,0 0-12-15,0 0-24 0,0 0-22 0,-14-8-38 16,4 0-41-16,2 3-51 0,-2-2-225 0,4 0-521 16,-1-3 231-16</inkml:trace>
  <inkml:trace contextRef="#ctx0" brushRef="#br0" timeOffset="61389.17">19269 4371 43 0,'0'0'174'0,"0"-4"5"15,0 4-14-15,4-6-11 0,-3 0-11 0,3 2-9 16,-3-2-14-16,3 0-2 0,0 1-8 0,1 1-3 16,0-3-8-16,3-3-22 0,0 5-10 0,2-4-6 15,-1 2-5-15,1 0-5 0,7-1-3 0,-6 3-8 16,7-3-4-16,1 1 0 0,2 2-3 0,0-2-6 0,-1 3 3 0,1-2-3 15,2 4-6-15,-1-1 5 0,-2 0-9 0,1 2-1 16,-3 1-4-16,-3 1-1 0,-3 0-2 0,2 4 1 16,-2 0 0-16,1-1-1 0,-3 2 2 0,-2 1-4 15,2 0 3-15,-2 3-12 0,-3 0 11 16,-1 4-1-16,-3 1 2 0,3 4-3 0,-6 1 0 0,-1-2 4 16,-5 11-5-16,-1-2 4 15,-3 3 1-15,-3 1-2 0,-4 2 1 16,0-1-3-16,-3-3 5 0,2 0-4 0,-3-4 2 15,-4 1 2-15,9-2-6 0,-5-4-1 0,9-5 1 16,-4-1 3-16,4-3 3 0,0-1 9 0,4-2-2 16,0-3 5-16,5 0 15 0,0-1 20 0,-1-1 29 15,4-1 35-15,2-2 35 0,-7 4 23 0,5-4-16 16,2 0-13-16,0 0-18 0,0-11-19 0,2 4-6 0,1-1-19 0,1 2-4 16,-2 0-14-16,5-1 2 0,-2 2-17 0,-1-1-2 15,1 1-16-15,-1 0 5 0,-2 2-8 0,2-1-9 16,-4 4-13-16,7-4 5 0,-7 4-7 0,0 0 4 15,13 3-2-15,-5 0-7 0,1 1 4 0,1 0-5 16,3 2 3-16,4 1-6 0,-2 1 5 0,4 1-8 16,3 1 13-16,-2-1-11 15,-1-1 9-15,6 4-5 0,-5-5-7 16,-2 1-14-16,4-1-5 0,-3 2-5 0,4-6 2 16,-5-2 7-16,4 0-21 0,-3-1-2 0,-1 0-3 0,-4-2-2 15,1-1 5-15,-3-2 2 0,-2-2 4 0,-1 0-4 16,0 1-1-16,-3 0-15 0,-1-2-9 0,-1 1-12 15,-4 2-9-15,5-4-9 0,-5 1-15 0,0 4-22 16,0-3-29-16,0 1-28 0,-2 2-46 0,0-1-266 0,-1 0-538 16,1 3 238-16</inkml:trace>
  <inkml:trace contextRef="#ctx0" brushRef="#br0" timeOffset="61836.59">19633 4255 128 0,'-19'-2'162'0,"6"4"-13"16,-4 4-15-16,-4 3-18 0,-1 5-4 0,-1 2-12 0,3 5-3 15,-7 4-11-15,7 0-13 0,-3 2-4 0,2 4-2 16,-3 10-7-16,7-10-1 0,4 1-7 0,2-5-4 16,5-1 16-16,3-1-10 0,3-3-1 15,4-4 1-15,4-2 3 0,4-2-4 0,6-4-6 16,3-1-1-16,8-4-4 0,6-7-2 0,-1-1-7 0,-2-2 2 0,3-4 0 16,-6-2-6-16,2 0-7 0,-3-4-2 0,-3-1 13 15,-3-6 9 1,-3 1 1-16,-2 1-3 0,-3-4 0 0,-3-1-6 0,-2 0-4 15,-2-1-5-15,-2 1 0 0,-4 8 1 0,-2-1-2 16,-3 1 2-16,0 0-1 0,-2 7-7 16,-1 0-2-16,-4 5-4 0,-2-1 1 0,-5 6-2 15,0 0-6-15,-10 4 0 0,-1 4-12 0,2 2-6 0,-2 4-7 16,-1 2-19-16,2 1-19 0,5 4-22 0,0 0-24 16,3 1-37-16,9-5-17 0,3-3-49 0,1-2-104 15,5-3-336-15,2-1 149 0</inkml:trace>
  <inkml:trace contextRef="#ctx0" brushRef="#br0" timeOffset="62111.28">19720 4258 68 0,'4'-8'289'0,"-3"2"-33"16,-1 0-25-16,3 3-38 0,-3 3-19 0,0 0-20 15,-14 8-13-15,1 4-20 0,0 7-11 0,-6 6-11 16,-10 14-9-16,-2 3-7 15,-1 6-10-15,-14 25-5 0,14-19-6 0,-13 14-7 16,16-17-3-16,-2 0-3 0,1-1-5 0,4-4-6 16,2 0-2-16,10-14-5 0,-3-3 2 0,8-3-2 0,0-2 0 15,3-9-7-15,2-2-19 0,-1-2-8 0,1-4 0 16,2 1 1-16,-1-4 4 0,2 0 16 0,-1 0 14 0,2-4-30 16,0 0-38-16,0 0-25 0,-1-17-19 0,5 7-6 15,1-7-13-15,-1-2-18 0,5-5-10 16,1-5-19-16,-1 0-35 0,3-15-112 0,-5-4-316 0,2 14 140 0</inkml:trace>
  <inkml:trace contextRef="#ctx0" brushRef="#br0" timeOffset="62306.25">19458 4274 109 0,'5'-26'275'15,"1"9"5"-15,-3 4 2 0,1 2-29 0,-3 3-28 16,3 1-28-16,-2 0-35 0,0 5-20 0,-2 2-13 16,0 0-19-16,13 16-8 0,-6-2-12 0,9 8-11 15,-2 4-6-15,0 2-5 0,8 16-9 0,-3-2-7 16,1 0 0-16,1 4-1 0,-1 2-1 0,1-3-7 15,-1-2 1-15,-7-9-6 0,2-1-2 0,-2-2-2 16,0-4-18-16,-2 0-28 0,-4-9-26 0,-1-1-26 16,-2-6-30-16,2 1-27 15,-2-3-8-15,0-2-25 0,-1-1 13 0,-3-4-71 16,0-2-136-16,0 0-377 0,0 0 167 16</inkml:trace>
  <inkml:trace contextRef="#ctx0" brushRef="#br0" timeOffset="62992.16">20482 4267 192 0,'1'-10'233'0,"2"1"-14"0,1 0-10 15,-3 3-20-15,1-1-14 0,4 2-18 0,2-4-18 16,-5 4-14-16,3-1-15 0,2 4-9 0,2-2-15 16,2 4-8-16,-1 0-11 15,3 2-2-15,-1 2-9 0,2 7-4 0,-2 1-6 16,6 7 0-16,-5 1-5 0,-1 6-4 0,-5-2 0 16,0 8-4-16,-6-2-1 0,-2 3-4 0,-8 13-4 15,-4 2 3-15,-2-2-1 0,-7-1-1 0,-2 0-6 16,-5-3 5-16,-3-5-5 0,8-8-2 0,-6-2 1 15,6-4-2-15,-4 0-4 0,5-7 4 0,7-4-2 16,5-4 10-16,0 0 34 0,2-4 47 0,0 1 50 0,3-3 38 16,5-2 14-16,0 0-24 0,-10-7-18 0,10 0-22 0,1-3-13 15,4-1-17-15,4-4-8 0,0 2-13 0,9-1-12 16,-4 4-12-16,5 1-11 0,-2-1-3 16,2 3-6-16,1 0-7 0,0 5-10 0,0 0-11 15,1 3-21-15,-1 1-32 0,3 3-26 0,4 3-34 16,-7 0-37-16,5 1-46 15,-6 0-44-15,5 6-69 0,-7-5-87 0,-1-3-209 16,-2 3-632-16,-1-6 279 0</inkml:trace>
  <inkml:trace contextRef="#ctx0" brushRef="#br0" timeOffset="63979.17">21390 4256 164 0,'-8'0'176'0,"8"0"-18"0,-12 0-9 0,5 0-14 0,7 0-14 16,-10 0-15-16,10 0-11 0,0 0-9 0,-7 1-8 16,7-1-1-16,-4 1-7 0,4-1-4 0,0 0 12 15,0 0 1-15,0 0 2 0,24 3-4 0,-2-3-9 16,8 0-6-16,6-1-3 0,3-1-8 0,12-1-6 16,1 0-5-16,-1-1-3 0,-15-2-4 0,4 3-4 15,-9-1-11-15,-1-1-10 0,-11 2-2 0,2 0 2 0,-10 0-2 0,-1 0-3 16,-6-1-9-16,1 2-13 0,-5-1 0 0,0 3-7 15,-5-5 0-15,-6 2-3 0,-2 2 6 0,-5-2 3 16,0 2 4-16,-2 1-6 0,-2 0 8 0,4 1 5 16,-2-1-7-16,-1 0-2 0,3 0 5 15,4 2 1-15,4 0 4 0,-3-2 4 0,4 0-10 0,2 0 10 16,0 1 8 0,7-1-2-16,-10 2 6 0,10-2 9 0,-8 1 9 15,4 1 4-15,4-2 9 0,0 0 1 0,-6 2 4 16,6-2 2-16,0 0-8 0,0 0-6 0,-5 0-8 0,5 0-3 15,0 0-3-15,-3 5-3 0,1-1 6 16,0 2 5-16,2 3 5 0,-4 2 2 0,0 6 4 0,0 1 3 16,-3 9 2-16,0 2 2 0,1 4 2 0,0 4-3 15,1 10 7-15,0 0-3 0,0 2-5 0,1-2 0 0,-1-12-2 16,3 2-2-16,0-1-3 0,1-2 5 0,-3 0-11 16,4-1-3-16,-4-4-2 0,2-2 1 0,-1-7-3 15,-1-1-1-15,0-2 2 0,-2-3-1 0,2-2-3 16,0-3 3-16,2-1 3 0,-1 0 5 0,-1-4 17 15,3-1 14-15,-4-1-3 0,-3-2-5 0,8 0-8 16,-18-5-4-16,8 2 0 0,-6-6 1 0,5 3 14 0,-1-2 6 16,-1-2-7-16,1 3-6 0,3-2-6 0,2 1-2 15,-1-1-7-15,-1 2-6 0,4 2 9 0,0 0-23 16,1 2 5-16,-1-1-14 0,2 0-16 0,1 2-33 0,2 2-37 16,-6-4-36-16,6 4-33 0,-8-1-32 0,8 1-40 15,0 0-33-15,0 0-264 0,0 0-561 16,0 0 249-16</inkml:trace>
  <inkml:trace contextRef="#ctx0" brushRef="#br0" timeOffset="64358.31">21875 4838 177 0,'0'0'392'0,"6"-4"-39"0,-6 4-35 0,4-3-30 16,-4 3-34-16,0 0-26 0,5-1-30 0,-5 1-38 16,0 0-18-16,5 6-13 0,-1-3-15 0,2 3-12 15,-2 1-7-15,1 3-13 0,-1 0-9 0,0 0-25 16,-1-1-11 0,-1 3-18-16,1-2-2 0,-3 2-8 0,1 1-5 15,1 0 3-15,-4-3-5 0,2 0 3 0,0-2 0 0,0-1-4 16,2-1 0-16,0 2 1 0,-1-4 0 15,3 2 5-15,0 1-5 0,1-2 2 0,3 0-2 16,3 2-4-16,6-2 3 0,0 2 1 0,0 1-3 16,2-1 1-16,0 2 1 0,-2 0-4 0,0 3 1 15,-1-1 2-15,2 1 3 0,-5 2-5 0,-2-1-1 0,-3 3 1 0,-3-5-1 16,-1 3 3-16,-5 2-5 0,-2-3 5 0,-6 4 1 16,-5 5 1-16,0-8 10 0,-9 7-8 0,-2-8-6 15,-1-3-23-15,-6-1-43 0,0-6-53 0,3-3-81 16,-3-3-276-16,0-4-517 0,3-1 229 0</inkml:trace>
  <inkml:trace contextRef="#ctx0" brushRef="#br0" timeOffset="65946.72">23085 4146 2 0,'0'0'198'0,"2"-4"-20"0,-2 4-13 0,0 0-7 15,3-2-7-15,-3 2-6 0,0 0-14 0,0 0-6 16,0 0-10-16,1-3-9 0,-1 3-15 0,0 0-7 16,0 0-2-16,0 0-13 0,0 0-6 0,0 0-13 0,0 0-6 15,0 0-11-15,0 0-5 0,0 0 1 0,-4 9-5 16,-3-1-3 0,-2 1-8-16,-4 3 5 0,-2 1-4 0,-6 6 1 15,-2 0-1-15,1 1-2 0,-1 1 0 0,1 0 1 16,2 0-3-16,-1 0-2 0,-1-1 1 0,5 1-2 15,3-4 1-15,0 2 5 0,5-3-5 0,0 0 0 16,7-1 1-16,-2 1-2 0,4-1 0 0,1 0 1 16,6 1 1-16,1-2-2 0,4-1 0 0,4 1-4 15,6 1 3-15,5-1 2 0,1-1-2 0,4-1 0 0,-1 0 1 0,-2-2 4 16,2-1-7-16,-6 3 1 0,1 0-2 0,-7-5 3 16,-5 4-1-16,0-4-4 0,-2 2 4 0,-2-2-6 15,-5 1-2-15,-1 0 1 0,-4 1 12 0,0-1 3 16,-6 2 1-16,-5 1 0 0,-4-1-2 0,0-1 2 15,-12 3-5-15,1-2 0 0,0 0 2 0,-4-1-1 16,3-5-1 0,-1 1-2-16,1-1 1 0,-1-2-1 0,1 0-2 15,6-2-2-15,6 0-6 0,-1 0-5 0,2-2-8 0,1 0-20 16,3-2-40-16,2-1-30 0,3 1-41 0,8-5-67 16,-1 1-111-16,3-1-352 0,11-3 157 15</inkml:trace>
  <inkml:trace contextRef="#ctx0" brushRef="#br0" timeOffset="66200.14">23397 4555 7 0,'2'-3'347'0,"2"1"-12"0,-3-1-19 16,-1 3-32-16,3-4-25 0,-3 4-29 0,0 0-29 15,0 0-22 1,1-5-19-16,-1 5-21 0,0 0-17 0,0 0-12 0,1 12-9 15,-1-6-14-15,3 2-4 0,-3 0-11 0,0 4-3 16,0-3-9-16,1 4-4 0,-1 0-4 0,0 1-7 16,3 0 0-16,-2 2-7 0,-1-5-20 0,4 1-12 15,-4 0-18-15,1-3-18 0,0 1-20 16,-1 0-33-16,-1-2-20 0,1-2-23 0,-1 2-25 0,1-4-18 16,-4-1-25-16,3-1-224 0,1-2-451 0,0 0 200 0</inkml:trace>
  <inkml:trace contextRef="#ctx0" brushRef="#br0" timeOffset="66347.5">23431 4395 125 0,'1'-10'289'0,"2"0"-9"0,-2 3-23 0,3 1-22 0,-4-1-28 0,0 3-19 16,3 0-35-16,-2 2-41 0,-1 2-26 0,4-3-22 16,-4 3-28-16,0 0-25 0,9 8-32 0,-7-4-33 15,2 3-31-15,0-1-40 0,-3 1-168 0,3-2-318 16,0 4 140-16</inkml:trace>
  <inkml:trace contextRef="#ctx0" brushRef="#br0" timeOffset="66701.97">23660 4524 100 0,'0'0'216'0,"1"6"-21"0,-1-6-17 0,5 6-14 15,-5-1-9-15,3 2-9 0,-3 0-17 0,1 0-7 0,0 4-10 16,1 0-10-16,0 1-10 0,-2 3-6 0,0-1-9 16,0-2-1-16,0 2-13 0,0-4-9 0,0 0-1 15,3 0-7-15,-3-3-1 0,0 1-4 0,0-4-4 16,0 1 28-16,0-2 33 0,0-3 33 0,1 5-7 16,-1-5-8-16,0 0-11 0,18-10-12 0,-8 4-7 15,0-3-13-15,7-1-10 16,-3-1-6-16,-4-5 2 0,4 6-14 0,0-1-4 15,0 1-3-15,-5 3-5 0,4 2-4 0,-4 0-1 16,0 1-7-16,1 1-3 0,-2 0-12 0,-2 2 6 16,6 1-27-16,-2 1-16 0,-2 2-11 0,-2 0-23 15,4 0-20-15,-1 2-21 0,0-1-15 0,0 4-26 16,0-2-32-16,0 2-33 0,0-3-227 0,0 2-473 16,-3-2 210-16</inkml:trace>
  <inkml:trace contextRef="#ctx0" brushRef="#br0" timeOffset="67234.25">24182 4296 103 0,'9'-4'209'0,"4"2"-17"16,-3 1-17-16,3 0-22 0,-4 2-16 0,5 1-8 15,-4-1-16-15,4 3-10 0,-5 1-3 0,2 2-11 16,-4 1-6-16,1 0-6 0,-2 2-8 0,-3 1-5 15,-2 0-3-15,-1 0-10 0,-1 6 3 0,-3-6-7 0,-4 4-2 16,1 0-2-16,-5 1-9 0,3-1 0 0,-5-1-2 16,4 0-3-16,0-3-3 0,-2-1-2 0,5-2-1 0,0 0-3 15,-1-1-5-15,4-2 7 0,0 0 4 0,0-2-15 16,3 1 3-16,-2-1 0 0,3 1-2 0,0-4 2 16,8 4 3-16,-2-2 1 0,5 2 0 0,2 1 0 15,1-2 0 1,4 0-2-16,0 2 0 0,1-1-2 0,-3 0 0 15,0 1 2-15,1 0-3 0,-2 5 4 0,-5-3 0 16,2 0 0-16,-2 3 0 0,0 0-2 0,-2 1-3 16,-3-3 4-16,1 4-2 0,-2 0 1 0,-2-6-4 15,-2 7 5-15,0-4 2 0,-2 1-1 0,-2-2-1 16,-2 0-4-16,0 1 5 0,-1-3-6 0,-2 0-3 16,1-1-8-16,-3 2-5 0,1-3-18 0,-1 0-22 0,0-2-25 0,0-2-32 15,-2-2-44-15,7 2-37 0,-2-3-204 0,3-1-418 16,2-1 186-16</inkml:trace>
  <inkml:trace contextRef="#ctx0" brushRef="#br0" timeOffset="67722.14">24710 4446 171 0,'0'-6'327'0,"0"1"-12"0,0 2-8 0,1-2-17 15,2 1-30-15,-3 4-27 0,1-5-25 0,-1 4-19 16,0 1-23-16,3-6-17 0,-3 6-21 0,0 0-19 16,0 0-16-16,0 0-10 0,1 12-12 0,-1-5-3 15,3 3-11-15,-3-1-9 0,-3 5-4 0,3 3-1 16,0 3 0-16,0-2-8 0,3 7-1 0,-3-6-2 15,1 1-5-15,4-3 1 0,-4-3-5 0,3 3 0 0,1-5-2 0,-1 0 0 16,1 0 3-16,2-5-1 0,-1 3-5 0,2-5 2 16,-2 0 16-16,4 0 3 0,0-3 6 0,3-2-12 15,1-3 1-15,0-1 1 0,4-3-11 0,-4 1 4 16,4-3-2-16,-5-1-6 0,2-4 2 0,-3 0-7 16,2-8-1-16,-4 6 2 0,-2-8-9 0,-3 3-9 15,-2-6-5 1,-3 0-3-16,-7 1-2 0,1 1-1 0,-6-2-5 15,-3 6 4-15,-2-2 1 0,-5 4 3 0,1 3-1 0,0 7 5 16,3-1 0-16,-1 3 1 0,1 2 1 0,-1 1-5 16,0 3 5-16,1 2-7 0,0 4 4 15,0 2-1-15,1 0-1 0,6 2 3 0,1-2-1 16,2 5 4-16,5 0 0 0,4 4 1 0,9-1 9 16,1 1-3-16,15 2 4 0,7 0 7 0,16-1 0 0,6-2-42 0,6-1-33 15,2-5-66-15,-2-3-81 0,1-4-112 0,-9-5-221 16,-13-1-584-16,-7 1 259 0</inkml:trace>
  <inkml:trace contextRef="#ctx0" brushRef="#br0" timeOffset="68652.67">25813 4074 138 0,'1'-6'230'0,"-1"6"-17"0,0 0-15 15,3-4-18-15,-3 4-19 0,0 0-17 0,0 0-12 16,0 0-19-16,0 0-13 0,2-2-13 0,-2 2-3 16,0 0-3-16,0 0-17 0,-14 9-4 0,5-4-4 0,-2 4-5 0,-5 0-11 15,1 2-2-15,1 0-5 0,-2 1-1 0,1 2-5 16,0 0 0-16,-4 5-5 0,5-5-5 0,1 1 0 16,3 2-4-16,-3-3 0 0,4 3-3 0,3-1 2 15,-2-2-2-15,4 4 2 0,4 0 1 16,3-3 0-16,2 3-2 0,1-1 6 0,6 1-8 0,3 2-1 15,3 1 4-15,4-5-4 16,1 4 0-16,-1 0 0 0,1-2-3 16,2-1-1-16,-5 1 1 0,-4-4-2 0,-1 0 3 0,-2-1 0 15,-5-4-5-15,-1 1 0 0,-2 2-2 16,-1-4 2-16,-3 4 5 0,-3-3 1 0,-3 1 0 16,-4-2 0-16,-4 4-2 0,-2-5 3 0,-3 4-4 0,-4-5 0 15,-5 3 1-15,7-4-2 0,-6 0 1 0,3-2 1 16,2-2-1-16,1 2-2 0,0-5 0 0,2 1-1 0,0-2-7 15,3 0-17-15,2 0-18 0,4 3-48 0,2-5-48 16,5 1-60-16,4-4-159 0,5 4-386 0,7-7 172 16</inkml:trace>
  <inkml:trace contextRef="#ctx0" brushRef="#br0" timeOffset="68868.48">26074 4445 269 0,'1'-3'330'0,"-1"3"-21"0,2-5-20 0,-2 5-31 16,3-2-29-16,-3 2-24 0,0 0-25 0,3-3-25 16,-3 3-13-16,0 0-15 0,1 10-18 0,-1-10-6 15,0 11-10 1,1-1-11-16,-1 1-8 0,0 0-2 0,0 4-8 16,2 1-6-16,-4-4-7 0,2 3-10 0,-1-3-24 0,1 1-16 15,0 1-22-15,0-3-22 0,-1 2-25 0,-1-3-27 16,1-2-11-16,-3-2-11 0,-1 1-33 0,0-2-55 15,-4-2-205-15,3-3-442 0,-1 0 196 16</inkml:trace>
  <inkml:trace contextRef="#ctx0" brushRef="#br0" timeOffset="69021.89">26047 4250 58 0,'1'-6'237'0,"-1"3"-25"0,3 0-33 0,-2-1-47 15,-1 4-34-15,0 0-24 16,5-1-29-16,-5 1-36 0,5 6-41 0,-1-1-137 16,-3 1-183-16,2 0 81 0</inkml:trace>
  <inkml:trace contextRef="#ctx0" brushRef="#br0" timeOffset="69369.5">26329 4414 271 0,'2'3'285'0,"-2"-3"-34"0,6 1-25 15,-6-1-24-15,4 5-21 0,-4-1-20 0,1 1-17 16,0 0-13-16,0 3-11 0,-1 1-11 0,3 0-13 0,-4 3-10 16,-2 5-6-16,1-5-7 0,2 5 0 0,-2-7-17 0,1 1-1 15,1-3-8-15,-1-2-1 0,1 2-5 0,0-4-2 16,0 0 3-16,0 1 31 0,0-5 40 0,0 0 26 15,1 7 12-15,-1-7-17 0,0 0-4 0,16-14-28 16,-9 5-7-16,3 0-7 0,3-5-17 0,-1 4-1 16,-1-2-11-16,-2 1-8 0,1 3 2 0,-1-1-5 15,0 4-15-15,-1-3-7 16,-2 3 3-16,-1 1 1 0,-1-1-7 0,1 3-2 16,2-1-26-16,0 3-19 0,0-2-11 15,-1 2-25-15,4 3-18 0,0 1-31 0,-3 1-23 16,2 2-23-16,0 0-25 0,2 1-37 0,-2-1-40 0,0 0-260 15,1 3-561-15,-2-4 248 0</inkml:trace>
  <inkml:trace contextRef="#ctx0" brushRef="#br0" timeOffset="69792.89">26842 4330 46 0,'2'-9'390'0,"-2"4"-14"0,0 0-24 16,2 2-34-16,-2-1-34 0,0 4-32 0,2-5-35 15,-2 5-9-15,5-3-37 0,-5 3-19 0,0 0-24 16,0 0-7-16,1 15-14 0,-1-10-8 0,0 4-8 16,0 3-11-16,0 1-11 0,-6 3-5 0,2 1-6 15,0 0-6-15,-1 1-7 0,-3 5 3 0,3 2-9 16,-2-6 1-16,4 1-12 0,-3-4 14 0,2 1-15 0,-2-2-5 15,3-6 1-15,0 0-2 0,0-2 5 0,1-1-2 0,2-1-3 16,-1-2 22-16,0 1 44 0,1-4 40 0,-1 3 38 16,1-3 32-16,0 0-15 0,0 0-14 15,10-12-24-15,-3 4-17 0,1-1-11 0,1-1-9 0,4-3-9 16,-2-1-7-16,7-1-12 0,-5 1-9 16,2-1-10-16,-3 4-7 0,-6 0-5 0,4 5-3 0,-6 1-6 0,3-2-5 15,-3 3-3-15,-2 1-11 0,2 0-3 0,0 0-17 16,-4 3-26-16,5-4-32 0,-5 4-13 0,0 0 9 15,0 0-3-15,10 10-3 0,-7-3-18 0,4 0-20 16,1 3-10-16,-4-1-21 0,5 5-20 0,0 2-23 16,-3 0-24-16,0 1-38 0,1 0-30 0,-2-1-53 15,-1-5-344-15,-2-1-725 16,4 1 320-16</inkml:trace>
  <inkml:trace contextRef="#ctx0" brushRef="#br0" timeOffset="70225.42">27334 4410 285 0,'6'-10'402'0,"-2"2"-5"0,-2 2-22 15,2 0-32-15,-1 1-32 0,-1 1-36 16,1 1-32-16,-2 1-30 0,-1 2-32 0,3-4-39 16,-3 4-7-16,0 0-13 0,7 9-18 0,-4-2-3 15,-2 3-8-15,-1 2-20 0,0 5-1 0,3 6-11 0,-2-5 1 16,-1-1-9-16,0 3-4 0,1-1-8 0,2-2-2 15,-3 0-6 1,1-1 2-16,0-5-3 0,2 0-10 0,-2-1-1 16,2 0 8-16,-1-3 2 0,3 0 1 0,-1-2-5 15,0-2 11-15,1 2 7 0,4-5 2 0,1 0 4 16,1-3 5-16,-1 1 5 0,1-1-7 0,2-3-8 16,2-4-4-16,-6 2-3 0,6-6-8 0,1 0 4 15,-2-2-8-15,0-5-4 0,0-1 0 0,-4 4-6 16,-2-7-7-16,-3 6 4 0,-2-5-8 0,-3 4-7 0,-3 3-1 0,-2-3-1 15,-3 4-2-15,-4 0-1 0,-4 5 2 0,-8-4-1 16,5 8-6-16,0 0 4 0,-8 0 1 0,0 5-5 16,8 2-1-16,2 2-5 0,-11 5 5 0,10 0-3 15,0 0 5-15,4 3-2 0,0 0 3 0,4 2-4 16,6-3 12-16,-1 5 5 0,5-3 5 0,5-1 0 16,10 6-10-16,12-3 6 15,9-1-36-15,20-1-51 0,4-2-65 0,0-1-82 16,2-5-77-16,-2-5-389 0,-2-1-753 0,-2-8 334 15</inkml:trace>
  <inkml:trace contextRef="#ctx0" brushRef="#br0" timeOffset="71998.12">11321 7260 34 0,'0'0'149'0,"0"0"-6"0,-9 0-16 0,9 0 3 0,0 0-10 0,0 0-3 0,0 0-3 0,0 0-2 0,-6-2-3 16,6 2-6-16,0 0-1 0,0 0 1 15,0 0-1-15,0 0-6 0,0 0 2 0,0 0-2 16,0 0-6-16,0 0 0 0,0 0-8 0,0 0-1 0,0 0-7 15,0 0-4-15,0 0-4 0,0 0-8 0,0 0 0 16,0 0-7-16,0 0-8 0,18-2-1 0,1-1-7 31,10-6-5-31,3 1 6 0,5 3-10 0,3-5-3 16,13-1-4-16,2 1-2 0,2-5 1 0,0 3-2 0,1 0-8 16,-5 0-3-16,-3 1-8 0,-14 5-10 0,-4-2-11 15,-4 1-17-15,-6 5-6 0,-8-2-21 16,-3 3-24-16,-1-3-22 0,-4 4-29 0,-4-3-33 15,-2 3-186-15,0 0-393 0,0 0 174 0</inkml:trace>
  <inkml:trace contextRef="#ctx0" brushRef="#br0" timeOffset="72229.88">11697 7064 104 0,'-3'-11'275'16,"2"0"-2"-16,1 2-4 0,-3-2 0 0,2 2-3 0,1 2-6 0,0 3 4 15,0-2-24-15,0 2-28 0,0 0-19 0,0 4-25 16,0-6-22-16,0 6-55 0,0 0-41 0,0 0-10 16,0 0-11-16,-1 17 0 0,-2-1-4 0,2 9-2 15,-3 5 2-15,4 3 7 0,-2 2-5 0,2 1-8 16,2 11 0-16,-1-10-7 0,-1 0-34 0,3-3-22 16,2 3-29-16,-1-4-40 15,1 0-53-15,1-2-76 0,2-4-208 0,-3-3-488 16,6-9 216-16</inkml:trace>
  <inkml:trace contextRef="#ctx0" brushRef="#br0" timeOffset="73516.88">12736 6912 164 0,'-7'-1'187'0,"7"1"-11"0,0 0-10 0,0 0-11 0,-5-1-13 16,5 1-10-16,0 0-7 0,0 0-1 0,-2-3-8 15,2 3-12-15,0 0-14 0,0 0-8 0,0 0-9 16,0 0-9-16,17-5-3 0,-5 2-6 0,7-1-8 16,-1-1-6-16,11 2-3 0,0 0-6 0,0 2-2 15,-1 0-2-15,1 1-6 0,0 1-1 0,-3 0-7 0,-3 3 0 16,-2 3-3-16,-2 0-5 0,-4 3-6 0,-1 5-2 0,-5-1 5 16,-2 5-4-16,-5 5-1 0,-5 5-2 0,-7-2 15 15,-5 4-6-15,-10 13 1 0,-5-7-3 0,-2-1 3 16,8-9 0-16,-3-3-4 0,-1 0-2 0,5-1 5 15,-4-4 2-15,4-2-1 0,7-5 7 0,-1 0 4 16,0-4 5-16,7-1 7 0,0 1 12 0,5-6 17 16,-3 1 28-16,4 1 36 15,0 0 27-15,1-1 29 0,-2-2 1 0,5-1-10 16,0 0-11-16,0 0-28 0,0 0-12 0,11-14-19 16,-2 10-11-16,0-4-11 0,5 4-10 0,3-1-6 15,-1-3-7-15,3 4-12 0,-2 1-9 0,6 1 2 16,5 1-18-16,1 2-21 0,3 0-10 0,4 3-42 15,-1-1-32-15,-2 2-43 0,2 0-56 0,-2 0-59 16,1-2-106-16,-2 3-205 0,1-5-601 0,-2-2 267 0</inkml:trace>
  <inkml:trace contextRef="#ctx0" brushRef="#br0" timeOffset="73864.23">13593 6861 112 0,'0'0'192'0,"-6"0"-6"0,6 0-10 0,0 0-13 0,-8 0-10 16,8 0-12-16,0 0-18 0,0 0-9 16,0 0-11-16,0 0-12 0,19-2-8 0,-6 1-6 15,10-2-6-15,8-2-7 0,2 1-8 0,3 2-7 0,3 0-2 16,11-3-10-16,-8 2-7 0,12-2 2 0,-17 4-7 0,-1 0-5 16,-2-1-14-16,-2-1-17 0,-10 5-18 15,-5-1-21-15,-5 1-25 0,-1-2-11 0,-5 1-14 16,-3 0-21-16,-3-1-160 0,0 0-302 0,-16 3 134 0</inkml:trace>
  <inkml:trace contextRef="#ctx0" brushRef="#br0" timeOffset="74264.63">13761 6873 158 0,'-6'-1'245'0,"1"-1"0"0,3-1-7 0,2 3-5 15,-7-1-6-15,7 1-16 0,-4-5-12 16,4 5-14-16,-5-2-18 0,5 2-16 0,-3-3-17 0,3 3-19 15,0 0-13-15,0 0-18 0,0 0-24 0,0 0-11 16,0 0-10-16,-4 10 0 0,2-1-8 0,2 3-4 0,2 7-3 16,-2 9-2-16,0 3-3 0,-2 0 0 0,5 15 1 0,-4 2 0 15,-1-2-2-15,2 2 1 0,-1-13 0 16,4 11-3-16,-3-12 5 0,0 0-1 0,2 0-5 16,1-5-2-16,-2 0-4 0,2 0 2 0,-2-2-1 15,-1-8-4-15,0-1 6 0,-1 0 0 0,1-2 1 0,-2-5-2 16,1 0 4-1,-3 1 7-15,2-2 10 0,-2-4 7 0,-1-1 0 16,-8-1 6-16,4-1 0 0,-4-2-2 0,-6-5 7 16,-3-1 3-16,3-2 4 0,-4 0 8 0,4 0 2 15,-4-4 15-15,-3-2-4 0,7 5 1 0,3-2-9 16,-2 3-5-16,6-1-7 0,-2 4-3 0,5 0-10 16,4 0 3-16,-4-1-3 0,4 4-11 0,0-2-17 15,1 0-3-15,4 3-37 0,-5-2-43 0,1 0-34 0,4 2-1 0,0 0-1 16,0 0-13-16,0 0-6 0,5 11-24 0,3-6-28 15,1 0-32-15,13-2-34 0,-2 2-288 0,9-1-571 16,2-1 253-16</inkml:trace>
  <inkml:trace contextRef="#ctx0" brushRef="#br0" timeOffset="74817.82">14158 7292 95 0,'-4'-4'293'0,"4"4"-18"0,-4-2-23 0,4 2-27 0,0 0-24 0,0 0-22 16,8-8-16-16,2 4-19 0,2 0-17 0,5-1-12 16,4 0-10-16,7-2-8 0,4 2-11 0,1-3-9 15,-2 3-14-15,1 1-17 0,-7-3-24 0,-5 4-13 16,-9 2-13-16,2 0-9 0,-3-1-5 0,-3 2-4 15,1-2 9-15,-8 2-5 0,0 0-5 0,0 0 5 16,0 0 5-16,0 0 2 0,-38 6-3 0,20-5 5 0,-5 1-1 16,2 2 8-16,1 0 3 0,-3-3 5 0,3 2 5 15,-1 0 3-15,0-1-1 0,0 3 3 0,6-1 4 0,0-1 4 16,2 0-1-16,0-1-1 0,3 2-2 16,2-1-3-16,2-1-4 0,-1 1-1 0,2 1-5 15,0 0 1-15,2 0 0 0,0 0-2 0,-1 1 1 0,1-1-5 16,1 0 0-1,1 1-1-15,-2 2 3 0,6-2 2 0,-2 0 13 16,2 2-5-16,0 1 8 0,3 1 7 0,2-1-3 16,0 0 6-16,3 5-1 0,3 2 2 0,2-2-1 15,-1 0-2-15,-1 1 1 0,5 3-6 0,-5-2 0 16,-1 2-1-16,0-5-5 0,-3 8 2 0,-1-3-1 16,0-3 0-16,-8 1 2 0,-1-4 3 0,0 1 7 15,-1 4 0-15,-4-4 3 0,-3-2 3 0,3-2 1 0,-4 1 0 0,-1-3 5 16,1 0 5-16,0-1 14 0,-1 0 38 0,4-4-3 15,-1-1 20-15,3 3 10 0,4-3 5 0,-9-3 3 16,9 3-2-16,0 0-18 0,-7-1-12 0,7 1-37 16,0-4-48-16,0 4-61 0,16-12-46 0,1 7-38 15,3 2-49-15,11-1-59 0,0-2-89 0,-3 1-292 16,1 2-666-16,-3-3 296 0</inkml:trace>
  <inkml:trace contextRef="#ctx0" brushRef="#br0" timeOffset="76382.19">15635 6599 43 0,'4'-4'216'0,"-3"-1"-4"16,1 3-11-16,-2 2-12 0,2-5-16 0,-2 2-14 16,0 3-13-16,0 0-14 0,3-3-13 0,-3 3-13 15,0 0-13-15,0 0-9 0,0 0-10 0,0 0-8 16,0 0-7-16,-18 5-8 15,1 3-1-15,-1 0-6 0,-5 4-5 0,-4 0-4 16,3 2-6-16,0-1-4 0,2 1-2 0,5-3-4 16,1 1 0-16,-1-2-2 0,3 3-9 15,0-1 7-15,5 1 1 0,0-4-5 0,0 2-2 0,5 1 0 16,2 0 1-16,-2-1-2 0,4 0 3 0,4 6 0 16,1-2 3-16,6-1-3 0,2 0-3 0,4 0-2 15,6 2 3-15,2 1 1 0,2-2-3 0,1 1 1 0,2-1-2 16,-1-1-3-16,-1 1 2 0,-2 2 0 0,-7-3-1 0,-1 0 1 15,-4-2-2-15,-3 1-6 0,-4-1 3 0,-1 1 1 16,-3-1-3-16,-4 2 6 0,-2-2 6 16,-6 2-2-16,-6 2 0 0,-8 0 3 0,-4 1-6 15,-3-5 1-15,-2 1 2 0,0-1-2 0,2-3-1 0,-2-1-1 16,1-4 3 0,-2 0-4-16,1 0 1 0,12-3 0 0,-1-1-1 15,0 0-2-15,1-1 0 0,8-3-5 0,0 0-19 16,4-1-13-16,6-2-23 0,3 2-28 0,4-4-21 0,5 0-1 15,12-5-30-15,6 0-69 0,-1 0-118 16,6 1-354-16,3 3 157 0</inkml:trace>
  <inkml:trace contextRef="#ctx0" brushRef="#br0" timeOffset="76583.14">15947 6970 149 0,'6'-7'284'0,"-1"2"-5"15,-3-3 5-15,0 4-2 0,1 1-14 0,-1-1-18 16,2 1-25-16,-4 3-21 0,1-4-30 0,-1 4-20 15,3-4-18-15,-3 4-15 16,0 0-14-16,0 0-20 0,0 0-5 0,0 0-5 0,0 0-8 0,5 13-10 0,0-6-6 0,-4 2 2 16,3 1-7-16,-3 1-7 0,2 0-1 0,-2 2-23 15,3 0-15-15,0-1-13 0,1 0-25 0,-1 1-24 16,-2-3-26-16,1-1-34 0,-2 3-37 0,3-5-11 16,-4-1-57-16,-4-2-223 0,3-1-484 0,1-3 214 15</inkml:trace>
  <inkml:trace contextRef="#ctx0" brushRef="#br0" timeOffset="76736.8">15975 6674 108 0,'3'-9'261'0,"-1"1"-22"16,-1 4-27-16,3-3-19 0,-4 2-43 15,0 2-24-15,0 3-21 0,0 0-30 0,0 0-24 0,0 0-36 0,12 11-27 0,-10-6-26 16,3 4-41-16,-1-2-156 0,0 2-254 0,2 0 113 15</inkml:trace>
  <inkml:trace contextRef="#ctx0" brushRef="#br0" timeOffset="77084.42">16289 6880 129 0,'3'3'229'0,"-3"-3"-24"0,1 4-20 0,-1-4-10 16,3 8-11-16,-2-1-17 0,-1-2-11 16,0 8-14-16,0-2-11 0,-1 4-11 0,1 1-9 15,-3 1-3-15,3 0-14 0,-1-2-6 0,-2-3-9 0,3-1-5 0,-1-5-6 16,1 1-2-16,-1-2-4 0,-3 0 22 0,4-1 43 16,0 0 26-16,0-4 30 0,0 5 21 0,0-5-1 15,0 0-19-15,0 0-26 0,14-16-5 0,-6 9-21 16,1-3-7-16,5-3-13 0,0 2-7 0,1-2-8 15,-2 2-14-15,-1 4-7 0,3-3-7 0,-3 5-13 16,5-1-8-16,-3 2-9 16,-1 0-14-16,0 1-16 0,-1 2-13 0,1 1-9 15,1 1-28-15,6 2-19 0,-7 0-28 0,4 1-19 16,0 1-27-16,-1 2-35 0,1 0-45 0,1 1-79 16,-5-3-177-16,3-1-529 0,2 2 234 0</inkml:trace>
  <inkml:trace contextRef="#ctx0" brushRef="#br0" timeOffset="77817.52">16854 6653 256 0,'-2'-4'266'0,"0"0"-33"0,2 0-21 0,0 4-25 16,4-5-12-16,1 3-23 0,4 0-15 0,4-2-16 15,1 0-13-15,4 2-10 0,4-1-8 0,6 0-11 0,-8 1-6 16,2 2-9-16,-2-3-7 0,-2 3-6 0,-4-1-3 16,-1 1-8-16,-5 0-9 0,3 0-6 15,-6 0-11-15,-5 0-16 0,9 1 0 0,-4 0-5 16,-5-1 4-16,0 0 0 16,-18 9 2-16,6-6 2 0,-7 4-3 0,-2-2-1 15,2 2 3-15,-2 0-1 0,0-3 4 0,-6 3-3 16,8-3-2-16,-3-2 3 0,4 2 0 0,1 1-4 15,2-2 7-15,4 0-2 0,0-1 3 0,0 2 2 16,5-3 6-16,0 1 0 0,1-1 1 0,0 0-1 0,5-1 0 16,-9 1-2-16,9-1 1 0,-5 1-3 15,5-1 8-15,-4 1 0 0,4-1 4 0,0 0 0 0,-6 3 3 0,6-3-1 16,0 0-3-16,0 0 0 0,0 0-2 0,-5 0 0 16,5 0 0-16,0 0-2 0,0 0 0 0,0 0 1 15,0 0-2-15,0 0-1 0,0 0 0 0,0 0-1 16,-4 3-4-16,4-3 2 0,0 0-2 0,0 0 1 15,0 0-2-15,0 0 0 0,0 0-2 0,0 0-1 16,0 0 3-16,0 0-2 16,0 0-3-16,0 0 0 0,0 0-1 0,0 0 3 15,0 0-1-15,0 0 1 0,0 0-7 0,0 0 2 16,0 0 2-16,0 0 0 0,0 0-3 0,0 0 0 16,0 0-1-16,0 0 0 0,0 0 2 0,9 6-1 15,-5-3 3-15,1 1 0 0,3-1-2 0,2 3 3 16,-1 1 1-16,6 2-3 0,2 1 0 0,7 4-3 15,0-1 3-15,-2 0-3 0,4 2 2 0,-3 2 0 0,-1 0 2 0,-1 2-2 16,-1-3 0-16,-2 5 2 0,0-1-2 0,-8-6 1 16,-2 1 6-16,-2 1-7 0,-2-5-2 0,-1 2 5 15,-2-1 0-15,-5 1-3 0,-1 1 2 0,-4 1 2 16,-5-2 2-16,-3-2-8 0,-8 1 7 0,5-3-1 16,-6-1 0-16,7-1 1 0,-3-2-2 0,2-2 2 15,0 1 0-15,1-2 0 16,6-2 6-16,2 1 5 0,-2-2 16 0,7 1 26 15,-2 0 14-15,8 0 19 0,-10-1 0 0,10 1 1 16,-6-1-4-16,6 1-8 0,0-7-2 0,0 7-23 16,7-8-16-16,2 4-4 0,5-1-21 0,0 0-7 0,5-2-30 15,2 4-32-15,-2 1-31 0,3-3-33 16,-2 2-35-16,0-1-45 0,-1 3-61 0,-1-3-251 16,1 3-553-16,-2-3 244 0</inkml:trace>
  <inkml:trace contextRef="#ctx0" brushRef="#br0" timeOffset="78287.38">17469 6748 278 0,'2'-8'369'0,"-1"2"-20"0,1 0-7 0,-1 1-36 16,0 0-37-16,1 2-26 0,0-1-26 0,-2 1-26 0,0 3-24 15,1-4-17-15,-1 4-21 0,0 0-13 0,0 0-13 16,8 9-11 0,-8-2-10-16,3 3-14 0,1 0-6 0,1 7-9 15,-3 3-3-15,3-1-4 0,-3 7 0 0,4 1-7 16,-1-2-5-16,-1 2-3 0,0-9 2 0,2 1-6 16,-1 0 1-16,0-2 1 0,3-2-5 0,-3-2-9 15,3-2 9-15,-3-2-6 0,0 1 4 0,0-5-2 16,-1-2 2-16,4 2 30 0,-2 0 20 0,0-4 8 15,5-2-1-15,-1-1-5 0,3-4-3 0,-3 1-6 0,1 0-1 0,1-7-7 16,-1 0-8-16,-2-2-6 0,-1-3-3 0,-2-2-8 16,3-3-14-16,-9-4-14 0,0 0-12 0,-7 1-4 15,-2 2 3-15,2 4-16 0,-7 2 16 0,-4-1-3 16,-5 1 0-16,0 2 1 0,-1 3 3 0,5 5 4 16,-3 1-1-16,5 3-10 0,1 1-5 0,1 2 6 15,1 1 4-15,-1 1-5 16,3 3 4-16,0-2-7 0,2 1 7 0,2 4-6 15,3-1 18-15,3 2-10 0,3 1 5 0,4 0 1 16,9 4 1-16,9 0-1 0,5 3 6 0,10-7-3 16,15 2-55-16,3-6-50 0,-1 1-58 0,0-5-74 15,1 3-101-15,-6-3-285 0,-16-2-674 0,-4-3 299 16</inkml:trace>
  <inkml:trace contextRef="#ctx0" brushRef="#br0" timeOffset="79157.87">18631 6454 242 0,'3'-5'241'16,"-3"1"-13"-16,4 2-19 0,-3-1-14 0,2-1-19 16,-3 4-15-16,1-4-19 0,-1 4-13 0,0 0-15 15,0 0-14-15,0 0-8 0,0 0-14 0,0 0-6 0,-27 13-6 0,11-4-8 16,-9 6-5-16,-5 0-7 0,0 1-3 0,1 4-5 16,-2-1-4-16,2 1-6 0,-1-2-1 0,2-2-1 15,5 1-6-15,4 0-1 0,3-4-3 0,4 1 2 16,1 2-6-16,2-2-5 0,2 1 3 0,5-4-3 15,3 4 0-15,4 0 1 0,3-3 1 0,6 2 0 16,8 1-2-16,4 3-1 16,5-7 2-16,1 0-2 0,0 4-3 0,4-2-3 15,-3-1 8-15,-1 0-3 0,-3 0-1 0,-1 1-2 16,-5-1-1-16,-5-2 0 0,-1 1-1 0,-7-4 0 16,-1 1-3-16,-4-1-5 0,0 0 4 0,-5 0 1 15,-3 3 4-15,-5-3 0 0,-4 5-4 0,-7-3 1 16,-8 2 0-16,-1-2 3 0,1 0-2 0,-5-4 1 15,4 1 1-15,-2-1 1 0,1-3-3 0,1 0-5 0,5 0-6 0,0-2-18 16,4-2-20-16,0 0-23 0,4 1-20 0,3-3-36 16,4-3-31-16,6 1-210 0,1-4-401 0,6 2 179 15</inkml:trace>
  <inkml:trace contextRef="#ctx0" brushRef="#br0" timeOffset="79389.6">18942 6786 136 0,'0'0'320'0,"4"-3"-16"0,-4 3-20 0,0 0-35 15,6-1-28-15,-6 1-27 0,0 0-21 0,0 0-23 16,0 0-15-16,0 0-11 0,8 4-15 16,-8-1-10-16,1 3-11 0,0-1-5 0,1-1-10 0,-1 7-8 0,0-4-5 15,1 5-2-15,-2-2-22 0,1 0-23 0,-1-3-14 0,1 4-26 16,-1 0-18-16,-1-4-35 0,1 4-30 15,-1-5-31-15,-1 2-1 0,1-3-36 0,-4-4-197 16,-1 2-407-16,2-3 180 0</inkml:trace>
  <inkml:trace contextRef="#ctx0" brushRef="#br0" timeOffset="79543.27">18874 6593 216 0,'3'-12'259'0,"-2"3"-28"15,2 2-24-15,-2 1-20 0,2 1-20 0,-2 1-26 16,0 3-23-16,2-3-25 0,-3 4-24 0,8 0-31 16,-8 0-31-16,10 4-34 0,-3 2-30 0,2 0-50 0,-3-2-150 0,3 3-279 15,1-1 123-15</inkml:trace>
  <inkml:trace contextRef="#ctx0" brushRef="#br0" timeOffset="79874.75">19260 6710 178 0,'5'3'273'0,"-5"-3"-28"0,4 2-29 0,-4-2-24 15,4 1-20-15,-4-1-13 0,1 6-23 16,2-3-12-16,-2 3-12 0,-1 1-11 0,0 0-7 0,0 2-11 16,1 2-7-16,-1-2-11 0,0 3-4 0,0 0-6 15,3-3 0 1,-3 1-9-16,0-3-6 0,0 1-2 0,1-3 0 15,-1 0-3-15,0-1 16 0,0-1 24 0,3 1 27 0,-3-4 22 16,1 3 22-16,-1-3 16 0,0 0-6 0,0 0-20 16,10-7-15-16,-3 2-14 0,2-2-10 0,2-1-12 15,-2 1-5-15,0 0-14 0,4-1 0 0,-3 1-12 16,0 1-5-16,0 0 0 0,1 0-10 0,-4 1-9 16,2-1-4-16,1 5-15 0,1-2-24 0,-3 2-20 0,0 0-21 15,3 1-21-15,-2 1-23 0,3 2-26 0,0 2-30 16,-2-1-37-16,0 1-39 0,3 1-65 0,-3-1-232 15,2 1-570-15,-2-2 252 0</inkml:trace>
  <inkml:trace contextRef="#ctx0" brushRef="#br0" timeOffset="80313.05">19922 6649 245 0,'0'-6'402'0,"4"-1"-27"0,-4 3-23 16,1-1-44-16,3 2-31 0,-4 3-31 0,1-7-24 0,2 6-36 0,-3 1-20 15,0 0-14-15,0 0-19 0,6 6-16 0,-2 0-8 16,-1 4-15-16,-2 0-10 0,-1 2-7 0,1 4-12 16,-1 2-5-16,0 1-9 0,0 0-2 0,-1 6 1 15,-4 0-3-15,1 1-9 0,0 0-2 16,-1 0-4-16,0-8-5 0,1-1-1 0,4-8 2 0,-4 2-16 15,3-2 13-15,1-2-5 0,-4-2 3 0,4 0 1 0,0-1 25 16,0 0 36-16,0-4 40 0,-2 4 35 0,2-4 4 16,0 0-17-16,0 0-18 0,13-17-12 0,-2 5-11 0,-2-2-13 15,1-4-9-15,4 3-6 0,2-7-10 0,0 1-6 16,3-1-6-16,-5 6-9 0,-2 1-5 0,1 1-3 16,-6 6-4-16,2-2-5 0,-5 1-3 15,1 6-4-15,0-2-6 16,-2 1-6-16,-1 0-4 0,2 1-27 0,-4 3-23 15,4-3-9-15,-4 3 0 0,0 0-7 0,13 7-5 16,-11 0-14-16,3-1-27 0,1 3-14 0,0 1-13 16,1 2-15-16,1-2-18 0,0 5-20 0,1-1-26 15,1 2-17-15,-1-3-35 0,3 2-29 0,2-2-82 16,-5-6-188-16,1 4-608 0,1-7 268 0</inkml:trace>
  <inkml:trace contextRef="#ctx0" brushRef="#br0" timeOffset="80729.52">20546 6700 175 0,'6'-9'345'0,"-1"0"13"16,-3-1-14-16,0 5-14 0,-1 0-22 0,2 0-41 15,-1 1-21-15,1 1-35 16,-2 1-20-16,-1 2-24 0,0-4-20 0,0 4-20 16,0 0-10-16,0 0-1 0,0 10-30 0,-1-3-10 15,-4 2-5-15,1 0-12 0,0 1-5 0,0 3-3 16,1 0-5-16,1 0-1 0,0-3-11 0,0 4 0 15,2-2-1-15,0 1-6 0,2-2 0 0,-2 1 0 16,2-4-1-16,2 4-1 0,-3-7-3 0,5 4-8 16,0-2 14-16,0-4-2 0,2 2 4 0,-3-2 9 0,4-2 6 0,1-2-4 15,2-2-3-15,-2 0 0 0,4-1 9 16,-2-1 14-16,0-3-3 0,-1 0-3 0,-2-1-7 0,2-4-6 16,-2-2-4-16,0-3-9 0,-4 1-11 0,0-2-13 15,-6-2-3-15,-3 1-2 0,-1-4-1 0,-3 7-4 16,-5-7 0-16,-4 4 2 0,-4 3-1 0,-1 2-7 15,-3 4-1-15,-1 1 2 0,-1 2 5 0,7 4 5 0,3 3-8 0,-2 0 9 16,1 3-11-16,2 3-1 0,-1 4 1 0,0-1-3 16,1-1 4-16,3 5 0 0,4-3-5 15,-1 4 3-15,6-3 15 0,4 2-14 0,9 2 10 16,1 1 4-16,13 2-2 0,8-3-6 0,5-4-41 0,17 1-49 16,1-1-57-16,6-4-68 0,-1-2-68 0,-3-5-371 15,-2-1-712 1,-16 0 316-16</inkml:trace>
  <inkml:trace contextRef="#ctx0" brushRef="#br0" timeOffset="82896.5">21684 6783 103 0,'0'0'186'0,"-5"-1"-8"15,5 1-6-15,0 0-15 0,-9 1-10 0,9-1-7 16,0 0-8-16,0 0-5 0,0 0-5 0,0 0-15 16,0 0-4-16,0 0-14 15,0 0-5-15,0 0-10 0,0 0-8 0,36-6-5 16,-8 0-3-16,9 1-10 0,-1-2-2 0,20 0-5 15,-5-2-5-15,11 0-5 0,-4-1-4 0,1 2-3 16,-1 0-30-16,-7 0-25 0,-14 2-26 0,-3 1-37 16,-2 0-30-16,-4 0-57 0,-11 1-130 0,-4 1-338 15,-7 1 150-15</inkml:trace>
  <inkml:trace contextRef="#ctx0" brushRef="#br0" timeOffset="83118.03">21991 6564 188 0,'-5'-3'326'0,"1"0"-29"0,0-2-23 0,0 3-33 16,4 2-27-16,-5-2-25 0,5 2-19 0,0 0-23 0,-9 6-19 15,4 3-8-15,0 5-15 0,1 3-10 0,-5 7-13 16,7 2 8-16,-7 3-22 0,1-1-5 0,4 2-7 16,-1 3-6-16,4 0-2 0,1 1-15 0,1-1-13 15,-1-3-19-15,3 2-25 0,-1-6-27 0,5-1-30 16,-1-3-38-16,4-5-49 0,-3-2-60 0,-1-7-161 15,2 0-422-15,3-4 186 16</inkml:trace>
  <inkml:trace contextRef="#ctx0" brushRef="#br0" timeOffset="83296.42">22774 6670 239 0,'7'-5'246'0,"0"2"-24"0,2-2-26 16,0 1-27-16,9 0-21 0,2 1-28 0,10 0-34 16,2 0-34-16,6 1-35 0,17 2-48 0,3 0-49 15,-1-2-151-15,7 0-250 0,-1 0 111 0</inkml:trace>
  <inkml:trace contextRef="#ctx0" brushRef="#br0" timeOffset="83433.95">23988 6600 146 0,'10'-5'302'0,"-1"-1"-32"0,2 0-28 15,1 0-26-15,6-1-20 0,12 0-31 0,-1-1-39 0,8 2-55 16,14-1-61-16,0 2-72 0,8 0-90 0,-8-3-103 0,8 1-277 16,1 2 122-16</inkml:trace>
  <inkml:trace contextRef="#ctx0" brushRef="#br0" timeOffset="83592.48">25235 6517 252 0,'17'-5'317'0,"1"-3"-45"0,4 2-29 0,10-4-27 0,2 3-41 16,-2-3-39-16,6 4-39 0,-2 1-48 0,-3 2-61 15,-1-4-75-15,0 2-190 0,-5 2-299 0,-5 1 133 16</inkml:trace>
  <inkml:trace contextRef="#ctx0" brushRef="#br0" timeOffset="94142.3">1426 10351 70 0,'0'0'113'0,"-6"-3"-11"0,6 3 1 0,0 0-11 0,0 0 2 15,0 0-6-15,0 0-3 0,0 0-9 0,-5-1-4 16,5 1 4-16,0 0-3 0,0 0-4 0,0 0-3 15,0 0 3-15,0 0 0 0,0 0 0 0,0 0 1 16,0 0-3-16,0 0-11 0,0 0-3 0,0 0-9 16,0 0-3-16,0 0-4 0,0 0-2 0,22 1 6 15,-3-1 7-15,8 0 5 16,5-1 1-16,6-2 5 0,1 2 3 0,13-2 3 16,-12 2-5-16,12 0-4 0,-13-1-9 0,-1 1-7 15,-3 0-6-15,-4-2-6 0,-3 3-4 16,-10 0-9-16,-4 0-23 0,-1 0-24 0,-4 0-21 0,-1-1-18 15,-3 2-5-15,-5-1-10 0,0 0-32 0,0 0-64 16,0 0-127-16,-31 2-333 0,17-1 147 0</inkml:trace>
  <inkml:trace contextRef="#ctx0" brushRef="#br0" timeOffset="94543.18">1448 10550 61 0,'0'0'158'0,"0"0"-2"15,0 0 1-15,16 1-6 0,2-1-12 0,10-1-13 16,0-1-13-16,3 0-12 0,6 0-9 0,1 0-8 16,13-4-6-16,-11 4-2 0,-3-1 3 0,2 0-9 0,-4-1 0 15,-6 2-9-15,-8 2-6 0,-2-3-5 0,-5 3-6 31,-1 0-4-31,-5 0-5 0,-2 0-3 0,0 0-1 16,-6 0-7-16,0 0 5 0,0 0-7 0,0 0-2 0,0 0-8 16,-19 3-6-16,9-1-14 0,-3-2-18 0,-1 2-22 0,-5 1-27 0,7-1-47 0,0 0-194 15,-1-3-342-15,1 3 151 16</inkml:trace>
  <inkml:trace contextRef="#ctx0" brushRef="#br0" timeOffset="95060.5">1864 10199 30 0,'-1'-4'293'15,"1"4"-14"-15,-2-5-27 0,2 5-20 0,-1-4-27 16,1 4-21-16,-2-4-18 0,2 4-19 0,0 0-18 15,0 0-25 1,0 0-22-16,0 0-17 0,0 0-6 0,0 0-6 0,12 8-5 16,-7-5-7-16,3 4-3 0,5 3-1 0,2 2-8 15,3-5 2-15,0 5-2 0,5 3-3 16,4-3-3-16,-1 2-4 0,3-2-1 0,-1-4 1 16,-3 1-3-16,-3-2 1 0,5-2-4 0,-5 0 0 0,-4-2 1 15,-1 0-3-15,-5-2 2 0,-2 0 1 0,-2 1 13 16,-2-1 17-16,1-1 14 0,-2 0 12 0,1 1 4 0,-6-1-6 15,8 0-5-15,-8 0-14 0,5 3-5 0,-5-3-7 16,0 2-6-16,-5 4-7 0,-4 3-5 0,-8 3 2 0,-8 7-7 16,-6 3-2-16,-7 12-2 0,-7-1-1 0,0-2-1 15,3 4-3-15,0-2 2 0,13-8-3 16,2-1-2-16,0 1 0 0,6 3 0 0,0 1-2 16,0-6 1-16,5 5 2 15,0-5-2-15,6-6-2 0,2-1 1 0,2-6 0 16,0-1 0-16,2-3-1 0,-1-2 7 0,2 3 3 15,0-4 20-15,1 1 11 0,1-2 18 0,1-2 17 16,-3 3 10-16,3-3 13 0,0 0-11 0,0 0 1 16,0 0-10-16,-6 3-10 0,6-3 1 0,0 0-21 15,0 0-29-15,0 0-45 0,0 0-52 0,0 0-59 16,0 0-72-16,10-15-102 0,-10 11-281 0,5 0-642 0,-1 1 284 0</inkml:trace>
  <inkml:trace contextRef="#ctx0" brushRef="#br0" timeOffset="96694.14">3800 9847 230 0,'0'0'243'0,"5"-3"-14"0,-5 3-16 16,6-2-12-16,-6 2-18 0,0 0-17 0,0 0-15 0,3-3-19 0,-3 3-10 15,0 0-13-15,0 0-16 0,2-2-10 0,-2 2-13 16,0 0-15-16,0 0-8 0,0 0-9 0,-12 10 0 16,4-3-6-16,-8 3-4 0,-6 4-2 0,-4 1-2 15,-2 2-1-15,1 2-3 0,-4 2-3 0,3-4 0 16,0-1-2-16,3 3-4 0,4-2-1 0,2-5-1 16,5 1 2-16,-1 0-5 15,2-1-1-15,3-3-2 0,1 2 0 0,2-1-1 16,2-1-4-16,1 0 5 0,4 0 3 0,4 2-5 15,0-1 3-15,4-1 1 0,7 4-1 0,8 2-4 16,4-2 8-16,1 0-6 0,4 1 2 0,1-1 0 16,-1 1 0-16,0-3-5 0,4 2 6 0,-6 0-5 15,0-1 0-15,-6 2-1 0,-6-5-2 0,-4 2-1 16,0-2-3-16,-5-1-2 0,-4 1 2 0,0-2 0 0,-2 4 2 0,-8 0 10 16,-4-4-1-16,-8 5 1 0,-10 2 3 0,-2-4 3 15,-2 0-3-15,-2 0 5 0,1-2 2 0,-5-1 0 16,5-3-2-16,0-2 2 0,0 1 2 0,3-1-4 15,1-2 3-15,6 0 0 0,3 0-3 0,6 0 0 16,-1 0 4-16,5 0 8 0,1 0 9 0,2-2 0 16,1 2-2-1,5 0-22-15,-4-7-40 0,4 7-31 0,13-5-33 16,-2 0-25-16,7-2-36 0,12-1-69 0,-3-1-166 16,2 2-422-16,-1-1 187 0</inkml:trace>
  <inkml:trace contextRef="#ctx0" brushRef="#br0" timeOffset="96994.38">4164 10260 112 0,'0'-4'331'0,"1"1"-12"16,-1 3-17-16,0-5-15 0,0 5-23 0,3-4-30 15,-3 4-22-15,0 0-21 0,0 0-21 0,0 0-23 16,0-4-13-16,0 4-18 0,0 0-18 0,0 0-11 0,0 0-12 0,0 0-10 15,0 0-12-15,0 0-4 0,0 0-4 0,1 14-8 16,-1-8 1-16,0-1-6 0,1 1-4 0,1 1 3 16,-2 0-9-16,1-2 2 0,1 2-5 0,0 2 1 15,-1-1-4-15,0-1-21 0,-1-2-10 0,0 2-18 16,1 0-6-16,1 0-9 0,-2-2-9 0,1 0-13 16,-1-1-13-16,1 0-11 15,-1-4-6-15,-1 7-5 0,2-5 2 0,-1-2-1 16,0 5 6-16,0-5 12 0,0 0-51 0,0 0-71 15,0 0-155-15,-14-10-392 0,11 5 174 0</inkml:trace>
  <inkml:trace contextRef="#ctx0" brushRef="#br0" timeOffset="97163.65">4136 9999 147 0,'-1'-6'273'0,"-2"0"-5"0,2 0-11 0,-2 1-11 16,3 0-15-16,-1 2-26 0,0 0-19 15,-2-3-21-15,3 6-26 0,0-5-28 0,0 5-35 0,0 0-38 16,0 0-46-16,0 0-41 0,0 0-12 0,0 0-4 16,0 0-45-1,0 0-17-15,3 13-194 0,-3-13-347 0,2 9 154 16</inkml:trace>
  <inkml:trace contextRef="#ctx0" brushRef="#br0" timeOffset="97526.37">4342 10164 72 0,'2'3'154'0,"1"-1"-17"16,-3-2-17-16,1 5-15 0,2-1-1 0,-3 2 3 16,0 0-8-16,1 2-13 0,-1 1-6 0,0 3-8 15,0-2-2-15,2 2-6 0,-4 1-10 0,2 1-1 16,2-3-8-16,-4 0 2 0,4 0-4 0,-2-2-6 0,-2-3-3 0,4 0 2 15,-2-2 14-15,0 0 29 0,0 0 26 0,0-4 30 16,3 5 33-16,-3-5 35 0,0 4 40 0,0-4 20 16,0 0 8-16,0 0-22 0,0 0-28 0,9-12-21 15,-5 4-19-15,1-1-18 0,1 1-15 0,0 1-21 16,1-2-3-16,-2 2-19 0,0 2-13 0,-2 0-8 16,-1 2-11-1,2-2-10-15,-1 2-11 0,-1 1-13 0,-2 2-31 16,5-2-35-16,-5 2-16 0,0 0-5 0,12 5-8 0,-7-1-33 15,0 4-26-15,3 0-35 0,-2 3-39 0,3 4-40 16,1 0-53-16,-6-4-358 0,2 3-693 0,1-3 307 16</inkml:trace>
  <inkml:trace contextRef="#ctx0" brushRef="#br0" timeOffset="98943.99">4974 10031 130 0,'0'-5'232'0,"0"1"-13"0,3 0-19 15,-1-3-19-15,5 2-17 0,-2 1-19 0,4 1-14 0,1-2-16 16,1 4-11-16,3-2-10 0,3 2-13 0,2 2-7 15,0 2-7-15,-1 3-9 0,9 4-6 0,-9 0-7 16,-3 2 5-16,6 5-16 0,-7-1-7 16,1 4-3-16,-6-3-4 15,-2 3-2-15,0 6-3 0,-6 0-1 0,-3 0-1 0,-4 2 0 16,-3-1-4-16,-3-2 1 0,-3-2-1 0,-1 1 2 16,1-5 0-16,2-3-2 0,-1-1 5 15,1-2 6-15,3-3 5 0,-4-1 10 0,5-4-1 16,-1 2 12-16,2 0 8 0,2-5 14 0,1 1 33 0,-2 0 20 15,5-3 39-15,2 0 31 0,-8 2 4 0,8-2-22 16,0 0-14-16,-1-12-25 0,4 2-11 0,4 0-16 0,2-5-19 16,1-3-2-16,8-2-13 0,0-4-9 0,3 1-18 0,2 0-12 15,1 1-16-15,-5-1 2 0,3 3 1 16,-8 8 0-16,2-3 0 0,-7 6-5 0,1 2-6 16,-1 1 3-16,-5 2-5 0,2-1-17 0,-1 2-19 15,-3-1-34-15,3 2-18 0,-5 2-2 0,0 0 6 0,0 0 7 16,-2 11 9-1,-5-4 6-15,2 3 9 0,-1 2 10 0,-2 1-6 16,-1 3 1-16,2 0 7 0,0 0 2 0,2 0-2 16,2-5 3-16,2 1-8 0,0-1 1 0,3-1 1 15,1 2 9-15,10 0 6 0,2-3-26 0,12 2-45 16,3-5-51-16,6-2-76 0,4-4-316 0,12-1-581 16,-2-1 257-16</inkml:trace>
  <inkml:trace contextRef="#ctx0" brushRef="#br0" timeOffset="99497.22">5888 9871 2 0,'0'0'203'0,"1"-5"-21"0,-1 5-26 15,0 0-10-15,0 0-14 0,0 0-14 0,0 0-10 16,-9 10-7-16,-1-4-16 0,-3 5-2 0,0 0-6 0,-6 2-1 16,-5 4-11-16,0 0-4 0,0 0-5 0,0 0-4 15,0 3-4-15,1-3-6 0,1 0-7 0,3 1-2 0,5-4-2 16,1-1-5-16,3-1-5 0,0-2-2 16,3 1-3-16,1-2-1 0,6-2-1 0,-4 2 3 15,2 0-4-15,2 0 7 0,2 0-1 0,6-2-4 0,1 3 2 16,7-1 0-1,4 1-1-15,4 0-2 0,3-1-6 0,1 3 10 16,1-4-9-16,-3 2 1 0,-6-2-2 0,-2 1-5 16,0-1 7-16,-1-2-8 0,-6 2-2 0,-2-2 2 15,-1 0 0-15,-4 0-1 0,-3 1 5 0,-1 1 4 16,-5-1 7-16,-3 0-4 0,-5 2 0 0,-6 2-5 16,-4-2 1-16,-5 0-1 0,0 2-1 0,1-4 1 15,7-2-11-15,-10 4 0 0,2-6-15 0,0 2-33 0,1-2-35 0,4-3-29 16,4-3-52-16,1 0-147 0,5 0-339 0,4 1 150 15</inkml:trace>
  <inkml:trace contextRef="#ctx0" brushRef="#br0" timeOffset="99781.62">6036 10176 87 0,'0'-3'336'0,"4"-1"-13"0,-4 4-19 0,1-5-20 0,0 2-25 15,-1 3-32-15,0 0-22 0,0 0-18 0,0 0-29 16,0 0-3-16,4-2-30 0,-4 2-19 0,0 0-13 16,0 0-8-1,0 0-5-15,4 8-12 0,-4-3-4 0,0-1-11 16,0 1-3-16,0 0-8 0,0 2-2 0,0 0-7 0,3 3-1 16,-3-1-2-16,0 0-3 0,0 2-4 0,0-2-2 15,0 1 10-15,0 0-14 0,0-3 4 0,0-1-12 16,1 0-3-16,-1 0-14 0,0-2-18 15,0 0-7-15,0 0-13 0,0 0-13 0,1-2-4 0,-1-2-4 16,0 0 2-16,0 6-1 0,0-6-3 0,0 0-5 0,0 4-4 16,0-4-100-16,0 0-281 0,-2-12-496 0,-1 7 220 15</inkml:trace>
  <inkml:trace contextRef="#ctx0" brushRef="#br0" timeOffset="99950.68">6049 10010 132 0,'-4'-4'347'0,"4"-2"-15"0,0 0-28 0,0 2-20 16,0 4-24-16,-3-5-30 0,3 1-22 0,0 4-30 15,-1-5-29-15,1 5-31 0,0-4-47 0,0 4-35 16,0 0-32-16,0 0-30 0,0 0-34 0,0 0-28 16,13 10-33-16,-7-7-46 0,-2 2-199 0,0 2-395 15,-3-3 175-15</inkml:trace>
  <inkml:trace contextRef="#ctx0" brushRef="#br0" timeOffset="100329.16">6349 10115 242 0,'0'0'281'0,"0"0"-31"0,-5 3-27 0,5-3-27 0,0 0-23 16,0 0-18-16,0 4-17 0,0-4-14 0,0 8-10 15,3-3-11-15,-2 2-12 0,-1-2-5 16,0 3-13-16,0-2-8 0,0 5-6 0,0-5-5 0,0 4-6 16,1-4-6-16,-1-1-3 15,0 3-3-15,1-4-2 0,-1 0-5 16,0-4 2-16,2 7-5 0,-2-5 2 0,0-2 17 16,1 3 21-16,-1-3 26 0,0 0 22 0,1 4 24 15,-1-4 13-15,0 0 12 0,0 0-16 0,0 0-17 0,12-9-13 16,-7 1-6-16,0 4-18 0,4-3-9 15,-5 2-6-15,2 0-3 0,-1 1-22 0,-1 1 1 16,1-2-3-16,-2 2-4 0,1 1-3 0,-4 2-14 0,6-2-6 0,-6 2-20 16,4-1-21-16,-4 1-22 0,0 0-24 0,13 5-24 15,-7-2-25-15,-1 1-26 0,5 1-36 0,-2 3-32 16,1 1-33-16,1-1-73 0,0-1-232 0,2-2-590 16,-2 0 261-16</inkml:trace>
  <inkml:trace contextRef="#ctx0" brushRef="#br0" timeOffset="100752.11">6726 10117 25 0,'1'-9'364'0,"-1"2"-14"0,4 0-12 0,-4 0-15 16,0 2-26-16,0 0-21 0,3 0-22 0,-2 2-26 16,-1 3-28-16,0-5-25 0,0 5-20 0,1-4-17 15,-1 4-23-15,0 0-22 0,0 0-2 0,0 0-25 0,0 0-7 0,0 0-11 16,1 14-8-16,-2-4-1 0,0-5-3 0,0 7-9 15,-2-1-2-15,3 2-1 16,0-3-1-16,-1 2-6 0,1 1 2 0,0-1-5 0,1 0 4 16,-1-2-2-16,4 2 1 0,-2-3 3 0,1 0 3 0,1-1-5 15,4 0 6-15,-1-2-4 0,3-1 8 0,1 0 7 16,0-3-6-16,1 0-4 0,3-2-3 0,-2 0 9 0,0-4 10 0,-1-1 10 16,1 0 11-16,-1 0 5 0,-1 0-7 0,-2-3 0 15,1-1 0-15,-2-4-3 0,0 1-3 0,-3-1-5 16,1-4-9-16,-3-3-6 0,-2-4-8 0,-5 5-5 15,-1 2-11-15,-4-7-2 0,0 4-8 0,-1 6-1 16,-5-1-6-16,-2 4 4 0,-2 3-6 0,-2 1 3 16,1 2-6-16,-1 0 4 15,1 5-3-15,-3 1 0 0,5 4-3 0,0-1-4 16,5 0-4-16,2 1-21 0,-1 2-19 0,6-1-14 16,-3 1-2-16,4 1 7 0,1-2 11 15,2 2 3-15,2-1 11 0,2 2 4 0,6-1 7 0,2 1 7 16,5 1 1-16,7-2-6 0,9-1-27 0,1 0-34 15,4-4-49-15,-2 3-53 0,3-6-62 0,-4-4-301 16,2 2-607-16,-6 1 269 0</inkml:trace>
  <inkml:trace contextRef="#ctx0" brushRef="#br0" timeOffset="100983.65">7093 9771 8 0,'-3'-2'199'0,"3"2"-29"0,0 0-16 0,0 0-15 16,0 0-14-16,7 20-15 0,-1-10-16 0,0 8-8 15,7 4 5-15,-3 8 13 0,3 4 12 0,5 8 2 0,0 3-7 16,-4-2 5-16,-4 5 1 0,-2-12-7 16,-6-2-9-16,0 3-11 0,-5-3-4 0,-3 0-8 15,-3-2-5-15,-4-1-8 0,-5-2-1 0,-6-1-4 0,-3-3-25 0,-13 9-37 16,-2-8-60-16,-6-2-69 0,-6-4-274 0,4-3-437 15,-2-8 193-15</inkml:trace>
  <inkml:trace contextRef="#ctx0" brushRef="#br0" timeOffset="101568.14">4914 9825 128 0,'0'0'276'15,"0"-5"-27"-15,0 5-30 0,0 0-24 0,0 0-24 0,0 0-19 0,-13 7-19 16,3 5-13-16,-3 10-14 0,-5 2-14 0,3 10-8 15,-4 10-10-15,2 4-9 0,2 3-3 0,1 2-14 16,8-7-3-16,2 4-3 0,1-1-7 0,7-13-8 16,10 8 7-16,0-10-1 0,13 5 0 0,6-2 2 15,13-7-4-15,9-5 2 0,8-3-15 0,32 0-68 16,4-4-103 0,-10-14-237-16,-24-1-422 0,1-6 187 0</inkml:trace>
  <inkml:trace contextRef="#ctx0" brushRef="#br0" timeOffset="103018.76">7843 9748 143 0,'6'-3'189'0,"-5"1"-20"16,2-1-6-16,1 2-17 0,-4 1-8 0,6-3-14 15,-6 3-5-15,4-1-16 16,-4 1-11-16,3-4-10 0,-3 4-14 0,0 0-5 15,0 0-8-15,0 0-6 0,0 0-6 0,4 6-6 16,-4-6-4-16,-8 11-2 0,0-2 4 0,-4 3-6 16,-1 1-7-16,-5-3-1 0,-4 7-7 0,-1-1 4 15,-3 1-3-15,4 0-1 0,1 0-2 0,-1 0-2 16,2 0 0-16,7-5 1 0,-3 2 1 0,3 0-3 16,-1-1 1-16,2-1-6 0,6-2 0 0,-1-1-3 15,1 1 4-15,2-3-5 0,0-3 5 0,3 4 1 0,2-3-1 0,2 2-2 0,2-2 3 16,8 2 0-16,1 2-1 0,5-4-2 15,8 5 1-15,1-2 1 0,2-1-5 0,2 1 0 16,0-1 3-16,-1 2-1 0,-2-1 1 0,0 1 0 16,-10-1-1-16,0 1-4 0,-4 1-1 0,-5-3 4 15,-1 3-2-15,-2-3-2 0,-1 3 1 0,-6-1 5 16,-5 0 5-16,-3 1 1 0,-4 3 1 0,-10 3 2 16,-2-1-1-16,-4-4-3 0,0 0 4 0,-2 1-4 15,-2-4 0-15,2 1 0 0,-2-2-1 0,2-1 1 0,1 0 0 0,3-1-5 16,3-1 3-16,4-3 3 0,2 2-4 0,3-3 2 15,4 1 0-15,2-1-13 0,2-1-30 0,1-2-24 16,6-1-35-16,-1 4-32 0,12-10-67 0,-1 2-106 16,7 1-323-16,0 0 144 0</inkml:trace>
  <inkml:trace contextRef="#ctx0" brushRef="#br0" timeOffset="103288.43">8213 10123 185 0,'3'-3'288'0,"-3"3"-10"15,4-3-16-15,-4 3-14 0,1-5-25 0,-1 5-21 0,0 0-22 16,4-2-19-16,-4 2-18 0,0 0-21 0,0 0-11 16,0 0-8-16,0 0-17 0,0 0-10 0,0 0-9 0,8 5-7 15,-8-2 2-15,2 4-14 0,1-3-3 0,-3 0-8 16,1 3-3-16,3 0-2 0,-3 0-3 15,3 0 0-15,-3 0-5 0,-1 1-4 0,3-2-20 16,-2 2-16-16,-1-3-21 16,3 2-14-16,-3-2-30 0,1 2-28 0,-1-2-23 15,1-2-19-15,-1 1-6 0,0-4-37 0,0 0-178 16,-2 5-402-16,2-5 179 0</inkml:trace>
  <inkml:trace contextRef="#ctx0" brushRef="#br0" timeOffset="103435.62">8229 9943 188 0,'-3'-7'244'0,"3"-2"-23"0,0 4-19 16,0 2-20-16,0-4-20 0,0 2-21 0,0 5-33 15,0-3-44-15,0 3-28 0,0 0-8 0,0 0-28 16,0 0-38-16,0 0-28 0,7 11-35 0,-7-11-128 16,2 9-248-16,1 1 111 0</inkml:trace>
  <inkml:trace contextRef="#ctx0" brushRef="#br0" timeOffset="103805.19">8519 10060 166 0,'0'0'261'0,"0"0"-30"0,0 0-26 0,0 0-24 16,6 1-19-16,-6-1-14 0,0 5-19 15,0-5-14-15,0 8-11 0,-1 0-15 0,1 1-8 0,0 3-9 16,-3 0-3-16,1 0-8 0,0 0-5 0,-1 0-7 16,-1 1-4-16,3-1-2 0,-1-2-7 0,1-3-3 15,1 0-3-15,-1 0 0 0,0 0-4 0,-1-4-2 0,1 2 7 0,1-5 23 16,-1 6 28-16,1-6 42 0,0 4 14 0,0-4 28 16,0 0-2-16,0 0-9 0,0 0-15 0,0 0-19 15,10-13-14-15,-1 4-10 0,-4 1-6 0,4 0-7 16,-1 0-12-16,0 0-13 0,0 2-3 0,-1 1-8 15,-2 2-4-15,0-2-10 0,1 2-3 0,-1-1-17 16,-1 2-22 0,1 1-20-16,-1-1-19 0,-4 2-11 0,11 0-21 15,-3 2-23-15,-3 0-23 0,3 3-25 0,-3 0-30 16,4 2-28-16,0-2-40 0,0 3-274 0,0-1-564 0,0-2 251 16</inkml:trace>
  <inkml:trace contextRef="#ctx0" brushRef="#br0" timeOffset="104321.71">9012 9994 191 0,'0'0'262'0,"3"-2"-22"0,-3 2-22 0,0 0-18 0,0 0-25 15,2-3-19-15,-2 3-19 0,0 0-14 0,0 0-15 16,0 0-14-16,0 0-11 0,0 11-6 0,1-5-10 16,-1 3-5-16,0 2-11 0,-1 2-5 0,1-3-5 0,0 7-4 0,1 3-4 15,-1-5-3-15,-1 2-4 0,1 2 0 0,-2-1-5 16,2 0 0-16,-3-1 1 0,2 0-4 0,-1-2-6 15,1-5 1-15,1-1 1 0,0 1 0 0,-1-3-1 16,1-3 2-16,0 2 15 0,0-3 39 0,1 3 24 16,-1-6 29-16,-1 4 35 0,1-4 40 0,0 0 26 15,0 0 17-15,0 0-11 0,0 0-26 0,0 0-20 0,8-13-20 16,-3 3-11-16,1-2-17 0,3-2-16 0,0 1-12 16,-4-4-11-16,5 3-14 0,3-3-7 0,-4 2-9 0,-5 6-3 15,5-1-8-15,-3 3-3 0,-2 0-6 0,-1 2-8 16,-1 2-8-16,1-2-8 0,-2 1-22 0,2 2-22 15,-2-1-27-15,-1 3-32 0,0 0-12 16,0 0 11-16,0 0 6 0,15 5 10 16,-8 1-9-16,-1 0-15 0,0 3-26 0,1-1-19 15,0 1-19-15,4 4-18 0,0 1-35 16,-3-3-31-16,2 2-26 0,0-2-69 0,-2-5-241 16,2 4-621-16,-1-5 275 0</inkml:trace>
  <inkml:trace contextRef="#ctx0" brushRef="#br0" timeOffset="104775.87">9481 10032 191 0,'0'-6'356'0,"0"-1"-19"0,0 2-28 0,0 1-32 16,1 1-24-16,-1 3-37 0,0-5-10 0,0 5-32 15,3-3-21-15,-3 3-18 16,0 0-19-16,0 0-11 0,0 0-11 0,0 0-16 15,2 15-6-15,-2-8-5 0,0 3-10 0,4 2-6 16,-4 5-4-16,1-3-8 0,-1 6-2 0,3-3-5 16,-2 1 1-16,3-3 8 0,-4 2-16 0,4-4-4 15,0 3 2-15,0-4 5 0,-3-2-14 0,5 0 8 16,-2-1-2-16,1 0-7 0,2-3 8 0,-5 1-4 16,6-2 3-16,-2-2 11 0,2-1 25 0,-3-2 5 0,4-1 10 0,2-1-3 15,0-2 5-15,0-3 10 0,1-1-9 0,1-1-12 16,-1-1-4-16,0-5-9 0,-3 1-5 0,0-1 2 15,-2-3-7-15,-2 1-3 0,1-8-13 0,-4-2-11 16,-2 0-6-16,-2 2-6 0,-1 5 2 0,-7-5-10 16,-2 4 6-16,1 4 1 0,-2 2 13 0,-4 2-18 15,2 4 0-15,-5 0-5 0,2 3 0 0,0 0 0 0,0 3-1 0,1 2-2 16,2 1 3-16,-4 3-6 0,6-1 3 0,1 6-6 16,1-1 1-16,0 1-18 0,3 3 0 0,2-1 3 15,2 1 5-15,4 2 0 0,2-4 5 0,6 5 6 16,6 0 7-16,11-3 2 0,10 2-42 0,2-6-52 15,18 1-62-15,4-3-74 0,2-3-118 0,2-3-193 16,-2 0-597 0,-3-3 264-16</inkml:trace>
  <inkml:trace contextRef="#ctx0" brushRef="#br0" timeOffset="105840.25">10405 10122 74 0,'10'-4'109'0,"4"1"-3"0,-2-1 1 0,4-1-4 15,2 0 5-15,-1-3 4 0,-2 4 1 0,-1-1 8 16,2-2 10-16,-5 2 11 0,-1-1 5 0,-1 0 12 15,0 1 15-15,0-1 8 0,-4 1 10 0,-1 1-13 0,1 0 0 16,-1 0-10-16,0 0-13 0,-3 0-16 0,-1-1-17 16,0 1-12-16,0 4-18 0,-5-6-10 0,0 2-19 0,-7 1-13 15,-3 1-2-15,-4 1-17 0,-4-1-3 0,-4 4-6 16,-2 1 2-16,-2 1-5 0,-1 1-3 0,1 2-3 16,3-1-2-16,0 3-3 0,1 2 3 0,3 1-3 15,7-6-3-15,-3 4-3 16,7-1-1-16,-1 1-22 0,5-2-10 15,0-1-4-15,4 2 1 0,0-2-1 0,1 1 3 16,0-3 8-16,4 3 2 0,3-2 6 0,2 2 1 16,5-1 5-16,2-2 2 0,5-1-2 0,4 1-6 0,7-5 3 15,2 0 2-15,-1 0-2 0,0-2 4 0,-2-5 5 16,1 4 14-16,-5-3 10 0,-6-2 14 0,2-1 23 16,-4-1 17-16,-1-1 31 0,-2-1 8 0,-1-2 7 0,0-1-1 0,-5-2-18 15,3-11-20-15,-4 1 0 0,0-4-6 16,-4 4-13-16,-1-2-3 0,0-3-10 0,-1 3 8 15,1 3-8-15,-4 0-6 0,2 6-3 0,-2 3 7 16,4 0 5-16,-2 6-8 0,0 2-4 0,0 0-2 0,2 1 2 16,-2 1-15-16,1 3-11 0,0 1-25 0,0-2-41 15,1 5-47 1,0 0-3-16,0 0 5 0,0 0 13 0,0 12 8 16,0 0 8-16,-2 4 14 0,4 0-4 0,-1 5 9 0,1-1 0 15,1 5 9-15,0-2 2 0,-1 5 3 16,4-2 6-16,-2-2 3 0,0-5 1 0,-1-1 6 0,-1 0 2 0,2-6-2 15,-3-1 3-15,3-1 4 0,-2-3 4 16,1 0 2-16,-3 0 12 0,1-3-14 0,2 1 8 0,-3-1-3 16,4-1 15-16,-4 0-10 0,0-3 2 0,1 5-1 15,-1-5 6-15,0 0-1 0,0 0-8 0,0 2-12 16,0-2-14-16,0 0-19 0,0 0-27 0,0 0-26 0,0 0-36 16,0 0-35-16,0 0-55 0,0 4-31 15,0-4-244-15,0 0-538 0,10-12 239 0</inkml:trace>
  <inkml:trace contextRef="#ctx0" brushRef="#br0" timeOffset="106294.14">10986 9881 346 0,'2'-3'332'0,"-2"3"-18"0,2-4-18 0,-2 4-33 15,0 0-27-15,1-3-22 16,-1 3-25-16,0 0-20 0,4-3-20 0,-4 3-16 15,0 0-21-15,0 0-16 0,0 0-11 0,0 0-7 16,4 10-14-16,-4-6-3 0,0 4-11 0,0 0 1 16,-2 1-11-16,0 6-7 0,1-1 2 0,1-2-3 15,0 3-2-15,-4 0-2 0,4-3-4 0,0 0-2 16,1 0 0-16,2 0-2 0,0-3 1 0,-1 0-4 16,-2-1 2-16,4-3 2 0,-2 2-1 0,2 0 4 0,0-4 12 0,1 0 20 15,0-1 18-15,2 1 6 0,0-4 13 0,2 2 2 16,3-4 5-16,-2-2-1 0,2 0 1 0,-2-3-6 15,0 2-3-15,-1-5 1 0,1 2-6 0,0 0-8 16,-1-6-3-16,-1-2-9 0,-3-1-10 0,1 1-2 16,-3-1-8-16,-2-1-8 0,-2 1-6 0,-4 0-5 15,0 1-6-15,-3 0-1 16,0 2-2-16,-4 1-5 0,0 2-2 0,-2 2-4 16,-2 1 0-16,4 6-4 0,-6-2-4 0,5 2-5 15,-1 0 2-15,1 3-10 0,2 0 0 0,-2 5-7 16,4-2-43-16,-1 2-7 0,1 3 3 0,3-3 4 15,2 2 4-15,3 0 4 0,1 1 11 0,5 3 3 16,10-1 12-16,8 3 0 0,10-4-26 0,7 0-57 16,15 1-70-16,1-5-93 0,0-5-407 0,-1 0-740 0,-14-3 328 15</inkml:trace>
  <inkml:trace contextRef="#ctx0" brushRef="#br0" timeOffset="107512.11">3208 9634 15 0,'-4'-10'280'0,"2"5"-17"0,-2-4-16 0,0 3-23 15,2 0-17-15,0-2-18 0,1 4-18 0,1 0-20 0,-3 0-17 16,3 4-14-16,-1-5-16 0,1 5-36 16,-2-4-23-16,2 4-17 0,0 0-10 0,0 0 1 0,-7 19-5 0,1 0-3 15,2 6 1-15,-5 6-6 0,0 16-2 0,0 3 1 16,-1 8-3-16,-6 31 2 0,6-2-1 0,0 3 2 16,0-2-1-16,4-4-1 0,-2-2-1 0,4-25 2 15,8 4-3-15,-3 22 2 0,-1-25-1 0,7 22 0 16,-6-24 4-16,5 1-2 0,-1 1-2 0,-2 0 0 15,-3-3 0-15,-1-2 4 16,-1-3-5-16,-3-2 2 0,-2-14 0 0,0 0-3 16,1-2 4-16,-2-1 13 0,-2-2 18 0,-3-4 3 15,-1-3 6-15,5-5 3 0,-5-3 0 0,0 0 2 16,1-2 5-16,-3-2-5 0,1 0-2 0,3-5 6 16,-6-1 1-16,-1-1-7 0,-2-1-5 0,2-2-4 15,-1 0-5-15,2-2-4 0,-3-1-2 0,6 3-4 16,3-3-1-16,2 2 8 0,0-2-19 0,2 2-21 0,1 0-33 0,7 1-53 15,-8 0-55-15,8 0-49 0,0 0-51 16,0 0-164-16,0 0-449 0,15 5 198 0</inkml:trace>
  <inkml:trace contextRef="#ctx0" brushRef="#br0" timeOffset="108029.22">3483 11751 183 0,'-13'0'183'0,"8"3"-19"15,-4 1-16-15,0 3-13 0,-5 2-14 0,2 4-12 16,-3 1-10-16,1 6-1 0,-5 5-8 0,4-2-11 0,1 2-2 15,2-1-7 1,1 2-9-16,4-6-12 0,3 0 4 0,4 0-8 16,0-2-3-16,6-3 10 0,0 2 13 0,5-3 19 15,2-2 20-15,6-4 6 0,11 1 4 0,3-8-4 16,4-2-2-16,1-4-13 0,13-2-4 0,-16-4-3 16,-2 0-1-16,-2-4 5 0,-3 4 6 0,-5-4 5 15,-9 1-2-15,0-1 5 0,-4-2-12 0,-2 1-6 16,-6-2-11-16,-3-1-11 0,-5 1-10 0,-6-5-23 0,-4 3-18 0,-6 4-21 15,-1-1-23-15,-5 4-23 0,-3 4-31 0,-3 3-40 16,2 1-41-16,0 1-44 0,1 3-70 0,3 0-206 16,6 0-523-16,9-2 231 0</inkml:trace>
  <inkml:trace contextRef="#ctx0" brushRef="#br0" timeOffset="109046.29">3668 8845 63 0,'0'-3'344'0,"0"3"-42"16,0 0-3-16,3-6-27 0,-3 6-38 0,0 0-28 16,0 0-25-16,0 0-28 0,0 0-19 0,0 0-14 15,6 13-16-15,-6-7-8 0,3 1-11 0,-2 3-7 16,-1 2-13-16,0 1-2 0,0 3-8 0,0 2-6 15,-4 0-5-15,3-1-4 16,-4 0-3-16,1 0 1 0,-3-5-6 0,4 0-6 16,-1-5 3-16,0 0 0 0,4-3-6 0,-4 1-1 15,3 1 4-15,-2-3 32 0,2 0 42 0,1-3 52 16,0 4 28-16,0-4 11 0,0 0 3 0,0 0-18 16,0 0-19-16,1-14-15 0,2 4-19 0,2 0-14 15,-1-2-7-15,6-2-15 0,-1 1-11 0,-4 4-12 16,4-3-5-16,0 4-6 0,-4-1-7 0,-1 4-12 0,2 2-26 15,1-1-27-15,-1 3-19 0,-6 1-6 0,13 3-22 0,-3 2-8 16,2 0-19-16,-2 4-12 0,5 0-7 16,-2 4-18-16,2 1-28 0,-5 1-40 0,2 2-56 15,2-4-62-15,-5 1-310 0,1 1-678 0,-1-5 300 16</inkml:trace>
  <inkml:trace contextRef="#ctx0" brushRef="#br0" timeOffset="109362.64">3356 8918 115 0,'-19'5'304'0,"4"-3"-24"15,5 0-22-15,1-1-16 0,1 1 1 0,2-2-2 16,1 1-15-16,5-1-17 0,0 0-24 0,0 0-22 15,24-12-11-15,12 3-3 0,26-7-25 0,40-7-11 16,-7 0-16-16,5 0-8 0,-6-5-9 0,5-1-11 16,-1 2 1-16,3 3 6 0,-5-1 0 0,-7 4-5 0,-30 9 2 0,-5 0-17 15,-21 6-7-15,-6 0-7 0,-9 1 6 0,-4 3-3 16,-4-4 9-16,-1 4-4 0,-3 0-6 0,-2 2-32 16,-4 0-37-16,0 0-39 0,-26 5-48 0,0 2-66 15,-4 2-108-15,-3-1-288 0,2 2-621 0,2-3 275 16</inkml:trace>
  <inkml:trace contextRef="#ctx0" brushRef="#br0" timeOffset="111475.3">12415 10433 62 0,'0'0'157'0,"0"0"-16"0,0 0-1 16,0 0-4-16,-5 2 4 0,5-2-10 0,0 0 0 0,0 0-7 15,0 0 0-15,0 0-7 0,0 0-7 16,0 0 2-16,0 0-1 0,0 0-5 0,0 0-3 15,0 0-6-15,0 0-5 0,13-6-13 0,1 4-6 16,4-5 0-16,10 1 2 0,6 2-2 0,2-5-3 0,0 2-3 0,1 2-3 16,0-3 1-16,-3 1-3 0,2 0-8 0,-5 1-5 15,-3 0-6-15,-13 3-3 0,-2 0-4 0,0 1-6 16,-3-1-16-16,-2 2-18 0,-4 1-25 0,2-3-28 0,-6 3-3 16,0 0-5-16,0 0-6 0,0 0-22 15,-15 15-10-15,3-10-32 0,-2 0-33 0,1 2-211 16,3-2-411-16,-8 2 182 15</inkml:trace>
  <inkml:trace contextRef="#ctx0" brushRef="#br0" timeOffset="111753.88">12489 10655 173 0,'-4'2'198'0,"2"1"-12"0,-2-2-15 16,4-1 0-16,0 0 5 0,10 6-7 0,10-6-11 16,11-2-14-16,4-1-10 0,4 1-15 0,16-6-9 15,4 1-10-15,-3 0-11 0,6-3 4 0,-2 4-6 16,-2-2-5-16,-4-1-11 0,-16 4-5 0,-6 1-3 0,-5 0-10 0,-8 1-3 16,-2 1-3-16,-7 0-4 0,-1 2-3 0,-2 0-4 15,-1-3-6-15,-1 1-1 0,-5 2-3 0,5 0-15 16,-5 0-22-16,0 0-22 0,0 0-38 0,-23 7-49 15,9-5-34-15,-3 3-269 0,6-2-458 0,1 0 203 16</inkml:trace>
  <inkml:trace contextRef="#ctx0" brushRef="#br0" timeOffset="112609.3">13946 9889 104 0,'-9'-1'208'0,"9"1"-14"0,-5-2-9 16,5 2-12-16,0 0-9 15,-5-3-9-15,5 3-7 0,0 0-15 0,0 0-12 16,0 0-14-16,0 0-12 0,0 0-7 0,0 0-12 16,24-1-3-16,-5 0-8 0,12-2-5 0,5 1-5 15,3-2-7-15,14-2-8 0,0 1-4 0,-2 1-5 16,-11 1-1-16,-2-2-7 0,2 0-18 0,-8 4-13 16,-3-2-14-16,-10 2-9 0,-1 1-19 0,-5 0-15 0,-2 0-14 15,-3 0-2-15,-8 0 2 0,1 1-6 0,-1-1-9 0,0 0-18 16,-20 4-7-16,7-1-18 0,-3 0-106 0,-4 1-262 15,-1-1 115-15</inkml:trace>
  <inkml:trace contextRef="#ctx0" brushRef="#br0" timeOffset="112972.25">14246 9876 41 0,'-8'0'84'0,"5"2"33"15,3-2 16-15,0 0 17 0,-11 0 14 0,11 0 5 16,0 0 9-16,-9-2 1 16,9 2-1-16,0 0-9 0,0 0-6 0,0 0-16 15,-7 0-14-15,7 0-15 0,0 0-10 0,0 0-18 16,0 0-14-16,-7 0-29 0,7 0-11 0,-1 5-6 15,0 0-4-15,2 4-3 0,-4 3-9 0,2 8-6 0,-3 7 1 16,1 4-2-16,-1 1 0 0,0 3 4 16,0 12-3-16,1-11 4 0,1 11-9 0,-1-12 2 15,3 2-1-15,2-2 1 0,-1-1 3 0,-2 0-3 0,2 0 0 0,-1-2 2 16,-1-3-2-16,1-3 4 0,-2 1-4 0,1-10 2 16,0 3 2-16,-2-4 1 0,2 0 4 0,-4-5 3 15,1-2 0-15,-2 2 2 0,-3-2 3 0,-4-4 10 0,0 0 0 16,-6-3 5-16,-2 2 10 0,-2-3-6 0,1-3 4 0,-5-1 4 15,6 0 7-15,-2-2-3 0,2 1-8 0,0-4-2 16,3 2-6-16,-1 0 3 0,6 0-5 0,3 0 12 16,1 3 8-16,0 1-7 0,5-1-6 0,-1 0-7 15,0 0 2-15,0 0-7 0,5 3-9 0,-4-2-19 16,4 2-32-16,-6-2-30 0,6 2-15 0,0 0-20 16,0 0-32-16,0 0-31 0,20 7-42 0,-14-4-297 15,6 1-536-15,-2-2 238 0</inkml:trace>
  <inkml:trace contextRef="#ctx0" brushRef="#br0" timeOffset="113241.26">14522 10493 230 0,'0'0'364'0,"0"0"-43"0,0-5-28 16,0 5-33-16,0 0-31 0,0 0-21 0,0 0-28 16,0 0-33-16,0 0-20 0,0 0-14 0,0 0-9 15,5 17-14-15,-5-10-7 0,1 5-12 0,2 6-5 16,-2 0-10-16,2-3-2 16,-2 4-5-16,3-3-4 0,-3 2-7 15,3 1-5-15,-1-1 1 0,1-1-3 0,-2 0-1 16,3-1-2-16,-1-2-19 0,-2-4-37 0,1-2-33 0,2 2-43 15,-2 0-40-15,1-3-66 0,-2-2-248 0,3-3-496 16,-2 0 219-16</inkml:trace>
  <inkml:trace contextRef="#ctx0" brushRef="#br0" timeOffset="114358.9">15584 9889 183 0,'0'0'214'0,"0"0"-19"16,-3-4-21-16,3 4-18 0,9-3-18 0,-1 2-10 15,2-2-13-15,11 1-12 0,-3 4-12 0,2-2-3 16,3 0-10-16,6 3-8 0,1 1-7 0,-1 4-4 16,-2-2-8-16,0 5-1 0,-9-2-2 0,5 4-8 15,-3 6-8-15,-2-2-7 0,-5 0 2 0,-3 7-4 0,-4 2 0 0,-3 1-3 16,-3 4-3-16,-8 2-1 0,-6 0-2 0,-8 8 2 15,-3-1-6-15,1-10 1 0,-11 5 0 0,-1-2 0 16,8-10 11-16,0-3 0 0,-1 0 1 0,1-1 4 16,0-4 3-16,2-1 1 0,4-2 1 0,3-2 3 15,6-5-9-15,3-1 2 0,1 0 1 0,3-2-2 16,1 2 7-16,-3-1 14 16,4-3 14-16,2 2 7 0,-2 0-8 0,4-2-1 15,0 0-7-15,0 0-5 0,0 0-3 0,27-4-7 16,-6 1-4-16,10 1-6 0,2-3-1 0,2 0-2 15,3 1-5-15,2-1 1 0,12 0-2 0,-1 2-4 16,-12-1-1-16,-5 1 1 0,-2 1-5 0,-3 1 1 16,-2 0-2-16,-5 1-1 0,-9-1-2 0,-3-1-1 15,0 2 1-15,-1 0-1 0,-5 0 1 0,-4 0 1 0,13 0-8 16,-13 0 7-16,6 0-14 0,-6 0-7 0,0 0-18 16,0 0-26-16,0 0-34 0,0 0-38 0,0 0-42 0,0 0-74 15,-23-7-202-15,21 5-484 0,-1-1 215 0</inkml:trace>
  <inkml:trace contextRef="#ctx0" brushRef="#br0" timeOffset="114876.01">16836 9776 205 0,'0'0'239'0,"1"-4"-23"15,-1 4-20-15,2-3-22 0,-2 3-19 0,0 0-19 0,0 0-19 16,0 0-15-16,0 0-9 0,0 0-9 0,-14 8-11 0,3 1-5 15,-5 4-8-15,-6 1-9 0,-2 5-3 0,-3 0-8 16,0 2-2-16,4-3-3 0,-4 4-3 16,4 2-1-16,-1-4-9 0,2 0 3 0,4 1-8 0,-1 0-2 15,5-6 3-15,3 1-7 0,-1 0-1 0,7 0 3 16,0-2 0 0,1 1 3-16,7-4-5 0,2 5 1 0,5-3 1 15,3 1-7-15,9 0-2 0,3 1 0 0,2-2 0 16,2-3 1-16,3 1 1 0,0 1-6 0,-2 0 1 0,0-3 0 15,-2 2 0-15,-8-3-1 0,-1-2 4 16,0 2-2-16,-8-2-4 0,1 0 2 0,-2-1-5 16,-4 1 1-16,1-1-1 0,-4 0 2 0,-3 0 5 0,-2 2-3 15,-7-1-4-15,-6 2 8 0,-4 0 2 0,-8 1-2 0,-1 0 0 16,-2-2 0-16,4 1 3 0,-4-3-1 0,3 1-2 16,8-2-1-16,-4-2 1 0,0 1-8 0,3-1-6 15,3 1-17-15,3-3-18 0,3 0-26 0,3 0-45 16,3-3-68-16,0 0-145 0,5 3-357 0,6-8 158 15</inkml:trace>
  <inkml:trace contextRef="#ctx0" brushRef="#br0" timeOffset="115129.59">17034 10188 157 0,'0'-3'332'0,"2"-1"-3"0,-1 1-13 15,0-1-17-15,-1 4-10 0,1-3-40 0,-1 3-32 0,3-4-20 0,-3 4-10 16,0 0-38-16,0 0-24 0,0 0 2 0,0 0-27 16,0 0-11-16,0 0-11 0,0 0-7 0,7 14-8 15,-8-9-10-15,4 3 1 0,-3 3-7 0,1-1-7 16,0 1 4-16,1 0-14 0,0 1-4 0,0 4-21 16,0-3-14-16,-2-3-12 0,0 1-13 0,0-1-16 15,1 0-21-15,-1-1-13 0,-1 1-26 0,1-4-25 0,0 2-15 0,0-3-4 16,0-1-3-16,-2 1 1 0,2-2-5 0,0-3-54 15,0 0-146-15,0 0-392 0,-7-12 174 0</inkml:trace>
  <inkml:trace contextRef="#ctx0" brushRef="#br0" timeOffset="115283.01">17070 9983 250 0,'1'-10'284'0,"-1"5"-16"0,0-1-21 16,3 0-25-16,-3 1-21 0,0 3-27 0,0-3-31 15,0 5-42-15,0-5-20 0,0 5-18 0,0 0-28 16,10 9-28-16,-7-6-30 0,-1 5-29 0,6 1-31 16,-3 1-41-16,0-1-175 0,-1 1-325 0,2 0 144 15</inkml:trace>
  <inkml:trace contextRef="#ctx0" brushRef="#br0" timeOffset="115646.64">17401 10118 36 0,'0'0'305'0,"0"0"-31"0,0 0-32 0,5 0-30 0,-5 0-23 16,0 0-20-16,0 0-17 0,4 7-12 16,-3-2-21-16,-1 2-12 0,0 0-14 0,0 4-9 15,-1 0-7-15,1 1-8 0,-4 3-8 0,3 2-4 0,-2-3-7 16,-1 2-2-16,2-5-7 0,1 0-9 0,-2 0 4 15,2-2-5-15,-2-2-1 0,3-2-2 0,-1 0-1 0,0 0 3 16,-1-2 21-16,2-3 24 0,-1 4 30 0,1-4 20 0,0 0 18 16,0 0 2-16,0 0-18 0,0 0-7 0,14-10-13 15,-6 2-16-15,2-2 0 0,2-2-12 0,1-1-9 16,-1 0-5-16,0 1-14 0,-1 3-1 16,-3 0-3-16,-1 4-6 0,-1-2-9 0,1 2 0 0,-2 1-9 15,-1 0-2 1,1 2-14-16,-1-1-25 0,0 2-20 0,-4 1-4 15,7 0-10-15,0 2-17 0,-2 2-10 0,3 1-23 16,-2 2-22-16,4 2-19 0,-2 2-27 0,1-2-31 0,5 1-46 16,-8 0-279-16,3-1-569 0,2-1 252 15</inkml:trace>
  <inkml:trace contextRef="#ctx0" brushRef="#br0" timeOffset="116085.3">17893 10082 328 0,'1'-10'343'0,"3"-1"-9"0,-3 6-22 0,1-2-22 16,-2 2-33-16,1 1-29 0,0 0-22 0,-1 0-27 15,0 4-25-15,3-4-23 0,-3 4-20 0,0 0-28 0,0 0-12 16,0 0-7-16,0 15-11 0,2-3 1 0,-2-3-10 16,0 8-3-16,-4 1-5 0,3 0-5 0,0 2-1 15,0 4-3-15,-1-4-2 0,1-1-2 0,2 0 0 16,1 1 1-16,-1-3-6 0,0-2 0 0,0-1 2 15,3-3-5-15,-1-2-2 0,-1 0 7 0,1-4-3 16,2 2 3-16,1-2 19 16,-2-2 12-16,5-1 8 0,0 0 14 0,5-4 4 15,-4 0-7-15,2-2 4 0,6-3 4 0,-3-2-16 16,-3-1-5-16,-1-2 1 0,2-2-14 0,-3-2-2 16,-1-2-8-16,-3-2-9 0,0-7-9 0,-4 1 0 15,-3-6-10-15,-3 3-4 0,-7 3-2 0,0-1 16 16,-5 2-20-16,-2 3 4 0,-4 1-6 0,8 7 0 15,-9-2-4-15,4 8 2 0,2 0-3 0,-1 2-1 0,-1 2 2 16,5 3-7-16,1 2-6 0,-3 2 7 0,-2 2-2 0,8 3-7 16,-4 2-12-16,2 3-6 0,7 3 3 0,5 1 17 15,4 1-4-15,11 3 5 0,7-1 7 0,14-2-8 16,14 1-34-16,11-2-50 0,28 0-66 0,-25-12-83 16,27 2-337-16,-30-7-641 0,-3-4 284 0</inkml:trace>
  <inkml:trace contextRef="#ctx0" brushRef="#br0" timeOffset="117249.06">19009 9651 187 0,'5'-3'200'0,"2"-1"-13"15,-3 1-8-15,1-1-11 0,-1 1-5 0,-1 1-10 16,1-2-11-16,-4 4-12 0,8-4-15 0,-8 2-14 15,0 2-10-15,0 0-11 0,0 0-12 0,5 0-11 0,-5 0-3 16,0 0-9-16,-7 12-6 0,-3-3-5 0,-5 4 0 0,-9 6-8 16,-3-1 1-16,2 3-5 0,-1-3-3 0,0 3-1 15,1-2-1-15,1 1-2 0,-3 1-3 0,7-2-2 16,0-1-1-16,5-4-1 0,2 0-2 0,2 2 1 16,2-3-1-16,1 2-1 0,4-3 0 0,2-1 0 15,2 0 4 1,1 1-2-16,4-2 0 0,6 4 3 0,4-2-1 15,0-2-1-15,6-2-2 0,7 3 1 0,5 1-3 16,-1-2 2-16,0-1-1 0,2 1 0 0,-2 2-1 0,0-3-1 16,-5 2-1-16,-7-5-4 0,-3 3 4 0,-3 1-14 15,-2-3-4-15,-6 2 1 0,-2-2 2 16,1 3 0-16,-5-5 2 0,-6 4 1 0,-2 2 3 16,-9 2 2-16,-2-3-3 0,-4 2 4 0,-5 1 0 0,3-5 1 0,-1 1 0 15,0 0-1-15,5-2 4 0,2-2-1 0,-1-1-2 16,1-1-5-16,6 0-6 0,2-1-8 0,3-1-2 15,-1 0-10-15,4-3-95 0,2-2-234 0,6-1-392 0,2-2 174 16</inkml:trace>
  <inkml:trace contextRef="#ctx0" brushRef="#br0" timeOffset="117502.76">19412 10048 288 0,'3'-3'284'0,"-3"3"-18"0,4-2-25 0,-4 2-26 16,0 0-25-16,6 0-17 0,-6 0-25 0,0 0-16 16,0 0-15-16,5 6-10 0,-3 1-13 0,-1-3-10 0,0 5-5 0,-2-2-11 15,1 4-9-15,-1-2-5 0,1 5-5 0,0-4-2 16,-2 1-8-16,2 1 0 0,0-1-5 0,2 1-26 16,-2-2-24-16,-2 0-21 0,2-1-24 0,0-2-21 15,0 1-27-15,-2-3-17 0,2 2-15 0,-2-5 3 16,2 2 0-16,0-4 15 0,0 7 14 0,0-7 9 15,0 0 12-15,0 0-171 0,0 0-278 0,-4-13 123 0</inkml:trace>
  <inkml:trace contextRef="#ctx0" brushRef="#br0" timeOffset="117634.2">19397 9910 175 0,'-1'-17'261'0,"-2"5"-15"16,3 0-21-16,0 2-19 0,-1 0-15 0,1 3-20 15,-1 0-19-15,-1 4-16 16,1-3-30-16,1 2-47 0,0 4-45 0,0 0-14 15,0 0-24-15,0 0-30 0,0 0-24 0,0 0-61 16,12 10-136-16,-9-4-297 0,3 3 132 16</inkml:trace>
  <inkml:trace contextRef="#ctx0" brushRef="#br0" timeOffset="117950.87">19755 10039 93 0,'0'0'250'0,"0"0"-26"16,2 4-23-16,1-3-27 0,-3-1-15 0,1 8-13 0,-1-3-19 15,3 0-12-15,-2 5-11 16,0 2-12-16,-1-1-13 0,0 2 1 0,0-1-15 16,0 0-8-16,-1 0 1 0,1 0-7 0,-1-1-7 15,1-2-4-15,1-3 4 0,-2 2-8 0,1-4-3 0,0 1-1 0,0-1 29 0,-3-1 35 0,3-3 29 16,3 4 31-16,-3-4 31 0,0 0-2 0,0 0-24 15,0 0-12-15,16-11-9 0,-7 5-22 0,7-5-11 16,-5 5-9-16,1-1-9 16,0 2-16-16,-1-2-7 0,0 2-8 0,1 2-12 15,-1 1-28-15,-1-1-8 0,3 3-41 0,1 0-23 16,4 5-20-16,-1 0-30 0,1 2-37 0,-2 1-46 16,1 4-58-16,-2-3-324 0,2 1-616 0,-2 0 273 15</inkml:trace>
  <inkml:trace contextRef="#ctx0" brushRef="#br0" timeOffset="119237.12">20332 9914 76 0,'0'-4'298'0,"-2"-2"-6"0,0 0-7 15,2 1-17-15,0 5-23 0,-1-7-17 0,1 3-23 16,0 4-19-16,1-4-24 0,-1 4-15 0,0 0-15 0,0-5-32 16,0 5-24-16,0 0-23 0,0 0-8 15,0 0-8-15,0 0-2 0,-1 20-5 0,-1-9 0 16,-1 4-7-16,-1 2 0 0,2 6-2 0,-1-1-3 0,1 3-2 15,-2 0 4 1,1 0-5-16,-1-7 2 0,3 3-3 0,-2-1 1 16,2-3-1-16,-2-2-4 0,3-3 3 0,-2-2-1 15,0-3-6-15,2-1 7 0,0 1 0 0,0-2 21 0,0 0 41 16,0-1 44-16,0-4 51 0,0 4 34 16,0-4 16-16,0 0-15 0,0 0-24 0,7-10-19 15,-2 1-18-15,2-1-11 0,1-4-15 0,4 1-10 0,2-8-8 16,0-3-16-16,-5 7-7 0,4 0-10 0,-3 0-7 0,-1 0-8 15,0 2-4-15,-5 3-5 0,4 3-4 0,-3 1-7 16,-3 2-4-16,3 1-7 0,-2 0-20 0,-3 3-21 16,4-2-33-16,-4 4-33 0,0 0 1 0,0 0 5 15,11 9 15-15,-7-3 1 0,0 1 11 0,0 6 2 16,1-1 8-16,-1 0 4 0,5 2-4 0,-4 3-5 16,0 0-17-16,0-1-23 0,2 1-10 0,-2-4-29 0,2-3-23 0,-2 2-28 15,0 0-32-15,1-2-30 0,0-1-41 0,0-2-312 16,-2-2-640-16,5 0 284 0</inkml:trace>
  <inkml:trace contextRef="#ctx0" brushRef="#br0" timeOffset="119690.93">20823 9932 7 0,'1'-10'364'16,"2"2"-6"-16,-2 1-20 0,2 3-8 0,-2-2-24 15,-1 2-22-15,3-1-31 0,-3 0-27 0,1 3-26 16,-1 2-32-16,1-5-10 0,-1 5-31 0,0-4-39 16,0 4-18-16,0 0-8 0,0 0-8 0,5 11-7 0,-2-4-2 0,-2 7-6 15,0 4-4-15,-2 3-5 0,1 4-1 0,4-1-8 16,-4 1 0-16,1-6 1 0,-1 1-2 0,3-2-4 16,1 2-1-16,-2-2-3 0,3 0 16 0,1-1-15 15,0-3 1-15,-3-2-2 0,5-3 2 0,-4 2 3 16,3-5-3-16,0 1 1 0,1-3-1 0,-2 0 16 15,3-3 16-15,3-1 9 16,-2-1 1-16,1-2 11 0,-2-1-3 0,0-1 5 16,0-2-5-16,1 0-12 0,-2-5-3 0,1-3-11 15,1-2 0-15,-1-1-4 0,-4-8-14 0,3-2-7 16,-5-1-14-16,-5-3-35 0,1-3 1 0,-4 3-2 16,-4 5 7-16,0 0 2 0,-4 1 2 0,4 9 1 15,-6-3 3-15,-4 3-6 0,1 6 4 0,1 1 1 16,-3 3 3-16,1 1-6 0,-2 2 4 0,5 4 4 0,0 0-5 15,-2 2 2-15,5 2 1 0,2 4-2 0,-1-3-2 0,1 5-8 16,3 0 5-16,3 5 3 0,1-4 0 0,8 4 3 16,4 2 7-16,7 4 1 0,8-1 3 0,8-4-12 15,15 6-30-15,4-11-64 0,2 0-67 0,7-4-84 16,-5-4-278-16,1-3-589 0,-1-3 261 0</inkml:trace>
  <inkml:trace contextRef="#ctx0" brushRef="#br0" timeOffset="120354.64">22249 9988 47 0,'-1'-10'284'16,"-1"3"-30"-16,0 1-17 0,-1-3-29 0,-4 1-20 15,-1-1-16-15,0 4-22 0,-3-2-16 0,-7 2-15 16,0 4-12-16,-2 1-11 0,-10 0-9 0,-2 3-13 15,0 2-4-15,-3 5-9 16,2 0-8-16,-1 0-4 0,2 3-7 0,-1 2-5 16,6 0-1-16,4 1-4 0,0-1-6 15,5-1-5-15,4-1 0 0,0 1-5 0,4 1 0 0,2-4-4 16,2-1 3-16,2-2-6 0,2 3 1 0,0-3 2 16,4 2 3-16,-1-5-1 0,4 2-5 0,6-2 18 15,2 0 9-15,6-1 0 0,3-3 2 0,6-1 0 16,0-3-3-16,-1-4 7 0,3 0 8 0,-5-3-1 0,1-2 3 0,-2-2 19 15,-7 1-6-15,2-6-1 0,-4-4 4 16,-5 6-5-16,-1-9-5 0,0-4-3 0,0 0 0 16,-6-1-7-16,0-3-3 0,1 2-3 0,-4-1 3 0,0 1 3 15,0 3-8-15,-4 0 13 0,1 4 2 0,1 6 6 16,-2 3-5-16,2 4 3 0,-2 1-12 0,4 2-2 16,-2 2-8-16,-1 2-17 0,3-1-3 0,0 2-37 0,-3 0-35 15,3 4 0-15,0 0 0 0,-5 12 6 0,0-1 10 16,1 6 2-16,-4-1 7 0,0 8 4 0,0-1 0 15,3 4 2-15,1 4 1 0,2-13 3 0,4 3 13 16,-4-2-9-16,4 1 5 0,3 5 7 0,-2-2-9 16,1-6 5-16,2-1-1 0,-1-5 10 0,-1 1-1 0,0-3 2 15,2-1-5 1,-5-1 3-16,3-2-12 0,-2 2-24 0,0-4-8 16,2 1-33-16,-4-1-19 0,3 0-20 0,-1 1-24 15,2-3-29-15,1 1-48 0,-5-2-270 0,0 0-527 0,14-5 233 16</inkml:trace>
  <inkml:trace contextRef="#ctx0" brushRef="#br0" timeOffset="120771.36">22399 9849 266 0,'2'-5'347'0,"1"1"-12"0,-1 2-8 0,0-1-28 15,-2 3-35-15,2-3-24 0,-2 3-23 0,3-5-27 16,-3 5-19-16,0 0-26 0,2-2-21 0,-2 2-16 15,0 0-16-15,0 0-2 16,4 14-13-16,-4-6-8 0,0 2 6 0,0 4-23 16,-2 3-2-16,2 2-6 0,0 0-5 0,0 0-2 15,-2-1-7-15,4 0 4 0,-2 0-9 0,2-3-2 16,0 2 2-16,-2-8-5 0,2 3 0 0,-1-3-1 16,0-1 1-16,2-3-2 0,-2 3 3 0,2-4 1 15,1 1-2-15,0-3 24 0,1-2 16 0,3 1 5 0,0-1-2 16,3-3 15-16,2-1 2 0,-2 1-5 0,0-4-9 0,3 1-9 15,-1-8-1-15,2 1-5 0,-3 0-11 0,-1-3-6 16,0 0 18-16,-2-8-25 0,-3 5 1 0,-1-1-8 16,-2-5-6-16,-5 0-1 0,-4 7-9 0,2 0 8 15,-5 1 7-15,-1 1-12 0,-3 0-2 0,-1 4 4 16,-1 0-16-16,-2 4 2 0,4 0-4 0,1 4 1 16,1 1-3-16,-3 1-1 15,3 0 2-15,-1 4-5 0,2-1-5 0,2 0-5 16,2 2-19-16,0 2 18 0,3 2-13 0,4 0 7 15,8 3 9-15,13 4 5 0,13 1 1 0,18 2-16 16,14-5-44-16,28 5-62 0,-4-5-61 0,-26-4-74 16,2-7-375-16,26 2-702 0,-33-3 311 0</inkml:trace>
  <inkml:trace contextRef="#ctx0" brushRef="#br0" timeOffset="122093.23">15332 9526 116 0,'-2'-3'170'0,"2"3"-15"15,-3-3-11-15,3 3-18 0,-4-3-8 16,4 3-10-16,0 0-14 0,-2-3-10 0,2 3-14 15,0 0-6-15,0 0-4 0,-10 6-4 0,3 1-8 0,3 5-15 16,-7 4-1-16,-2 11-8 0,-1 2 0 0,-5 16-5 16,-4 1-2-16,2 7 0 0,-3 32 6 0,2-1 20 0,4 3-11 15,-1-2 6-15,1 4-5 0,9-6-2 0,7-23-2 0,-1 1-2 16,3 21-7-16,2-27 1 0,1 4 0 16,5-1 4-16,-4-3-5 0,6 1-8 0,-5-3 4 15,-1-5-2-15,1-2-2 0,-3-12 0 0,-4-2-1 16,4-4 0-16,-4-2-2 0,2-5-1 0,-4-4 3 0,3 0 23 15,-3-5 1 1,-1-2 11-16,-1-1 6 0,-2-1 0 0,-3-1 0 16,-1-2-4-16,-2-1-4 0,-4-1-4 0,0-3-2 15,3 0-5-15,0-2-2 0,1 1-4 0,2 0-5 16,3-1-1-16,1 1-3 0,1 2-23 0,0-2-41 16,7 1-42-16,-9 5-29 0,5-1-26 0,3 0-15 15,-1 3-191-15,4-1-379 0,2 3 168 0</inkml:trace>
  <inkml:trace contextRef="#ctx0" brushRef="#br0" timeOffset="122473.23">15629 11743 244 0,'0'0'261'0,"-7"-1"-26"15,7 1-32-15,0 0-20 0,-10 6-20 0,6-3-15 0,-5 5-17 16,1 2-16-16,-3 3-15 0,0 2-8 0,0 0-11 0,1-1-9 16,4 0-6-16,-1 1-10 0,2-1-2 0,3-2-9 15,2-1-2-15,1 0-5 0,1-1 1 0,6-4-1 16,5 0 7-16,6-1 0 0,13-5 0 0,0-4-3 15,5-1-2-15,-2-6 7 0,-2-2 18 0,-5 1 23 16,0-4 38-16,-10 5 43 0,-5-1-5 0,-2-4-7 16,-2 0-13-16,0-2-4 0,-6 0-18 0,-2-2-11 0,-1 4-17 0,-4-1-10 15,-5 2-12-15,0-2-19 0,-5 4-14 0,-3 1-44 16,1 3-26-16,-6 1-29 0,2 0-25 0,-3 6-41 16,2 0-31-16,3-1-44 0,3 2-60 0,2 1-302 15,1 0-609-15,4-2 270 0</inkml:trace>
  <inkml:trace contextRef="#ctx0" brushRef="#br0" timeOffset="123443.75">15506 9128 78 0,'1'-7'312'0,"0"1"-15"16,1 2-19-16,-1-1-33 15,0-2-23-15,-1 5-27 0,0 2-24 16,2-5-23-16,-2 5-33 0,0 0-14 0,0 0-11 0,0 0-11 15,0 17-8-15,-2-7-6 0,0 3-4 0,-2 7-7 16,-3 3-6-16,-1 3-3 0,-1-1-3 0,0-2-3 16,-1 4-6-16,2-3-13 0,1-5-2 0,0-2-1 15,1 0-1-15,-1-7-4 0,5-1 2 0,-1-1 1 16,-1-3-2-16,3 0 1 0,-2-1 29 0,2 1 37 0,0-2 36 16,1-3 29-16,0 0 19 0,0 0 12 0,0 0-19 0,0 0-22 15,5-13-5-15,0 1-10 0,4-2-12 0,1-2-15 16,7-5-9-16,-6 7-17 0,1 2-4 0,-3 2-7 15,1 2-8-15,-3-1-10 0,-1 4-22 0,1-2-27 16,1 6-31-16,0-2-24 0,1 3-6 0,0 3-11 16,3 2-2-1,0 0-18-15,-2 3-9 0,3 2-20 0,-3 4-17 16,4 0-19-16,-1 1-34 0,0-2-25 0,-3 1-55 16,-2-4-224-16,-1 0-548 0,-1-1 243 0</inkml:trace>
  <inkml:trace contextRef="#ctx0" brushRef="#br0" timeOffset="123698.11">15264 9232 61 0,'-23'-4'267'0,"7"2"-1"16,1-2 5-16,4 4-5 0,-3-2-7 0,8 0-10 0,-2 2-14 15,4-3-20-15,-2 2-21 0,6 1-22 0,0 0-17 16,28-10-15-16,22-6-11 0,11 0-14 0,27-6-15 0,7 3-6 15,-3-5-13-15,-1 4-13 0,-4 1-3 0,-22 5-5 0,23-8-4 16,-23 9-10-16,-6-3-6 0,-3 0-16 16,-18 7-13-16,-3 0 1 0,-7 4-23 0,-9-1-8 15,-6 4-15-15,-3-1-24 0,-5 1-39 0,-5 2-42 0,0 0-35 16,0 0-73-16,-34 13-232 0,8-9-519 0,-2 4 230 16</inkml:trace>
  <inkml:trace contextRef="#ctx0" brushRef="#br0" timeOffset="132122.01">23376 10144 58 0,'-8'-1'156'16,"8"1"-11"-16,0 0-14 0,-5-1-2 0,5 1-13 0,0 0-6 16,0 0-9-16,0 0 2 0,0 0-12 15,0 0 3-15,-6-2-4 0,6 2-4 0,0 0-3 16,0 0-2-16,0 0-5 0,0 0 0 0,0 0-6 15,0 0 1-15,0 0-3 0,0 0 0 0,0 0 0 0,0 0 7 16,0 0 0 0,0 0 1-16,0 0-3 0,0 0 3 0,0 0-9 15,0 0-6-15,19-5-11 0,-1-1-4 0,10 2-5 16,4-3-2-16,5 1-5 0,17-3-6 0,-2-3 0 0,3 3-4 16,-4 1-2-16,-15-1-2 0,0 1-1 15,1 6-4-15,-5-6 3 0,-4 4-4 0,-9 1-10 16,-2 1-15-16,-6-1-24 0,0 0-31 0,-6 2-26 15,0 1-33-15,-5 0-38 0,0 0-58 0,-17-3-157 0,5 6-408 0,-8-3 180 16</inkml:trace>
  <inkml:trace contextRef="#ctx0" brushRef="#br0" timeOffset="132353.47">23619 9980 179 0,'-4'-10'288'0,"4"2"-1"0,-3 0-7 16,2 2-14-16,1-1-21 0,-1 5-22 0,1-1-26 16,-3-1-26-16,3 4-36 0,0 0-45 0,0 0-13 15,0 0-11-15,-10 16-5 0,5 3-6 0,-1 7-7 16,1 5-3-16,-1 5-5 16,0-3 0-16,2 13-5 0,2 0 0 0,2-9-4 15,2-3-11-15,2 2-34 0,0-2-46 0,2 0-58 16,-2-3-62-16,-3-1-244 0,3-11-459 0,4-4 203 15</inkml:trace>
  <inkml:trace contextRef="#ctx0" brushRef="#br0" timeOffset="133494.51">24522 9693 33 0,'0'0'178'0,"-6"0"-9"16,6 0-4-16,-9-1-10 16,9 1-8-16,0 0-16 0,0 0-11 0,0 0-11 15,0 0-9-15,0 0-8 0,0 0-7 0,0 0-7 16,0 0-7-16,41-3-5 0,-11 1-7 0,4 0-8 16,0 0-3-16,17-3-5 0,2 2-9 0,0-2-1 0,-1 2-15 15,-13 1 7-15,-2-3-2 0,-1 5-1 16,-2-2-11-16,-5-2 2 0,-11 3 1 0,-6-1-9 15,0 1-9-15,-4 0-11 0,-5 0-6 0,-3 1-21 0,0 0-6 0,0 0-8 16,-20 0-8-16,3 0 1 0,-3 1-5 0,-2-1 5 16,0 2-3-16,-6 0 15 0,0 1-8 0,7-1 14 15,2 0 3-15,-1 3-2 0,5-5 0 0,1 3 14 16,2-3 7-16,1 2-4 0,0-2 11 0,5 1 11 16,0-1 1-16,6 0 17 0,-9 1 6 0,5 0 13 15,4-1 14-15,0 0 8 16,-9 0 8-16,9 0 6 0,0 0 2 0,0 0 3 15,-8-1-8-15,8 1 3 0,0 0-15 0,-5 1-5 16,5-1-2-16,0 0-5 0,0 0-11 0,-10 3-3 16,6 1 1-16,0 1 6 0,-1 4-7 0,0 2 2 15,-4 5-1-15,-1 8-1 0,2 2-3 0,-2 3 11 16,1 1 0-16,0 4-2 0,3 1-2 0,-2 10-2 16,6-9 0-16,0-2 0 0,-2 0-5 0,8 2 0 0,-4-3 0 0,-2-3-5 15,2 1-1-15,2-2-4 0,-2-3 3 0,-2 1-2 16,0-9-2-16,2-3-3 0,-1 1 2 0,1-3-1 15,-1-2-3-15,1-4 1 0,-3 2 5 0,-1-3 6 16,-1 0-1-16,-2-2 3 0,0 0-3 0,-4-4 1 16,-4 3 0-16,-2-6 1 0,-1-2 9 0,0 1 2 15,0-3-2-15,-1-1 11 0,5 1-5 0,1 0 1 0,-1 2-2 16,5-4-8-16,-4 3 0 0,6 1-2 0,-2 0-1 16,4 1-4-16,-3 0-5 0,4 0-5 0,0 3-20 0,0-2-31 15,1 1-46-15,3 2-40 0,0 0-17 16,0 0-23-16,0 0-88 0,0 0-139 0,0 0-426 15,18 4 188-15</inkml:trace>
  <inkml:trace contextRef="#ctx0" brushRef="#br0" timeOffset="133972.03">24962 10214 281 0,'0'0'260'0,"0"0"-29"15,0 0-31 1,0 0-20-16,14-4-18 0,-4 1-18 0,4 3-14 0,4 0-14 15,3 3-9-15,1-2-12 0,7 3-8 0,-9 3-14 16,-1-3-6-16,-1 2-8 0,-4 1-7 0,-1-1-11 16,-3 3-5-16,-2-2-5 0,-3 3-6 0,-2 0-4 15,-2 1 3-15,-6-1-5 0,-3 4-5 0,-7-2 0 16,-1 3 0-16,0-3-3 0,-3-3-1 0,-1 1 1 16,3-1-1-16,1-2-1 0,4-2 2 0,0-1-5 0,2 1 0 15,2-1 2-15,2-2-3 0,2 0-3 0,0 1-4 16,1 0 0-16,2 1 7 0,1-4 0 0,7 7-1 15,2-3-5-15,2 1 3 0,4 3 1 0,3-2-2 16,0 2-3-16,1-1-4 0,-1 0 6 0,0 0-1 16,0 2-2-16,-4 1 4 0,1-3-4 0,-6 1 2 0,-1 1-4 15,1-2 4-15,-5-2 2 0,-2 3 3 0,0-2 3 0,-5 2 4 16,-5-1-1-16,-7 5 1 0,-4-4 0 0,-12 4 0 16,-2-4-7-16,-3-1-12 0,-16 2-41 0,15-4-59 15,-3-1-119-15,-11-5-147 0,15 0-406 0,-2-3 180 16</inkml:trace>
  <inkml:trace contextRef="#ctx0" brushRef="#br0" timeOffset="135711.22">26109 9705 146 0,'-1'-4'193'16,"1"4"-7"-16,-2-7-13 0,2 7-13 0,0-5-13 0,0 5-8 15,2-6-10-15,-2 4-12 0,0 2-13 0,5-6-7 16,-1 4-10-16,1-1-10 0,2 0-8 16,2-1-7-16,3 0-6 0,2 1-7 0,3 0 1 15,2 1-8-15,0 0 0 0,-2 1-7 0,2 3-5 0,0-1-1 0,0 4-4 16,-1-1-2-16,-6 1-5 0,4 3-2 0,-7 1-3 16,0 3 0-16,-1 4-4 0,-6 2 0 0,-3-1 1 15,-8 10-1-15,-4-1 0 0,-6-1-1 0,-4 4-10 16,-1-3 10-16,-8 11-2 0,5-11-5 0,2 0 0 15,-1-4 3-15,1 0-1 0,-2-2 2 0,1-3-6 16,2-1 1-16,1-2 3 16,4-3-1-16,2-1 1 0,-1-3 1 0,8-1-3 15,-3 0 1-15,4-2 0 0,4 0 3 0,-3-1 21 16,2-1 15-16,1 0 17 0,3 0 9 0,2-2-5 16,-6 2 1-16,6-2-3 0,0 0-8 0,0 0-5 15,0 0-3-15,25-7-8 0,-4 2-2 0,2-3-6 16,8 1 7-16,1 1-11 0,4 1-3 0,1-3 1 15,1 3 0-15,-2 0-9 0,1 0-2 0,-4 1 0 0,-1 1-1 0,-5 3-2 16,-6-3-2-16,-4 2 2 0,-3 1-4 0,-2-3-2 16,-2 3 1-16,-3 0-3 0,-1 0-7 0,-6 0-11 15,10 0-20-15,-10 0-9 0,5 3-2 0,-5-3 8 16,-1 4-10-16,1-4-22 0,-11 3-27 0,4-1-39 16,1 0-49-16,-5 0-229 0,3-1-450 0,8-1 200 15</inkml:trace>
  <inkml:trace contextRef="#ctx0" brushRef="#br0" timeOffset="136390.25">27239 9531 148 0,'3'-4'200'0,"2"3"-11"15,-3-2-13-15,-2 3-15 0,1-3-20 0,-1 3-12 16,0 0-18-16,0 0-12 0,6-2-12 0,-6 2-12 15,0 0-9-15,0 0-3 0,-18 12-8 0,4-3-7 0,-5 1-3 0,-6 2-4 16,1 3-6-16,-3 2-7 0,0-3-4 0,-1 1-3 16,3 0-3-16,-2 1 0 0,1-1-2 0,0 2-4 15,4-3 1-15,-1 1-6 0,5-3 7 0,1-2-7 16,8-2 3-16,-1 1-4 0,2-2 4 0,3 0-5 16,0-2 3-16,0 0-8 0,5 2 3 0,1 0 4 15,4 0 3-15,6 1-5 16,5 1 1-16,2-3 5 0,1 3-4 0,8-1 2 15,2-2-4-15,-3 4-2 0,2-3 5 0,-1 1-4 16,-8 1-2-16,-1-2 0 0,1 1-2 0,-2 1-1 16,-7-4 2-16,-1 2 1 0,0 0-2 0,-4-2-4 15,0 5 2-15,-4-5 1 0,-3-1-1 0,-2 5 0 16,-5-1 3-16,-1 1 1 0,-4 0 0 0,-4-1-2 16,-1-3 0-16,-2 2 4 0,2-1-2 0,-8 2 1 0,9-5 0 0,-2 3 0 15,0-3-3-15,0-1 3 0,1 1 0 0,6-2-3 16,1 0-7-16,0 1-4 0,4-1-18 0,1-2-47 15,7 1-61-15,-4-4-185 0,4 4-347 16,0 0 154-16</inkml:trace>
  <inkml:trace contextRef="#ctx0" brushRef="#br0" timeOffset="136644.13">27354 9861 20 0,'4'-1'287'15,"-3"-3"-5"-15,4 3-16 0,-5 1-9 0,7-4-19 16,-6 2-26-16,-1 2-17 0,0 0-20 16,4-5-24-16,-4 5-19 0,0 0-2 0,0 0-25 0,0 0-16 0,0 0-7 15,0 0-10-15,4 8-6 0,-4-3-11 0,-2 2-5 16,1-2-4-16,0 2-7 0,-2 2-1 0,2-1-1 16,-2 3-7-16,-2 0 8 0,3 0-11 0,-1 0 0 15,3 1-8-15,-1-5-10 0,-2 4-16 0,2-2-5 16,-3-3-10-16,4 0-15 0,-1 0-14 0,-2-1-11 15,2 0-7-15,0 0-2 0,-2-3 0 0,3-2 2 0,-1 4 4 0,1-4-66 16,0 0-84-16,0 0-167 0,0 0-415 0,-13-13 184 16</inkml:trace>
  <inkml:trace contextRef="#ctx0" brushRef="#br0" timeOffset="136807.12">27371 9714 109 0,'1'-5'271'15,"-1"0"-18"-15,0 0-20 0,0 0-21 0,0 1-23 16,0 1-19-16,0 3-17 0,0-5-25 0,0 5-41 16,0-5-49-16,0 5-34 0,0 0-35 0,0 0-27 15,0 0-48-15,0 0-170 0,0 0-298 0,10 10 132 16</inkml:trace>
  <inkml:trace contextRef="#ctx0" brushRef="#br0" timeOffset="137145.51">27601 9808 73 0,'0'0'228'16,"0"5"-20"-16,0-5-24 0,0 5-21 0,-2-1-14 15,1 0-16-15,-1 2-13 0,0 4-15 16,-3-1-10-16,3 1-8 0,-1 0-15 0,-1 4-4 0,-1-4-5 15,3 2-9-15,-1-4-3 0,-1-1-7 0,3 0-5 16,-2 0 1-16,3-4-6 0,-1 1 3 0,0 1 23 16,-2-2 15-16,3-3 23 0,0 5 27 0,0-5 29 0,0 0 15 15,0 0 0-15,0 0 3 0,0 0-29 0,9-12-13 0,-2 7-12 16,1-2-19-16,0-3-9 0,1 2-5 16,0 1-10-16,1 2-11 0,-3-4-1 0,-1 5-12 15,1-3 2-15,-1 3-19 0,-1 0 12 0,-1 2-26 16,0-1-16-16,1 2-18 0,0-1-14 0,-5 2-16 0,13 3-20 15,-6 1-19-15,2 1-33 0,-1 0-29 0,2 2-35 0,-1 1-24 16,1-2-48-16,0 0-251 0,-1 1-544 0,5-2 241 16</inkml:trace>
  <inkml:trace contextRef="#ctx0" brushRef="#br0" timeOffset="137732.79">27979 9615 70 0,'0'0'236'0,"-3"-5"-16"15,3 5-20-15,0 0-24 16,5-5-23-16,-1 4-12 0,5 1-15 0,3 1-10 16,-1 1-13-16,8 2-14 0,-2 4-9 0,-3-5-10 15,1 4-6-15,1 1-11 0,-2 1-13 0,-4-1-6 16,0 1-1-16,-5 0-5 0,0 1-10 0,-1 1 0 15,-2 2-2-15,-4-1-2 0,-5 5-1 0,-2-2 1 16,-5 0-8-16,-4 3 5 0,0-5 1 0,-6 2-5 16,1-1-1-16,5-4 2 0,1-1-13 0,-1-1 10 0,3 0-1 15,2-2 0-15,0 1 4 0,4-4-7 0,2 2 3 0,0-4-7 16,2 2 11-16,-1 0-2 0,3-1 1 0,3-2-2 16,-6 3 0-16,6-3 4 0,0 0-2 0,9 2 5 15,2 1-3-15,-1-2 2 0,3 2-3 0,1-2 0 16,4 2-2-16,0 1-1 0,1-2-1 0,1 5 2 15,0-4-1-15,-2 3 0 16,-3 2-2-16,-3-3-3 0,-2 2 0 0,-1-2 0 16,-1 1-5-16,0 3 2 0,-4-4 6 0,-3 3-6 15,1-1 8-15,-4-1 1 0,1 4 5 0,-5-3 1 16,-2 4-1-16,-2-2 0 0,-5 0 3 0,1 0-5 16,-6 2 2-16,4-5-2 0,-2 2 2 0,1-1-5 15,-2-1-17-15,1 1-16 0,5-1-22 0,3-2-32 16,-2 0-47-16,2-2-52 0,5-1-146 0,0-2-353 0,5 1 156 0</inkml:trace>
  <inkml:trace contextRef="#ctx0" brushRef="#br0" timeOffset="138216.94">28505 9762 308 0,'2'-2'315'0,"-2"2"-18"0,0-6-27 16,0 6-32-16,1-4-26 0,-1 4-22 16,0 0-25-16,0 0-16 0,1-3-17 0,-1 3-14 15,0 0-12-15,0 0-13 16,4 13-9-16,-3-7-11 0,1 0-5 0,-2 3-12 16,1 1-7-16,-1 2-3 0,0 3 3 0,0-1-11 15,-1 3-6-15,1-5-2 0,0 5-3 0,2-2-5 16,1-1 1-16,-3-2-4 0,1-2-2 0,0 2 3 0,2-2-3 15,-2-2-3-15,2 0 6 0,-2-3-5 16,1-1 9-16,0 1-6 0,0-1 1 0,0-1 21 16,0-1 8-16,1 1 14 0,4-3 5 0,-7 0 6 0,11-3 3 0,-6 2-1 15,6-1-9-15,-1-3 7 0,-1-2-9 0,-1 0-4 16,2-2-14-16,-1 1 7 0,0-2-10 0,1-4-5 16,-1-2 0-16,2 0-9 0,0-6-18 0,-6 3 0 15,0-5-10-15,0 0-12 0,-3-1 2 0,-5 4 2 16,-1-3-10-16,-2 4 5 0,-4 3 1 0,-2 1-1 15,-1 1 1-15,2 1 0 16,-6 3-3-16,2 2 6 0,-2 0-4 0,1 6 0 16,3 0-1-16,-4 0-1 0,4 4-1 0,0 1-4 15,2 1 6-15,1 0-9 0,0 5 3 0,3 0 0 16,5 1 3-16,2 0 2 0,2 3 2 0,10 2 9 16,12 2 0-16,4 1 2 0,8-3-24 0,15 1-45 15,1-1-63-15,1-3-81 0,3-7-126 0,-1-4-200 16,-1 0-584-16,-15-4 259 0</inkml:trace>
  <inkml:trace contextRef="#ctx0" brushRef="#br0" timeOffset="139666.56">29411 9397 249 0,'0'0'235'16,"0"0"-23"-16,2-7-19 0,-2 7-18 0,2-2-20 16,-2 2-16-16,0 0-22 0,0 0-16 0,0 0-11 15,0 0-6-15,-20 6-10 0,9 1-2 16,-6 3-14-16,-9 5-4 0,2-1-7 0,-3 3-5 0,1 2-2 0,0-2-10 0,1 1 0 16,3 1 2-16,1-2-9 0,-1 0-1 15,7-5-7-15,1 0 0 0,1 2 1 0,5-5-4 16,2 2 0-16,-2 1-1 0,4 0-7 0,2-2 4 15,2 2-2-15,2 3-3 0,2-4 2 0,10 2-2 16,-1-2 3-16,5 2-1 0,8-1-2 0,2 2 0 16,0-2 0-16,2 0-2 0,5-2 6 0,-6 2-4 0,-1-4-3 0,-1 4 1 15,-6-3-2-15,-3-1-7 0,-6-1-10 0,-1-2-12 16,-1 0 1-16,-3-1-5 0,-3 0 4 0,0 3 4 16,-4-3 3-16,-2 1 4 0,-7 0 6 0,-3 2 0 15,-6-1 1-15,-2 1 3 0,-7-1 3 0,4-1 5 16,4-1-2-16,-3-3-1 0,0 4 6 0,4-4-2 0,-1-1 3 15,1-2 0 1,4 3 4-16,3-1-10 0,-1 0 5 0,5-1 1 16,7 1 4-16,-12-2-3 0,8 0-37 0,4 2-13 15,-3-5-98-15,9-2-180 0,4 0-351 0,4-2 155 16</inkml:trace>
  <inkml:trace contextRef="#ctx0" brushRef="#br0" timeOffset="139920.25">29741 9753 232 0,'4'-3'322'0,"-4"3"-31"0,2-3-21 15,-2 3-28-15,0 0-24 0,0 0-29 0,0 0-20 16,0 0-10-16,0 0-30 0,6-2-11 0,-6 2-22 16,0 0-19-16,0 0-5 15,1 9-8-15,-1-6-7 0,1 2-8 0,-1 2-3 16,0-2-4-16,-1 4-4 0,1-3-8 0,-1 1-4 15,1 0-20-15,-2 0-17 0,2 0-14 0,-1-2-29 16,0 3-18-16,2-3-24 0,-4 2-18 0,1 0-16 16,-1-1 0-16,2 0 4 0,-2-3 8 0,1 1 13 15,-2 0-29-15,4-4-171 0,-9-1-330 0,9 1 146 16</inkml:trace>
  <inkml:trace contextRef="#ctx0" brushRef="#br0" timeOffset="140067.4">29742 9565 41 0,'3'-5'285'16,"-6"-1"-28"-16,3 1-27 0,3 0-21 0,-6 1-26 16,3 1-37-16,0 3-44 0,0-5-62 0,0 5-31 0,0 0-14 15,0 0-25-15,0 0-24 0,0 0-55 0,0 17-109 16,3-10-235-16,1-2 104 0</inkml:trace>
  <inkml:trace contextRef="#ctx0" brushRef="#br0" timeOffset="140400.01">30016 9722 77 0,'0'0'208'0,"1"4"-22"0,-1-4-17 0,0 0-22 16,-3 6-14-16,2-1-12 0,0 1-13 0,0 3-15 0,-2-1-4 0,1 3-7 15,-2-1-13-15,1 0-7 0,1 2-7 0,0-2 1 0,1-5-8 16,0 3-9-16,-1-2 1 0,2-3-2 16,0 2-2-16,0-1 14 0,0-4 39 0,0 5 35 15,0-5 33-15,0 0 31 0,0 0 23 0,0 0 22 16,0 0-4-16,0 0-7 0,0 0-17 0,0 0-17 0,15-10-22 16,-9 6-15-1,-1 1-20-15,3-6-15 0,1 4-15 0,-1-2-8 16,0 4-11-16,-1-1-14 0,-2 1-16 0,2 1-26 15,0 1-27-15,-1-1-34 0,1 1-35 0,0-2-39 16,2 3-28-16,0 3-29 0,1 1-35 0,3-2-37 16,-3 3-39-16,3-1-307 0,-3 1-633 0,3 0 279 15</inkml:trace>
  <inkml:trace contextRef="#ctx0" brushRef="#br0" timeOffset="141817.74">30525 9616 115 0,'0'0'217'0,"0"-6"6"16,0 6-12-16,4-5 0 15,-4 3-9-15,0 2-11 0,4-5-16 0,-4 1-9 16,0 4-11-16,0-4-10 0,4 1-3 0,-4 3-23 15,1-4-15-15,-1 4-13 0,2-2-10 0,-2 2-12 16,0 0-18-16,0 0-14 0,0 0-22 0,0 0-17 16,0 0 0-16,0 0-3 0,0 12 0 0,0-2 2 15,-2-2 0-15,1 3 0 0,-3 1-2 0,0 4 1 16,0-1 0-16,0 2 2 0,0-2 2 0,0-1 0 0,1 3 0 0,-1-5-2 16,1 1 2-16,1-1 0 0,0-3 0 15,0 3 3-15,0-3-3 0,1-3 3 0,-3 1 3 0,4-2-1 16,0 0-3-16,-1-1 1 0,1 1 6 0,0-5 19 15,-2 5 15-15,2-5 14 0,0 0 15 0,0 5 12 16,0-5 13-16,0 0 9 0,0 3 7 16,0-3 12-16,0 0 9 15,0 0 10-15,0 0 3 0,0 0 9 0,0 0-3 0,0 0-18 16,8-12-28-16,-4 2-28 0,7-2-6 0,3-5-11 16,2-1-5-16,-2 2-5 0,-2 1-11 15,1 1-3-15,1-1-4 0,-1 1-3 0,1 2 0 0,-5 3-5 16,-1 1-4-16,1 0-2 0,-4 2-1 0,0 3-7 15,0 0-9-15,-2-2-9 0,1 3-33 0,-4 2-9 16,5 0-4-16,-5 0 0 0,8 7 3 0,-2-4 2 0,-3 2 6 16,3 4 2-16,-3 1 1 0,4 0-2 0,-5 2 5 15,3 0 17-15,-2 0-8 0,0 3 2 0,0-3-1 16,1 0 4-16,-2 0 5 0,0-1 1 0,1-2 4 16,0 2 0-16,-1-1-7 0,0-3 21 0,-2-2-18 15,1 2 6-15,-1-2-1 0,0-2 5 0,2 0 1 0,-2-3 2 16,0 6 3-16,0-6 4 0,2 2-2 0,-2-2-1 0,0 4 4 15,0-4 1-15,0 0 4 0,0 0 0 0,2 4-9 16,-2-4 9-16,0 0-4 0,0 0-2 0,0 0-8 16,0 0-17-16,0 0-14 0,0 0-22 0,0 0-29 15,0 0-36-15,0 0-34 0,0 0-28 0,0 0-30 16,0 0-371-16,2-12-631 0,-1 7 279 0</inkml:trace>
  <inkml:trace contextRef="#ctx0" brushRef="#br0" timeOffset="142302.51">31030 9610 87 0,'0'0'332'0,"2"-6"-25"0,-1 4-33 15,-1 2-29-15,1-4-24 0,-1 4-28 0,0-5-24 16,0 5-19-16,0 0-25 0,0 0-16 0,0 0-11 15,0 0-12-15,-1 14-9 0,0-2-5 0,-2-3-7 16,-1 2-12-16,0 3-3 0,2 0-9 0,-5 1-2 16,1 0-3-1,2 2-3-15,0-5-7 0,3 2 0 0,-3 0 2 16,4-2-1-16,-1-2-6 0,1 1-3 0,1 1 0 0,-1-3 0 16,0-2 0-16,4 3-3 0,-4-3 1 0,4-4 7 15,-3 1 5-15,2 1 21 0,3-2 7 16,-2-1 14-16,1-1 9 0,0-1 4 0,-5 0-2 15,17-1 12-15,-8-4-18 0,2 0 1 0,1-2 2 0,-2-2-2 16,4-3-13-16,-1 0-5 0,0-4 9 0,-2-1-33 0,1-6-17 16,-1-1-13-16,-1-1-8 0,-6-1-10 0,-4 1-7 15,0 1 2-15,-6-2 5 0,-4 3-4 0,1 5 4 16,-3 3-2-16,-2-1 5 0,-1 4-1 0,-2 2-1 0,-2 0 3 16,-3 4 2-16,3 0-6 0,-3 5-1 15,4 2 1-15,-1 4-3 0,3 1 4 0,0 0-6 16,0 4 6-16,2 0 1 15,1 3-1-15,4 2 3 0,4-3 2 0,5 4 4 16,1-1 8-16,8 3-7 0,3-2 5 0,10 1-9 16,5-2-27-16,5-1-42 0,3-3-48 0,2-2-63 15,15 0-90-15,-13-6-253 0,0 1-573 0,3-4 254 16</inkml:trace>
  <inkml:trace contextRef="#ctx0" brushRef="#br0" timeOffset="142987.82">31952 9699 264 0,'2'-5'301'0,"1"0"-25"0,-3 1-29 0,-2-3-27 15,0 2-23-15,-4 0-22 0,-3-2-17 0,-3 2-19 16,-6 2-11-16,-5 1-17 0,-5 1-8 0,1 1-13 15,-4 3-10-15,1-2-8 0,-1 5-7 0,3 1-7 16,6-3-4-16,2 3-11 0,2 0 0 0,0 2-9 0,-1-2-3 0,6 2-6 16,3-3-23-16,0 2-12 0,5-1 3 0,0-1-1 15,-1 0-3-15,3 3 3 0,1-4-1 0,2 4 4 16,3-3 2-16,2 0 6 0,-1 0-4 0,4-1 4 16,4 1 0-16,0-2 0 0,2-2 0 0,1 0 6 15,0-2 13-15,2-2 14 0,1 1 15 0,-5-3 15 16,5-1 9-16,-7 0 21 15,1-3 12-15,2-1 9 0,-3-5 25 16,2 2-10-16,-5-3-15 0,1 1-10 0,-1-6-15 16,1-4-9-16,1-2-7 0,-3 1-9 0,-2-7-5 0,-2 2-11 15,-1 0-2-15,-2 2-5 0,2-2-11 0,-2 4 7 16,0 7 2-16,0 4 1 0,-2 3-4 0,2 2-1 16,0 1-2-16,0 2-3 0,0 1-10 15,0 0-9-15,-2 3-18 0,0 0-44 0,2 3-22 0,0 0 7 0,0 0 1 16,-6 11 10-16,2 1 4 0,-1 5 9 15,-1 1-1-15,-1 9 6 0,-1 1 11 0,1-2-8 16,5 0 6-16,-2 3 2 0,2-11 2 0,-3 7 0 16,3-5 4-16,3-2 1 0,-1 0 2 15,1-5 8-15,-1 1-3 0,2-2 1 0,-1-3 0 16,-1-2 7-16,2-1-1 0,-2 2-8 0,3-2-11 0,-3-1-21 0,1-3-14 0,1 2-13 0,-1 0-10 16,-1-4-10-16,0 4-12 0,0-4-20 0,0 4-14 15,0-4-99-15,0 0-295 0,0 0-572 0,19-7 254 16</inkml:trace>
  <inkml:trace contextRef="#ctx0" brushRef="#br0" timeOffset="143404.2">32143 9572 32 0,'3'-4'362'0,"-3"4"-24"16,0 0-15-16,1-4-26 0,-1 4-30 0,0 0-34 0,3-3-28 15,-3 3-21-15,0 0-19 0,0 0-28 0,0 0-8 16,0 0-21-16,1 13-11 0,-1-5-6 0,-4 0-10 0,4 5-8 16,-1-2-9-16,-2-1-7 0,1 2-7 0,2 2-5 15,0-4-5-15,0 1-3 0,-2 1 0 0,2-1-6 16,2 0-4-16,-2-2-1 0,2 1 2 0,0-2-3 16,0 0-5-16,1-1 4 0,-2-1-4 0,2-2 2 15,0 0 11-15,1 0 19 0,1-2 20 0,0 0 23 16,1 0 7-16,0-2 10 15,-6 0 12-15,13 0 2 0,-6-2-5 0,0-1-2 16,-1-3-6-16,4 1-10 0,-1-2-10 0,-4-1 1 16,3-1-21-16,0 0-8 0,-1-7-9 0,-1 2-15 15,-4-2-14-15,1-1-7 0,-6-1-18 0,-1-1-6 16,-7-5-1-16,-1 8 9 0,-6-5-15 0,2 9 6 16,-8-2 0-16,4 4-4 0,1 3 2 0,0 0-2 15,2 2 1-15,2 3-7 0,2 1-1 0,2 1-1 0,1 1-11 0,-1 1-29 16,6 0-17-16,1 3 4 0,1 2 14 0,6 3 6 15,10 2 8-15,17 3 11 0,7 0-7 16,18 1-53-16,6 0-82 0,2-4-99 0,-1-6-434 16,30 0-763-16,-32-10 338 0</inkml:trace>
  <inkml:trace contextRef="#ctx0" brushRef="#br0" timeOffset="144706.17">25606 9097 150 0,'-4'-5'140'16,"0"2"-8"-16,3-1-13 0,-3 1-10 0,4 3-12 0,-4-2-12 15,4 2-19-15,-4-4 7 0,4 4-14 0,0 0-3 16,0 0-13-16,-9 16-1 0,3-4-8 0,-3 17-5 15,-2 3-5-15,-3 14-1 0,-7 9 1 0,-2 30-6 16,0-1-10-16,0-1 0 0,5 3 4 0,-3-2 0 16,4-3 5-16,3 9 0 0,1-4 12 0,4 0-6 15,0 0 2-15,4-27-7 0,1 25 1 0,-2-27-4 0,0-2 4 0,2 1-8 16,-3-6 1-16,2-1 4 0,-7-2-4 0,2-2 11 16,3-11 5-16,-7 11 0 0,4-14 0 0,-3-3 1 15,0 0 8-15,-1-3 19 0,-3-4 11 0,-2-2 3 16,5-6 0-16,0-1 12 0,-4-5 10 0,7 2-3 15,-1-4 1-15,-6-2-5 0,4 2 2 0,1-4-15 16,2-1-7-16,2 1 1 0,-1-2-3 0,1 1-5 0,4 0-8 16,5 0-3-16,-11-1-5 0,8-2-19 0,3 3-32 0,-8-1-45 15,8 1-26-15,-4 5-19 0,4-5-28 0,5 12-37 16,-1-3-80-16,2-1-134 0,3 5-409 16,4 0 181-16</inkml:trace>
  <inkml:trace contextRef="#ctx0" brushRef="#br0" timeOffset="145222.9">25638 11448 75 0,'-6'-2'186'0,"-1"0"-20"0,7 2-15 0,-15 0-16 16,3 3-14-16,2 1-12 0,-2 1-7 15,-3 4-4-15,-3 2-5 0,-1 6-8 0,5-2 1 16,-4 6-3-16,4-7-2 0,3 3-6 0,-2 5-4 16,4-3-6-16,3-2-9 0,2 0-2 0,1-2-3 15,1-3-1-15,2-1-7 0,2 1 4 0,2-1 16 16,2-2 23-16,3 0 20 0,9-4 11 0,0 1 10 15,3-6-1-15,0-3-5 0,7 0 6 0,0-4 6 16,-6 0 39-16,-6 0 25 0,-1-1 16 0,-5 2 4 0,0-5-11 0,-1 2-2 16,-1-1-18-16,-3-1-20 0,0 1-18 0,-1-5-16 15,-3 0-17-15,1 2-22 0,-4 3-25 0,0-1-23 16,-3 0-44-16,-1-5-75 0,-3 5-63 0,-2 2-45 16,-3 1-37-16,-5 3-40 0,2 1-46 0,-5 4-375 15,2 2-735-15,-2-2 325 0</inkml:trace>
  <inkml:trace contextRef="#ctx0" brushRef="#br0" timeOffset="146247.6">25713 8804 33 0,'4'-10'306'0,"-1"1"-2"0,-1 5-11 0,2-2-16 0,-2 1-33 16,2 0-21-16,-4 1-28 0,2 1-20 0,0 1-32 16,-2 2-35-16,0 0-15 0,0 0-13 15,3 9-8-15,-4 1-8 0,-1 1-4 0,0 5-8 0,-4 3-3 0,-4 5-6 16,1 0-5-16,0 3-4 0,-2-5-3 0,-1 4-3 0,5-9-2 16,-2 3-2-16,4-7-1 0,0 0-6 15,0-4 0-15,2-1-3 0,0-1 3 0,1-2 0 16,-2 0-1-16,3-2 25 0,0 1 26 0,-2-1 29 15,3-3 27-15,-1 3 42 0,1-3 14 0,0 0 1 0,0 0-4 16,0 0-9 0,0 0-6-16,4-15-9 0,-2 10-14 0,3-4-17 15,0 0-15-15,-1 0-6 0,4 1-17 0,-3 1-10 16,-1 0-9-16,1 3-8 0,-1-1-3 0,-2 0-24 16,2 3-40-16,-1-1-29 0,-3 3-38 0,7-1-24 15,-7 1-10-15,13 5-3 0,-3 1-14 0,-1 0-9 16,1 2-7-16,5 5-17 0,-3-2-24 0,1 2-29 0,0 2-31 15,-2-1-29-15,1-1-307 0,-6-2-631 0,7-2 279 0</inkml:trace>
  <inkml:trace contextRef="#ctx0" brushRef="#br0" timeOffset="146532.37">25504 8857 157 0,'-12'-2'248'0,"3"2"-4"0,3-1 1 16,0 1-2-16,6 0-25 0,-8-1-19 0,8 1-18 15,0 0-16-15,20-7-15 0,17 1-10 0,22-3-9 16,32-8-19-16,7 0-7 16,-1 0-13-16,-3-3-9 0,0 1-11 0,-6 0-5 15,3 1-8-15,-28 4-1 0,2 0 2 0,-5-1-16 16,-5 1-6-16,-18 8 1 0,-6-3-6 0,-11 5 1 15,-7-1 12-15,1 2 7 0,-4 1 0 0,-2-2-9 16,-5 1-14-16,-1 1-25 0,-2 2-32 0,0 0-35 16,-30 5-36-16,4 1-46 0,-1 5-69 0,-5 2-271 15,4-3-525-15,-2 1 232 0</inkml:trace>
  <inkml:trace contextRef="#ctx0" brushRef="#br0" timeOffset="148213.1">14341 12680 35 0,'0'0'108'0,"0"0"-10"0,0 0-11 0,-8 5-19 0,8-5 6 0,-4 3-7 16,4-3-13-16,-4 2 4 0,4-2-18 0,0 0-4 16,-2 3 10-16,2-3-8 0,0 0 0 0,0 0-12 15,0 0 17-15,0 0-3 0,0 0-6 0,0 0 6 16,0 0 2-16,-7 1-9 0,7-1-8 0,0 0 16 15,0 0 30-15,17 0-4 0,-4-2-2 0,5-1-6 16,10-3-7-16,4 0-5 16,2 0-3-16,7 0-7 0,9-5-5 0,4-2 2 15,-5 2-7-15,-9 3-1 0,-3 1 0 16,-2 0-8-16,-6 0-11 0,0 4-12 0,-8-2-25 0,-2 3-18 16,-8-1-14-16,1 2-45 0,-6-2-149 0,-1 2-276 15,-5 1 122-15</inkml:trace>
  <inkml:trace contextRef="#ctx0" brushRef="#br0" timeOffset="148466.72">14633 12505 101 0,'-1'-9'276'0,"-2"2"-12"16,2 2 1-16,-2-3-12 0,2 4-17 0,0-2-19 15,0 2-25-15,-1 0-17 0,0 1-21 0,2 3-24 16,0 0-31-16,-4-2-31 0,4 2-24 0,0 0-14 16,0 0-3-16,-4 10-5 0,3 2-5 0,1 5 6 15,-1 2-7-15,-4 5 0 0,5 2-3 0,-3 1 5 16,3 1-7-16,0-2 5 0,4 0-3 0,-2 0-23 16,2-6-21-16,0-1-27 0,2 1-15 0,1-1-27 0,-1-2-26 0,3-1-24 15,1-3-208-15,-1-3-389 0,4 1 172 0</inkml:trace>
  <inkml:trace contextRef="#ctx0" brushRef="#br0" timeOffset="148666.9">15365 12617 166 0,'7'-2'159'0,"-1"0"-25"15,2-1-38-15,2 1-35 0,9-1-47 0,-2-1-119 16,5 1-114-16,7-4 50 0</inkml:trace>
  <inkml:trace contextRef="#ctx0" brushRef="#br0" timeOffset="148829.87">16108 12553 64 0,'7'-3'175'0,"1"1"-20"16,1-1-40-16,6 0-19 0,6-2-42 0,9-2-52 16,1 0-113-16,6 2-119 0,16-3 54 0</inkml:trace>
  <inkml:trace contextRef="#ctx0" brushRef="#br0" timeOffset="148967.57">17070 12464 101 0,'10'-1'254'0,"-6"-2"-33"0,2 1-29 0,6-1-26 0,2 1-39 0,4-5-38 0,10 0-50 15,4 2-43-15,8-3-62 0,-1 2-121 0,16-2-202 16,0 1 89-16</inkml:trace>
  <inkml:trace contextRef="#ctx0" brushRef="#br0" timeOffset="149214.94">18088 12364 202 0,'8'-4'186'0,"-1"3"-43"0,4-3-25 15,4-3-13-15,4 5-30 0,12-2-29 0,1-4-29 16,7-1-20-16,13 4-11 0,0-3-9 0,-2 1-4 15,-9 3 5-15,-3-4-2 0,1 3 10 16,-3 0 6-16,-5 3 9 16,0 0 23-16,-12-1 4 0,3-1 35 0,-12 3 12 15,2-1 24-15,-1 2 16 0,-4-2 12 0,-2 1-1 16,-1 0-2-16,-4 1-9 0,7-1-15 0,-7 1-12 16,1-4-5-16,-1 4-20 0,0 0-33 0,0 0-33 15,-12-2-56-15,12 2-67 0,-11 1-179 0,11-1-331 0,-10-1 146 16</inkml:trace>
  <inkml:trace contextRef="#ctx0" brushRef="#br0" timeOffset="151905.01">10807 15050 89 0,'-6'0'127'0,"6"0"0"0,0 0-6 16,0 0-3-16,0 0-5 0,0 0-14 0,0 0-1 16,0 0-5-16,0 0-6 0,0-4 0 0,0 4-5 15,0 0-7-15,0 0-5 0,0 0 4 0,0 0-10 16,0 0 0-1,0 0-4-15,0 0-2 0,0 0-5 0,0 0-3 16,0 0-4-16,0 0-7 0,0 0-5 0,0 0 9 0,0 0-15 16,0 0 4-16,0 0-6 0,14 0-1 0,5-2 1 15,11 0 5-15,3 0-5 0,4-2 5 0,19-3-3 16,-1 1-1-16,4 3-3 0,0-4-4 0,-2 2-3 16,-3 0 0-16,-16 0 1 0,0 1-6 15,-2 1 2-15,-4 0 3 0,-4 0-5 0,-6 2 3 0,-5-1-8 16,-6 2 3-16,1-2-3 0,-6 1-2 0,3 1-2 0,-4 0-6 15,-5 0-3-15,6-3-10 0,-6 3-15 0,0 0-23 16,-16 6-22-16,3-3-27 0,-5 3-21 0,0-2-40 16,-2 2-148-16,-2 1-338 0,4-2 149 0</inkml:trace>
  <inkml:trace contextRef="#ctx0" brushRef="#br0" timeOffset="152259.2">10918 15288 173 0,'0'0'181'0,"-7"0"-17"0,7 0-18 0,0 0-11 0,0 0 0 16,0 0-1-16,29 0-7 0,-7-2-8 16,10-1-12-16,10-1-4 0,12-3-6 0,1 1-5 0,2-1 5 0,2 1-5 15,-2-2 5-15,0 0-3 0,-6 1 0 0,-12 2-2 16,0 0-6-16,-7-2-3 0,-4 3-6 0,-7 2-1 16,-5-1-1-16,-5 1-2 0,0-2 1 15,-4 3 0-15,1 1 5 16,-4-2-21-16,2 0-2 0,-6 2-6 0,7 0-17 15,-7 0-25-15,0 0-37 0,6 0-38 0,-6 0-54 0,0 0-60 16,0 0-68-16,0 0-174 0,0 0-458 0,0 0 204 16</inkml:trace>
  <inkml:trace contextRef="#ctx0" brushRef="#br0" timeOffset="153509.32">13474 14429 152 0,'0'0'166'15,"-1"-6"-11"-15,1 6-32 0,-1-3 1 0,1 3-13 16,0 0-13-16,-4-2-11 0,4 2-9 0,0 0-7 16,0 0-3-16,-9-3-13 0,9 3-8 0,-8 2-3 15,8-2-5-15,-13 3-5 0,3-1-6 0,0 1-6 0,-2 2 0 16,1 2-3-16,-6 0 0 0,2 3-2 0,-2 0-4 15,1 2-5 1,0 3-1-16,-3 3-2 0,-1-1 1 0,6-3-3 16,-4 9 1-16,4 0 4 0,-3-2-3 0,4 2-3 15,2-1 7-15,2-2-5 0,3-2 3 0,-1 3 1 0,3-2 1 16,3-1 11-16,-4-2 6 0,5 3-4 16,1-7 4-16,3 5-1 0,1-3 3 0,-1 1 5 15,5-1 6-15,1 1 8 0,3-8 13 0,1 6 7 16,3-3 10-16,-2-3 4 0,4 1 2 0,2-3 5 0,-2-2 1 0,4-1 3 15,-3-2 0-15,3-1 0 0,4 0 7 0,0-6 1 16,-5 3 7-16,-2-1 15 0,6-8 22 0,-8 6 1 16,-1-5 4-16,4-2 2 0,-5 0-4 0,-1-1-3 15,1-5-12-15,-2-2-6 0,3-2 5 0,-7 0-8 16,3 0-11-16,-8-4-17 0,-1 0-7 0,-3 0-15 16,-2 1-6-16,-6 1-19 15,1 0-13-15,-7 4-18 0,-1-2-10 0,-4 6-31 16,0 1-19-16,-7 4-31 0,-2 1-31 0,-1 3-25 15,1 5-24-15,-5 2-30 0,4 4-40 0,-1 3-51 16,3 4-57-16,7-1-266 0,0 3-646 0,6 0 286 16</inkml:trace>
  <inkml:trace contextRef="#ctx0" brushRef="#br0" timeOffset="154264.17">14692 14492 19 0,'0'0'316'16,"0"0"-27"-16,0-4-23 0,0 4-27 0,0 0-30 15,0 0-21-15,0 0-27 0,0 0-19 0,0 0-16 16,0 0-7-16,0 0-23 0,-3 12-7 0,3-4-10 15,-1 2-9-15,-1 1-9 0,0 5-6 0,0 3-6 16,0-2-3-16,1-2-5 0,-2 5-4 0,3-2-9 16,-2-1 0-16,0 1 6 15,0-1-11-15,2-6-4 0,-1 7 16 0,0-8 4 16,1 2-8-16,0 0-4 0,0-3-1 0,0-1-1 16,0-1-5-16,-2 0 5 0,2-1-9 0,0-2 0 15,0 1 2-15,-1-3-3 0,1-2-3 0,0 6-7 16,0-6-5-16,-2 5-6 0,2-5-7 0,-3 1-4 15,3-1 0-15,0 0-11 0,0 0-38 0,-8 0-54 16,8 0-79-16,-12-9-247 0,5 0-483 0,2-3 214 0</inkml:trace>
  <inkml:trace contextRef="#ctx0" brushRef="#br0" timeOffset="154426.88">14654 14280 1738 0,'-4'-11'204'16,"-1"-1"-52"-16,2 2 12 0,-1-1 4 0,2 4-7 0,1-1-28 0,-2 1-26 0,0 2-23 15,2 0-18-15,1 1-6 0,-3 1-10 16,3 3-14-16,-1-5-28 0,1 5-37 0,0 0-12 16,0 0 1-16,0 0-25 0,0 0-31 0,1 13-30 15,2-6-38-15,-3 4-43 0,1 1-188 0,-1 0-425 0,4-1 188 16</inkml:trace>
  <inkml:trace contextRef="#ctx0" brushRef="#br0" timeOffset="154897.4">15232 14140 77 0,'2'-7'258'0,"-1"1"-5"0,-1-1-16 0,0 2-14 15,1-2-15-15,-2 4-14 0,2-1-20 0,-1 4-19 16,0-7-16-16,0 7-13 0,0-5-14 0,0 5-13 16,0-3-13-1,0 3-11-15,0 0-5 0,0 0-11 0,0 0-9 0,0 0-10 16,0 0-3-16,0 0-4 0,0 0-7 0,-6 14-3 16,2-4 0-16,-3 5-9 0,0 4 7 0,-2 5-2 15,-2 5 0-15,-1 3 5 0,3 0-2 16,-1 2 4-16,-2 12 2 0,6-11 0 0,-3 9 1 15,4-7-2-15,-1 8-2 0,3-9 3 0,3-1-5 0,0-1 3 16,0-1-3-16,1-2-4 0,3-1-3 0,-4-6-3 0,4 2 2 16,-4-8 1-16,1-1-5 0,-2-2 1 0,1-1 3 15,0-3 3-15,0-1-3 0,0-1 4 0,-2-1 6 16,0-2 1-16,0 2 4 0,-1-3 1 0,-1-2 7 16,-1 2-4-16,-1-2 2 0,-2-2 1 0,-2-1-4 15,0 2-4-15,-4-4 6 0,2 0-1 0,-1-3-17 16,1 1 4-16,-5 0-1 15,4-3-3-15,4 0 1 0,-2 2-12 0,2-2-15 16,0 0-12-16,0 0-26 0,4-3-32 0,-3 3-52 16,4-4-41-16,3 2-65 0,1-3-284 0,1 2-562 15,4-2 249-15</inkml:trace>
  <inkml:trace contextRef="#ctx0" brushRef="#br0" timeOffset="155213.84">14945 14621 157 0,'0'0'265'0,"0"0"-15"16,-8 0-15-16,8 0-22 0,0 0-16 0,0 0-25 15,0 0-14-15,0 0-9 0,0 0-12 0,34-2-10 16,-6-4-9-16,2 0-10 0,9-1-11 0,13-1-3 15,3 0-1-15,-1-4 0 0,-2 5-3 0,-1-3-8 0,-15 6-9 16,-4-4-3-16,-4 1 1 0,-6 5-3 0,-4-3 10 16,-6 2 6-1,-3 2-4-15,1-1 4 0,-3 0-5 0,-2 2-9 16,0-2 1-16,0 1-17 0,-5 1-21 0,8-2-32 16,-8 2-29-16,0 0-41 0,0 0-55 0,0 0-70 15,0 0-67-15,0 0-252 0,0 0-555 0,0 0 245 16</inkml:trace>
  <inkml:trace contextRef="#ctx0" brushRef="#br0" timeOffset="156299.97">16010 14385 61 0,'0'-3'274'0,"-2"-3"-18"0,2 2-13 0,0 4-22 15,0-4-22-15,0 4-22 0,-1-6-20 0,1 6-21 0,0 0-15 0,0 0-15 16,0 0-10-16,0 0-12 0,0 0-2 0,0 0-17 15,1 22-7-15,-1-9-7 0,0 3-4 0,-1 5-4 16,1-3-2-16,-4 9-9 0,0 1-3 0,-4 3-1 16,2 0-5-16,-1-1-5 0,0-3 1 0,3-1 3 15,-1 1-8-15,1-10-2 0,0 0-1 0,1-3 0 16,0-1 0-16,1-4-3 16,0-1 6-16,1-6 6 0,0 3 26 0,-1 0 26 15,2-3 38-15,0-2 34 0,-1 5 50 0,1-5 8 16,0 0-1-16,0 0-17 0,0 0-17 0,4-17-18 15,-3 9-16-15,3-7-12 0,2-2-12 0,1-2-14 16,3-5-8-16,-1-1-7 0,5-1-12 0,-4 2-8 16,3 3-5-16,-3 2-3 0,-1 4-2 0,0 2-13 15,-4 2 1-15,2 3-13 0,-3 2 1 0,-2 0-5 0,2 1-10 0,0 1-17 16,-3 2-22-16,4-1-24 0,-5 3-6 0,0 0 6 16,13 7 0-16,-8-2 10 0,2 3 3 0,0 2-6 15,-1 1 13-15,2 5-4 0,-1 0 9 0,0 3 3 16,0 0 4-16,-1 0 15 0,0-1-31 0,0-2-11 15,-2 1-11-15,0 0-13 0,0-2-21 0,0-4-23 16,-1 0-16-16,-1-1-24 0,0-1-27 0,1 1-27 0,1-1-3 16,1-2-46-16,-1-2-53 0,1 0-178 0,0-3-530 15,3-2 235-15</inkml:trace>
  <inkml:trace contextRef="#ctx0" brushRef="#br0" timeOffset="156701.31">16803 14458 92 0,'0'-4'280'0,"0"-1"-9"15,0 0-5-15,0 1-7 0,0 4-11 0,1-6-16 0,-1 6-22 16,1-6-25-16,-1 6-15 0,0 0-21 16,-1-5-19-16,1 5-15 0,0 0-17 0,0 0-14 15,0 0-7-15,0 0-12 0,0 0-7 0,4 13-6 16,-4-7-10-16,0 4-3 16,0 1-6-16,0 0-1 0,0 0-10 0,0 5 11 15,1 1-10-15,-1 1-2 0,2 0 1 0,-1-2-7 16,-1-3 1-16,0 3-5 0,1-4 3 0,-1-2 0 15,0-1-2-15,0-1-1 0,0-1-1 0,0-2 0 16,1 0-1-16,-1-1 2 0,0-1 1 0,0-3 0 16,-1 5-1-16,1-5 1 0,0 5 2 0,0-5 2 15,0 0 0-15,3 3 3 0,-3-3-8 0,0 0-18 0,0 0-34 0,0 0-53 16,-8-16-85-16,7 4-88 0,1-2-229 0,-2-3-538 16,2-3 238-16</inkml:trace>
  <inkml:trace contextRef="#ctx0" brushRef="#br0" timeOffset="156854.44">16816 14296 194 0,'-2'-6'280'0,"0"2"-6"16,1-3 4-16,1 3-8 0,0-1-11 0,-2 2-18 15,1-2-24-15,1 5-17 0,-1-7-20 0,1 7-18 16,1-2-25-16,-1 2 0 0,0 0-42 0,-1-5-41 16,1 5-43-16,0 0-49 0,0 0-70 15,0 0-16-15,0 0-24 0,0 0-50 0,-4 12-198 0,4-7-428 16,0 0 189-1</inkml:trace>
  <inkml:trace contextRef="#ctx0" brushRef="#br0" timeOffset="157527.66">17319 14350 140 0,'4'-3'294'16,"-3"1"-16"-16,3-1-18 0,-3 1-18 0,2-3-20 15,-3 5-18-15,1-2-24 0,-1 2-15 0,3-4-19 16,-3 4-22-16,0 0-6 0,0 0-17 0,0 0-10 16,0 0-11-16,-23 4-8 0,10 1-10 0,-5 4-5 15,1-1-6-15,-2-1-7 0,3 2-1 0,-2 3-7 16,1-4-6-16,2 3-3 0,0-2-2 0,3 0-5 15,2 3-2-15,1-4-2 0,0 2-3 0,4-1 1 0,2 1-3 0,-2-1-4 16,5 3-2-16,1-2 2 0,3-1 1 16,3 4-4-16,2-2 1 0,2 1-1 0,6 1 0 15,4 2-1-15,1 3 1 0,-1-2 1 0,-1-7-6 16,4 5 5-16,1 1 1 0,-6-6-18 0,-4-1-4 0,-2 1-3 16,1-1-7-16,-6-4 1 0,-2 0-2 0,-1 2 5 15,-1-3 3-15,0 2 1 0,-3-3 4 0,-1-2 2 0,-9 5 1 16,0 0 9-16,-5-1-7 0,-4-2 3 0,-1-1 2 15,1 1-1 1,-1-1-8-16,1-1-14 0,-1 0-20 0,0 2-26 0,2-2-29 0,3 0-46 16,3-2-52-16,-1 2-194 0,5-1-427 0,0-1 189 15</inkml:trace>
  <inkml:trace contextRef="#ctx0" brushRef="#br0" timeOffset="158034.44">17908 14555 152 0,'0'0'197'0,"0"0"-17"0,0 0-20 15,-6 0-9-15,6 0-11 0,0 0-3 0,0 0-14 16,0 0-6-16,0 0-12 0,0 0-8 0,0 0 0 16,0 0-5-16,0 0-1 0,0 0-3 0,19-4-6 15,-9-1-7-15,3 2-5 0,6-1-5 0,2-1-4 16,-1-4-2-16,8 0-2 0,-2 0 2 0,1-1 0 15,-3 0-3-15,0-1-5 0,-5 3 0 0,0-3 3 0,-2 0 4 0,-3 1-4 0,-1-1-4 0,-4 3-2 16,0-4-3-16,-3 5-1 0,-2-3-6 0,0 4-3 16,-4-3-8-16,-1 4-1 0,-3-1-6 0,-1 0-2 15,-7 4-2-15,-2-1-6 0,-4 2-2 0,-1 1 0 16,-10 2-1-16,2 4-3 0,-3 2-4 0,4 0 1 16,-2 4-5-16,2 3 3 0,3 1-2 0,6-4-2 15,-2 6 1-15,5-3-1 0,3 1-1 0,0-1 1 16,6 1 3-16,1 1 3 0,3 2-3 0,6 0 1 15,0-2 0-15,4-2 3 0,11 5-5 16,2-3-26-16,1-3-29 0,3-2-43 0,5-3-55 16,1-2-69-16,-3-3-215 0,3 0-476 0,-2-7 211 0</inkml:trace>
  <inkml:trace contextRef="#ctx0" brushRef="#br0" timeOffset="158419.97">18390 14411 353 0,'0'-4'334'15,"0"4"-26"-15,0-4-28 0,0 4-29 0,-3-3-35 0,3 3-21 0,0 0-25 16,0 0-22-16,4-4-13 0,-4 4-19 0,0 0-9 16,0 0-12-16,8 8-10 0,-4-4-11 0,-3 5-10 15,3-1-5-15,1 4-7 0,-4 1-7 0,4 1-4 16,-1 2-5-16,0 1-2 0,-3 0-5 0,3 4-2 15,0-2 0-15,-4-1-4 0,3-1-8 0,-2-4 5 0,1 3 0 16,-2-6-7 0,3 0 2-16,-3-3-5 0,1-2-1 0,-1 2 6 15,0-5 22-15,3 3 33 0,-2-1 33 0,-1-4 50 16,0 4 25-16,0-4 26 0,0 0 22 0,0 0 12 16,0 0-4-16,0 0-16 0,0 0-27 0,9-10-19 15,-4 3-16-15,-1-3-15 0,1-2-11 0,5-2-21 16,-2-3-11-16,2 2-8 0,3-8-17 0,1-1-22 15,1 2-30-15,0-1-16 0,-3 2-20 0,-2 5-19 0,-1 3-36 0,0 2-37 16,0 0-37-16,-1 3-59 0,-2 0-54 0,3 3-51 16,-4 1-42-16,3-1-46 0,1 3-344 0,0 1-801 15,-4 1 355-15</inkml:trace>
  <inkml:trace contextRef="#ctx0" brushRef="#br0" timeOffset="159074">18734 14539 24 0,'-7'2'208'0,"7"-2"-6"15,0 0-11-15,0 0-13 0,-2 2-13 0,2-2-12 0,0 0-8 16,0 0-9 0,0 0-4-16,0 0-7 0,0 0-7 0,21-2-13 15,-12 0-9-15,0-1-13 0,5 2-7 0,-1-1-7 16,5-2-6-16,-2-3-6 0,1 3-4 0,0-2-6 15,2-1-4-15,-3 2-6 0,3-3-1 0,-4-1-3 16,-1 2 14-16,0-3 5 0,-2 2-6 0,-3 0 5 16,0-1 0-16,-1 0 9 0,-1 0 3 0,-1 3-4 15,-2-4 3-15,-1 5-6 0,2-4-1 0,-5 4-9 0,0 0-4 0,0-2-6 16,-3 4-6-16,-1-1-2 0,1 3-8 0,-3-1-3 16,-1 0-1-16,-5 2-7 0,1 0-1 0,-2 4-1 15,-1-1-3-15,-2 2 0 0,0 4 1 0,2-1 0 16,-1 4-5-16,2 1-1 0,-1-2-1 0,2 1 0 15,3 4 0-15,-1-3 1 0,6 0-2 0,3-1 0 16,-2 0 2-16,6-1 2 16,0 1 5-16,4 1-6 0,6 2 1 0,1-1 2 15,12 1 0-15,-1-3-5 0,3-3-3 0,2-1-3 16,0-4-1-16,2-3-2 0,-1 1-3 0,-2-6 8 16,-7 1 2-16,-3-2 0 0,2-2 7 0,-2-1 18 15,-1-1 15-15,-2-5 25 0,-2 5 20 0,2-4 8 16,-5 0 10-16,-2-2 7 0,3 1 13 0,-5 0 12 15,1 3 4-15,-3 1 5 0,1-1-7 0,-2 2 7 0,3 0-9 16,-5 3-8-16,1 1-10 0,2-1-15 0,-4 1-12 0,-1 2-11 16,3 2-13-16,-3 1-13 0,5-4-14 0,-5 4-24 15,0 0-28-15,0 0-4 0,0 0-4 0,0 0 4 16,0 0-1-16,2 10-13 0,-3-5 1 16,2 2-32-16,-2 0 6 0,1 3 14 0,0-5-1 0,-1 4 5 15,1-3 11-15,0 0-12 0,0-1 6 0,1 1 1 0,-2-2 8 31,1-4 6-31,4 5 11 0,-4-5 8 0,5 1 0 0,1-1 12 0,-6 0-6 0,15-4 19 0,-6 2 4 16,0-1 9-16,3 1-10 0,-6 0-4 0,2-1-4 0,-2 1-7 16,1 2-1-16,0-3 2 0,0 3-10 15,1 0 2-15,-1 3 0 0,1-1-1 0,3 5-34 16,-3-2-54-16,-2 5-57 16,2-1-62-16,-3 1-78 0,0 7-107 0,-1-2-257 15,-3 2-698-15,-1-5 308 0</inkml:trace>
  <inkml:trace contextRef="#ctx0" brushRef="#br0" timeOffset="160454.01">12718 15987 115 0,'0'0'214'0,"0"0"-23"0,1-4-20 0,-1 4-18 0,0 0-20 16,0 0-9-16,0 0-16 0,-1 15-14 0,-2-3-7 16,1 3-10-16,-4 4-5 0,-1 7-6 0,-1 2-7 15,0 5-3-15,-1-3-7 0,-2 0-3 0,0 4-7 16,-3-5-1-16,2 0-6 0,-1-1-3 15,1-3 0-15,1-3-5 0,5-5 0 0,-3-5-7 0,5-2 3 16,0-3 15 0,3-2 31-16,-3 0 25 0,4 0 32 0,-4-2 34 15,0-1 36-15,4-2 36 0,-2 3 7 0,2-3-4 16,0 0-19-16,-5-11-25 0,5 1-20 0,1-2-15 16,4-6-19-16,3-5-9 0,-2-1-18 0,3-3-12 15,5 2-8-15,-1 2-11 0,0-1-8 0,-3 7-8 16,-1 2-5-16,-3 3-4 0,2 3-10 0,-3-1-12 15,-1 5-1-15,1-2-14 0,-2 2-28 0,1 5-31 0,-4 0 2 0,0 0 4 16,0 0 6-16,21 11-12 0,-13-3-3 0,3 5-16 16,-3 0-12-16,1 3-17 0,1-1-18 0,-1 3-19 15,-1 0-32-15,-2 1-24 0,3 0-45 16,-1-4-32-16,-2 1-54 0,-2-3-221 0,1 1-581 16,0-5 258-16</inkml:trace>
  <inkml:trace contextRef="#ctx0" brushRef="#br0" timeOffset="160824.56">12595 16036 16 0,'-6'-3'198'0,"6"3"-12"16,-13 0-22-16,13 0-10 0,-8-1-19 0,8 1-17 0,-6-3-6 15,6 3-16-15,0 0-11 0,0 0-10 0,0 0-4 16,0 0-11-16,0 0-5 0,-13 3-7 0,13-3-2 16,0 0-7-16,0 0-2 0,0 0-3 0,0 0 0 15,0 0 5-15,0 0-6 0,0 0 3 0,0 0 2 0,0 0-10 32,0 0 7-32,0 0 5 0,0 0 17 0,0 0 12 15,0 0 2-15,27-3-3 0,-4 1-6 0,9-4-5 0,4 1-1 0,15-1-5 0,6-6-7 0,5 4-2 16,-1-1-1-16,-4-1-5 0,1 0-4 0,-2 1-1 15,-7 0-4-15,-15 3-2 0,0 1-1 0,-5 0-5 16,-10 3-2-16,-5-1-2 16,-1 1-8-16,-4 2-13 0,-4-2-7 0,4 1-18 15,-4 0-16-15,-5 1-16 0,0 0-16 0,0 0-11 16,0 0-26-16,-18 9-16 0,9-4-39 0,-1-1-38 16,-3-1-109-16,4 2-344 0,3-3 152 0</inkml:trace>
  <inkml:trace contextRef="#ctx0" brushRef="#br0" timeOffset="161294.69">13536 15886 132 0,'0'0'155'0,"0"0"-12"16,-8 1-11-16,8-1-15 0,0 0 5 0,0 0 2 15,0 0-13-15,29-1-11 0,-11 1-10 0,1-4-1 16,12 1-14-16,-3 1-15 0,3 0 1 0,1-3-10 15,1 1-2-15,1 0 0 0,-3 0-9 0,-1-1-8 16,-6 2-1-16,-5 1-7 0,-5-1-1 0,-2 3-16 16,-2-1-15-16,-4 1-23 0,-2-3-36 0,-4 3-18 0,0 0-22 0,0 0-30 15,0 0-94-15,-24 0-250 0,11 2 112 16</inkml:trace>
  <inkml:trace contextRef="#ctx0" brushRef="#br0" timeOffset="161665.1">13711 15859 17 0,'0'0'242'0,"0"0"-14"16,0 0-20-16,0 0-19 0,0 0-23 0,0 0-23 15,0 0-17-15,0 0-14 0,0 0-11 0,0 0-14 16,2 16-11-16,-2-5-6 0,3 6 0 0,-3 6-1 16,1 5-9-16,3 1 0 0,-2 7-3 0,1 8 1 15,-2 3-3 1,1-9-1-16,-1 10-2 0,1-1-7 0,3-11 2 15,-2 0-6-15,1-6 32 0,-3 1-13 0,2-1-4 0,-1-3 1 16,2-2-8-16,-4-4-3 0,-1-5-1 0,1 0-5 16,-1-3-7-16,-2-2 5 0,-1-2 2 15,1 1 2-15,-2-3 3 0,-3 0 1 0,-4-3 3 16,4 0-1-16,-7-3-2 0,2-1 5 0,-6-1-3 16,0-2-6-16,1-1 15 0,-4-3-6 0,-3-3-1 0,5 0 4 0,1 2 3 15,3-2-1-15,0 1 7 0,1-1-11 0,5 3-2 16,1 0-6-16,0 2-5 0,0 0-4 0,4 1 4 15,0-2-13-15,2 4-21 0,3 2-24 0,-6-4-28 16,1 1-45-16,5 3-44 0,0 0-2 0,0 0-19 16,0 0-36-16,0 0-55 0,0 0-259 0,14 15-547 15,-5-13 242-15</inkml:trace>
  <inkml:trace contextRef="#ctx0" brushRef="#br0" timeOffset="162096.93">14182 16424 312 0,'0'0'289'0,"0"-4"-29"16,0 4-31-16,0 0-22 0,0 0-26 0,0 0-19 15,0 0-17-15,0 0-14 0,0 0-16 0,-2 16-13 16,-1-7-10-16,-1 3-6 0,0 0-11 0,-2 3-6 16,0 2-7-16,-1-1-4 0,2 0-6 0,1-5-5 15,-2 4-7-15,0-3-3 0,2-2-2 0,1-3-5 16,3-1-3-16,-1-1 1 0,0-1 4 0,-2 0 4 0,3 1 60 0,0-5 30 15,-1 3 32-15,1-3-1 0,0 0-2 16,0 0-8-16,10-12-13 0,-4 8-14 0,4-4-11 16,0 1-13-16,2-1-9 0,-2 1-8 0,3-2-11 0,-1 3-23 15,-2 1 9-15,0-1-9 0,4 3 0 0,-1 1-29 16,-2 1 15-16,1 2-2 0,3 3-12 0,2 1-40 16,-2 2-2-16,3-1-41 0,-1 3-43 0,-3 0-46 0,0 1-66 15,-3 1-78-15,-2-2-344 0,3 0-696 0,-6-2 308 16</inkml:trace>
  <inkml:trace contextRef="#ctx0" brushRef="#br0" timeOffset="162854.79">14999 16254 180 0,'0'0'322'0,"0"-7"-12"15,1 3-10 1,-1 1-17-16,0 3-30 0,0-6-13 0,0 6-32 16,0-4-23-16,0 4-12 0,0 0-29 0,0-5-15 0,0 5-22 15,0 0-24-15,0 0-10 0,0 0-8 0,3 12-6 16,-3-5-15-16,1 5 5 0,-1 1-4 15,1 4-3-15,0-3-10 0,-1 5-2 0,2-2-2 16,-2 1 5-16,0 0-10 0,1-3-5 0,-1-1 35 0,0-3-17 0,0 1 12 16,0 0-3-16,0-3-14 0,0 1-7 0,0-3-7 15,4-2-2 1,-4-2-6-16,1 4-1 0,-2-5 1 0,1-2-2 0,-4 7-10 16,4-7-9-16,0 0-22 0,0 0-45 0,0 0-68 15,-13-13-100-15,11 5-293 0,-5-9-585 0,-3-2 259 16</inkml:trace>
  <inkml:trace contextRef="#ctx0" brushRef="#br0" timeOffset="162998.81">14986 15845 265 0,'0'-5'255'0,"0"5"-27"0,-3-9-24 0,3 6-21 15,0 3-31-15,0 0-37 0,0 0-15 0,0 0-13 0,0 0-23 16,0 0-26-16,0 0-29 0,0 0-37 0,3 22-38 0,-2-13-42 15,2 1-142-15,-2 0-270 0,3-1 119 0</inkml:trace>
  <inkml:trace contextRef="#ctx0" brushRef="#br0" timeOffset="163869.31">15552 15867 102 0,'3'-9'244'15,"0"-4"-8"-15,-3 4-9 0,0-3-12 0,4 1-1 16,-4 2-16-16,0-1-1 0,0 3-13 0,0 1-8 16,0 0-13-16,0 1-14 0,0 5-17 15,0-7-13-15,0 7-12 0,-2-5-14 0,2 5-9 16,0 0-14-16,0 0-19 0,0-8-22 0,0 8-11 15,0 0-6-15,0 0 1 0,0 0-1 0,-8 22-1 16,5-13-2-16,2 4-1 0,-4 2 0 0,2 2-3 16,0 1-2-16,-1 5 1 0,1 4-2 0,1 1-2 15,-1 0 2-15,3 3-5 0,0 0 5 0,3 2-4 16,-1 2 3-16,2 0 2 0,1 0-1 0,-1 1 1 0,2 10-1 16,-2-13 1-16,1 0-3 0,0-2 3 0,-1-1-4 15,1-2 4-15,-1-1-4 0,0-8 0 0,0 0 1 16,1-2 3-16,-4 0-2 0,0-5-3 0,3-2 0 0,-5 0 3 15,2-3 0-15,-1 0 3 0,3-2 0 0,-3-2 0 16,-3 3 14-16,2-3 4 0,-3 2 0 0,-1-3-2 16,0 1 3-16,-4-1-2 0,0-1-4 0,-5-2 3 0,-3 0-5 15,-3-2-1-15,2 2-5 0,2-3 4 0,-2 1-1 16,1-2-2-16,3 1 2 0,1 1-4 0,-2 0-5 16,6-1-10-16,-4 0-20 0,3 3-24 0,2 0-32 15,1 0-35-15,7 1-47 0,-16 0-52 16,11 0-236-16,5 0-491 0,0 0 217 0</inkml:trace>
  <inkml:trace contextRef="#ctx0" brushRef="#br0" timeOffset="164216.9">15460 16312 210 0,'-9'0'266'0,"9"0"-13"0,0 0-14 0,0 0-19 16,0 0-24-16,0 0-15 0,0 0-15 0,0 0-19 15,0 0-10-15,38-10-20 0,-8 6-4 0,3-3-14 16,18-3-6-16,-14 2-10 0,17-3-8 0,2 3-8 16,-5-3 3-16,-1 3-4 0,-14 0 1 0,-4 3-8 15,-5 0-2-15,-10 0-5 0,0 1 8 0,-7 1-2 16,-3 2-2-16,0-2-7 0,-7 3-2 0,10-5-24 0,-10 5-35 0,0 0-47 16,0 0-45-16,0 0-46 0,0 0-60 0,0 0-256 15,-43 7-503-15,30-5 223 0</inkml:trace>
  <inkml:trace contextRef="#ctx0" brushRef="#br0" timeOffset="165285.62">16536 16021 152 0,'0'-5'269'0,"2"1"-9"15,-2 2-15-15,0 2-9 0,0-8-24 0,0 8-22 0,0-2-21 16,0 2-22-16,2-5-17 0,-2 5-31 0,0 0-7 16,0 0-12-16,0 13-6 0,1-5-10 15,-1 5-8-15,-1 2-7 0,-1 3-5 0,2 8 4 16,-3 2-11-16,-1 1-5 0,-2 3-4 0,-1-5 1 16,3 2-6-16,-2-5-1 15,2 2 29-15,0-9-7 0,-1 2-7 0,1-6-3 16,2-1-2-16,-1-2-7 0,2-3 1 0,-2-1 4 15,3 0-1-15,-1-2 29 0,-2 1 35 0,2-2 39 16,1-3 26-16,0 0 1 0,0 0-27 0,0 0 3 16,9-15-12-16,0 3-11 0,-4 0-24 0,4-5 5 15,4-7-11-15,3 2-8 0,-1-2-12 0,0-1-2 16,2 0-5-16,-1 5-20 0,-4 5 12 0,2 1-9 0,-3-1 4 16,-4 6-10-16,1 1-7 0,0 0-5 0,-3 1-22 0,-1 4 17 15,1-1-14-15,-5 4 0 0,14 0-2 16,-14 0-15-16,16 6-12 0,-9-2-12 0,2 7-7 15,-1-2-4-15,2 5-4 0,-2-3-21 0,1 7-17 16,-2-2-22-16,1 2-31 0,0-1-35 0,3 7-44 16,-2-7-69-16,-3 0-306 0,1-3-649 0,-2 1 287 0</inkml:trace>
  <inkml:trace contextRef="#ctx0" brushRef="#br0" timeOffset="165751.7">17489 16000 124 0,'3'-5'298'0,"-1"-3"-5"0,0 4-2 16,0 0-11-16,-2-2-9 0,0 6-39 0,5-7 3 15,-5 7-18-15,0-4-27 0,0 4-22 0,3-6-20 16,-3 6-20-16,0 0-21 0,0 0-22 16,0 0 4-16,0 0-12 0,0 0-10 0,0 0-11 15,10 13-3-15,-9-5-18 0,1 1 12 0,0 0-2 0,2 1-5 16,-4 2-4-16,1 0-10 0,3-3 4 0,-4 6-2 0,0-5-8 16,0 3 7-16,2-2-4 0,-2 1-3 0,3-2-17 15,-3 0-16-15,0 0-10 0,0-1-27 0,-3-2-16 16,3-2-24-16,0-5-17 0,-2 8-8 0,2-8-12 0,0 0-22 15,-4 7-66-15,4-7-258 0,0 0-511 0,0 0 226 16</inkml:trace>
  <inkml:trace contextRef="#ctx0" brushRef="#br0" timeOffset="165917.25">17483 15732 57 0,'-2'-7'328'16,"1"1"-15"-16,1 2-22 0,-2-2-31 0,2 6-28 15,-2-9-24-15,2 9-25 16,0-5-37-16,0 5-34 0,0 0-30 0,0 0-22 16,0 0-29-16,0 0-27 0,0 0-32 0,14 17-34 15,-6-10-47-15,-2 3-35 0,2-1-184 0,-3 0-354 16,4 5 156-16</inkml:trace>
  <inkml:trace contextRef="#ctx0" brushRef="#br0" timeOffset="166418.21">18062 15877 261 0,'0'0'250'0,"0"0"-18"0,4-2-18 0,-4 2-23 0,0 0-21 16,2-3-18-16,-2 3-15 0,0 0-20 0,0 0-10 15,0 0-14-15,0 0-7 0,0 0-14 0,0 0-2 16,-13 9-9-16,4-2-8 0,-1 0-5 0,0 2-3 15,-4 0-8-15,1 3-4 0,-1 0-4 0,2-1-1 16,6 1-8-16,-3-3 2 0,0 1-5 0,4 2 0 16,-3 2-4-16,4-2 0 0,4 0-2 0,-1-3 0 0,2 6-1 15,2-3-1-15,2-1-1 0,3 5 2 0,2-3-3 16,0 2 4-16,3-2-6 0,5 4 0 0,-4-6 3 31,0-2-1-31,-5 0-2 0,1-2 0 0,-1-2-2 16,-2 2 0-16,-2-2 2 0,0-3 1 0,-2 1 0 0,1 0 2 15,-4-3-3-15,2 4 2 0,-2-4-7 0,-8 7-3 0,2-4-12 16,-3-3-10-16,-3 2-32 0,1-1-36 0,-1-2-64 16,1 1-74-16,-2-1-130 0,-1 0-390 0,1-4 173 15</inkml:trace>
  <inkml:trace contextRef="#ctx0" brushRef="#br0" timeOffset="166903.34">18648 15894 253 0,'0'0'236'0,"3"-3"-16"15,-2-1-14-15,-1 4-20 0,4-4-18 0,-4 4-16 16,0 0-16-16,0-4-14 0,0 4-16 0,0 0-11 16,0 0-11-16,0 0-10 0,0 0-9 0,0 0-6 15,0 0-7-15,-18 9-5 0,10-6-6 0,-2 5-3 16,1-1-10-16,-4 4-1 0,-1-1-2 0,5 4-4 0,-5-1 0 16,5-1-7-16,0 3 0 0,2-1-1 0,-1 2-2 15,3-5 0-15,1 1 1 0,0 0-2 0,6 0 0 0,-2 0 0 16,2-2-1-16,2 0 5 0,4 0 17 0,0-1 14 15,1-2 10-15,4-2 5 0,5 1 11 16,-5-4 2-16,6 0 4 0,0-5 3 0,2-1 9 16,-2 0 0-16,-1-1 6 15,-2-3 5-15,0 0 1 0,-2-1-5 0,0-4 7 16,-4 2-15-16,-2 0-11 0,-2-3-9 0,2-1-1 16,-3 0-17-16,-3-1 1 0,0-1-6 0,-4 1-11 15,1-1 9-15,-3 6-13 0,0 0-16 0,-3 0-17 16,-1 3-18-16,-1-1-12 0,-6 2-7 0,2 2-14 15,-5 3-11-15,2 0-12 0,-5 2-25 0,8 4-22 16,-2-1-25-16,6-1-13 0,-5 5-21 0,5 2-17 0,5 0-26 16,-1 0-255-16,5 0-521 0,4 2 232 0</inkml:trace>
  <inkml:trace contextRef="#ctx0" brushRef="#br0" timeOffset="168051.76">19428 15972 79 0,'0'-7'261'0,"-2"-2"-19"15,1 3-22-15,0-1-14 0,-2 1-23 0,-2 0-15 16,0 0-21-16,-1 1-15 0,-3-1-16 0,-2 4-12 16,-1-2-9-1,-1 4-10-15,-5 0-11 0,-1 0-7 0,-3 1-8 16,0 4-7-16,0-1-4 0,-2 3-7 0,1-1-7 15,3 3-1-15,-3 1-4 0,4 2-6 0,1-2-3 16,1 1-2-16,3 4-1 0,0-5-5 0,4 3 4 16,1-2-4-16,1 2-1 0,4 0-2 0,3-4 2 15,1 1-3-15,1 0 4 0,6 0-1 0,-2-2 0 16,5 2 3-16,3-3-4 0,1 0 4 0,0-5 1 0,5 0 0 0,0 1 1 16,1-3 10-16,-2-3 6 0,1 1 9 0,-4-2 4 15,4-7 13-15,0 4 4 0,-5-5 4 0,3 0-10 16,-3-1 7-16,1-1 7 0,-4-3-5 15,-1 0 10-15,3-7-13 0,-4 2-2 0,-2-4-7 16,1-1 6-16,-3 2-3 0,-1-3 1 0,1 1 2 16,-2-3-6-16,0 2 0 0,0 0-1 15,-2 2 0-15,-1 8-2 0,-1-2 5 16,2 5 4-16,-2 1-23 0,1 7 4 0,0-4-8 16,-1 6 2-16,1-2-12 0,0 7-5 0,1-9-25 15,-1 9-12-15,0 0-9 0,0 0 8 0,0 0-1 16,-17 15 0-16,12-5 0 0,-4 4 5 0,-1 3-2 15,-2 9 12-15,0-2-10 0,0 1 9 0,2 1-3 16,1 2-6-16,4-2 10 0,1 1-3 0,3-1 6 0,1-6-5 0,4 6 5 16,1-2-6-16,1-2-13 0,4-5-6 0,1 2-11 15,4 0-7-15,4 1-8 0,-2-8-8 0,1-2-18 16,5 5-13-16,3-6-14 0,1-1-12 0,1-4-11 16,-1 2-4-16,3-4-5 0,-2-2 9 15,-1-2 4-15,1 0 8 0,1-3 15 0,-2-3 5 16,-7 1 19-16,0-1 13 0,-1-1 14 0,-2-2 10 0,0 0 14 0,-2-2 9 15,0 1 14-15,0 0 15 0,-7 3 13 0,-1-1 12 16,0 0 1-16,0 1 3 0,-5 4 5 0,0-4-1 16,1 2 3-16,-1 2-5 0,-2-1-3 0,0 1-2 15,0 0-5-15,0 2-2 0,0 3-3 0,0-7 0 16,0 7-4-16,-2-7-5 0,2 5 3 0,0 2-6 16,-3-5 5-16,3 5-4 15,-2-2 1-15,2 2-4 0,-4-4 2 0,0 2-6 16,4 2 2-16,-8-3 0 0,4 2-3 0,4 1-3 15,-11-2 6-15,3 1-4 0,-2 1-2 0,2-1-2 16,1 1 1-16,-5 0-1 0,1 0 1 0,-2 1-4 16,0 2 4-16,-3-2-4 0,-4 2 1 0,3 2-2 15,1 0 0-15,-2 0 0 0,0 2 1 16,2 0 1-16,3-1 1 0,0 1-3 0,-1 1 0 0,4-1 0 0,1 1-1 16,1-2 2-16,3 4-3 0,-1-3 2 0,2 0 4 15,3-2 1-15,2 2-4 0,-1 0 5 0,4-1 0 16,2-1 1-16,1-1 2 0,3 1 1 0,2-1-2 0,3-3 1 15,2-1-1-15,0-1 3 0,4-4 2 0,-3 1 11 16,2-3 8-16,-1 0 8 0,-1-3 9 0,0 0 3 16,-4-3 11-1,4 0 11-15,-4-2 1 0,4-6 5 0,-3 1-2 16,-1-2 1-16,-2-2 11 0,0-2-2 0,-1 0-10 16,-4-6 9-16,2 0-4 0,-4 1 5 0,3-3 1 15,-3 2 8-15,-1 0 2 0,1 3 3 0,-4 1-9 16,2 3 5-16,-2 5-2 0,-1 4-1 0,0 0-7 15,0 8-10-15,1-2-9 0,-1 3-12 0,0 1-7 16,0 6-10-16,3-8-37 0,-3 8-31 0,0-3-47 0,0 3 1 16,0 0 10-16,-8 14 12 0,0 1 4 0,-3 9-2 15,0 5 9-15,-3 2 1 0,-4 12 7 0,2 2 5 16,5-10-6-16,1 0 6 0,-3 9 7 0,5-12 0 16,1 1 3-16,0-2-2 0,6-2 2 0,0-4 7 15,-1-5 6-15,5-1-3 0,-2 0 5 0,2-5 4 16,-1-2 28-16,5-2 26 0,-2 0 22 0,1-1 19 0,2-4 16 0,3 2 9 15,6-2-1-15,3-4-2 0,11 0-11 0,2-3-9 16,2-2-4-16,-3-2-12 0,4 1-20 0,2-2-45 16,0-2-64-16,-2-2-81 0,1-2-109 0,-4-2-146 15,2-2-384-15,-4 0-833 0,-3-5 368 0</inkml:trace>
  <inkml:trace contextRef="#ctx0" brushRef="#br0" timeOffset="170357.37">22517 14018 83 0,'3'-5'146'0,"-3"0"-4"0,1-2-2 16,-1 2-5-16,2 0-4 0,-2 1-6 0,0-3-7 0,2 2-2 15,-2 1-7-15,0 1-8 0,0 3-6 16,0-8-10-16,0 8-14 0,0 0-10 0,0-5-13 16,0 5-27-16,0 0-8 0,0 0 2 0,0 0-5 15,-13 18-1-15,3-4-2 0,1 5 2 0,-2 5-4 0,-3 10-1 16,3-2 0-1,-6 12 0-15,4 0-3 0,5-9 1 0,0 1 2 16,3 11-2-16,7-12 3 0,-1 1-2 0,5-1 3 16,7 11-3-16,-1-13 0 0,5-2 8 0,0 1-7 15,5-2 1-15,2-3 0 0,-1-4 1 0,-1-2 4 0,3-1-7 16,0-4 6-16,-6-3 8 0,-4-6 5 16,2-2 18-16,-5 0 8 0,0-2 9 0,-2-4-2 15,0-1-1-15,-4-3-7 0,2 0 3 0,-4-5-9 0,0 2-2 0,-4-5-8 16,0 1-4-16,0-5-2 0,-4 3 0 0,-5-3-5 15,4 1 1-15,0 2-6 0,-5-2 1 0,1 7-2 16,1 1 0-16,1-2-8 0,-2 3 10 0,-1 1-7 16,0 2-3-16,-1 0-3 0,-3 4-1 0,1 1-5 15,-5 5-2-15,0 5 0 0,-5 7-3 0,3 11 2 16,-7 12 2-16,0 7 4 16,9 3 15-16,-2 8 0 0,3 25 1 0,3-26-2 15,7-1-1-15,0 4-5 0,5-3 2 0,3 25-2 16,1-25-2-16,7 23-1 0,-1-21 3 0,6 18-18 15,-5-23-3-15,1 1 1 0,2-1 3 0,-2 1 1 16,-3-1-1-16,-2-5 1 0,0-1 10 0,-7-3-12 16,-3-10 3-16,0-3 2 0,-5-2-3 0,-3 2 1 15,-3-3 2-15,-6-3 5 0,-2-1 0 0,-2-1 1 0,-7-4 1 16,0-7-2-16,-4 3 2 0,-12-5-1 0,8-4 6 16,-10-3-7-16,-2-4 1 0,2-5 0 0,14 2 1 0,0-2-2 15,-2-3-3-15,4-2-25 0,3-3-41 0,0 0-53 16,6 0-275-16,4-3-431 0,10-1 191 0</inkml:trace>
  <inkml:trace contextRef="#ctx0" brushRef="#br0" timeOffset="171111.81">22732 15274 57 0,'-18'0'102'0,"0"0"-13"0,-2 0 9 0,1 0-10 16,2 0-4-16,3 0 6 0,3 1 2 0,-1-2 15 0,4 1 24 15,3 0-4-15,5 0-4 0,-7-2-8 16,7 2-12-16,0 0-13 0,0 0-4 0,42-7-12 16,-5 4-6-16,19-5 1 0,36 1-15 0,4-2-5 15,10 4-2-15,11 0-8 0,14-2-3 0,8-1-7 0,9 3-1 16,3-1 8-1,5-1 12-15,8 2 5 0,-7-3-3 0,-5 3 4 16,-17 0-4-16,-12-2-7 0,-11 6-3 0,-16-2-1 16,-33 0-5-16,-4-2 0 0,-8 0-4 0,-14 3-6 15,-8-1 0-15,-8 1-2 0,-5-2-1 0,-4 1-5 16,-1-1-1-16,-6 0 1 0,-1 2-21 0,-3-5-3 16,-4 2 1-16,-3 1-3 0,-5-4-19 0,-2 3-5 15,-3 1-21-15,-2-1-18 0,0 1-19 0,4 2-26 0,0 0-38 0,2 0-52 16,0 0-114-16,4 1-349 0,0-1 156 0</inkml:trace>
  <inkml:trace contextRef="#ctx0" brushRef="#br0" timeOffset="171412.78">24903 14833 158 0,'-7'3'146'0,"7"-3"-14"0,2 9-17 0,3-1-11 15,5 6-5-15,4-1-4 0,12 9-4 0,2-1 3 0,12 10-11 0,-10-9-2 16,14 10-7-16,-1-3 2 0,-2 0-10 0,-11-8 2 16,-4 1-9-16,-1 1-10 0,-2-2-6 0,-9 1-4 15,-2-7-3-15,-4-1-3 0,-5-2 0 0,-5 4 3 16,-5-3 3-16,-8 1-2 0,-14 2-3 0,-15 4-3 15,-9-6-1-15,-2 3-1 0,0 0-4 0,2-3-10 16,0-2-13-16,1 2-36 16,1 1-44-16,11-6-69 0,-8-1-153 0,8-1-323 15,3-3 144-15</inkml:trace>
  <inkml:trace contextRef="#ctx0" brushRef="#br0" timeOffset="176980.39">26435 14674 36 0,'0'0'147'0,"-8"-3"-20"0,8 3-8 15,-6-2-14-15,6 2-14 0,0 0-5 0,-7 5-15 0,3-3-6 16,4-2-3-16,-5 6-11 0,3-2-7 16,0 3 2-16,2 1-3 0,2-4-10 0,-2 4 1 15,7 1-2-15,0 0-3 0,6-3-2 0,1 6 4 16,5-4-2-16,1-1 4 0,9 0 2 0,3 0-6 0,-3-2-6 16,3-5 7-16,-4-3 0 0,3 3-1 0,-3-1 2 0,-5-2 11 15,-1 0 8-15,-3-2 0 0,1-1 4 0,-3 1 9 16,-4-2 11-16,-3 2 1 0,1 0 4 0,-3 1 12 15,-3 0-7-15,3 2-6 0,-7-3-9 0,6 3-6 16,-4 1-14-16,-3 1-4 0,4-2-9 0,-4 2-3 16,0 0-6-16,-4 16-4 0,-1-3 14 0,-9 4-4 15,0 9-4-15,-4 0 3 16,2 6-8-16,-2 1-5 0,0-1-1 0,1 0-2 16,0 1-1-16,0-1-3 0,0-2 0 0,3 2 0 15,2-3-3-15,1-3-4 0,-2-3 1 0,5-5 1 16,1-1-1-16,3-2 0 0,-2-5-1 0,3-1 0 15,1 2-1-15,-1-6 1 0,-1 0 5 0,3 0 3 16,0-2-1-16,0 1 20 0,1-4 16 0,-2 4 15 16,-2 0 2-16,4-4-1 0,0 0 5 0,-2 3-8 0,2-3-4 0,0 0-5 15,-1 4-5-15,1-4-3 0,0 0-4 0,0 0-1 16,0 0-17-16,0 0-41 0,0 0-37 0,0 0-38 16,-8-10-35-16,3 5-33 0,2 1-41 0,-2-5-39 15,1 1-223-15,2-4-502 0,-2 2 223 16</inkml:trace>
  <inkml:trace contextRef="#ctx0" brushRef="#br0" timeOffset="177240.25">26333 15054 108 0,'-4'0'221'0,"4"0"-30"15,-6 3-10-15,6-3-14 0,-5 0-13 16,5 0-12-16,0 0-5 0,0 0 0 0,17 1-6 0,4 0-5 0,12-2-14 15,18 0-7-15,2-2-4 0,4 1-9 0,1-3-1 16,3 2-1-16,-3 0-25 0,-5-1-5 0,-13 3-5 16,-4-1-8-16,-6 0-2 0,-9 0-5 0,-3 2-2 15,-5-1-4-15,-2-1-2 0,-5 2-6 0,1 0 2 16,-1-1-3-16,-6 1-2 0,9 0-2 0,-9 0-3 16,0 0-2-16,0 0-11 15,0 0-11-15,0 0-10 0,0 0-14 0,-22 6-16 16,12-1-14-16,-1-2-23 0,0-2-20 15,4 0-27-15,-2-1-36 0,1 4-29 0,-1-4-144 0,9 0-366 16,-12-2 163-16</inkml:trace>
  <inkml:trace contextRef="#ctx0" brushRef="#br0" timeOffset="177641">26594 14441 42 0,'-49'27'135'0,"2"5"-17"0,-20 23 8 15,25-9-9-15,-14 17-2 0,22-12 2 0,-14 20-12 16,20-16 16-16,1-2 1 0,4 5-12 0,5-5-6 15,7-1-11 1,5-2-5-16,7-5-14 0,9 1-3 0,3-11 0 0,6-6 11 16,15 13 14-16,10-6 3 0,10-10 0 15,2-5-4-15,9-8-6 0,31-4-2 0,-2-9 1 16,2-9 2-16,-4-4 5 0,-5-12 6 0,-24 6 12 16,-3-8 2-16,-4 2 18 0,-9-4-9 0,-3-4 1 15,-10-3-5-15,-15 4-10 0,1-16-9 0,-10 0-14 0,-13-6-22 16,-12-2-13-16,-12 1-11 0,-25-19-10 0,-11 12-17 0,-6 9-22 15,-10 6-35-15,-19 11-42 0,-11 15-56 0,-13 13-54 16,-17 13-74-16,-13 16-271 0,-22 12-585 0,-5 2 258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8:02:59.87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4595 2113 173 0,'0'0'217'16,"1"-6"-2"-16,3 3-5 0,-4 3-3 0,1-3-2 15,-1-1-2-15,0 4-5 0,0-8-5 0,0 5-15 16,0 3-1-16,-1-5-18 15,1 1-17-15,0 4-18 0,0-7-14 0,0 7-11 16,-4-5-14-16,4 5-10 0,0-2-15 0,0 2-16 16,0 0-21-16,0 0-23 0,0 0-20 15,0 0-2-15,-16 9 2 0,3 5 7 0,-7 6-5 0,1 4-1 0,0 5 6 16,-8 13 2-16,-2-4-1 0,3 8 2 0,1-1 1 16,0 2 4-16,0-3-2 0,8 2 3 15,-2-3 5-15,10-12-1 0,1-1 2 0,2 2 6 0,5-4 3 16,1 0-2-16,1-10-3 0,4 2 7 0,0-3-9 15,7-1 5-15,-2-4 1 0,7 1 2 0,-1-4 12 16,3-3 3-16,12-1 0 0,-2-4 1 0,2-2-2 16,-3-2-1-16,-5 0 6 0,-5-2 4 0,0-2 9 15,-2 0 11-15,-5 0 14 0,-3 2-2 0,-2-5 6 16,1 3 1-16,-4-1-10 0,-3-1-7 0,-3-1-18 0,-4 2-8 0,-2-1-7 16,-5 0-11-16,-8 1-2 0,-6 4-13 0,0 1-5 15,-5 1-18-15,1-1-14 0,-2 6-23 0,3 0-23 16,1-1-29-16,2 2-43 0,6-1-52 15,6-1-58-15,-1 1-213 0,8-3-519 0,9 0 230 16</inkml:trace>
  <inkml:trace contextRef="#ctx0" brushRef="#br0" timeOffset="522.82">4504 1896 103 0,'-12'0'182'15,"-2"-2"-30"-15,0 4-9 0,-6 3-20 0,-6 1-13 16,1 7-11-16,-3 3-9 0,-2 4-15 0,-6 12-7 16,-2 5 0-16,-3 7 25 0,-12 30 4 0,5 5 17 15,1 1-4-15,7-5 5 0,8 3-1 0,8-24-2 16,4-2-2-16,7 0-6 0,-1-2-12 0,8-3 4 16,3-10-2-16,3 9-2 0,5-14-1 0,4-1 7 15,1 1 0-15,9-6 4 0,3 2-1 0,6-7 2 0,8-4-3 16,14 0-1-16,3-8-4 0,5-3 1 0,4-8-11 15,31-7-12-15,-33-3-1 0,33-7-6 0,-31-1-1 16,1 0 4-16,20-12 8 0,-25 10-8 0,-7-3 3 16,-1-6 2-16,-7-3-5 15,-6-10-12-15,-1-2-6 0,-9-4-7 0,-4-8-13 16,-3-24-20-16,-12 26-24 0,-8-27 3 0,-6 26 0 0,-11 3 0 0,-6 3 8 0,-5 6-8 0,-8 5 13 16,-10 2 2-16,-4 7 7 15,-4 5 4-15,-3 6-8 16,-2 3-8-16,-5 9 1 0,2 4-1 15,0 1-7-15,4 10 19 0,5 1-45 0,17 5-50 0,3 0-50 0,1 8-55 0,4 2-48 16,5 5-51-16,4 5-307 0,13-4-642 0,11-1 284 16</inkml:trace>
  <inkml:trace contextRef="#ctx0" brushRef="#br0" timeOffset="1140.25">5708 2346 164 0,'-6'0'210'16,"6"0"-4"-16,-6-4 0 16,1 3-3-16,3-2-6 0,2 3-5 15,0 0-16-15,-8-3-12 0,8 3-18 0,0 0-12 0,0 0-14 16,0 0-17-16,0 0-7 0,-8 0-9 0,8 0-8 15,0 0-10-15,0 0-5 0,0 0-6 0,0 0-4 16,0 0-6-16,0 0-2 0,0 0-4 16,0 0 5-16,0 0-6 0,0 0 1 0,0 0 1 15,23-5-1-15,-6 1-7 0,12-3 7 0,6 2 1 0,14-8-6 0,8 0-4 16,-7 1-5-16,4 6-4 0,0-5-3 0,-3 4 2 16,-14-1-7-16,-5 5-1 15,-2 1 0-15,-7-2-1 0,-5 1-2 0,-1 1-9 0,-5 2-8 0,-2 0-19 16,-2-3-24-16,-2 3-17 0,-6 0 7 0,0 0-18 15,-6 8-28-15,-7-4-28 0,-8 6-36 0,-5-3-33 16,-4 2-36-16,-2-1-150 0,3-1-420 0,1 0 186 0</inkml:trace>
  <inkml:trace contextRef="#ctx0" brushRef="#br0" timeOffset="1425.08">5838 2128 116 0,'-1'-12'316'0,"-2"2"11"0,3 3-10 0,0 0-12 16,0 2-30-16,0 2-28 0,0-1-28 0,0 4-24 15,0-6-40-15,0 6-17 0,-4-2-28 0,4 2-11 16,0 0-12-16,-4 20-12 0,3-3-5 0,-4 12-4 16,1 8-7-16,-5 11 0 0,5 0-3 0,-2 2-4 15,2-4-6-15,2-12-4 0,4 3-5 0,-2-4 6 0,0-1-13 16,1-3 3-16,3-1-2 0,-1-8-17 0,-2-1 10 15,0-8 2-15,2 3-10 0,-3-4-4 0,1-2-12 16,-1-2-3-16,3 0-2 0,-3-1 0 0,0-4-3 16,1 3-14-16,-1-4-68 0,0 0-53 0,0 0-53 15,5-9-52-15,-1 2-249 0,0-5-537 0,2-3 238 16</inkml:trace>
  <inkml:trace contextRef="#ctx0" brushRef="#br0" timeOffset="1904.38">6652 1936 1806 0,'0'0'159'0,"0"0"-64"0,0 0-21 0,-16-5-33 15,16 5 11-15,0 0-11 0,-7 0-15 0,7 0-6 16,0 0-3-16,0 0-7 0,-5-1-2 0,5 1 8 15,0 0-9-15,0 0 1 0,11 7-1 0,-4-3 2 16,4 0 3-16,8 0-30 0,3 0 1 0,10 2 3 0,1-1 3 0,0 1-2 16,-1-5-1-16,4 1 8 0,-3 1-3 0,2-3 7 15,-3-3-7-15,-1 1 6 0,-3 1 0 0,-8 0 0 16,-7 0 5-16,0-1 8 0,-2 0 5 16,-4 2 12-16,0-1 10 0,-2 1 4 0,-5 0 0 15,9-1-5-15,-9 1-3 0,8 4-6 0,-8-1-7 31,-3 4-1-31,2 1-6 0,-4 8 2 0,-8 5-2 0,-5 6-2 0,2 2 0 16,-9 20 0-16,1 0 1 0,2 3 3 0,0-6 2 16,0 5-1-16,5-8-4 0,4-9 4 0,7 0 7 15,-3-2-12-15,5-3 1 0,-1-3 1 0,1-9 4 16,4 0 3-16,0-3 4 0,-4-4-1 0,3-2 2 16,1-1 1-16,-4 0 10 0,3-2 12 0,1-3 11 15,0 5 8-15,0-7 4 0,0 4 6 0,0-4-3 0,0 0-3 16,0 5-5-16,0-5-2 0,0 0-10 0,0 0-47 15,0 0-39-15,0 0-29 0,-4-12-32 0,4 6-41 16,-4 0-36-16,3-5-50 0,-2-3-51 0,0 1-174 16,-1-4-480-16,-1 1 213 0</inkml:trace>
  <inkml:trace contextRef="#ctx0" brushRef="#br0" timeOffset="2158.38">6636 2373 69 0,'-8'-1'184'0,"1"1"-15"0,1-2-14 15,6 2-12-15,-11 0-3 0,11 0-6 0,-7-1-7 16,7 1-7-16,0 0 18 0,0 0 11 0,0 0 6 16,0 0 3-16,39 0-3 0,-4-5-4 15,2 0-15-15,22-3-7 0,1-1-3 0,3 1-9 0,3 1-2 0,-1-1-9 16,-6 2-14-16,-3 0-5 0,-3 4-10 0,-19-2-10 16,-3 1-4-16,-11 2-6 0,-2-3-8 0,-4 2 0 15,-4 2-9-15,2 2 0 0,-6-4-6 0,-6 2-5 16,9-3-8-16,-9 3-1 0,9 0-16 0,-9 0 5 15,0 0-14-15,0 0-17 0,0 0-18 0,-32 7-22 16,18-5-15-16,-4-2-26 16,2 1-20-16,-2 1-35 0,0-1-33 0,1-2-51 15,-2 2-191-15,5-4-467 0,0 2 207 16</inkml:trace>
  <inkml:trace contextRef="#ctx0" brushRef="#br0" timeOffset="2574.4">6963 1593 24 0,'-16'-9'189'0,"-2"4"-14"0,3-2-15 0,-3 4-16 0,0 3-15 16,0 2-16-16,-3 4-14 0,-6 6-12 0,4 4-12 15,-4 6-10-15,-9 13 5 0,-1 4-19 0,5 11-2 16,1 2-7-16,-13 30 27 0,-1 3 31 0,5-4-2 16,7 3-4-16,8-5 1 0,10-22 10 0,7 1-6 15,1-3-5-15,5-2-3 0,8-6 5 0,0-12-7 16,16 9 2-16,-7-16 8 16,7 1 6-16,22 2 12 0,2-7-5 0,12-7-5 15,5-8 0-15,5-5-4 0,26-4-9 16,1-9-8-16,-29 0 0 0,25-13 10 0,-3 0 8 0,-33 1 0 15,-4 0 19-15,-2-6 13 0,-8 0-9 16,-4-6-11-16,-7-4-12 0,-4-3-14 0,-3-3-11 0,-8-8-12 16,-10-2-23-16,-5 2-29 0,-15-4-26 0,-6 4-3 15,-7-1-9-15,-11 7-13 0,-25-11-34 0,10 27-35 0,-48-2-45 16,-4 17-49-16,-9 9-59 0,-9 9-95 0,0 6-247 16,-9 5-649-16,0 0 288 0</inkml:trace>
  <inkml:trace contextRef="#ctx0" brushRef="#br0" timeOffset="8817.99">5971 4238 154 0,'0'0'200'0,"0"0"-15"0,-5-3-15 0,5 3-15 16,-5-2-18-16,5 2-9 0,0 0-15 0,-7-2-10 15,7 2-17-15,0 0-4 0,-6 0-7 0,6 0-10 16,0 0-9-16,0 0-6 0,-7-1-5 0,7 1-7 15,0 0-8-15,0 0 2 16,0 0-3-16,-4 4-5 0,4-4 1 0,0 0 0 16,0 0-6-16,-3 1-7 0,3-1 2 0,0 0-4 15,0 0 4-15,0 0-6 0,0 0 5 0,0 0-2 16,0 0 5-16,0 0 2 0,0 0 2 0,0 0 2 16,19-2 1-16,-11-3 6 0,2 2 7 0,0-4-5 15,2 2 1-15,0-3 1 0,1-1 9 0,1-2-1 16,0 4 2-16,-5-3 4 0,3 1 2 0,-6 1 4 0,3 2 12 15,-1-1 4-15,-6 1 9 0,2 1-11 0,0 0 0 16,-3-1-7-16,0 2-11 0,-2-1-14 0,-4 3-6 16,-4 2-8-16,-2 0-7 0,-11 1 1 0,-4 5-4 15,-4 4-2-15,-6 2-3 0,0 3-1 0,-10 7 3 16,-1 3-2-16,2 0 0 0,-1 4-1 0,4-4 1 16,0 6 4-16,1 0-11 15,10-6 6-15,-7 10-3 0,7 0 0 0,2 6 0 16,8-10-2-16,7 0-2 0,3 1 2 0,3-7-1 15,6 3 3-15,4-3-3 0,6-6-1 0,4-4 0 16,8 2 3-16,8-3 5 0,5-3-4 0,22-5 1 16,4-5 0-16,6-4 0 0,31-11 2 0,0-4-2 15,-4 0-1-15,0-3 1 0,-31 7-2 0,-1-6 0 16,0 1-8-16,-4-2-2 0,-5 1 0 0,-1-2 1 0,-17 10-2 16,1 0 1-16,-7-1 3 0,-9 3 3 0,-2 2 25 15,-8 5 1-15,1-2 10 0,-4 3 9 0,-3-3-1 16,-2 5-13-16,-1-5 0 0,1 5-6 0,-15 0-9 0,1 0 0 15,-8 5-3-15,-5 5 2 0,0-3 0 0,-2 7-7 16,0 3 0-16,0-4 1 0,5 1-3 16,0-1 1-16,9-2-1 0,-1-1-26 0,10-2-9 0,-2 2-1 0,3-4 4 15,4 0 1-15,2 0 7 0,2-2 0 0,3 0 1 16,8-1 8-16,8-2 0 0,7-1 14 0,2-4-16 16,3-4 0-16,2-2 0 0,0-1 2 0,-2-2 4 15,2-1 3-15,-6 2-1 0,-2-3 2 0,-5 1-3 16,-7 7 6-16,-3-4-1 0,-3 5 14 0,0-2 7 15,-3-1-1-15,-3 0-5 16,-2 1-3-16,1-1-11 0,-7 1-3 0,0 2-4 16,-4-2-5-16,-3 3-2 0,2-1-2 0,-4 2-6 15,-5-2-13-15,-2 4-8 0,2-2-12 0,-1 4-18 16,6 0-17-16,-6 2-24 0,6-1-42 0,2-1-24 16,2 2-53-16,1 2-145 0,8-4-410 0,-5 1 181 15</inkml:trace>
  <inkml:trace contextRef="#ctx0" brushRef="#br0" timeOffset="9187.27">7071 4280 239 0,'0'0'224'0,"-8"-2"-17"0,2 2-24 15,-2 0-16-15,-2 1-15 0,1-1-12 0,-4 3-12 16,2 0-14-16,-4 3-14 0,2-1-10 0,-5 2-8 16,4 3-7-16,-4 0-9 0,5 0-7 0,-1 2-5 15,5-5-9-15,0 3 0 0,-1-1-9 0,4 0 0 16,0 0-6-16,3 0-2 0,1 0-1 0,2 1 0 0,4 0-1 16,0 0 1-16,5-1 1 0,5 4 2 0,4-4-3 15,9 6-3-15,1 1 0 0,4-3-8 0,-1-1 4 16,1 2-4-16,-2-2-1 0,-3 0 0 0,-4 1-2 15,-4-3-4-15,-2-2-2 0,-3 1-1 0,-5 0-4 16,0-1 7-16,-4-2-5 0,0 4 6 0,-7 0 8 16,-4 2 7-16,-8-1-5 0,-9 5 8 0,-6-3-11 0,-7 0 0 0,-16 2-15 15,4 0-27-15,-3-5-51 0,0-2-81 0,1-3-269 16,13-2-460-16,7-6 203 0</inkml:trace>
  <inkml:trace contextRef="#ctx0" brushRef="#br0" timeOffset="11592.29">7696 4248 47 0,'0'-6'254'0,"0"2"-6"0,0-1-16 0,-3-1-9 0,3 6-21 0,0-6-20 16,0 6-19-16,-1-3-25 0,1 3-11 15,0 0-18-15,0 0-16 0,0 0-8 0,0 17-10 16,1 0-9-16,-2-1-7 0,0 8-7 0,1 2 2 16,-1 2-7-16,1 2-6 0,-2 0-4 0,0 3-1 15,-2-1-2-15,3 2-1 0,1-3 1 0,0 0-8 0,1-5 6 16,0 0 3-1,-1-8-5-15,0-3-3 0,0 0 3 0,0-8-4 16,1 3 2-16,-1-6 14 0,0 3 26 0,0-4 31 16,0 1 39-16,2-1 50 0,-1-1 26 0,-1-2 28 15,0 0 21-15,0 0-29 0,0 0-27 0,4-18-24 16,1 8-16-16,0-6-17 0,-1-2-17 0,4-7-14 16,1 0-11-16,1 0-11 0,-1 0-13 0,1 1-9 15,-4 5-6-15,-1 4-10 0,-1 6-3 0,0-2-7 0,0 5-3 0,-3 2-10 16,-1-1-6-16,4-1-15 0,-3 3-23 0,2 1-24 15,-3 2-31-15,0 0-27 0,5-2 2 0,-5 2 8 16,0 0 7-16,6 10 9 0,-2-5 12 0,0 2-1 16,1 2 6-16,-1 3 9 0,1 3 2 0,0-5 4 15,0 7-2-15,-1-5-10 0,0 0 0 0,0-2-29 16,1 5-11-16,0-6-5 0,-3 0-17 0,1 1-16 0,1-3-11 16,-2-2-21-16,0 2-22 0,-1-2-25 0,0 0-13 0,2-1-15 15,-2-1-32-15,-1-3-21 0,3 3-231 16,-3-3-555-16,0 0 246 0</inkml:trace>
  <inkml:trace contextRef="#ctx0" brushRef="#br0" timeOffset="12046.01">8280 4277 252 0,'4'-5'360'0,"-3"1"-11"0,2 0-24 0,-1 2-14 0,-2 2-30 15,1-4-31-15,-1 4-27 0,0 0-23 16,3-3-25-16,-3 3-23 0,0 0-19 0,0 0-20 0,0 0-11 0,4 15-6 16,-3-6-16-16,-2 3-3 0,1 4-14 0,2 2-8 15,-2 2-1-15,3-1-2 0,-2 0-8 0,4 5-6 16,-1-4 4-16,1-1-5 0,-5-2-7 16,7 3 1-16,-2-2-6 0,0-6-1 0,1-1-3 15,-2 1 2-15,2-3-4 0,0-1 3 0,-4-1-7 0,3 0 5 16,-2-4 5-1,-1-1 10-15,1 1 24 0,-1 0 23 0,-2-3 9 16,0 0-13-16,15-7-5 0,-7-2 2 0,1 0-6 16,3-3-6-16,-2-1-4 0,0-4-5 0,-2-2-6 15,1 1-7-15,0-7-8 0,-5-3-6 0,-3 2-9 16,-1-1-12-16,-1 1 0 0,-7 1-2 0,3 8 1 0,-8 1-5 0,3 0 0 0,-4 3-7 16,-3 3 4-16,-2 3-6 0,-1 2-1 15,0 2 1-15,-3 3-1 0,2 5-1 0,0-2-4 16,2 5 1-16,0 2 2 0,1 1 5 0,3 1-15 15,3 2 2-15,-2 2 12 0,9-1-26 0,0 2 1 16,6-2-10-16,3 0-8 0,7 2-3 0,5-3-12 16,11-2-23-16,2-2-37 0,7-2-47 0,5-3-57 15,13-5-78-15,-15-2-306 0,14-3-665 0,-1-1 295 16</inkml:trace>
  <inkml:trace contextRef="#ctx0" brushRef="#br0" timeOffset="12440.5">8964 4423 138 0,'-6'2'227'0,"1"0"-7"0,1 0-2 16,4-2-13-16,-7 3-12 0,3-3-16 0,4 0-13 0,0 0-7 15,-5 3-12-15,5-3-13 0,0 0-2 0,0 0-6 16,0 0-6-16,0 0-3 0,25-1-13 0,-2-3-7 16,8-2-8-16,6 0-15 0,0-2-3 0,21-2-10 15,-5-1-2-15,4 2-6 0,-4 0-4 16,-13 5-4-16,-3-1-7 15,-3-3-1-15,-2 5-7 0,-9-1-2 0,-4 2 0 0,-3 2-3 16,-5-4-3-16,-2 2 1 0,3 1-3 16,-7 1 7-16,1-1-2 0,-6 1 5 0,9-2-21 15,-9 2-9-15,0 0-14 0,0 0-18 0,0 0-25 16,0 0-26-16,0 0-32 0,-20 6-32 0,12-6-44 16,3 4-44-16,-3-4-192 0,8 0-463 0,-11 0 205 15</inkml:trace>
  <inkml:trace contextRef="#ctx0" brushRef="#br0" timeOffset="13064.21">9756 4109 231 0,'1'-4'224'0,"4"-2"-18"15,0 2-21-15,-1 2-16 0,4 0-24 0,1-4-9 16,0 9-16-16,1-3-13 0,0 0-10 0,3 4-8 0,-3 2-11 0,8 2-5 16,-3 3-4-16,-1 1 0 0,0 1-6 0,-1 3 7 15,-3 4-11-15,-1-3-3 0,4 5-1 0,-8 2-6 16,-1-5-4-16,0 9 0 0,-8-3-7 0,0 0 1 16,-1 1-4-16,-1-6-10 0,-2-1 6 0,-1-1-6 15,1-2 1-15,0 0-3 0,1-2 0 0,1-3-3 16,1-2-1-1,1 0 1-15,1-4 10 0,0 1 16 0,1-2 26 16,-2 1 34-16,3-4 40 0,1-1 35 0,0 0 31 16,0 0 9-16,0 0-25 0,0 0-22 0,5-15-14 0,3 5-20 15,-1-4-14-15,10-6-10 0,-7 3-14 0,4-7-17 16,4-1-7-16,-1 0-10 0,1-1-6 16,-5 2-7-16,2 3-3 0,-7 7-4 0,-2 4-2 15,0 0 0-15,-2 4 0 0,0 0-12 0,-2 1-8 0,1 1-21 0,1 1-26 16,-1 0-32-16,-3 3-17 0,0 0 11 0,0 0 4 15,-8 11 8-15,4-1 6 0,0 2-2 0,-2 2 5 16,-1 3 4-16,4 0-2 0,-1 0 9 0,2 1-7 16,4-1-10-16,2 1 1 0,1-2-2 0,6-1-3 15,2-4-12-15,5 0-16 0,7-1-27 0,1-2-33 16,2-2-44-16,4-3-57 16,5-6-79-16,-1-1-284 0,1 1-649 0,1-4 287 15</inkml:trace>
  <inkml:trace contextRef="#ctx0" brushRef="#br0" timeOffset="13541.89">10717 3943 198 0,'0'0'225'0,"0"0"-26"0,0 0-23 0,0-5-17 16,0 5-18-16,0 0-14 0,0 0-11 0,-16 12-9 15,6-3-7-15,-4 3-15 0,-1 1-6 0,-6 7-5 16,-2 1-8-16,-1 0-5 0,1 1-7 0,-2-1-10 16,3 1 1-16,-3-1-3 0,5 0-2 0,2 1-6 15,5-8-2-15,3 4-3 0,1-2-2 0,3-1-1 16,2 3-4-16,3-2-3 15,5 1 4-15,2-2-1 0,4-1-2 0,3 1-2 16,12 1-1-16,4-3-1 0,1-1-1 16,0 0-1-16,3-1 0 0,0-1 0 0,-2 1-5 15,2-1 1-15,-5-1-4 0,0-3 2 0,-7 0-2 0,-5 3 0 16,-3-4-1-16,-4-1-3 0,0 2-1 0,-3-1 2 16,-2-1 6-16,-4-1 8 0,0 3 2 0,-9 0 2 15,-1-1-4-15,-7 5 2 0,-6-5 3 0,-4 2-9 0,-3 2 0 16,-2-4-2-1,0 0 0-15,0-1 1 0,0 1-4 0,0-2 0 0,1-1-3 16,11-2-6-16,1 0-14 0,2 1-22 0,2-2-7 0,7 1-24 0,0-1-68 16,6 0-17-16,1-4-232 0,2 0-417 0,4-2 186 15</inkml:trace>
  <inkml:trace contextRef="#ctx0" brushRef="#br0" timeOffset="13781.76">10940 4333 335 0,'4'-3'341'0,"-3"-2"-5"16,3 3-13-16,-4 2-10 0,3-6-19 0,-1 5-19 15,-2 1-32-15,0 0-28 0,5-5-28 0,-5 5-20 0,0 0-23 0,0 0-17 16,0 0-15-16,0 0-13 0,0 0-12 0,3 13-9 16,-3-7-11-16,-1 1-3 0,1 2-3 0,0 1-7 15,0 1-3-15,0-2-11 0,0 3-2 0,0-2 0 16,-2 0-8-16,4 3-4 0,-2-2 7 0,0-3-15 15,1 1-21-15,-2 0-13 0,2-4-23 0,-1 0-19 16,1 1-25-16,-2-2-21 0,1-4-16 0,1 5-16 0,-2-1-13 16,1-4-45-16,0 0-98 0,0 0-209 0,-12-9-542 15,6 2 240-15</inkml:trace>
  <inkml:trace contextRef="#ctx0" brushRef="#br0" timeOffset="13951.07">10875 4100 64 0,'-1'-6'342'0,"1"0"-20"0,1 2-32 0,0 1-30 16,-1-1-26-16,0 4-21 0,0-6-24 0,-1 3-23 15,1 3-19-15,0 0-26 0,10 0-28 0,-10 0-34 16,8 6-45-16,-3-1-45 0,3 4-51 0,-2-4-65 16,2 5-229-16,-4 0-407 0,1 0 180 0</inkml:trace>
  <inkml:trace contextRef="#ctx0" brushRef="#br0" timeOffset="14329.65">11138 4284 68 0,'0'0'303'0,"4"4"-30"16,-4-4-31-16,0 0-27 0,1 5-25 0,-1-5-12 15,-1 7-18-15,1-1-22 0,0-1-7 0,-1 5-18 16,0 1-8-16,-1 2-8 0,1-3-10 0,0 9-14 16,-1-7-1-16,0 0-9 0,2 0-1 0,-1-2-8 15,-1 0-9-15,1-3-1 0,0-1-5 0,1 0-1 0,0-1-4 0,0-1 1 16,0-4 33-16,0 5 36 0,-3-2 38 0,3-3 23 16,0 5 31-16,0-5 18 0,0 0 19 0,0 0 15 15,0 0 3-15,0 0-26 0,0 0-22 0,7-12-23 16,-4 6-17-16,1-1-17 0,0 0-16 0,0 0-15 15,1-1-13-15,1 1-9 0,-2 1-12 0,-1 0-6 16,-1 3-9 0,1-1-8-16,-2 0-8 0,-1 4-6 0,4-3-10 0,-3 0-9 15,-1 3-14-15,3-2-24 0,-3 2-27 0,0 0-38 16,0 0-1-16,0 0-1 0,10 3-40 16,-5 1-24-16,0 1-45 0,3 2-28 0,1-2-34 15,1 2-34-15,-1-2-46 0,0 0-53 0,1-2-295 16,2 2-735-16,-2-3 326 0</inkml:trace>
  <inkml:trace contextRef="#ctx0" brushRef="#br0" timeOffset="14799.06">11481 4268 216 0,'1'-8'330'16,"-1"-2"0"-16,3 3-1 0,-2-1 6 0,-1 4-6 15,0 0-26-15,0 1-27 0,0 0-33 0,1-1-24 0,-1 4-27 0,0 0-24 16,0-6-19-16,0 6-32 0,0 0-21 0,0 0-11 15,0 0-12-15,0 0 3 0,5 16-12 0,-5-5-10 16,0-1-6-16,-1 2-2 0,2 0 1 0,-1 6-12 16,0-5-3-16,-1 4 2 0,2-3-6 0,-1 1-4 15,0 0-3-15,0-4-2 0,4 2 5 0,-4-3-2 16,3 0-5 0,-2-1-3-16,0-3 3 0,3-1-3 0,-1 1 5 15,-2-1-12-15,4-2 14 0,-1 1 3 0,2-1 8 16,-2-3 6-16,6 0-10 0,-2-3 9 0,3 2-4 15,0-3 1-15,-2-2-3 0,2-1 8 0,-1-1 7 0,2-4-4 16,-1-1-4-16,-2-1-10 0,0-1-6 16,1-9-2-16,-2 5-3 0,-4-8-10 0,1 4-2 15,-4-2-10-15,-2 1 0 0,1 4-1 0,-9-2-8 0,5 3 1 0,-7 5 0 16,-5-1-5-16,0 4 0 0,-3 2 4 0,-8 2 6 16,0 5-9-16,4 3 13 0,1 0-23 0,-6 6 7 15,3 1 6-15,6 2-3 0,2 1 2 0,0 0 2 16,6 2-2-16,-2 2-11 0,7-1 2 0,2-5 0 15,4 3 5-15,4-3 4 0,6 3 5 0,8 0 4 16,8 0 0 0,9-2 0-16,-2-4-30 0,7-2-36 0,1-4-47 0,-2-2-47 15,1 0-52-15,0-3-55 0,11-5-86 0,-18 2-202 16,0-3-606-16,-7-2 269 0</inkml:trace>
  <inkml:trace contextRef="#ctx0" brushRef="#br0" timeOffset="15084.02">11909 3708 253 0,'0'-4'341'0,"0"4"-33"15,0-5-34-15,0 5-39 0,0 0-22 0,0 0-24 0,0 0-20 0,15 11-19 16,-2 2-16-16,4 9-8 0,1 7-2 0,8 11-5 15,-3 6-3-15,2 4-8 0,-4 2 0 0,-1 3-7 16,-4 2-7-16,-2 1-10 0,-1-3 1 0,-8 0-9 16,-5-4-8-16,-9 1-3 0,0-2-1 0,-8 1-3 15,-7 0-6-15,-1-7-13 0,-9-1-21 0,0-4-21 16,-8 2-39 0,-3-3-52-16,-30 9-61 0,20-21-92 0,-40 15-300 15,6-9-587-15,-6-10 260 0</inkml:trace>
  <inkml:trace contextRef="#ctx0" brushRef="#br0" timeOffset="15954.01">7383 3917 177 0,'0'0'215'0,"-4"-4"-24"0,4 4-24 0,0 0-15 16,0 0-20-16,-5 20-12 0,0-3-16 0,-7 15-7 15,1 19-11-15,-15 27-10 0,9 0-10 0,2 8-2 0,-1 7 4 0,5 5 7 16,5-2-1-16,6-3-4 0,9-2-7 0,14-11 14 16,1-25 3-16,8-3-6 0,26 15 6 0,-14-26-4 15,33 10-2-15,1-8-1 0,8-11-13 16,8-7-8-16,0-8-46 0,1-1-67 0,2-6-135 16,-31-5-203-16,27-9-432 0,-29-3 191 0</inkml:trace>
  <inkml:trace contextRef="#ctx0" brushRef="#br0" timeOffset="22229.52">4663 3796 53 0,'0'-8'189'0,"0"-2"-6"0,0 0-7 0,0 4-11 16,0-1-1-16,0-5-8 0,-1 6-4 0,1-1-9 0,0 2-10 16,0-3-9-16,1 4-6 0,-2-1-4 15,1 0-6-15,0 5-10 0,0-4-8 0,0 4-10 16,0-4-10-16,0 4-6 0,-1-4-12 0,1 4-23 0,0 0-11 0,0 0-7 15,0 0 2-15,-13 15-2 0,7 4-3 0,-4 11 3 16,-8 13-5-16,0 12 1 0,-5 30-2 0,-4 2 3 16,4 2-1-16,4 6 3 0,-3 0 0 0,-1 6-1 15,5 6 6-15,5-8-1 0,3-2-3 0,1-1 2 16,6-14-1-16,5-23 0 0,1-2 2 0,1 0 2 16,0 0-2-16,0 3-4 15,0-7 3-15,1-2-4 0,-3-2 2 16,-5-3 0-16,0-14 0 0,-2-3-5 0,-2-6 10 0,2-5-9 15,-2 1 10-15,1-8 19 0,-2-2 18 0,-6 3 3 16,-1-4 3-16,-4-3 0 0,-3-4-1 0,-5-1 14 16,-5-2-15-16,0-6 11 0,3 1 2 0,-1-2 4 15,0-3 5-15,4 1-1 0,-1-3 2 16,3 3-7-16,6 1-17 0,3 2 4 0,2 3-10 0,4 1-7 0,1-1-2 16,2 2-26-16,-2 0-35 0,2 2-38 0,6 1-32 15,-10 5-26-15,3 2-38 0,1 2-41 0,3 1-52 16,0 4-290-16,3-4-580 0,1 2 257 0</inkml:trace>
  <inkml:trace contextRef="#ctx0" brushRef="#br0" timeOffset="22715.23">4486 6082 162 0,'-7'-1'235'0,"7"1"-23"0,-13 5-25 0,5 5-10 15,-7 5-23-15,-3 4-11 0,-3 5-12 0,1 1-9 16,1 4 3-16,-2 2-10 0,-3 11-8 0,7-11-5 0,2 3-4 16,6-5 6-16,0-1-3 15,6-3 0-15,2-8-5 0,4-1-4 0,-1-3 2 16,2-1 1-16,5-2 11 0,1-3 16 0,8-1 0 15,5-3 3-15,7-4 0 0,1-5 0 0,4-5-5 16,-3-5 9-16,0-2-3 0,-4 0 5 0,-4-3 10 16,-3 0 7-16,-3 0 2 0,-8 5-1 0,1-9-5 15,-4-1-12-15,-5 7-14 0,0-6-7 0,-5 6-16 16,-5-3-17-16,-3 4-25 0,-2-3-9 0,-6 4-33 0,1 5-22 0,-9 1-47 16,-1 1-38-16,-1 5-44 0,-3 2-44 0,-2 1-52 15,0 5-56-15,7-1-87 0,-1 3-282 0,10-5-715 16,8-2 317-16</inkml:trace>
  <inkml:trace contextRef="#ctx0" brushRef="#br0" timeOffset="23701.45">5073 3477 275 0,'1'-4'302'0,"0"2"-29"0,-1-3-28 0,0 5-27 15,1-6-25-15,-1 6-25 0,0 0-29 0,0 0-15 16,0 0-14-1,0 0-17-15,2 13-4 0,-4-3-13 0,1 2-2 16,-3 6-10-16,2 1-6 0,-4 11-5 0,0-3-7 0,-4 0-3 16,2 1-2-16,-2 2-3 0,4-1-2 0,-3-2-2 15,1-7-8-15,3-3 0 0,1-6-4 0,-1-1 2 16,3-3 0-16,-2 3 22 0,1-6 34 0,3-1 38 16,-1 1 40-16,1-4 32 0,-3 1 7 15,3-1-16-15,0 0-18 0,3-19-19 0,1 9-13 0,2-5-16 0,3-2-14 16,0 0-6-16,-1 0-15 0,0 1-10 0,1 2-4 15,-2 2-12-15,-1 2-8 0,2 3-9 0,-4 1-6 16,-1 2-6-16,1 1-35 0,2-1-8 0,-1 4-12 16,3 0-8-16,1 3-23 0,2 1 1 0,1 4-11 15,3 1-7-15,1 3-12 0,-3 2-22 0,5 2-30 16,0 9-32-16,0-6-44 0,0 0-54 0,-4-5-84 0,-2-3-196 0,4 0-598 16,-7-5 264-16</inkml:trace>
  <inkml:trace contextRef="#ctx0" brushRef="#br0" timeOffset="24002.46">4794 3630 59 0,'-14'1'246'0,"1"0"-8"0,3 1-2 0,1 2-8 15,0-4-6-15,5 3-6 0,-1-3-9 0,0 1-10 16,5-1-15-16,-9 0-19 0,9 0-12 0,0 0-15 0,0 0-13 0,28-15-15 16,8 1-2-16,16-6-20 0,10-1-3 0,31-10-14 15,-5 1-6-15,5 0-7 0,3-2 43 0,-5 5-11 16,-4 0-12-16,-30 9-3 0,-2 2-12 0,-4 3 2 16,-15 3-1-16,-4 2-16 0,-4 1-2 0,-11 1-23 15,-2 4 7-15,-5 0-13 0,-3 1-23 0,2-2-26 16,-6 3-7-1,-3 0-5-15,0 0-35 0,-16 14-52 0,-2-5-66 16,-6 6-97-16,-3-5-207 0,8-1-544 0,1-3 241 16</inkml:trace>
  <inkml:trace contextRef="#ctx0" brushRef="#br0" timeOffset="25404.27">13072 4156 278 0,'3'-7'313'0,"0"-3"-17"0,0 1-5 0,-2 3-9 16,-1-1-29-16,0 1-21 0,-1 0-23 0,-2-1-16 15,-1 2-22-15,0 0-23 0,-1 1-20 0,-5-1-12 16,-3 3-19-1,-6 1-18-15,-4 2-10 0,-5 3-2 0,-3 3-10 16,1 1-3-16,0 2-9 0,1 1-3 0,1 2-5 0,5 2-4 16,-3 2-1-16,6-1-5 0,3-5-3 0,1 2-4 15,3 1 0-15,4 0-4 0,3-3-8 0,0 0-9 16,2-2 1-16,2 2-1 0,3-1 5 16,4-1 0-16,2-1 10 0,4 0 2 0,7-2-15 15,1 1 1-15,12-4-1 0,0-1 5 0,2-2 2 0,1-2-5 0,0-5 2 16,-4-2-1-16,1-2-2 0,-3-1 21 0,-2-4 21 15,-2 0 6-15,-5-5 22 0,0-1 5 0,-5-4 3 16,0-6 1-16,-2 1 0 0,-1-4 6 0,0-13-1 16,0 0-7-16,-5 1 11 0,2 1 7 0,-8 13 24 15,3 1 11-15,-1 6 12 0,-4 6 4 0,0 3-5 16,2 5-7-16,-1 2-15 0,1 2-12 0,0 0-15 0,1 3-17 0,-2 2-29 31,1-2-47-31,0 5-59 0,-4-4-59 0,4 4 4 16,0 0 10-16,0 21 17 0,-4 0 9 0,3 7 4 0,1 6 11 0,-5 0 1 0,5 16 17 0,-4-5 0 15,2-9 4-15,2-1 11 0,2-1 1 0,3 0 4 32,2-5 2-32,-5-2 3 0,-1-2 4 0,2-8 6 0,0 0 8 0,-1-5-9 15,0-3 5-15,0 0-4 0,-2-4 5 16,1 2 11-16,2-4 18 0,-2 2 18 0,-1-2 25 16,0 0 18-16,0-3 18 0,2 4 11 0,-2-4 9 0,2 3-4 15,-2-3-8-15,0 0-9 0,0 4-10 0,0-4-6 16,0 0-11-16,0 0-12 0,0 0-40 0,0 0-52 15,0 0-48-15,0 0-40 0,1-12-50 16,-1 12-48-16,0-5-39 0,0 1-74 0,4 0-71 0,-4 0-360 0,1 0-821 0,3 0 363 16</inkml:trace>
  <inkml:trace contextRef="#ctx0" brushRef="#br0" timeOffset="25820.74">13488 3961 135 0,'4'-12'338'0,"1"4"4"0,-2-2-6 0,1 2-6 16,-3 2-20-16,1-1-22 0,0 3-23 0,0-1-41 15,-2 4-22-15,0 1-23 0,3-4-23 0,-3 4-41 16,0 0-16-16,0 0-6 0,1 13-8 0,-3-1-13 16,0 2-4-16,0 6-11 0,-6 4-4 0,4 1-5 15,-1 3-6-15,-1-1-8 0,1-1-3 0,2-1 4 0,0-6-5 0,2 1-2 16,0-2-2-16,1-1-7 0,2 0 4 0,0-5-1 15,2-1-2-15,1 0 6 0,-1-3-4 16,1-1 20-16,1-2 7 0,0-2 5 0,2 0 12 16,5-3-6-16,4-1 4 0,0-3 3 0,-1-2 6 0,0-2 6 15,1-1 1-15,-2-3-8 0,-2-2-1 0,6-8-11 16,-3 0-2 0,-2-2-13-16,-3-5-17 0,-1 0-5 0,-2-3-20 15,-8-1-11-15,3 1-1 0,-7 3 0 0,-3 1 1 16,-5 2-3-16,-1 5 1 0,0 4 3 0,-9-1-5 0,-2 4 4 0,-2 3 0 15,-2 2-1-15,8 5 1 0,-1 6-8 0,1-2-7 16,0 4 14-16,-1 5-2 0,3-1 8 0,3 5 5 16,1-1-18-16,1 4 6 0,4 1-3 0,4-1-6 15,10 1-3-15,4 0 8 0,9 2 3 0,10-2 1 16,8-2-21-16,18 0-38 0,3-3-62 0,6-7-77 16,2-1-90-16,-4-4-390 0,2-7-746 0,-7 2 330 15</inkml:trace>
  <inkml:trace contextRef="#ctx0" brushRef="#br0" timeOffset="26420.82">14977 4102 36 0,'-5'-4'391'0,"1"1"0"0,0 0-31 15,3-1-23-15,-2 0-29 0,2-2-34 0,2 2-28 16,3-2-30-16,8-3-30 0,3 1-23 0,10-5-34 0,4 5-42 16,5-2-52-16,-1 2-69 0,4-4-70 0,-1 8-81 15,4 3-76-15,-8-4-169 0,-4 2-464 0,-8 3 205 0</inkml:trace>
  <inkml:trace contextRef="#ctx0" brushRef="#br0" timeOffset="26567.75">15042 4255 146 0,'-9'6'242'0,"4"-1"-20"0,0 0-19 16,0-2-26-16,1 1-3 0,3 0 2 0,1-4-2 15,9 3-13-15,5-3-15 0,14-3-14 0,8 0-19 16,13-3-30-16,8-3-48 0,3 0-60 0,4-3-84 16,1 2-233-16,-4-5-370 0,-1 4 164 0</inkml:trace>
  <inkml:trace contextRef="#ctx0" brushRef="#br0" timeOffset="27520.68">16776 3771 51 0,'0'-5'337'15,"1"-1"-10"-15,-1 2-4 0,0 0-36 0,0 4-32 16,2-5-28-16,-2 5-22 0,2-2-27 0,-2 2-23 16,0 0-20-16,0 0-18 0,0 0-12 0,0 0-8 15,4 14-14-15,-7 2-7 0,2 1-3 0,-4 1-11 0,-4 9-5 0,0-1-8 16,0 4-26-16,-6 0-3 0,1 2-1 0,-8 9-2 16,3-9 1-16,1-4-2 0,2-3 1 0,0-1-4 15,2-8 1-15,5-3 0 0,3-4-4 0,-1-1 4 16,2-1 2-16,2-2 4 0,-1-1 45 0,0 0 50 15,1-1 45-15,3-3 43 0,-4 4 24 0,4-4-26 16,0 0-24-16,0-20-19 0,3 8-18 0,0-4-16 0,4-2-11 0,3-5-10 16,3 0-16-16,2-1-10 0,0-1-6 0,2 4-10 15,-1 0-7-15,-6 7-6 0,0 5-8 16,-5 0-3-16,3 1-8 0,-3 4-14 0,3 0-17 16,-2 2-15-16,2 2-2 0,1 3-9 0,4 3-13 0,2 2-18 15,-2 3-11-15,0 0-15 0,-1 4-13 0,-2 1-5 16,1 1-7-1,1 4-27-15,3 3-19 0,-2-2-28 0,-1 1-36 16,2-2-39-16,-5-4-73 0,0-3-305 0,-4-2-688 16,-1 0 305-16</inkml:trace>
  <inkml:trace contextRef="#ctx0" brushRef="#br0" timeOffset="27920.8">16450 3916 174 0,'-5'1'170'0,"0"-1"-3"0,-4 1-9 0,5-1-3 16,4 0-10-16,0 0-5 0,-10 3-1 0,10-3-11 15,0 0-13-15,-6 0-7 0,6 0 8 0,0 0-12 16,-7 0 5-16,7 0-8 0,0 0 6 0,0 0 3 0,0 0 2 16,0 0-1-16,0 0 0 0,0 0-8 0,0 0-9 15,0 0-5-15,0 0-10 0,0 0-9 0,0 0-2 0,14-5-15 16,4-2-2-16,12 2-9 0,4-3-1 0,3 0 3 16,14-5-13-16,6 1-5 0,4-2-2 15,0 2 0-15,3-1-5 0,1 0-3 0,-4 1-2 0,-3 1 3 16,-7 4-1-16,-15 2-4 0,-4 2-6 0,-4 1 3 15,-6-1-13-15,-7 2-12 0,-6 0-18 0,1-1 0 16,-3 0-17-16,-1 2-13 0,-6 0-4 0,0 0-14 0,0 0-13 16,0 0-21-16,-18 9-21 0,8-6-30 0,-1-1-18 15,0 2-43-15,0-2-147 0,3-1-405 0,4 1 179 0</inkml:trace>
  <inkml:trace contextRef="#ctx0" brushRef="#br0" timeOffset="28390.62">17715 3531 131 0,'-10'-2'220'15,"10"2"-2"-15,0 0-11 0,0 0-4 0,-5-1-24 16,5 1-17-16,0 0-18 0,0 0-10 0,0 0-16 16,0 0-10-16,0 0-7 0,24-2-12 0,-6 0-9 15,14-2-10-15,3-2-5 0,4 4-9 0,19-4-2 0,0 3-9 0,5-1-4 16,2-2-3-16,-1 1-4 0,-1 0-2 0,-4 0-7 16,-6 2 0-16,-16-1-2 0,-1 0-4 0,-8 2-13 15,-5-1-8-15,-4 0-5 0,-7 3-6 0,-2-3-13 16,-2 2-33-16,-6 0-22 0,-2 1-28 0,0 0-25 15,-19-5-22-15,0 5-29 0,-3 2-125 0,-6-4-334 16,-4 5 148-16</inkml:trace>
  <inkml:trace contextRef="#ctx0" brushRef="#br0" timeOffset="28754.1">18091 3500 59 0,'0'0'250'0,"-4"-2"-9"0,4 2-20 0,0 0-24 16,0 0-25-16,0 0-18 0,0 0-18 0,0 0-14 16,-6 4-17-16,4 1-9 0,-1 2-9 0,0 6-9 15,-1 5-6-15,-1 0-9 0,0 12-1 0,-1 2-9 16,-3 13 3-16,1 6-4 0,4-4-2 0,-1 5 0 16,5-4 1-16,0 2-6 0,4-2-9 0,0-1 1 15,-3-13-3-15,3 0-3 0,-3-1-4 0,3-1-1 0,1 0-1 0,-5-5-5 16,0 2 2-16,-4-10-2 0,-1 5 0 0,0-8 5 15,-1 2 1-15,-3-4 8 0,-1-1 2 0,-6-1 8 16,1-3 5-16,-2-1 5 0,-6-4 2 16,-6 0-5-16,-2-3 5 0,-1-2-1 0,-1-3 5 15,-3-3 2-15,-1 0 5 0,5 0 16 0,5-1 2 16,-3 0-10-16,8 2-4 16,3-2 11-16,7 4 2 0,0-1-4 0,3 2-7 15,2 1-8-15,1-1-8 0,-2-1-20 0,3 4-26 16,1-3-33-16,4 3-40 0,0 0-45 0,0 0-37 15,14-6-42-15,-2 6-42 0,8-1-69 0,1-2-237 16,8 3-578-16,2-2 256 0</inkml:trace>
  <inkml:trace contextRef="#ctx0" brushRef="#br0" timeOffset="29170.5">18442 4172 342 0,'3'-1'348'15,"-3"1"-26"-15,0 0-37 0,0-5-34 0,0 5-30 16,0 0-25-16,0 0-26 0,0 0-21 0,0 0-12 15,0 0-16-15,0 14-9 0,-3-5-15 0,0 3-13 0,-1 0-2 0,0 3-10 16,-4 2-7-16,3 1-5 0,-4 7-5 0,4-7-8 16,0 1 1-16,-1-2-2 0,0-2-5 0,3 2-6 15,1-6-9-15,-1-2 0 0,0-3-3 0,3-1 10 16,0-2 29-16,-2 2 33 0,0-1 27 0,2-4-4 16,0 0-17-16,23-9-16 0,-13 1 3 0,8-3 0 15,-1 0 6-15,7-5-1 0,-2-1-8 0,-8 4 1 0,10-3-2 0,-9 4 3 16,-3 1-3-16,-2 3-7 0,-1 3-12 15,-2 0-10-15,-1 2-2 0,-1-1-17 0,-1 2-20 16,-4 2-23-16,14 2-32 0,-9 2-18 0,4 3-30 16,1 3-32-16,-1 4-40 0,0 4-61 0,4 7-82 0,-9-8-395 15,2 3-754-15,2-5 334 0</inkml:trace>
  <inkml:trace contextRef="#ctx0" brushRef="#br0" timeOffset="30673.74">4196 8040 132 0,'3'-3'239'15,"-2"1"-10"-15,0-4-22 0,-1 6-15 0,0 0-2 16,4-2-22-16,-4 2-20 16,0 0-19-16,0 0-15 0,0 0-11 0,-17 8-13 15,2-1-7-15,-6 9-7 0,-8 0-11 16,-3 3-5-16,0 0-5 0,0 0-7 0,1 1-3 16,-2 1-6-16,-1-1-5 0,1-1-2 0,-1 1-4 15,5 0-6-15,0-1 1 0,-1 0-4 0,4-1-1 0,1 0-2 16,5-2-2-16,2-3 0 0,5-2-2 0,0 2-3 15,4-4-1-15,4-1 2 0,1 2-3 0,4-1 2 0,3 2-2 16,3-1 2-16,7-2-3 0,1 2 3 0,12 2-3 16,2-2 5-16,5 0-7 0,0 2 5 0,0-1-3 0,3 1-1 15,4-1 2-15,-8 3-4 0,-4-2 2 0,-1 0-2 16,-4 1-1-16,-3 4-1 0,-6-3-1 16,-1 0-1-16,-7-2-2 0,-2 0 3 0,-4 5 3 15,-5 0 7-15,-8-2-1 16,-6 6 2-16,-5-2 1 0,-5-1 5 0,-5-1-11 15,1-2 5-15,-3-1 0 0,-11 2-2 0,9-4 4 16,-1-4-4-16,1 2-1 0,-12-2-4 0,13-1 0 16,5-1-3-16,3-3-13 0,6-3-15 0,5 0-24 15,5-2-17-15,4-1-52 0,3-2-44 0,7-1-68 16,7-4-142-16,4-3-404 0,14-3 179 0</inkml:trace>
  <inkml:trace contextRef="#ctx0" brushRef="#br0" timeOffset="31059.21">4641 8478 11 0,'0'0'267'0,"-9"-1"-27"0,1-1-25 0,8 2-22 0,-13-1-19 15,7 5-18-15,-6-2-16 0,3 0-16 0,-2 7-11 16,-2-3-15-16,-1 5-11 0,-1 1-5 0,2-1-11 15,-1 3-7-15,1-1-9 0,0 3-3 0,1-4-4 16,4 3-7 0,1-3-5-16,0-2 0 0,2 2 4 0,1 0-4 0,0-6 0 15,3 5-3-15,1-4 4 0,4 0 10 0,-1-2 8 0,4 0 7 0,6-1 0 16,-1-3 2-16,10-2 2 0,-2-3-7 0,10-2 0 16,-11 0-8-16,3-2 1 0,-3 1 2 0,-2-3 9 15,-1 3 10-15,-3-5 11 0,-4 3 10 0,2-4 2 16,-4 2-4-16,1-4 12 0,-5-1-36 15,-1 2-12-15,-2-2 2 0,-3 1-17 0,-2-1-7 16,0 4-7-16,0-1-13 0,-5 5-6 0,1-2-18 16,-2 2-17-16,-1 3-21 0,-4 0-18 0,-2 1-24 15,-1 4-25-15,0 2-24 0,1 5-24 0,4 2-37 16,5-1-31-16,-4 1-260 0,7-1-529 0,6 2 234 16</inkml:trace>
  <inkml:trace contextRef="#ctx0" brushRef="#br0" timeOffset="31243.86">5162 8659 155 0,'1'5'272'0,"2"-4"-16"0,-6 7-23 0,-2 1-16 0,-3 1-16 15,-3 5-25-15,-4-1-15 0,-7 6-17 0,0 0-15 16,-1 4-26-16,-1 2-51 0,-3-2-64 0,-2-2-80 0,3-2-241 15,-2 0-360-15,3-6 159 0</inkml:trace>
  <inkml:trace contextRef="#ctx0" brushRef="#br0" timeOffset="31929.54">6700 7840 88 0,'-6'0'217'15,"6"0"-15"-15,-9 0-16 16,9 0-13-16,-10 0-17 0,10 0-8 16,-7 0-9-16,7 0-21 0,0 0-14 0,0 0-5 15,0 0-9-15,0 0-8 0,36-5-2 0,-3 2-9 0,6 0-6 16,17-5-4-16,4 1-4 0,7-1-8 0,-3-1-4 15,3 1-2-15,-4 1-12 0,-2-2-7 0,-6 0-13 16,-5 3-5-16,-14 2-11 0,-3-1-15 16,-1 2-13-16,-10 2-5 0,-6-3-4 0,-6 3-17 0,-3-2-11 0,-3 1-29 15,-4 2-8-15,0 0-2 0,0 0-11 0,-37 1-32 16,15-2-97-16,-10 2-269 0,0 0 119 0</inkml:trace>
  <inkml:trace contextRef="#ctx0" brushRef="#br0" timeOffset="32283.89">7198 7749 366 0,'-20'3'30'0,"4"-1"19"0,4 0 15 16,-2 0 13-16,5-2 11 0,4 0 11 0,-4 0 12 0,9 0 3 15,-9 0 5-15,9 0 4 0,-7 0-1 0,7 0 9 0,-7 3 3 16,7-3-3-16,0 0 0 0,-7 0-7 0,7 0-12 16,0 0-16-16,-3 2-13 0,3-2-13 0,0 0-12 15,-4 2-20-15,4-2-5 0,-2 10-7 0,0-1-2 16,1 7 0-16,0 8-3 0,-2 8-4 0,1 2 1 16,0 11-3-16,0 2-1 0,-3 3 2 0,4 0-5 15,-2-1 1-15,2 2 3 16,1 0-3-16,0-2-1 0,2 1 4 0,-3 1-4 15,1-4-1-15,0-13-1 0,0-1 2 0,-3 1-2 16,1-5 2-16,-1-3-4 0,-1-2 9 0,-1-6 8 16,0-2 15-16,-1-6 26 0,-2 1 10 0,0-2 19 15,-2-2 11-15,-3-1 0 0,-7-3 2 0,2-3 4 16,-10-2-6-16,-1-3 0 0,-1-2 2 0,0-4-4 16,0 3 8-16,2-4-15 0,0-2-4 0,1 1-6 0,4 3-8 0,5-1-4 15,-7-1-13-15,9 4-12 0,4 5 3 0,1-4-7 16,2 2-10-16,2 3-16 0,2-1-44 0,-1 1-46 15,3 0-49-15,3 2-42 0,-7-1-32 0,7 1 14 16,0 0-21-16,0 10-32 0,4-5-40 0,0 0-281 16,9 0-600-16,6 3 265 0</inkml:trace>
  <inkml:trace contextRef="#ctx0" brushRef="#br0" timeOffset="32747.85">7426 8555 242 0,'1'-2'349'0,"-1"2"-15"16,2-6-1-16,-2 6-25 0,0 0-28 0,0-2-35 15,0 2-15-15,0 0-32 0,0 0-20 0,0 0-8 0,0 0-34 0,0 0-14 0,0 0-17 16,0 0 3-16,0 0-25 0,2 13-10 16,-3-4-7-16,-2 1-15 0,2 6 4 0,-1 1-8 15,-3 3-4-15,-3-3-7 0,4 9 0 0,-2-2-4 16,0 1-2-16,-1-7-2 0,3-2-10 0,-1 1-3 16,1-5 2-16,3 0 4 0,-3-3-2 0,4-1-4 15,-1-2 5-15,-2 0 2 16,3-1 16-16,0-1 51 0,0-4 38 0,-1 5 35 15,1-5 6-15,0 0-16 0,0 0-19 0,6-19-9 16,1 9-13-16,2-4-12 0,1-3-10 0,4-5-9 16,1 0-9-16,-3 7-7 0,-3 1-10 0,3-1-4 15,-3 6-6-15,-2 1-8 0,2 1-5 0,-6 3-9 16,3-1-9-16,-2 0-28 0,-1 3-26 0,-3 2 3 0,8 1-11 16,-8-1-3-16,10 11-3 0,-5-4-4 0,3 1-3 0,-3 5 0 15,4 2-7-15,-3-1-8 0,2 1-18 0,1 2-19 16,0-2-27-16,0 2-24 0,0-3-32 0,1 2-40 15,-2-3-37-15,3-1-55 0,-2-4-287 0,1-2-666 16,1-3 295-16</inkml:trace>
  <inkml:trace contextRef="#ctx0" brushRef="#br0" timeOffset="33180.25">8266 8286 301 0,'-8'0'309'0,"3"-1"-11"0,5 1-1 0,-8 0-5 16,8 0-13-16,0 0-14 0,-10 0-1 0,10 0-35 16,0 0-21-16,0 0-36 0,0 0-5 0,0 0-20 15,22-8-15-15,-3 5-9 0,9-1-21 0,0-1-5 16,9 1-14-16,-1 0-10 0,1-3-7 0,2 2-7 0,-3 2-6 0,-1 1-9 15,-4-1-7-15,-2 0-5 0,-10 2-7 0,-1 0-9 16,-5 0-7-16,-3-1-9 0,-2 1-9 0,-3 1-15 16,0 0-19-16,-5 0-23 0,8-2-13 0,-8 2-26 15,0 0-28-15,-22 5-31 0,4-2-39 0,0 3-39 16,-1-3-277-16,0 0-561 0,6 1 248 0</inkml:trace>
  <inkml:trace contextRef="#ctx0" brushRef="#br0" timeOffset="33433.92">8425 8518 176 0,'-3'6'279'0,"-1"-2"-2"0,0-1 7 16,1 2 3-16,2-3-5 0,-3 2-6 15,4-4-6-15,0 0-21 0,0 0-22 0,12 0-27 16,-1-4-11-16,20-1-23 0,1 0-12 0,5-5-29 15,19 3-5-15,-7-3-15 0,2 3-8 0,1-2-12 0,-15 2-7 16,-1 1-11-16,0 2-11 0,-16 0 5 16,2 0-6-16,-6 0-7 0,-4 4-7 0,-3-3-1 0,-2 3-4 0,-1 0-19 15,2-2-27-15,-8 2-37 0,6-2-51 0,-6 2-46 16,0 0-53-16,0 0-93 0,-19 7-304 0,6-7-643 16,-1 0 285-16</inkml:trace>
  <inkml:trace contextRef="#ctx0" brushRef="#br0" timeOffset="34188.21">10318 7674 204 0,'-3'-11'297'0,"2"0"-10"0,0-2-18 0,0 2-3 16,-1-2-7-16,2 1-7 0,0-1-19 0,0 2-3 16,2 2-16-16,-4 2-14 0,2-3-20 0,2 5-18 15,-2 0-21-15,0 2-24 0,0 3-28 0,0-5-41 16,0 5-30-16,0 0-4 0,0 0-6 0,5 15-5 0,-1 2 3 15,2 7-1-15,-1 1 2 0,5 5-2 0,-5 1-3 0,3 7 7 16,-1-4-2-16,4 12 3 0,-6-11 8 0,4-2-7 16,-4 1-18-16,4-3-35 0,-4 1-37 0,3-3-32 15,-3-3-48-15,4-1-60 0,-8-7-274 16,3-2-533-16,-3-7 236 0</inkml:trace>
  <inkml:trace contextRef="#ctx0" brushRef="#br0" timeOffset="34499.32">9816 8417 125 0,'-13'5'367'0,"4"0"-35"16,-1-1-34-16,5 0-32 0,0-3-31 0,1 2-25 0,4-3-25 15,0 0-20-15,30-3-14 0,5-4-15 0,25-5-16 16,32-7-8-16,6-1-15 0,12 3-5 0,0-5-28 16,4 3-6-16,-2 2-8 0,2 0-4 0,-6 0 0 0,-1 1 3 0,-6 5-7 15,-12 0-1-15,-27 5-3 0,-9 1-3 16,-18 1-4-16,-1 1 4 0,-15 1-8 0,-3 2-3 16,-5-3 11-16,-2 3 8 0,0 0 3 0,-2-1 18 15,0 0-2-15,-7 1-8 0,4-3-15 0,-4 3-25 0,0 0-33 16,0 0-34-16,-27 1-45 0,9 3-65 0,0 1-84 31,-9 1-296-31,1 1-588 0,0-1 262 0</inkml:trace>
  <inkml:trace contextRef="#ctx0" brushRef="#br0" timeOffset="35121.01">10749 8846 107 0,'2'-3'450'0,"-2"3"-27"0,0-7-38 0,0 7-33 0,0-4-39 16,0 4-35-16,0 0-35 0,0 0-29 0,0 0-35 15,0 0-29-15,0 0-20 0,0 0-18 0,0 0-18 16,-4 18-26-16,2-8-7 0,-3 6-6 0,-2 4-5 16,-4 3-3-16,-3 5-5 0,-3 3-4 0,0-2-1 0,0 0-2 0,-1 0-4 15,1 0-5-15,3-7-2 0,4-3-11 16,1-5-1-16,1-3-3 0,3-2 2 0,0-4 14 16,1 0 2-16,2-3 46 0,-1 3 41 0,3-5 11 0,0 0-9 15,-6-10-9-15,6 1-7 0,2-8-5 0,-1-1-11 16,3 0-9-16,5-11-7 0,4 3-8 0,-3 1-10 15,3-1 2 1,-3 10-14-16,-2 0-2 0,-3 1-4 0,3 3-7 0,-2 6-12 16,-2-1-1-16,0 2-3 0,0 2-12 15,-1 0 3-15,3 3-1 0,-6 0-3 0,11 3 0 0,-3 1-17 16,1 4-18-16,-1 1 12 0,0 0 1 16,3 6 1-16,0 0-9 0,-2 4-21 0,5 1-20 0,-3-3-25 15,-3 2-28-15,2-2-25 0,3 5-34 0,-6-5-31 16,-1-1-42-16,0-4-40 0,-2-4-312 0,1 1-661 0,-5-4 294 15</inkml:trace>
  <inkml:trace contextRef="#ctx0" brushRef="#br0" timeOffset="35283.37">10487 8940 374 0,'-11'-5'453'0,"1"1"-16"0,1-2-31 0,3 3-27 16,1 0-38-16,0 2-30 0,2-2-28 0,3-2-36 15,0 5-24-15,23-11-25 0,9 3-16 0,25-7-31 16,7 1-34-16,40-3-37 0,3-9-58 0,-2 8-65 16,-4 6-67-16,-8 1-108 0,-29 1-422 0,-3 2-691 15,-3-1 306-15</inkml:trace>
  <inkml:trace contextRef="#ctx0" brushRef="#br0" timeOffset="36121.58">12853 7374 56 0,'-6'-14'244'0,"-1"3"-6"16,1 0-15-16,1 2-18 0,-1 1-14 0,0 2-19 16,3-1-19-16,-1 4-19 0,1 0-23 0,1 0-36 0,2 3-13 15,0 0-6 1,-13 9-7-16,9 8-7 0,-6 10-4 0,2 7-3 16,-6 17-8-16,-3 30-8 0,2 1 10 0,6 4-4 15,-5 3-4-15,7 6-2 0,0-7-1 0,1 0 1 16,-4-8 0-16,8-19 4 0,0 28-4 0,0 0 4 15,5-29-5-15,0 26 1 0,-2-25-1 0,6 19-2 16,-3-25-3-16,-1-1 4 0,-2 0-5 0,-1-2-3 0,-1-4 1 16,-2-14 0-16,-2 2 0 0,-4 0-1 0,-1-4 2 15,-3 0 34-15,-1-3 13 0,-1-3 14 0,-4-2 5 16,-3-5 10-16,0-3 1 0,-6-2-10 0,-3-4-2 16,-1-3-6-16,-4-5-9 0,-3 2-5 0,-2-1-11 15,-10-3-3-15,11-1-10 0,1-2-18 0,3-2-23 16,-1 0-32-16,5 0-47 0,1 0-44 0,5 0-48 0,10 3-83 0,3 0-189 15,7-1-487-15,2-1 215 0</inkml:trace>
  <inkml:trace contextRef="#ctx0" brushRef="#br0" timeOffset="36622.8">12711 10047 280 0,'0'0'255'0,"0"0"-23"16,0 0-25-16,-14 13-20 0,5-1-22 0,-2 5-14 0,-6 6-17 16,2 3-14-16,-3 0-7 0,6 5-26 0,-3 1-8 15,4-1-9-15,2 0-7 0,1-1-7 0,4-2 0 16,8-3-5-16,-1-6 1 0,3-2-4 0,4-2 14 15,8-3 9-15,9-1 10 16,2-7 4-16,6-4 5 0,4-6-3 0,10-8 7 16,-11 2 14-16,-5-2 17 0,-4 0 52 15,-6-7 16-15,-3 3 15 0,-6-3-14 0,-5 2-17 16,-4-5-22-16,-3-3-24 0,-8-1-21 0,-1 3-14 0,-7-1-22 16,-7 2-20-16,-2 2-21 0,-2 5-27 0,-6 0-30 15,-1 3-45-15,-3 6-41 0,-16 7-34 0,12 4-32 16,-15 5-30-16,3 4-43 0,18-2-60 0,0 1-280 0,6 0-637 15,8-5 282-15</inkml:trace>
  <inkml:trace contextRef="#ctx0" brushRef="#br0" timeOffset="37571.99">13359 6849 249 0,'5'-11'291'0,"-2"2"-18"0,0 2-22 16,0 2-29-16,-3 1-25 0,1 1-22 0,-1 3-20 0,3-6-26 15,-3 6-15-15,5 0-14 0,-5 0-10 0,4 9-11 16,-4-2-11-16,3 5-3 0,-1-2-3 15,-2 8-10-15,-2 9-7 0,0-2-3 0,-2 2-1 16,-1 4-4-16,0-2-4 0,-2-1-1 0,0-1-3 0,1-7-3 16,3-1-1-1,-2-4-2-15,0-3-5 0,4-3 4 0,-2-4-3 16,2 2 20-16,0-2 46 0,-1-2 30 0,2 1 31 16,0-4 27-16,0 0 10 0,0 0-35 0,0 0-12 15,4-19-17-15,5 2-9 0,-1 0-11 0,3-5-11 0,1 3-11 16,-1-2-7-16,1 5-7 0,-2 0-11 15,4 4-8-15,-4 2-4 0,-2 1-3 0,0 1-8 16,-3 4-9-16,0-1-14 0,4 3-19 0,1 0-14 0,2 4-15 0,-1 3-14 16,1-1-12-16,-2 5-19 0,4 1-19 0,-1 2-12 15,1 3-31-15,-1-1-33 0,0 3-46 0,-1-2-37 16,-2 0-319-16,4-1-633 0,-6-4 281 0</inkml:trace>
  <inkml:trace contextRef="#ctx0" brushRef="#br0" timeOffset="37825.76">13046 7018 264 0,'-20'2'296'0,"2"-1"-19"16,5 1-22-16,1-3-24 15,5 2-14-15,-1-1-13 0,8 0-20 16,-9-1-19-16,9 1-12 0,0 0-17 0,41-14-8 0,14-5-15 15,32-7-14-15,1-1-11 0,5-5-10 0,7 3-4 16,6 0-5-16,-4 0 5 0,7 5 5 0,-5 1-3 16,-6 2-5-16,-35 9-6 0,-1 0-9 0,-12 4-4 15,-14 4 0-15,-7 0-7 0,-8 1-11 0,-9 1-20 16,1 1-15-16,-3 0-23 0,-2 1-19 0,-8 0-2 0,0 4-27 16,-9 1-42-16,-7 4-51 0,-4-1-74 0,-8 3-252 15,1 2-533-15,2-1 236 0</inkml:trace>
  <inkml:trace contextRef="#ctx0" brushRef="#br0" timeOffset="39113.47">14338 7949 115 0,'-2'-4'271'0,"2"4"-11"0,-4-3-8 0,4 3-19 15,-4-4-16-15,1 1-19 0,3 3-18 0,0 0-20 0,0 0-19 16,0 0-14-16,0 0-18 0,0 0-9 0,-2-3-12 16,2 3-11-16,0 0-7 0,0 0-8 0,0 0-7 15,-7 11-5-15,2-7-6 0,4 1-2 16,1-1-7-16,0 1-5 15,-1-2-5-15,2 2-1 0,-1-2-3 0,0-3-2 16,9 5-3-16,1-4 2 0,8-2-4 0,1-4-1 16,8-2-2-16,1-1-5 0,4-3-1 0,0 1 2 15,0-1-2-15,0-3 1 0,-4 2-3 0,0-2-1 16,-4-3 4-16,-7 5 2 0,-2-1-3 0,0 1 8 16,-5 2 11-16,-3 2 13 0,-2-1 10 0,-1 1 9 15,0-2-4-15,-4 5 0 0,0-1 3 0,0 2-19 0,-4 0-11 0,-1 2-8 16,-4-2-8-16,-5 4 6 0,-5 4-7 0,-9 4-5 15,-2 2-1-15,-3 7 4 0,1 4-5 0,-14 7 2 16,3 5 1-16,-1 1 1 0,3 1 0 0,3 3-5 16,2-5 0-16,12-6 2 0,2-1-7 0,5 0 9 15,4-1-12-15,2 0 2 0,8-6-5 0,4 2 3 16,5-4 3-16,10 6 0 0,7-7 3 0,10-3-1 0,23-3 5 0,3-5-6 16,7-5-2-16,38-6-3 0,-6-6-2 0,3 0 1 15,0-5-2-15,-8-3-2 0,-2 3 0 0,-28 4 1 16,-2-2-10-16,-6 1-3 0,-5-3-3 0,-16 5 2 15,-3 2 1-15,-4-2 6 0,-11 7 19 0,-3 0 22 16,-5 0 8-16,1 0 7 0,-5 2-2 0,-2-1-3 16,-2 0-2-16,0 4-10 15,-10-4-1-15,-3 4-5 0,-2 2 1 0,-6 0-2 16,-7 4-5-16,0 0 1 0,0 3 0 0,0 0 0 16,9 1-8-16,-3-2 0 0,4 1 3 0,3-2-4 15,2-2-24-15,4 2-9 0,0-1-23 0,4-2-4 16,0 0-1-16,1-1 5 0,2 1 7 0,2-4 10 15,2 6 1-15,-2-6 6 0,12 0 5 0,-1-2 14 16,8-1-6-16,-2-2 7 0,2 1 8 0,-1-1 4 0,-5 0 9 0,-3-1 18 16,1-1 16-16,-3 3 10 0,1-1 13 0,-4 0-6 15,-1 0 0-15,1-1-12 0,-1 0-5 0,-3 0-16 16,-1 0-6-16,0 0-11 0,-1 1-15 0,-3 0-2 16,-1-2-19-16,0 3-11 0,-3-1-14 0,-1 1-21 15,-2 1-19-15,-2 3-27 0,0-2-30 0,2 2-32 16,-1 0-46-1,-2 0-198-15,8 2-461 0,-2-1 205 0</inkml:trace>
  <inkml:trace contextRef="#ctx0" brushRef="#br0" timeOffset="39498.98">15824 7882 47 0,'-5'-7'257'0,"5"7"-25"0,-4-2-28 15,4 2-15-15,-9-1-20 0,9 1-23 0,-10 1-19 16,5 3-6-16,-3-3-12 16,-1 6-14-16,-1-2-15 0,1 4 1 0,-4 0-11 15,-1 2-9-15,1 1-4 0,1 0-9 0,3-2-6 16,-2 2-9-16,3 0-16 0,3-3-9 0,1 1-8 15,0 1-3-15,1 0 0 0,2-1 0 0,1-1-1 16,3 1 3-16,0 1 0 0,5-3 2 0,2 1-1 16,4 1 1-16,2 0-1 0,-1-3 5 0,3 3-5 15,-1-2 0-15,-1-2 2 0,-2 3-1 0,-4-4 0 0,-1 1-3 0,-1-1 0 16,-3 0-1-16,-1-3 3 0,2 1 3 0,-6 1-1 16,3-1 7-16,-6 3 2 0,-3-2 0 0,-4 3-5 15,-2 0 1-15,-7-2-3 0,0 1-18 0,0-1 0 16,-2 1-31-16,0-4-28 0,1 2-50 0,0-1-62 15,0-3-113-15,3 0-321 0,3 0 143 0</inkml:trace>
  <inkml:trace contextRef="#ctx0" brushRef="#br0" timeOffset="40063.06">16380 7870 205 0,'1'-2'356'0,"-1"2"-28"0,1-6-27 16,-1 6-38-16,0 0-27 0,0 0-26 0,0 0-28 16,0 0-18-16,0 0-22 0,0 0-17 0,0 0-19 15,0 0-8-15,2 12-14 0,-2-7-6 0,1 3-11 16,-2 4-8-16,-1 0-4 0,2 5-3 0,-2 0-7 15,-2 0-3-15,2 2-6 0,-1-1-5 0,1 3 3 0,2-2-5 16,-3-2 3-16,2-3-8 0,-1-2 3 16,1-2-6-16,0-1 2 0,2-3-3 0,-2 0 2 15,1-1 9-15,-1-1 30 0,2 0 33 0,-1-4 40 0,0 0 8 0,0 0-8 16,0 0-13-16,0 0-8 0,14-11-11 0,-9 7 9 16,3-3-4-16,-2-2-18 0,2-1-1 0,1 0-9 15,-2 1-10-15,4-4-7 0,1 1-6 0,-7 0-5 16,2 7-9-16,-2-4-3 0,-1 4-5 0,-3 2-6 15,3-1-7-15,-2 0-6 0,2 2-5 0,-1-1-21 16,-3 3-20-16,2-4-27 0,-2 4-11 0,0 0 0 0,8 7-3 0,-4-2-21 16,1 1-5-16,0 1-17 0,0 2-17 0,3-1-26 15,0 4-26-15,3 1-41 0,-1 0-49 0,3-1-71 16,-2-4-221-16,4 0-614 0,-4-3 272 0</inkml:trace>
  <inkml:trace contextRef="#ctx0" brushRef="#br0" timeOffset="40464.19">16942 7917 199 0,'4'-9'400'15,"0"0"-9"-15,1 4-10 0,-3-2-24 0,1 2-39 16,0 1-34-16,-2 0-38 0,2 2-28 0,-3 2-28 16,2-4-23-16,-2 4-16 0,0 0-29 0,0 0-16 15,3 9-13-15,-5-4-14 0,1 8-6 0,0 3-4 0,-4 1-9 0,-1 1-8 16,2 1 0-16,-3 6-13 0,6-5 9 15,-3-1-9-15,3-2-6 0,-2-2 2 0,3 2-9 16,0-5 0-16,0-4-3 0,4 2 5 0,-1-1-4 0,-1-4 3 16,2 1 0-16,3-2 0 0,0-3 1 0,3 2 3 15,3-4-13-15,4-4 10 0,0 0 1 16,0-2-10-16,0-4 0 16,2 1 4-16,-3-2-1 0,5-4-11 0,-6-4 6 0,2-1-1 15,-3-1-13-15,-1-4-23 0,-4 0 12 16,-3 1-19-16,-5 0 1 0,-1-1-5 0,-4 4 5 15,-2 1-2-15,-3 5 2 0,-5 0 7 0,0 5-2 16,-5 0-4-16,-8-1 6 0,0 7-1 0,-2 2 1 0,1 3-4 16,0 3 4-16,2 4 5 0,-1 1-1 0,8 2-2 15,-4 3 5-15,6-1-7 0,3 1 7 0,5 0-6 0,2 3-2 16,3-4 5-16,6 5-6 0,6-2 6 0,1 0 5 16,9-2-11-16,10 1-22 0,7-4-38 0,3-1-42 0,14-3-65 15,7-6-75-15,-3-3-306 0,3 0-615 0,-6-5 272 16</inkml:trace>
  <inkml:trace contextRef="#ctx0" brushRef="#br0" timeOffset="40732.75">17728 7933 349 0,'-6'3'408'0,"1"1"-4"16,0-4-21-16,2 5-18 0,-1-5-19 0,4 0-19 16,-5 2-32-16,5-2-26 0,0 0-31 0,22-2-25 0,8-5-20 0,10-2-19 15,19-2-23-15,2 0-10 0,3 3-14 0,-4-1-18 16,0 1-22-16,-8 1-26 0,-16 2-30 0,-4 0-23 16,-1 2-30-16,-13-1-32 0,-2 4-25 0,-4-2-29 15,-4-1-20-15,-2 3-24 0,-2-1-15 0,-4 1-33 0,0 0-64 0,-19-3-321 16,-1 2-632-16,-9 0 279 0</inkml:trace>
  <inkml:trace contextRef="#ctx0" brushRef="#br0" timeOffset="41750.53">18648 7608 27 0,'0'-4'299'0,"0"0"-33"0,0 4-28 16,4-6-25-16,1 2-20 0,3-1-20 0,2 2-17 15,9-1-17-15,0 3-15 0,11-1-24 0,1 6-10 0,4 0-9 0,-2 4-7 16,-1 0-10-16,3 6-6 0,-3 1-6 0,-2 3-6 16,-3 3-7-16,-3 2-1 0,-3 2-3 0,-6 0-8 15,-6 1 0-15,-1 1-6 0,-9 1-3 0,-7 0 6 16,-4 2-3-16,-7 2-3 0,0-3 1 0,-5-4 4 15,-3-1-6-15,3-2 6 0,-3-4 5 0,4 0 10 16,5-7 7-16,0 0 10 16,5-2 4-16,-1-4 5 0,4 2 15 0,1-2 21 15,-1-3 19-15,4 1 36 0,2-1 26 0,-1-1 21 16,5-1 14-16,-7 0-18 0,7 0-40 0,-1-13-18 16,5 2-21-16,3-4-15 0,4-3-8 0,3-5-12 15,6-4-11-15,3-1-6 0,9-9-7 0,3 1-14 16,-8 9-7-16,6-10-8 0,-8 10-1 0,-1 1-7 15,2 4 4-15,-8 2-6 0,-4 8-1 0,-4-2-1 0,-2 7-5 0,-3 0-10 16,0 2-1-16,-1 3-19 0,-1-2-25 0,-1 0-30 16,2 3-23-16,-4 1 10 0,0 0-13 0,0 0 11 15,0 14 12-15,-5-2 3 0,1 2 7 0,-1 2 7 16,-4 2 5-16,4 1 10 0,-3 4-4 16,4-4 8-16,2-1-1 0,-1 2 9 0,6-1 6 0,2-2 7 15,5 1-5-15,4-4 8 0,2-2 17 0,12 0-42 0,4-6-35 16,3-1-41-16,19-3-46 0,-3-2-58 0,7-7-61 0,-2 1-303 15,0-6-631-15,-2 3 278 0</inkml:trace>
  <inkml:trace contextRef="#ctx0" brushRef="#br0" timeOffset="42203">19909 7347 226 0,'4'-2'217'0,"-4"2"-25"16,1-5-18-16,-1 5-20 0,0 0-20 0,0 0-9 15,0 0-13-15,0 0-7 0,3 13-6 0,-7-5-9 16,-5 5-7-16,-5 4-10 0,-4 5-2 0,-5 2-12 15,-1 0-5-15,-3 0-1 0,2 1-5 0,-10 9-6 16,12-8-5-16,0 0-3 16,1-2-4-16,3 1-1 0,3-3-5 0,0 1 0 15,6-7-2-15,1 1-2 0,0 0-3 0,7-1 7 16,0-6-1-16,4 2 2 0,2-2 4 0,9 3 0 16,4-3-2-16,10-2-4 0,5 0-2 15,1-2-1-15,4 1 2 0,3-3-7 0,12 4 2 0,-15-4-4 16,0-2 2-16,-1 3-3 0,-6 2-3 0,-4-3-3 15,-7 0-1-15,-2 0 0 0,-4 0-10 0,-4 0 1 0,-3 1-6 16,-2-1 8-16,-3 1 5 0,-3-1 0 0,-6 4 9 16,-5 1-8-16,-12 4 1 0,-6-4 0 0,2 2 0 0,-6 0-1 15,1-1-1-15,-3 0-10 0,0-5-26 0,2 1-27 16,1 1-45-16,0-3-33 0,5-1-61 16,7-5-163-16,1 0-392 0,8-1 174 0</inkml:trace>
  <inkml:trace contextRef="#ctx0" brushRef="#br0" timeOffset="42465.91">20302 7698 367 0,'3'-5'401'0,"0"2"2"0,0-1-19 15,-1 3-42-15,0-3-27 0,-2 4-32 0,2-3-39 16,-2 3-27-16,0 0-28 0,0 0-19 0,5-4-28 0,-5 4-20 15,0 0-21-15,3 11-3 0,-1-6-18 16,-2 1 2-16,0 4-11 0,0-1-3 0,0 3-11 16,-2 1-8-16,4-1-5 0,-4 0-3 0,4 5-5 15,-2-6-28-15,1 0-8 0,-1 1-14 0,0 0-30 0,0 0-14 0,0-6-19 16,-1 5-18-16,-1-5-6 0,-1 2-21 0,3-4-11 16,-2 0-4-16,-1 0 12 0,-1-1-22 0,-2-2-54 15,6-1-70-15,-17-4-195 0,8-1-503 0,2-2 223 16</inkml:trace>
  <inkml:trace contextRef="#ctx0" brushRef="#br0" timeOffset="42635.28">20206 7474 188 0,'-3'-10'342'0,"3"1"-6"0,0 0-5 16,-2 2-25-16,4 0-14 0,-2 3-50 0,0 0-22 15,0 0-26-15,0-1-35 0,0 5-37 0,3-3-19 16,-3 3-35-16,0 0-34 0,10 5-32 0,-4 0-41 15,1 2-38-15,-1 3-51 0,1-3-56 0,-4 3-235 0,1 0-453 0,1-1 201 16</inkml:trace>
  <inkml:trace contextRef="#ctx0" brushRef="#br0" timeOffset="43004.47">20593 7613 370 0,'0'0'390'0,"0"0"-46"0,5 3-37 16,-5-3-35-16,0 0-30 0,5 1-30 16,-5-1-27-16,0 8-12 0,3-2-20 0,-2 1-20 15,-1 4-8-15,0 2-14 0,0 2-13 0,0-1-5 16,-4 3-13-16,4 0-9 0,0 2 4 16,0-7-16-16,-1-3-1 0,1 1-5 15,-3 0-11-15,3-3 0 0,0-2 0 0,0 0-2 16,0-1-1-16,0 0 31 0,-1-1 35 0,1-3 33 15,0 0 31-15,1 5 17 0,-1-5-1 0,0 0-18 16,0 0-18-16,9-17-19 0,-1 8-12 0,1-5-11 0,4-3-10 16,-2 5-11-16,1-2-9 0,-2 3-11 15,-1 2-2-15,0 0-10 0,-3-1-6 0,-1 5-10 0,-1 3-1 0,1-2-5 16,-1-1-9-16,0 2-5 0,0 0-19 0,-2 1-20 16,-2 2-9-16,0 0-18 0,13 5-6 0,-6-2-13 15,0 2-15 1,2-1-22-16,1 2-31 0,7 5-37 0,-3 1-16 0,1-2-43 15,-2-1-44-15,4 3-47 0,-3-3-72 0,0 0-248 0,1-1-695 16,-6-1 308-16</inkml:trace>
  <inkml:trace contextRef="#ctx0" brushRef="#br0" timeOffset="43852.37">21118 7611 356 0,'4'-9'381'0,"-1"3"-3"0,-1 0-15 15,1 1-26-15,-2-1-28 0,0 2-31 0,2-1-24 0,-3 2-34 0,0 3-22 16,1-6-27-16,-1 6-17 0,1-3-21 0,-1 3-16 16,0 0-34-16,2-2-14 0,-2 2-9 0,0 0-12 15,0 0-7-15,0 12-1 0,-2-7-6 0,2 4-2 16,-1 3-4-16,0-2-7 0,1 2 4 0,0 0-5 16,-1 0 2-16,-1-1-5 0,2 1 1 0,0-1-2 15,-1-3 3-15,0 0-10 16,1-3 3-16,0 3 2 0,0-3-6 15,0-2 1-15,0 1 3 0,-2 1-1 0,2-5 5 0,0 0 1 16,0 5 3-16,0-5 11 0,0 0 11 16,0 0 9-16,0 4 12 0,0-4 0 0,0 0 2 0,0 0-9 15,0 0-1-15,0 0-1 0,0 4-7 0,0-4-6 16,0 0-4-16,0 0-4 0,0 0-5 0,0 0-2 16,0 0 0-16,0 0-7 0,0 0 3 0,0 0-6 0,0 0-1 0,0 0-2 15,0 0 0-15,0 0-4 0,0 0 0 0,0 0 1 16,0 0-2-16,0 0-7 0,0 0 4 15,0 0 0-15,0 0 0 0,2 4 2 0,-2-4-7 16,0 0 1-16,0 0 5 0,0 0-10 0,0 0 15 0,0 0-12 16,0 0 2-16,0 0 8 0,0 0-8 0,0 0 0 15,0 0-8-15,0 0 9 0,0 0-5 0,0 0 0 0,0 0 2 16,0 0 2-16,0 0-3 0,0 0-1 0,0 0-3 0,0 0 4 16,0 0-2-16,0 0-1 0,0 0-1 15,0 0-12-15,0 0-1 0,0 0-14 0,0 0-12 16,0 0 3-16,0 0-18 0,1 4 10 0,-1-4 4 15,0 5 1-15,0-5 9 0,0 6-6 0,0-1 11 0,1 1 5 16,-1-2-1 0,2 3 10-16,-2-2-9 0,1 1 11 0,-1 2 6 15,1 0-5-15,0 1 4 0,1-2-4 0,-1 0 4 16,0-1 2-16,4 4-2 0,-4-2-1 0,2 0 2 16,-2-3 3-16,1 2 19 0,-1-2-16 0,0 0-6 15,2-1 4-15,-2 0 15 0,-1 1-16 0,0-5 2 16,3 5 6-16,-1-2-5 0,0-2 4 0,-2-1 3 15,2 6-1-15,-1-4-1 0,-1-2-1 0,9 0 3 0,-4 0 3 0,-5 0-1 16,13-2 6-16,-6-1 2 0,1-1 7 0,0 1 7 16,1-2-10-16,1-1 18 0,-1-2 2 0,3-6-6 15,-1 3-2-15,1-2-3 0,-3-5-1 0,-2-2-11 16,5-3 5-16,-4-5-10 0,-2 1-7 0,0-6-1 16,-3 3-9-16,-2-2 0 0,-1 0-7 0,-5 1-4 15,-3 5 11-15,-1-3 4 16,-1 2 6-16,-4 5 5 0,3 6 4 0,-6 0-5 15,4 2 5-15,-5 5-5 0,3 1-2 0,-3 0-8 16,7 7-12-16,0-2 7 0,-3 2 3 0,4 2-8 16,-3 2 2-16,4-1 4 0,0 7-27 0,1-2 1 15,1 1 12-15,2 1-13 0,2 3 4 0,2-2 3 16,5 2 12-16,5 3 11 0,4-3-12 0,5 0 3 16,11 4 0-16,4-5-12 0,4 0-36 0,4-6-40 0,13 0-34 0,-14 0-43 15,-1-5-51-15,15-1-71 0,-22-3-296 0,-2 0-646 16,0-1 287-16</inkml:trace>
  <inkml:trace contextRef="#ctx0" brushRef="#br0" timeOffset="44106.24">21661 7187 350 0,'0'-3'382'0,"0"-2"-10"16,1 1-55-16,-1 4-32 0,4-3-33 15,-4 3-29-15,8-1-28 0,-8 1-21 0,19 8-16 16,-5 1-24-16,4 4-12 16,3 7-7-16,2 3-19 0,-2 6-2 0,-1 1-5 15,5 14 0-15,-2-1-11 0,-13 8-3 0,0-3-2 16,-6 6-7-16,0 2 4 0,-12-4-8 0,-7 0-5 16,-3-1-4-16,-5-3-1 0,-7 3-18 0,-6-5-10 15,-5-3 1-15,-5-3-25 0,-4 0-29 0,-23 9-24 16,20-19-51-16,-32 10-52 0,-2-3-89 0,-7-11-344 15,-6-2-636-15,0-15 281 0</inkml:trace>
  <inkml:trace contextRef="#ctx0" brushRef="#br0" timeOffset="44870.25">16349 7323 194 0,'0'-5'300'0,"2"0"-16"0,-2 3-26 16,0 2-30-16,0-6-25 0,0 6-24 0,0 0-22 16,-7 13-21-16,0 3-17 0,-5 11-15 0,-1 8-10 15,-6 18-8-15,-5 29-10 0,2 9-5 0,2-2 7 16,6 1-12-16,7-1-3 0,7-9-4 0,7-22-4 16,7-2-5-16,9-1-4 0,6-2-1 0,22 18-2 0,9-7-2 0,12-6-2 15,4-11 1-15,9-7-26 0,2-4-42 0,4-6-81 16,9-10-113-16,1-4-240 0,-1-6-500 0,-4-8 222 15</inkml:trace>
  <inkml:trace contextRef="#ctx0" brushRef="#br0" timeOffset="46173.38">23027 7553 60 0,'16'-13'165'16,"0"4"4"-16,-2 0 5 0,-5 3 4 0,3-3-6 15,-5 2 5 1,1-1-5-16,0 1-6 0,-3 1 3 0,1-2-13 15,-5 3-13-15,1 0-6 0,-4-1-16 0,-1 1-17 0,-6 0-13 16,-5 1-12-16,-7 0-6 0,-8 3-9 0,-4 1-7 16,-3 1-6-16,-18 3-4 0,16 1-5 0,-14 2-3 15,0 3-2-15,1 2-2 16,-1-1-4-16,2 5-2 0,-4 0-4 0,3 2 8 0,4-1-10 0,11 0-6 16,6 0 1-16,1-1-3 0,5 1-1 15,6-4-1-15,4-1-6 0,4 0 4 0,2 1 1 0,4-2-3 0,3-1-2 16,6 2 7-16,4 0 5 0,9 0 5 0,9-3 3 15,7 0-5-15,21 0 4 0,-2-5-3 0,3-4-1 16,2-1-3-16,-4-4-2 0,0-2 1 0,0-5-1 16,-16 3-3-16,-2-5 10 0,11-6 17 0,-19 1 14 15,-1 0 15-15,-1-4 13 16,-6 0 24-16,2-5-5 0,-5 0-10 0,-4-3 8 16,-4-4 11-16,-1 1-4 0,-3-10 11 0,-3 7 1 15,-2-12 8-15,-2 2 8 0,0 13 8 0,-2 2 4 16,-1 3-9-16,2 4-5 0,1 6-13 0,-2 8-9 15,2 0-12-15,-1 2-11 0,0 2-15 0,2 0-19 16,0 2-42-16,-1 3-52 0,2 2-51 0,-1-8-40 16,1 8 6-16,0 0 13 0,-2 22 24 0,-5-3-7 0,6 7 8 0,-3 1 21 15,-1 0 7-15,2 5 6 0,2-2 3 0,1 0 5 16,0-1 6-16,4-3 5 0,-3 1 0 0,2-3 3 16,-1 0 18-16,1-5-5 0,3-1 0 0,-1-4 3 15,2 1 7-15,-4-3-4 0,0-4 6 0,1 0-8 16,-2 0-2-16,0-5 7 0,0 2 5 0,0-3-2 15,0 5-5 1,-1-4 4-16,-1-3-1 0,0 2-4 0,0-2-14 0,0 0-10 16,2 4-21-16,-2-4-17 0,0 0-30 0,-5 5-32 15,-1-3-35-15,1-1-41 0,5-1-44 0,-12-1-50 16,7-2-224-16,-2 2-574 0,7 1 254 0</inkml:trace>
  <inkml:trace contextRef="#ctx0" brushRef="#br0" timeOffset="46643.81">23449 7386 352 0,'8'-9'354'0,"-6"3"-2"16,5 2-5-16,-5-3-7 0,1 4-16 0,-1 0-20 16,1 0-34-16,-2-1-27 0,-1 4-21 0,4-4-21 0,-4 4-30 0,2-3-23 15,-2 3-6-15,0 0-32 0,0 0-22 0,0 0-13 16,0 0-19-16,6 12-5 0,-5-7-6 0,-1 8-3 15,0-1-4-15,-1 5-8 0,1 1-3 16,-2 2 6-16,4 4-9 0,-5-4-1 0,2 5-3 0,1 0-3 16,4 0 2-16,-3-6-2 0,0 0-3 0,2 0 3 15,1-4-1 1,-1 2-5-16,3-2 3 0,-3-4 1 0,2-2 8 16,0 0-17-16,-2-5 8 0,2 3 17 0,0-4 6 15,-1 2 15-15,4-3 18 0,-2-2 14 0,-6 0 5 0,18-4-2 16,-8-4 1-16,-1 0-3 0,4-2-4 0,-2-5-6 15,1 0-5-15,3-7-10 0,-2-2-7 16,1-1-2-16,-2-1-11 0,-2-5-14 0,-1 1-11 16,-3 1-4-16,-1-2-7 0,-3-1-2 0,-5 2-4 0,-1 0 1 0,-4 5-1 15,-2 1-1-15,-5 3-4 0,1 7 3 0,-3-2-9 16,-7 3 5-16,6 5 6 0,-12 3-11 0,0 1 3 16,2 5-6-16,0 6-1 0,1-1-3 0,8 6 9 0,-9 2-3 15,6 3 0-15,4 3 2 0,4-3-3 0,5-1-11 16,7 3 8-16,9 3-2 0,7 3 4 15,14-5-2-15,17 3-23 16,15-7-52-16,28-3-68 0,-20-7-96 0,37-5-122 0,-7-5-374 16,1-7-814-16,-5-3 360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9:17:15.88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2933 2252 82 0,'4'-6'95'0,"-4"6"-2"0,0-4-4 15,0 1-5-15,0 3-1 0,0 0-4 16,0-7 8-16,0 7 8 0,0 0-11 0,0-5 4 15,0 5-1-15,0 0-3 0,1-4 1 0,-1 4-5 0,0 0-1 16,0 0-1-16,0 0 1 0,0 0-2 0,0-5-4 16,0 5 0-16,0 0-3 0,0 0-4 0,0 0 3 0,0 0-1 31,0 0-1-31,0 0 4 0,0 0-1 0,0 0 7 16,0 0-6-16,0 0 5 0,0 0-7 0,-3-3 7 15,3 3-6-15,0 0-2 0,0 0-2 0,0 0-5 16,-4-2-2-16,4 2 8 0,-3-4-12 0,3 4 4 15,0 0 2-15,0 0-2 0,0-8-3 0,0 8-5 16,0-3-1-16,0 3-8 0,0 0-4 0,0 0-5 0,-2-4-4 0,2 4-7 16,0 0-8-16,0 0-25 0,0 0-23 0,0 0-33 15,0 0-15-15,2 11 5 0,-2-1 8 0,0 10 8 16,-2 14 4-16,-5 11 11 0,0 10 2 16,-2 2 10-16,-3 1 0 0,1 2 8 0,-1-1 4 15,3-6 0-15,2 2 4 0,-1 0 0 0,-1-3 3 16,4-4 3-16,1-2 8 0,2-9 5 0,-2-2 13 0,1-1-4 0,2-3-3 15,-2-4 7-15,2-9-7 0,1 2 6 0,0-7 0 16,0 2 0-16,0-2 2 0,0-4-1 0,0-2 6 16,0-1 4-16,0-1 10 0,0 0 3 0,0 0 4 15,0-5 3-15,0 6 11 0,0-6 1 0,0 2 11 16,0-2-3-16,0 0 5 0,0 0 5 0,0 0-14 16,0 0-6-1,0 0-16-15,0 0-22 0,0 0-21 0,1-16-27 16,3 8-33-16,-1-2-38 0,-2 0-32 0,3-2-33 15,0-2-48-15,0-3-54 0,-3-3-179 0,4-6-486 16,0 0 215-16</inkml:trace>
  <inkml:trace contextRef="#ctx0" brushRef="#br0" timeOffset="415.16">2947 2155 5 0,'0'0'180'16,"0"0"-8"-16,-6-2-8 0,6 2-16 0,0 0-10 15,-4-2-6-15,4 2-10 0,0 0-14 0,0 0-5 0,-9 0-11 16,9 0 2-16,0 0-6 0,0 0 4 0,0 0-2 0,0 0 0 16,0 0 3-16,0 0-3 0,0 0 1 0,0 0 6 15,0 0-1-15,0 0-8 0,0 0-9 0,0 0-11 16,0 0-4-16,0 0-8 0,0 0-4 0,0 0-3 16,22-9-7-16,-3 5-6 0,0 3-1 0,8-6-9 15,4 1 5-15,3 2-5 0,5-4 5 0,-2 0-1 16,12 5 4-16,-13-4 2 0,-1 0-1 0,-3 1-1 0,-2 2-8 15,-1-1 4-15,-8 2-9 0,-3 1 2 0,0-2-8 16,-5 4-14-16,-2-3-28 0,-3 3-31 0,-3 0-38 16,3 0-45-16,-3 0-13 0,-5 0-2 0,0 5-33 15,-4 2-217-15,-1 2-439 0,-4-1 195 0</inkml:trace>
  <inkml:trace contextRef="#ctx0" brushRef="#br0" timeOffset="915.52">2947 3154 10 0,'0'0'221'0,"0"0"-9"15,0 0-9-15,-3 2-14 0,3-2-11 0,0 0-12 16,-4 3-6-16,4-3-16 0,0 0-9 0,0 0-13 15,0 0-11-15,0 0-9 0,0 0-13 0,0 0-3 16,0 0-15-16,0 0-4 0,-3 1-12 0,3-1 4 0,0 0-8 0,0 0 1 16,0 0 4-16,0 0-2 0,0 0 1 0,0 0-6 15,0 0-1-15,0 0 0 0,17-1 0 0,-6 1-5 16,7-4-5-16,13 0 2 0,0-3-3 16,2 5-1-16,4-5-1 0,11-1-1 0,-9 3 1 15,-1-3-8-15,-2 4 1 0,-2 2-5 0,-4-1 0 16,0-2-6-16,-8 1 3 0,0 4-3 0,-4-2-2 0,-7 2-2 0,3-1 2 15,-3 1-8-15,-5-1-15 0,2 0-12 0,-2 1-16 16,-6 0-24-16,8-2-18 0,-8 2-24 0,0 0-40 16,0 0-31-16,0 0-50 0,0 0-194 0,-28-2-452 15,15-1 200-15</inkml:trace>
  <inkml:trace contextRef="#ctx0" brushRef="#br0" timeOffset="1384.2">2826 2825 205 0,'-5'2'197'0,"5"-2"-11"15,0 0-13-15,0 0-14 0,0 0-13 0,0 0-12 16,0 0-11-16,0 0 3 0,0 0 1 0,0 0 0 15,25 0 2-15,-6-2-4 0,11 2-3 0,7-5-6 0,14-1 4 16,3 2-9-16,6-5-9 0,1 2-3 0,-2 0-11 16,-4 2-6-16,0-1-8 0,-19 2-11 0,0 1-4 15,-6 0 0-15,1-3-14 0,-9 5-3 0,-7 0-5 16,0 1-5-16,-5-1-5 0,0 1 0 0,-3 0 0 16,-1-2-8-16,0 2-2 0,-6 0-9 0,7 0-3 15,-7 0-2-15,0 0-9 0,0 0-7 0,0 0-17 16,-16 7-12-16,6-5-20 0,-2 3-18 0,3-3-30 0,1 2-26 15,1-3-27-15,-1 4-50 0,3-2-202 0,5-3-449 0,-9 3 199 16</inkml:trace>
  <inkml:trace contextRef="#ctx0" brushRef="#br0" timeOffset="2086.08">4179 2686 267 0,'1'-4'260'16,"-1"4"1"-16,2-2-4 15,-2 2 2-15,0 0-4 0,0-5-13 0,0 5-19 16,0 0-17-16,0 0-25 0,0 0-19 0,0 0-14 16,0 0-20-16,0 0-13 0,0 0-16 15,0 0-14-15,0 0-9 0,0 0-9 0,0 0-8 16,1 12-4-16,0-3-6 0,-1 6-3 0,-1 2-6 0,2 3 6 15,-2-1-15-15,0 8-1 0,-2 2-3 0,1-1-2 16,-2 1 1-16,4-2 5 0,-1 4-11 0,4-5 0 0,-5 2-4 16,2-5 2-16,2-4-4 0,-2-3 2 0,2 4-2 15,-1-3 1-15,-1-8-8 0,1 4 7 0,0-4-2 16,-1-2-7-16,2-1 4 0,-4 0 2 0,2-6 0 16,0 9 0-16,0-6 21 0,0-3 16 0,0 0 9 15,0 0 16-15,2 7 18 0,-2-7 17 16,0 0 9-16,0 0 0 0,0 0-11 0,0 0-15 0,0 0-7 0,11-19-14 15,-5 9 0-15,-4-3-13 0,3-2-2 0,0-7-11 16,0-5-9-16,0 3-10 0,-1-4-12 0,-1 2-7 16,1-2-4-16,1 3 3 0,-4-2-4 0,0 3-15 15,1-2-11-15,-2-1-1 0,-3 8 4 0,-2-1 1 16,0 2-3-16,0-2 4 0,-2 3-5 0,-3 2-2 16,-3 1 6-16,-3 2-4 15,0 0 3-15,-4 3-4 0,-2 3 3 0,-6 1 4 16,-4 3-2-16,1 4-1 0,1 1 17 15,3 2-12-15,-2 2 2 0,3 3 2 0,7-1-7 16,1 3 2-16,0-2 2 0,5 0 2 0,2-3-28 0,4 2-11 16,2-1 1-16,1 1 19 0,7 1-6 0,1 0 15 15,11-1-4-15,3 2 3 0,14-2 6 16,8-5-23-16,16 1-29 0,-2-6-44 0,3-3-40 0,3 2-43 0,-5-4-50 16,0-2-78-16,-17 0-226 0,12-6-596 0,-13 7 265 15</inkml:trace>
  <inkml:trace contextRef="#ctx0" brushRef="#br0" timeOffset="3185.82">4536 2634 20 0,'0'-5'351'0,"0"0"-13"0,0 1-3 16,1 1-5-16,-1 3-12 0,0-9-9 0,0 9-21 15,4-3-31-15,-4 3-27 0,0-3-23 0,0 3-29 16,0 0-23-16,0 0-21 0,0 0-18 0,0 0-19 16,0 0-11-16,1 17-9 0,2-7-3 15,-2 7-8-15,0 0-11 0,-1 2-2 0,3 6-10 16,-2 3 2-16,2-8 10 0,1 2-24 0,-2 4 6 0,2-7-9 0,-4-2 4 15,6 3-5-15,-2-5-4 0,0-6-4 0,-2 2 1 16,4-2 11-16,-5-4-11 0,2 1-3 0,-2 0 11 16,0-2 20-16,0-1 28 0,-1-3 26 0,3 5 34 31,-3-5-5-31,0 0-9 0,16-11-13 0,-7 4-13 0,5-5-9 0,-1-2-8 0,5-5-6 0,0-2-9 31,-3 0-8-31,3-3-7 0,0 1-4 0,-4 0-8 0,3 3-6 16,-4 3-3-16,-5 3 0 0,-1 4-8 0,-2 3-1 0,-1-1 1 15,0 2-6-15,-2 1-5 0,2 2-10 0,0-1-14 16,-3 1-22-16,-1 3-18 0,0 0-9 0,0 0 2 16,0 0 5-16,0 0 7 0,8 15 7 0,-7-5 7 15,-1 1 2-15,1 2-1 0,2 1-7 0,1 3-9 16,0 0-2-16,3-2-15 0,1 4 2 0,5-4-10 0,5 4-3 16,5-5-3-16,1 0-9 0,3-2-5 0,1-3-5 15,3-1-5-15,-2-2-1 0,2-4 2 0,1-1 0 16,-2-2 9-16,1-1 7 0,0-5 8 0,-5 0 8 15,-6 1 6-15,-2 0 13 0,-2-4 19 0,-3 0 14 16,0-2 16-16,-6 3 18 0,-3-2 14 0,0-1 19 16,-4 1 6-1,-1 0 8-15,-2 2 5 0,-3-3-2 0,-2 4 4 16,-3-1-9-16,-1 3-8 0,0 1 4 0,-5 1-4 16,-2 2-6-16,-2 4-10 0,-2 3-11 0,4 2-5 15,-2 0 8-15,2 3-9 0,-5 2 2 0,9-1-4 16,-1 0-7-16,3 3 3 0,1-1 4 0,2 1-9 15,4 1-6-15,-1-2-14 0,0 0-6 0,4-3 5 16,3 0-1-16,-3 1 4 0,6-3 0 0,-2-3 8 0,6 0 4 0,-1-2 14 16,5-3-7-16,2 1 5 0,0-3-1 0,6 0-2 15,-3-6 0-15,4-1-4 0,5-3 5 0,-7 2-2 16,1 0-2-16,-2-2 4 0,2 3-3 0,-3-2-3 16,-1 0 0-16,0 1 3 0,-2 1 14 15,-3 3-10-15,0 2 0 0,-3 1 6 0,-1-1-5 16,0 3-9-16,0-1 0 15,-6 2 6-15,14-2-10 0,-8 2 3 0,-6 0-2 16,16 3-2-16,-4 1 3 0,-3 1 3 0,4 0-2 16,-3 0 1-16,8 2 0 0,-4 2-3 0,2-1-5 15,-1-1 2-15,-4 0-6 0,4 2-2 0,-3-3-3 16,5-2-8-16,-8-1 2 0,6 0-4 0,-4-1 3 16,2 0-5-16,1-4 1 0,-2 2 8 0,-2-3-3 15,0-2 7-15,-1-2 2 0,1-2 2 0,-2-1 2 0,1-2-5 16,1-4 2-16,-1-1 7 0,-1-1 4 0,2-8 4 15,-2-2 4-15,2-3-5 0,-1-2 6 0,2-14 0 16,-3 12 0-16,1 2 0 0,-4 1 13 0,3 2 16 0,-3 6 12 16,1 6 24-16,-4 1 5 0,0 4-1 0,-1 7-7 15,2-3-16-15,-3 3-3 0,0 1-9 0,0 1-9 16,0 4-30-16,0 0-33 0,0 0-11 0,0 0 2 0,0 0 5 16,1 15 2-16,-2 2-1 0,0 12 8 0,-6 0 0 15,-2 2 6-15,3-2 6 0,1 3 3 0,0-3-11 16,1-1 27-16,1-2-11 0,1 0 2 0,0-8-15 15,1 1-6-15,1-3-14 0,-1-2-10 0,1-2-9 16,-1-2-15-16,1 0-19 0,0-3-13 0,1-4-17 16,-2 6-4-16,1-9-9 15,0 6-11-15,0-6-43 0,0 0-50 0,0 0-51 16,0 0-242-16,0 0-574 0,3-21 254 0</inkml:trace>
  <inkml:trace contextRef="#ctx0" brushRef="#br0" timeOffset="3372.84">5590 2617 39 0,'-5'2'228'0,"-3"0"-2"0,-1-2-4 0,4 1-1 16,5-1-9-16,-9 2-15 0,9-2-14 0,0 0-5 16,0 0-12-16,0 0-14 0,27 1-13 0,1-5-16 15,3 3-13-15,19-2-10 0,-11 0-23 0,16-6-25 16,-1 6-39-1,1-4-44-15,-3 3-52 0,3-2-63 0,-18 1-78 16,-1 1-135-16,0-2-390 0,-3 0 173 0</inkml:trace>
  <inkml:trace contextRef="#ctx0" brushRef="#br0" timeOffset="3673.41">6212 2588 154 0,'-10'-3'336'0,"10"3"-21"0,0 0-17 16,0 0-27-16,0 0-13 0,0 0-37 0,0 0-22 0,0 0-21 0,0 0-29 16,0 0-14-16,-4 5-12 0,6-2-9 0,0 6-8 15,-2-2-11-15,0 5-6 0,0 1-11 0,0 1-10 16,1 5-4-16,-1-2-7 0,-1 1 0 0,1-2 2 15,0 1-12-15,0 0-8 0,0-2-1 0,0-2-11 16,0-1-10-16,0-3-26 0,0 0-17 16,0 1-25-16,0-5-23 0,1 0-19 15,2 0-9-15,-3-5-2 0,0 4-36 0,0-4-56 16,0 0-31-16,0 0-202 0,5-16-464 16,-2 6 206-16</inkml:trace>
  <inkml:trace contextRef="#ctx0" brushRef="#br0" timeOffset="3842.51">6261 2291 233 0,'0'-6'285'0,"-3"0"-18"0,3 0-19 15,-1 3-33-15,0-3-22 0,1 1-20 0,0 5-25 16,-3-5-35-16,3 5-23 0,0 0-8 0,0 0-28 16,0 0-21-16,9 14-30 0,0-9-31 0,-4 5-48 0,0 0-42 15,7 4-41-15,-2 0-134 0,2-1-318 16,-1 1 142-16</inkml:trace>
  <inkml:trace contextRef="#ctx0" brushRef="#br0" timeOffset="4225.46">6752 2525 197 0,'-12'5'208'0,"2"-1"-17"0,-8 3-13 0,9 1-16 16,-9 3-15-16,1 0-7 0,1 3-14 0,0 0-7 16,1-4-5-16,1 6-15 0,0-4-7 0,5 2-16 15,0-1-2-15,0-2-3 0,3 0 15 0,5 0 0 16,-3-2-6-16,4 0-4 16,0 0 10-16,2 2-2 0,3-4 9 0,3 1-2 15,4-5-5-15,4 1-7 0,3-4-10 0,2 0-6 16,2 0-5-16,2-4-11 0,-3-1 1 0,0-5-5 15,-3 7-7-15,3-7-3 0,-4 0-3 0,-3-1-1 16,-1-1-8-16,-1 0 3 0,-3-4-5 16,0 3-2-16,-5-4-5 0,-1 2-1 0,-3-1-5 15,2 3 0-15,-7 1-3 0,0 3-6 0,-1-4 2 0,-4 4-2 0,-1 1-1 16,0-1-8-16,-7 2 6 0,1 1-9 0,-4 2 3 16,4 1-6-16,-6 2-13 0,3 2-17 0,1-1-22 15,4 4-14-15,-1 0-33 0,2 1-24 0,3 2-36 0,3-3-34 16,-4 1-200-16,7 2-444 0,1-4 196 0</inkml:trace>
  <inkml:trace contextRef="#ctx0" brushRef="#br0" timeOffset="4776.22">6964 2502 143 0,'0'0'289'16,"0"0"-21"-16,0 0-18 0,0 0-26 0,0 0-23 15,0 0-22-15,0 0-21 0,0 0-15 0,0 0-19 16,0 0-12 0,0 0-12-16,0 0-3 0,1 20-8 0,-1-10-11 0,0 4-5 15,0 1-5-15,-1 5-5 0,1-1-11 0,-1 5 0 16,-2-4-6-16,2 4-3 0,-6 0-1 0,5-5-5 16,-1 0-1-16,-1-7-6 0,4 1-1 0,0-1-3 15,-1-3-5-15,0-1 2 0,1-3-4 0,-3 0 1 16,3-1 7-16,0-4 35 0,-1 8 28 15,1-8-2-15,0 0-7 0,0 0-9 0,0 0-6 16,22-15-15-16,-12 5-1 0,0 1-2 0,4-6-4 0,0 1-11 0,3-6-2 0,1 1 10 16,1-1-12-16,0 1-2 0,0 0-8 15,-6 7-2-15,2 0-5 0,-3 0 2 0,-3 7 3 16,-3-2-8-16,-1 1 2 0,-1 2-3 0,1 3-8 16,-1-1 0-16,-4 2 2 0,14 3 1 0,-8 1-2 15,1 6 5-15,2-3-1 0,-2 5 10 0,2 1-3 16,2 1-2-16,-1 1-3 0,0-3 0 0,-1 2-1 15,-1 0-1-15,-2-3 6 0,2-1-4 0,-2 1-22 16,-1-4-12-16,1 1-15 0,0-3-26 0,-3-1-25 0,0 1-29 16,1-2-22-16,-1 1-44 0,-3-4-77 0,0 0-272 15,0 0-580-15,0 0 258 0</inkml:trace>
  <inkml:trace contextRef="#ctx0" brushRef="#br0" timeOffset="5192.39">7661 2464 205 0,'-2'-6'303'0,"2"6"-20"0,0 0-19 16,0 0-23-16,0 0-21 0,0 0-25 0,0 0-17 16,0 0-20-16,0 0-16 0,0 0-13 0,-14 9-16 15,9-5-8-15,-3 1-14 0,2 3-4 0,-1-3-16 16,2 4-2 0,-4-1-9-16,4 0-7 0,0 4 1 0,0-3-13 15,1 0-3-15,4 3-5 0,0 2 1 0,1-1-6 16,6 3 4-16,-2-1-5 0,5 2 2 0,1-2-6 15,6 6 0-15,-3-6-5 0,7 4 5 0,-7-5-9 16,2 1 4-16,-2-3-5 0,2 1 7 0,-1-1-13 16,-4-2 1-16,-3 0-1 0,0 1 0 0,-3-3 0 0,-4 0 8 0,-1-1 2 15,-1 2 5-15,-7-4-2 0,-2 2-4 0,-4 0 1 16,-5 0 0-16,-9 0-16 0,1-1-32 0,-4-1-54 16,0 1-73-16,2-4-121 0,1-2-229 0,1-1-549 15,8-2 243-15</inkml:trace>
  <inkml:trace contextRef="#ctx0" brushRef="#br0" timeOffset="8418.44">9049 2317 239 0,'0'-5'282'0,"0"0"-27"0,0 0-11 0,0 5-21 15,0-5-22-15,0 1-18 0,0 4-23 0,0-5-22 16,0 5-22-16,0 0-43 0,0 0-17 0,0 0-3 15,0 0-7-15,4 17-4 0,-4-3-7 16,0 10-4-16,0 2-1 16,1 1-6-16,-2 3 0 0,-2 1 1 0,0 3-5 15,3-5 0-15,-2 3-1 0,1-1-5 0,-2-4 3 16,2 2-3-16,1-4 1 0,-4-5 1 0,2-2-4 16,0 0-1-16,0 0-1 0,-1-6-1 0,2 0 0 15,-3 0 2-15,3-4-1 0,0 2 3 0,-2-6-6 16,3 3 3-16,0-4-1 0,-4 1 4 0,2-1-6 15,-2-1-6-15,-1 0-17 0,5-2-14 0,-13-3-13 0,7-1-11 16,-2-2-28-16,-1-5-27 0,0-1-18 0,3-9-20 16,-1-4-13-16,1-7-14 0,0-3-128 0,-2-14-325 15,3 1 145-15</inkml:trace>
  <inkml:trace contextRef="#ctx0" brushRef="#br0" timeOffset="8868.34">8938 2224 16 0,'4'-30'142'0,"-2"0"6"0,1 4-8 16,-2 8 0-16,2-1 0 0,-1-1-8 0,1 3 6 0,1 1 0 15,-3 3-9-15,5-3-10 0,1 6-17 0,2-6-10 16,2-1-9-16,8-3-11 0,-5 8-7 0,9-5-6 16,-1 3-11-16,5-1-1 0,-9 6-10 0,0 4-3 15,1-2-6-15,-4 5-1 0,4 2-6 0,-2-1-4 16,-3 3-5-16,1 3 4 0,-2 2-7 0,-4 1-7 16,4 6 1-16,-3 3-2 0,-1 7 0 0,-5 4 0 0,-4 2 3 15,-8 3 1-15,-1 14-1 0,-12 2 7 0,0-2-4 16,-6 0-1-16,2-5 3 0,4-11-3 0,-3-2 5 15,1-3-9-15,4-2 1 0,-3-4 3 0,6-4 2 16,4-1 12-16,-2-4 1 0,2-2 1 0,5-2 8 16,0 0 6-16,0-2 15 0,2-2 13 0,-1 0 16 15,3 1 21-15,3-4-4 16,-8 4 17-16,8-4-10 0,-4 3-3 0,4-3-7 16,0 0-13-16,-6 2-13 0,6-2-3 0,0 0-12 15,0 0 1-15,0 0-5 0,12 8-20 0,-4-1 0 16,4-1-8-16,2 6-1 0,1 1 0 0,4 4-4 15,0 3 0-15,3 2-2 0,1-3 3 16,4 2-4-16,-4 1-1 0,-2 0 1 0,1 0 3 16,1-1-6-16,-4-3 2 0,-2 3-1 0,-3-9 0 0,-4 3-3 0,-2-6 2 15,0 0-2-15,1 0-1 0,-3-2-3 16,-2-1-4-16,1-1-3 0,-2 1 3 0,-3-6-3 0,5 5 2 16,-5-5 0-16,2 6 9 0,-2-6-6 0,0 0 4 15,4 6-4-15,-4-6 4 0,0 0-2 0,0 0 0 16,7 3 3-16,-7-3-9 0,0 0-11 0,0 0-14 15,0 0-53-15,0 0-71 0,0 0-64 0,0 0-50 0,5-11-259 16,-5 11-567-16,4-9 251 0</inkml:trace>
  <inkml:trace contextRef="#ctx0" brushRef="#br0" timeOffset="9310.79">9524 2721 46 0,'0'0'241'0,"0"0"-16"0,0 0-16 0,0 0-16 16,0 0-11-16,0 0-17 0,0 0-13 0,0 0-18 16,0 0-9-16,0 0-9 0,0 0-13 0,0 0-11 0,0 0-7 0,0 0-11 15,0 0-1-15,0 0-14 0,21-8-5 0,-8 4-6 16,-3-2 3-16,3 1-12 0,-3 1-2 0,1-3-6 15,1 2 2-15,-2 0 12 0,0 0 6 16,0-2 5-16,-2 2 9 0,-1-2 9 0,-1 2 7 16,0-4 12-16,-2 4 6 0,0 0-1 0,1-2-3 15,-1 2-4-15,-3-2-7 16,1 4 1-16,0-2-12 0,-2-2-4 0,0 7-6 16,0-7-12-16,-2 2-3 0,2 5-16 0,-3-9-3 15,-1 6-7-15,4 3-6 0,-14-1-8 0,4 1-6 16,-2 1 4-16,0 2-4 0,-5 6 2 0,0-4-1 15,1 6-5-15,-2-2 1 0,4 4-2 0,0 0-2 16,2-1-1-16,3 2 2 0,-2-1 0 0,4-2-8 16,6 1 2-16,0-1 2 0,3 2 0 0,5-1 4 0,7 3-3 15,13-4-6-15,2 1-14 0,12-6-37 0,15-1-46 16,4-4-62-16,3-2-76 16,-2-4-303-16,-2-1-597 0,0 0 265 0</inkml:trace>
  <inkml:trace contextRef="#ctx0" brushRef="#br0" timeOffset="10171.01">10586 2655 228 0,'-8'-4'229'0,"-3"-3"-21"0,-4 1-15 0,-2 2-19 0,-4 0-18 15,-8 0-14-15,1 4-9 0,3-2-11 0,-5 3-7 16,2-2-11-16,0 4-9 0,-1 1-9 0,-1 3-8 16,5-1-6-16,6 1-6 0,-2 2-8 0,2-1-3 15,2 1-13-15,2 1-2 0,2 2-5 0,3-1-1 16,-1-1-8-16,4 1 3 0,3-1-7 0,-1 2 1 15,5-1 0-15,2 0 1 0,5 0 10 0,0-1 4 0,4-1 9 0,8 0 1 16,-1-1 1-16,13 0-5 0,1-3 1 16,1-1-9-16,3-4 2 0,-1 0-7 0,0-4-1 15,1-1 4-15,-3-2 15 0,-2-3 6 0,-3-2 18 16,-4 0 9-16,0-1-6 0,-2-4 19 0,-4-1 4 0,-3-3-6 16,-2-5-12-16,0 0-1 0,-4-5-9 15,-4-4-8-15,4-13-3 16,-5 0-10-16,-4 0-13 0,1 11 0 0,-5-14 19 15,-1 19 18-15,5 1 16 0,-4 6 18 0,2 7 6 16,-1 0 5-16,0 6 10 0,2 2-3 0,0 3-14 16,0 0-11-16,-2 2-15 0,3-2-19 0,0 5-31 15,0 2-44-15,0 0-41 0,0 0-19 0,0 0 8 16,0 0 1-16,-6 14 3 0,2 3 11 0,0 5 5 16,-1 5 6-16,4 4 6 0,-2 4-12 0,-1-5 15 0,8 0 8 0,-4 1 1 15,3-4 3-15,-3-1 0 0,2-6-1 0,2-1 10 16,0-3-5-16,-1-3 7 0,0 1-3 0,1-6 8 15,-1 4-2-15,-2-5-17 0,1 0 16 16,0-2 1-16,-1-2 0 0,-1 4-24 0,3-4 21 16,-3 1-20-16,0-4-9 0,1 5-30 0,1-3-29 0,-2-2-34 15,0 0-36 1,0 0-44-16,0 0-47 0,0 6-58 0,0-6-277 16,-6 2-635-16,6-2 282 0</inkml:trace>
  <inkml:trace contextRef="#ctx0" brushRef="#br0" timeOffset="10734.57">10879 2549 238 0,'0'-3'401'0,"0"3"-5"0,0 0-25 15,0-7-23-15,0 7-24 16,0 0-30-16,5-5-27 0,-5 5-27 0,0 0-31 16,0 0-22-16,3-4-15 0,-3 4-27 0,0 0-16 15,0 0-21-15,0 0-10 0,0 0-20 0,0 0-7 16,0 0-11-16,6 17-7 0,-6-10-11 0,0 3 0 16,0 0-8-16,3 4 4 0,-3 3-4 0,1-1-2 15,-1 1 5-15,2 1-16 0,-2-2-14 0,2 1 7 16,-1-2 8-16,2-3-3 0,-2-1-10 0,1 0 12 0,0-6-2 15,-1 4-4-15,3-4-5 0,-4 2-1 0,2-4 11 16,-2-3 13-16,3 8 19 0,-3-8 22 0,4 2 12 16,-4-2-4-16,7-2 1 0,0-2-2 0,3-3 0 15,-2 0-3-15,4-3-10 0,2-2-6 0,-2-3-8 0,7-7-6 16,-6 1-1-16,2-1-10 0,-2 5-1 16,0 0-10-16,-7 3 1 0,3-3-2 0,-1 7-5 0,1 0-2 0,-4 1 1 15,-1 3-2-15,0 2-4 0,-1 0-2 0,-1 1-4 16,0-2-5-16,1 2-6 0,-3 3-9 0,5-4-11 15,-5 4-7-15,0 0-3 0,0 0 9 0,5 12 3 16,-4-5-3-16,-1 2 3 0,-1 2 2 0,1 3 6 16,1 1 0-16,0-2-1 0,1 3 3 0,-1-3 2 15,2 1 3-15,-1-1-2 16,2-2 2-16,-1-2 4 0,3 0 3 16,0-1 0-16,-1 0 4 0,4-1 4 0,0-3 2 15,4 1 1-15,3 0 0 0,5-5-6 0,6 0-28 16,1-4-51-16,1 1-66 0,-2-4-93 0,1 2-98 15,-1-4-462-15,-2 3-860 0,0-6 381 0</inkml:trace>
  <inkml:trace contextRef="#ctx0" brushRef="#br0" timeOffset="11574.43">11666 2513 225 0,'-5'0'224'0,"5"0"-17"16,0 0-10-16,0 0-14 0,0 0-7 0,0 0-23 16,0 0-13-16,0 0-15 0,0 0-9 0,0 0-13 0,0 0-7 0,15-7-14 31,-3 4-10-31,-7 1-4 0,10-1-15 0,-2-1-3 15,0 2-12-15,6-4-4 0,-6 4-6 0,-2-3 0 16,3-4-7-16,-1 3 1 0,-3 0-3 0,2 1-2 16,-3-1 0-16,-2-1 6 0,1 4 8 0,-2-2 4 15,-2-1 6-15,0 3 0 0,-3 0-6 0,2 1-4 16,-3 2-2-16,-8-9-6 0,3 9-2 0,-5-2-2 0,1 2-2 16,-6 0-3-16,-3 6 0 0,-1-5-1 0,-7 6 1 15,8 4-5-15,-10 0 3 0,5 3-3 16,-4 1 2-16,3 1 0 0,5 1-2 0,-2-2-6 15,1 4 3-15,6-4-1 0,4 1 0 0,1-1-1 16,1 0 3-16,2-1-5 0,3-2 3 0,3 0 9 16,4 1-6-16,2-4 3 0,8 4 3 0,4-4 5 0,9 3-4 0,4-3-3 15,2-2 3-15,4-3 1 0,0-2-2 0,3 0-6 0,-2-4 2 16,-1-1 0-16,18-3 2 0,-20 1-2 0,1-1 2 16,-4-3 2-16,-1 2 14 0,-3-6 17 0,-10 5 22 15,0-3-2-15,-1 1 36 0,-2-2 14 0,-3-1 6 16,-2 0 11-16,1 0-2 0,-7 0 8 15,3 7-1-15,-4-7 14 16,0 6-1-16,3-2-2 0,-5 5-1 0,2-1-10 16,0 1-11-16,-2 0-15 0,0 1-15 0,-1 3-11 15,3-6-13-15,-2 3-12 0,-1 3-9 0,0 0-23 16,0 0-24-16,0 0-19 0,0 0 3 0,0 0-7 16,0 0 12-16,0 17-4 0,-1-5-6 0,-1-3 9 15,1 2 5-15,0 0-4 0,2 0 6 0,-2 1 1 0,0 0-5 0,1 0 5 16,-2 1-6-16,4-2 6 0,-4-1-2 15,2-1 1-15,0-1 4 0,0-1-2 0,0-1-1 16,2-2-6-16,-2 0-9 0,0-1 0 0,0 1 1 0,0-4 3 16,-2 5-3-16,2-5 7 0,2 3-3 0,-2-3 0 15,0 0 3-15,0 0-1 0,0 0-7 0,0 0-70 16,0 0-20-16,0 0-36 0,0 0-24 16,-3-19-31-16,3 9-42 15,-1-2-54-15,2-5-64 0,-2-2-283 0,2-6-692 16,0-1 306-16</inkml:trace>
  <inkml:trace contextRef="#ctx0" brushRef="#br0" timeOffset="11738.42">12172 2198 113 0,'-4'-5'264'0,"2"0"2"0,-1 1 6 0,-1 1-22 0,4-1-16 16,0 4-26-16,-3-6-17 0,3 6-21 0,-3-2-20 15,3 2-13-15,0 0-22 0,-1-5-23 16,1 5-28-16,0 0-27 0,0 0-44 0,0 0-44 0,0 0-47 15,16 10-53-15,-9-3-56 0,-3-3-135 0,2 3-370 16,0 2 164-16</inkml:trace>
  <inkml:trace contextRef="#ctx0" brushRef="#br0" timeOffset="12642.18">12428 2721 45 0,'0'0'215'0,"-4"2"5"0,4-2 4 0,0 0 9 15,0 0 4-15,0 0-7 0,0 0-21 0,0 0-2 16,6-9-9-16,-1 5-1 0,2-4-12 0,-2-2-10 16,1 0-11-16,1-3-5 0,1-3-3 15,2-3-12-15,1-5-20 0,-1 2-17 0,-1-3 0 0,0-2-8 16,3 0-15-16,-5-1-8 0,1-2-2 16,2 0-6-16,-5 0-3 15,4 2-7-15,-2 3 13 0,-1 0-10 0,-1 8 4 16,0 1 0-16,-1 1-2 0,-1 2 3 0,-3 3 1 15,0 3-3-15,0-1-6 0,1 3 1 0,-1-3-17 16,-1 4-16-16,1 4-14 0,0 0-27 0,0-8-26 16,0 8-3-16,0 0 5 0,0 0-1 0,-12 20 9 0,2-7 5 0,2 6-3 0,-2 3 7 15,-4 7 15-15,6 0-10 16,-1-3 4-16,3 5 4 0,-2-2-5 0,7 1 2 16,1-3-3-16,1 2 4 0,3-4 0 0,0-5 6 15,4-1 2-15,2-1 10 0,-1-3-8 0,5-1-1 0,-4-2 9 16,4-3 3-16,3-1 10 0,-5-3-1 0,8 0 2 0,-1-3-2 15,2-2 8-15,-1 0-8 0,0-4 1 0,-2-2 19 16,-3 1-6-16,-3 0 8 0,2-2 1 0,-4 1-5 16,-2-2 2-16,1 0 4 0,-3 1-7 0,1-3 0 15,-4 5-5-15,0-4-13 0,-3 2-8 0,3 0-4 32,-6 2-6-32,0 0-11 0,0 0-12 0,-4 2 1 15,-2-1-9-15,-1 3-1 0,-3-1-1 0,4 2-14 0,-5 2-4 16,4 1-8-16,-3 0-12 0,6 2-8 0,-2-1-11 15,2 1 0-15,1-1-3 0,2 1 7 16,0 1 6-16,4-1 10 0,0 1 2 0,3-3 8 0,2 0 5 16,5 4 1-16,4-2 5 0,4-3 0 0,0-1-5 15,1-1-1-15,4-1-2 0,5-1 6 0,-6-2 3 16,5-4 5-16,-2 0 6 0,-4-1 5 0,-2 2 12 16,4-9 7-16,-4-2 13 0,-5 3 9 0,4-4 7 15,-1-2 4-15,-6-4 1 0,-1-2 1 0,-2 0 12 0,0-4 8 16,-5 4 11-16,1-2 19 0,0 3 21 0,-1 2 8 0,-1 2 12 15,-2 5 16 1,0 6 9-16,0-1-4 0,2 3-3 0,-4 0-7 0,2 0-15 16,0 4-13-16,-1 2-15 0,2-1-15 0,-1 4-21 15,-1-5-37-15,1 5-30 0,0 0 2 0,0 0-2 16,0 0 7-16,-9 16-2 0,4-2 6 0,1 4 3 0,-2 0-2 16,1 7 0-16,1-3 2 0,0 5 6 15,-1-3-1-15,4-3 1 0,1-1 1 16,1-2-4-16,-1 2-3 0,1-2-1 0,-1-2-1 15,3 0-2-15,-3-4-11 0,1-1-12 0,0-1-10 0,-1-1-29 16,2-1-24-16,-2 1-25 0,2-4-28 0,1 2-31 16,-2-2-38-16,3 2-52 0,-3-2-308 0,4 0-628 15,1-2 278-15</inkml:trace>
  <inkml:trace contextRef="#ctx0" brushRef="#br0" timeOffset="13108.57">13230 2605 141 0,'0'0'256'0,"0"0"-12"0,0 0-16 15,0 0-8-15,0 0-21 0,0 0-20 0,0 0-21 16,0 0-14-16,22-3-16 0,-12 1-13 0,3-3-15 16,1 2-11-16,1-1-8 0,3-4-12 0,-2 1-5 15,3 2-4-15,0-6-5 0,-3 2-10 0,2 0-2 16,-5-3-5-16,5 0-3 0,-8 2-1 0,4-2-1 15,-5 0 0-15,-2 2 8 16,-1-1-1-16,-1 0 4 0,0 0 8 0,-2-1 3 16,-2 6 5-16,2-3 1 0,-3 4-10 0,-3 0-4 15,0-2-12-15,0 2-4 0,-5 0-3 0,-1 2-6 16,0 2-4-16,-5 3 0 0,1 1-3 0,-6 1-3 16,1 3-4-16,-1 3 1 0,1 0-1 15,3 0-2-15,-2 2 2 0,4 5-7 0,2-2 5 0,-2 1-5 16,5-1 2-16,3 1 4 0,3 1 4 0,3-5 3 0,4 3 6 15,7 0 19-15,3-3-3 0,10 2-2 0,6-3 0 16,1-3 2-16,8-2 0 0,11 1-7 0,1-4 8 16,-1-1-9-16,-15 0-3 0,5-5-3 0,-1 3 1 15,-7-2-4-15,-1 0 1 0,-4-1 6 0,-9 3 16 16,-1-4 12-16,-8 2 13 0,-1 1 15 0,-1-1-9 16,0 2-6-1,-3-1-4-15,1 0-15 0,-6 1-22 0,8 0-30 0,-8 0-41 16,0 0-69-16,0 0-91 0,0 0-74 0,-13-7-362 15,7 4-693-15,-1 1 306 0</inkml:trace>
  <inkml:trace contextRef="#ctx0" brushRef="#br0" timeOffset="15181.65">15156 1894 1 0,'1'-5'258'15,"-2"1"-22"-15,1 4-22 0,-3-5-26 0,7 2-20 16,-4 3-22-16,0 0-20 0,0 0-10 0,0 0-16 15,-5 14-5-15,0 1-12 0,1 4-10 0,0 7-5 0,-1 4-9 0,0 3-8 16,-4 13 1-16,7 3-3 0,-4-1-9 16,1-2 1-16,3-10-6 15,0 13 1-15,-1-16-6 0,1-2 13 0,2 1 8 0,-1-7-14 16,1 3 1-16,0-8-6 0,0-3 2 0,0-2-1 0,-2-3-1 0,4-3-4 16,-2-1-3-16,0 1 0 0,0-2-2 0,0-2 0 15,0-2-2-15,0-3 11 0,0 7 10 0,0-7 1 16,0 0 12-16,0 5-4 0,0-5-1 0,0 0-5 0,0 0-3 15,-2 5-2-15,2-5-3 0,0 0-6 0,0 0-28 16,0 0-25-16,0 0-20 0,-8-8-12 0,3 4-12 16,1-1-14-16,-4-1-15 0,2 0 2 0,-1-2-9 15,0 0-5-15,-1-1-3 0,1 0 11 0,-1 1-1 16,1 0 8-16,0-2 2 0,-3 0 15 0,2 2 1 16,0-3 12-1,-2 5 9-15,1-5 1 0,1 6 16 0,-1-7 3 16,-2 7 9-16,-1-3 3 0,5 3 14 0,-5 0 3 15,-1 1 6-15,-1 1 12 0,0 2 9 0,-3 0 8 16,1-4 9-16,-2 5 8 0,5-1 3 0,1 0 6 16,0 1 3-16,2 0-6 0,1 0 0 0,3-1-4 15,-1 2-2-15,7-1-6 0,-9 0 6 0,9 0 5 16,-6 1-8-16,6-1 6 0,0 0-4 0,0 0 2 0,0 0 2 0,27-4-6 16,1 2-4-16,6-3-6 0,16-5-2 0,1 3-1 15,3-3-7-15,1 3 0 0,-1 0-3 16,-1 0-2-16,-3-1-1 0,-9 4-4 0,-5-1-1 15,0 0 0-15,-4 5 0 0,-1-5 0 0,-4 2-4 16,-5 2-2-16,-5-2-3 0,-3 1 3 0,-4-1-2 16,-2 3 8-16,-1-1 12 15,-7 1 9-15,10-1 5 0,-10 1 1 0,8 0 1 16,-8 0 1-16,0 0 0 0,10-1-2 0,-10 1-3 16,0 0-4-16,0 0-10 0,8-3 0 0,-8 3-4 15,0 0-3-15,0 0-2 0,0 0-3 0,0 0 3 16,0 0-1-16,0 0 1 0,0 0-5 0,5-4-1 15,-5 4-1-15,0 0 0 0,0 0 4 0,0 0 3 16,0 0-5-16,0 0 0 0,0 0 3 0,0 0 12 0,0 0 0 16,0 0 12-16,0 0-3 0,0 0-3 0,0 0 5 15,0 0-3-15,0 0-1 0,0 0-2 0,0 0 1 0,0 0-11 16,0 0 6-16,0 0-3 0,0 0 3 0,0 0 1 16,0 0-4-16,0 0 0 0,0 0-1 15,0 0-5-15,0 0-3 0,0 0 2 0,0 0-2 16,0 0-11-16,0 0-1 15,0 0-2-15,0 0-2 0,0 0-4 0,-16 21 4 16,7-13 5-16,0 5-9 0,-4 1-1 0,3 0 5 16,-2 3-3-16,2-1-6 0,1 1 5 0,1 0 6 15,3-1-3-15,-1 2 3 0,3-8-1 0,2 6 8 16,2-3-4-16,3-3 5 0,1 1-6 0,0-1 14 16,4-2 6-16,4 0 5 0,5 1 5 0,1-6 2 0,10 1-1 15,-1-6 4-15,1 0-2 0,0-1 3 0,-10-2 15 16,3 0 11-16,-5-2 17 0,-2-1 5 0,-1-1 6 15,0-3 2-15,-8 5-2 0,2-4-3 0,0-3-21 16,-6 2-2-16,-1-4-12 0,-2 1-19 0,-3-2-19 0,-2 3-30 16,-3-1-23-16,-3 1-37 0,-10-2-41 0,-4 3-56 15,-6 6-42-15,-4 2-57 0,-1 3-53 0,-4 2-352 16,-9 0-731-16,15 2 323 0</inkml:trace>
  <inkml:trace contextRef="#ctx0" brushRef="#br0" timeOffset="18049.52">17752 1896 255 0,'0'-8'244'0,"0"1"-8"0,-1 2-1 16,1-2-20-16,0 2-22 16,0 3-16-16,0 2-22 0,1-5-18 0,-1 5-23 15,0 0-20-15,0 0-14 0,0 0-8 0,0 0-7 16,-1 19-9-16,-3-2 0 0,3 0-11 0,-4 9-3 16,2 0-4-16,3 0-3 0,-1 0 4 15,1 3-13-15,0-3 2 0,-4-3-3 0,6 5 0 16,-4-1 0-16,1-2-5 0,-2-6-1 0,6-1-2 15,-3 0-1-15,0-8-2 0,-4 2 2 0,4-5-3 0,1 5-1 0,-2-7 0 16,1 1 0-16,0 0 1 0,0-6-1 0,1 3 0 16,-1-3-4-16,0 7-10 0,0-7-10 0,0 0-10 15,0 0-52-15,0 0-46 0,0 0-48 0,0 0-31 16,-14-10-187-16,5 1-417 0,2 1 185 0</inkml:trace>
  <inkml:trace contextRef="#ctx0" brushRef="#br0" timeOffset="18533.86">17683 1764 117 0,'3'-4'194'0,"1"-1"-19"16,0 1-20-16,5-1-16 0,3 0-12 0,2 3-10 15,5-2-7-15,12 3-6 0,-3-2 0 0,4 7-10 16,0 0-4-16,0 0-9 0,-3 4-5 0,0 1-13 15,-9-1-2-15,-2 4-6 0,0-5-6 16,-3 7-7-16,-3 1-8 0,-2-2-3 0,-2 3 0 16,-4-1-7-16,-4 1 3 0,-3 2-5 0,-4-2-7 15,-4 1 4-15,-2-2-10 0,-2 6 8 0,-4-1-3 0,2-8-5 0,-1 0 3 16,-1-2-5-16,2 3 5 0,0-4 0 0,0 0-4 16,7-2-1-16,-1 1 1 0,1-3-2 0,3 0-1 15,-1-1-4-15,3 0-1 0,1 0-1 0,-1 0 5 16,1-1-6-16,4-3 7 0,0 9 0 0,4-4-1 15,1-2 0-15,4 3 1 0,0-1 2 0,4-1-1 16,2 5 2 0,4-4-3-16,-3 7 4 0,1-2 0 0,0 0-7 15,2 1 4-15,-4-1-5 0,1 0-1 0,-1 2 3 16,-6-2 0-16,0-2-2 0,-2 2 0 0,0 0-2 16,-3-2 4-16,-3 3 0 0,-1-2 13 0,-2 0 7 15,-2-1 0-15,-4 1 5 0,-1-1-3 0,-2 0-2 16,-6 0-2-16,0 1 1 0,2-3-6 0,-4 1 6 15,2-2-7-15,0 2 0 0,-1-3-1 0,4-1-4 0,1 2 3 0,-1-3-19 16,4 1-12-16,-1-3-21 0,4 1-28 0,7-1-36 16,0 0-43-16,-12-1-65 0,12 1-135 0,0 0-373 15,0 0 166-15</inkml:trace>
  <inkml:trace contextRef="#ctx0" brushRef="#br0" timeOffset="18999.88">18207 2329 234 0,'-5'1'230'16,"5"-1"-7"-16,0 0-9 0,0 0-16 0,0 0-22 15,0 0-19-15,0 0-25 0,0 0-8 0,14-16-20 16,-2 14-9-16,-1-3-11 0,7-6-7 0,1 5-15 15,0 1-6-15,8-7-3 0,-7 5-6 0,-1-5-7 16,-3 0 1-16,10-3-5 0,-11 1-2 0,2 2-5 16,-2-3 0-16,-2 1-4 0,0 1 7 0,-3 0 3 15,0-2 3-15,-5 5 3 0,-1 1 2 0,0-1-4 0,-3 0-2 16,-2 3-3-16,0-3-2 0,-3 4-4 0,-4 0-7 16,0 1 0-16,-3 2-2 0,-3 1-3 0,-4 1-5 15,-5 6 2-15,-6-2-9 0,3 6 3 0,-1 3-6 0,3-1 4 16,0 4-4-16,1 1 0 0,2-1-4 15,1 6 6-15,6 1-2 0,-3 2 0 0,12-6 2 16,-4-2 1-16,5 1 6 16,2-2-9-16,4 2 6 0,2 0-2 0,5-3 2 15,6-2 0-15,2 1 5 0,10-1-2 0,1-4-2 16,5 0 2-16,0-3-1 0,1-2 4 0,1-2-3 16,-3-1-13-16,0 1-5 0,-4-3-10 0,-10 2-4 15,0-3-7-15,-4 2-4 0,-1 0-2 0,-3-4-5 16,0 2-4-16,-3-1-34 0,-1 1-27 15,-6 3-21-15,1-9-38 0,-1 9-32 0,-3-12-170 0,-3 4-397 16,1 3 175-16</inkml:trace>
  <inkml:trace contextRef="#ctx0" brushRef="#br0" timeOffset="19437.41">19000 2046 98 0,'-2'-4'237'0,"2"4"-18"15,0 0-21-15,0 0-24 0,0 0-15 0,0 0-24 16,0 0-12-16,0 0-13 0,-6-1-11 0,6 1-11 15,-13 3-10-15,5 4-7 0,-2-5-8 0,-1 2-7 16,0 3 0-16,0-1-11 0,1-1-3 0,-2 1-9 16,1 0 1-16,3 1-8 0,-2 0 2 0,2-1-7 15,2 2 0-15,1-2-2 0,-2 4-8 0,6-3 4 0,-3 1 2 16,4-2-3-16,0 2 0 0,4 3 4 0,1-2-6 16,0 0-2-1,4 0-4-15,0 1 9 0,4 1-7 0,1 0 3 16,0-2-8-16,0-1 6 0,-4 1-3 0,1-1 0 15,-1-2 1-15,-4-2-2 0,-1 1-3 0,0-1-1 16,1-2 0-16,-3 1 2 0,-3-3-3 0,4 7 4 16,-4-7 3-16,-4 6 1 0,-2-2 1 0,-3 0-1 0,0 1 1 15,-2 1-4-15,-5-1 2 0,0 1-8 0,-1-3-8 16,-1 2-7-16,5-2-24 0,-2 1-23 0,1-2-39 16,1 1-26-16,0-3-64 0,3 0-131 0,10 0-349 15,-18-3 155-15</inkml:trace>
  <inkml:trace contextRef="#ctx0" brushRef="#br0" timeOffset="19890.66">19476 2019 50 0,'0'0'237'0,"0"0"-20"16,0 0-24-16,0 0-21 0,0 0-16 0,0 0-16 15,0 0-14-15,0 0-16 0,-22 3-13 0,22-3-7 16,-15 7-14-16,6-2 0 16,0-1-14-16,-2 4 2 0,1-3-13 0,-1 1-6 15,1 2-6-15,1 0-5 0,1 0-1 0,2 0-2 16,-1 1-8-16,0-1 1 0,4 2-2 0,2-2-3 15,-1 3 2-15,2-4-2 0,1 3 0 0,3 1-3 16,1 1 3-16,4 2-1 0,1-2-3 0,2 0 2 16,0 0-5-16,1-1 3 0,-4-5 0 15,4 3-4-15,-3-3 1 0,1 3-4 0,-2-4-2 0,-1 0 1 0,-4-1-3 16,1-1-3-16,0-1-3 0,-1 1 1 0,-4-3 4 16,1 8 0-16,-1-8 4 0,-9 7-3 0,4-3 3 15,0-1-3-15,-4 1 2 0,-2 1-4 0,1-2 0 16,-1 2 2-16,-3-2-8 0,1 1-9 0,-1 0-9 15,2-1-16-15,-3-1-26 0,1-1-40 0,3-1-48 16,-2 0-192 0,4-1-373-16,9 1 164 0</inkml:trace>
  <inkml:trace contextRef="#ctx0" brushRef="#br0" timeOffset="20738.24">19597 2279 219 0,'0'0'211'16,"0"0"-12"-16,0 0-8 0,0 0-18 0,0 0-15 16,0 0-17-16,0 0-12 0,0 0-13 0,0 0-12 15,11 0-9-15,-11 0-16 16,20-6-5-16,-7 4-12 0,2 1-5 0,1-1-4 15,4-7-8-15,-2 6-3 0,4-2-3 0,-2-4-6 16,-1 3-1-16,1-3-8 0,-1 0 3 0,-4-3-3 16,2 2 5-16,-2 0 8 0,0 0 16 15,-8 1 7-15,2 2 7 0,-3 0 1 0,0 0 2 0,-2 1 5 16,0 4-5-16,-3-5-8 0,1 2-5 0,-2 5-15 0,0-8-10 16,-3 3-4-16,-1 1-5 0,-6 1-7 0,1 3-2 15,-4 0-2-15,-6 0 1 0,0 3-5 0,0 1-4 16,-2 3 4-16,0-1-4 0,0 3 2 0,2-4-4 15,0 7 2-15,2-1-9 0,2 3 6 0,2 1-1 16,0-1-2-16,2-1-2 0,3 2-7 0,2 0 2 16,2-3 1-16,0 0-1 0,9 2 7 0,0-4-6 15,6 2 4-15,4 0-1 0,4-2 1 0,9 1-4 0,0-5-3 0,8 1-4 16,-1-3-5-16,3-3-4 0,0-1-3 0,-2-1-1 16,0-2-3-16,-4-2 0 0,-1-2 8 15,-3-3 3-15,-3-4 12 0,-6 4 18 0,-1 0 9 16,-4-3 12-16,-4-5 5 0,3-7 5 0,-5 1 1 15,-6 0 3-15,5-3-4 0,-2 0 0 0,-4-2 0 16,-1 0 14-16,0 2 10 16,0-1 6-16,-1 2 18 0,0 2 10 0,-2 6 13 15,3 2 8-15,0 5-13 0,-1 0 4 0,-2 2-4 16,3 3-10-16,-1-1-11 0,1 2-8 0,-3 0-10 16,3 5-6-16,3-6-13 0,-3 6-18 0,0 0-3 15,0-5-28-15,0 5-17 0,0 0-30 0,0 0-10 16,0 0 5-16,0 0 5 0,0 0 0 0,-4 22 10 15,4-6 1-15,-4 3 4 0,0 0-1 0,0 10 8 0,1-2 1 16,-4 0 5-16,2 1 2 0,4-1 6 0,-3 0-9 16,2 7 12-16,0-5-5 0,2 1 8 0,0-5-2 15,2-5 1-15,-2 6 3 0,2-9-3 0,-2-2 5 16,1-3-3-16,-1-2 5 0,3-1-1 0,-3-2-2 16,0-2 4-16,1 0-2 0,1 0-5 0,-2-5 8 15,0 7 0-15,0-7 0 16,0 7 3-16,0-7-8 0,2 3 4 0,-2-3 1 15,0 0-2-15,0 0 4 0,0 7 2 0,0-7-4 0,0 0-3 16,0 0 3-16,0 0-4 0,0 0 7 0,0 4-5 16,0-4-2-16,0 0 5 0,0 0-4 0,0 0 2 15,0 0-7-15,0 0 9 0,0 0-3 0,0 0 6 16,0 0-2-16,0 0-3 0,0 0 4 0,0 0-4 16,0 0 2-16,0 0-3 0,0 0 9 0,0 0 0 15,0 0 3-15,0 0-2 0,0 0 0 0,23 0 1 16,-5-1 1-16,10-2-28 0,7 3-40 0,0-5-75 15,14-9-108-15,1-5-395 0,2-1-686 0,2-4 304 16</inkml:trace>
  <inkml:trace contextRef="#ctx0" brushRef="#br0" timeOffset="22250.22">20408 1624 89 0,'-3'-5'265'16,"3"5"-6"-16,3-6-17 0,-3 6-24 0,0 0-22 16,0 0-25-16,0 0-18 0,0 0-20 0,0 0-15 0,0 0-11 0,0 0-16 15,0 0-2-15,0 0-15 0,-4 17-6 0,3-5-5 16,-2 4-19-16,-5-1-24 0,6 2-37 0,-6 2-44 15,3 1-46-15,-4 2-61 0,-6 0-174 0,3-6-369 16,5 3 163-16</inkml:trace>
  <inkml:trace contextRef="#ctx0" brushRef="#br0" timeOffset="22680.19">20769 1988 63 0,'0'0'314'0,"0"0"-10"0,0 0-23 0,8 0-9 15,-8 0-26-15,0 0-15 0,0 0-18 0,0 0-19 0,0 0-24 16,0 0-14-16,0 0-21 0,0 0-14 0,0 0-13 0,0 0-18 16,0 0-7-16,0 0-9 0,-20 5-15 0,13-1-1 15,0 1-7-15,-1 1-6 0,1 0-7 0,4 1 1 16,-3 2-5-16,2-1-9 0,1 2 12 16,2 2-16-1,-1 0-2-15,5 0 4 0,-2 5-8 0,3-3-1 16,5 4 4-16,0 4-5 0,1-2-4 0,0-3 1 0,-3 1-1 15,3-1 0-15,-4-2-1 0,3 0-2 0,-5-1-2 16,1-2-15-16,-1 0-3 0,0-2-5 0,-3-2-10 16,-1 0 2-16,-1 0-4 0,-3-3 6 0,-4 4 1 15,-1-1-1-15,-6 0-11 0,-2-2-17 0,0 4-36 16,-2-5-42-16,-2-1-67 0,-1-2-287 0,3-1-525 16,1-2 233-16</inkml:trace>
  <inkml:trace contextRef="#ctx0" brushRef="#br0" timeOffset="23613.85">22269 1795 166 0,'0'0'267'0,"-1"-6"-25"0,1 6-22 0,0-3-31 16,0 3-21-16,0 0-21 0,0 0-18 0,0 0-17 15,0 0-12-15,0 0-10 0,0 23-9 0,0-6-7 16,-3-1-8-16,6 4-6 0,-6-1-8 0,1 10-2 15,2-4-5-15,0 4-4 0,-4-5-6 0,3 2 4 16,0-1-11-16,0-8 1 0,-1 1-4 0,2-1-3 16,0-2 3-16,0-1-10 0,-2-4 5 0,0-2-8 0,4 2 4 0,-2-3 4 15,-2-2 6-15,2-1 12 0,0-4 21 0,-1 7 31 16,1-7 27-16,-1 4 21 0,1-4 39 0,0 0 21 16,0 0 7-16,0 0-23 0,0 0-18 0,-7-13-16 15,3 3-15-15,1-4-16 0,0-3-9 0,-1 2-14 16,1-10-11-16,1-3-12 0,-2 2-4 15,3-1-10-15,2-3-5 0,-2 1-2 16,2-2-7-16,-1 5 0 0,2 1-8 16,-2 4 2-16,1 3 0 0,2 1-1 0,-1 3-2 15,-1 6-2-15,1-3 0 0,0 4-7 0,0 0 0 16,-1 2-11-16,4-2-1 0,1 2-14 0,3 0-14 16,2 2-33-16,2 1-33 0,9-1-31 0,6 4-37 15,-7 3-24-15,9 5-31 0,0 2-25 0,-3 3-34 16,-1 2-30-16,3-1-44 0,-8 3-240 0,1 2-625 0,-3 1 277 0</inkml:trace>
  <inkml:trace contextRef="#ctx0" brushRef="#br0" timeOffset="23814.25">22309 2356 26 0,'0'0'241'0,"-5"3"-3"0,5-3-8 16,0 0-15-16,-4 4-7 0,4-4-17 0,0 0-17 16,0 0-22-16,0 0-13 0,18 0-13 0,-4-3-15 15,14 1-17-15,0-3-18 0,4 4-14 0,3-3-43 16,-1 0-41-16,-2-1-51 0,0 0-44 0,-1-4-64 0,-6 1-138 16,1-4-344-16,-9 5 152 0</inkml:trace>
  <inkml:trace contextRef="#ctx0" brushRef="#br0" timeOffset="24045.7">22208 2119 4 0,'-13'-1'269'0,"13"1"-13"0,-9-3-5 0,9 3-12 15,-7 0-14-15,7 0-21 16,0 0-22-16,0 0-13 0,0 0-26 0,0 0-8 16,37-9-31-16,-7 7-24 0,6-1-35 0,18 0-37 15,0-4-57-15,-1 3-47 0,2-1-60 0,-1 4-180 16,0-6-363-16,-16 2 160 0</inkml:trace>
  <inkml:trace contextRef="#ctx0" brushRef="#br0" timeOffset="24630.38">23053 1993 277 0,'1'-5'333'0,"-1"5"-24"0,3-4-9 0,-3 4-25 16,0 0-24-16,0 0-27 0,0-6-17 0,0 6-28 16,0 0-23-16,0 0-21 0,0 0-14 0,0 0-14 15,0 0-17 1,0 0-11-16,0 0-4 0,5 17-9 0,-5-7-7 0,0 2-8 16,0 5-5-16,0 9-4 0,-2-6-6 0,1 6-1 15,0 3-3-15,-3-1-1 0,3 1 0 0,0-3-5 16,1 2-3-16,0-3-1 0,0-6 0 0,0 0-5 15,1-2 8-15,-1 0-8 0,4-5 0 16,-3-3-7-16,0 2-3 0,2-5 10 0,-3 0-5 16,0 1 0-16,0-7 3 0,1 7 9 0,-1-7 23 0,3 5 23 0,-3-5 37 15,0 0 25 1,1 5 22-16,-1-5 12 0,0 0-19 0,0 0-21 0,6-14-11 16,-2 4-10-16,1-1-13 0,3-5-15 0,-2-9-18 15,5 2-25-15,1-6-19 0,-2-2-18 0,2-4-13 0,-2 2-21 0,-1-3-3 16,-2 6-4-1,-1-3 7-15,-1 4 6 0,-5 0-6 0,-5 4 4 16,1 7 2-16,0-2 0 0,-5 5 0 0,-6-2 11 0,2 5-9 0,-7 2 6 0,-7-2 2 16,6 8 1-16,-7-1-3 0,-1 2 1 0,-3 6 5 15,0-1 0-15,0 5 0 0,3 2 0 0,2 1-5 16,8 0 6-16,1-1-2 0,3 3-11 0,3-3-12 16,3 4 5-16,3-3-3 0,3 2 6 0,3-1 0 15,9 3 8-15,4 0 7 0,7 1-3 16,7-3-11-16,9-3-23 0,2-1-31 0,17-2-49 15,-15-2-43-15,15-3-46 0,0-1-56 0,-5 0-278 16,-11-4-603-16,-2 2 268 0</inkml:trace>
  <inkml:trace contextRef="#ctx0" brushRef="#br0" timeOffset="25047.18">23482 1927 205 0,'0'0'341'0,"0"0"-21"0,0 0-32 16,-1-5-29-16,1 5-34 0,0 0-18 15,0 0-29-15,0 0-15 0,0 0-21 0,0 0-15 16,0 0-15-16,0 0-13 0,0 0-13 0,0 0-6 0,-3 15-9 15,3-7-2-15,0-1-9 0,-1 4-4 0,0-1-5 16,0 1-4-16,-1 0-5 0,1-1-4 0,-2-3-6 16,3 0 2-16,0-2-4 0,-1 0-5 0,1-5 0 0,0 7 0 15,0-7 2-15,0 6 0 0,0-6 26 0,0 0 12 16,4 4-5-16,-4-4-9 0,14-11-4 0,-5 7-5 16,1-3-1-16,3 0 1 0,-3 0 5 0,1 2 3 15,1 0-11-15,-2 0 4 0,-2-2-9 0,2 3 0 16,-3 1-6-16,-1 1-4 0,-1-1-2 0,-5 3-1 15,15 0-5-15,-15 0-9 16,16 2-10-16,-6 1-12 0,0 3-23 0,2 0-16 16,1 1-29-16,2 3-28 0,-1-1-49 0,1 3-51 15,1-2-62-15,-4 0-279 0,6-3-597 16,-6-2 264-16</inkml:trace>
  <inkml:trace contextRef="#ctx0" brushRef="#br0" timeOffset="25201">23991 2058 209 0,'0'0'424'0,"0"0"-14"15,0 0-31-15,0 0-20 0,0 0-48 0,0 0-34 16,0 0-25-16,0 0-60 0,0 0-53 0,0 0-76 16,0 0-89-1,0 0-123-15,0 0-325 0,0 0-513 0,0 0 227 16</inkml:trace>
  <inkml:trace contextRef="#ctx0" brushRef="#br0" timeOffset="28969.6">4391 3566 100 0,'11'-3'95'0,"0"3"-5"0,3-1-6 0,5-1-5 0,4 1-7 16,4-4-8-16,5 0 0 0,-5 1-14 0,5 2 6 15,0-4-5-15,0 1-9 0,5 2 16 0,-4-2-21 16,4-2-8-16,4 3-3 0,10-2 0 0,-1 1-3 16,-12 3 12-1,2-3-17-15,11 2 1 0,-14-1 0 0,0 1-5 0,-1-1 6 16,6 3-5-16,-5-3 3 0,3 3-6 16,1-1-4-16,-3 2 8 0,12-2-4 0,-9-2-4 0,-3 1-1 0,2 1-2 0,0-1 6 15,13 0-2-15,-2-2-6 0,1 1 5 0,-13 0 2 16,1 3-1-16,13-6 6 0,-1 4-12 0,-12-2-2 15,11 3 2-15,-10-2 2 0,0 0-3 16,9 0 9-16,-9 1-11 0,-3-1-1 0,14 1 1 16,-3-4 1-16,-8 6-3 0,-4-2 3 0,14-1-2 15,-14 0-4-15,4 1 4 0,10-1 2 0,-1 1-2 16,-11-1 1-16,14 4 0 0,-12-3 1 0,13 2 2 16,-3 1-4-16,1-2 1 0,-15 1-2 0,3-1 2 15,11 0 10-15,-13 0-7 0,3-3-2 0,9 1 1 0,-9 1-8 16,-3 1 6-16,13-2-4 0,-14 0 5 0,0 0-3 15,3 1-1-15,14-2 7 0,-16 2-3 0,4-2-1 16,-4 2 1-16,2 0-1 0,12-2 2 0,-14 0-2 16,2 2 3-16,0-1-8 0,1 1 5 0,-2-1-6 15,1-1 3-15,12 0 4 0,-12 1-1 0,-4-1 7 16,6 2-7-16,-4-5-2 0,11-1 4 0,-13 6-8 16,2-1 1-16,3-3 8 15,-3 3 0-15,1-2 14 0,0 1-14 0,1-2-5 16,1 2 6-16,-4-1-2 0,1 1-1 15,-1-1-1-15,4 2 1 0,-4 0-1 0,2-1 2 16,-2 0 1-16,2 0-5 0,-2 2 18 0,0 0-17 0,-1-2-4 16,1-1 5-16,-2 2-6 0,2-1 6 0,-3 3-1 15,2-4 2-15,0 2-3 0,1 2 2 0,-3-3 1 0,5-1-3 16,-5 1 0-16,2 1 5 0,1 0-4 0,-1-1-2 16,2 2 0-16,0-3 5 0,1 0-7 0,9 1 5 15,-12-1-1-15,4 2 3 0,-5-1-4 0,3 1 7 16,-4-3 5-16,-1 5-10 0,2-5-2 0,-2 4 1 15,1-1-2-15,-6 2 4 0,1-4-3 0,5 3 1 16,-5 0 2-16,5 1-4 0,-1-1 4 0,-2-2 0 16,1 4-5-16,-2-4 6 15,4 3-2-15,-1-2 1 0,0 2 12 0,-1 0-12 16,1 0 0-16,2 2 8 0,-3-4-9 0,2 3-5 16,2-4 1-16,-3 3-1 0,0-1-2 15,1 3 7-15,-1-5-1 0,1 1 1 0,1 1 1 16,-4 2-2-16,2-3-2 0,-3 2 6 0,-1-1-10 0,-3-1 3 15,-3 2 1-15,-1-1 6 0,5 1-6 0,-8 2-3 16,4-2 8-16,4-1 4 0,-6 2-9 0,8 0 4 0,-9-4-1 16,3 3 1-16,-3-1-2 0,1 2 2 0,7 0-1 15,-1-2 1-15,2 2 0 0,-6 1 1 0,-1-2 17 16,7 0-23-16,2-3 6 0,1 3-6 0,-4-1 0 16,4 3 9-16,-5-5-2 0,0 2 0 0,1 1-1 15,0-1-1-15,-8 1 0 0,10 0 1 0,-10 2 0 16,2-2 0-16,0 2 2 0,8 0-1 0,-9 0-1 0,-2 0-4 0,1-1 4 15,3-2-1-15,-2 2 0 0,-1 2-2 0,2-2 4 16,0 1-2-16,-4 1 3 0,1-1-4 0,0 0-3 16,2-1 7-16,7 2-3 0,-7-1 0 15,1 3 2-15,5-3 0 0,1 0-4 0,3-3 12 0,-3 3-10 16,-7 0-1-16,9 3 0 0,-1-2-3 16,-2-1 8-16,1 0-2 15,-6 0-6-15,6 0-1 0,-6 2 6 0,5 0 8 16,-6-2-11-16,-1 2-5 0,1 1 5 0,2-1 1 0,-2-1 2 15,-1 2 1-15,2-1-7 0,-2-2 7 0,-1 2-6 16,3-2 1-16,-3 2 2 0,3-2 0 16,-2 0-4-16,1 1 4 0,7-1-6 0,-9 0 5 15,4 0-3-15,-2 2 3 0,0-2-4 0,0 2 0 16,0-2-2-16,-1 0 3 0,0 3 1 0,1-1 0 0,-1-4-3 0,-1 4 6 16,-1-1-4-16,3-1 3 0,-1 2 0 0,-3-2 1 15,3 2 1-15,-1-1-1 0,-2-1-1 0,2 1-3 16,-1-1 2-16,1 0 3 0,0 0-1 0,-1 0-4 15,0 0 4-15,0 0 0 0,2 0-2 0,1 0 4 16,-2 0-4-16,1 0-1 0,1 0 6 16,-2 0-3-16,4 0-4 15,0 0 4-15,-1 1 1 0,2 1 4 0,-1-4-7 16,-1 2 7-16,1 2-7 0,-3-2 3 0,1 0 2 16,2 0-5-16,-3 0 3 0,8-2 0 0,-5 4 4 15,-1-2 4-15,6-2-9 0,-7 4 6 0,8-1-1 16,0-2 0-16,-1 2-2 0,2-4 0 0,-1 8 1 15,2-7 0-15,-2 4 10 0,1-4-16 0,0 6 7 16,1-4-6-16,1 0 4 0,1 3-1 0,0-2-3 0,2-2 1 16,-2 1 0-16,4 0 8 0,-1 0-1 0,-3 0-3 15,3 0 1-15,2 1 9 0,-3-1-5 0,1-1 6 0,2 2-7 16,-2-2-2-16,3 2 2 0,-2 2 4 0,0-2-4 16,1-1 2-16,-2 0-3 0,4 0-2 0,11-1-1 15,-13 2 3-15,2 0-7 0,0 0 9 0,-1 1-9 16,13-2 4-1,-14 2-2-15,-1-2 7 0,-4 0-7 0,4 3 2 16,-2-1 0-16,-3 0 2 0,0-2-1 0,1 1-3 16,1 2 3-16,-2-4-2 0,0 1 4 0,4-2-1 15,-3 2 0-15,2 2-6 0,3-1 8 0,-4 0-2 16,6-1 2-16,-4-1-5 0,4 0 0 0,-1 2 3 16,1 0-7-16,-1-1 3 0,15 3 1 0,-16-3 0 0,1 0-2 15,-2-3 9-15,-3 3-5 0,6 0-3 0,-4 0 3 0,3 3-5 16,-6-3 5-16,3 0-4 0,0-3 0 15,0 6 1-15,-3-6-2 0,0 6 0 0,0-3 0 0,3-3 8 16,0 2-10-16,0 0 3 0,0-1-2 0,1 2 2 16,1 0-2-16,0-2 10 0,-1 1-10 0,3-2 4 15,-3 2 0-15,0-2-6 0,-2 1 3 0,-3 2 0 16,2-2-1-16,-3 2 5 0,-2-1-4 0,3 1-1 0,-4-2 13 16,-7 2-12-16,7 0 0 0,-7-1-2 0,0 0 3 15,-2-2-6-15,1 3 6 0,1-2-3 0,-2 2 3 0,4-2 1 16,-2 1 3-16,-2-1-9 0,1 1 5 15,-1 0-2 1,1 0-1-16,-1-1 4 0,0 0-2 0,1-1 3 16,-3 3-6-16,2-3 6 0,1-1-3 0,1 1-3 15,-1 1 6-15,0 2-6 0,1-2 0 0,1-1 0 0,1 0 4 16,0 1-3-16,4-1 3 0,-1 2-5 0,-5-2 11 16,7 2-9-16,-7-4 3 0,9 3-5 0,-3-1 3 15,0 2-1-15,-4-4-1 0,5 4 3 0,2-3-4 16,0 2 14-16,0 1-10 0,2-2 1 0,0 2-2 15,2-3 2-15,-2 2-4 0,0 2 2 0,5-4 2 16,-1 3-1-16,2-1 2 0,13 0-2 0,3 2-2 0,-4-2 4 0,2 2-4 16,3 0 2-16,-1-3 1 0,-2 3 0 0,-1-2-4 15,4 2 4-15,-5-1-2 0,2 4 3 0,-1-3-4 16,3 0 2-16,-4 0 0 0,5 0 3 0,0 0-2 16,2 3 2-16,2-1 1 0,2 0-1 0,3-1-1 15,-5 0-6-15,2 0 6 0,-1 1-5 0,-6-4 4 16,5 5 0-1,0-3 0-15,-3 0 2 0,-5-3-2 0,4 3 7 16,-5-1 2-16,2 1 3 0,3-1 0 0,4 0-3 16,-3-1 6-16,-5 2 0 0,7-2 3 0,-2-1 2 15,-2 3-5-15,3 0 7 0,-5-2-6 16,5 2 0-16,-2-2-2 0,0 2 6 0,2-1 2 0,2-2-6 16,0 2 0-16,2 1 4 0,3-3 3 0,-4 3-4 15,3-2 5-15,2-1-5 0,-2 3-3 0,-1-4 1 0,-2 3 3 16,7 1-3-16,-3-2 1 0,-1 1-1 0,1 1 3 15,3 0-4-15,22 0 0 0,-26 0-2 0,-1 0 2 16,1-1 1-16,4 1 0 0,-1 0 1 0,25-3 1 16,-34 6-6-16,6-3-2 0,-3-3-2 0,5 3 1 15,-5 3 2-15,9-3-5 0,-4 1 5 0,0-1 3 16,3-1-3-16,28-2-3 0,-32 3 2 0,-4-1 1 0,5-3 2 0,-2 0-6 16,-1 1 2-16,2 1 0 0,-6 0-2 0,4-1-1 15,-2 1-1-15,-3 0 4 0,3-1-5 0,-4 1-4 16,0 1 3-16,-1-3-1 0,-1 3-2 15,-1-3 0 1,0-1 4-16,-12 2-6 0,9 1 3 0,-11-1 1 0,-2 1-1 16,0 0 1-16,-3 0-4 0,0 2 1 0,-5-3 1 15,-2 0 1-15,-5 1-3 0,-10-1 2 0,0 3 1 16,-3-1 2-16,-1 2 4 0,-2-2 11 0,-6 1-4 16,13-1-3-16,-13 1 0 0,5-2-5 0,-5 2-9 15,7 0-7-15,-7 0-15 0,0 0-8 0,0 0-36 16,0 0-30-16,0 0-29 0,0 0-51 0,-16-10-203 15,10 6-410-15,6 4 181 0</inkml:trace>
  <inkml:trace contextRef="#ctx0" brushRef="#br0" timeOffset="34916.91">4164 5426 179 0,'3'-2'216'0,"2"-1"-37"0,1 1-13 16,0-3-19-16,5 3-14 0,-1 1-13 0,3-1-13 15,0 2-11-15,2 2-8 0,1 0-5 0,2 5 5 0,4 1-21 16,-4 2-2-16,6 5-6 0,0 2-5 0,-7 2-4 16,1 5-4-16,-2-2-1 0,-1 2-1 0,-8 5-7 15,2-3 2-15,-5 3-3 0,-4 1-8 0,0-1-1 16,-5-2 0-16,-1 2-1 0,-3 1 0 0,-2-5 7 15,-3 2 2-15,0-3 1 0,-4-2 0 0,3 0-2 16,1-6-2-16,1-1 11 0,-1-3-5 0,4 1 5 0,-3-2-2 0,3-1-1 16,1-2 2-16,1-2-4 0,3-1-1 0,0 0 16 15,0-2 16-15,1 0 23 0,2-1 25 0,-1 1 39 16,3-3 31-16,0 0 29 0,0 0 24 0,0 0-2 16,0 0-26-16,-4-11-22 0,8 2-19 0,-1-3-19 15,6-5-16-15,2-7-14 0,3 1-23 0,4-6-17 16,0 0-11-16,0-1-12 15,9-10-7-15,-7 8-7 0,1 4-1 0,-2-4-8 16,0 6-5-16,0-1 1 0,-3 3-11 0,0 4 2 16,-1-1 8-16,-6 9 3 0,-4 1 3 15,2 5-4-15,-6-1-5 0,3 2-4 0,1 2-6 0,-4 1-17 16,2-2-29-16,-3 4-32 0,0 0-24 0,0 0 13 16,0 0 2-16,-4 18 9 0,-4-1 5 0,2 5 9 15,-2 6 3-15,0-1 5 0,1 3 12 0,-2-1-9 0,2 0 8 16,1-2 2-16,6 2 4 0,0-5-5 0,0 2 8 0,1-7-13 15,3 1 22-15,4-4 1 0,-2-1 1 16,7 0 0-16,-3-1 3 0,3-8-2 0,5 5-3 16,1-5-40-16,9 1-46 0,0-1-61 0,1-5-58 15,0-1-76-15,5-1-93 0,-8-8-277 0,1 2-715 16,-3-7 316-16</inkml:trace>
  <inkml:trace contextRef="#ctx0" brushRef="#br0" timeOffset="35518.8">4708 5150 295 0,'3'-5'338'0,"-2"1"-18"0,3 1-18 0,-3 1-24 15,4-3-29-15,-1 3-21 0,1-3-28 0,0 2-18 16,3 3-19-16,2-1-18 0,3-1-7 0,-4 4-7 16,5-1-9-16,-1 2-7 0,0 1-12 0,-1 2-10 15,-1 1-16-15,4-1 0 0,-6 5-9 0,4 1-10 0,-6 4-7 16,-3 1-2-16,-1 3-2 0,-2-1-1 0,-5 6 5 0,0-4-16 15,-1 3-1-15,-4 0-4 0,-1 1-6 0,1-8-5 16,-1 0-1-16,2-3 8 0,2-2-2 0,-2-3-7 16,3 2-5-16,-1-6 2 0,1-1-1 15,2 3 9-15,2-5-8 0,-3 2-1 0,3-2 36 16,-2 1 25-16,3-3 10 16,0 0 9-16,0 0 6 0,0 0-8 0,9 2-7 0,-9-2-9 15,19-6-7-15,-3 2-3 0,-2 2-9 0,2-2-4 16,3-2-5-16,-2 3-7 0,0-1 0 0,0 1 1 15,-4 1-12-15,0-1-14 0,-3 1 3 0,-2 1-18 16,1 0-20-16,-5 1-38 0,2-1-41 0,-1-1-40 0,-5 2-50 16,0 0-54-16,10 2-61 0,-10-2-27 15,3 3-332-15,-3-3-719 0,0 0 318 0</inkml:trace>
  <inkml:trace contextRef="#ctx0" brushRef="#br0" timeOffset="36483.75">5916 5646 47 0,'1'-5'288'0,"0"-7"-19"0,-1 4-15 15,2-3-11-15,-4 1-18 0,-1 1-18 0,0-1-18 16,-2 3-13-16,-1-2-22 16,-3 3-16-16,-3-1-14 0,-2 2-14 0,-4 0-9 15,-1 3-8-15,-4 0-12 0,-8 1-10 0,-1 2-10 16,-3 3-5-16,-1 2-4 0,-1 0-5 0,1 3-7 15,2 2-6-15,0-1-1 0,1 1-7 0,5 2 0 16,4 0-7-16,7-3 1 0,-1 3-5 0,4-1-1 16,-1 0 1-16,4-2-4 0,5 0-4 0,2 1 2 15,-1-1 1-15,5 2 1 0,5-1-4 0,8 0 3 0,2-1 1 0,3-3 1 16,9 0-3-16,3 1 1 0,3-4 1 0,0-4-5 16,2 0 1-16,4-2-2 0,-3-1 0 0,-3-7 2 15,-1 3-2-15,-1-7 3 0,-3 1 8 0,-3-1 17 16,-4-4 26-16,-1-2 19 0,-6 5 27 0,2-7 2 15,-7-5-1-15,-2 4 14 0,-3-9-2 0,-1 1-6 16,-1-1-14-16,-3-18-2 0,0 16-6 0,-3-3-5 0,-5-7-4 16,5 9 1-16,-1 2 9 0,0 3-11 0,-4 3 0 15,-1 0 13-15,3 8-3 0,3 1 14 0,2 4 1 0,-2 4 12 16,1-1-2-16,2 6-13 0,1-2-17 0,-4 2-1 16,4 0-12-16,0 0-13 0,0 5-15 15,-2-5-36-15,2 5-39 0,-3-2-39 0,3 2-9 16,0 0 5-16,0 0 7 15,-1 15 5-15,1-3 8 0,0 4 2 0,0 6 6 0,0 4 10 16,0 1 1-16,0 7 1 0,1 3 12 16,-1-2-1-16,0 14 1 0,3-15 7 0,-3-1 6 15,1 2-3-15,-1-4 3 0,5 3-4 0,-5-5 5 16,1-2 5-16,3-3-4 0,0-5 2 0,-4-2-2 16,4 0 8-16,-3-7-22 0,2 0 22 0,-3-3 1 0,1 0-2 15,-1-2 0-15,3 1 1 0,-3-2-2 0,-3 0-1 0,3-4 7 16,0 5-2-16,3 0 1 0,-3-5 0 0,1 3-4 15,-1-3 5-15,0 4 1 0,0-4-6 0,0 0 1 16,0 0 1-16,0 4 2 0,0-4-4 0,0 0 1 16,0 0 0-16,0 0 1 0,0 0 0 0,0 0-14 15,0 0 11-15,0 0 3 0,0 0 0 0,0 0 0 16,0 4-2-16,0-4 7 16,0 0-22-16,0 0 16 0,0 0-3 0,0 0 9 15,6 1-1-15,-6-1 1 0,8 3 1 0,-3-2-3 16,4 2-8-16,5-2-34 0,5-1-58 0,9-1-93 15,3-1-101-15,5-3-161 0,15-6-265 0,-4-6-773 16,1-2 342-16</inkml:trace>
  <inkml:trace contextRef="#ctx0" brushRef="#br0" timeOffset="37357.17">5972 4766 27 0,'0'0'260'0,"1"-5"-11"0,-1 5-17 15,2-3-12-15,-2 3-14 0,2-4-18 0,-2 4-11 0,3-2-22 0,-3 2-12 16,0 0-16-16,7-2-11 0,-1 2-15 0,-6 0-8 16,11 2-9-16,-5 0-7 0,6 2 1 0,-2 1-7 15,-1 3-6-15,0 1-9 0,1 1-2 0,-1 4-4 16,3 1-6-16,-2 2-3 0,-2-1-5 0,-2-1-2 15,2 3-3-15,-3 0-3 0,-4 0-2 0,1-1-1 16,-4-1-2 0,-2 1 0-16,-1 0-1 0,-1-2-1 0,1-4-1 0,-2-1-3 15,-4 3 3-15,3-2-1 0,2-5-2 0,-2 3-2 16,2-3-1-16,-1-1 0 0,2-1 1 16,0 0 0-16,5 0-5 0,-4-2 9 0,0 1 28 15,4-3 21-15,0 4 10 0,0-4-1 0,0 0 5 16,0 0-6-16,0 0-11 0,8 2-2 0,2-3-5 0,4 0-5 15,2-2-7-15,0 1-1 0,5-1-6 0,-1 2-6 0,2-2 3 16,-2 0-8-16,1 1-2 0,-1-1 0 0,-7 3-6 16,1 0-3-16,-4-2 4 0,2 2 14 0,-6-2-21 15,2 2 29-15,-2-1-7 0,-6 1 4 0,7-1 1 16,-7 1-1-16,6-1-3 0,-6 1 0 0,0 0-9 16,8-2-11-16,-8 2-9 0,0 0-9 0,0 0-29 15,5 0-21-15,-5 0-38 0,0 0-35 0,0 0-39 0,0 0-26 0,0 0-18 16,-3 7-51-16,3-7-79 0,-1 5-215 0,1-5-597 31,1 4 264-31</inkml:trace>
  <inkml:trace contextRef="#ctx0" brushRef="#br0" timeOffset="38258.14">6409 5259 345 0,'0'-5'342'0,"0"3"2"0,1-4-11 0,-1 6-25 15,0-5-3-15,0 1-27 0,0 4-20 0,3-6-26 16,-3 3-26-16,0 3-28 0,0 0-16 0,0 0-18 16,0 0-20-16,0 0-19 0,5-4-35 0,-5 4-15 15,0 0-5-15,0 0-13 0,8 9-11 0,-5-2-12 16,1-2-5-16,-1 4-1 0,3 0-9 0,-2 2-3 0,2-2-5 15,2 3-5-15,-4 0-14 0,4-2 1 0,-3-1-5 0,2-1 1 16,-3 1 3-16,3-3 2 0,-5-2 4 0,2-1 3 16,0 2 6-16,1-2 2 0,-1-1 3 0,-4-2-3 15,5 0 10-15,-5 0 10 0,8-5 8 0,-3-2 10 16,-3 2 3-16,5-4 9 0,-2 1-1 0,-1 0 4 16,-1-4 2-16,1 3 2 0,-1-3 1 0,2 2 1 15,-2 0-2-15,-1 0 1 16,1 3 9-16,0-1-1 0,-1 3 2 0,-1-1-4 15,0 0-6-15,2 2-5 0,-2 2-7 0,-1 2-5 16,1-5-3-16,-1 5-38 0,0-4-19 16,0 4-3-16,0 0 2 0,0 0-1 0,0 0 3 15,-1 15 1-15,1-6 0 0,0 7-1 0,-1 4 1 0,-2 3 9 16,2 6-6-16,0 1 6 0,-3 1 4 0,3 3 4 16,-4-1 8-16,6 0-11 0,-6 1 6 0,3-1 4 0,0 4-2 15,2-4 7-15,-1-1-7 0,-1-1 3 0,-2-1 12 16,2 0-12-16,-2-2 0 0,3-2-1 0,-5-2-3 15,3-6 2-15,-2 0 4 0,1-3-1 0,-1 1 2 16,1-5 2-16,-1 1-1 0,1 0 12 0,-1-5-13 0,1 5 0 16,-1-7 9-16,1 3-4 0,-1-4 8 0,2-1-1 15,-3 2 2-15,2-1 3 0,-1-2 3 0,0-1 4 0,5-1-2 16,-14 0 8-16,9-3 8 0,-5-1 0 0,3 2 14 16,-3-6 11-16,2 3-5 0,2-5 9 0,-2 2 2 15,1-3-3-15,2-6-2 0,-1 0-4 0,4-6-21 16,2-4 10-16,1-2-12 0,3-3-5 0,0 0-12 15,10-14 0-15,-3 13-4 0,5 1 10 0,4-11-18 16,-1 12-2-16,3-1-3 16,10-7 5-16,-11 10-2 0,4 6 0 0,-2 1-1 15,1 0-1-15,0 2 8 0,-5 1 5 0,-3 8 4 16,-2 0 9-16,-5 3 14 0,0 1 8 0,-4 2 3 16,3 0 0-16,-4 1-3 0,1 1-11 0,-3 1-4 0,2-3-9 15,-1 4-9-15,-3 1-25 0,5-4-18 0,-4 2-31 16,-1 2-37-16,0 0-1 0,0 0-8 0,0 0-29 15,-9 18-38-15,5-9-36 0,-3 2-47 0,-2 3-63 0,-2 0-381 16,9-3-754-16,-7-1 334 0</inkml:trace>
  <inkml:trace contextRef="#ctx0" brushRef="#br0" timeOffset="38842.8">5159 6116 146 0,'-5'2'208'0,"5"-2"-8"0,-8 0-6 0,8 0-14 16,-7 2-13-16,7-2-7 0,-4 2-17 15,4-2-11-15,0 0-12 0,-6 1-14 0,6-1-8 0,0 0-10 0,0 0-3 16,0 0-10-16,0 0-3 0,0 0 2 0,-8 2 0 16,8-2-1-16,0 0-2 0,0 0-1 0,0 0-5 15,0 0-3-15,0 0-5 0,0 0-4 0,0 0-8 16,0 0-5-16,0 0-4 0,0 0 0 0,0 0-8 15,0 0-2-15,0 0 0 0,0 0-3 0,0 0-4 16,0 0-3-16,0 0 1 16,0 0 4-16,0 0 2 0,0 0 1 0,0 0 4 15,0 0 0-15,0 0 5 0,0 0 5 0,0 0 5 16,0 0-1-16,0 0-1 0,0 0-1 16,0 0-2-16,25-9-8 0,-4 6 2 0,11 1-5 15,9-4 1-15,15-3-6 0,35-5 2 0,0 2 10 0,12 1 14 16,1 0 18-16,4 1 2 0,6 1 8 0,1 1 13 15,4-3-1-15,-8 4-6 0,-5-1-3 0,-9-1 2 0,-6 1 4 16,-30 1-1-16,-1 0 4 0,-6 2-7 0,-15-1-1 16,-3 2 4-16,-4 1 2 0,-4 0 8 0,-11 1 10 15,-3-1 0-15,-5-1 1 0,0 2-4 0,1 2-9 16,-6-1-8-16,1 1-13 0,-5 0-13 0,9 0-23 16,-9 0-29-16,0 0-54 0,5-2-25 0,-5 2-85 15,0 0-73-15,0 0-52 16,0 0-79-16,-37 3-413 0,23-3-838 0,5 0 371 15</inkml:trace>
  <inkml:trace contextRef="#ctx0" brushRef="#br0" timeOffset="39860.47">5706 6747 256 0,'2'-7'244'0,"-2"4"-12"0,-2-3-24 16,-2 0-23-16,1 3-18 0,-3-1-15 0,-4 1-14 15,-1 1-14-15,-7 0-14 0,0 1-9 0,-4 2-8 16,2 3-11-16,-7-2-6 0,-1 3-6 0,1 1-11 16,-1 4-3-16,0-1-6 0,1 0-3 0,0 4-7 0,3-1-2 15,5-2-6-15,-3 4-8 0,5 1 3 0,5-1-3 16,-7 7-5-16,8-5 0 0,1 8-6 0,1-7 2 0,4-1 2 15,4 1-1 1,1 0-2-16,4-1 0 0,1 0-2 0,5-2 7 0,1-2 6 0,5 0 3 16,0-4-2-16,5 0 1 0,-2-4 5 0,4 0 0 15,0-1 2-15,-3-3 1 16,10-2 10-16,-11-1 6 0,1 0 16 0,-3-5 29 0,0 2 2 16,-2-6 28-16,0 0 8 0,-2-2 2 15,-3-1 1-15,0-2 1 0,2-7-3 0,-3-2-5 16,-4-1-12-16,-1-2-8 0,-3 2 2 0,2-4-10 15,-2-1-7-15,-2-4-10 0,1-10-7 0,-3 1-8 0,2-4-6 16,1 13-5-16,-3 2 3 0,2 2 5 0,-3 3-2 16,4 1-1-16,-1 12 8 0,-3-1 0 0,4 6-2 0,0 1-6 15,-4 3-10-15,4 2-8 0,0 0-18 0,0-1-44 16,0 2-36-16,0 4-35 0,0 0 10 0,0 0 7 16,0 17 4-16,0-1 10 0,4 10 5 0,-4 3 2 15,-4 2 7-15,4 4 5 0,4 12 4 0,-4-10 4 16,0-2 3-16,5 2 1 0,-1-3 6 0,0 1-2 0,1 12 3 15,0-17 10-15,0-2-4 0,-1-2 0 0,1-2 4 0,-1-7 1 16,0-4-6-16,-3-3 8 0,3 0 13 0,-1-3-7 16,-3 0-2-16,0-3 6 0,1 1-8 0,0-2 8 15,0 2 5-15,-1-5 19 0,0 2-2 0,0-2 1 16,3 5 0-16,-3-5-2 0,0 0 2 0,1 2-5 16,-1-2 0-16,0 0-18 0,0 0-16 0,0 0-26 15,0 0-84-15,0 0-58 16,0 0-58-16,3-12-47 0,-2 6-67 0,0-2-327 15,2 0-734-15,1-1 325 0</inkml:trace>
  <inkml:trace contextRef="#ctx0" brushRef="#br0" timeOffset="40329.54">5937 6633 87 0,'11'-1'226'0,"-1"-2"-16"15,-1 3-12-15,1 0-21 0,-1 2-11 0,3 0-12 16,-1 3-10-16,-1 3-14 0,0 0-15 16,1 3 5-1,-2 0-15-15,1 4-4 0,-5 2-9 0,0 0-8 16,-1 3 0-16,-4 1-6 0,3 3-5 0,-6 3-6 0,-1-1-3 16,-1-2 6-16,0-1-4 0,-4-3-5 0,0-2-2 15,1-1-1-15,2-1-5 0,-3-2-4 0,4-3 3 16,1-2 0-16,-4-2-4 0,3 1 2 0,2-3 7 15,0 0 15-15,0-2 16 0,1-1 37 0,2-2 43 16,-3 3 27-16,3-3 37 0,-1 5 21 0,1-5 4 16,0 0-26-16,0 0-27 0,4-22-24 0,4 10-17 0,0-3-14 0,7-7-19 15,-2-2-17-15,3 0-18 0,3 0-16 0,-2 0-14 16,1 1-4-16,-3 2-8 0,-4 9-3 0,1-2-7 16,-4 4-8-16,-1 2 1 0,-2 1-5 0,-1 1-6 15,-1 2 2-15,-1-1-14 0,1 3-20 0,-3 2-25 16,4-4-32-16,-4 4-6 0,0 0 3 0,0 0 8 15,5 11 3-15,-5-3 5 0,0 1 5 0,0 7 4 0,0-3 8 0,-3 2 0 16,3 5 7-16,3-1 3 0,-2 0 6 0,2-2-3 16,0 1 6-16,3-1 1 0,-1-1-17 0,1-1-19 15,2-1-10-15,2-3-26 0,-1 0-27 0,2-4-18 16,1 0-32-16,2 0-28 0,0-4-48 0,0 1-56 16,4-6-69-16,-5 0-290 0,1-1-707 0,-3-2 313 15</inkml:trace>
  <inkml:trace contextRef="#ctx0" brushRef="#br0" timeOffset="40777.39">6398 6479 312 0,'2'-5'329'0,"2"2"-16"0,1-1-15 0,4 1-22 16,-3 1-18-16,3 0-20 0,3 1-30 0,-1-1-12 16,1 4-25-16,-2 1-10 0,3 1-14 0,-3 1-16 15,-1 1-8 1,3 1-9-16,-6 2-32 0,3 1 17 0,-3 0-8 16,-2 1-3-16,1 4-9 0,-2-3-1 0,-3 4-4 15,0 0 13-15,-3 3-26 0,-2-4-3 0,-1 1-3 16,-1 1-15-16,1-2 12 0,1-4-3 0,-3 0-5 0,3-2-9 15,0 0 2-15,1 1-6 0,-1-7-2 0,4 2 5 16,-2 0-1-16,-1-1 11 0,3-2 27 16,1-2 25-16,-3 5 17 0,3-5 13 0,0 0 3 0,12-1-2 0,1-3-7 15,6 1-9-15,9-5-12 0,0 0-8 0,3-2-8 16,2 0-7-16,4 2-9 0,-2-3-13 0,-2 0-2 16,5 3-3-16,-5 1-1 0,-1 0 0 0,-5 0-4 15,-9 4-3-15,-4-1 0 0,-1 2 1 0,-3-1-1 0,-5 0-1 16,3 2-1-16,-3-2-6 0,-1 2-7 0,-4 1-28 15,5-1-13-15,-5 1-31 0,0 0-44 0,8-3-49 0,-8 3-82 32,0 0-81-32,0 0-105 0,-21 7-467 0,11-7-946 15,10 0 419-15</inkml:trace>
  <inkml:trace contextRef="#ctx0" brushRef="#br0" timeOffset="42964.46">7522 6009 22 0,'-8'0'158'0,"8"0"-9"0,0 0-5 16,0 0-16-16,-8 1-10 0,8-1-2 0,0 0-16 16,0 0-2-16,0 0-11 0,0 0-2 15,0 0 4-15,-8 0-8 0,8 0 2 0,0 0-4 16,0 0 1-16,0 0-2 0,0 0-5 0,0 0 2 0,0 0 2 15,0 0-1 1,0 0-4-16,-5-3 1 0,5 3-6 0,0 0-3 16,0 0-5-16,0 0-2 0,0 0-4 0,0 0 0 15,0 0-5-15,0 0 3 0,0 0-8 0,0 0-5 0,0 0 3 16,0 0-10-16,0 0 5 0,0 0 7 16,0 0-2-16,0 0-4 0,0 0 2 0,0 0 2 15,0 0 0-15,25 0 2 0,-7-3-9 0,14-2-4 16,0 1-5-16,9 1 0 0,14-2-5 0,1 0 1 0,3 0-2 0,1-1-4 15,-1 3-2-15,-6-1 6 0,-14 1-6 0,-1 2-6 16,-5-3 3-16,-1 3 0 0,-5 1-3 0,-9-2-3 16,-3 0-12-16,-4 0-13 0,-4 2-15 0,2 0-18 15,-4 0-10-15,-5 0-6 0,0 0-12 0,0 0-17 16,0 0-16-16,0 0-18 0,-23 0-4 0,4 0-12 16,1 0 2-16,-4 0 3 0,1 0-11 0,0-2-24 0,1 1-112 0,-1-1-316 15,2 0 140-15</inkml:trace>
  <inkml:trace contextRef="#ctx0" brushRef="#br0" timeOffset="43184.89">7830 5857 86 0,'-3'-9'254'0,"0"-1"1"15,-5 0 9 1,6-2 8-16,-2 2 7 0,0 0 6 0,0 0 11 0,4 3 8 16,-1 2-17-16,-2-2-21 0,3 3-23 0,-1 0-26 15,-2 2-28-15,3 2-26 0,0-4-16 0,0 4-23 16,0 0-22-16,0 0-10 0,0 0-11 0,-4 14 3 15,4-2-22-15,0 5-4 0,4 10-8 16,-1-2-2-16,-2 1-5 0,3 3 6 0,-3 0-18 0,6 3 1 16,-3-1-1-16,3-1 5 0,-2 2-35 0,2-5-28 0,-2 2-30 15,0-4-21-15,1 1-40 0,-2-8-34 0,1 0-48 16,-1 2-57 0,0-8-71-16,0 2-258 0,0-6-634 0,2 1 280 15</inkml:trace>
  <inkml:trace contextRef="#ctx0" brushRef="#br0" timeOffset="43731.25">8526 5683 142 0,'3'-6'306'0,"2"-1"-25"16,0 3-20-16,0-1-24 0,3 0-20 0,1 0-21 16,0 0-18-16,2 5-20 0,1 0-16 0,-2 0-9 15,4 5-16-15,4 1-4 0,0 3-10 0,5 5-11 16,-10-2-3-16,1 3-12 0,-4-1-9 0,-2 6-3 16,3 2-8-1,-6-3-1-15,0 7-4 0,-2-2-4 0,-4 1-4 16,-4 1-4-16,-2-1-1 0,-3-2-5 0,-2 2-3 15,3-6-3-15,-4 1-3 0,2-3 0 0,2-3-2 16,-1-2 2-16,2-1 4 0,2-2 11 0,2-4-3 0,-1 2-4 16,0-2 16-16,1-3 8 0,3 2 31 15,1-4 39-15,-7 5 36 0,6-3 36 0,1-2 18 16,0 0-22-16,0 0-24 0,4-17-17 0,1 8-17 0,4-5-14 0,1-2-12 16,3-1-11-16,6-6-15 0,3-1-13 0,1 0-12 15,-1-3-7-15,-1 1-8 0,1 2-5 0,-3 2-4 16,0 0-5-16,-7 8-5 0,-2 1-1 0,0 3 0 15,-3 1-7-15,-2 4-4 0,0 0-3 0,-1 1-10 16,1-1-15-16,-4 4-21 0,2-3-28 0,-3 4-13 0,0 0 8 16,0 0 5-16,1 12 3 0,-5-1 7 0,3-1 9 0,-4 1 5 15,1 6 10-15,3 1-4 0,-3 0-3 0,4-1 11 16,0 2 2-16,1-1-10 0,3 3-1 0,5-3-14 16,4 3-22-16,5 0-24 0,1-4-46 0,5-2-45 15,7-1-51-15,-2-3-68 0,4-3-97 0,6-1-244 16,-1-5-699-1,0-2 309-15</inkml:trace>
  <inkml:trace contextRef="#ctx0" brushRef="#br0" timeOffset="44335.88">9724 5750 25 0,'-3'-5'274'0,"2"-2"-2"0,-2 2-19 0,2 0-23 0,0 1-16 16,-3-1-18-16,0 0-20 0,0 0-17 0,-2 0-18 16,-2 3-9-16,-2-2-16 0,1 1-7 0,-4 3-10 15,0 0-9-15,-4 0-6 0,-1 2-8 0,-4 0-3 16,3 2-6-16,-4 0-8 0,2 4-3 0,1 1-6 16,-5 0-7-1,-1 3-1-15,8 0-6 0,3 1-3 0,-1-2-5 16,0 2-4-16,4 2 0 0,2-1-7 0,1 0 2 15,0 1-5-15,7-3 2 0,-2-2 1 0,1 2-1 16,3-1 0-16,4 0 1 0,0-2-3 0,1 1 0 16,4-3 1-16,5 2-1 0,1-6 6 0,4 0-1 15,0 4-1-15,2-7-6 0,2-5 3 0,-4 1-1 16,9 0 5-16,-3-8 2 0,-6 2 0 0,-4-2 3 0,0-2 1 0,5-6 7 16,-8-2 0-16,2-1 4 0,-3-4 4 0,-6-1 14 15,0-6-3-15,-2 0-7 0,0-12 1 0,-4-1-14 16,1-1 7-16,-5 1-3 0,4 3 6 0,-2 10-2 15,1-3 14-15,-2 8 10 0,0 3 8 0,0 1 13 16,1 8 10-16,0 3-1 0,-1 2-1 0,4 5 0 16,-3-1-10-16,3 1-9 0,-1 2-13 0,0 1-6 0,-2 0-8 15,2 0-30-15,1 4-30 0,0 0-33 0,0 0 3 0,0 0-3 16,0 0 6-16,-4 19-1 0,5-6 9 0,-2 4 7 16,2 9 1-16,2 1-8 0,-3 2 12 0,2 2 1 15,2 1 6-15,1 2 9 0,2-1-4 0,0 1 4 16,0-1 3-16,-1 0-7 0,3-4 3 15,1 2 11-15,-1-7-21 16,-1 1 21-16,-3-7-2 0,1-1-12 0,2-2 12 16,-4-2-2-16,1-4 5 0,-4 3 2 0,3-6-4 15,-3 1 4-15,2-3-11 0,-2 1 10 0,-1-2-24 16,3 1-8-16,-3-4-18 0,1 5-14 0,-1-3-4 16,0-2-34-16,0 0-76 0,0 0-61 0,0 0-47 0,5-14-58 15,-1 5-219-15,0-4-601 0,1-2 266 16</inkml:trace>
  <inkml:trace contextRef="#ctx0" brushRef="#br0" timeOffset="45000.17">9839 5524 231 0,'-1'-6'300'15,"1"1"6"-15,0-2 0 0,0 2-17 0,1 0-17 16,-2 1-17-16,1 4-29 0,1-7-23 0,-1 7-23 16,-1-4-23-16,1 4-15 15,2-2-24-15,-2 2-6 0,0 0-10 0,11 5-9 16,-5-2-9-16,0 2 6 0,3 2-25 0,1 1-23 15,-1 1-13-15,1 0-10 0,3 3-10 0,0-1-12 16,-4-2-9-16,1 1-5 0,-1-1-5 0,3 1 0 16,-2-3-2-16,-4 0 5 0,3 0-3 0,-2-5 6 15,0 1 5-15,-3-2-2 0,5 0 2 0,-9-1 5 16,10-5 0-16,-4 1 6 0,-2-1 16 0,0-3 3 0,0-1 6 0,-1-3 1 16,1 0 4-16,-2 1 1 0,1-2 2 0,3-3 5 15,-2-1-8-15,-2 1 10 0,1 0 5 16,-1 4 2-16,0 0 10 0,0 0-5 0,0 2-2 15,-2 0-1-15,0 5 11 0,0-1-3 0,1 1-13 16,-1 5-10-16,2-7-3 0,0 3-10 0,-2 4-9 0,0 0-26 16,1-5-2-16,-1 5 3 0,0 0-1 0,0 0 0 0,3 16 0 15,-5-5 1-15,-2 5 2 0,3 5 0 0,-1 5 1 32,0 3 0-32,1 1 4 0,-2 2 1 0,2 1 3 0,1 3 2 0,-1 0 2 0,0-1 3 0,1 0-1 15,-2 1-2-15,4-2-1 0,-1-1 2 0,0-4 6 16,-2 1-14-16,2-1 14 0,-1 0-9 0,0-5 2 15,-1-4-6-15,-2-1 9 16,-2-2 2-16,3-5-3 0,-1-2-6 0,2 2 1 16,0-3 1-16,-3 2 0 0,-1-6 2 0,-1-1-4 15,1 3 4-15,-2-5 2 0,7-2 1 0,-16-1 1 16,6-2 4-16,-1-2-6 0,-1 0 7 0,3-3-3 16,-1-1-13-16,-3-3 32 0,-5-2 11 0,8-1 15 15,1-2 4-15,-1-1-4 0,4 0-5 0,0-9 6 16,3-2-8-16,5 0-8 0,-1-1-2 0,5 0-1 0,3 1 0 0,2 0-2 15,3 1 3-15,0 4-5 0,3 3 5 0,-2-1-11 16,3 1-13-16,2 1 13 0,1 5-5 0,1-1-2 16,-6 6 0-16,3-2 0 0,-3 5 0 0,0-1-4 15,-2 1-1-15,-2 1 1 0,-2 2-3 16,-1 0-14-16,-4 1 11 0,2 2-2 0,-1-3-4 0,-2 2 0 16,-4 2-13-1,6-2-40-15,-3-1-35 0,-3 3-6 0,0 0 15 16,0 0-19-16,-8 12-30 0,4-7-23 0,-1 2-35 15,-5 2-36-15,1 0-43 0,1 0-95 0,-1 1-204 16,0-1-608-16,2 0 268 0</inkml:trace>
  <inkml:trace contextRef="#ctx0" brushRef="#br0" timeOffset="45539.12">9181 6171 244 0,'-9'3'268'0,"4"-3"-15"0,5 0-9 15,-11 0-9-15,6 0-5 0,5 0-7 0,-7 0-18 16,7 0-20-16,0 0-15 0,-8 0-18 0,8 0-10 15,0 0-16-15,0 0-15 0,0 0-12 0,0 0-6 16,0 0-9-16,-6 0-7 0,6 0-13 0,0 0-6 0,0 0-2 0,0 0-5 16,0 0-7-16,0 0-7 0,0 0-1 0,0 0-7 15,0 0-3-15,0 0-1 0,0 0-3 16,0 0-5-16,0 0-2 0,-7 1-4 0,7-1 2 16,0 0-2-16,0 0 6 0,0 0-8 0,0 0-3 0,0 0 1 15,0 0-2-15,0 0-3 0,0 0 4 0,0 0-3 16,0 0 4-16,0 0-3 0,0 0 2 0,0 0 8 0,0 0 7 31,0 0 8-31,0 0 10 0,0 0 0 0,0 0 12 16,36-4 3-16,-9 3-4 0,9-3-6 0,21-2-2 0,7 3-4 15,38-6-2-15,4 2 11 0,6-2-10 0,-4 2 7 16,10-4-4-16,-1 5 6 0,3-6 2 0,-2 10 4 16,-3-6-3-16,-13-1 1 0,-9-1-7 15,-30 7-2-15,-7-2 1 0,-19 0 14 0,-2 1 14 0,-8 0 13 0,-11 3 14 16,-2-2 15-16,-2 3 5 0,-1-1-4 0,-3-2-9 15,-3 1-5-15,-1 2-14 0,-4 0-12 0,8-3-20 16,-3 2-29-16,-5 1-43 0,0 0-54 0,0 0-65 16,0 0-59-16,-30 2-46 0,11 2-52 0,-3 1-78 15,6-3-373-15,-1 3-807 0,3-2 357 0</inkml:trace>
  <inkml:trace contextRef="#ctx0" brushRef="#br0" timeOffset="46424.71">9825 6757 52 0,'-12'-12'226'0,"2"2"-17"0,1 0-18 0,-6 2-13 15,-3 0-19-15,-4 3-12 0,-5-3-13 0,-1 5-9 16,-1 2-12-16,-2 0-15 0,3 3-7 0,-1 1-6 0,-1 3-7 16,5 1-13-16,-2 2-4 0,10 3-7 0,-8-3-6 0,8 4-4 15,0 1-6-15,6 1-3 0,0 0-4 0,3 1-1 16,0 1-1-16,5 0-5 0,1 2 6 15,0 0-2-15,5-2 0 0,1-1-4 0,4-1 5 16,0-1 9 0,3-2 0-16,3 0 3 0,2-4 1 0,1-2 6 0,4-1-4 15,-2 1 4-15,4-5 4 0,-3 2 12 0,3-7 7 16,-3-2 11-16,0 1 14 0,-2-4 24 0,-2 1 7 16,1-3 21-16,-3-2-2 0,0-3 7 0,0-9-3 15,-1 3 3-15,-3-4-12 0,-1 1-4 0,-1-4-10 16,-1-1-10-16,0-1-11 0,-2-3-5 0,0 0-11 15,3-11-12-15,-3-3-7 0,1 2-7 0,-3 9-7 16,-2-9-9-16,-1 13 4 0,4 3 4 0,-4 2 2 0,0 11 9 0,1 3 0 16,-1 4-5-16,0 0-7 0,0 3-8 0,0 2-10 15,0 0-24-15,0 2-41 0,0-1-47 0,0 4-1 16,0 0 4-16,0 12 12 0,-1 5 3 0,1 4 7 16,1 8 7-16,-3 3 3 0,2 2 1 0,-3 3-2 15,3 9 13-15,3-11-1 0,-1 2 7 0,2-3 7 16,0 2-4-16,5-1 6 15,-3-2 3-15,3-2-8 0,-2 0 10 0,4-3 4 16,-2-5-25-16,-1-4-12 0,-2-2-19 0,0-4-11 0,-1-4-25 16,1 1-28-16,-4-5-22 0,2 3-24 0,0-3-23 0,-1-1-23 15,0-1-58-15,-3-3-332 0,9-3-655 0,-5-1 291 16</inkml:trace>
  <inkml:trace contextRef="#ctx0" brushRef="#br0" timeOffset="46871.91">10057 6570 219 0,'4'-6'298'0,"1"3"-24"0,0 0-26 0,0 0-16 0,3 1-20 16,-1 0-19-16,5 2-17 0,1 3-11 0,-2 1-17 0,1 1-13 16,1 3-11-16,2 3-14 0,-2 2-11 0,0 2-7 15,-3 1-6-15,-1 2-9 0,0 0-9 0,-5 2-4 16,-2 4-10-16,0 4 0 0,-5-5-7 0,-1-3-4 0,-1 6-2 15,-1 0-3-15,-2-1-1 0,0-9 2 0,2-1-8 16,-3-2 5-16,5-5-1 0,-1 0 3 0,1-1 5 16,0-1 5-1,3-2 16-15,-3-2 17 0,4-2 31 0,-1 6 27 16,-4-4 31-16,5-2 29 0,0 0 10 0,0 0-23 16,0 0-22-16,6-12-16 0,-2 4-15 0,6-6-18 15,3-3-8-15,1-3-13 0,4-4-13 0,0 2-14 16,2-3-10-16,1-3-14 0,-1-3-10 0,3 6-11 15,-4-6-2-15,2 2-5 0,-6 5 3 0,-1 2 0 0,-4 8 10 16,-3 2 11-16,-2 2 2 0,-1 4 26 0,0 0-7 0,-3 1-12 16,2 2-14-16,-1 0-24 0,-2 3-14 0,0 0-2 15,0 0-1-15,0 0 0 0,-13 21-1 0,4-9 2 16,-1 7 2-16,1-1 0 0,0 6 2 0,-1-1 1 16,8 4-9-16,2-1-17 0,2-1 2 0,8 1 5 15,4 1 1-15,8-4-6 0,6 0-9 0,16 5-18 16,7-5-32-16,6-4-65 15,2-6-100-15,0-4-115 0,-2-2-490 0,3-4-924 16,-9-3 409-16</inkml:trace>
  <inkml:trace contextRef="#ctx0" brushRef="#br0" timeOffset="49077.17">11643 5876 86 0,'0'0'139'0,"-9"0"-17"16,9 0-4-16,-9 2-9 0,9-2-2 0,-9 0-2 16,3 1-4-16,6-1-1 0,-6 2-5 0,6-2 1 15,-6 2-4-15,1-1 3 0,5-1-6 0,-8 2 0 16,8-2-7-16,-6 2 3 0,6-2-4 0,-5 0 0 16,5 0-1-16,0 0 3 0,-5 3 2 0,5-3 5 0,0 0 3 15,0 0 7-15,0 0 0 0,0 0-6 0,0 0-8 0,0 0-3 16,0 0-5-16,22-5-11 0,6 1-6 0,2-2-6 15,10 1-7 1,18-4-4-16,4 1-1 0,30-1-7 0,-2 1 21 16,-28 2-4-16,33-2-8 0,-34 4 0 0,3-1-7 15,-8 4-7-15,-3-2-7 0,-18 2-4 0,0 1-30 0,-7 0-26 16,-9-1-29-16,-1 3-41 0,-9-1-23 16,-3-1-12-16,-2 2-8 0,-4-2-30 0,0 0-23 15,0 0-214-15,-24 5-451 0,5-4 200 0</inkml:trace>
  <inkml:trace contextRef="#ctx0" brushRef="#br0" timeOffset="49308.68">12067 5724 228 0,'-9'-15'268'16,"4"-2"8"-16,1 7 9 0,1-1 3 0,-1 3 10 15,2 2-7-15,0 0-18 0,-2 1-25 0,3 0-30 16,1 0-11-16,0 5-41 0,-1-5-29 0,1 5-32 15,0 0-3-15,-3 13-10 0,4-1-18 0,-2 5-1 16,0 9-14-16,1 3 2 0,-2 2-6 0,4 2 4 0,-1 2 4 0,0-1-20 31,2 2-3-31,3 13-48 0,-1-3-37 0,-1-10-60 16,3 12-75-16,-4-14-101 0,1-6-284 0,2-1-613 0,0-10 271 0</inkml:trace>
  <inkml:trace contextRef="#ctx0" brushRef="#br0" timeOffset="50363.86">13323 5390 256 0,'2'-17'253'15,"-1"1"-14"-15,-1 5-6 0,0-1-18 0,0 4 0 0,0 0-8 0,1 2-19 16,-1 1-18-16,0 1-17 0,0 4-19 0,2-7-20 16,-2 7-12-16,0-4-10 0,0 4-13 0,0 0-9 15,0 22-6-15,0-4-13 0,-2 7 7 0,1 5-15 16,-2 2-3-16,1 2-2 0,-5 12-6 0,-1 0 19 16,1-11 0-16,1 0-9 0,-1 1-3 0,1-4 1 15,1 0-6-15,1-4-6 0,3 0-1 0,0-7-8 0,-2-3 2 0,3-1-1 16,0-6-1-16,-1 0-1 0,1-1-2 0,-3-4 2 15,3 0 21-15,3-1 13 0,-6 0 31 0,3-2 34 16,0-3 34-16,3 4 26 0,-3-4 28 0,0 0 14 16,0 0-21-16,0 0-22 0,9-10-20 0,-3 2-14 15,3-3-16-15,2-3-13 0,2-3-11 0,3-7-12 16,3-1-14 0,-3-4-4-16,3 0-7 0,3 0-6 0,4-12-6 15,-7 16-8-15,0-1-3 0,-1 1-13 0,-4 4 4 0,-2 4-3 16,-2 3 0-16,-3 4-7 0,1-1-1 0,-1 2-3 15,-4 2-2-15,1 0-1 0,0 4-3 16,-2-3-4-16,1 3-3 0,-2 0-1 0,3-1-16 16,-4 4-15-16,3-2-14 0,-3 2-17 0,0 0-1 15,0 0 2-15,0 0 11 0,0 0 4 0,-19 16 10 0,3-6-2 0,-2 4-5 16,-1 1 12-16,-4 0 4 0,4-3 0 0,5 0 4 16,-1 1 4-16,-2-3-2 0,3 1 5 0,5-4-4 15,0 0 1-15,5 0 4 0,-5-4 2 0,4 2-1 16,0 0 1-16,3-3 1 0,-2 2-2 0,4-4 2 15,-6 3 0-15,4-1 2 0,2-2-2 0,-5 3-1 16,5-3-3-16,-1 3 2 16,1-3 10-16,0 7-10 0,0-3 3 0,4 0-3 15,0 3 3-15,2 0 1 0,0 0 1 0,3 3-2 16,2 2 2-16,1 2 4 0,2 1-6 0,8 2 9 16,-2 0 1-16,2 1-1 0,-1-1 2 0,-5-4-3 15,5 2-26-15,-5-1-49 0,3-4-63 0,-3 4-60 16,5 2-51-16,-4-5-96 0,-2-1-415 0,-2-2-820 15,5-2 363-15</inkml:trace>
  <inkml:trace contextRef="#ctx0" brushRef="#br0" timeOffset="51096.65">13570 4961 121 0,'3'-4'280'0,"-1"1"-11"15,2-2-16-15,2 1-11 0,-2 1-17 0,-3-1-14 16,7 2-20-16,-3-2-16 0,3 2-22 0,-2 2-18 15,3-2-12-15,-4 2-15 0,3 2-9 0,1 1-8 0,1 4-8 0,-2-2-7 16,0 3-4-16,-1 0-11 0,-3 2-7 0,2 4 0 16,-3 1-6-16,0 2-7 0,-6 0-2 0,3 0 3 15,-4-2-11-15,-2 4-2 0,-2-4-3 0,-1 3-2 16,0-2-2-16,3-7-1 0,-3 6-1 16,4-6-4-16,-3 0-2 0,3-1-2 0,1-2-1 0,0 0 4 15,3-3-5-15,-4 1 7 0,2 0-1 0,2 0 27 0,-3-2 27 31,4-2 30-31,0 0 6 0,0 0 4 0,8 3-11 16,-8-3-2-16,28-5-12 0,0 0-7 0,3 0-8 0,1 2-7 16,5-5-8-16,-3 3-6 0,2 1-4 0,0 0 5 15,-4 0-12-15,-1 1-4 0,-10 0-1 0,-3 3-2 16,0 0-8-16,0-3-5 0,-10 3 3 0,-1 0-3 16,-2-2-10-16,-1 0-20 0,-4 2-14 0,0 0-24 0,10 0-17 15,-10 0-20-15,0 0-23 0,0 0-28 0,-19 7-37 16,6-2-35-16,2-1-51 0,1-1-66 0,-1 2-242 15,3-2-616-15,3 2 273 0</inkml:trace>
  <inkml:trace contextRef="#ctx0" brushRef="#br0" timeOffset="51782.21">14094 5447 22 0,'3'-6'260'0,"-1"3"-17"0,3 1-22 0,-1-4-14 16,1 4-23-16,-1-2-21 0,4 4-14 0,0-3-21 16,0 3-10-16,0 3-15 0,1-1-12 15,1 5-6-15,0 1-12 16,-2-2 0-16,3 9-6 0,-3-1-6 0,0 3-3 15,-3 1-1-15,1 1-7 0,-5 0 1 0,-2 8-4 0,1-3-3 16,-7 3-3-16,-2-1-5 0,2-1 20 0,-5-4-5 16,4-3 1-16,0-1-6 0,-2-1-2 0,1-3-6 15,3-1 0-15,-1-5-5 0,1 4 1 0,0-7 2 16,3 3 6-16,-1-2 15 0,-1-1 20 0,5-3 24 0,-4 3 45 16,4-4 16-16,0 3 44 0,0-3 22 0,0 0 4 15,0 0-25-15,0 0-20 0,4-12-18 0,1 0-28 16,6-1-7-16,-2-1-15 0,6-8-10 0,0-1-14 15,0 1-12-15,2-3-5 0,3-1-12 0,-6 1-10 16,4 1-6-16,-4-1-7 0,-5 6-1 0,4 5-9 16,-4 1-3-16,-1 2 0 0,-1 4-10 0,-3-1 3 15,1 3-4-15,-2 0-11 0,-2 2-22 0,3 0-14 0,-1-1-20 0,-3 4-23 16,0 0 2-16,0 0 7 0,5 10 8 0,-5-5 4 16,-3 5 3-16,3 2-6 0,-1 1 18 0,-2 3 2 15,1 2 4-15,-1 3 3 0,3 2 6 0,0-5-2 31,4 1 3-31,-1-2 3 0,2 1 6 0,0-1-2 16,1 1 3-16,3-3 1 0,0-1-3 0,2 0-25 16,1-2-23-16,2-2-35 0,-5 0-38 0,0-4-29 0,2 0-39 0,0-3-41 15,-4 0-47-15,1-3-55 0,-2 0-283 0,-6 0-678 16,9-4 300-16</inkml:trace>
  <inkml:trace contextRef="#ctx0" brushRef="#br0" timeOffset="52214.45">14509 5135 188 0,'3'-6'327'0,"-2"2"-21"15,0 0-21-15,2 1-25 0,-2-1-26 0,3 2-23 16,1-1-20-16,3 3-20 0,-2 0-18 0,-6 0-17 16,18 3-16-16,-9 1-11 0,3 1-14 0,0 2-8 15,-3 3-14-15,3 2-4 0,-2 0-6 0,-1 3 0 16,-3-1-11-16,-2 3 7 0,-1 0-6 0,0 4-12 16,-5 4 0-16,-2 0-4 0,-2 1-2 0,-3-2 0 0,2-6-6 15,-3-1 4-15,3 0-5 0,-2-4 0 0,3-3-3 0,0 0-2 16,1 0-2-16,2-6-3 0,1 1 1 0,-2-1 12 0,3 0 57 15,-1-2 22-15,2-2 11 0,-2 5 11 0,2-5-12 16,0 0 1-16,14-3-6 0,8-1-13 0,-3-4-11 16,9 0-11-16,2 0-8 0,0-1-7 0,3 1-8 15,-1 2-6-15,0-1-24 0,-3 1 0 0,0 0-28 0,-9 2-5 16,1 1-19-16,-5-4-25 0,-2 4-38 16,-2 3-27-16,-5-1-34 0,1-2-44 0,-3 2-45 15,-5 1-52-15,0 0-61 0,0 0-253 0,0 0-654 16,0 0 290-16</inkml:trace>
  <inkml:trace contextRef="#ctx0" brushRef="#br0" timeOffset="52900.38">15121 5699 78 0,'-10'1'204'0,"0"1"-8"0,2-1-15 0,3-1-13 0,1 1-17 0,-2-1-17 15,1 3-8-15,5-3-13 0,-8 0-12 0,8 0 9 0,0 0-5 16,-8 0 18-16,8 0-3 0,0 0-3 0,0 0-2 15,-6 2 2-15,6-2 3 0,0 0-3 0,0 0 2 16,0 0 0-16,0 0-1 0,0 0-7 0,0 0-2 16,0 0-7-16,0 0-1 0,0 0-7 0,0 0-9 15,0 0-17 1,0 0 9-16,0 0-8 0,0 0 0 0,0 0-5 16,0 0-5-16,0 0-6 0,0 0-4 0,0 0-6 15,0 0 1-15,0 0-8 0,0 0-16 0,0 0 13 16,0 0-1-16,0 0-18 0,-8 0 14 0,8 0 3 15,0 0 3-15,0 0-3 0,0 0 0 0,0 0-8 16,0 0 1-16,0 0-4 0,0 0-2 0,0 0 1 0,0 0-2 16,0 0 8-16,0 0 11 0,0 0-17 0,23-5 3 0,-7 4-7 15,10-2 0-15,5 1-2 0,5-1 2 0,1 0-4 16,14-2-4-16,4 1 3 0,-14 1-1 0,14 0-6 16,0-3-15-16,-5 3 22 0,-11 1-17 0,-2 0 13 15,-2-1 6-15,-13 2-7 0,-3-2 7 0,-5 0 3 16,-3 2-1-16,0-1 9 0,-3 0-19 0,0 2 21 15,-3-1-10-15,1-1-1 0,-6 2-13 0,8 0-23 0,-8 0-24 0,0 0-29 16,0 0-48-16,0 0-38 0,0 0-45 0,0 0-60 16,0 0-96-16,0 0-228 0,-20 5-638 0,20-5 282 15</inkml:trace>
  <inkml:trace contextRef="#ctx0" brushRef="#br0" timeOffset="53927.62">15887 5336 14 0,'1'-5'242'0,"5"-1"-18"0,-3-1-8 16,-1 3-12-16,1 0-12 0,0 1-15 0,-2-1-16 15,2-1-17-15,-3 5-17 16,3-2-16-16,-3 2-12 0,0 0-9 0,0 0-14 15,12 11-9-15,-10-4-1 0,2 10-2 0,0 1-7 16,-3 7 1-16,2 0-3 0,-2 2-4 16,0 4-4-16,2-1 2 0,-2 2-8 0,-1-1-1 15,-2 0-4-15,3 1-4 0,-1-2-2 0,-1-2-3 0,2-1-2 16,-1-4-4-16,0-3 2 0,1-3-3 0,-1 0-4 16,2-8-1-16,-2 3 2 0,0-5-4 0,0 1 2 0,0-5 0 15,1 3 29-15,-1-1 25 0,0-2 33 0,0 1 33 16,0-4 28-16,0 0 24 0,1 5 28 0,-1-5 26 0,0 0 19 15,0 0 5-15,0 0-32 0,0 0-21 16,2-13-25-16,1 3-17 0,2-1-18 0,2-3-20 16,-1-4-17-16,8-8-13 0,0-2-14 0,1-1-17 15,2 0-10-15,2-3-8 16,-2 3-8-16,2 2-6 0,-3 3-5 0,1 0-4 16,0 3-2-16,-8 5-4 0,1 2 1 0,-2 4 0 15,-1 2-8-15,0 0-4 0,-1 3-9 0,-2 2-2 16,-1-2-5-16,1 3-10 0,-4 2 2 0,10 3-7 0,-4 4 1 15,-1-1-3-15,4 5-12 0,1 5 1 0,-2 0 1 16,2 7 1-16,-1 2 6 0,-4 3 0 0,3-2 0 16,-3 2 6-16,4-2 27 0,-8-1 0 0,3-5-1 0,-4-2 0 15,4-1-3-15,-4-1 0 0,0 0-2 0,0-3-4 16,-1-5 3-16,2 1 5 0,-1-3-6 0,1-3 5 16,0 3 0-16,-1-1 4 0,-1-2-1 0,1-3 3 15,1 5-1-15,-1-5 5 0,0 5 3 0,0-5 13 16,2 4 1-16,-2-4-2 0,0 0 2 0,0 0-4 15,0 0-4 1,0 0-1-16,0 3 0 0,0-3-7 0,0 0-8 0,0 0-14 16,0 0-39-16,0 0-45 0,0 0-45 0,0 0-40 15,1-15-69-15,2 11-54 0,-3-3-49 0,0-1-57 16,0-4-85-16,0 2-255 0,0-2-803 0,0-1 356 16</inkml:trace>
  <inkml:trace contextRef="#ctx0" brushRef="#br0" timeOffset="54439.97">16343 5096 92 0,'5'-6'272'0,"-1"3"-17"0,1 1-21 0,3-1-15 16,2 1-15 0,3 0-19-16,0 2-13 0,-1 1-15 0,1 0-16 15,4 2-11-15,-6 1-18 0,2 1-8 0,1-1-14 16,-4 3-8-16,-1-1-8 0,0 5-6 0,-3-5-4 0,0 6-5 16,-2 0-8-16,-3-3-3 0,0 2-1 0,-2 1-3 15,-3 2-4-15,0 1 9 0,-1-2-2 0,-4 1-1 16,0 1-5-16,0-5 0 0,1 1-3 0,-1 0-2 15,2-3-1-15,-1 2-7 0,3-5-1 0,1-1-2 16,-1 1-4-16,0-4 1 0,1 3 3 0,0-1 18 16,3-1 20-16,-2 2 17 0,3-4-7 0,-3 4 25 0,3-4-1 0,0 0 2 15,0 0-7-15,26-1-4 0,-6-1-5 16,8-3-14-16,3 4-2 0,-1-5-11 0,2 3-1 16,0-4-2-16,1 5 3 0,-5-1-2 0,8 0-6 15,-5-1-4-15,-11 4-2 0,1-1-1 0,-10 0-20 0,3 0 9 16,-2-1 4-16,-6 2-6 0,4-1-6 0,-10 1 9 15,9-1-5 1,-9 1-1-16,0 0 1 0,9 1-10 0,-9-1 0 16,0 0-7-16,0 0-27 0,10-1 7 0,-10 1-17 0,0 0-22 15,0 0-29-15,0 0-23 0,0 0-27 0,0 0-13 0,0 0-22 16,0 0-8-16,0 0-25 0,0 0-37 0,0 0-44 16,0 0-307-16,0 0-633 0,0 0 280 0</inkml:trace>
  <inkml:trace contextRef="#ctx0" brushRef="#br0" timeOffset="54717.89">17043 4988 114 0,'0'-5'349'0,"0"5"-32"15,3-4-33-15,-3 4-31 0,0 0-34 0,0 0-21 16,0 0-23-16,13 12-17 0,-6 0-10 0,1 5-10 15,8 8 2-15,1 5-4 0,-3 2-2 16,5 16 2-16,-3 5-6 0,-2 5 4 0,4 24-2 16,-13-26-6-16,-3 2-12 0,-5 1-6 0,-3-2-13 0,-1-3-7 15,-5-1 2 1,-6-4-15-16,-6-4 0 0,-3 0-8 16,-7-7-5-16,-2 0-17 0,-6-6-3 0,-7 2-40 15,-2 0-52-15,1-5-54 0,-9-1-69 0,-26 3-76 0,22-13-369 16,-25 4-670-16,25-9 296 0</inkml:trace>
  <inkml:trace contextRef="#ctx0" brushRef="#br0" timeOffset="55393.34">13072 4911 247 0,'0'-3'253'0,"0"3"-33"0,1-4-25 16,-1 4-22-16,0 0-18 0,0 0-16 0,-14 12-13 16,5 0-13-16,-6 9-16 0,-2 6-5 0,-6 15-6 0,0 1-8 15,1 7-1-15,-1 9-3 0,-6 23 5 0,3 2 0 16,11-1-3-16,0-1 1 0,10-24-7 0,5 3-3 16,3-3-5-16,8 0-5 0,1-2-4 0,14-6-3 0,3-1 1 15,11-6-7-15,2 0-1 0,33 9-5 16,-22-21-2-16,35 5 4 0,8-5-3 0,-2-10-25 15,7-3-40-15,3-2-55 16,6-3-87-16,-7-9-300 0,-4 2-508 0,-35-3 225 16</inkml:trace>
  <inkml:trace contextRef="#ctx0" brushRef="#br0" timeOffset="56760.94">17530 5254 137 0,'0'-9'268'0,"0"0"-4"15,0-2 13-15,0 2-11 0,0 2-4 0,0 0-21 0,2 1 11 16,-2 0-20-16,0 2-16 0,3 2-18 0,-3-3-15 16,0 5-38-16,0-6-15 0,0 6-11 15,0-3-21-15,0 3-18 0,0 0-8 0,0 0-14 16,0 0-2-16,9 14-4 0,-5-8-7 0,1 5-3 0,0-1-2 0,5 7-8 16,2-3 1-16,-3 3-5 0,2 0-2 0,2-1 2 15,5 4-4-15,-6-6 0 0,1 0-5 0,-1-3 7 16,3 1-4-16,-6-4 5 0,0-1-23 0,-1 0 14 15,2-2-1-15,-3-3-2 0,0-2 0 0,6 0 3 0,-7 0-8 16,3-5-1-16,0-2 16 0,3-2-5 16,-2-1 4-16,-1-3-14 0,4-1 31 0,-7 4-1 0,2-5 0 0,1-1 7 15,-4 6 1-15,0-2 4 0,-1 0-1 0,0 0 2 32,0 2-4-32,-2 1 2 0,-2 2 0 0,4 2 0 0,-4-2-7 15,2 5-6-15,0-2-11 0,-2 0-8 0,0 4-18 16,1-3-19-16,-1 3-34 0,1-4-19 0,-1 4 8 15,0 0 4-15,1 15 6 0,-2-4 6 0,-1 6 5 16,0 11 8-16,0 4 0 0,-1 4 6 0,0 11 9 0,0 5 0 16,-2 2 3-16,1 3 11 0,0-1-1 0,1 0 5 15,2 0 2-15,1-1-9 0,4-3 13 0,-1-2 1 16,1-1-1-16,3 0 0 0,1-3 1 0,-3-13 0 16,1 3-3-16,1-1 3 0,-2-4-2 0,-1-2 2 15,1 0-5-15,-3-5 8 0,-2-5-3 0,0-1-5 16,-1-2 3-16,-3-4-11 0,3-1 1 0,-3-2 2 0,-4 0 1 15,2-2 3-15,-4-1 1 0,-3-4 3 0,-6 0 3 16,1-2 15-16,-1 0-30 0,-2-2 16 0,1-3 7 16,-2-2-7-16,4-3 10 0,-5-4-7 0,0-1 4 0,-1-2 2 15,4-2-8-15,-2-1 2 0,3-6 8 0,1-2 16 16,1 1 5-16,4-5-1 0,3 0 12 16,5-2-14-16,5-13-7 15,0-1-5-15,9 1-5 0,5-2-9 0,8 4-2 16,0-2-1-16,7 1-5 0,8 5 2 0,1 2 0 15,2-2 0-15,3 7-18 0,5 0 16 0,3 4-1 16,1-2-2-16,-1 8-2 0,3 2 0 0,-6 1 4 16,-13 4-3-16,-2 2-1 0,-1 5-3 0,-5-2 3 15,-9 6 1-15,0-1 2 0,-8 3-2 0,1-1-12 0,-3 5 8 16,-3-2 7-16,0-1-4 0,-1-1-4 0,1 3-12 0,-5 1-14 16,8 0-11-16,-8 0-11 0,0 0-4 0,0 0 2 15,0 0 7-15,0 0-25 0,0 0-8 0,-8 10-13 16,1-3-15-16,2-4-18 0,-1 3-19 0,3-1-15 15,-3 0-28-15,4 1-13 0,-2-1-23 0,7 2-58 16,-3 0-186-16,6 0-507 0,2 0 225 0</inkml:trace>
  <inkml:trace contextRef="#ctx0" brushRef="#br0" timeOffset="57081.98">18922 5445 232 0,'0'0'246'0,"0"0"-4"0,0 0-11 0,0 0-11 0,0 0-3 15,0 0-10-15,0 0-10 0,-5-2-8 0,5 2-13 16,0 0-8-16,0 0-8 0,0 0-20 0,0 0-15 16,0 0-15-16,21-7-11 0,-10 4-12 0,6 0-8 15,1-1-14-15,10 2-20 0,3-2-23 0,1 0-21 16,0-1-29-16,1 1-28 0,0 1-32 0,-1 2-31 16,0 1-30-16,-2-1-48 15,-4-2-241-15,-5 4-473 0,-2-2 211 0</inkml:trace>
  <inkml:trace contextRef="#ctx0" brushRef="#br0" timeOffset="57292.58">18887 5741 108 0,'-4'2'227'0,"-1"1"-2"0,5-1 0 0,0-2-1 16,0 0-12-16,16 2-22 0,3-2-19 15,2-3-16-15,13-1-17 0,5 2-13 0,12-6-13 16,7 3-25-16,-3 1-20 0,5-3-27 0,-4 1-21 16,7-1-35-16,-1 2-41 0,2-2-50 0,-1 1-51 0,-9-2-174 0,0-1-359 15,0 1 160-15</inkml:trace>
  <inkml:trace contextRef="#ctx0" brushRef="#br0" timeOffset="57776.84">20454 5337 54 0,'0'-3'230'0,"0"-4"-8"0,0 2-20 0,-2 0-12 0,1 0-3 16,1 1-15-16,-1 0-17 0,1 4-21 0,-3-9-9 0,-2 5-15 15,3 4-14 1,-2-3-8-16,-3 1-11 0,1 1-8 0,6 1-7 0,-18-2-4 16,8 2-2-16,-3 2-5 0,0-1-3 0,1 1 1 15,0 1-5-15,1-1-1 0,-6 5-3 0,2 1-1 16,-2 1-3-16,3 0-3 0,-3 0-1 0,1 4-6 16,0-2 2-16,-3 8 2 0,5-6-6 0,0 3-2 15,0-2-1-15,4 6 0 0,-4-1-3 0,4-2 0 16,3 2 0-16,3-2-5 0,-2 0-1 0,2 1 14 15,4 0 4-15,2-1 3 0,2-2 11 0,2 2 2 16,0-1 7-16,3-1 8 0,6 0 8 0,7-1 8 16,1-1 14-16,5-2 4 0,-9-3 4 0,12-1 13 15,2-2-13-15,0-4 5 0,3-1-8 0,3 0 11 16,-1-5 0-16,-1-1 1 0,-1-1-6 0,-2-4 5 0,-2-2 5 0,0-2-3 16,-4-2-4-16,-1 0 7 0,-5-4-5 0,2-1-6 15,-5-5-7-15,-5 1-13 0,-5-3-11 16,-1 2-5-16,-7 0-12 0,1 2-11 0,-8 2-18 0,-1 3-31 15,-4 4-29-15,-12-4-46 0,-6 3-54 0,-7 5-72 16,-20 0-59-16,-3 10-96 0,2-1-404 0,-6 3-828 16,3 0 366-16</inkml:trace>
  <inkml:trace contextRef="#ctx0" brushRef="#br0" timeOffset="61605.95">4900 8815 104 0,'0'-4'225'0,"0"-4"-10"16,0 2 0-16,1 0-6 0,2 1-14 16,-3 1-1-16,0 0-12 0,1 1-12 0,0-2-17 15,-1 5-20-15,2-2-14 0,-2 2-15 0,2-4-14 16,-2 4-10-16,0 0-12 0,4 9-4 0,-4 3-8 0,0 5-6 16,0 12-6-16,1-2-3 0,1 8-8 0,-4 16-4 15,1-2 1-15,-2 4-9 0,0 0 2 16,1 2 1-16,0 0-2 0,-2-3-5 0,2 1-1 15,2-7 0-15,-2-9-3 0,1-3 0 0,0-4 2 0,-2 1-6 0,2-5-1 16,-1-9-1-16,2 0 1 0,3-5-1 0,-3 0-2 16,1-5 2-16,-1 0 4 0,2 1 21 0,-4-3 20 15,2-1 20-15,0-1 11 0,0 2 18 0,0-5 8 16,0 0 4-16,0 4-8 0,0-4-8 0,0 0-7 0,0 0-12 16,2 3-9-16,-2-3-27 0,0 0-25 15,0 0-48-15,0 0-45 16,0 0-26-16,0 0-37 0,0 0-43 0,0 0-44 15,0 0-52-15,-9-7-235 0,9 7-554 0,-2-5 246 16</inkml:trace>
  <inkml:trace contextRef="#ctx0" brushRef="#br0" timeOffset="61991.17">4890 9619 75 0,'-3'3'219'0,"3"-3"-12"0,-5 0-4 0,5 0-12 16,-6 0-5-16,6 0-14 0,0 0-18 0,0 0-14 15,0 0-17-15,0 0-10 0,0 0-8 0,28 0-14 16,-9-1-10-16,4-1-7 0,9-1-7 0,1-3-6 15,2 3-6-15,1 0-4 0,0 1-6 0,0-5-8 16,0 5-1 0,-1 2-5-16,-5-3-5 0,-8 3 1 0,-3-3-1 15,-1 2-7-15,-6 1-2 0,-1-1-3 0,-5 1 7 16,2 0-4-16,-3 0 10 0,-5 0 7 0,9-2 5 0,-9 2-1 16,9 0 1-16,-9 0-5 0,0 0-4 15,0 0-2-15,0 0-11 0,0 0-10 0,0 0-9 16,-19 3-14-16,19-3-20 0,-10 4-21 0,5-4-25 15,-1 3-39-15,2-2-35 0,4-1-58 0,-8 4-169 0,8-4-414 0,0 0 184 16</inkml:trace>
  <inkml:trace contextRef="#ctx0" brushRef="#br0" timeOffset="62722.78">5622 9631 167 0,'0'0'232'0,"0"0"-15"0,0 0-17 0,0 0-14 15,0 0-12-15,0 0-19 0,0 0-14 0,0 0-15 0,19-6-16 16,-7 3-9-16,4-2-11 0,1-1-7 0,10-2-2 15,0-2-13-15,-2 2-3 0,3-4-6 0,-4 0 0 16,3 0 0-16,-2 0 1 0,-8 1-1 16,3-1 3-16,-5-1-3 0,0 1-2 0,-2-3 1 0,0-1-2 15,-2 3-3-15,-4-1-4 0,-2-2-7 0,-4 3-3 0,0 3-4 16,-2-1-3-16,-3 1-6 0,-1 0-3 0,-3 3-3 16,-3 0-4-1,-1 2-4-15,-5 1-4 0,3 2 3 0,-7 2 1 16,0 2-4-16,0 1 0 0,-6 3-6 0,-1 3 2 15,3 3-2-15,0 2-1 0,7-2 0 0,2 0 5 16,2 2-9-16,0 1 1 0,2 3 2 0,3-2 0 16,3 1 0-16,2 1 2 0,4-2-2 0,0-1 4 0,9-1 10 15,0 1-10-15,4-3 0 0,11 2 1 0,1-2-1 16,6-7-2-16,2 3-1 0,3-6 2 0,5-2-3 16,-3 2-3-16,1-7 0 0,-1-4 6 0,13-1-6 15,-16 0 1-15,-2-1 2 0,-2-3-3 0,-1-3 6 0,-4 0 2 16,-2-3 14-16,-4 0 7 0,-2-4 16 0,0-2-2 15,-5 0 2-15,-4-2-2 0,1-3 4 0,-2-1 3 0,-3-1 2 16,-1-2-3-16,-3-10-4 0,3 11 3 0,-7-2 0 16,3 3 2-16,-2 3 15 0,1 3 9 0,-2 2 16 15,2 9 9-15,-1 4 0 0,0 1-1 0,2 2-16 16,-1 1-11-16,-2 4-10 0,2-3-9 0,1 4-33 16,0 3-24-16,0 0 5 0,0 0-3 0,-5 14 1 15,2-3-4 1,-2 6-2-16,1 9 6 0,2 1-4 0,-1 3 12 15,-1 5-3-15,0 1-1 0,4 9 0 0,-1-10-4 16,1-2 9-16,1-1-4 0,2-2-3 0,1 1 4 0,-3-4-3 16,4-4 1-16,-1-3-1 0,1-3 14 0,-1-2-12 15,-3-1 4-15,3-7-4 0,-4 1 0 0,5 1 3 16,-4-3-1-16,1-2-5 0,-2-1 9 0,1 1-9 16,-1-4 3-16,3 5-14 0,-3-5 0 0,1 3-14 0,-1-3-9 15,0 0-43-15,0 0-43 0,0 0-53 0,14-9-52 16,-3 3-53-16,2-6-313 0,1 2-642 0,3-2 285 15</inkml:trace>
  <inkml:trace contextRef="#ctx0" brushRef="#br0" timeOffset="63123.06">6114 9244 5 0,'0'0'243'0,"-9"-1"-7"16,9 1-5-16,0 0-14 0,-6 1 2 0,6-1-13 15,0 0-6-15,0 0-6 0,-7 0-11 0,7 0-14 0,0 0-15 16,0 0-15-16,0 0-13 0,0 0-13 0,19-4-9 0,1 0-11 16,8-2-13-16,0 2-7 0,4-2-5 0,2 4-11 15,6-5-4-15,-2 2 9 0,-1 0-21 0,2-2-1 16,-5 1-5-16,2 2-6 0,-4-4-1 0,-5 3-3 16,-7 3-1-16,-7-1 0 0,-2 2-5 0,-3 0 1 15,-2 1-3-15,1-2-7 16,-2 0-15-16,0 2-21 0,-5 0-20 15,0 0-22-15,0 0-30 0,0 0-58 0,0 0-66 16,-18 6-264-16,8-1-527 0,0-2 233 0</inkml:trace>
  <inkml:trace contextRef="#ctx0" brushRef="#br0" timeOffset="63823.74">7758 8911 319 0,'0'-7'311'0,"3"0"-6"0,-2 0-16 0,1 1-4 16,0-2-21-16,-2 4-30 0,4-1-14 0,-4 0-20 15,1 1-21-15,-1 4-29 0,3-3-15 0,-3 3-15 16,0 0-19-16,1-2-21 0,-1 2-12 0,0 0-3 16,4 16-10-16,-4-5-6 0,-3 8-9 0,2 5-4 0,0 2-2 0,-3 6-5 15,-2-1 0-15,3 1-7 0,-6 1 0 0,5 14 2 16,0-11 4-16,1-4-10 0,0 3 2 0,3-5-4 15,-3-1-7-15,3-3 5 0,0-6-2 0,3-2-2 16,-3-3 1-16,1-3 13 0,3 0-12 0,-3-2-2 16,2-2 1-16,1-1 6 0,-2-2-7 0,6 0 2 15,-3-1 3-15,4 3-2 0,0-6 1 0,5 0-11 0,-2 0-17 16,-1-1-34-16,1-1-36 0,-2-1-44 0,4 0-65 16,-1-3-86-16,-1-2-254 0,-1 2-578 0,-1-1 255 15</inkml:trace>
  <inkml:trace contextRef="#ctx0" brushRef="#br0" timeOffset="64259.17">7438 9225 12 0,'-4'2'224'15,"4"-2"-11"1,0 0-6-16,0 0-8 0,0 0-4 0,0 0 2 15,0 0-10-15,-8-1-12 0,8 1-12 0,0 0-12 0,0 0-13 16,0 0-11-16,0 0-15 0,0 0-11 0,28-6-8 16,-10 1-11-16,12-1-7 0,0 0-11 15,5-1 1-15,3 0-13 0,-1-1-6 0,13 2 4 16,1 2-14-16,-15 0-3 0,1 1-1 0,-1-3-2 0,-4 5-3 16,-4-4-6-16,-8 2-3 0,-1 2-1 0,-6 0 0 0,0-1 0 15,-4 1-8-15,-4 1-7 0,5-1-7 0,-6 1-13 16,-4 0-15-16,0 0-15 0,9 1 0 0,-9-1-10 0,0 0-9 15,0 0-19-15,0 0-29 0,-18 9-25 16,13-8-25-16,0 0-57 0,5-1-142 0,-6 3-394 16,6-3 175-16</inkml:trace>
  <inkml:trace contextRef="#ctx0" brushRef="#br0" timeOffset="64625.87">8713 9142 279 0,'0'0'319'16,"0"0"-19"-16,-4 2-22 0,4-2-14 0,0 0-29 15,0 0-25-15,0 0-20 0,12-8-22 0,-2 5-13 16,3 1-20-16,4-1-33 0,3-1-23 0,1 0-29 0,10 2-30 15,0-1-42-15,-3 2-40 0,-6 1-51 0,7-4-56 16,-10 0-62-16,0 1-134 0,-6 3-395 0,0 0 175 16</inkml:trace>
  <inkml:trace contextRef="#ctx0" brushRef="#br0" timeOffset="64779.51">8780 9265 75 0,'-4'1'210'0,"4"-1"-9"15,-2 3-6-15,2-3-9 0,0 0-20 0,21 0-15 16,-2-1-17-16,8-2-13 0,6-1-20 0,-1 0-41 16,5 0-51-16,0-2-73 0,1 1-194 0,16-2-279 15,-5-1 124-15</inkml:trace>
  <inkml:trace contextRef="#ctx0" brushRef="#br0" timeOffset="65517.17">9660 8831 247 0,'0'0'259'0,"1"-5"-21"0,-1 5-19 0,0 0-24 16,0 0-21-16,3-5-24 0,-3 5-13 0,0 0-15 0,0 0-14 16,5 10-11-16,-4-5-9 0,2 4-11 0,-1 3-9 15,-1 0-5-15,1 3-5 0,-1 2-7 0,-1 1-6 16,0 3 1-16,-1 0-2 0,-2-1-8 0,1 4-4 16,-2 1-2-16,1-6-5 0,-2 5 0 0,3-5-4 15,-1 0 3-15,1 1-6 16,0-1-1-16,-2 0-3 0,0-2-3 15,1 0 0-15,-1-6 1 0,1 0-3 0,3-1-1 16,-1-1-1-16,1-1 0 0,-1 0 3 0,0-3-1 16,1-1-1-16,0 0 10 0,0-4 24 0,0 8 14 15,0-6 14-15,0-2 18 0,1 3 18 0,-1-3 19 16,0 0 24-16,0 0 12 0,0 0-3 0,0 0-9 16,0 0-4-16,18-10-6 0,-9 4-4 0,1-3-16 0,5-3-10 0,-2 1-10 0,6-9-10 15,0 1-11-15,-3 6-4 0,3-6-7 16,-1 1-9-16,-3 4-2 0,0 0-9 0,-1 2-1 15,-3 4 6-15,-1 0 12 0,0-3 0 0,-2 5 10 16,0-2-1-16,-2 4 5 0,0-1-2 0,-3-1 0 0,1 4-5 16,-1-2-9-16,1 1-5 0,0 1-7 15,-4 2-5-15,5-4-8 16,-4 2-6-16,-1 2-6 0,3-4-13 0,-3 4-5 16,0 0-12-16,0 0-10 0,0 0-4 0,0-3-9 0,0 3-10 15,0 0 3-15,0 0 1 0,0 0 6 0,0 0 1 16,-17 7-3-16,11-4 4 0,2 1 2 15,-4 1 5-15,2 0-3 0,1-4 6 0,0 3 2 16,0-1-1-16,-2 1 2 0,3-1-2 0,0-2 4 0,1 2 6 16,-1 0-6-16,4-3 0 0,-4 3 2 0,3 0 2 0,1-3 3 15,0 0-2-15,-4 4-3 0,4-4-2 0,0 0 3 16,-1 2-3-16,1-2-4 0,0 0 6 0,0 6-1 16,0-6 0-16,0 0 0 0,4 8 1 0,-2 0 4 15,2-2-3-15,1 4 7 0,4 1-5 0,0 5 2 16,4-3 1-16,-2 1 0 0,2 1 6 0,1 1-1 15,4 1-2-15,-3-2-8 16,-2-4-33-16,8 1-46 0,3 1-55 0,-7-1-60 16,2-2-66-16,5 2-107 0,-7-5-362 0,-1-1-799 15,-3 0 354-15</inkml:trace>
  <inkml:trace contextRef="#ctx0" brushRef="#br0" timeOffset="66229.11">10230 8981 166 0,'5'-3'225'0,"1"-2"-17"0,2 3-15 0,0 0-20 16,2-1-12-16,1 3-20 0,0 2-12 0,0-1-11 0,1 1-6 15,-1 5-3-15,-1-3-7 0,0 4-4 0,-1 0-3 16,1 2-14-16,-2 1 8 0,1 2-10 0,-1-2-3 0,-3 5-5 16,-2 1-6-16,-2 0-2 0,1 1 0 0,-4-1-3 15,1 0-7-15,-6 2 8 0,2-3-6 16,0 0 1-16,-3-1-6 0,-2-1 1 0,2-1-2 15,2-2 0-15,-3-1-7 16,0-3 1-16,4-2 0 0,1 0-5 0,-1 2-4 16,1-3 4-16,2-1 8 0,-2 1 11 0,1-1 25 15,1 0 17-15,2-3 36 0,0 0 21 0,0 0 19 16,0 0 19-16,-4 3-1 0,4-3-15 0,0 0-17 16,6-13-19-16,1 6-17 0,-1-3-12 0,3-4-9 15,3-2-12-15,4-7-10 0,-2 1-7 0,4 0-6 16,1 1-8-16,-2 1-8 0,-1 0-5 0,-3 4-5 0,0-1 0 0,-3 4-7 15,-2 4-2-15,-2 0 1 0,3 1 1 0,-5 3-4 16,0-1-4-16,1 1-4 0,-2 2-4 0,-2 0-6 16,2 1-11-16,-3 2-13 0,2-5-17 0,-2 5-23 15,0 0-7-15,0 0 2 0,0 0 1 0,-1 11 11 16,-2-5 3-16,1 2 4 0,-1 6-4 0,3-3 10 16,-1 5 4-16,3 1 2 0,5 5 3 0,4 4 5 0,1-2 2 0,8-1 2 15,7-1-47-15,6-4-68 0,16 4-107 0,3-3-140 16,4-7-423-16,3-3-862 0,0-6 381 0</inkml:trace>
  <inkml:trace contextRef="#ctx0" brushRef="#br0" timeOffset="71355.12">13230 8918 156 0,'0'0'202'0,"0"0"-10"0,0 0-13 0,0 0-16 15,0 0-14-15,-5 0-6 0,5 0-13 0,0 0-11 16,0 0-12-16,0 0-9 0,0 0-5 0,0 0-10 0,0 0-9 0,21-5-8 16,-10 3-8-16,7 0-4 0,2-1-8 0,10 1-16 15,-2-1-24-15,1 0-24 0,3 1-20 0,-1 0-46 16,-3 0-25-16,-6 1-62 0,-2-1-117 0,-5 1-312 15,-3-1 138-15</inkml:trace>
  <inkml:trace contextRef="#ctx0" brushRef="#br0" timeOffset="71539.42">13285 9054 49 0,'-5'4'180'0,"5"-4"-4"15,-5 1-24-15,5-1-6 0,0 0-10 0,0 0-15 16,19 0-11-16,-5-1-4 0,4 1-16 0,2-2-12 0,0 2-12 16,0-2-22-16,3 1-30 0,-1 1-36 0,-3-2-34 15,-1-1-30-15,-8 2-132 0,4-2-235 0,-2 1 104 16</inkml:trace>
  <inkml:trace contextRef="#ctx0" brushRef="#br0" timeOffset="72024.48">13528 8746 9 0,'-3'-4'216'0,"3"4"-25"0,0 0-20 0,0 0-20 0,0 0-13 0,-3-2-18 16,3 2-16-16,0 0-8 0,0 0-10 0,0 0-9 15,0 0-6-15,8 9-12 0,-5-5-8 0,2 1-1 16,0 0 8-16,4 0-17 0,1 2 0 0,3 0-8 16,1-2-2-16,2 2-5 0,1-2 1 0,0 2-4 15,2-2 1-15,-6-1-3 0,6-3 2 0,-6 2-5 0,1-2-1 16,0 3-5-16,-3-3 6 0,0 0 12 0,-5-1 6 0,3 2 6 16,-4-2 11-16,-5 0 2 0,9 0-2 15,-5 3-8-15,-4-3-5 0,7 0-2 0,-7 0-8 16,0 0-6-16,3 2-6 0,-3-2-3 0,-2 10-10 0,-1-1 1 15,-5 1 0-15,-1 4 0 0,-6 7 0 0,1 1 0 32,-4 1-2-32,2-1 0 0,-2-1 0 0,4 2-8 0,0-1 7 15,-2 2-1-15,2-1 1 0,1-1-2 0,3-5-3 16,1-1 6-16,2-1 2 0,1-4 0 0,1-2-3 0,0 0-1 16,3 1 2-16,-1-5 1 0,3 0 3 15,-4 0-2-15,3-2 3 0,1 1 7 0,0-4 12 16,-3 5 8-16,3-5 5 0,-1 2-1 0,1-2-2 15,-2 3 1-15,2-3-7 0,0 0-9 0,0 0-31 0,0 0-30 16,0 0-31-16,14-9-33 0,-5 3-45 0,2 1-33 0,-2-2-209 16,6-3-422-16,2 3 186 0</inkml:trace>
  <inkml:trace contextRef="#ctx0" brushRef="#br0" timeOffset="72872.95">15243 8894 60 0,'1'-5'215'0,"-2"0"-18"0,-3-2-22 0,-1-1-11 0,0 3-16 16,-5-2-17-16,-2 3-12 0,-6-3-13 15,3 3-11-15,-7 0-8 0,4 1-8 0,-13 1-9 0,2 1-11 0,1 1-4 0,1 4-8 16,-2 0-3-16,-1 1-5 0,2 0-5 16,4 2-2-16,1-2-5 0,5 2-2 0,2-1-1 15,1 1-5-15,4 0 1 0,2 0-3 0,0 0 1 16,1 0-7-16,2 1 3 0,2 2-3 0,2-2 3 15,2 0-5-15,1 0 6 0,1 4-2 0,4-5-2 0,4 3 1 16,0-4 3-16,5 2-4 0,2 0 2 0,2-4 1 0,-1-1 3 16,1 1 3-16,1-1 1 0,1-3 10 0,-2-1 10 15,0-3 18-15,-6 0 18 0,4-1 4 0,-1-1 12 16,-2-5 8-16,-1 1 5 0,-1-2-1 0,0-3 0 16,-3-2 9-16,-1 0 0 0,-2 0-16 0,2-7 0 15,-3-2-16 1,0-3-3-16,-3 0-8 0,0-2-12 0,2-1 2 15,-3 0-8-15,3 1-5 0,-4-1 5 0,0 3 10 16,-4 3 2-16,3 7-9 0,1 1 2 0,-2 3-1 0,0 3-6 16,2 0 2-16,0 6-13 0,0-3 0 0,0 4-6 15,0 5-11-15,0-7-14 0,0 7-32 0,0-9-25 16,0 9-21-16,0 0 5 0,0 0 1 0,0 0 2 16,-5 21 9-16,3-3 5 0,0 1 5 0,-2 8 3 15,0 0 5-15,3 5 2 0,-1 1 5 0,2 0 3 0,0-1 2 0,2 1 3 16,2-3-1-16,1-1 4 0,0 0 7 15,1-4 3-15,-3-6 3 0,2-1-2 0,0-2-3 16,-1-7 3-16,0 3 2 0,0-3 3 0,-3-1-4 0,2-3 6 16,-2 2-1-16,-1-2 0 0,3-1 3 0,-2-1 0 15,-1-3 4-15,0 7 12 0,1-6 10 0,-1-1 3 16,0 0-7 0,0 5 10-16,0-5-12 0,0 0 6 0,5 4-10 15,-5-4 4-15,0 0-4 0,0 0-7 0,0 0-1 16,0 0-18-16,0 0-17 0,0 0-28 0,0 0-20 15,0 0-27-15,0 0-29 0,-6 2-28 0,6-2-22 16,0 0-22-16,0 0-27 0,0 0-24 0,0 0-215 16,0 0-502-16,0 0 222 0</inkml:trace>
  <inkml:trace contextRef="#ctx0" brushRef="#br0" timeOffset="73590.33">15336 8693 60 0,'1'-5'266'16,"1"0"-5"-16,0 1-15 0,-2 0-24 0,2 2-20 0,-2 2-21 0,3-7-20 16,-3 7-20-16,0-2-16 0,0 2-16 0,0 0-8 15,0 0-12-15,0 0-7 0,9 11-8 0,-5-7-10 16,1 4-6-16,0 0-6 0,3 2-5 0,-3 0-6 16,0 1-8-16,4-1-2 0,-1 1-8 0,-2 0-6 15,3-4-6-15,-1 4-7 0,-2-2-2 0,0-4 1 16,0 2-1-1,-1-5-3-15,-3 2 5 0,2 1 3 0,-1-2 4 0,1-3 10 16,-4 0-4-16,0 0 0 0,11-5-1 0,-7 1-3 16,0-1 5-16,-2 2 4 0,1-5-2 0,2 0 6 15,-1-2 3-15,-1 1-1 0,1-2 11 0,-1 2-2 16,-1-3 2-16,1 5 8 0,-2-3 7 0,1 4 0 16,0-1 3-16,-2 0-1 0,2 2-9 0,-2 2-1 15,0-1-5-15,0 4-7 0,1-5-19 0,0 1-8 0,-1 4-20 16,0 0-6-16,0 0 0 0,0 0 1 0,3 10 10 15,-1-1-9-15,-2 3 1 0,0 5-2 0,3 1 0 0,-3 6 2 16,0 3 7-16,0 2-4 0,-3 2 4 16,3 0 5-16,-2 1-2 0,-1 1-1 0,2 0 0 15,0 0 3-15,-1 0-1 0,2-3 0 0,0 0 4 0,0 2 2 16,-2-1-2 0,2-6-2-16,-3 1 1 0,2-9 1 0,-1 0-2 15,0 0 3-15,-1-2 1 0,1-8-1 0,-1 3 2 16,0-1 0-16,0-2 1 0,0-2-2 0,2 0 3 15,-3 0 3-15,0-2 0 0,1 1 3 0,-3-2 1 16,0-2-2-16,6 0 3 0,-13-2 3 0,6 0 5 0,0-1 10 16,-3-2-6-16,1-2 10 0,3 2 1 15,-3-5 8-15,1 1 11 0,4-3 2 0,-5-2-1 0,4-3 9 0,0 0-1 16,4-9 6-16,2-2-17 0,3 0-2 0,-2-2-3 16,6 1-7-16,1-1-4 0,5-2-8 0,2 3-2 15,0 1-4-15,1 0 5 0,2 4-5 0,-1 0-4 16,2 2 4-16,-2 2 21 0,-4 6-7 0,5-4-10 15,-5 7 1-15,3-4 6 0,-3 5-5 0,-4 3 0 16,-1 0 3-16,2 0 0 16,-3 3 0-16,-3-1-5 0,1 2-1 0,-3 0 6 15,0 1-20-15,1-1-1 0,0 1 0 0,-4 2-33 16,6-3-30-16,-6 3-34 0,0 0-32 0,0 0-13 16,0 0 15-16,0 0 8 0,-5 13-5 0,-4-6-28 15,3 2-39-15,-8 4-24 0,5-4-45 0,-7 1-284 16,2 1-579-16,5 0 256 0</inkml:trace>
  <inkml:trace contextRef="#ctx0" brushRef="#br0" timeOffset="74145.12">14706 9310 137 0,'-5'0'189'0,"5"0"-5"0,-6 2-13 0,6-2-11 16,-6 2-9-16,6-2-12 0,0 0-14 0,-5 1-13 0,5-1-11 15,0 0-8-15,0 0-5 0,0 0-1 0,0 0 0 16,-5 1-7-16,5-1-1 0,0 0-4 0,0 0 8 0,0 0-10 15,0 0-1-15,0 0-3 0,0 0-5 0,0 0-8 16,0 0-3-16,0 0-8 0,0 0-2 16,0 0-1-16,0 0-5 0,0 0-3 0,0 0-1 15,0 0-4-15,0 0-2 0,0 0 0 0,0 0 4 0,0 0 2 0,0 0-1 16,0 0 3-16,0 0 5 0,0 0 1 0,0 0 7 16,0 0-5-16,0 0 4 0,0 0-4 0,0 0 2 15,0 0-1-15,0 0 1 0,0 0 14 0,0 0-24 16,0 0-7-16,0 0 3 0,16-6-3 0,-5 4-7 0,3-2-1 15,9 2-1-15,8-2-8 0,5-2 2 16,17-1-1-16,2 0-2 16,10 2 1-16,27-4-4 0,-24 5 1 0,30 0-1 15,0 0 3-15,2-4 4 0,1 4 6 0,-3 0-6 16,-6 0 5-16,-30 3-2 0,0-2 6 0,-2-2 3 16,-9 2-1-16,-17-2 10 0,-6 1 9 0,-6 3 18 15,-5-3 19-15,-6 4 1 0,1 0-2 0,-5-2 6 16,0 2-4-16,-1-1-9 0,0 1-6 0,-6 0-11 15,8-2-14-15,-8 2-21 0,5-2-26 0,-5 2-46 0,0 0-40 0,8-1-49 16,-8 1-29-16,0 0-34 0,-10 8-56 0,3-5-111 16,1 1-195-16,2-2-610 0,-2 1 270 0</inkml:trace>
  <inkml:trace contextRef="#ctx0" brushRef="#br0" timeOffset="75131.39">15235 9772 147 0,'-4'-3'196'0,"-1"-1"-19"0,0-1-21 16,-5 2-17-16,-2 0-11 0,-2 1-15 15,-1 2-9-15,-7 1-17 16,-1 1-5-16,3 0-7 0,-1 3-5 0,0 2-10 15,-5 1-6-15,7 2-1 0,-5 1-3 0,6 0-9 16,1 0-5-16,-1 2-1 0,4 1-6 0,0 0-1 16,5 3-2-16,-3-2-6 0,5 3 2 0,3 0 0 15,-1 2-2-15,5-2-3 0,3-2 1 0,0 0 4 16,6-1-5-16,-2-1 13 0,4-2 7 0,3-2 5 0,0 1 4 16,3-3 2-16,0-3 2 0,2-2 0 0,0-1 4 0,0 1 18 15,-1-4 10-15,-3-1 19 0,-1-1 5 0,-2-1 11 16,2-7-3-16,1-2 4 0,-2 1-9 0,1-2-3 15,-4-4 0-15,4-5-1 0,-5-2 3 0,-1 3-3 16,0-5-9-16,-2 1-9 0,-2 0-11 0,0-2-4 16,-2 1-3-16,0-4-2 0,0 1-13 0,-2-4 1 15,0 2-16-15,-1 2 8 0,1 1 0 0,-1 1 10 0,-1 7-4 0,1 5-2 16,1 4 6-16,-1 1-13 0,-2 2-9 0,3 1-1 16,0 2-4-16,0 2-9 0,0-2-13 0,0 2-37 15,0 1-31-15,0 3-3 0,0 0-16 0,0 0 12 16,3 13 18-16,-6-3-8 0,3 6 1 0,0 3 9 15,0 9 5-15,-1 0 3 0,1 1 4 0,0 0 7 16,0 0 1 0,1-1 4-16,2 0 2 0,2-2-1 0,-1 1 8 15,1-3 0-15,1-7 2 0,0 1 4 0,1-1-5 0,-2 0 5 16,-1 0 7-16,1-1 0 0,-1-4-4 0,-2-2 5 16,2-1 1-16,-1-3-3 0,-2 0 6 0,2 0-2 15,-1-1-13-15,-1-1-7 0,1-2-3 0,-2-2-10 16,2 6-8-16,-2-6-9 0,0 2-14 0,0-2-16 15,3 3-16-15,-3-3-16 0,0 0-25 0,0 0-46 0,0 0-23 0,0 0-49 16,-3-12-206-16,6 2-496 0,2 1 220 16</inkml:trace>
  <inkml:trace contextRef="#ctx0" brushRef="#br0" timeOffset="75579.57">15463 9667 47 0,'7'-2'217'0,"3"-2"-8"16,2 4-25-16,6 2-5 0,0 0-14 15,0 1-19-15,2 1-9 0,-2 4-19 0,1-1-14 0,0 3-8 0,-6 2-11 0,4 1-7 16,-6 0-12-16,-1 0-5 0,-1 4-4 16,-2-1-7-16,-3-1-5 0,-3 4 0 0,-1-2-9 15,-3 0 7-15,-2-2-3 0,-4 2-3 0,2 0-3 16,-4 0 4-16,1 0-4 0,-1-6 1 0,-1 2 6 15,2-4-2-15,2-3-2 0,3 0 1 0,0 0 2 0,1-1 3 16,0-1 10-16,-1-2 12 0,1 1 17 0,3-1 21 16,1-2 30-16,0 0 22 0,-5 3 22 0,5-3 4 15,0 0-21-15,0 0-12 0,5-17-20 0,0 7-10 0,8-3-19 16,-3-1-9-16,8-8-11 0,0 2-14 0,1-1-7 16,1 0-15-16,0-3-12 0,-1 1-7 0,-1-2-6 15,0 5-1-15,-4 2 0 0,-3 4 10 0,-2 5-10 16,-4-1 4-16,4 3 1 0,-5 2-13 0,0 0 2 15,-3 0-9 1,3 0-16-16,-4 5-20 0,5 0 7 0,-5 0 1 0,0 0 0 16,-6 16 2-16,-1-5 4 0,2 3 3 0,-5 3-5 15,6 0 6-15,0 1 6 0,3 1-4 0,1 7-1 16,4-1 2-16,2 0 13 0,11 0 13 0,3 1-14 16,6-6-28-16,17 7-54 0,4-6-65 0,2-1-85 15,5-9-135-15,-4-3-241 0,-9-4-659 0,-2-4 292 16</inkml:trace>
  <inkml:trace contextRef="#ctx0" brushRef="#br0" timeOffset="79487.45">16873 9056 8 0,'0'0'138'0,"0"0"1"0,0 0-11 15,0 0-3-15,0 0 1 0,0 0-5 0,0 0-1 16,0 0-3-16,0 0-2 0,0 0 3 0,0 0-5 0,0 0 2 15,0 0 0-15,0 0-4 0,0 0-3 0,0 0-2 16,0 0-7-16,0 0-5 0,0 0-7 16,0 0-1-16,0 0-7 0,0 0-1 0,0 0 6 0,0 0-6 15,0 0 0-15,0 0 2 0,0 0-5 0,0 0-1 16,-1-3-13-16,1 3-5 0,0 0-7 0,0 0-5 0,15-5-11 16,-1 4-12-16,6-3-4 0,1 2-5 0,1-1-23 0,7-1-19 15,1-1-20-15,-2 0-23 0,1 3-14 0,-11-1-23 16,4 3-26-16,-2-2-24 0,-3-1-23 15,-2 3-212-15,-3-2-428 0,-1 2 190 0</inkml:trace>
  <inkml:trace contextRef="#ctx0" brushRef="#br0" timeOffset="79688.07">16956 9184 134 0,'0'0'201'0,"0"0"-20"0,0 0-10 0,9 4-17 15,5-6-14-15,8 0-12 0,9-1-14 0,3 3-11 16,7-4-23-16,10 2-30 0,0-1-59 0,4 0-52 16,-18-1-170-16,3-1-251 0,-5 0 111 0</inkml:trace>
  <inkml:trace contextRef="#ctx0" brushRef="#br0" timeOffset="80706.6">18004 8582 74 0,'3'-6'241'0,"-2"4"-7"0,-1-3-15 15,3 1-12-15,-2 1-15 0,0-1-19 0,-1 4-20 16,0 0-19-16,0-4-16 0,0 4-13 0,0 0-13 15,0 0-7-15,5 9-11 0,-2 0-10 16,-2 0-4-16,0 8-5 0,-1 0-4 0,-2 3-4 0,-1 9-1 0,-2-3-10 16,3 1 0-16,-2 2-8 0,0 0 8 0,-1-3-9 15,-2 1-5-15,1 0-2 0,1-3 0 0,1-5-3 16,0 1-1-16,-1-2-1 0,1 0-1 0,2-1-2 16,-1-3 1-16,3-2-2 0,-5-2-2 0,3 0 0 15,2-3 3-15,-2-2 1 0,2 0-5 0,0 0 1 16,-1 0 3-16,1-1 26 0,0-4 22 0,-3 5 19 0,3-5 17 0,0 0 21 15,4 3 23-15,-4-3 18 0,0 0 17 0,0 0 4 16,0 0-20-16,0 0-20 0,14-13-6 0,-1 6-16 16,2-5-15-16,6-4-10 0,2 0-18 0,0-3 1 15,4 0-8-15,-1 0-8 0,2-1-4 0,-2 1-7 16,-2-1-5-16,2 1-5 0,-3 5-3 0,-6 2-3 16,-1-1-6-16,0 1 2 15,-2 3-4-15,-4-2-1 0,-2 3 5 0,2 0 7 16,-3 2 3-16,-1 2-3 0,-1 0-3 0,2 1-2 15,-6-1-7-15,3 2-4 0,-2-1-7 0,-2 3-12 16,2-2-16-16,-2 2-9 0,0 0-11 0,4-3-6 16,-4 3 0-16,0 0 2 0,0 0 7 0,-22 9 3 15,11-4 5-15,-8 3 1 0,1-1 8 0,1 3 6 16,-1-2-4-16,-1 0-9 0,4 0 7 0,-2 1-1 0,3-4 9 0,5 3 0 16,0-4 0-16,0 1-6 0,2-2 5 0,2 1 11 15,-1 0-6-15,2-3-2 0,1 2-7 0,0-1 11 16,3-2 5-16,-5 3-6 0,5-3 9 0,-4 2-5 15,4-2 9-15,0 0 0 0,-2 2 0 0,2-2-2 16,0 0-5-16,0 0 1 0,0 0-5 0,-4 3-2 16,4-3-2-16,0 0 4 15,0 4-5-15,0-4 4 0,6 8-4 0,-2-3 1 16,4 4 2-16,1-1 3 0,2 6 1 0,4-3-2 16,7 5 6-16,-4-2-4 0,5 3 1 0,1 2-5 15,-1-2 6-15,0-2-1 0,4 4 2 0,-3-4-2 16,-1-1 2-16,-6-3-5 0,2-2 13 0,-3 0-6 15,-2 0-5-15,-5-2 1 0,0-2 1 0,-2-1 1 16,0 0 2-16,-4 1 8 0,1-2-9 0,0-1 4 0,0 0-6 0,-4-2 13 16,6 3 21-16,-6-3 8 0,5-1 4 0,-5 1-8 15,4 3-3-15,-4-3 2 0,0 0-13 16,5 4-11-16,-5-4-26 0,0 0-33 0,0 0-46 0,3 3-52 16,-3-3-53-16,0 0-56 0,0 0-67 0,0 0-112 15,0 0-229-15,0 0-711 0,14-12 315 0</inkml:trace>
  <inkml:trace contextRef="#ctx0" brushRef="#br0" timeOffset="84522.71">19279 8815 36 0,'-19'0'128'0,"-1"0"-14"0,-2 3-11 16,-6 0 0-16,-1 4-9 0,1 0-9 0,-2 0-5 15,12 0-1-15,-9 4-3 0,8-2-3 0,2-2-5 0,2 3-5 16,0 0-5-16,1 0-9 0,5-1-5 0,1-1-6 15,1 1 2-15,4-1-3 0,1 1-4 0,2-1-5 16,1 0 10-16,5 2 2 0,3-2 2 0,1 1-3 0,7-1-7 0,2-1-5 16,1 0 6-16,2-2-5 0,6 0-6 0,-2-3-1 31,-3-2 4-31,-1 0 6 0,-2 0 0 0,-2-1 6 16,0-3 11-16,-3-1 12 0,-1-1 10 15,-1-2 10-15,1-6-1 0,-4 4 4 0,-1-4 5 16,0-3 5-16,-4-4-1 0,-1-4 3 0,1 1-8 0,-2-3-8 15,-3-3 0-15,-3-1-7 0,1 0-2 0,-2-2-1 0,0-2-1 16,-2 2 1-16,2-1 6 0,-3 1-8 0,2 3-2 16,0 1 0-16,1 0 3 0,3 5 3 0,-6 6-7 0,3 2 3 15,1 4-2-15,0 4-9 0,3-1-5 0,-1 4-5 16,1-1-6-16,0 0-12 0,-2 3-6 16,2 0-28-16,0 3-30 0,-3-4-20 0,3 4 2 15,0 0 4-15,-4 14 4 0,2-1 4 0,0 8 7 0,-4 7 7 0,4 5 0 16,-2-2 2-16,1 4 1 0,2 1 6 0,1 12 1 15,-1-17 4-15,2 3 2 0,0-2-1 0,0-1 2 16,3-4 5 0,0 2-2-16,2-6 0 0,-6-3 2 0,5-5 0 15,-3-3 1-15,0 0 4 0,0-3-4 0,0 0 10 16,-2-3-5-16,1 0-2 0,2-2 4 0,-3 1 4 0,0-3 0 16,0-2 11-16,0 7 11 0,1-4 2 0,-1-3 4 15,2 2-2-15,-2-2 1 0,2 3-6 0,-2-3 11 16,0 0-16-16,0 0-3 0,0 0-4 0,0 0 1 15,0 6-17-15,0-6-18 0,0 0-15 0,0 0-21 16,0 0-23-16,0 0-27 0,-4 3-31 0,4-3-33 0,0 0-47 16,0 0-4-16,0 0-33 0,0 0-178 0,-4 3-467 15,4-3 207-15</inkml:trace>
  <inkml:trace contextRef="#ctx0" brushRef="#br0" timeOffset="85238.83">19472 8695 130 0,'0'-7'269'0,"4"2"-15"0,-4 0-11 0,4 2-21 0,-4-3-20 16,1 3-19-16,1 1-22 0,-2 2-18 16,3-5-22-16,-3 5-17 0,4-1-13 0,-4 1-10 0,0 0-12 0,8 6-7 0,-4-2-6 15,-1 2-7-15,5 1-3 0,-4 2-10 0,4-2-5 16,-2 3 2-16,3 2-8 0,-4-4-4 15,4 4-10-15,-1-4-11 0,-1 1-1 0,0 0-4 16,-1-1 0-16,-1-1 0 0,1-2 2 0,0-1 0 0,-2 1 1 16,-1-2 7-16,1-1 5 0,-1-2 4 15,-3 0 1-15,0 0-4 0,13-5 4 0,-11 1 1 16,3-1 20-16,-1-2-6 0,1-3-3 16,-1-2 2-16,1 3-1 0,0-3 0 0,0 1-3 0,-1-2-1 0,1-3 3 0,-1 4 4 15,1 2 3 1,-2-2-3-16,3 0 5 0,-5 4 2 0,2-1 4 0,-2 5-4 0,2-2-5 15,-2 2-4-15,1 0-8 0,0 1-3 0,-2 3-12 16,0-5-14-16,0 5-12 0,0 0 0 0,0 0 3 0,0 0-4 16,5 12 4-16,-3 0 0 0,0 2-1 0,-2 3-1 15,1 7 1-15,2 3 8 0,-2 1 1 0,4 0 1 16,-4 3 1-16,2 1 3 16,1-1 0-16,-3 0 0 0,2-1-2 0,-2 0 11 15,0 0-8-15,3-1 2 0,-1-2-1 0,-2 2 1 16,2-3 1-16,0-1-2 0,-3-6 2 0,0 0 0 15,-2-1 1-15,-2 0-3 0,3-5 3 0,-3 2-2 16,0-4 0-16,-1 0 1 0,-2-2 3 0,1-1-1 16,-3 0 1-16,2-2 0 0,-4 1-3 0,1-3 11 15,1-2-10-15,-2 1 3 0,0 1 3 0,1-4-5 0,0 0 10 16,0-2 7-16,2 0 11 0,2 0 17 0,-1 0 17 0,0-2 4 16,0 0 5-16,2-5 6 0,1 0 3 15,0-2-7-15,2-6-3 0,1-1-9 0,2-7-18 0,4-2 14 16,4-2-16-16,3-5-11 0,3 3-4 0,10-13-4 15,-2 2-4-15,3 2 10 0,-7 9-11 0,12-6-1 16,-8 7-3 0,1 1 1-16,-2 1-1 0,2 6 3 0,-2-1 9 15,-4 5 23-15,-2 1-7 0,-3 5-4 0,-2 2 6 0,-3 1-5 16,1-1-9-16,-4 8 0 0,3-5-3 16,-6 2-9-16,2 2-2 0,0-1-10 0,0 3-36 15,-4 1-41-15,4-5-49 0,-4 5-35 0,0 0 18 16,0 0 11-16,-3 12-6 0,1-2-18 0,-5 4-20 15,-2 3-31-15,1-2-36 0,-2 2-272 0,4-1-549 0,-2-3 242 0</inkml:trace>
  <inkml:trace contextRef="#ctx0" brushRef="#br0" timeOffset="85823.06">18915 9356 47 0,'0'0'188'0,"-6"3"-12"0,6-3-10 0,0 0-4 15,0 0-14-15,0 0-10 0,-5 1-9 16,5-1-15-16,0 0-8 0,0 0-7 0,0 0-5 0,0 0-6 16,0 0-6-16,0 0-5 0,0 0-5 0,0 0-2 15,0 0-8-15,0 0-6 0,0 0-5 0,0 0-3 0,0 0-1 16,0 0 1-16,0 0-2 0,0 0 2 0,0 0 0 0,0 0 0 16,0 0-5-16,0 0 5 0,0 0 3 0,0 0-8 15,0 0-5-15,0 0-6 0,0 0 0 16,0 0-7-16,0 0-3 0,0 0 1 0,0 0 0 15,0 0-4-15,0 0-2 0,0 0-3 0,0 0-6 0,0 0 1 0,0 0 0 32,0 0 0-32,0 0 2 0,0 0-2 0,0 0 8 15,0 0-3-15,0 0 5 0,0 0 1 0,0 0 7 16,0 0-4-16,0 0-3 0,0 0-4 0,38-4-1 16,-9-1 7-16,9 1-8 0,15-2-2 0,6 1 0 15,6 1-3-15,0-4 0 0,29-4-4 0,3 3 16 16,-3 0 4-16,-2 0 9 0,0 0-2 0,5 2 11 0,-33 2 3 15,-4-2-4-15,2-1-3 0,-10 3 3 0,-18 1-4 0,-3-1 5 16,-4 1 4-16,-10 1 11 0,-6 1 11 0,1-1-15 16,-6 2-5-16,2 0 0 0,-2 0-10 0,0-1 5 15,-6 2-43-15,7-3-25 0,-5 3-34 0,-2 0-35 16,0 0-36-16,0 0-26 0,-10 10-48 0,1-5-73 16,-5-3-237-16,0 5-555 0,0-2 246 0</inkml:trace>
  <inkml:trace contextRef="#ctx0" brushRef="#br0" timeOffset="87504.9">19540 9886 123 0,'1'-3'206'0,"-1"3"-9"0,3-5-14 0,-3 5-5 16,-1-6-18-16,1 6-14 0,-2-6-19 0,-3 4-12 16,4-1-10-16,-5 1-12 0,-1-1-12 0,-2 2-10 15,-5 0-5-15,-4-1-8 0,-1 2-8 0,-2 2-2 16,0 0-4-16,-7-1-8 0,-2 3 2 0,1 3-12 16,2-1-1-16,-1 2-2 0,0 3-7 0,9-2 2 15,-2-1-4-15,2 3 0 16,-4 4-8-16,8-6 2 0,3 2-4 0,-3 1 3 15,9-2-4-15,-3 4 0 0,1-4 5 0,6 2-2 16,-1 0 1-16,4 0 2 0,2-2-5 0,2 2 3 16,8 0-4-16,1 0 1 0,2-2 2 0,2-1 1 15,3-1 2-15,0-1 1 0,6-3 1 0,-7 0 3 16,0-3 7-16,0 1 13 0,-3-4 11 0,-2 0 14 16,-2-2 14-16,1-2 15 0,-4-1 15 0,2-5 7 0,-2 2-7 0,-1-7-8 15,0 0-8-15,-3-3-2 0,2-7-3 0,-3-1-7 16,-4 0 8-16,3-6-23 0,-4 2-4 0,2 0-5 15,0-2-7-15,-1 0-3 0,1-4-2 0,-2-8 1 16,0 15-13-16,-2-1 2 0,4 0 15 0,-2 2-9 16,2 5 6-16,-4 7-3 0,4 2-1 0,-2 4-4 15,-2 2-1-15,2 3-7 0,0 0 3 0,0 0-21 0,0 4 10 0,0 0-29 16,0 3-34-16,0-9-33 0,0 9-18 0,0 0 9 16,0 0 7-16,-3 15 7 0,3-1 10 0,-1 3 5 15,0 7 5-15,2 4 4 0,-2 2 9 0,-1 2 5 16,4 2 2-16,0-2 5 0,1 0 1 0,-1 0 6 15,3-1-4-15,0 0 10 0,6-3 2 0,-4-1 2 32,6-2 4-32,-3-2-3 0,2 1 5 0,-2-9 2 0,-1-1 5 0,-1-6-1 15,-1 0 5-15,2-2 1 0,0-1 13 0,-2-3 10 16,5-2 10-16,-3-1 5 0,2-4 1 0,0-1 1 16,-1-3 6-16,3-1-5 0,0-2 14 0,-3-2-17 15,1-1-6-15,0-3-2 0,0-5-2 16,2 1-7-16,-3-2-2 0,-2-3-2 0,2 0-2 0,-5-4 0 15,4-1-1-15,-5 4-5 0,2-3-3 0,-2 1-5 0,0 4 10 16,-1 6 25-16,-1 1 0 0,-2 2-1 0,4 5-1 16,-4 3-9-16,1 1-2 0,1 3 4 0,-1-2 1 0,-2 2-15 15,2 0-3-15,0 1-6 0,-1 4-6 0,-1-6-31 16,1 6-19-16,0 0-18 0,0 0 0 0,0 0 8 16,0 0 1-16,0 17 4 0,-1-5 5 0,-1 8 7 15,0-1 2 1,-2 9 2-16,1 0 6 0,-2 1 5 0,4 0 5 0,-2 0-5 15,3 0 16-15,-2-2-12 0,4-3 4 16,1 2 4-16,-2-1 2 0,3-6-1 0,-1-1 5 0,-1 2-1 16,2-3-1-16,0-2 6 0,-2 1 0 0,1-8 0 15,1 2-3-15,-3-3 5 0,0 0 11 0,0-2-10 16,2-2-2-16,-3 1 4 0,0 0 6 0,0-4 5 16,4 4 28-16,-4-4-8 0,0 4 2 0,0-4 1 0,0 0-4 15,0 0 7-15,4 3-9 0,-4-3-6 0,0 0-6 16,20-3 5-16,-6 2-38 0,5-4-28 0,2 2-38 15,1-4-54-15,7 2-58 0,-1-4-87 0,-1 0-261 16,-8 0-585-16,6-4 258 0</inkml:trace>
  <inkml:trace contextRef="#ctx0" brushRef="#br0" timeOffset="87873.99">19711 9772 88 0,'0'0'196'15,"0"0"-10"-15,0 0-6 0,0 0-8 0,0 0-1 0,-6 0 3 16,6 0-5-16,0 0-10 0,0 0-8 0,0 0-12 16,0 0-10-16,0 0-11 0,0 0-13 0,24 0-7 0,-5 0-8 15,12-3-8-15,3 1-11 0,2-4-5 16,3 2-9-16,14 1-5 0,-3-4-3 0,-10 3-5 16,-2 0-4-16,-3 0-6 0,-5 0-2 0,0-1-2 15,-14 3-2-15,-3 1-5 16,-3-1-17-16,-1 0-20 0,-2 1-24 0,-2 1-39 15,-5 0-34-15,0 0-43 0,0 0-96 0,0 0-133 16,-17-3-414-16,3 2 183 0</inkml:trace>
  <inkml:trace contextRef="#ctx0" brushRef="#br0" timeOffset="95618.96">22556 9019 107 0,'1'-2'264'15,"0"-3"-21"-15,2 1-18 0,-3 4-21 0,0-8-20 16,-3 3-18-16,2 0-20 0,-3 1-16 0,0 0-15 15,-1 0-10-15,-5-4-13 0,-4 3-12 0,-6-2-4 16,0 5-10-16,-8-1-7 0,0-1-7 0,0 2-5 16,0 4-6-16,-3-2-2 0,3 0-8 0,-1 4-2 15,1 0-2-15,7 0-6 0,-6 1-1 0,8 2-5 0,0-2-1 0,5 2-4 16,0-2-3-16,4 0-7 0,-1 2-12 0,1-2-9 16,5 0 2-16,0 0-6 0,-1 2 11 0,3-1 1 15,3 2 4-15,1-2 3 0,1 3 2 0,4-2 3 16,4 1 6-16,4 1 6 0,3-1 2 0,5-3 3 15,4 2 4-15,-4-5-3 0,5 1 3 0,1-3-1 16,-5-3 2-16,-4 1 11 16,2-2 14-16,-2-3 10 0,-1-1 18 0,-3-2 2 15,2 0 22-15,-3-1 23 0,0 0-9 0,-1-4-3 16,-4-3-14-16,3-7-13 0,-3-2-8 0,-1 1-7 16,-2-5-8-16,-2-1-8 0,1-2-1 0,-3-13-4 15,0 1-4-15,-2 11-6 0,1-1-9 0,-2-13-5 16,1 18 4-16,0 2 1 0,-4 2 11 0,0 0 0 15,3 8 12-15,0 5-2 0,-2 2 4 0,3 3-9 0,0 1 11 0,0 1-31 16,0 2-4-16,-3 2-25 0,6-1-34 0,-3 4-7 16,0 0 5-16,0 0 2 0,-6 16 2 0,5-4 7 15,0 8 2-15,-3 9 2 0,0 2 3 16,0 4-4-16,1 12 12 0,-1 2-1 0,3-13 2 0,0-1 4 16,2 0 2-16,2-1-2 0,-1 2 5 0,1-2-5 15,2-6 4 1,2 1 10-16,-2-4-14 0,-2-5 7 0,2 1 0 15,-1-5 4-15,0 1-2 0,-1-4 2 0,1-2-3 16,-2-1 0-16,-1-4 16 0,3 1-13 0,-4 1 0 0,3-6-2 16,-1 3 5-16,-1 0-2 0,2 0-2 0,-3-3 3 15,0-2-1-15,1 3 2 0,2-1 3 0,-3-2 9 16,1 5 6-16,-1-5 2 0,0 0-1 0,0 0 9 16,2 5-6-16,-2-5-4 0,0 0 9 0,0 0-5 0,0 0-7 15,0 0 21-15,0 0-21 0,7 0-5 0,3 0-1 16,3-3-12-16,9 1-36 0,7-1-50 0,4-1-62 15,3-4-93-15,3-1-133 0,13-7-194 0,-5-2-613 0,6-6 272 16</inkml:trace>
  <inkml:trace contextRef="#ctx0" brushRef="#br0" timeOffset="96399.92">22663 8136 135 0,'1'-4'272'16,"-1"4"-18"-16,2-3-19 0,-2 3-23 0,3-4-25 0,-3 4-21 15,6-1-16-15,-6 1-16 0,0 0-14 0,17 4-13 16,-8-2-10-16,0 3-12 0,-1 0-9 0,2 2-11 16,-1 2-4-16,-4-2-4 0,1 2-9 15,-3 1-6-15,1 3-4 0,-3 0-6 0,-2 2 0 0,-4 2-2 0,0 0-2 16,-3 0-2-16,-3 1-1 0,-1-2 0 0,-1 3-5 16,-3 1-1-1,4-6-2-15,1 0-1 0,-3 1-5 0,6-7 2 16,0 1 1-16,0-2-4 0,2 1 1 0,1-3-1 15,1 0-2-15,2-1 3 0,-1-1 2 0,1 1 11 0,-2-1 13 16,4-3 11-16,0 0 5 0,8 5 5 16,-1-5 3-16,5 0-9 0,8-2-4 0,2 0-2 0,0-1-7 15,5-2-4-15,3 2-5 0,5 0 1 0,-5 0-1 16,-3 0-5-16,-4 2-2 0,-4 0-2 0,-6 0 0 16,1 1-1-16,-4-2-3 0,-2 0-1 0,-1 1-3 15,-7 1 1-15,12 0 9 0,-12 0-12 0,9-1-5 16,-9 1 2-16,0 0-8 0,8 1-12 0,-8-1-10 15,0 0 0-15,0 0-9 0,0 0-13 0,0 0-22 0,0 0-27 0,-17 11-38 16,5-5-29-16,3 0-59 0,1 3-65 0,0-4-156 16,2 4-477-16,3-4 212 0</inkml:trace>
  <inkml:trace contextRef="#ctx0" brushRef="#br0" timeOffset="97186.25">22923 8613 263 0,'0'-4'280'0,"2"-2"-13"16,-1 4-16-16,-1 2-20 0,4-5-23 16,-4 1-22-16,0 4-22 0,5-3-19 0,-5 3-14 0,0 0-16 15,4-3-10-15,-4 3-11 16,0 0-17-16,6 7-11 0,-2-3-7 16,0 2-7-16,4 1-1 0,-1 1-12 0,1-2-8 15,-3 2-5-15,4 1-12 0,-1-1-5 0,-2-3 0 16,2 5-8-16,-3-5-6 0,0 2 2 0,3-5-9 0,-3 3-1 15,0-3 6-15,0 1-1 0,0-3 2 16,-5 0 7-16,12-1-5 0,-7-3 0 0,1 0 1 0,-1 0 3 16,1-2 2-16,1-2 9 0,-2-4 1 0,2 4 7 0,-2-3 6 15,-1-1-1-15,2 0 0 0,0-3-1 0,-2 3 7 16,-1 0-4-16,3-3 9 0,-6 5 4 0,4-3-5 16,-3 7 4-16,4-2 3 0,-3 4-2 0,0-1-2 15,-1-2-5-15,1 3-10 0,0 1-9 0,-2 3-19 16,2-5-6-16,-2 5 1 0,0 0-2 0,2 10 0 15,-2 1-4-15,1-1 2 0,3 7 3 0,-4 2 2 0,2 7 0 0,0 2 0 16,-2 1 3-16,0 5 3 0,1 0 1 0,-1 0 4 16,0-3 3-16,0 2-6 0,3 0 2 0,-3 0-1 15,0-4 1-15,0 0 3 0,0-3 0 0,0 2-3 16,0-2 1-16,-3-9 1 0,2 1 1 0,-3 0 4 31,0-3-6-31,1 0 3 0,-1-2-5 0,1-2-1 16,-1-2-3-16,-2-1 4 0,2-4 0 0,-5 3 4 0,3-4-1 15,-2 0 0-15,-2-1 2 0,0 0 1 0,0-2 2 0,-2-4 1 16,2-1 5-16,-3-1 3 0,4 0 1 0,-1-4 9 16,-4-1-3-16,2-2 6 0,6-2 2 0,-2-3 1 15,3-2 0-15,4-7 6 0,2 0-14 0,4-5-6 16,3 0 1-16,2-3-2 0,3 1-2 16,9-9 0-16,2 1-3 0,-6 12-3 0,1 2 3 0,5 1 10 0,-1 1 1 15,0 2 2-15,3 2 20 0,-2 5-6 0,-2 0 4 16,-7 7 16-16,2-1-4 0,-8 5 1 0,1-1 2 15,-1 0-13-15,-3 4-16 0,1-1 4 0,-1 2 1 0,0-1-6 16,-4 1-6-16,1 0-18 0,-3 2-32 0,6-3-38 16,-6 3-30-16,0 0-8 0,0 0 2 0,0 0-7 15,0 10-16 1,-4-1-33-16,-1 1-30 0,1-2-40 0,-4 3-281 16,3 1-552-16,-1 1 244 0</inkml:trace>
  <inkml:trace contextRef="#ctx0" brushRef="#br0" timeOffset="97736.78">22014 9327 132 0,'-5'0'168'0,"5"0"-4"0,0 0-6 0,-9-1-15 0,9 1-3 16,0 0-9-16,-5 1 7 0,5-1-20 0,0 0-8 15,0 0-7-15,0 0-12 0,0 0 1 0,-9-1-20 16,9 1-7-16,0 0-6 0,0 0-7 0,0 0-1 0,0 0 0 15,0 0 0-15,0 0-1 0,0 0-2 0,0 0-5 16,0 0 0-16,0 0-6 0,0 0 0 0,0 0 5 16,0 0 3-16,0 0 4 0,0 0 4 0,0 0 0 15,0 0 7-15,0 0 5 0,0 0 0 0,0 0 5 16,0 0 1-16,0 0-2 0,0 0-2 0,0 0-9 0,0 0-7 16,0 0-3-16,27-9-7 0,-6 4-3 0,11-4-2 0,5 3-5 15,20-4-3 1,3 1-6-16,33-5-3 0,3-1 2 0,-2 6-2 15,6-1 5-15,2 0 1 0,-2-4 5 0,-5 2 3 16,-1 7 6-16,-1-5 3 0,-28 3-1 0,2-1-1 0,-3-1 6 0,-9 4-2 16,-16 0-3-16,-3-2-3 0,-5 4-2 0,-9 0 27 15,-5 2-15-15,-2-2 4 0,-5 3 2 16,0-3-2-16,-4 2-7 0,1 0-4 0,-2 1-9 16,-5 0-11-16,7-3-28 0,-7 3-29 0,7 0-34 15,-7 0-23-15,0 0-10 0,0 0-30 0,0 0-42 16,-17 15-49-16,8-8-81 0,0-1-231 0,-2 0-578 0,2 4 255 15</inkml:trace>
  <inkml:trace contextRef="#ctx0" brushRef="#br0" timeOffset="98658.49">22765 9748 31 0,'-1'-5'194'0,"-3"1"-19"0,0-3-11 16,-2 3-14-16,-3-1-25 0,-4 0-13 15,-3 1-8-15,-4 4-14 0,-1-3-9 0,-6 6-8 0,0-3-4 16,-1 2-18-16,-3 3 9 0,7 0-8 0,-3 0 9 16,0 4-12-16,7-2 0 0,1 1-2 0,-1 3-8 0,3 0-5 15,1 3-4-15,0 1-3 0,3-3-3 0,0 3 0 0,4 1-1 16,4-1-5-16,1 2-1 0,4 0 3 0,0-1 5 16,8 2 17-16,-2-2 4 0,7-2 7 15,5-1 1-15,5 0 0 0,2-2-3 0,0-1-2 16,2-2-3-16,-6-3-7 0,6-3-2 0,-5 0-4 0,-3-2 9 15,0-2 12 1,-2-1 14-16,1-4 8 0,-7 2 5 0,2-3 1 16,-1-5 8-16,0-2-1 0,-3-2-3 0,0-7-5 15,-2 4-4-15,0-4 1 0,-3-3-5 0,-1 3-8 0,-1-5-6 16,-4-1-8-16,4 0-3 0,-4-4-5 16,0 1-3-16,0-2-2 0,-1-1-4 0,3 0 5 15,-7 2 3-15,3 4 1 0,-1 2 10 0,2 1-9 16,-1 12-10-16,2 3 1 0,-1-1 2 0,2 5-4 0,0 0-9 0,-1 3-9 15,0 0 3-15,2 1-47 0,-3 1-17 0,3 3 2 16,0 0 4-16,-1 12 3 0,0 0 1 0,-2 6 6 16,1 10 2-16,-1 1-1 0,2 1 4 0,-3 3 7 15,4-1 0-15,-3 2 3 0,3-1 0 0,2-1 4 16,0-1 1-16,2-1 1 0,0-5 1 0,0 1 1 16,1 0 3-16,0-7 1 0,-1-4 0 0,0 2 1 0,-1-8 1 0,1 0 1 15,-2 2 0-15,-1-5 1 0,0 1 1 0,2-3-5 16,-2 0 8-16,1 1-1 0,-2-2 4 0,0-3 2 15,4 2 0-15,-4-2 4 0,0 8-6 0,0-8-3 16,0 2-2-16,0-2-11 0,0 0-23 0,0 0-43 16,0 0-54-16,0 0-73 0,0 0-84 0,-6-15-243 15,5 7-572-15,2 3 253 16</inkml:trace>
  <inkml:trace contextRef="#ctx0" brushRef="#br0" timeOffset="99138.67">22917 9671 121 0,'9'-1'219'0,"5"-1"-18"0,-5 2-24 0,3 0-14 16,-1 2-23-16,-2 1-15 0,4 1-8 0,-3 1-9 16,-1 3-6-16,0-1-13 0,0 3-6 0,-3 1-10 15,1 3-6-15,-2 1-3 0,-2 0-10 0,-3 1-2 16,0 2-6-16,-2-3-8 0,0 4 2 0,-2-5-6 15,0 6-2-15,-4-6-10 16,0 1 10-16,1-1-4 0,2-2 1 0,-3-3 3 16,3 2 2-16,0-6-3 0,1 2 2 0,-1 1 0 15,4-2 11-15,-2-3 13 0,2 1 12 0,-2-1 36 16,2 0 27-16,1-3 34 0,-4 3 27 0,4-3-5 16,0 0-17-16,0 0-17 0,4-18-20 0,1 8-25 15,2-2-2-15,4-5-11 0,1 0-15 0,3-4-5 16,-1-1-21-16,6 1-5 0,-3 1 1 0,-3 5-4 0,-2-1-10 15,-3 8-6-15,1-2-1 0,-4 3-9 0,-1 1 3 0,-1 2-6 16,0 0-9-16,2 1-7 0,-2-2-18 0,-4 5-15 16,0 0 2-16,0 0 5 0,9 9 1 15,-5-3 4-15,-3 3 9 0,3 0-10 0,0 2 0 0,1 1 3 16,-2 5 5-16,3 0-1 0,-5-1 6 0,4-1-1 16,3 2-1-1,-3 4-17-15,0-4 1 0,-1-2-35 0,0 0-21 16,-3-3-23-16,3-3-14 0,-1 1-24 0,-1 0-29 15,-2-5-23-15,3 0-28 0,-2 0 0 0,-1-1-7 16,0 2-10-16,0-6-7 0,0 0-145 0,0 0-421 0,-9-12 187 16</inkml:trace>
  <inkml:trace contextRef="#ctx0" brushRef="#br0" timeOffset="99534.27">23320 9610 153 0,'6'-5'262'0,"2"4"-17"0,2-3-16 0,-1-1-18 16,1 5-16-16,3 0-22 0,-4 0-20 0,1 4-12 0,-1-1-14 15,3-1-13-15,-5 4-11 0,2 1-10 0,-1 0-10 16,-3 2-2-16,-1-1-6 0,0 2-7 0,-3-1-6 16,-2 3-6-16,1 1-4 0,-5-1-3 0,0 0-1 15,-2 1-3-15,1-4-5 0,-2 3-2 0,-1-2-2 16,4-3-4-16,0 0-3 0,1-2-2 0,0 1-5 15,3-1 2 1,-3-1-3-16,-1 0 0 0,3-3 15 0,0 3 17 0,2-4 7 16,0 0 11-16,5 5-1 0,8-3-7 0,0-1 2 15,7-2-7-15,10 1-8 0,-2 1-4 0,1-1-1 16,2-3-7-16,2 2-3 0,-5 0 2 0,4 0-5 16,0-1 12-16,0 1 1 0,-4 1 6 0,-7-3-10 15,-5 3 5-15,-2 0-1 0,-5 0-3 0,2-1 13 16,-4 1 8-16,-1 0 4 0,-6 0-1 0,12 0-8 0,-12 0-7 15,5 0-3-15,-5 0-14 16,8 0 0-16,-8 0-6 0,0 0-19 0,6-2-20 0,-6 2-27 0,0 0-21 16,0 0-25-16,0 0-16 0,0 0-42 0,5-2-44 15,-5 2-56-15,0 0-30 0,0 0-322 0,4-6-643 16,-1-1 285-16</inkml:trace>
  <inkml:trace contextRef="#ctx0" brushRef="#br0" timeOffset="100056.4">24143 9036 203 0,'0'0'267'0,"0"0"-16"15,0 0-26-15,9-7-24 0,-3 3-19 0,4 1-21 16,6 0-10-16,0 0-24 0,11-3-11 0,3 6-14 16,0-3-29-16,5 1-27 0,-3 0-32 0,-2 1-31 15,0 1-37-15,-1 0-41 0,-8-2-56 0,-5 1-150 16,-3 1-325-16,-8 0 144 0</inkml:trace>
  <inkml:trace contextRef="#ctx0" brushRef="#br0" timeOffset="100193.21">24273 9097 112 0,'-6'2'155'16,"3"0"13"-16,3-2 6 0,0 0-1 15,14 9-14-15,3-5-12 0,3-2-14 0,8 0-13 16,6 0-11-16,0 2-23 0,3 0-39 0,4-1-36 0,9-3-60 0,-13 4-100 16,-1-6-84-16,-2 1-253 0,-6 0 113 0</inkml:trace>
  <inkml:trace contextRef="#ctx0" brushRef="#br0" timeOffset="101279.74">25249 8497 152 0,'2'-11'276'0,"0"5"-15"0,1 0-21 0,-1-4-14 16,0 5-19-16,-1 2-20 0,2-2-19 0,-3 5-21 16,1-3-18-16,-1 3-8 0,0 0-22 0,0 0-9 15,12 11-11-15,-6-2-9 0,-1 8-7 0,1 9-5 16,-2 0-17-16,2 4-3 0,-2 2-5 0,-3 1-5 15,3 3 1-15,-4 0-8 0,0-1 2 0,0-1-2 0,0-1-1 0,0-1-2 16,2-1-1-16,-2-3-3 0,2 0-1 0,-2-4 0 16,1-7-1-16,3 2 4 0,-4-7-8 0,0-2 1 15,0 0-4-15,0-3 8 0,0 0-6 0,2-2 30 16,-2 0 26-16,2-2 26 0,-2 1 42 0,0-4 32 16,0 5 22-16,0-5 21 0,0 0 23 0,5 3 8 15,-5-3-19-15,0 0-26 0,10-13-18 0,-1 4-18 16,5-3-19-16,-2-2-13 0,2 1-12 0,8-7-12 0,2-2-11 0,-1 0-13 31,-1-1-6-31,3 1-10 0,-2-1 1 0,0 3-10 16,-2-2-8-16,-6 9-3 0,-1-4-4 0,0 6-2 15,-2-1-2-15,-2 2-5 0,-2 3-5 0,-1-1-2 16,-3 4-1-16,0-1-1 0,0 2-3 0,-1-1 0 16,0 1-9-16,-3 3-5 0,5-3-12 0,-2 2-15 15,-3 1-11-15,2-5-10 0,-2 5-13 0,0 0-10 0,0 0 12 0,0 0-8 16,0 0 8-16,-9 9 6 0,5-4 7 0,-6 4 7 15,3-4-1-15,-2 3 6 0,-3-1 4 0,5-1 4 16,-1 0 3-16,0 0-1 0,2-1 3 0,1-1 6 16,1-2-3-16,0 1 2 0,0 1 6 0,0-1 0 15,4-3 3-15,0 0-2 0,-6 2-1 0,6-2 3 16,-1 3-4-16,1-3-1 0,0 0-3 0,-3 2 1 0,-1 3-1 16,4-5 1-16,3 9 4 0,-2-2-7 0,3 3 7 15,-2-1 1-15,5 4-3 0,-1-1 4 0,2 5 2 0,-3-2 2 16,5 2 3-1,2 0-3-15,-2-1 1 0,7 6 4 0,-6-5-5 16,3 0-4-16,-4 0-46 0,4-2-37 0,-1 0-52 16,-1-1-34-16,1 3-59 0,-2-3-61 0,3 1-107 15,-4-4-241-15,-2-1-695 0,0-7 307 0</inkml:trace>
  <inkml:trace contextRef="#ctx0" brushRef="#br0" timeOffset="102082.26">25648 8084 225 0,'0'0'274'0,"0"-3"-29"0,0 3-20 0,4-3-30 16,-4 3-23-16,0 0-19 0,0 0-17 0,0 0-16 0,15 7-10 15,-7-2-15-15,-2 1-10 0,2 2-9 0,1 2-12 16,-3 2-4-16,1-2-5 0,-3 2-1 0,-2 0-8 15,3 6-5-15,-5-5-3 0,0 3-5 0,0 1-4 0,-4-6-3 16,2 7-3-16,-1-2-2 0,-3-5-1 0,-1 5-1 16,1-6 0-16,1-1 1 0,1 0-6 0,-1-1-2 15,1-1 4-15,2-4-3 0,0 2 3 0,0-3 3 16,0 3 6-16,-1-2 10 0,3-3 11 0,-3 4 10 16,3-4 14-16,-2 3 9 0,2-3 10 0,-2 4 2 0,2-4 15 15,0 0-15-15,0 0-9 0,21 0-14 16,-2-3-5-16,7 1-3 15,4 0-9-15,5-2-3 0,-1 1 2 0,2-2-7 16,-2 3-4-16,1 0-8 0,-4-1 3 0,-1 2 5 16,-7 0-3-16,-4 0-5 0,-2-1-4 0,-2 2 2 15,-3-2-12-15,-2 2 5 0,-2 0-5 0,-3 0-4 16,-5 0 1-16,8-3-5 0,-8 3-21 0,7 0-24 16,-7 0-29-16,0 0-34 0,0 0-19 0,0 0-18 15,0 5-23-15,0-5-42 0,-6 10-46 0,1-6-288 0,2 2-579 0,2-2 256 16</inkml:trace>
  <inkml:trace contextRef="#ctx0" brushRef="#br0" timeOffset="102914.75">26898 8770 223 0,'-3'-10'215'0,"2"-1"-17"0,-3 3-26 15,0-1-15-15,-4 2-14 0,-2 2-13 0,0-2-17 16,-6 2-10 0,0 2-12-16,-4 2-10 0,-1-1-4 0,2 3-12 15,-4 0-4-15,2 2-7 0,1 1-6 0,-3 0-9 16,4 5 1-16,-8-1-6 0,9 2-6 0,-1-1 0 15,4 1-5-15,0 1 4 0,2-1-9 0,0 5 1 0,5-8-2 16,2 4-7-16,2 2 3 0,0-5 2 0,3 4-8 16,1-3 5-16,4 1-4 0,2-1 1 0,2-1 0 15,1-2 1-15,5 0 2 0,0-1-2 16,1-2-4-16,3-1 8 0,0-2-8 0,1 0 5 0,-2-5 3 16,-1 0 10-16,1-1 5 0,1-4 9 0,-5-3 13 15,2 0-3-15,-5-1 5 0,2-5 3 0,-1-3 5 0,-2-2 10 16,1-2 9-16,-6 1-19 0,1-4 4 0,-3-1-4 15,0-3-9-15,1 2-4 0,-2-3-4 0,-1-2-1 16,1-13 2-16,1 18 4 0,-4-5 7 0,2 7 6 16,-2-1 4-16,1 4 10 0,-1 6 16 0,2 3-13 15,0 5 1-15,-1 1-1 0,0 2-6 0,-1 1-11 16,2 3-6-16,-1 2-8 0,2-2-18 0,-2-1 4 0,1 6-22 0,0-6-35 16,0 6-16-16,0 0 2 0,0 0-2 0,0 0 8 15,-8 22 2-15,1-7 4 0,0 9-1 0,1 5 6 16,1 7 2-16,1-2 3 0,-1 11 0 0,4 0 2 15,1-8 2 1,1-2 5-16,5 11-1 0,1-12 5 0,-2 0-4 16,4-3 2-16,0 0-1 0,1-1 4 0,0-5 2 15,0-2-3-15,-3-3 1 0,-1-6-3 0,-2-2 5 0,1-2 1 16,-1-1 12-16,-3-4-15 0,4 1 12 0,-3 0 21 16,0-3 20-16,-1 0 17 0,2-1 11 0,-3-2 13 15,1 4 1-15,-1-4 3 0,4 3 1 0,-4-3-11 16,0 3-3-16,0-3-9 0,0 0-11 0,0 0-3 15,0 0-2-15,0 0-12 0,1 4-2 0,-1-4-20 16,0 0-14-16,0 0-24 0,0 0-10 0,0 0-33 0,0 0-18 0,0 0-17 16,0 0-17-16,0 0-22 0,0 0-46 0,0 0-69 15,0 0-74-15,7-11-322 0,-6 4-693 0,5-2 307 16</inkml:trace>
  <inkml:trace contextRef="#ctx0" brushRef="#br0" timeOffset="103485.01">26983 8015 210 0,'3'-3'237'0,"-3"3"-24"0,5-1-21 0,-5 1-20 0,11-1-12 15,-11 1-17-15,15 4-15 0,-4-3-15 16,-1 6-12-16,-1-2-13 0,2 0-7 0,1 4-13 15,-4-1-3-15,2 4-9 0,0 2-8 0,-3-3-1 16,-2 4-8-16,-1 1-2 0,-3-4-5 0,2 5-1 16,-6-2-2-16,-1 2-2 0,-1 0-2 0,-3-1-2 0,-2-2 10 15,-3 1-1-15,3-1 1 0,-4 0-6 0,1-2 0 0,-1-2 0 16,5-1-1-16,2 0-2 0,-3-3-3 0,4 0-9 16,1-2 10-16,1-1-5 0,2 0 15 0,-2-1 23 15,1 1 15-15,1-1 19 0,2-2 8 0,-4 3 19 16,4-3 5-16,0 0 8 0,14 0-26 0,-2-3-12 15,3 1-11-15,4-1-2 0,4 2-16 0,-2-2-4 16,5-1-4-16,4 2 6 0,-12-2 3 0,3 4 8 0,-1-3-6 0,-4 2 3 16,-2-2-12-16,-2 3 5 0,-2-3 0 0,-1 3-6 15,-3 0 0-15,-1 0-13 0,-5 0 1 0,9-1-1 16,-9 1-11-16,6-1-8 0,-6 1-13 0,7-3-34 16,-7 3-33-16,0 0-40 0,0 0-12 0,0 5-17 15,0-5-21-15,-7 7-23 0,1 0-38 0,1-1-32 16,0 1-51-16,-1-2-249 15,2 2-585-15,1-3 259 0</inkml:trace>
  <inkml:trace contextRef="#ctx0" brushRef="#br0" timeOffset="104264.21">27288 8482 265 0,'0'-4'284'15,"2"1"-17"-15,-4-2-14 0,4 3-22 0,-2 2-18 0,0-8-20 16,1 4-21 0,2 1-18-16,-3 3-11 0,1-2-17 0,-1 2-12 15,0 0-15-15,2-4-12 0,-2 4-5 0,0 0-14 16,0 0-11-16,0 0-11 0,0 0-6 0,0 0-10 0,0 0-6 15,0 0-9-15,12 6-6 0,-11-3-8 16,3 1-6-16,-1 0-2 0,-2 0 1 0,4-2-11 0,-2 2-4 16,1 0 7-16,0-1-2 0,-1 1-1 0,1-3-3 15,-4-1 4-15,5 4 0 0,-1-2 6 0,1 0 0 0,-5-2 4 16,12-2-2-16,-7 0 0 0,0-1 0 0,0-2 5 16,2 1-4-16,-2 0 4 0,0-2 4 0,0 2 2 15,0-7 5-15,0 6 10 0,2-2 5 0,-4 1 1 16,2-2 4-16,-2 3 9 0,1-2 11 0,-2 3 0 15,1 0 0-15,-2-2-5 0,2 2 2 0,-1 2-4 16,-2-1-3-16,0 3-6 0,3-5-6 0,-3 5-4 0,0 0-16 0,4-2-10 16,-4 2-6-16,0 0-2 0,0 0 1 0,0 0 0 15,0 17 2-15,0-5-2 0,0 5 5 0,-3 3-2 16,2 7 3-16,-2 3 1 0,3 2 4 0,-4 2-3 16,3 0 4-16,-1 2-1 0,0-2 4 0,0-1-2 15,0 0-2-15,0-1 2 0,2-2 1 0,0-1 2 16,-3-2-3-16,2 0 1 15,-1-10 0-15,0 2 1 0,0-2-1 16,-1-6 0-16,1 1 0 0,0 1-2 0,0-4 1 16,-2 1 0-16,1-4 0 0,-1 1 1 0,1-3 1 0,-2 1 11 15,1 0-8-15,1 0 1 0,-2-2-6 0,1 1 1 16,-2-2 1-16,1-1 10 0,-3-1-5 0,3 0 1 16,5 0 5-16,-10 0 4 0,3-1 12 15,1-1 24-15,2-2 15 0,0 1 9 0,-1-1 1 0,4 1 6 0,-2-2 22 16,-1-2-18-16,3-3-6 0,1-3-9 0,0-4-7 15,4-4-14-15,1-3-15 0,7-5 3 0,2-3-20 16,6-8 1-16,-2 6-1 0,10-7-3 0,-7 12 0 16,11-6-6-16,-11 8 3 0,5-1 3 0,-2 4 1 15,-1-1 7-15,1 4 5 0,-2 3 7 0,0 0 9 0,-4 5 8 16,-3 1-4 0,0 4 2-16,-4 2-3 0,-4-1-9 0,1 3-5 15,0-2-1-15,-2 3-5 0,-1-2-2 0,-3 1-4 16,4 1-12-16,-5 1-35 0,5 0-35 0,-6 2-43 15,4-1-40-15,-4 1-15 0,0 0 10 0,3 8-7 16,-6-1-5-16,-1 0-18 0,-2 3-19 0,1 4-25 16,-7-1-68-16,3 0-257 0,-4 0-589 0,2 1 261 15</inkml:trace>
  <inkml:trace contextRef="#ctx0" brushRef="#br0" timeOffset="104902.86">26471 9215 90 0,'0'0'192'16,"0"0"-10"-16,0 0-9 0,0 0-12 0,0 0-15 16,0 0-15-16,0 0-12 0,0 0-12 0,0 0-10 15,-5 0-9-15,5 0-12 0,0 0-5 0,0 0-7 16,0 0-7-16,0 0-2 0,0 0 0 0,0 0-2 16,0 0-2-16,0 0 8 0,0 0 2 0,0 0-1 15,0 0 6-15,0 0-3 0,0 0-1 0,-8-2 1 0,8 2-7 0,0 0-3 16,0 0-8-16,0 0 0 0,0 0-3 0,0 0-4 15,0 0-4-15,0 0-1 0,0 0-1 0,0 0-2 16,0 0-1-16,0 0 7 0,0 0 3 0,0 0-1 16,0 0 3-16,0 0 1 0,0 0 6 0,0 0 2 15,0 0-2-15,0 0 3 0,0 0 2 0,0 0 0 16,0 0-4-16,0 0 4 16,0 0 3-16,0 0 5 0,0 0 3 0,0 0 4 15,0 0 4-15,0 0-3 0,14-5-5 0,-10 3 1 16,-4 2-12-16,10-3-1 0,-2 1-19 0,4-2 0 15,5-1 0-15,4 1-7 0,10-3-2 16,7 2-2-16,19-2-3 0,2-2 6 0,32-2-8 0,1 6-4 16,2-4-2-16,7-2 14 0,2 2 15 0,0 4-2 15,2-3 7-15,2 3-1 0,-3-2 13 0,-6 7 5 0,-30-5-5 16,22-3 2-16,-31 3-5 0,-9-2 2 0,-11 5 10 0,-4-3 0 16,-4 0-17-16,-2-2 8 0,-11 3 6 0,-4 1 13 15,-1 0 9-15,-4 1 3 0,1 0-3 0,-5 0-13 16,2 1-6-16,-2-1-8 0,-1 1-26 0,-4 1-28 15,7 0-47-15,-3-2-72 0,-4 2-56 0,0 0-70 0,0 0-73 32,0 0 21-32,-4 10-10 0,-2-6-98 0,-3 1-240 15,-1 0-694-15,-4 0 307 0</inkml:trace>
  <inkml:trace contextRef="#ctx0" brushRef="#br0" timeOffset="105795.01">27346 9818 156 0,'-2'-9'215'0,"-2"0"-16"16,0-2-25-16,-2 3-16 16,-2-1-15-16,-4-1-17 0,2 3-12 0,-4-1-10 15,0 1-10-15,-4 2-15 0,-1 1-4 0,-4 1-11 16,3 1-5-16,-8 2-3 0,-2 2-10 0,3 2-5 16,8 1-2-16,-9 6-8 0,4-2 0 15,3 1-3-15,-3 4-7 0,7-4 1 0,1 3-7 0,2 0 3 16,-1 0-1-16,4 1-4 0,0 2 0 0,2 0 1 15,1-2 0-15,7 0-8 0,-2 3 5 0,6-4 20 0,-2-3 9 16,4 2 9-16,3-1 9 0,2-3 8 0,3 2-2 16,-1-3 7-16,0-2 0 0,1-2 5 0,1-1 8 0,-1 0 16 15,1-2 20-15,-3-4 10 0,2 1 2 16,-1-2 20-16,-1-4-4 0,1-4-20 0,-1 1 11 16,-2-5-5-16,0 0-4 0,5-4-22 0,-5-4-14 0,-4 7-10 15,7-7-7-15,-6-4-14 0,-1 0 0 0,2-3-12 0,-2-2 0 16,0-1-12-16,-1-12-3 0,-2 11-3 0,1 0 0 15,-2 0-5-15,2 4 0 0,0 0 5 0,-4 7 10 16,0 4 0-16,1 7-6 0,-1 2-1 0,1 0 1 16,0 4-7-16,-2 1-8 0,4 2-13 0,-2 0-20 15,0 0-31-15,0 5-23 0,0 0-1 0,0 0 8 16,0 0 10-16,-4 22 3 16,-3-5 5-16,5 2 5 0,-2 8-2 0,-1 2 7 15,6 3 1-15,-6-1 0 0,4 1 7 0,-2-1 3 16,3 0 5-16,3-4 3 0,-2 0-5 0,2-1 3 0,3-2 1 0,-5-6 4 15,2 1 6-15,-1-2-5 0,0-3-29 0,0-4-18 0,-2 0-13 16,3-1-15-16,-3 1-24 0,1-3-23 0,-1 0-23 16,-1-2-19-16,-1-2-23 0,4 4-7 15,-2-5-3-15,0-2 2 0,-3 8-24 0,3-8-227 16,-4 0-490 0,4 0 217-16</inkml:trace>
  <inkml:trace contextRef="#ctx0" brushRef="#br0" timeOffset="106290.58">27441 9636 11 0,'6'-2'298'0,"-3"-1"-27"0,1 1-28 0,3-2-19 15,0 3-30-15,2 1-14 0,3 4-25 0,-1 0-17 16,0 0-11-16,4 4-14 0,-2 2-14 0,1 3-10 15,-5-2-8-15,2 4-10 0,-4 1-1 0,1 1-10 0,-4 0-10 16,-2 1-1-16,-2 2-6 0,-5-2-4 0,3 1-3 16,-6 5-5-16,-5-2-3 0,4-5-1 0,-1-1-1 0,0-1 7 15,-2 1-10-15,2-3 0 0,-1 2-3 0,4-4 0 16,-1-5 0-16,2 3 6 0,0-4 6 0,2-2 13 16,1 1 10-16,-1 1 24 0,2-3 40 15,2-2 20-15,-3 4 44 16,3-4 17-16,0 0 6 0,0 0-10 0,0 0-15 0,0-12-24 15,3 1-17-15,3 1-16 0,3-6-12 0,1-1-16 16,3-5-10-16,5-1-16 0,-1 1-9 0,-1-1-10 16,2 1-3-16,-1 3-7 0,-7 3-4 0,0 6 1 0,-1 0-7 15,-4 3-2-15,1-1-4 0,-3 5-3 0,1-3-7 16,-1 2-5-16,0 3-2 0,0-2-34 0,-3 3-31 16,4-3-18-16,-4 3 6 0,0 0 7 0,1 8 6 15,0 1 8-15,-1-1 4 0,-1 2 1 16,1 2 5-16,0 4 4 0,0-3 4 0,3 4 1 15,-2-3 3-15,2 3-28 0,-2-2-9 0,1 2-16 16,2-3-6-16,1 1-18 0,0-1-18 0,-2-2-16 16,0-4-27-16,-1 4-27 0,1-5-17 0,-1 0-24 15,0-2-34-15,-1-2-51 0,0 1-167 0,-1-4-522 0,0 0 231 0</inkml:trace>
  <inkml:trace contextRef="#ctx0" brushRef="#br0" timeOffset="106722.77">27838 9518 355 0,'3'-1'344'0,"-1"-3"-20"16,1 1-24-16,0 1-13 0,-3 2-37 0,5-4-23 15,-2 3-22-15,-3 1-33 0,0 0-14 0,13 5-16 0,-8-2-15 0,-2 3-19 16,3 0-13-16,-1 3-5 0,-2 1-7 0,-2 0-3 16,1 2-21-16,-1 0-5 0,-1 2-2 0,-3 0-10 15,1-2-6-15,-2 4-1 0,0-5-2 0,-2 0 0 16,2 0-8-16,-1-1 1 0,2-2-4 16,1-1-8-16,0-3 9 0,1 3-5 0,-2-2 1 0,3-2 2 15,-1-1 2 1,1-2 22-16,0 5 32 0,4-2 11 0,4 0 15 15,11-2-2-15,10-1-8 0,8 0-11 0,2 0-1 16,12-2-9-16,-1-3-9 0,3 0-6 0,2 3-4 0,4-5-5 16,-2 2-4-16,2-2 4 0,-4 2 8 0,-15 1-4 15,-4-1 7-15,-6 1 2 0,-11 2 2 16,-6 0 3-16,2 1 4 0,-3-1-5 0,-7 2-9 16,5 0 1-16,-6-2-11 0,-4 2-9 0,9 0-20 0,-9 0-22 0,5-2-41 15,-5 2-56-15,0 0-51 0,0 0-15 0,0 0-38 16,-13 11-46-16,2-5-65 0,-2 1-416 0,-3-2-792 15,4 2 350-15</inkml:trace>
  <inkml:trace contextRef="#ctx0" brushRef="#br0" timeOffset="119561.2">4574 12801 44 0,'0'0'121'16,"0"0"-1"-16,0 0 2 0,0 0-16 0,0 0-4 15,0 0-10-15,0 0-5 0,0 0-11 0,0 0 2 0,0 0-7 16,0 0-19 0,0 0 7-16,0 0 2 0,0 0 1 0,26-4-6 15,-10 3-4-15,6-2 1 0,6 2-15 0,1-2 4 16,3 1-15-16,-2-2-10 0,-2 4-23 0,0-3-17 16,-1 0-20-16,-7 3-27 0,-1-1-44 0,-7 0-100 15,1 1-231-15,-3 0 101 0</inkml:trace>
  <inkml:trace contextRef="#ctx0" brushRef="#br0" timeOffset="119779.18">4657 12951 115 0,'0'0'156'0,"17"-5"-15"16,-7 1-13-16,1 1-12 0,6-2-12 0,5 3-13 16,-3-4-14-16,8 1-27 0,2 0-31 0,-7 1-31 15,5-3-58-15,-7 3-83 0,-3-1-165 0,2 2 73 16</inkml:trace>
  <inkml:trace contextRef="#ctx0" brushRef="#br0" timeOffset="120315.8">4823 12643 225 0,'-1'-1'255'0,"1"1"-23"15,-1-5-23-15,1 5-23 0,-2-6-23 0,2 6-17 16,0 0-17-16,0-4-20 0,0 4-23 0,0 0-12 15,0 0-7-15,0 0-10 0,0 0-2 0,7 14-6 16,-5-11-8 0,2 4 2-16,4 0-4 0,0 0-5 0,-1 0-4 15,4 1-1-15,1-3-5 0,0 2-2 0,2-2-1 16,-3 0 0-16,6 2-3 0,-3-2-6 0,0-3-6 16,0 1-1-16,3-1-1 0,-3 1-5 0,-1-1 4 15,-2-2-6-15,-1 0 6 0,-2 2-3 0,-2-2 0 16,1 0 1-16,-2 1 3 0,-5-1-5 0,8 0 2 15,-8 0-7-15,6 1-4 0,-6-1 1 0,3 3 1 0,-3 2-1 0,-2 1 4 16,-3 5-4-16,-5 6 4 0,-5 3-3 0,-3 6 1 16,-3 6 2-16,0-4-1 0,-5 12 1 0,-6 3 2 15,6 1 0-15,-3-5-4 0,9-8 8 0,2-2-2 16,2 0-1-16,1 0 5 0,1-4-3 0,4 0 1 16,0-7-4-16,3-1 6 0,2-4-3 0,1-1 0 15,-1-4 2 1,1 0 1-16,3-1 17 0,-3-4 27 0,4 4 23 15,0-3 27-15,0-4 21 0,0 0-3 0,0 3-5 16,0-3-12-16,0 0-9 0,10-10-10 0,-6 5-10 0,0 1 7 16,1-1-14-16,-1 0-8 0,0 0-11 0,0 0-16 15,1 0-15-15,-3 0-44 0,2 1-41 0,-4-1-49 16,4 1-63-16,0-1-74 0,-3-1-211 0,6 4-508 16,-1-3 225-16</inkml:trace>
  <inkml:trace contextRef="#ctx0" brushRef="#br0" timeOffset="121063.21">6265 12487 4 0,'1'-8'239'16,"4"4"-10"-16,-5 0-12 0,1-1-16 0,2 1-20 15,-3 0-18-15,0 4-20 0,0 0-20 0,1-4-14 16,-1 4-11-16,0 0-12 0,0 0-10 0,9 10-8 0,-5 2-11 16,-1 5-3-16,-2 4-7 0,0 7-6 0,-1 2-2 15,-2 3 2-15,-1 1-1 0,-5 11-4 0,6-12-1 0,-5 1-1 16,5-1-5-16,-6 1-3 0,4-4 1 16,3 1 2-16,-4-2-4 0,1-3-5 0,4 1-1 15,0 0-4-15,0-8 2 0,0 0 1 0,0-2-3 0,0-2-3 16,1-3 2-16,2-3 0 0,-2-1-4 0,2-2 8 15,-2 1 19-15,-1-1 16 0,4-1 21 0,-3 0 8 16,7-3 5 0,-3 2-4-16,1-4-10 0,6 1-5 0,1-2-8 0,-2 1-7 15,7-4-5-15,-1 0-17 0,-1 0-23 16,2-2-36-16,0 1-42 0,-3-3-62 0,2 0-52 16,2-3-80-16,-2 1-194 0,-2-1-497 0,2 1 220 15</inkml:trace>
  <inkml:trace contextRef="#ctx0" brushRef="#br0" timeOffset="121648.69">6040 12912 183 0,'-8'1'200'0,"8"-1"-12"16,0 0-15-16,-10 0-11 0,10 0-13 0,0 0-10 0,0 0-7 16,0 0-10-16,-4 2 1 0,4-2-7 15,0 0 1-15,0 0-1 0,0 0-1 0,0 0-1 16,0 0-14-16,0 0-7 0,15-7-9 0,2 2-10 15,5 0-7-15,10 0-8 0,5-4-8 0,16 1-19 0,6-3-33 0,0 1-54 16,2-1-81-16,1-1-107 0,-1-2-136 0,-2 1-412 16,-7-1 183-16</inkml:trace>
  <inkml:trace contextRef="#ctx0" brushRef="#br0" timeOffset="125409.15">6399 12088 191 0,'1'-5'235'0,"2"0"-13"16,-1 1-20-16,0 1-22 0,0 0-21 0,-2 3-14 15,5-3-19-15,-5 3-12 0,14 0-15 0,-14 0-10 16,17 6-13-16,-7 0-9 0,-1 0-5 16,1 2-7-16,3 5-7 0,-4-3-7 0,3 5-5 0,-2 2-2 0,-4-1-2 15,2 1-5-15,-3 2-5 0,-1-1-1 0,-2-1-3 16,1 1-2-16,-2-3 0 0,-2 2 2 0,-2-1-3 16,1-5-2-16,-2 1-5 0,1-2 1 0,1 0 2 0,-2-4-4 15,3 1 1-15,-2-2-1 0,2-1 1 0,1 0-1 16,-4-3 4-16,4-1 14 0,0 7 12 0,0-7 5 15,0 4 8 1,0-4 6-16,-1 3 4 0,1-3 2 0,0 0-1 16,-3 3-2-16,3-3 3 0,0 0-7 0,0 0 9 0,0 0-14 15,0 0-7-15,0 0-6 0,0 0-1 0,0 0-6 0,0 0 1 16,0 0-2-16,0 0-3 0,0 0-6 0,0 0-1 16,0 0-2-16,0 0 1 0,0 0-5 0,0 0 2 15,4 4-3-15,-4-4-2 0,0 0-1 0,0 0 0 16,0 0-2-16,0 0 2 0,0 0-3 0,0 0-1 15,0 0 6-15,0 0 6 0,0 0 5 0,0 0 4 16,0 0-1-16,0 0 11 0,0 0 3 0,0 0 4 0,0 0 0 16,0 0-7-16,15-8-7 0,3 3-2 15,9-4-1-15,1 0-6 0,4-2 2 0,1 2-8 16,6-4 0-16,13 0 3 0,-3-1 0 0,3 1-5 0,0-1 0 16,1 2 0-1,-20 3-4-15,-1 2 4 0,-5 0-3 0,-8 5-2 16,-4-5 3-16,-4 6 3 0,-1-1-4 0,-4 0 6 15,2 1-6-15,-3 0 4 0,-1-2-7 0,-4 3-4 16,6 0-5-16,-6 0-22 0,8-2-32 0,-8 2-41 16,0 0-22-16,0 0-22 0,-3 9-29 0,-7-2-51 15,1-1-81-15,-6 6-203 0,-1-2-547 0,2 0 243 16</inkml:trace>
  <inkml:trace contextRef="#ctx0" brushRef="#br0" timeOffset="131666.84">7710 12726 85 0,'0'0'104'0,"5"-2"-8"16,-1 0-13-16,-4 2-12 0,9-2-2 0,-3-1-3 15,-1 2 7-15,0 0-2 0,3 0-9 0,-2-1-3 16,2-1 7-16,-3 1 4 0,3-1 2 0,-3 1 7 15,1 0-1-15,1-1 4 0,-2-1 0 0,0 1 8 16,-1-1-2-16,1 0-1 0,0 2-3 0,-1-2 0 0,-2-1-6 0,0 2-3 16,-1 0-5-16,-1 3-7 0,-1-7-8 0,-3 3-6 15,-1 1-6-15,-5 1-8 0,-2-1-2 0,-3 0-10 16,-6 2 5-16,2 3-5 0,-10 0-1 0,1 3-3 16,0-1-2-16,-3 1-2 0,3 3-3 0,0-1-2 15,-2 1-1-15,5 2-3 0,-1-1 1 0,7 0-3 16,2 0-2-16,2 2-2 15,1-1-1-15,4-2 3 0,2 1-1 0,2-1 2 16,-1 1-6-16,1-1 7 0,6 1-5 0,-4 3 4 16,7-5-2-16,-2 3 1 0,4-3 4 0,3 2-1 15,2-3-6-15,3-1 10 0,2 3-4 0,3-3 3 16,0-2-2-16,4-1 1 0,-3-1-6 0,0 1 3 16,1-5-2-16,-2 2 6 0,0-2-2 0,0-2 5 15,-1-2 15-15,-1 0 7 0,0-3 3 0,-4-2 5 0,1-1 2 0,0-3-2 16,-3-1 4-16,0-7-3 0,3-1-2 0,-4-3-4 15,-4-4-6-15,4-1-3 0,0-12-2 0,-4 10-6 16,0-12 1-16,-1 13-2 0,4-2 30 0,-3 0 2 16,-4 4 13-16,3 1 8 0,-3 2 9 0,-1 3-7 15,3 8-1-15,-2 4-3 0,-1 2-9 0,0 4 8 16,3 1-9-16,-3 0-21 16,0 1-5-16,1 2-21 0,-1 1-29 0,0 3-30 15,0-5-10-15,0 5 3 0,0 0 6 0,1 20 12 16,-1-3-6-16,0 12 7 0,0 0 2 0,-1 0 5 15,0 18 1-15,-3-1 2 0,1-1 4 0,3-7 2 16,-1 9 4-16,-2-14-4 0,3-1 8 0,0 1 0 16,3 0 3-16,-2-5 1 0,2-1-2 0,-2-8 2 15,3-1 1-15,-4 1 4 0,4-9 0 0,-3 4-1 0,3-3 1 0,-4-1 2 16,3-4 2-16,-2 1 1 0,-1-2-4 0,1 1 11 16,-1-3 9-16,0 2 18 0,0-5-5 0,0 3 9 15,4 0-3-15,-4-3 2 0,0 0 4 0,0 6 9 16,0-6-1-16,0 0 1 0,1 3 2 0,-1-3-7 15,0 0 4-15,0 0-6 0,3 3-1 0,-3-3 4 16,0 0-7-16,0 0 1 0,12-3-4 0,5-2-20 0,5 1-32 0,10-2-33 16,2-6-47-16,2 4-56 0,10-9-81 15,3-5-122-15,0-3-197 0,1-4-595 0,0-3 263 0</inkml:trace>
  <inkml:trace contextRef="#ctx0" brushRef="#br0" timeOffset="132402.94">8014 11872 193 0,'0'-3'251'0,"0"3"-7"0,0-5-16 0,0 5-19 15,3-4-20-15,-3 4-25 0,1-2-7 16,-1 2-23-16,0 0-17 0,4-3-13 0,-4 3-12 0,0 0-9 0,14 3-8 16,-8 2-11-16,2 0-6 0,2-1-9 0,-4 4-5 15,2 1-4-15,0 0-9 0,-2 0 5 0,0 2-11 16,-2 1-1-16,0 1-1 0,-3-1-4 0,2 6-4 16,-4 0 3-16,-4-1-2 0,1-3-4 0,-4 3-4 0,4-1 5 15,-2-2-5-15,1-3 1 0,0-1 1 0,1 0-3 16,0-5 0-1,-1 2 1-15,4-2-4 0,-2 0 1 0,2-1 3 16,0-1 1-16,-2 2 2 0,3-5 11 0,-4 4 9 16,4-1 18-16,0-3 1 0,0 0 3 0,9 2 5 15,0-2 2-15,4-2-3 0,6 0-12 0,2 1 3 16,-1-1-2-16,2-4-8 0,-1 2 0 0,1 1-5 16,1 0-8-16,-6-2 8 0,-3 4-1 0,-1-3-7 15,-1 2 15-15,-1 1-3 0,-4-2-2 0,1 2 0 0,-2-1-3 0,-2 1-3 16,-4 1-4-16,8-2-7 0,-8 2-1 0,5-1-14 15,-5 1-31-15,0 0-18 0,0 0-10 0,0 0-14 16,-1 7-12-16,-5-1-22 0,1-1-26 0,-2 3-21 0,-2 3-20 31,1-2-28-31,0 3-56 0,1-2-170 0,0 0-458 16,1 4 203-16</inkml:trace>
  <inkml:trace contextRef="#ctx0" brushRef="#br0" timeOffset="133214.07">8295 12408 221 0,'2'-6'260'0,"0"1"-12"16,-1 0-9-16,-1-1-9 16,3 2-13-16,-3-1-16 0,2 1-25 0,-2 4-14 15,3-5-16-15,-3 5-21 0,2-3-16 0,-2 3-14 16,3-2-9-16,-3 2-18 0,0 0-9 0,0 0-7 16,6 6-5-16,-4 0-9 0,2-1-5 0,0 1-3 15,-1 2-15-15,2 0-3 0,2 2 0 0,-2-2-2 16,1 2-3-16,-1-3-5 0,0-1-2 0,0 4-4 15,-1-5-1-15,0-1 4 0,1 2-3 0,-2-2 5 0,2-1-2 0,0-3 1 16,0 1-1-16,-5-1 1 0,10-1 2 16,-3-2-1-16,0 1 2 0,1-5 0 0,1-1 0 15,-1 1 2-15,-2-2 7 0,2 1 4 0,-3-2-1 0,4 1 9 16,-4-2 5-16,0 2 2 0,3-6 3 0,-4 6 5 16,0-1 1-16,1 0 5 0,-4 8 5 0,3-5-10 15,-1 3 2-15,0 0-7 0,-2 0-5 0,1 2-10 0,-2 2-20 0,2-3-17 16,-2 3-6-16,0 0 3 0,0 0 0 0,3 10 1 15,-3 0 4-15,1 3-1 0,-1 3 2 16,0 11-1-16,0 0 4 0,1 2 1 0,-2 1 7 16,1 4 0-16,1-2 3 0,2 0-2 0,-2 1 3 0,0-1-2 15,1 1 2-15,-2-4 2 0,4 0-1 0,-2 0 0 16,-1-2-2 0,-1 1 11-16,3-2-10 0,-6-2 1 0,3 2-2 15,-1-7 1-15,0-2 1 0,0 3 0 0,-3-3-4 16,0-6 3-16,-1 5-2 0,1-5 3 0,-1 0-5 0,-4 1 4 15,3-1 0-15,-1-4 5 0,-3-2-5 16,-3 2 0-16,4-4 1 0,-5-2-2 0,0 0 5 16,-4-3-3-16,5-1 2 0,-1-1 2 0,-1-4 2 15,0-1 17-15,1-3 9 0,2-2 1 0,1-1 3 0,4-3 2 0,3 0-1 16,4-7 0-16,3-5-9 0,7 0-6 0,4-1 14 16,7-11-14-16,3-1-4 0,4 1-8 0,3 1 3 15,2 3 10-15,3 1-9 0,3 2 1 0,0 7 16 16,-10 4 6-1,0 5 21-15,2-1 15 0,-4 1-2 0,-2 5 2 0,-8 1 5 16,0 2 2-16,-3 4-5 0,-4 0-4 0,0 2-9 16,-5 2-8-16,1 0 5 0,-3 0-20 0,2-1-6 15,-1 1-10-15,0 2-23 0,-4 1-31 0,5-1-46 16,-5 1-32-16,0 0 7 0,0 0 0 0,-4 12-27 0,-1-5-28 16,-7 6-31-16,-3 2-31 0,1-1-72 15,-4 4-264-15,3-3-598 0,2-2 265 0</inkml:trace>
  <inkml:trace contextRef="#ctx0" brushRef="#br0" timeOffset="134025.35">7250 13217 97 0,'-7'-1'163'0,"7"1"-10"0,0 0-15 16,0 0-11-16,0 0-8 0,0 0-3 0,-2-4 0 0,2 4-9 15,0 0-9-15,0 0-6 0,0 0-5 0,0 0-2 16,0 0-7-16,0 0-8 0,0 0-8 0,0 0-3 15,0 0-3-15,0 0-7 0,0 0-5 0,0 0-7 16,0 0-4-16,0 0-5 0,0 0-1 0,0 0-3 16,0 0-2-16,0 0 0 0,0 0-7 0,0 0-4 15,0 0 4-15,0 0-4 0,0 0-3 0,0 0 2 0,0 0-2 16,0 0-1 0,0 0 0-16,0 0 0 0,0 0 1 0,0 0-3 15,0 0 9-15,0 0-7 0,0 0-3 0,0 0 2 16,0 0 1-16,0 0 0 0,0 0 1 0,0 0 20 15,15-1 1-15,-3 1-1 0,7-1-1 0,9-1 0 16,8-2-8-16,4 0 4 0,17-3-2 0,9-2 0 16,33-1-4-16,3-3 11 0,9-1 3 0,5-3 0 15,4 5 9-15,1-2 5 0,0 2 6 0,3-5-1 0,-5 5 3 0,-5 0-4 16,-8 2-1-16,-12 1-5 0,-29 3-2 0,-7-1 7 16,-2 2-15-16,-19 0 6 0,-5-2 10 0,-2 3 1 15,-10 1 6-15,-7 2 4 0,1-1 5 0,-7-1-1 16,0 2 14-16,-1 0-22 0,0 1-10 0,-6 0-13 15,7-3-27-15,-7 3-31 0,0 0-25 0,0 0-29 16,0 0-31-16,-13 10-53 0,2-6-38 0,-3 3-99 16,2-3-164-16,1 3-502 0,-2-1 223 0</inkml:trace>
  <inkml:trace contextRef="#ctx0" brushRef="#br0" timeOffset="135590.84">8037 13798 75 0,'-1'-5'189'0,"1"5"-15"0,-3-8-18 0,2 2-15 0,-4 3-16 15,1-2-16-15,-5 1-3 0,0 1-14 0,-4-2-12 16,-1 1-2-16,-5 1-15 0,-4 3-1 0,3 0-10 16,-10 3-6-16,1-2-4 0,2 5-2 0,-5-1-5 15,4 0-3-15,1 4-4 0,-3 0-6 0,3 2 2 16,0-1-11-16,9-1-3 0,-5 4 9 0,5-1-8 16,4 1-3-16,-1 0 4 0,2 1-4 0,4 1 0 0,-2-1-1 0,1-1 4 15,7-1 3-15,0-1-12 0,0-3 4 0,6 2 0 16,0-1 2-16,3-2 1 0,1-1 11 0,5-1-2 15,1-1 8-15,5-3 3 0,0-2 3 0,1-3 5 16,0 0 5-16,-1-4-4 0,2-2 10 16,5-3 5-16,-5-3 8 0,1-1 3 0,-1-6 0 0,-5 2 13 15,3-5 2-15,-5-1-4 0,1 2-2 0,-1-4-4 0,-4-1-6 16,1-4-6-16,-1 1-4 0,-3 0-6 0,1-13-4 16,-2 9-6-16,-3-10-2 0,0 10 8 0,-1 2 0 15,-1 3 10-15,0 2-2 0,-1 6-3 0,2 7 3 0,-1 4-5 16,-1 1-10-16,1 5-2 0,0 0-4 0,0 2-11 15,0 0-19-15,0 1-36 0,0 4 0 0,0 0 7 16,-6 12 1 0,2 3 10-16,-2 3-3 0,1 10-2 0,-1 2 4 15,-1 0 3-15,0 1 2 0,3 3 1 0,3-2-1 16,-1 1 2-16,2-1 3 0,3-1 3 0,1-2-1 16,2 0-1-16,2-2 6 0,1-4 2 0,3 1 0 15,0-8 0-15,1-2 13 0,2 0-15 0,1-5 7 16,1 0-3-16,2-5 2 0,2-4 2 0,-2-2-3 0,3-1 2 15,-2-3 0-15,-3-4 0 0,1-2 0 0,2-3-1 0,-4 1 3 16,4-6 6-16,-6 4-8 0,-1-6-2 0,0 0-4 16,0-4 2-16,-2 0 2 0,-1 0 0 0,2-4-2 15,-2 2 3-15,0-1-3 0,-3 0 7 0,-1 3-2 16,-1 6 10-16,-1 3 12 0,0 0 7 0,-1 5 1 16,-1 3 6-16,0-1-7 0,0 3-4 0,-1 2-9 15,-1 0-6-15,0 1-5 16,0 1-9-16,0 3-14 0,0 0-2 0,0 0 1 15,0 0 3-15,0 20 2 0,-1-9-3 0,-3 6 5 16,1 6-1-16,-3 0-3 0,2 6 4 0,-1 0-1 16,4-1-2-16,-3 0 3 0,3 2-1 0,-2-2 10 15,2 1-2-15,-2-2-5 0,3-1-4 0,0-6 5 16,0 1-3-16,0-4 3 0,3 3 2 0,-2-3 1 0,-1-2-3 0,3-2 2 16,-3-3 12-16,1 1-11 0,0-3-2 0,-1 2 1 15,0-4 1-15,0 1 0 0,4-3 1 0,-4 1 2 16,0 0-3-16,0 0 3 0,3-3 2 0,-3-2-7 15,0 7 7-15,-3-3-1 16,3-4-1-16,0 0 3 0,3 4-1 0,-3-4-2 0,0 0 1 16,0 2 1-16,0-2 3 0,0 0-2 15,0 0 1-15,0 0-1 0,1 4 2 0,-1-4-2 16,0 0 2-16,0 0 1 0,0 0-2 0,16-4 1 16,-5 3 5-16,0 0-13 0,1-2-27 0,-1-1-23 15,3-1-36-15,4 2-48 0,-3-2-57 0,2 1-78 16,1-4-218-16,-4 2-527 0,-1-1 232 0</inkml:trace>
  <inkml:trace contextRef="#ctx0" brushRef="#br0" timeOffset="135810.38">8062 13657 147 0,'0'0'290'0,"-7"0"-19"0,7 0-25 0,0 0-21 0,0 0-28 16,0 0-22-16,23-11-15 0,-5 8-18 15,10 0-30-15,5-3-38 0,-1 1-35 0,5 0-39 16,-1-1-53 0,0 0-63-16,-4-2-203 0,-3 4-344 0,-3-4 152 15</inkml:trace>
  <inkml:trace contextRef="#ctx0" brushRef="#br0" timeOffset="136293.51">8626 13306 231 0,'9'-4'245'15,"1"0"-20"-15,2 3-25 0,-1 1-20 0,2 0-20 16,-1 0-17 0,-1 3-14-16,2 1-15 0,-4 3-13 0,4-1-9 15,-4 5-12-15,2 1-7 0,-3 1-8 0,-4 0-6 0,2 1-8 16,-2 2-4-16,-4 0-1 0,0 0-7 0,-1 0-4 16,-3-1-2-16,0-2-7 0,0 3-2 0,-1-6-1 15,1 0 0-15,-2 0-6 0,2-3 1 0,1 0-2 16,-1-2-1-16,3 2-3 0,-1-2 0 0,-1-3 1 15,2 2 3-15,-2 0 14 0,3-4 6 0,-1 4 13 16,1-4 9-16,-1 3 10 0,1-3 5 0,0 0 7 16,0 0 6-16,0 0 0 0,0 0 3 0,0 0 1 0,5 2-10 15,-5-2-5-15,28-4-15 0,-1-1-9 0,3 0 0 0,6 0-7 16,14-5-7-16,2 4 0 0,5-4-4 0,1 3 1 16,0-1-6-16,-7-1-3 0,-10 4 1 0,-5 1-3 15,-3 0-5-15,-5 0 2 0,-6 1 0 16,-4 0-4-16,-6 1 0 0,0 0-2 0,-4 1 2 15,0-1 1-15,-2 0 6 0,-1 2-10 0,-5 0-6 0,7-2-4 0,-7 2-22 16,6-1-31-16,-6 1-35 0,0 0-41 0,0 0-43 16,-22 9-53-16,10-5-80 0,-1 0-219 0,3-1-563 15,3 2 249-15</inkml:trace>
  <inkml:trace contextRef="#ctx0" brushRef="#br0" timeOffset="139014.24">10249 12959 79 0,'0'0'167'0,"-10"0"-11"0,10 0-12 0,0 0-17 15,-5-1 5 1,5 1-17-16,0 0-13 0,0 0-9 0,0 0-9 16,0 0-5-16,-7-2-9 0,7 2 1 0,0 0-6 15,0 0-6-15,0 0-3 0,0 0-5 0,-5-2 6 0,5 2-5 0,0 0-2 16,0 0 2-16,0 0-4 0,0 0-2 0,0 0-4 16,0 0-3-16,0 0-4 0,0 0-6 0,0 0-1 15,0 0-4-15,0 0 0 0,0 0-4 0,0 0-4 16,0 0 0-16,0 0-1 0,0 0-1 0,0 0 0 15,0 0-5 1,0 0 0-16,0 0-6 0,0 0 6 0,0 0 4 16,0 0 5-16,0 0 5 0,0 0 1 0,0 0 6 15,0 0-3-15,0 0 6 0,0 0-4 0,0 0-5 0,21-4 2 16,-4 0-10-16,5 0 6 0,9 1-4 0,3-3-1 16,6 0 0-16,14 1-2 0,-2-2-2 15,1 0-5-15,-1 2 1 0,-16 0 0 0,-3 0-1 0,-2 3-4 16,-10-1 0-16,1 3-15 0,-5-1-20 0,-3 1-17 15,-3-1-36-15,-1-1-23 0,-6 2-6 0,-4 0 7 16,0 0-30-16,0 0-41 0,0 0-140 0,-27 5-341 16,10-1 152-16</inkml:trace>
  <inkml:trace contextRef="#ctx0" brushRef="#br0" timeOffset="139236.9">10450 12777 131 0,'0'-9'267'0,"-2"1"-5"0,2 2-4 16,0 0-12-16,0 1-17 0,0 0-15 0,0 0-34 0,0 5-21 0,0-5-20 15,-1 3-19-15,1 2-14 0,0 0-10 0,0 0-13 32,-1 12 1-32,0-2-10 0,-2 7-11 0,2 0-7 15,-2 1-8-15,2 8-6 0,1 0-2 0,0 0-6 16,1 1-15-16,-2 0-22 0,2 2-25 0,-1-2-33 15,5 1-30-15,-3-1-39 0,1 1-30 0,0-2-73 16,0-1-141-16,-1-8-406 0,3-8 180 0</inkml:trace>
  <inkml:trace contextRef="#ctx0" brushRef="#br0" timeOffset="139701.84">11297 12464 217 0,'1'-6'260'16,"3"2"-7"-16,-4-4-18 0,3 5-20 0,-1-2-19 15,0 1-20-15,-2 4-20 0,3-4-18 0,-3 4-17 16,3-4-18-16,-3 4-12 0,0 0-8 16,6 8-13-16,-5-1-15 0,3 5-5 0,-1-2 0 0,-1 9-12 15,-2 7-6-15,2 2-5 0,-1 1 1 0,-1 2-5 16,-3 2-2-16,0-1-1 0,0 0-3 0,-2-3-1 0,0 0 2 16,-1-1 1-16,3-2-5 0,-1-5-3 0,4-3 1 0,-1 2 1 15,-2-5-4-15,3-1-3 0,-1-3 3 0,2 0-2 16,-1-4 1-1,0 1-1-15,0-1 3 0,0-2-2 0,-1-1 0 16,1 1 2-16,0-1-1 0,0-4 13 0,0 5 18 16,0-5-9-16,1 4 2 0,-1-4 1 0,0 0 3 15,0 4-1-15,0-4-5 0,7 0-2 0,-7 0-5 16,0 0-2-16,16-3-1 0,-9 2-8 0,0 1-16 16,1-3-13-16,1 3-23 0,0-3-28 0,-3-1-29 15,4 1-28-15,-1-1-38 0,0-1-48 0,0 0-212 0,-4 0-455 16,2-2 202-16</inkml:trace>
  <inkml:trace contextRef="#ctx0" brushRef="#br0" timeOffset="139916.22">11128 12811 181 0,'0'0'285'0,"0"0"-13"15,-11 0-19-15,11 0-27 0,0 0-22 0,0 0-23 16,15-7-16-16,4 1-9 0,9 1-40 0,4 1-40 16,9-1-46-16,13-2-49 0,2 2-58 0,2-4-73 15,-5 0-167-15,-1 1-343 0,-16 3 152 0</inkml:trace>
  <inkml:trace contextRef="#ctx0" brushRef="#br0" timeOffset="140671.43">12423 12700 90 0,'0'-6'213'0,"-2"0"-24"0,1 0-17 0,-2 1-17 16,0 0-12-16,-1 1-16 0,-4-3-16 0,-2 4-12 0,-3-1-5 16,2 1-15-16,-7 1-6 0,-4 4-5 0,4-2-8 15,-5 3-7-15,-4 2-3 0,0 1-6 0,7 1-3 0,1-1-5 16,0 2-10-16,3 3 2 0,0-4-3 16,-1 4-6-16,8 0-2 15,0-4 3-15,1 4-1 0,2-1-11 0,1-1 6 0,1 0-1 16,4 2 0-16,0-2 0 0,4 3 0 0,0-5-4 0,2 3-2 0,3-4 6 0,0 0 0 15,0-1-4-15,9 0 2 0,-5-1-1 0,1-4 3 16,0 1 12-16,2-2 10 0,2-3 12 0,-2-2 5 16,-1-1 8-16,-1-5 0 0,-2 2 7 0,2-5 16 15,-3-1-3-15,-2 1-9 0,0-4-8 0,0-4-2 16,-1-3-6-16,-1-2-1 0,0-1-5 0,-2-3-3 16,0 1-5-16,-1-5 1 15,1-10 0-15,-5 12 0 0,5 1-5 0,-4 1 16 16,-1 4-1-16,3 0-4 0,-6 9 7 0,3 2-4 15,0 4-4-15,0 1-9 0,3 5 1 0,-3 0-8 16,0 0-6-16,0 2-7 0,0 2-5 0,0 3-43 16,0 0-5-16,0 0 2 0,0 0 4 0,-3 17 6 15,3-1 2-15,-2 9 1 0,-2 4 2 0,4 1 2 16,-1 1-1-16,2 4 3 0,-1-3 2 0,4 4 2 0,-2-1 3 0,2-3-2 16,0 1 0-16,1-4 4 0,-1-1-1 0,0-3 2 15,1-8 2-15,0 0-1 0,-4-3-1 0,2-5 4 16,-3 0-1-16,2-1 2 0,0-2 2 0,-2 0-3 15,1 0 4-15,-1-3 0 0,0-1 14 0,0 3-13 16,0-5-2-16,0 7-2 0,0-7 1 0,-1 3 0 16,1-3-5-16,0 0-6 15,0 0-24-15,0 0-31 0,0 0-29 0,0 0-41 16,0 0-55-16,-9-10-50 0,6 3-219 0,3 0-495 16,4-3 220-16</inkml:trace>
  <inkml:trace contextRef="#ctx0" brushRef="#br0" timeOffset="141319.41">12479 12514 122 0,'0'-5'245'16,"1"0"-10"-16,2-1-10 0,-2 1-11 0,0 4-19 15,-1 1-17-15,0-5-15 0,0 5-17 0,2-7-17 16,-2 7-13 0,0 0-15-16,2-4-8 0,-2 4-12 0,0 0-9 15,0 0-10-15,13 8-7 0,-7-5-9 0,-2-1-10 0,1 2-10 16,1 2-7-16,0-1-3 0,4 1-4 0,-5 0-12 15,4 3-5-15,-3-2-4 0,-2-3-2 0,4 0 1 16,-3 0-4-16,-1-1 4 0,1 0-2 0,-4 0 2 0,3-2 5 16,-4-1 2-16,5 3 1 0,-5-3-3 0,0 0 5 0,9-5-1 15,-5 0 8-15,-1 1 2 0,1-3 5 16,-1 1 0-16,2-3-3 0,-2 1 6 0,-2-1 4 16,4-3 3-16,-1 4 0 0,-1-4 6 0,0 2 6 15,2 3 6-15,-2 0-1 0,-2 0 0 0,2 2 1 0,-1 0-3 16,1 0-4-16,-2 3-5 0,2-2-6 0,-3 4-3 15,1-5-4-15,-1 5-8 0,3-3-12 0,-3 3 4 16,0 0-2-16,4 8-1 0,0-2 1 16,0 2-5-16,0 4-1 0,3 2 5 0,-3 3-3 0,1 10 2 15,1-1-3-15,-1 3 2 0,-2 0 2 0,-1 3-2 16,1-1 3-16,-1 0 0 0,2 1 0 0,-3-2 6 0,2-2-7 16,-6 4 4-16,6-4-2 0,-6-1 2 0,2 0-1 0,-1-1-1 15,0-6 2-15,-2-2-4 0,3 0 5 16,-1-2-1-16,-2-3-2 0,2-1 2 0,0-4 1 15,-3 1-2-15,2-2 0 0,1-1 2 0,-1 1-1 16,-1-3 2-16,0 0 2 0,2-3 0 0,2-1 2 0,-11 3 0 16,11-3 0-1,-11-5 33-15,5 2 26 0,1-1 1 0,-2-1 9 16,2-4-9-16,0-1-12 0,3-3 4 0,-1-4-2 16,3-2 1-16,3-7-1 0,3-1 5 0,4 0-17 15,0-5-6-15,6-1-4 0,4-8-4 0,1-3-3 0,-3 13-3 16,2 1 0-16,0 2-5 0,6-1-4 15,-4 2 5-15,-1 3 10 0,0 3-4 0,-2 3 4 0,-5 4-2 0,-1 3-1 16,-2 2-5-16,-3 0-4 0,0 4-4 0,-2-2 4 16,-2 3-4-16,0 0-6 0,-1 3-23 0,0-2-40 15,1 1-48-15,-4 2-5 0,0 0 1 0,0 0-9 16,1 11-7-16,-6-1-16 0,-1 4-17 0,-4 1-20 16,-3 6-22-16,3-5-39 0,-2 0-228 0,-1-1-500 15,1 1 221-15</inkml:trace>
  <inkml:trace contextRef="#ctx0" brushRef="#br0" timeOffset="141908.18">11882 13127 106 0,'-5'1'184'0,"1"1"-4"0,4-2-3 15,0 0-11-15,-9 0-10 0,9 0-13 0,-8 0-11 16,8 0-15-16,0 0-7 0,0 0-9 0,0 0-4 0,0 0-2 16,0 0-5-16,0 0 0 0,0 0-7 0,0 0-2 15,0 0-4-15,0 0-3 0,0 0-7 0,0 0-9 0,0 0-1 16,0 0-7-16,0 0-9 0,0 0-2 0,0 0-6 15,0 0-5-15,0 0 0 0,0 0-5 16,0 0-3-16,0 0-1 0,0 0 4 0,0 0-6 16,0 0 4-16,0 0-8 15,17-4 0-15,-17 4-4 0,0 0-2 0,0 0 4 16,0 0-3-16,0 0 1 0,0 0 1 0,0 0-1 16,0 0 2-16,0 0 6 0,0 0 0 0,0 0 5 15,0 0 7-15,0 0 1 0,0 0 4 0,0 0 5 16,0 0 2-16,0 0 6 0,0 0 1 0,0 0 2 0,0 0 1 15,4-4-6-15,-3 0-6 0,4 4-3 0,4-2-4 16,3-3-7-16,8 2 0 0,7-5-4 0,10 0 1 0,19 0-8 16,8 0 2-16,29-5-4 0,2 4 2 0,1-1-4 15,-1 2-1-15,-1 1 8 0,-3-3-14 0,-3 0 7 16,3-2 0-16,-29 9 1 0,1-3-1 0,-7-2 2 16,-2 0-2-16,-17 4 1 0,-4-3 0 0,-5 5 0 15,-6-2 6-15,-3 0 3 0,-10 2 7 0,3 0 2 0,-5 1-6 16,-1-1-2-1,0 1-2-15,-2 0-5 0,-4 1-16 0,6 0-27 16,-6 0-16-16,0 0-23 0,0 0-22 0,0 0-23 16,-13 9-31-16,-2-1-41 0,2-6-61 0,-9 5-253 0,4 1-540 15,-1-4 238-15</inkml:trace>
  <inkml:trace contextRef="#ctx0" brushRef="#br0" timeOffset="143261.78">12494 13626 71 0,'0'-4'178'0,"-4"-1"-23"0,2 2-11 16,-1 0-11-16,-1 1-22 15,-1-3-4-15,-3 3-2 0,-2 0-23 0,-2 2-6 16,-1 0-9-16,-3 0-1 0,-3 1-10 0,-1 0-11 16,-2 4 0-16,-5 4-5 0,-1-3-6 0,3 3 3 15,7 0-4-15,-7 2-8 0,6 0 3 0,3-1-2 0,-2 2 2 16,1-1-2-16,3 2-7 0,1-3 0 15,3 2-7-15,1 1 3 0,4-4-2 0,0 3-1 0,-2 0-2 16,6-2-4-16,-4 0 3 0,5-3 5 0,5 0 0 16,-1 0 21-16,2 1 10 0,6-4 6 0,2 1-2 15,-2-2 7-15,4-3 1 0,2 0 5 0,0 0 6 0,-1-5 5 16,0-2 5-16,0 0 11 0,-2-3 5 0,3 1 5 16,-5-4-3-16,1-2-1 0,0-1-5 0,-1-5 2 15,1-1-3-15,-4-3-6 0,2 1-9 0,-3 0-6 16,-3-4-6-16,3-3-9 0,-4-3-5 0,1 0-3 15,0-13-9-15,-1 3-4 0,-4 7-1 0,3 4 0 16,-4 4-3-16,1 0-5 0,-1 4-1 0,-1 8 2 0,2 3 1 0,-1 4-1 16,0 3-5-16,-1-3-3 0,1 5-6 0,0-1-11 15,-1 3-32-15,1 3-9 0,0 0 4 16,0 0 5-16,-6 12 0 0,3-2 5 0,-1 6 3 0,-1 4 2 16,-3 9 4-16,2 2-2 0,1 3 2 0,2 0 1 15,-1-2 4-15,3 1 2 0,1-1 0 0,1 0 3 16,2-4 1-1,3 1-1-15,2-2 3 0,1 0 3 0,3-6 4 0,0-4-3 16,6 1 0-16,-5-5 3 0,1-3 4 0,0 0-1 16,2-3 9-16,-3-3-7 0,1-3 0 0,3 1-3 15,-1-5 1-15,1-1 2 0,2-2 0 16,-2-2 8-16,-3-2 9 0,1-1-3 0,-3-2 5 16,1 0-2-16,-2-4 1 0,1-6-1 0,-1 1-1 0,-1-5 1 15,-3 1-8-15,2-4 3 0,-2 0-8 0,-2-2 15 0,3-2-8 16,-3 1-8-16,0 0-2 0,0 4-1 0,0 1 8 15,2 1 29-15,-6 8-13 0,3 2 3 0,-3 5-6 0,-1 2 1 16,3 2-7-16,-2 2 0 0,-1 1-6 16,3-1-4-16,-3 2 2 0,1 1-43 0,-1 3-7 15,0 0 0-15,0 0 7 0,0 17 4 0,-1-6 4 16,-2 7-3-16,2 7 4 16,-2 3-4-16,-1 3 6 0,3 2 2 0,0-1 5 15,-3 1-1-15,1 0-5 0,2 2 7 0,1-4 15 16,-4 0-15-16,4 1 1 0,0-4 2 0,0-3 4 15,0 2-1-15,0-7-1 0,0-2 2 0,1 2-3 16,-1-6 5-16,3-2 0 0,-3 2 0 0,1-6-2 16,2 4 4-16,-2-7 0 0,-1 2 1 0,3-2 4 15,-2 0 1-15,-1 0-1 0,0 0-4 0,0-5 20 0,1 6-12 0,3-3 13 16,-4-3 2-16,4 3 8 0,0-1-3 0,-4-2 4 16,10 2-5-16,-5-1-1 0,-5-1-14 0,10-2 9 15,-10 2-6-15,13-3 3 0,-5 0-15 0,1-1-15 16,2-1-18-16,0 0-22 0,-1 0-21 0,4-2-28 15,-4 4-25-15,2-6-39 0,-1 4-33 0,-1-3-50 16,2 1-263-16,-2-1-551 0,-1-1 244 0</inkml:trace>
  <inkml:trace contextRef="#ctx0" brushRef="#br0" timeOffset="143446.1">12724 13566 154 0,'0'0'301'0,"-6"0"-20"0,6 0-21 0,0 0-25 15,0 0-25-15,0 0-21 0,20-3-17 0,-1-1-33 16,12 3-43-16,1-2-55 0,3 2-64 0,0 1-76 16,-3-5-227-16,0 0-354 0,0 0 157 0</inkml:trace>
  <inkml:trace contextRef="#ctx0" brushRef="#br0" timeOffset="145396.49">13992 12976 110 0,'0'0'149'0,"0"0"-11"0,0 0-1 0,0 0-3 0,-7-3-10 0,7 3-4 15,0 0-10-15,0 0-3 0,0 0-3 0,0 0-4 16,0 0-8-16,0 0-10 0,0 0-4 0,0 0 0 0,0 0-7 16,-4-2-10-16,4 2-3 0,0 0-8 0,0 0-5 15,0 0-5-15,0 0-3 0,0 0 1 16,0 0-4-16,0 0 0 0,0 0 3 0,0 0-1 0,0 0 3 15,0 0 2-15,0 0 3 0,0 0-4 0,0 0 2 16,0 0-3 0,0 0 14-16,0 0-7 0,0 0 4 0,0 0-2 15,0 0 0-15,0 0-3 0,0 0-1 0,0 0-5 16,0 0-6-16,18-7-7 0,-4 4 0 0,7 2-2 0,2-3 4 16,9-1-10-16,1 3 0 0,3-4-4 0,1 4 1 15,1-5-3-15,-1 3-5 0,3 1 12 16,-4 1-15-16,-7-1-4 0,-3 1-14 0,-7 0-6 0,-1 1-24 15,-7 0-11-15,-2 1-21 0,-1-1-11 0,-2 1-9 0,-6 0-9 16,7 0-9-16,-7 0-19 0,0 0-23 0,0 0-12 16,0 0-165-16,-25-3-361 0,11 2 159 0</inkml:trace>
  <inkml:trace contextRef="#ctx0" brushRef="#br0" timeOffset="145622.07">14190 12847 239 0,'2'-7'253'16,"-2"4"-8"-16,0-2-11 0,0-1-3 0,0 2-7 15,2 0-15-15,-2 4-14 0,1-7-21 0,0 6-22 16,-1 1-14-16,0 0-17 0,0-5-15 0,0 5-23 16,0 0-16-16,0 0-11 0,0 0-7 0,0 0-6 0,-1 20-5 0,1-10-3 15,-1 3-6-15,-1 4 0 16,2 1-2-16,-3 2-20 0,4 4-25 0,-4 3-34 15,2-1-24-15,0 1-27 0,1 2-29 0,1-5-31 0,0 0-55 16,1-3-153-16,1-4-401 0,-1-1 177 0</inkml:trace>
  <inkml:trace contextRef="#ctx0" brushRef="#br0" timeOffset="146129.21">15135 12472 54 0,'4'-6'269'0,"-3"0"-15"15,2 1-15-15,-2 0-19 0,2 1-23 0,-2 1-23 0,-1 3-24 0,0-6-7 16,0 6-22-16,4-1-14 0,-4 1-11 0,0 0-12 16,5 10-6-16,-2-1-15 0,-2 6-7 0,-1 0-5 15,1 4-3-15,3 7-8 0,-4 3-7 0,-4-2-1 16,4 7-1-16,5-3-3 0,-2 0 0 0,-2 1 0 16,-1-2-5-16,3 1-1 0,-6-1-1 0,-1-3 1 15,7 2-6-15,-2-3 3 16,-2-5-1-16,-2-3-4 0,2-1-4 0,-3 1-1 15,4-1 3-15,-1-3-3 0,0-4 1 0,1-1 0 16,-3 0 7-16,6-3-7 0,-6 1 0 0,3-2-4 16,3 0 10-16,-6-2 0 0,7-1 9 0,-4-2 4 15,0 5-1-15,0-5 4 0,0 5 0 0,0-5 4 16,0 3 1-16,0-3-3 0,0 0-6 0,6 1 0 16,-6-1-4-16,13 0-2 0,-8 1 4 0,8-2-5 0,-1-1-5 15,0 0 1-15,6-1-10 0,1 1-26 0,2 0-18 0,6-1-35 16,-4-1-29-16,3 1-38 0,-4 0-45 0,0-3-67 15,-3 2-175-15,0-1-461 0,-6 1 205 0</inkml:trace>
  <inkml:trace contextRef="#ctx0" brushRef="#br0" timeOffset="146351.76">14996 12905 31 0,'-9'0'252'0,"5"3"-4"0,4-3-5 16,0 0-15-16,0 0-23 0,0 0-24 16,0 0-17-16,12-7-14 0,1 5-17 0,6-1-15 15,9 0-23-15,1-2-23 0,-2 1-37 0,6 1-38 16,-1 1-47-16,-1-3-50 0,-2 1-95 0,-1-2-107 0,2 1-326 15,-13-1 145-15</inkml:trace>
  <inkml:trace contextRef="#ctx0" brushRef="#br0" timeOffset="146884.26">15428 12184 233 0,'4'-5'255'0,"1"-2"-9"0,-3 5-26 0,4-1-19 0,-3-2-19 15,3 1-19-15,-1 1-16 0,0 3-17 0,1-1-12 0,-1 0-15 16,4 2-12-16,-4 0-11 0,5 2-8 0,-1 1-11 16,-1 2-7-16,1 1-3 0,-3 2-8 0,0-1-5 15,-1 5 0-15,1-2-8 0,-6 8-5 0,4-4-2 0,-7 1 1 16,2 1-3-16,-3 3-5 0,0-3 2 0,-1-2-3 15,-1 1 0-15,-3-2-5 0,5-3 6 16,-4-1-7-16,3-1-4 16,3-2 8-16,-3-1-4 0,2 0-1 0,1-1 0 0,-1 0 4 15,2-3 12-15,0 3 13 0,1-5 15 16,-3 5 19-16,3-5-5 0,0 0 5 0,0 0-2 16,10 2-16-16,3-3-2 0,4-3-3 0,2 2-9 15,10-3-2-15,-2 4-4 0,-8-2-2 0,13 2-2 0,-14-1-5 16,5 0 0-16,-5 1-13 0,1 1-9 0,-6-1-18 15,-4 0-11-15,1 1-20 0,-4 1-25 0,3-2-32 0,-9 1-37 16,9 0-43-16,-9 0-15 0,0 0-60 0,0 3-162 16,0-3-457-16,0 0 202 0</inkml:trace>
  <inkml:trace contextRef="#ctx0" brushRef="#br0" timeOffset="147770.44">15828 12809 165 0,'-5'1'154'0,"-3"-1"-9"0,3 1-10 0,5-1-3 15,-8 2-6-15,3-1 2 0,5-1 1 0,0 0-3 16,-6 1-8-16,6-1-2 0,0 0 0 0,0 0-1 15,0 0-4-15,0 0-12 0,0 0-5 0,0 0-4 0,0 0-6 0,0 0-7 16,0 0-9-16,14-6-5 0,-14 6-5 16,5-3-6-16,-5 3-6 0,0 0-5 0,5-1-5 15,-5 1-2-15,0 0-6 0,5-1-2 0,-5 1-4 0,0 0-2 16,0 0-2-16,0 0 0 0,4-3 0 0,-4 3-3 16,0 0 2-16,0 0-2 0,0 0 3 0,0 0 2 15,0 0 1 1,0 0-1-16,0 0 0 0,0 0 1 0,0 0 3 15,0 0 0-15,0 0-4 0,0 0 2 0,0 0-4 0,8-1-4 16,-8 1 0-16,0 0-3 0,0 0 0 16,0 0 0-16,0 0 0 0,0 0-2 0,0 0-1 15,0 0-5-15,0 0 0 0,0 0 5 0,0 0-2 16,0 0-1-16,0 0-1 0,0 0-3 0,0 0 3 0,0 0-5 16,0 0 7-16,0 0 9 0,0 0-10 0,0 0-2 0,0 0 3 15,0 0 0-15,0 0 0 0,0 0 2 0,0 0 1 16,0 0-2-16,0 0 3 0,0 0 4 0,0 0 4 15,0 0-3-15,0 0-1 0,6-2-3 0,2 1 0 16,0 0-4-16,4-1 5 0,5 0-7 0,3-3 3 16,8 2-4-16,-1-2-1 0,5-2-1 0,-5 3 1 15,1-1 1-15,-1 0 3 16,3 2-9-16,-4-3 3 0,4 1 4 0,-11 0-2 16,1 2-2-16,-4-1 2 0,-5 2 2 0,2 0-3 15,-7 0 19-15,1-2-7 0,0 2 0 0,-3 1-3 16,-4 1 6-16,9-2-7 0,-4 1-5 0,-5 1-17 15,4-1-17-15,-4 1-24 0,0 0-23 0,0 0-8 16,0 0-11-16,0 0-21 0,0 0-15 0,0 0-28 0,-9 13-19 16,8-11-34-16,-3 1-187 0,0 0-431 0,0 0 192 0</inkml:trace>
  <inkml:trace contextRef="#ctx0" brushRef="#br0" timeOffset="148418.71">16508 12586 183 0,'0'-4'226'0,"1"1"-14"15,-1-1-13-15,0 4-20 0,3-5-16 16,-3 5-19-16,0 0-19 0,2-3-14 15,-2 3-12-15,0 0-10 0,0 0-16 0,4 9-4 16,-4-2-10-16,0 3-8 0,3 2-7 0,-6 0-4 16,2 8 0-16,-1-3-4 0,1 2-1 0,0 1-3 15,-3 4-5-15,3-3 0 0,-2 3-4 0,-2 1-7 16,0-6 4-16,5 0-3 0,-4-1 2 0,2-2 0 16,-1 1-3-16,2-5-1 0,1-2-1 0,-3 0-4 0,2-3 2 0,-2 0-4 15,3-3 1-15,-1 2 14 0,1-4 29 0,-1 3 27 16,1-5 27-16,0 5 42 0,0-5 17 0,0 0 20 15,-3 5-1-15,3-5-6 0,0 0-20 0,0 0-17 16,8-15-13-16,-4 6-12 0,1-1-13 0,0-1-14 16,5-5-9-16,-1-2-8 0,5-4-4 0,3 0-9 15,-2-4-6-15,2 1-8 16,-1 3-5-16,0 0-4 0,0 2 0 0,-3 6-2 16,-4-1 1-16,5 4-13 0,-6 0 1 0,-2 2-6 15,-2 2-1-15,1 4-9 0,0-1-4 0,-1 0-3 16,0 1 0-16,1 2-4 0,-5 1-3 0,10 5 2 15,-1 2-5-15,-1-1 9 0,0 3-3 0,-1 3-7 16,5 3-1-16,-6 0-8 0,3 2 17 0,-1 0-2 16,-1 1 0-16,0-1 5 0,-1 3-7 0,0-6 0 0,0 3-9 0,-3-5 14 15,0 1-4-15,0-3 3 0,-2 1-1 0,0-4 3 16,0 0-3-16,2-2 0 0,-2 0 4 0,-1 0-1 16,4 0 5-16,-4-3-1 0,0-2 7 0,4 5-1 15,-4-2-3-15,0-3 1 0,1 4-4 0,-1-4 2 16,0 0 7-16,1 3-10 0,-1-3 14 0,0 0-14 15,0 0 7-15,0 0 2 16,0 0-7-16,-1 5-3 0,1-5-14 0,0 0-27 16,0 0-17-16,0 0-13 0,0 0-19 0,0 0-19 15,0 0-36-15,0 0-66 0,0 0-63 0,0 0-52 16,-10-15-275-16,7 9-649 0,1 0 288 0</inkml:trace>
  <inkml:trace contextRef="#ctx0" brushRef="#br0" timeOffset="148941.31">16959 12327 152 0,'1'-2'252'15,"2"-1"-22"-15,1 2-18 0,-4 1-23 0,7-4-20 16,-2 4-18-16,2-2-19 0,-7 2-13 0,12 6-11 16,-4-2-10-16,2 5-12 0,-3-1-8 0,0 3-10 15,-1 0-7-15,1 3-8 16,-2 2-2-16,-2 0-10 0,-2-1 0 0,0 3-7 16,-1-1 0-16,-2 0-3 0,-1 0-5 0,1 2-2 15,-5-5-6-15,2-3 1 0,0 1-4 0,1 0 2 16,-1-3 0-16,0 0-5 0,0-3 11 0,3-1 0 15,-1 0 4-15,0-2 4 0,2 1 10 0,-2-2 11 16,3-2 13-16,-2 4 13 0,2-4 7 0,-3 4 16 16,3-4 13-16,0 0 5 0,-2 3 0 0,2-3 0 0,0 0-16 0,0 0-7 15,0 0-6-15,0 0-18 0,20-8 0 0,-7 5-11 16,-1-2-7-16,4 1-6 0,2-1-4 0,-4 2-4 16,5-1-2-16,3 1-5 0,-3 0-7 0,2 0-3 15,-2 0 1-15,-1 1-9 0,-6-1 11 0,-1 2-13 16,0 0-2-16,-3 1 6 0,-2-1-6 0,-1 1 3 15,-5 0-3 1,10 0 0-16,-10 0 6 0,8-3-15 0,-8 3-3 0,4-1-10 16,-4 1-10-16,5-1-24 0,-5 1-15 0,0 0-24 0,0 0-14 15,0 0-24-15,0 0-25 0,0 0-7 0,0 0-15 16,0 0-16-16,0 0-38 0,0 0-42 0,0 0-222 16,0 0-529-16,-17-2 234 0</inkml:trace>
  <inkml:trace contextRef="#ctx0" brushRef="#br0" timeOffset="149226.46">17478 12209 140 0,'2'-3'205'0,"-2"3"-24"0,0 0-21 16,0 0-14-16,5 15-13 0,-1-3 3 0,-1 13-4 15,3 4-3-15,-1 6-6 0,-2 14 0 0,-1 1-6 16,-2 4-4-16,0 3-9 0,-5-2 0 0,-2 0-15 16,-4 0-9-16,-3-6-6 0,-4-2-10 0,-1-1-4 15,-4-4-3-15,-2-1-6 16,-5-2-3-16,-3-2-3 0,-4-3-4 0,-3 0-12 16,-1-1-8-16,-2-2-17 0,-2-5-27 0,-4 1-36 15,-1-5-35-15,-13-2-41 0,-1-3-61 0,4-1-171 0,-2-8-399 16,0-3 177-16</inkml:trace>
  <inkml:trace contextRef="#ctx0" brushRef="#br0" timeOffset="149723.49">14725 12233 244 0,'0'-5'240'0,"3"2"-21"0,-2-1-27 16,-1 1-18-16,0 3-25 0,0 0-18 0,0 0-12 16,0 0-16-16,1 17-13 0,-2 7-14 0,1 6-5 15,-4 6-6-15,3 17-6 0,-5 3 11 0,4 2-11 0,1 26-3 16,1-27-5-16,5 2-4 0,8-5-3 0,5 1-5 16,5-4 2-16,7 0-5 0,19 18-1 0,-6-27-4 15,6-2 0-15,26 6-2 0,-18-16-4 0,27 11-28 16,-20-19-59-16,25-2-81 0,-25-4-244 0,29 4-419 0,-31-10 187 15</inkml:trace>
  <inkml:trace contextRef="#ctx0" brushRef="#br0" timeOffset="151077.87">17901 12417 95 0,'0'-9'241'0,"1"-2"-13"16,0 6-4-16,-1-2-17 0,1 2-20 0,-1 1-21 0,2-1-19 0,0 2-18 15,-2 3-16 1,0-4-12-16,0 4-11 0,0 0-10 0,0 0-6 0,0 0-8 0,7 14-10 16,-3-4-4-16,-1 2-2 0,2 2-7 15,0 3-5-15,1 0-4 0,0 1-5 0,1-2-1 16,3 7-3-16,-3-5-1 0,2 1-9 0,1-2-4 0,1-4 0 16,-1 1-5-16,-1-4-2 0,-3-1 1 15,2-4 2-15,-3 1-1 0,2 0 2 0,0-6-1 16,2 0-4-16,0 0 5 0,1-1 3 0,0-5-5 15,1-1 2-15,-1-2 5 0,-2-1 0 0,3-3 0 16,-4 2 7-16,3-4 0 0,-3 1 3 0,1-1-1 16,-3 0 15-16,0 2-7 0,0-1 2 0,-1 3 3 15,0-2-3-15,-3 1 3 0,3 2 4 0,0 2-4 16,-3 0-2-16,2 5 6 0,-3-3-13 0,1 1-10 0,-1 3-5 0,0 2-20 16,4-4-15-16,-4 4 1 0,0 0 3 0,0 0 0 15,-4 14 4-15,3-4-1 0,-3 7 1 16,0 3 0-16,-1 9 3 0,-1 2 1 0,-1 4-1 15,-3 10 3-15,1 3 2 0,0-1-1 0,-4 1 2 0,4-2 3 16,0 0-1-16,1 0 5 0,4-10-6 0,-1 10 6 16,-1-10-2-16,4-2 3 0,-2 0-2 0,1 0 4 0,2-3-4 15,-2-2 1-15,1-1 0 0,0-3 2 0,-2 0-2 16,1-8 0-16,1-3 4 0,-4 2-10 0,4-3-5 0,-2-4-1 16,0 0 6-16,1-1-5 0,-1-2 5 15,0-2-3-15,-1 2 5 0,-2-2 1 0,1-1 2 16,0-3 1-16,-2 2 2 0,0-2 1 0,-2 0 3 15,5-2 8-15,-3 0-4 16,-1-1-1-16,-1-4-1 0,2 1 3 0,3-3 2 16,-4-1 3-16,-1-7 0 0,2 0 1 0,3-9 12 15,-2-3-15-15,5-1-1 0,4-3-2 0,0-2 1 16,8-12-3-16,6 1 1 0,-1-1-3 0,5 4 0 16,6 0-1-16,2 3-1 0,-5 11-1 0,3 0 5 15,8-9-4-15,2 8 4 0,-6 9-1 0,0 1 1 16,3-1-3-16,-2 4 2 0,-5 0-1 0,0 5-2 0,-8 2-1 0,0 1 10 15,-6 2-7-15,-1 2 1 0,-1 0 0 0,-2 1 0 16,-3 1-5-16,0-1 9 0,0 1-7 0,3 2-2 16,-4-1-12-16,-4 2-17 0,2-3-18 0,-2 3-1 15,0 0 0-15,0 0 0 0,0 0-7 0,0 0-6 16,-2 12-18-16,-1-8-14 0,-3 0-31 0,3 1-23 16,2 0-14-16,-3 4-52 15,4-6-145-15,3 2-382 0,-1 2 169 0</inkml:trace>
  <inkml:trace contextRef="#ctx0" brushRef="#br0" timeOffset="151540.79">18838 12644 170 0,'-4'-2'179'0,"4"2"-10"16,0 0-11-16,0 0-9 0,0 0-6 0,-6 0-11 0,6 0-4 16,0 0-5-16,0 0-5 0,0 0-7 0,0 0-8 15,0 0-10-15,0 0-9 0,18-3-7 0,-5 1-10 16,2-2-5-16,5 1-5 0,3-1-7 0,6 0-10 16,2 3 1-16,3-4-2 0,2 1-4 0,2 0-8 15,-2 1-3-15,0-2 0 0,-3 3-3 0,0-3-1 16,-5 3-1-16,-6 2-2 0,-9-3 0 0,1 2-3 0,-4 0-1 0,-2-1 2 15,-1 1-4-15,0 1-2 0,-2-1-6 0,-5 1-13 16,8-1-22-16,-8 1-5 0,0 0-8 0,0 0-16 16,0 0-23-16,-12 10-19 0,7-8-19 0,-4 3-39 15,0 0-158-15,0 0-343 0,1 2 152 0</inkml:trace>
  <inkml:trace contextRef="#ctx0" brushRef="#br0" timeOffset="151910.17">18842 12827 150 0,'-5'3'182'0,"5"-3"-8"0,-5 0-13 16,5 0-7-16,0 0-10 0,0 0-16 0,26 3 1 16,-6-4-18-1,8-1-10-15,4 0-13 0,4 1-7 0,4-1-4 16,12-2-9-16,6-3-7 0,-2 4-5 0,1-2 7 16,-1 0 5-16,1 0-4 0,-5 0 3 0,-15 1-8 15,-5-1-5-15,-4-1-5 0,-5 2 3 0,-5 4-2 16,-5-4 3-16,-3 2 1 0,-1 1-2 0,-3-1-6 15,0 1-7-15,-3-1-2 0,1 0-11 0,-4 2-13 16,0 0-16-16,0 0-14 0,0 0-13 0,-14-3-16 0,6 3-25 0,-3 3-18 16,2-2-38-16,4 0-30 0,-4 1-206 0,-4-1-391 15,8 2 173-15</inkml:trace>
  <inkml:trace contextRef="#ctx0" brushRef="#br0" timeOffset="152558.16">20612 12264 9 0,'0'0'162'0,"-4"-5"-11"15,4 5-15-15,-1-6-16 0,0 4-10 0,-2-2-7 16,3 4-11-16,-5-2-10 0,5 2-8 0,-10-4-5 16,5 0-7-16,-3 3-19 15,0 1 10-15,0 0-8 0,-3 4-5 0,-3-3-3 16,3-1-6-16,-2 4 4 0,-2 2-3 0,-1 2-4 16,2 2 2-16,-2 1-1 0,-4 5-4 0,0 3 6 15,1 0-6-15,-3 1 3 0,4 1 1 0,0 1 1 16,1 1-8-16,-2 0 6 0,3 4 2 0,2-4-9 15,0 0 1-15,4 1-1 0,1 0 0 0,2-6 4 16,3 1 1-16,1 2-1 0,0 1 0 0,3-3 16 0,4 0 0 0,0-1 14 16,5-2 6-16,0 2 4 0,2-2 7 0,8 4 6 15,-5-3 4-15,9-3-1 0,0 0 5 0,4-1 7 16,0-1-5-16,0-2-2 0,1-1-4 0,1-4 10 16,1 0-12-16,0-2 1 0,1-3 9 0,-3 0 5 15,-1-2 2-15,4-3-1 0,-3-1 4 0,-1-3 5 16,-2-2-12-16,-1-1 2 0,2-2-14 0,-3-3-3 0,-1-2-17 15,-3 0 3-15,-1-6-6 0,0 1-7 0,-4-3-6 16,2-1 9-16,-9-1-19 0,-2-3-9 0,-5 4-15 0,-5-2-1 16,-3-1-28-16,-6 3-27 0,-4 1-40 0,-7 3-34 15,-9 4-44-15,-17 1-40 0,-4 4-65 0,-5 5-352 16,3 5-671-16,-2 0 298 0</inkml:trace>
  <inkml:trace contextRef="#ctx0" brushRef="#br0" timeOffset="168719.41">5454 15057 36 0,'0'0'90'0,"0"0"3"0,0 0-17 0,0 0-6 0,0 0-9 15,0 0-3-15,-22 9-13 0,5 0 8 0,0-1-9 16,-6 4-1-16,0 2-20 0,-1 1 5 0,0-1-1 16,-2-1-1-16,1 2 4 0,0 0-11 0,0 2-2 15,4-3-5-15,6 0-2 0,-2-2 0 0,3 0-3 16,5-3 1-16,0 2-2 0,-1-2-2 0,4-2 1 0,1 1 5 15,1 2-6-15,1 0 4 0,1 1-10 0,2-2 14 16,2 2 1-16,3 1 0 0,2-3-1 0,2 3-9 0,6-2 11 16,3 0 9-16,5 1-1 0,4 2-10 0,0-3 3 15,-3-1 0-15,3 1 4 0,-7-3-7 16,-1-1 4-16,2 2-2 0,-4-1-9 0,-1-2 9 16,-3 4-1-16,-4-4-9 0,1 1 1 0,-5 2-3 0,-1-4 2 0,-3 6-4 15,-2-4 10-15,-4 4 2 0,-12 2-5 0,-6 1-8 16,-2 0 4-16,-6 2 4 0,2-5-8 0,-2 5 8 15,2-6-4-15,-1 0 9 0,2 0-4 0,-1-2-2 16,2 1 1-16,4-4-1 0,4 3 2 0,-3-2-4 16,3-3-2-1,6 1 7-15,-1 0-12 0,5-1 17 0,0 0 0 0,4-1 9 16,0-1 3-16,-3 1-4 0,8-1 7 0,0 0-8 16,0 0-4-16,0 0-12 0,0 0-14 0,13-9-17 15,0 5-25-15,6-2-31 0,-5-2-134 0,5 2-233 16,-2-1 103-16</inkml:trace>
  <inkml:trace contextRef="#ctx0" brushRef="#br0" timeOffset="169157.29">5866 15365 14 0,'0'0'139'0,"-13"0"-21"0,13 0-9 0,-16 8-8 16,4-5-7-16,-3 7-12 0,2-1-13 0,-3 0-3 15,4 2-5-15,0 0-7 0,1 1-8 0,2-2-7 16,4 1-1-16,-2 0-3 0,1-1-8 0,1 3 4 0,4-4-8 0,1 1 5 15,0 1-9-15,2-2 12 0,3 0-2 0,4-2-11 16,2-1-8-16,2-1 9 0,3 1-8 16,3-2 8-16,-1-4-1 0,5 0-7 15,-5-2 4-15,0 0-6 0,1-1 6 0,-8-2 1 16,1 0 13-16,-2 1 3 0,-2-4 3 0,-3 4 11 0,1-6 0 0,-3-1 5 0,-2 3-4 16,-1-6 1-16,-1 2-5 0,-8-3-4 0,1 2-4 15,-1 1 0-15,-3 0-9 0,0-1 1 0,-2 1-1 16,-1 1-5-16,-3 4-3 0,1 0-3 0,-2 2-4 15,2 2 0-15,0 2 0 0,6 0-2 0,-4 3-19 16,3 0-22-16,1 1-27 0,2 1-32 0,1 2-41 16,4-2-15-1,-1-2-121-15,5-2-289 0,3 8 127 0</inkml:trace>
  <inkml:trace contextRef="#ctx0" brushRef="#br0" timeOffset="169557.9">6082 15102 46 0,'0'-5'266'0,"-1"0"-27"15,-2 3-27-15,2-2-26 0,1 4-17 16,0-6-24-16,0 6-28 0,0 0-10 0,0 0-11 15,0 0-13-15,0 20-8 16,1-8-11-16,2 6-2 0,-2 7-9 0,2 2-7 16,-3 3-6-16,2 3-6 0,1 1 0 0,-1 13-3 0,-2-11-2 15,0-3-3-15,4-2-3 0,-4 1-2 0,4-3 0 16,1-3-3-16,-2 1-1 0,-1-8-2 0,2-1-7 16,1-2 1-16,-3-4 1 0,0-2 1 0,0 0-5 15,-2-5 7-15,2 1-3 0,-1 0 4 0,0-3 24 16,-1 0 19-16,2 1 14 0,-2-4 11 0,0 7 2 0,0-7 3 15,1 3-7-15,-1-3-7 0,0 0-6 0,0 0-7 16,0 0-11-16,0 0-6 0,0 0-8 0,0 0-23 16,0 0-16-16,0 0-24 0,-5-12-31 0,2 9-37 15,3 3-38-15,-5-4-34 0,4 1-43 0,-3-1-205 16,4 4-451-16,-3-7 200 0</inkml:trace>
  <inkml:trace contextRef="#ctx0" brushRef="#br0" timeOffset="170321.97">6331 15433 204 0,'0'0'203'0,"-1"-3"-27"16,1 3-22-16,0 0-13 0,0 0-16 0,0 0-16 0,0 0-9 15,0 0-9-15,1 16-12 0,-1-8-11 0,3 1-9 16,-3 3 3-16,0-3-7 0,1 4-9 16,-1 1-1-16,1-2-4 0,0 1-3 0,-1-1-6 0,2-1-2 15,-1-1-1-15,-1 0-1 0,0-3-8 0,1 1 0 16,-1-4-2-16,0 2 1 0,2-2-1 0,-2-1 6 15,0-3 23 1,1 4 36-16,-1-4-9 0,0 0-11 0,0 0-5 16,12-10-8-16,-10 6 0 0,4-4-5 0,-2-1-5 0,1 0-2 15,0-1-7-15,2 0-3 0,-1 0-2 0,-2 1-4 16,1 0-2-16,0-2-2 0,-1 5 0 16,-1-2-4-16,-1 3-3 0,2 1-3 0,-4 2-2 15,1-2-6-15,-1 4-7 0,4-4-5 0,-4 4-1 16,0 0 5-16,9 8-3 0,-6-6 8 0,-1 3-7 0,3 5 1 0,1-3 1 15,1 2 0-15,-1-1 2 0,2 2-5 0,1 0 2 16,1 0 0-16,2-3-1 0,2 3-1 0,-4-3-4 16,0-2 2-16,3 0-6 0,-3-3-1 0,2 1-2 15,1-3-4-15,-2 0 4 0,2-3 3 0,-4-2 0 16,2-1 1-16,-2-2 5 0,0-1 2 0,2-4 1 16,-4-2 4-16,2 1 1 15,-4-3 4-15,0-1 5 0,0 0 2 0,-1-9 2 16,1 1 6-16,3-1-2 0,-7-2 0 0,2-1 0 15,-3 2 3-15,1-4-4 0,-1 4-2 16,3-1 9-16,-6 0 2 0,2 2 9 0,1 8 4 16,-3 1 7-16,3 5 6 0,-1 3 2 0,1 0-2 0,0 4-6 15,-3 1-8-15,3-1-7 0,0 3-36 0,0 3-5 16,0 0 3-16,0 0 4 0,0 0 0 0,-6 22 2 0,6-5-7 16,-5 6 3-16,5 5-1 0,-4 2-3 0,3 3 3 15,-3-1 2-15,4 3 5 0,0-1-3 0,0 1 0 16,1-4 1-16,3-2 2 0,0-3 2 0,-3-6 0 0,3-2 0 15,0-2 0-15,-3-2 1 0,0-1 6 16,2-4-4-16,-3 1 2 0,1-4 2 0,-1-1-3 16,3 1 0-16,-3-1 0 0,0-1-3 0,0-4-3 0,0 5-4 0,0-5-18 15,-7 4-22-15,7-4-34 0,-10 1-31 0,5-1-35 16,5 0-36-16,-14-5-163 0,4 0-376 0,2 1 167 16</inkml:trace>
  <inkml:trace contextRef="#ctx0" brushRef="#br0" timeOffset="170591.2">6487 15424 72 0,'-4'1'172'0,"4"-1"-22"16,0 0-5-16,0 0-17 0,0 0-4 0,0 0-14 0,0 0-15 0,27-3-9 15,-6-2-8-15,5 3-2 0,5-4-17 0,4 2-3 16,3-3-2-16,12-5-4 0,1 5-10 0,-15-1-6 16,2 0 2-16,-1 5-7 0,-5-3-16 0,-4 1-3 15,-6 0 6-15,-4 3 0 0,-8 1-3 0,0-3-3 16,-1 4-2-16,-4 0-4 0,-1-1 0 0,-4 1-14 16,0 0-11-16,0 0-13 15,0 0-18-15,0 0-14 0,-32 7-9 0,22-5-18 16,-3 1-28-16,3-1-82 0,-3 2-220 0,3 2 98 15</inkml:trace>
  <inkml:trace contextRef="#ctx0" brushRef="#br0" timeOffset="170937.96">7103 15304 263 0,'0'-4'276'0,"0"4"-19"0,1-5-22 0,-1 5-24 0,0 0-21 0,0 0-26 15,0-7-15-15,0 7-19 0,0-2-14 0,0 2-15 16,0 0-11-16,5 9-11 0,-2-6-8 0,1 3-10 16,-3-1-4-16,5 6-7 0,-2 3-5 0,0-3-3 15,1 6-4-15,-1 0-7 0,1-1-1 0,3 1-1 16,-7 0-4-16,3 0 1 0,-3-5-5 0,2 0-3 15,-2 0 0-15,-1-1-14 16,0-5-9-16,0 4-14 0,3-6-11 16,-3 3-13-16,-3 0 0 0,3-4-6 0,0-3 1 15,0 7 8-15,0-7-17 0,-5 1-23 0,5-1-19 16,0 0-27-16,-15-6-18 0,11 2-8 0,-3-5-11 0,2-1-126 16,0-6-311-16,-4-2 138 0</inkml:trace>
  <inkml:trace contextRef="#ctx0" brushRef="#br0" timeOffset="171075.73">7074 15066 183 0,'-2'-9'228'16,"1"-2"-16"-16,0 5-16 0,1-2-18 0,0 3-19 15,0 1-18-15,0 1-19 0,-2-2-12 0,2 5-20 16,4-4-17-16,-4 4-23 0,8 0-31 0,-8 0-29 16,11 4-25-16,-3 3-34 15,-1 0-27-15,-1 1-49 0,-1-3-90 16,1 7-254-16,2-4 113 0</inkml:trace>
  <inkml:trace contextRef="#ctx0" brushRef="#br0" timeOffset="171504.03">7440 15233 87 0,'-11'5'141'16,"-1"4"-23"-16,-3 1-2 0,1 2-18 0,4-1-11 0,-2 2-2 0,1 2-8 15,2 2-8-15,1-1-5 0,4-3-12 16,-2-1-1-16,2 5-6 0,2-5 2 0,0-2-9 0,4 4 4 16,0-4 2-16,3 2 7 0,4-4-3 0,0 1 2 15,1-2 1-15,8 1-6 0,-2-5-3 0,3 1 0 16,2-4 0-16,-1-1-3 0,0-2-4 0,2 0 1 15,-3-4-10 1,-3 2 5-16,2-2 5 0,-6-1 12 0,1-2 3 16,-6 0 2-16,1 1-6 0,0-4-1 0,-4 2-6 0,-2-2-4 15,-2 2-5-15,0-1 0 0,-2-3-3 16,-2 2-3-16,0 0-3 0,-4 2-4 0,-2 2-3 16,1 1-2-16,0-1-1 0,-5 5 1 0,2-1-6 15,0 1-5-15,-2 3-4 0,-4-1-4 0,0 4-6 16,5 0 2-16,-6 3-19 0,6-2-16 0,0 1-18 0,3 4-34 0,-1-4-16 15,2 5-27 1,2-1-24-16,2-2-118 0,-1-1-306 0,6 2 135 0</inkml:trace>
  <inkml:trace contextRef="#ctx0" brushRef="#br0" timeOffset="171939.91">7715 15207 199 0,'0'0'265'0,"3"-5"-24"16,-3 2-24-16,0 3-28 0,0 0-21 0,0-5-19 0,0 5-18 0,0 0-11 16,0 0-14-16,0 0-11 0,11 13-9 0,-8-9-9 15,-1 1-9-15,-1 3-6 0,2 4-11 0,-2-1-2 16,3 4-5-16,-4 2-5 0,4 0-5 0,-4 7-1 0,0-4-6 15,0-1-2-15,-3-3 0 0,2-3-4 0,1-1 0 16,-2-3-4-16,0 2-6 0,1-2 5 0,1-4-4 16,0-1 4-1,0 2-1-15,0-2 16 0,0 1 35 0,0-5 29 16,0 0 9-16,0 0-11 0,0 0-9 0,0 0-5 16,13-15-12-16,-7 7-6 0,1-2-5 0,0-1-7 15,5-3-3-15,-2-1-4 0,0 4-5 0,3-4-8 16,-2 5-2-16,-2 0-4 0,-2 3 9 0,2 0-14 15,-4 3-7-15,-1 0-2 0,1 0-5 0,0 1 1 16,0 3-5-16,-5 0 0 0,14 3-3 0,-7 0 3 0,-1 2-1 16,3 4-3-16,-2-2 1 0,2 8-6 0,2-1-10 15,-4 0-16-15,1 2-21 0,-3-4-23 0,-1 4-31 16,-1-1-30-16,0-1-37 0,-2 0-42 0,-1-1-36 16,-1-2-177-16,-5 0-467 0,2-1 208 0</inkml:trace>
  <inkml:trace contextRef="#ctx0" brushRef="#br0" timeOffset="172610.49">4946 16098 74 0,'-6'-3'131'0,"6"3"-3"15,0 0-17-15,-2-3-18 0,2 3-7 0,0 0-8 16,0 0-10-16,0 0-8 0,0 0-3 0,0 0-13 15,0 0-4-15,0 0-5 0,0 0 11 0,0 0-11 16,0 0-17-16,0 0 12 0,0 0-8 0,0 0-6 0,0 0 0 16,0 0 3-16,0 0-4 0,0 0-4 0,0 0 4 15,14 6 7-15,-14-6-6 0,12 1 9 0,-2 2 9 16,-1-5 0-16,10 1-5 0,2 0-1 0,12-2 7 16,6-2-5-16,24-4 5 0,32-2 0 0,1-5 1 15,11-2 7-15,10-1 4 0,12 0-2 0,17 0 0 16,6-3-2-16,12 5-6 0,6-3-4 0,0 3 1 0,2-2-6 0,-1 0 2 15,-11 2-4-15,-13 0-4 0,-15 2 3 0,-13 1-5 16,-16 2-8-16,-12 0 6 0,-35 6-3 0,-1-1-3 16,-18 1 0-16,0 2-2 0,-5-2 2 15,-5 1 10-15,-9 2 18 0,-7 0 23 0,2 3 22 0,-5-2 18 16,-2 0 9-16,1 0-8 0,-4-1-7 0,0 1-12 31,-3 2-8-31,2-3-6 0,-2 3-15 0,0-4-11 0,0 4-17 16,0 0-24-16,0 0-38 0,0 0-39 0,0 0-60 15,0 0-61-15,0 0-32 0,0 0-192 0,0 0-454 16,0 0 201-16</inkml:trace>
  <inkml:trace contextRef="#ctx0" brushRef="#br0" timeOffset="174099.77">11289 15109 196 0,'-4'-9'221'15,"3"-3"-16"-15,-3 3-14 0,3-1-2 0,1-2-6 16,-4 2-6-16,3 0-9 0,-3 0-12 0,4 5-4 16,0-2-9-16,0 1-8 0,-1 2-15 15,1-1-13-15,1 0-12 0,-1 5-11 0,-1-4-11 16,1 4-22-16,0 0-13 0,0 0-6 0,0 0-2 0,0 0-5 16,11 13 0-16,-6-5-4 0,2 0-4 0,-1 3-2 15,3 4-1-15,2 0 0 0,0-1-2 0,0 2 0 0,1 0 1 16,1-1 1-16,2-2-2 0,0 2-2 0,0-3-1 15,0 1-4-15,-4-7-2 0,4 3 2 0,-2-4-1 0,-3 1-1 16,2-3 4-16,2 0-3 0,-2-6 0 16,-1 1 0-16,-1-1 5 0,-1-6 1 0,1 1-6 15,-2 1 5-15,1-3 7 0,0-3 1 0,2-1 1 16,-4 1 1-16,-1-3 4 0,-2 0-2 0,0 1-1 0,0-1-3 0,-3 4 7 16,1 2 8-16,0 2 0 0,-2 1 3 0,1 2-12 15,0-1 0-15,-1 0-13 0,2 3-17 0,0-1-18 31,-2 4-15-31,0 0 4 0,0 0 2 0,0 0 2 16,0 15 3-16,0-4 4 0,0 8 1 0,0 1 2 16,0 5 1-16,-2 3 4 0,4 1 0 0,-4 3-1 0,4 1 6 15,1 13 4-15,3 3 2 0,-2-3 0 0,2 0 4 0,-1-12-2 16,-1 2 1-16,0-2-3 0,5 2-14 0,-4-4 1 16,2 1-3-16,-1-5 5 0,-1 2 4 0,-1-3 4 15,0-2-2-15,-3-7 0 0,-1 0 0 0,0-2-1 16,-1-3 3-16,1 0-2 0,-4-4 3 0,0 1 2 15,-4-2 0-15,-2 1 2 0,-4-2 3 0,1 0 0 16,-3-5 4-16,-3 3-4 0,-1-5 5 0,0 0 0 0,0-5 1 16,-1 3 0-16,-2-5 1 0,-4 0 3 0,9-2 0 15,-3 1 27-15,4-5 12 0,-2-4-2 0,2-4 0 0,7-2 1 16,1-3-6-16,8-3-3 0,2 0-6 0,8 0-6 16,3-1-1-16,4 0-6 0,12-11 0 0,5 3-4 15,1 3 0-15,4 3-6 0,2 3 2 16,3 2-1-16,3 6-4 15,-11 4 2-15,12-3 7 0,-15 9-12 0,-1 0 2 16,-3 2-2-16,-7 2 2 0,-3 2-2 0,0 0-1 16,-5 2 2-16,-3 1-2 0,-2 0 0 0,-2-1-6 15,1 1 4-15,-3 0-2 0,-1 0 0 0,-3 2-3 16,8-3 0-16,-8 3-1 0,0 0-2 0,1-2-13 16,-1 2-6-16,0 0-13 0,0 0-19 0,-16 7-19 15,8-2-18-15,0 0-32 0,3 0-29 0,-1-1-29 0,2 1-30 0,0 0-171 16,3-1-419-16,1-4 185 0</inkml:trace>
  <inkml:trace contextRef="#ctx0" brushRef="#br0" timeOffset="174535.78">12449 15223 108 0,'0'0'153'0,"0"0"-9"0,-9-2-8 0,9 2-5 0,0 0-5 16,0 0-4-16,0 0-12 0,0 0-4 0,0 0-10 15,0 0-9-15,0 0-5 0,16-8-8 0,-4 7-6 16,7-3-8-16,2 0-7 0,7 1-6 16,0-3-1-16,6 4-4 0,-1-4-5 0,1 1-7 15,1 0 1-15,-2 3-6 0,0-3-3 0,-2 1-2 0,-11 2-1 16,2 1-6-1,-4 0 1-15,-5 0-3 0,-3-1-13 0,-1 2-8 16,-3-1-10-16,-1 2-12 0,-5-1 3 0,0 0 3 16,0 0-7-16,0 0-23 0,-11 9-21 0,0-5-16 0,-1 1-22 15,-1-1-139-15,0 1-274 0,3-1 121 0</inkml:trace>
  <inkml:trace contextRef="#ctx0" brushRef="#br0" timeOffset="174831.95">12517 15426 5 0,'0'0'236'0,"0"0"-23"0,0 0-20 0,0 0-24 0,0 0-14 15,27-4-16-15,-7 1-16 0,14-3-8 0,-1 2-12 16,0-2-14-16,2 1-1 0,4 0-16 0,-2-2-3 16,2 1-7-16,-2-1-7 0,-4-1-5 0,-2 5-6 15,-11 0-3-15,-1 1-4 0,-6-1-6 0,-2 3 3 0,-3-2-6 16,1 0-4-16,-4 1 0 0,3 1-10 0,-8 0-19 16,0 0-19-16,6 1-21 0,-6-1-32 0,0 0-52 15,-11 9-194-15,3-6-349 0,3 0 155 0</inkml:trace>
  <inkml:trace contextRef="#ctx0" brushRef="#br0" timeOffset="178122.73">14060 14882 2 0,'0'0'114'0,"-2"-5"-6"0,2 5-6 16,0 0-9-16,0 0-5 0,0 0-8 0,0 0-7 0,0 0-7 0,0 0 0 15,0 0-13-15,0 0-6 0,0 0 12 0,0 0-14 16,0 0 1-16,0 0-3 0,0 0-3 0,0 0-1 0,0 0-2 15,0 0-8-15,0 0 4 0,0 0-8 0,0 0-2 16,0 0-1-16,0 0-5 0,0 0 6 0,0 0-8 16,0 0-1-16,0 0 0 0,0 0 1 0,0 0-5 15,9 0 4-15,-9 0-7 0,14 0 5 0,-5-2-1 0,5 0-3 16,-2 1 2-16,1-1 0 0,-1-1-3 0,1-1-1 16,0-1 2-16,3 1 2 0,-3 0-3 0,-3-1 3 15,1-1 8-15,-3 3 13 0,0-3 10 0,-3 2 12 16,1 2 14-16,-3-1 6 0,1-1-4 0,1 2-11 15,-5 2-7-15,0-6-4 0,0 6-14 0,-7-2-6 16,-2 0-5-16,-3 4-2 16,-6-1-2-16,-3 3-4 0,-9 0 0 15,0 6-3-15,-5 3-5 0,1 3 1 0,-11 6 1 0,0 5-4 16,2-1-1-16,-1 6-1 0,7 0-2 0,6-7-3 16,5 0-2-16,-1 2 5 0,6-1-2 0,1 3-2 15,6-3 0-15,1 1 2 0,7-2-1 0,2-6 1 16,5 5 2-16,4-5 4 0,7 3 0 0,8-2 5 15,7-2 7-15,5-2 2 0,5-8 1 0,15 5 2 0,5-5-3 0,-4-5-1 16,-3-6 3-16,4-3-1 0,-17 3 1 0,0-5-3 16,1 1 0-16,-5 2-3 0,-2-3 9 15,-8 4 13-15,-9-1 11 0,-1 0 16 0,-3 1 10 16,-1 2 7-16,-1 0-6 0,-3-1-6 0,0 2-2 0,0-3-15 16,-1 1 0-16,-4 3-9 0,2-4-5 0,-2 4-5 15,3-3-6 1,-3 3-14-16,0 0-19 0,-1-6-18 0,1 6-17 15,0 0-21-15,0 0-27 0,0 0-24 0,0 0-25 16,0 0-35-16,0 0-24 0,-19 3-37 0,19-3-125 16,0 0-390-16,-9 4 172 0</inkml:trace>
  <inkml:trace contextRef="#ctx0" brushRef="#br0" timeOffset="178470.58">14500 15181 87 0,'0'-5'293'0,"0"5"-20"0,0-6-28 0,0 6-22 15,0-4-30-15,0 4-21 0,0 0-19 0,0 0-16 0,0 0-23 16,0 0-9-16,0 0-16 0,4 13-7 0,-4-5-10 0,0 3-9 16,1 7-7-16,2-1-6 0,-2 2-3 15,-1-1-5-15,4 7-5 0,-4 5-3 0,0-7-3 16,1-6-2-16,3 4-3 0,0-3-2 0,0 0-1 15,-3-6-3-15,3 1-3 0,-3-2 2 0,-1-3-5 16,3 1 3-16,-2-4-3 16,-1-1-2-16,4 3-1 0,-4-4 3 0,1 1-22 15,-1 0 5-15,0 2 3 0,3-4-4 0,-3-2 3 16,0 0 2-16,0 0 4 0,0 3-5 0,0-3-6 16,0 0-4-16,0 0-12 0,0 0-6 0,0 0-5 15,0 0-22-15,0 0-57 0,0 0-76 0,0 0-208 16,-3-16-429-16,3 9 190 0</inkml:trace>
  <inkml:trace contextRef="#ctx0" brushRef="#br0" timeOffset="178940.77">14877 14769 93 0,'0'0'161'0,"-6"0"-10"0,6 0-16 16,0 0-19-16,0 0-1 0,0 0-19 0,0 0-12 15,0 0-2-15,15-3-9 0,-1 3-9 0,7-3-4 16,9 1-7-16,-1-2-3 0,5-1-8 0,3 1-4 0,12-4-1 15,-10 4-5-15,14-5-4 0,-2 1-1 0,1 0-2 16,-13 2-5-16,13-4 0 0,-19 5-3 16,0 0-4-16,-6 2 1 0,-7 1-5 0,-7 1-7 0,0-2-12 0,-4 3-9 15,-3 0-3-15,0 0-13 0,-6 0-14 0,0 0 2 16,0 0-8-16,-16 7-16 0,2-4-19 0,-4 1-30 16,-1 1-71-16,-3 0-204 0,4-2 90 0</inkml:trace>
  <inkml:trace contextRef="#ctx0" brushRef="#br0" timeOffset="179310.22">15262 14759 39 0,'0'0'207'0,"-1"-2"-21"16,1 2-15-16,0 0-15 0,0 0-22 0,0 0-11 16,0 0-19-16,0 0-11 0,0 0-14 0,0 0-4 15,0 0-4 1,1 18-9-16,0-7-7 0,0 6-2 0,-2 2-8 0,1 7 2 15,1 3-3-15,-1 3 0 0,3 0-5 0,-2 2-8 16,1-1 8-16,1 1-1 0,4-1-6 0,-2 0 1 16,0-3-3-16,-1 1-7 0,0-3 1 15,1-1-7-15,-3-6 0 0,1-4 2 0,0 1-5 16,-1-2 3-16,-2-1 1 0,-2-1-6 0,0-5 4 0,1 2-1 16,-4 1 5-16,-2-4-1 0,-2 0-3 0,-1-2 5 0,-1-2-10 15,-7 4 8-15,-1-4-3 0,-3-1 5 0,-1-3 0 16,1 0 0-16,0 0 0 0,-4-7-3 0,4 2 5 15,3 2-6-15,0-4 3 0,5 4-1 0,2-1 0 16,2 0-3-16,0 4 1 0,5-3-2 0,-2 1-6 16,3 1 3-16,-1-1-15 0,5 2-21 0,-7-3-15 15,7 3-30-15,0 0-4 16,0 0-14-16,0 0-24 0,0 0-21 0,7 9-21 16,0-6-168-16,-1 0-347 0,7-2 154 0</inkml:trace>
  <inkml:trace contextRef="#ctx0" brushRef="#br0" timeOffset="179743.53">15571 15280 18 0,'0'0'249'0,"0"0"-29"0,0-5-26 0,0 5-17 0,0 0-26 16,0 0-17-16,0 0-14 0,0 0-13 0,0 0-13 16,0 0-18-16,1 16-2 0,-1-9-4 0,0 3-9 15,0 2-4-15,0 4-8 0,-1 2-3 0,1-1-6 16,-2-1-4-16,2 0-4 0,-2 0-5 0,2-3 7 16,0-1-9-16,-1-2-1 0,1-1-4 0,0 0 1 15,-3-4-5 1,6 0 15-16,-3-1 28 0,0 2 26 0,0-6 31 15,-3 2 27-15,7 1 22 0,-4-3 3 0,0 0-6 0,0 0-14 16,4-7-14-16,0 0-14 0,1-1-8 0,-1-2-17 16,3 0-10-16,1-1-8 0,1-3-3 0,0 0-10 15,0 3-14-15,-4 1 1 0,2 1-12 16,-2 2-6-16,-1 2 0 0,1 0-6 0,-4 1-9 16,0 1-9-16,2 0-16 0,-3 3-16 0,5-2 5 0,-5 2-1 0,0 0-13 15,11 5-11-15,-7-1-17 0,1 3-23 0,2 0-16 16,-2 3-21-16,0-2-31 0,0 2-34 0,1-2-38 15,1 2-43-15,-3 0-225 0,1-2-531 0,-1-3 236 16</inkml:trace>
  <inkml:trace contextRef="#ctx0" brushRef="#br0" timeOffset="180127">16054 14824 139 0,'0'0'210'0,"0"-6"-20"0,0 6-26 15,0 0-21-15,4-4-11 0,-4 4-18 0,0 0-12 16,0 0-12-16,4 12-9 0,-3-4-9 0,-1 3-9 15,0 5-1-15,3 0-3 0,-2 5-8 0,-1 5 3 0,0 0-6 0,-1 0-4 16,1 1-5-16,0-4 0 0,0 3-4 0,0 0-4 16,1-7-9-16,-2 0 2 0,2 0 2 0,2-2-5 15,-3 0 2-15,2-4-6 0,2-1 6 0,0-2-7 16,-3 2 1-16,0-4-6 0,1 0 3 0,-1-3-1 16,-1 0-1-16,1 0 1 0,-1-2-3 0,3 1-5 15,-1-1 10 1,2-1 2-16,-4-2-6 0,13 0 9 0,-3 0-2 15,-1-2-10-15,4-1-20 0,-2-1-26 0,1-1-25 16,2 0-53-16,1-2-39 0,3-1-168 0,-9 2-349 16,9-6 154-16</inkml:trace>
  <inkml:trace contextRef="#ctx0" brushRef="#br0" timeOffset="180343.09">15892 15107 143 0,'0'0'251'0,"-4"-4"-27"0,4 4-26 0,17-8-22 0,-4 4-18 16,6 0-27-16,2 0-32 0,7-3-38 15,4 1-37-15,0 2-43 0,4-1-48 0,-3 1-61 16,-2-3-81-16,-2 1-226 0,-7 2 100 0</inkml:trace>
  <inkml:trace contextRef="#ctx0" brushRef="#br0" timeOffset="180597.16">16319 14814 49 0,'7'-2'170'16,"0"2"-18"-16,3 2-6 0,4 1-16 0,3 6-14 0,6 4-1 0,-2 3-5 16,2 4-14-16,-5 4-2 0,1 1-9 0,-2 4-2 15,-3 1-10-15,-5 1-6 0,-4 2-10 0,-2 2-4 0,-4-5-4 16,-3 2-4-16,-4-1-11 0,-1-2-15 0,-4 3-8 16,-1-6-9-16,-5 0-13 0,-4 0-6 0,1-4-3 15,-1 1-29-15,-5-4-46 16,0-4-45-16,-4-4-98 0,3 0-257 0,-1-5 114 15</inkml:trace>
  <inkml:trace contextRef="#ctx0" brushRef="#br0" timeOffset="180912.99">15985 14614 42 0,'0'0'167'0,"0"0"-20"0,0 0-12 0,-14 14-28 15,8-2-6-15,-1 6-10 0,-4 10-3 0,1 6 4 0,-3 14-5 16,-2 1-6-16,0 3 0 0,4-5-7 15,5 2-6-15,-1-2-6 0,6-12-4 0,5 0-3 16,0-1-4-16,5-3-8 0,4-2 9 0,4-1-11 16,4-2-8-16,4-3 4 0,4-2-1 0,6-4-11 0,0 0-32 0,2-5-52 15,12 0-60-15,-9-4-160 0,0-6-301 0,11-1 134 16</inkml:trace>
  <inkml:trace contextRef="#ctx0" brushRef="#br0" timeOffset="181830.89">16996 15100 181 0,'-8'0'165'0,"8"0"-5"0,-6 0-10 15,6 0-12-15,0 0-16 0,0 0-17 0,0 0-7 16,0 0-5-16,0 0-10 0,0 0-4 0,0 0-3 0,0 0-1 15,0 0-12-15,24-3-7 0,-24 3-1 0,5 0 0 16,-5 0 1-16,0 0-5 0,9 0 6 0,-9 0 0 0,0 0 1 16,0 0-1-16,5-2-8 0,-5 2-1 0,0 0 0 15,0 0 0-15,0 0-2 0,0 0 0 0,0 0-6 16,0 0-8-16,5 0 4 0,-5 0-7 0,0 0 1 16,0 0-5-16,0 0 6 0,0 0-11 0,0 0-3 15,0 0-1-15,0 0 2 0,0 0-1 0,0 0 0 0,0 0 2 31,0 0-2-31,0 0-4 0,7-2-1 0,-7 2-2 16,0 0-1-16,0 0-2 0,6-1-3 0,-6 1 2 0,5-1 1 16,-5 1-2-16,0 0-2 0,0 0 1 0,0 0-1 15,0 0-1-15,4-3 3 0,-4 3 3 0,0 0-7 0,0 0-1 16,0 0 1-16,0 0 1 0,0 0-1 16,0 0-4-16,0 0 4 0,0 0-3 0,0 0 3 15,0 0-1-15,5-2 2 0,-5 2-3 0,0 0 2 16,0 0-1-16,0 0 1 0,0 0-1 0,0 0-1 0,0 0 1 15,0 0-1-15,0 0-1 0,0 0 2 0,0 0-4 0,0 0 4 16,0 0-2-16,0 0 3 0,0 0-1 0,0 0-2 16,0 0 2-16,0 0 4 0,0 0 2 15,0 0-12-15,0 0 3 0,0 0-1 0,0 0-1 0,0 0 1 16,0 0 2-16,0 0 0 0,0 0-1 0,0 0 2 0,0 0 0 16,0 0-2-16,0 0 4 0,0 0-2 0,0 0 1 31,0 0 3-31,0 0-4 0,0 0 2 0,0 0-1 0,11 4 3 15,1-6 0-15,6 0-3 0,5-1 2 0,8 0 1 16,1-1-1-16,2 2-3 0,1-2 0 0,4 0 1 16,-2-1 0-16,3 1-1 0,-1 1 4 0,-1 1-2 15,-6 0-1-15,-2-2-5 0,-8 0-2 0,-3 2-12 16,-5 2-9-16,-1-3-1 0,-4 2-12 0,0-1-5 0,-3-1-23 16,-3 2-17-16,-1-2-37 0,-2 3-22 0,0 0-9 15,0 0-15-15,-21-4-149 0,9 4-343 0,-2-1 152 16</inkml:trace>
  <inkml:trace contextRef="#ctx0" brushRef="#br0" timeOffset="182047.21">17223 14945 191 0,'-1'-4'291'0,"0"-1"-3"0,0-1-10 0,-1 2-17 16,2 1-36-16,0 3-25 0,-1-5-25 0,1 5-21 15,0 0-18 1,0 0-18-16,-1 18-11 0,2-4-14 0,-2 4-2 16,-1 7-16-16,4 2-4 0,-2 4-6 0,1 0-1 15,0-1-10-15,2 1-22 0,-1 1-39 0,3 0-58 16,-3 1-75-16,2-1-71 0,-4-3-214 0,0-4-459 16,0-7 203-16</inkml:trace>
  <inkml:trace contextRef="#ctx0" brushRef="#br0" timeOffset="185005.28">18464 14680 102 0,'0'0'139'16,"-2"-4"-13"-16,2 4-18 0,0 0-4 0,0 0-14 0,-7 0-13 15,7 0-2-15,0 0-17 0,0 0 1 0,0 0-4 16,0 0-10-16,0 0-5 0,-9 3-1 16,9-3-8-16,0 0-3 0,0 0-4 0,0 0 3 15,0 0-10-15,0 0 1 0,0 0 11 0,0 0 7 0,0 0 3 16,0 0 5-16,21 4-10 0,-10-4-5 0,1-3-1 16,2 2-4-16,-1-2-2 0,6-4 0 0,-3 2 1 0,2-1-7 15,0-2 0-15,1-2 7 0,-1-1 11 0,-4 1 5 16,3-1 0-16,-4 0 1 0,-7 6 5 0,4-3-3 15,-1-1 0-15,-5 4-2 0,0-1-3 0,-2-1-1 16,0 2-2-16,-2-2-8 0,-3 3-4 0,-3 2-3 16,-6 2-1-16,-4 0 0 0,-5 2-7 0,-6 7-3 15,0 4-3-15,1-1-2 16,-5 9 3-16,-11 8 2 0,2 1-8 0,4 4 0 16,3 0-1-16,10-5 15 0,-5 10-2 0,8-11-1 15,3 5-1-15,4-3-1 0,4 0-2 0,5-2 4 0,4-1-21 16,6 0 6-16,4-1 1 0,9-5 2 0,5 0-4 15,4-3-11-15,8-3-34 0,-3-2-32 0,7-4-60 16,-2-1-189-16,1-4-356 0,-1-3 158 0</inkml:trace>
  <inkml:trace contextRef="#ctx0" brushRef="#br0" timeOffset="185368.65">18753 15023 143 0,'0'0'217'0,"0"0"-23"0,0 0-21 16,0 0-20-16,0 0-10 0,0 0-18 0,25 2-15 0,-16 2-8 15,2-1-17-15,3 5-6 0,-3-2-9 0,-2 2-6 16,5 4-2-16,-6-3-10 0,1 4-6 0,0 2-5 16,-4 1-11-16,-4-1-1 0,-2 2 0 0,-3 0 0 15,-1 2-4-15,-4-2-3 0,1-1-5 0,-1-3-3 0,-1 4-5 16,5-8 3-16,-4 2-1 0,5-2 2 0,-1-2-4 16,0-2-1-16,1 0 2 0,2-1 6 0,-1 0-5 15,3 0 2-15,0-4-1 0,7 0 3 0,7 0-9 0,15-3-9 16,3 0-17-16,5-3-48 0,17-3-59 0,-1-2-204 15,-3-2-357-15,4 2 158 0</inkml:trace>
  <inkml:trace contextRef="#ctx0" brushRef="#br0" timeOffset="188889.9">19425 14512 61 0,'0'0'119'0,"-6"2"-4"0,6-2-11 0,0 0-8 16,0 0-4-16,0 0-8 0,0 0-5 0,-4-5-3 15,4 5-6-15,0 0-3 0,0 0-2 0,0 0-3 16,0 0-6-16,0 0-11 0,0 0 5 0,0 0-8 0,0 0-5 15,0 0-4-15,0 0-8 0,0 0 3 0,0 0-2 16,0 0 0-16,0 0 2 0,0 0-2 0,0 0-1 16,0 0-5-16,0 0 0 0,0 0 0 0,19-1 7 15,0-3-13-15,9 0-1 0,4 1 0 0,0 1 0 16,7-2-1-16,12-2-3 0,2 1 2 0,1-1-5 16,4 0 2-1,-4 1-6-15,0 0 4 0,-14 1-4 0,-3 0 1 16,-5 0-1-16,-1 2 1 0,-10 0-9 0,-4-1-1 15,-4 1-4-15,-4 2-3 0,-1 0-15 0,-3-1-19 0,-5 1-17 16,3-2-12-16,-3 2-11 0,0 0-16 0,-20 0-112 16,5 0-233-16,2 0 103 0</inkml:trace>
  <inkml:trace contextRef="#ctx0" brushRef="#br0" timeOffset="189313.28">19745 14474 191 0,'-7'-4'184'0,"7"4"-13"0,0-2-20 16,0 2-18-16,0 0-15 0,0 0-8 0,0 0-21 16,0 0-6-16,0 0-14 0,-9 7-6 0,8-2-9 15,-2 3-5-15,3 1-11 0,-5 8 13 0,0 7-1 16,1 5-4-16,3 1-1 0,-3 3-3 0,3 3-3 15,-2 10 1-15,3 1-1 0,0-11-4 0,3 10-2 16,-2-12-2-16,1 3 0 0,1 9 16 0,5-13-21 0,-6-4-8 0,2 1 2 16,0-2-1-16,-1-2-2 0,-2-1 0 15,-1-7-5-15,-1 0 1 0,-2-1 0 0,-1-5-3 0,-1 1 11 16,0-1 1-16,-4-3 8 0,0-1 4 0,0-2-2 16,-9 2 0-16,1-3 1 0,0-1 0 0,-2-4 4 15,1 0 2-15,0 0 2 0,0 0 1 0,0-4 0 16,-1-1-1-16,1 0-3 0,0 1 6 0,4-1 1 0,1 1-1 0,3-2-2 15,-2 3 2-15,4-1-4 0,0 1-5 0,3-1-5 16,0 1-2-16,0 1-5 0,5 2 1 16,-8-3-6-16,8 3-13 0,-6 0-17 0,6 0-15 15,-4-2-29-15,4 2-30 0,0 0-18 0,0 0-29 16,0 0-29 0,0 0-36-16,15 5-195 0,-5-5-426 0,3 2 188 15</inkml:trace>
  <inkml:trace contextRef="#ctx0" brushRef="#br0" timeOffset="189729.71">20046 15245 59 0,'0'0'119'15,"0"0"-8"-15,0 0 5 0,-8 0 5 0,8 0-9 0,0 0-9 16,0 0 1-16,0 0-7 0,0 0 0 15,0 0 5-15,-6 2 7 0,6-2-9 0,0 0-3 0,0 0-6 16,0 0-12-16,0 0-8 0,19-4-5 0,-9 3-5 0,3-1-7 16,8 0-4-16,0 1-10 0,1 0 1 0,5-3-7 15,1 0-2-15,-9 1-4 0,11-1-2 0,-11 2-5 0,-3-1-1 16,-1-1 3-16,-3 4-5 0,-3-3-1 0,-2 2-2 16,0 0-2-16,-2-2-2 0,0 3-12 15,-5 0-12-15,8-3-23 0,-8 3-35 0,4-3-28 16,-4 3-28-16,0 0-34 0,-13-5-131 0,9 5-316 0,4 0 140 15</inkml:trace>
  <inkml:trace contextRef="#ctx0" brushRef="#br0" timeOffset="190193.22">20557 15074 169 0,'0'0'248'0,"0"0"-25"16,-1-5-24-16,1 5-24 0,0 0-21 0,0 0-19 0,0 0-13 0,0 0-13 16,0 0-11-16,0 0-12 0,1 14-9 0,1-7-6 15,-2 3-9-15,0-1-3 0,0 3-8 0,0 1-9 16,-2-1-5-16,2 4-3 0,-1 1-2 0,-3-1 3 15,2 1-9-15,-2-4-4 0,1-1-2 0,1-1 0 16,0-1-4-16,0-3 0 0,-1-1 0 0,2-1 0 16,0-1 1-16,1 0 20 15,-2 0 23-15,2-4 27 0,0 5 27 0,0-5 32 16,0 0 0-16,0 0-9 0,0 0-18 0,0 0 0 16,0 0-8-16,9-10-18 0,-4 3-12 0,-1 2-8 15,4-4-9-15,-3 0-7 0,4-1-4 0,-4 3-5 16,3-3-7-16,-3 3 6 0,0 0-16 0,0 3-4 0,-4 0-4 0,3 1-2 0,0-1-5 15,-3 1-7-15,3 2-12 16,-4 1 1-16,0 0 3 0,8-1-1 0,-8 1-4 16,5 3-1-16,0 1 3 0,0 1-13 0,-1 0-3 15,1 2-16-15,-1-3-17 0,1 5-17 0,0-1-35 0,0 2-35 16,-2-3-37-16,-1 2-44 0,1 0-44 16,-2-2-245-16,-1-2-551 0,-1 2 244 0</inkml:trace>
  <inkml:trace contextRef="#ctx0" brushRef="#br0" timeOffset="190731.3">21109 14299 183 0,'0'-4'229'0,"0"4"-19"0,3-4-26 0,-3 4-16 16,2-4-20-1,-2 4-18-15,0 0-19 0,0 0-11 0,0 0-9 0,0 0-12 16,3 13-10-16,-2-5-7 0,-1 2-6 0,0 6-6 16,1 1-7-16,-1 1-2 0,2 9-10 0,-1-3-4 15,2 3 2-15,-3 1-2 0,2-1-1 16,1 4-1-16,-1-3-2 0,3 0 0 0,-1-1-2 0,1 0-2 0,-4-3 0 0,3-6-6 15,-1-1 2-15,1-6-8 0,-2 1 3 16,2 0-1-16,-4-7 2 0,2 4 0 0,0-2-5 16,-1-2 5-16,-1 0 2 0,2-2-1 0,-2 1 1 15,3-1 25-15,-3-3 2 0,0 5-3 0,0-5-3 16,0 0-2-16,17-3-2 0,-8 3-4 0,1-2-5 16,0-2-11-16,2 0-15 0,-1 0-24 0,1-4-28 15,2 2-26-15,0-4-32 0,1 2-26 0,-1-3-39 16,0 3-156-16,-2-3-363 15,-2 2 160-15</inkml:trace>
  <inkml:trace contextRef="#ctx0" brushRef="#br0" timeOffset="190947.41">20982 14659 150 0,'-4'-2'231'0,"4"2"-23"0,0 0-26 0,10-10-14 0,1 6-20 15,2 1-13-15,9-1-14 0,-2 1-14 16,12-2-23-16,-1 2-22 0,-1-1-34 0,1 1-28 0,-1-1-42 0,-9 2-48 16,1-2-159-16,0 0-270 0,-4 2 120 0</inkml:trace>
  <inkml:trace contextRef="#ctx0" brushRef="#br0" timeOffset="191232.6">21431 14279 83 0,'0'-4'192'0,"4"-1"-22"15,1 4-19-15,-5 1-15 0,13 1-15 0,-4 1-14 16,1 3-13-16,4 4-7 0,2 2-1 0,3 6-15 0,0 2-1 16,-2 3-2-16,-1 6-5 0,-1 0 3 0,-3 1-3 15,-1 4-7-15,-3 12-3 0,-3 4-4 0,-7-4-6 16,-1-10-9-16,-6 0 5 0,-2 0-1 0,-12 6-5 16,-3-2-1-16,2-10 2 0,-4-2-10 0,-12 6-10 15,9-12-8 1,-12 5-17-16,10-9-26 0,0 0-31 0,-6-4-30 0,2-2-53 15,-14-1-136-15,15-6-310 0,2-1 137 0</inkml:trace>
  <inkml:trace contextRef="#ctx0" brushRef="#br0" timeOffset="191565.17">20952 14197 67 0,'-1'-2'186'0,"1"2"-18"0,-5-4-20 15,5 4-14-15,-12 9-18 0,1-3-12 0,-6 12-16 16,-2 5-4-16,-3 2-9 0,2 7-9 0,-7 6-4 16,0 6-4-16,4 2-1 0,5 0-9 0,3 2 5 15,7 1-3-15,4-1-7 0,6-12-1 0,5 10-2 0,4-12-6 0,14 7 2 16,-2-12 7-16,14 10-12 0,4-8-34 0,2-6-69 16,-7-8-221-16,14-1-318 0,-13-8 140 0</inkml:trace>
  <inkml:trace contextRef="#ctx0" brushRef="#br0" timeOffset="197462.01">24250 14485 51 0,'0'0'81'0,"0"-5"-1"0,0 5-5 0,0-2 0 15,0 2 2-15,0-5-10 0,0 5 1 0,0-7-3 0,0 7-7 16,-2-5 12-16,2 5-6 0,-2-7 3 16,2 4-1-16,0-2-3 0,0 5-4 0,0-7 2 0,2 4 4 15,-2-3 2-15,0 3-3 0,0-1-2 16,0 4-3-16,2-4-2 0,-2 4 0 0,0-4-2 0,0 4-8 16,0 0-5-16,0-7-5 0,0 7-9 0,0 0 2 0,0 0-10 15,0 0-5-15,0 0-2 0,0 0 0 0,5 14-4 16,-1-8-2-16,0 6 3 0,-3 2 0 0,3 5-6 0,1 0 3 15,-4 7-2-15,3 2 2 0,-1 1-2 0,-2 3 2 16,3-3 0-16,-3 1-10 0,-1-1 3 16,3-2 0-16,-3-1 1 0,0 0 18 0,1 0-7 15,-1-8-2-15,0 0-2 16,0 1-4-16,4-4 5 0,-4 2-3 0,0-6-1 16,0-1 2-16,1-2-1 0,-1-3 1 0,0 2 1 15,0-2 1-15,-1 0 22 0,1 0 17 0,1-3 16 16,-1 3 20-16,0-5 21 0,0 5 15 0,0-5 13 15,0 3 18-15,0-3 2 0,0 0-10 0,0 0-14 16,0 0-15-16,0 0-8 0,0-18-4 0,3 8-17 16,-1-1-12-16,-2-4-8 0,3-2-5 0,-1 0-5 0,2-3-9 0,3-5-13 15,-1-3-2-15,4-1-13 0,-1 0 2 0,0-2-11 16,2 3 3-16,2-2 2 0,0 1-4 0,2 3-4 16,-2 1 1-16,3 1-2 0,-5 7 4 0,1 2-7 15,-1 2 0-15,-1 0 2 0,0 5-11 0,-2-1 6 0,1 4-3 16,-1-2 5-16,-2 5 0 0,3-4-5 0,-1 4-7 15,-2 2 1-15,3 1 6 0,0 1-5 0,0 3-6 16,1 1 2-16,-2 2 2 0,0 1 0 0,4 8 2 16,-3-2-3-16,2 3-1 0,-1 7 15 0,1 2-10 0,-4-2 5 15,-1-2-2-15,0 4-8 0,-2-4 1 0,0 2 6 16,1 0 0-16,-5-6 3 0,2 0 1 16,-2-1 2-1,2 1-3-15,-2-2 0 0,0-2 0 0,0-2 0 16,0-1-1-16,1-2 0 0,-1 0 2 0,0-2-2 0,-1-2 4 0,1 0-1 15,0 0 2-15,0-1-4 0,-2 0 3 16,0-2-3-16,2-3 2 0,0 7 2 0,0-7 0 16,0 5-1-16,0-5 1 0,0 3 4 0,0-3-5 15,0 0 4-15,0 0 3 0,2 4 1 0,-2-4-3 16,0 0 0-16,0 0 2 0,7 0 5 0,3-2-10 16,11 0-31-16,8-5-38 0,5-1-59 0,5 2-84 0,16-7-110 0,1-2-213 15,-3 1-578-15,-4-4 255 0</inkml:trace>
  <inkml:trace contextRef="#ctx0" brushRef="#br0" timeOffset="198163.49">25326 14720 49 0,'0'0'103'0,"0"0"-5"0,0 0-11 0,-4 2-1 15,4-2-1-15,0 0-7 0,0 0-8 16,0 0 4-16,0 0 0 0,0 0-7 0,0 0 8 16,0 0 4-16,0 0 8 0,0 0-1 0,18-3-8 15,-5 1-5-15,5-3-10 16,7 1-6-16,7 1-7 0,0 0 0 0,1-3-5 16,7 3-4-16,11-4-7 0,-12 3-1 0,14-3 1 15,-4 1 8-15,-10 1-5 0,-3 3-2 0,-4-3-3 16,-1 5-2-16,-10-3-5 0,-4 3-3 0,-3-3-2 15,-2 3 0-15,-3 0-9 0,-2-1-1 0,0 1-3 0,-7 0-1 16,6 0-10-16,-6 0 2 0,0 0-10 16,0 0-10-16,-18 4-15 0,7-3 2 0,-1 2-12 0,-2-2-20 0,4 4-15 15,0-5-11-15,-2 2-25 0,1 0-138 0,-1-1-277 16,6 2 123-16</inkml:trace>
  <inkml:trace contextRef="#ctx0" brushRef="#br0" timeOffset="198488.27">25874 14462 109 0,'0'0'167'16,"-1"-4"-18"-16,1 4-13 0,0 0-3 0,0 0-15 0,17 6-8 0,-6 0-4 15,4 0-4-15,2 3-8 0,2 3-6 16,4 3-15-16,0-1-3 0,-1 3-4 0,1 3-7 0,-9-8-6 16,5 9-6-16,-8-4-3 0,0 0-7 0,-5 0-3 15,-1 0-1-15,-2 2-3 0,-2-6 0 0,-3 2 7 16,-5-1 0-16,-2 2 2 0,-3 0-2 0,-4-3-3 16,-3 4-3-16,-4-3-1 0,0 1-2 0,-4-2-2 0,2-3-6 0,0 1-20 15,0 0-17-15,7-2-33 0,-4-4-38 0,3 4-50 16,1-3-181-16,4-4-347 0,5 4 154 0</inkml:trace>
  <inkml:trace contextRef="#ctx0" brushRef="#br0" timeOffset="199715.25">26662 14372 95 0,'0'-4'212'0,"0"4"-19"16,2-4-7-16,-2 4-22 0,-2-5-21 0,2 5-13 0,0 0-15 0,0 0-12 15,0 0-14-15,0 0-8 0,11 14-9 0,-10-2-8 16,3 0-10-16,-3 5-7 0,3-1-3 0,-1 4-5 15,-1 5-1-15,-3 1 1 0,0 2-11 0,-2-2-5 16,3 3 0-16,-1-1-4 0,-6-2-2 0,6-2-2 16,-3-7 1-16,3 1 3 0,-3-7-9 0,3 3 1 0,1-4 0 15,-2-3 4-15,0 1 27 0,2-3 25 0,0 0 27 16,0-1 34-16,0-1 31 0,0-3 35 0,0 5 27 16,0-5-3-16,0 0-22 0,0 0-21 0,4-12-34 15,1 6-3-15,-1-4-9 0,2 1-11 0,-2-3-16 16,5-5-8-1,1 0-13-15,1 0-8 0,-4 0-5 0,5 1-8 0,-3-2-8 16,1 2-4-16,-4 5-3 0,2 3-6 0,-3-2-7 16,-1 6-4-16,-2-1 8 0,2-1-14 0,-1 3-13 15,-1 1-17-15,3 0-25 0,-5 2-24 0,0 0-8 16,0 0 14-16,8 1 6 0,-4 2 9 0,0 3 4 16,2 2-3-16,-2-2 6 0,6 6 4 0,-5-2-15 15,4 4-8-15,4-1-14 0,-1 0-11 0,8 4-14 16,-2 1-18-16,4-3-15 0,2 1-14 0,1-2-12 0,3-6-16 0,-2 4-20 15,4-4-5-15,0-3-6 0,2-3-3 0,0-2 20 16,-2 0 3-16,-2-3 11 0,-7 1 19 0,0-5 19 16,-3-1 17-16,0-2 32 0,-3-1 29 0,-1 0 21 15,-4-3 14-15,0-3 8 0,-1 2 17 0,-2-1 20 16,-3 6 6-16,1-7 23 0,0 1 9 0,-5 4 10 16,0-1 5-16,-3 1-5 15,2 2-2-15,0 0-4 0,-2 1-2 16,-1 1-8-16,-1 1-8 0,1 2-12 0,-2-2 0 15,0 5-8-15,-1-1-7 0,-3 1-4 0,-3 0-2 16,0 4-7-16,1 0-1 0,-6 1-1 0,2 5-6 0,-4 0-2 16,3 2 3-16,1 3-5 0,0 1-1 0,4 0-2 15,-1 0 0-15,1 0 0 0,3 3 2 16,-1-1-2-16,5-1 0 0,1 0 1 0,4-2-2 0,0-1 3 0,4 0-1 16,5-2 4-16,-1 0-2 0,2-2 2 0,5 1 0 15,4-2-2-15,2-4 2 0,7-3 2 0,-8 5-1 16,0-7 0-16,1-2 2 0,-3 0 0 0,1-1 10 15,-2-2-2-15,-3-3 1 0,-1 2 8 0,-4 1-2 0,2-7 2 0,-1-1-3 16,-2-1-6-16,-4 1-2 0,0-4-6 0,-2 2-7 16,-3 0-4-16,-1 2 2 0,-2 1-10 0,-3 1 2 15,0 3-2-15,0 1-9 0,-2 1-4 0,0-1-7 16,-1 4-2-16,-3 1-19 0,4 1-14 0,-5 1-21 16,5 2-26-16,-1 0-27 0,3 2-28 0,1 1-24 15,1-2-194-15,1 0-414 0,3 5 183 0</inkml:trace>
  <inkml:trace contextRef="#ctx0" brushRef="#br0" timeOffset="200013.6">27659 14257 284 0,'0'-4'266'0,"0"-1"-26"0,0 3-30 16,2-3-22-16,-2 5-25 0,0 0-17 0,0 0-17 16,0 0-16-16,0 0-13 0,-2 20-10 0,1-6-5 15,0 2-13-15,-2 9-7 0,-1 2-8 16,1 2-7-16,1 2-2 0,1 0-3 0,0-3-11 0,1 2-1 16,1 0 0-1,0 0-6-15,2-2-2 0,-1-1 2 0,0-4-4 16,-1-3 0-16,2-2-3 0,-2-1-1 0,1-6-2 15,0-2 8-15,0 1-35 0,0-2-14 0,-2 0-18 16,1-3-14-16,-1-1-11 0,1-2 4 0,-1 3-9 0,0-5-24 16,0 0-65-16,0 0-184 0,0 0-373 15,-2-13 165-15</inkml:trace>
  <inkml:trace contextRef="#ctx0" brushRef="#br0" timeOffset="200251.81">27565 14526 160 0,'-5'-3'176'16,"5"3"-4"-16,0 0-5 0,0 0-6 0,-4-2-16 16,4 2-10-16,0 0-18 0,0 0-4 0,0 0 0 0,0 0-3 15,24-3-10 1,-7 3-8-16,2 0-12 0,-1-2-6 0,1 2-7 16,1-2-8-16,-3 0-4 0,2 2-6 0,-8-3-4 15,1 3-5-15,-2-1-4 0,2 1-4 0,-7 0-1 16,1-1-6-16,1-1-4 0,-7 2-9 0,6 0-17 15,-6 0-18-15,4-3-8 0,-4 3-12 0,0 0-18 0,0 0-26 0,0 0-31 16,-23 6-46-16,15-5-146 0,3 2-334 0,-4-3 148 16</inkml:trace>
  <inkml:trace contextRef="#ctx0" brushRef="#br0" timeOffset="201299.89">28655 14379 37 0,'0'-5'244'0,"0"5"-7"0,0-6-8 0,1 2-10 15,-1-1-6-15,0 5-11 0,0-4-9 0,0 4-13 0,0 0-20 16,0-5-16-16,0 5-17 0,-1-3-15 0,1 3-14 15,0 0-14-15,0 0-11 0,0 0-10 0,0 0-9 16,0 0-6-16,0 0-6 0,0 12-6 0,0-4-4 16,0 1-3-1,1 3-5-15,-1 1-4 0,4 4-1 0,-3-1 0 16,1 2-1-16,-1 0-4 0,0 2-1 0,3-2 2 16,3 9-5-16,-5-7 1 0,2-2-2 0,-3 1 0 15,3 0 0-15,-2-5-3 0,1-3 3 16,0 0-2-16,-2-4-4 0,0 1 4 0,0-3 2 0,-1-1-2 15,2 1 1-15,0-1-2 0,-1 1 3 0,-1-5 2 16,0 4 2-16,0-4 0 0,2 4 5 0,-2-4 5 0,0 0-1 16,0 0-11-16,0 0-18 0,0 0-28 0,-18-14-36 15,7 1-34-15,-1 1-36 0,0-4-45 0,-7-4-73 0,6-4-145 16,-2 0-438-16,3-3 193 0</inkml:trace>
  <inkml:trace contextRef="#ctx0" brushRef="#br0" timeOffset="201452.87">28532 14136 214 0,'-1'-8'222'16,"1"2"-8"-16,-1 1-17 0,1-2-17 0,1 2-16 16,-1 5-13-16,-1-7-18 0,1 5-17 0,0 2-15 15,0-6-25-15,0 6-23 0,0 0-18 0,7 0-27 16,-7 0-30-16,9 8-39 0,-2-1-38 0,-2-1-57 16,2 3-99-1,1 0-276-15,2 1 124 0</inkml:trace>
  <inkml:trace contextRef="#ctx0" brushRef="#br0" timeOffset="202153.14">28911 14437 175 0,'0'0'212'0,"0"0"-25"16,-4 5-20-16,2-1-17 0,1 1-16 16,0 2-14-16,-1 1-10 15,2 1-15-15,-2 0-7 0,1 4-12 0,-2-1-8 16,-1 0-6-16,3 3-4 0,-2-1-9 0,3-3-2 16,-1 1-3-16,0-3-3 0,-3-2-9 0,8 0 1 15,-4-2-2-15,0 1-1 0,0-2 17 0,0-1 32 16,1 1 32-16,-1-4 25 0,1 3 1 0,-1-3-15 0,0 0-13 15,12-8-10-15,-3-1-3 0,0 0-8 16,0 0 7-16,2-4-14 0,1 1-9 0,-3 3-10 0,4-5-4 0,-3 5-5 16,-1-1-7-16,-2 3-1 0,2-1-10 0,-4 1-3 15,3 2-4-15,-3 0 3 0,-1 2-14 0,-1-1-6 16,-1 3-2-16,7 1-4 0,-9 0-5 0,10 4-1 16,-1 0 0-16,1 2 0 0,1 1-2 0,0 5 5 15,3-2-2-15,0 3-8 0,3 0-3 0,3 4-1 16,-4-4-12-16,0-1-4 0,0 0-6 0,1-1-5 0,-4-3-4 15,5 0-3-15,-8-3 1 0,8 1 4 0,-6-4 7 16,-3-3 2-16,2-2 3 0,-2-1 2 0,-1-2 7 16,1-4 6-16,0-1 10 0,-2-6-2 0,-1 2 12 15,-1-2 5-15,2 0 12 0,-3-2 3 0,-3-2 8 16,4-4 1-16,-2-1 2 0,-2-1-6 0,3 2 4 16,-1-4-1-16,-1 2 1 15,0-2-2-15,3 2 10 0,-4-1 6 0,0 9 14 16,2 2-6-16,-1 1 1 0,-2 5-6 0,2 1-4 15,-1 5-17-15,-1-1 0 0,1 0-8 0,-1 2-18 16,0 1-30-16,0 3-16 0,0 0 4 0,0 0 3 16,0 0 2-16,0 22 1 0,-1-10 6 0,0 7-1 15,-1 5 2-15,0-4 2 0,-1 9 1 0,2-3 2 16,0 2 3-16,1 0 1 0,1 3 0 0,0-4 4 0,2-7 4 0,-1 4-3 16,0-3 3-16,0-4 0 0,1 0 4 0,-1 0 0 15,-2-3 0-15,2-2 3 0,-2-3-2 0,2 0 8 16,-2-4-3-16,0 0 4 0,1-1-1 0,-1-1 2 15,0 2 1-15,0-5-3 0,0 0-9 0,-1 4-18 0,1-4-38 16,0 0-34-16,0 0-44 0,-4-13-47 0,2 4-49 31,-1 1-250-31,1-3-521 0,0 0 231 0</inkml:trace>
  <inkml:trace contextRef="#ctx0" brushRef="#br0" timeOffset="202353.19">29176 14405 110 0,'0'0'297'0,"-7"0"-7"0,7 0-10 0,0 0-18 16,0 0-31-16,-4-2-23 0,4 2-23 0,14-5-20 16,0 4-8-16,6-5-33 0,8 4-34 0,3-1-45 15,5 1-37-15,-2-3-47 0,-1 2-50 0,3-1-43 16,-4 0-65-16,-1 2-136 0,1-5-360 0,-12 4 159 0</inkml:trace>
  <inkml:trace contextRef="#ctx0" brushRef="#br0" timeOffset="203385.52">29553 14533 121 0,'0'0'256'0,"0"0"-3"16,0 0-24-16,0 0-23 0,0 0-22 0,0 0-19 0,0 0-17 15,17-10-13-15,-8 6-16 0,2 1-13 16,1-1-9-16,0-1-10 0,5-2-11 0,-2 0-6 15,3 1-5-15,0-1-10 0,-8 1-2 0,8-4-4 0,-2 0-8 16,0 1-2-16,-3 1-3 0,0-1-2 0,-3 1-2 16,-1-1 1-1,0 1 3-15,-1-2-4 0,-3 5-1 16,-3 0-2-16,2-4-5 0,-3 3-2 0,1 0-3 16,-4 0-6-16,0 1-1 0,-1 1-5 0,-2 2-1 0,-4-1 1 15,-2 2-5-15,-1 2 0 0,-7 0-3 0,4 3-1 16,-2 0-3-16,3 1 4 0,-3 3-2 0,3 0 1 15,2-1 1-15,1 3-4 0,2-1-1 16,1 0-5-16,4 4 3 0,0-3-3 0,4 4 5 0,4 1 0 0,8 0 0 16,6 3 3-16,9-2-3 0,5-3-5 0,15 2-2 15,3-1-7-15,-10-9-3 0,15 4-14 0,-3-6-7 16,1-3-2-16,-15 0-1 0,3-3 5 0,-2-3 3 16,-3 3 7-16,-4-6 4 0,-4 1 11 0,-2-4 11 15,-8 4 3-15,-2-5 7 0,-3 0 6 0,-3-1 5 16,-1-2 11-16,-4 0-1 0,-1 2 3 0,-2-4 7 0,-2 7-18 0,-2-3 4 15,-2 4-6-15,-1-1-2 0,-2 1-2 0,-1 2-3 16,-4 0-4-16,1 1 3 0,-3 5-9 0,-2-2 6 16,-3 1-2-16,5 5-2 0,-2 0 3 0,3 1-6 15,-5 4-11-15,5-2-2 0,3 1-16 0,0 2 1 16,-1 0 1-16,6-1-4 0,-1 1 5 0,6-2 4 16,0 3 2-16,1-1 1 15,7 1 5-15,-2-3-6 0,6 1-2 16,-1-4-8-16,2 1-4 0,1-2 2 0,3-2 10 15,-4 0-2-15,5-2 6 0,-6-2 7 0,4 1 5 16,-5-4 10-16,1 4 10 0,-1-6 7 0,-2 3 1 0,3-5 1 16,-1 5 14-16,-2-3-1 0,-3 1 4 0,3-2 2 15,-1 2 5-15,-3-1-2 0,0 1 2 16,0 1 4-16,-1 2-6 0,-1 0 1 0,-1 1-11 0,1 1-6 0,-2 1-22 16,3-1-19-16,-4 3-7 0,0 0 2 0,0 0-1 15,0 0 3-15,3 14-1 0,-5-3 0 0,1 5 5 16,-3 3-3-16,0 6 4 0,-1 5 0 0,0 1-1 15,-4 3 4-15,3 15-1 0,-1-2 0 0,2-11 1 16,1-2 2-16,3-1-2 0,-3 3 0 0,3-3 2 16,-1-2 0-16,-1-2 1 15,0-4 0-15,-2-5 2 0,5-2 0 16,-4-1-3-16,-1 0 5 0,3-7-3 0,-5 1 8 0,4-1 9 16,-3-3-1-16,3 0-3 0,-5-2 11 0,-2 1-5 15,-1-4-1-15,0 1 0 0,-3-2-2 0,2-2 2 16,-3-2 6-16,2 2 2 0,-1-3 3 0,0 0 8 15,4-4 2-15,-4 3 10 0,5-2 17 0,1-1 3 16,-1 2 2-16,4-5 1 0,0 2-5 0,3-5-3 0,4-3-7 16,3-1-8-16,3-5-14 0,7-2-12 0,1-2-10 15,4 1-5-15,4 3-1 0,2-5-3 0,-3 1 5 16,1 2-2-16,4 2-1 0,-1 2 0 0,-3-3-1 16,3 4 0-16,0 0 1 0,-2-1-2 0,-4 3-1 15,3-1 4-15,-7 7 0 0,-2 0-2 0,0 0 3 16,-3 4-2-16,-5-1-3 0,0 2 0 0,-1 2-22 0,1 2-21 0,-6-1-15 15,4-1-31-15,-5 5-27 0,3-5-40 0,-3 5-30 16,0 0-223-16,-8-5-444 0,8 5 197 0</inkml:trace>
  <inkml:trace contextRef="#ctx0" brushRef="#br0" timeOffset="203817.76">30620 14359 33 0,'7'-3'209'0,"0"2"-22"0,0-2-19 0,-7 3-18 16,15 2-17-16,-7-1-13 0,-2 3-11 0,4 1-13 15,2 2-13-15,-3 1-11 0,-1 1-5 16,3 4-4-16,-5 1-7 0,4 0-6 0,-5 3-2 0,3 0 0 15,-3-1-9-15,-1 0 3 0,-4 1-11 0,0 0-2 16,0 0-4-16,0 1 1 0,-2-7-1 0,0 1-3 16,4-4-2-1,-4-1 0-15,2-1 15 0,-1 0 19 0,-2-1 25 16,3-5 21-16,-1 7 17 0,1-7 33 0,0 7 13 0,0-7-12 16,0 0-18-16,0 0-12 0,0 0-3 0,-9-19 13 0,9 9 0 15,0 1-15-15,0-3-9 0,0-1-3 0,1-3-20 16,3 0 1-16,-2-1-23 15,1 0 9-15,1 0-8 0,4 0 0 0,-3 5-12 16,0 1-5-16,-1 0-2 0,1 0-21 0,0 3-24 0,3-2-27 0,-2 6-39 16,3-1-20-16,4-2-17 0,5 6-19 0,2 0-18 15,-2 2-10-15,5 0-28 0,5 4-5 0,0 0-14 16,4-1-9-16,-2 4-13 0,-1-6-5 0,-1 3-185 16,-7-3-444-16,-1-1 196 0</inkml:trace>
  <inkml:trace contextRef="#ctx0" brushRef="#br0" timeOffset="204522.93">31195 14420 633 0,'5'-1'25'16,"0"-4"32"-16,-1-1 16 0,0 2 15 0,-4-3-1 0,0-4 14 15,0 1 7-15,0 3 7 16,-4 0-6-16,0 0 3 0,3-1 1 0,-3 3-10 16,0 0-7-16,0 1-9 0,2-1-13 0,-4 0-8 0,4 2-9 15,-3 1-3-15,5 2-6 0,-13 0-10 0,3 5-2 16,-1 0-5-16,0 1-4 0,-4 5-3 0,2-2-2 16,-2 5-3-16,4 0-4 0,-2 1-1 15,3 1-1-15,-2 0 0 0,3 0-1 0,3 0-1 16,-1-1 1-16,5 0-2 0,-2-5 12 0,4-2-12 15,-3 2 2-15,6-3-1 0,-2 1 3 0,2-6 3 16,2 1-3-16,3-1 7 0,3-3 9 0,1 0 2 16,4-3 2-16,-2-2 5 0,4-2 4 0,-4-1 8 15,3-1-1-15,-4 0-5 0,4-2 0 0,-4 0-6 16,0 1 0-16,1-4 0 0,-5 7 4 0,5-6-1 0,-9 7 1 0,4-2 7 16,-4 2-7-16,-1 1-1 0,2 1-10 15,-2 3-1-15,-1-3-7 0,-2 2-10 0,4 1-8 0,-5 2-20 16,0 0-3-16,4-1-3 0,-4 1 3 0,7 6 3 15,-4-2 1-15,0 1 2 0,-1-2 10 0,1 7-8 16,1-6 0-16,0 6 0 0,0-5 0 16,1 4 8-16,0-2-8 15,-2-2 4-15,3 0 2 0,-4-1 2 0,2 0 2 16,0 0 2-16,0-3 2 0,-4-1-1 0,9 0 3 16,-9 0-2-16,11-7 2 0,-2 1 2 0,-2 0 2 15,1-2 2-15,-1-4 2 0,3 0 5 0,1-3 0 16,-3 1-2-16,0-3 3 0,-7 0-1 0,12-8-3 15,-11 5 16-15,2-7-19 0,3 0 1 0,-5-2-1 16,1-3-1-16,2 1 3 0,4 2-6 0,-4-2 4 0,-1 1 10 0,0 3 3 16,-2 8 6-16,0 1 1 0,0 1 10 0,-2 5 2 15,0 2 3-15,4 1-3 0,-2 0-10 0,0 2 1 16,-2 7-6-16,-2-9-7 0,2 9 4 0,2-6-13 16,-2 6-34-16,1-4-17 0,-1 4-21 0,0 0-9 15,0 0 9-15,0 0 7 0,0 0 3 0,-1 19 4 16,-1-5 7-1,-4 1 1-15,4 4 2 0,-5 5 4 0,3 2 5 0,2 2-2 16,-5 0 5-16,2 1 3 0,4-2 1 0,1 2-1 16,-1 0 0-16,-3 0 7 0,1-5-1 0,3 3 0 15,-1-2 4-15,0-5 1 0,1-2-1 16,0 2 5-16,-3-4-3 0,3-3 1 0,0-2 0 0,0 2-1 0,0-3 0 0,-1 1 5 16,-2-3-3-16,6 0 4 0,-3-4-1 15,0 1 6-15,0-5-2 16,1 8 15-16,-1-4 19 0,0-4 15 0,0 5 13 15,3-1 6-15,-3-4 0 0,16 5-6 0,4-2-4 0,10-1-11 0,6 1-3 0,16 1-17 16,3-4-46-16,5 1-60 0,2-1-77 0,4-8-115 16,-2 3-305-16,-3-3-620 0,0-1 275 0</inkml:trace>
  <inkml:trace contextRef="#ctx0" brushRef="#br0" timeOffset="209282.91">13152 16484 107 0,'-4'-2'140'0,"4"2"-7"0,0 0 3 0,0 0-6 16,0 0-8-16,0 0-1 0,0 0-7 0,-3-3-5 0,3 3-5 15,0 0-8-15,0 0-2 0,0 0-6 16,0 0-3-16,0 0-11 0,0 0 0 0,0 0-6 16,0 0-1-16,0 0-1 0,-4-2 0 0,4 2-2 15,0 0-4-15,0 0-1 0,0 0-3 0,0 0-2 0,0 0-2 0,0 0 1 16,-3-4-1-16,3 4 1 0,0 0-2 0,0 0-1 16,0 0-5-16,0 0-2 0,0 0-9 0,0 0 2 15,0 0-6-15,0 0-2 0,0 0-4 0,12-4-4 16,-6 4-1-16,5-2-1 0,6 0-6 0,6 2 5 15,4-7-21-15,1 5-19 0,-1-2-26 0,-6 2-27 16,1 1-41 0,9 0-39-16,-2 1-60 0,-11-3-165 0,0 2-412 15,0 1 182-15</inkml:trace>
  <inkml:trace contextRef="#ctx0" brushRef="#br0" timeOffset="209501.11">13197 16599 153 0,'0'0'213'0,"-4"4"-22"0,4-4-11 0,0 0-10 15,0 0-19 1,0 0-16-16,14 0-14 0,0-1-14 0,13-2-9 15,5-1-7-15,8 0-12 0,-1 1-29 0,12-1-47 16,4 1-58-16,-1-2-78 0,-3-1-126 0,0 0-282 0,-14 1 125 16</inkml:trace>
  <inkml:trace contextRef="#ctx0" brushRef="#br0" timeOffset="210454.1">14494 16262 5 0,'0'0'197'16,"-4"-2"-11"-16,4 2-13 0,0 0-5 0,0 0-15 15,0 0-10-15,-5-4-8 0,5 4-8 0,0 0-11 0,0 0-6 16,-4-1-9-16,4 1-1 0,0 0-15 0,0 0-6 16,0 0-9-16,0 0-8 0,0 0-3 0,0 0-7 15,0 0-2-15,0 0-11 0,18 0 0 0,-13-1-4 16,8 1-2-16,-3-2-5 0,4 0-1 0,-1-3-6 16,7 2 1-16,-2-2 2 0,-1 0-10 0,-3 0 5 15,0 0-2-15,4-2-3 16,-7 3 0-16,2-2 9 0,-4 2 16 0,-4 2 3 15,3-1 9-15,-3 2 4 0,0-3-1 0,0 2-1 16,-3 0-2-16,-2 2-8 0,2-3-10 0,-2 3-4 16,0-5-7-16,0 5-8 0,-9-2-1 0,0 2-6 15,-1 0 4-15,-3 0-5 0,-10 4 2 0,-6 1-5 16,-3 3-1-16,1 1 0 0,-1 4-3 0,0-1-1 16,2 3-2-16,-2 3 2 0,2 2-4 0,5-1 0 0,-1 1-1 15,6-1-1-15,8-2 26 0,-4 2 0 0,4-4-5 16,4 4-4-16,-2 3 2 0,9-3 0 0,1 1-4 15,6-2 3-15,6 7-1 0,2-3 3 0,4-3-2 16,10 0 4-16,4-6-9 0,2 1 3 0,6-3-8 16,15-2-2-16,-1-2-33 0,-3-5 1 0,-13 1 2 15,0-4 2-15,-2-1 4 16,1-3 1-16,-5 1 5 0,-7-1-1 0,-5-2 5 16,-2 4 18-16,-7-3 8 0,0 1 10 0,-1-1 11 15,-3-3 10-15,-1 2 5 0,-4 1 9 0,3-3 5 16,0 1 6-16,-5 1 5 0,1 0 3 0,-1 1-7 15,0 0-3-15,0 6 0 0,0-10-11 16,0 8-4-16,0 2 3 0,0-8-11 0,0 5-9 0,0 3-6 16,0 0-8-16,0-5-6 0,0 5-3 0,0 0-3 0,0 0-3 15,0 0-6-15,0 0 3 0,-1 16-1 0,-1-7-1 16,-2 3 0-16,0 3 1 0,4 2-2 0,-4 0-6 16,3 2 11-16,-2 1-8 0,2 5 5 0,-1 0-2 15,2-5 1-15,0-3 0 0,2 9 6 0,2-8-7 16,-3 1 8-16,3-2-7 0,-3-1 5 0,2-6-2 15,-2 1 1-15,4-1-1 0,-4-4 3 0,2 1-2 0,-2 0-1 16,3-4 4-16,-4 2 1 0,1-1-2 0,2-1 8 16,-3-3 4-16,0 5 9 0,0-5-3 0,0 0 7 0,0 4-7 15,0-4 4-15,0 0-1 0,0 0-11 0,1 3-16 16,-1-3-31-16,0 0-44 0,0 0-58 0,14-9-56 31,-10 5-70-31,1-1-309 0,3-3-618 0,-3 0 273 16</inkml:trace>
  <inkml:trace contextRef="#ctx0" brushRef="#br0" timeOffset="211355.42">15474 16203 17 0,'0'0'168'0,"-6"0"-15"0,6 0-1 0,0 0-12 16,0 0-5-16,0 0-5 0,0 0 1 0,0 0-6 15,0 0 2-15,0 0-10 0,0 0-4 0,0 0-10 16,0 0-11-16,0 0-6 0,0 0-7 0,0 0-11 15,0 0-6-15,23-8-8 0,-4 4-6 0,11-3-4 16,1 2-1-16,2 1-3 0,6-2-4 0,11-2-7 16,1-3 0-16,-12 9-8 0,16-10-2 0,0 7 2 0,-4-3-2 0,-10 1-7 15,-5 6 1-15,-3-4 1 0,-1 0-1 0,-10 4-5 16,-3-3 1-16,-5 4-4 0,-1-2-7 0,-8 1-1 16,4-1-9-16,-3 2-9 0,-6 0-5 0,0 0-11 15,0 0-15-15,0 0-15 0,0 0-23 16,-25 12-25-16,6-7-2 0,2-1-13 0,-3 3-9 15,-7 1-13-15,6-6-100 0,2 4-273 0,-4 0 120 0</inkml:trace>
  <inkml:trace contextRef="#ctx0" brushRef="#br0" timeOffset="211787.8">15788 16211 81 0,'0'0'178'0,"0"0"-16"0,0 0-15 0,0 0-15 15,0 0-17-15,-1 5-15 0,1-5-10 0,1 4 5 16,-1 2-8-16,3 3 6 0,-2 1-4 0,1 6 0 16,-2 2 21-16,2 6-5 0,-1 4-3 0,-1 2 1 15,-1-1-10-15,2 3-8 0,-1 2-38 0,4-1-1 16,-4 3-2-16,4-2-3 0,-2 0-4 0,1-3-1 16,1 3-2-16,-3-4-7 0,3 3 1 0,-4-3-7 0,0 0 1 15,0 0-1-15,0-4-2 0,-1-8-4 0,-3 10 5 16,-3-11 0-16,1 1 9 0,-3-4 5 0,-4 0 2 15,-2-2 5-15,-3-2 7 0,-1 0-6 0,-1-4 9 16,-7 0 4-16,5-4 2 0,-6 0 2 0,-3-6 0 16,3-1 5-16,-3-2-2 0,3 1 3 0,-2-3 5 15,4 2 3-15,8-3 12 16,-1 1-4-16,1-1 10 0,8 3-6 16,-3-1 6-16,4 4 8 0,4-1-9 0,-3 2-6 0,3-2-8 15,0 3-11-15,0-2-3 0,5 4-3 16,-5-5-11-16,5 5-16 0,-6-3-11 0,6 3-29 0,-6-3-23 15,6 3-31-15,0 0-17 0,0 0-9 0,0 0-18 16,0 0-21-16,0 0-25 0,17 8-31 0,-17-8-28 16,23 4-34-16,-14-3-60 0,5 2-171 0,-1-2-515 0,6 2 229 15</inkml:trace>
  <inkml:trace contextRef="#ctx0" brushRef="#br0" timeOffset="212235.41">16044 16881 258 0,'0'0'257'0,"1"-5"-16"0,-1 5-23 0,0 0-19 0,0 0-15 0,0 0-21 15,4-4-15-15,-4 4-18 0,0 0-14 0,0 0-12 16,0 0-11-16,8 11 5 0,-7-8-7 0,3 4-8 16,1 3-4-16,-1-1-8 0,1 3 6 0,-4 4-18 15,3 0-3-15,-1 2-7 0,-5 2-3 16,4-3-1-16,-2 1-9 0,0-3-3 0,0-2-2 16,2-3 1-16,-3 0-7 0,1-1 2 0,0-5-5 0,-1 0-1 0,2 2 4 15,-2 0 42-15,1-6 12 0,0 0 22 0,1 5-3 16,-1-5-12-16,0 0-10 0,17-12-3 0,-9 2-11 15,4-2-6-15,2 0-5 0,-1-3-1 0,0 1-8 16,2 1-4-16,-1-1-2 0,1 0-10 0,-2 3-2 16,-3 2-3-16,-1 1-2 0,-1-1-3 0,1 4-7 15,-3 1-2 1,3-4 0-16,-1 8-3 0,1-1 12 0,-9 1-18 16,14 1-5-16,-3-1-6 0,1 5-15 0,-3 0-19 15,0 0-32-15,1 1-21 0,-2 2-44 0,-1 1-33 16,1 2-42-16,-1-2-32 0,-1 1-268 0,-4-3-563 0,1 0 249 15</inkml:trace>
  <inkml:trace contextRef="#ctx0" brushRef="#br0" timeOffset="212651.87">16754 16406 175 0,'3'-5'279'0,"-2"-3"-10"0,2 2-10 15,-1 1-16-15,0-2-13 0,-2 7-13 0,4-9-25 16,-4 9-16-16,1-7-22 0,-1 7-12 0,0 0-19 0,0 0-16 15,1-5-13-15,-1 5-10 0,0 0-10 0,0 0-9 16,0 0-3-16,0 0-12 0,6 22-2 0,-6-11-7 16,2 6-3-16,-1 1-4 0,-2 3 3 0,-2 5-9 0,2 1 5 15,-3-1-8-15,3-2-2 0,-2 1-5 0,5-5 3 16,-2 0-6-16,0 0 0 0,0-2-3 0,1-1 2 16,2-1-4-16,-1-5 4 0,0 1 0 0,0-1-1 0,3-4 10 15,-3 3 10-15,2-4-5 0,3 0 2 0,0-1-3 16,0 0 2-16,0-4-1 0,6 1-4 0,1 0-14 15,-1-2-16-15,2 2-14 0,-6-4-26 0,5 0-34 16,-1 0-45-16,-5-2-43 0,3 0-68 0,-2-4-265 16,3-4-541-16,-6 5 241 0</inkml:trace>
  <inkml:trace contextRef="#ctx0" brushRef="#br0" timeOffset="212858.94">16621 16616 119 0,'0'0'252'0,"0"0"-29"16,0 0-18-16,0 0-19 0,21-14-19 16,-6 10-16-16,6 0-17 0,-1-1-13 0,11 0-15 15,0 0-19-15,1 0-34 0,1 2-37 0,-3 0-51 16,2-3-59-16,-5 3-189 0,-4-1-304 0,-1 3 135 15</inkml:trace>
  <inkml:trace contextRef="#ctx0" brushRef="#br0" timeOffset="213134.1">17061 16279 78 0,'0'0'188'0,"0"0"0"16,29 14-6-16,-17-4-4 0,3 4-6 0,2 5-4 15,5 4-7-15,-5 5 2 0,0 1-8 0,1 3-3 16,-1 9-3-16,-7-6-7 0,-1 11-19 0,-7-11-11 16,-3 10-8-1,-3-10-11-15,-2-2-8 0,-6 0-8 0,0-1-6 16,-6-2-8-16,-2-3-11 0,-4-1-10 0,-1-2-18 15,-1-2-17-15,-6-2-33 0,4-2-43 0,-5-1-50 16,1-2-57-16,-5-3-248 0,1-9-458 0,0 2 203 16</inkml:trace>
  <inkml:trace contextRef="#ctx0" brushRef="#br0" timeOffset="213438.36">16565 16211 117 0,'0'0'203'0,"-9"-3"-17"0,9 3-12 15,0 0-9-15,-19 12-11 0,8 1-10 0,-1 2-9 16,-2 8-17-16,-1 6 1 0,-3 4-11 0,-3 11-7 15,7 1-7-15,4-10-9 16,1 11-4-16,5-12-10 0,6-1-6 0,4-3-6 16,4 7-1-16,8-7-5 0,13 7-4 0,2-5 6 15,-1-10-3-15,18 4-5 0,-3-5-9 16,9-4-22-16,7-4-38 0,-3-2-55 0,5-3-68 16,-1-6-240-16,0-2-415 0,-3 0 184 0</inkml:trace>
  <inkml:trace contextRef="#ctx0" brushRef="#br0" timeOffset="213877.01">17728 16559 104 0,'0'0'209'0,"0"0"-12"0,0 0-4 16,-9 2-3-16,9-2-7 0,0 0-5 0,0 0-8 0,0 0-18 16,0 0-8-16,0 0-13 0,0 0-12 0,0 0-12 0,0 0-11 15,22-7-8-15,-5 2-11 0,3 0-9 0,-1 1-1 16,3 1-13-16,7-1-4 0,2-3-3 0,0 3-7 16,3-2-1-16,-2 1-8 0,4-1-5 15,-2 1-5-15,2 0-15 0,-4 1-9 0,-1 0-18 16,-5 0-21-1,-8 3-25-15,-4-2-24 0,-1 1-27 0,-1-2-36 16,-6 1-58-16,-6 3-135 0,5-5-375 0,-5 5 166 0</inkml:trace>
  <inkml:trace contextRef="#ctx0" brushRef="#br0" timeOffset="214113.2">17919 16409 34 0,'0'0'329'0,"-3"-8"-3"0,3 8-8 0,-4-9-13 16,4 9-18-1,0 0-22-15,0-5-23 0,0 5-29 0,0 0-30 16,0 0-22-16,0 0-17 0,0 0-14 0,0 0-10 16,1 20 1-16,1 0-16 0,-1 5 4 0,0 6-29 15,1 3 7-15,0 1-17 0,-2 1-19 0,1 9-44 16,-1 1-43-16,-1-12-54 0,1 11-63 0,1-14-94 0,-2 0-281 15,-3-2-570-15,6-9 253 0</inkml:trace>
  <inkml:trace contextRef="#ctx0" brushRef="#br0" timeOffset="-211866.86">19011 16348 98 0,'0'-4'195'0,"0"4"-4"16,0 0-8-16,0 0-15 0,0-7-1 0,0 7-3 16,0 0-12-1,-2-4-8-15,2 4-10 0,0 0-9 0,0 0-10 16,0 0-6-16,-2-4-9 0,2 4-8 0,0 0-9 16,0 0-9-16,0 0-8 0,-6 0-7 0,6 0-4 15,0 0-7-15,-10 5-6 0,5-2-1 0,-2-1-6 16,2 0-3-16,0 2-4 0,1-1-2 0,-1-1-7 0,-1 1 3 15,2-1-6-15,0 1 3 0,1-2-5 16,3-1-1-16,-5 2-1 0,5-2 2 0,0 0-5 0,-2 4 1 0,2-4-1 16,0 0 2-16,0 0-5 0,13 2 5 0,-2-4-6 15,0-1 2-15,5-1 1 0,4 1-6 0,-1-1 3 16,-2-2 0-16,3 0-1 0,-2 0-1 16,-1 0 3-16,-3 1-1 0,-4 0 1 0,1 3-3 15,-1-6 4-15,-3 3-4 0,1 1 11 0,-2-3 9 0,-2 2 1 16,0 2 1-1,-1-1-1-15,-2-1-8 0,-1 5-3 0,-13-4 0 16,2 0 0-16,-7 7-8 0,-4-1 4 0,-9 3-4 16,-1 0 2-16,-1 5 1 0,-3-1 1 0,2 8 1 15,-11 3 1-15,16 1 1 0,-15 5-1 0,14-4 5 16,4 1-3-16,4 1 2 0,-1 0-6 0,8-2 1 16,4 1-3-16,3 1-4 0,5-6 5 0,6-1 2 15,5 2 0-15,9 5 3 0,7-3-2 0,5-3-1 0,19 2-32 0,5-1-4 16,1-5-9-16,3-4-30 0,3 0-35 0,-4-6-46 15,2-1-55-15,-6-1-72 0,-15-2-144 0,-1 0-451 16,-5 0 199-16</inkml:trace>
  <inkml:trace contextRef="#ctx0" brushRef="#br0" timeOffset="-211450.38">19315 16675 211 0,'17'-5'205'0,"-12"3"-19"0,0 1-19 0,-5 1-6 16,13 1-12-16,-8 1-9 0,4-2-12 0,0 3-9 15,2 2-10-15,-2 0-5 0,0 0-6 0,-1 4 0 16,-1-1-14-16,1 3-3 0,-4 1-5 0,-3 4 1 0,-3 0-3 0,-1 1-7 16,-7 9-7-16,-5-4-8 0,-5 5 0 15,-1-7-5-15,-5 3-4 0,3-1-4 0,0-3-2 0,0-2 8 16,9-5-1-16,-1-2 3 0,8-3-5 0,-3-2-1 16,4 0-4-16,3-1-1 0,-2-1 9 0,1 0 6 15,0 0-4-15,4-3-1 0,0 0 9 0,0 0-12 16,22 6-1-1,-4-10-8-15,5 1-6 0,5 3 4 0,3-3-6 16,-1 1-3-16,1-3 3 0,0 2-3 0,-2-1-12 16,-7 2-13-16,-3-1-23 0,-1-1-21 0,-5 1-29 15,-3 3-27-15,3-2-31 0,-3-1-38 0,-4-1-66 16,-6 4-213-16,8-10-487 0,-4 7 216 0</inkml:trace>
  <inkml:trace contextRef="#ctx0" brushRef="#br0" timeOffset="-211012.13">19797 16209 28 0,'0'0'222'15,"0"0"-25"-15,-5-1-14 0,5 1-27 0,0 0-18 16,0 0-15-16,0 0-4 0,0 0 4 0,20 12-2 15,-10-7-5-15,7 4-2 0,1 0-3 0,6 4-4 16,3 1-6-16,1-1-8 0,3 2-8 0,-2-2-8 0,-1-3-5 16,0 3-11-16,-2 1-1 0,0-4-9 0,-6-2-7 15,-4 1 1-15,1-2-8 0,-8-2 1 0,4 0-5 0,-4-2-5 16,-4 2-8-16,5-3-7 0,-6 0-7 0,-4-2-11 16,8 3-11-16,-8-3-11 0,5 2-26 0,-5-2-26 15,0 0-19-15,0 0-42 0,0 0-29 16,0 0-41-16,0 0-112 15,-27-9-347-15,27 9 154 0</inkml:trace>
  <inkml:trace contextRef="#ctx0" brushRef="#br0" timeOffset="-210764.98">20372 16199 183 0,'0'0'257'0,"0"0"-10"0,0 0-21 0,-3-10-19 16,3 10-23-16,0 0-23 0,0 0-15 0,0 0-20 16,0 0-5-16,0 0-8 0,0 0-6 0,-10 17-15 15,1-6-4-15,-1 4-9 0,-2-2-9 0,2 4-5 16,-4 4-9 0,2 2-7-16,-4 0-2 0,2 2-22 0,1 0-21 15,2-2-24-15,-5 1-21 0,1-1-20 0,1-3-23 16,4-2-21-16,-3-1-16 0,4-3-16 0,1-3-38 15,3-3-144-15,-3 2-344 0,2-3 152 0</inkml:trace>
  <inkml:trace contextRef="#ctx0" brushRef="#br0" timeOffset="-210379.15">20206 16445 67 0,'1'-5'253'0,"-1"-2"-8"0,0 7-5 16,1-6 2-16,1 2-4 0,-2 4-14 0,0 0-18 15,1-7-12-15,-1 7-25 0,0 0-20 16,-1-5-7-16,1 5-27 0,0 0-15 0,0 0-8 0,0 0-9 0,0 0-2 31,0 0-5-31,1 22 0 0,-1-6-5 0,1 4-1 16,-1 7-3-16,-1 0-1 0,-2 4-8 0,1 1 3 16,-6 1-11-16,2 2-2 0,-2 10-7 0,4-13-8 15,2-2-1-15,-6-2-3 0,7 0-4 0,-2-8 2 16,3 6-2-16,-1-10-3 0,0 3-3 0,-2-7-4 15,6-2 3-15,-3-3-6 0,0 0 2 0,0-1-1 0,0 0 1 0,-3-1 11 16,3-5 21-16,0 7 19 0,0-2 11 0,0-2 15 16,0-3 2-16,0 0 4 0,0 4-3 15,0-4-1-15,0 0-9 0,0 0-10 0,0 0-7 16,0 0-11-16,0 0-6 0,0 0-14 0,14-9-13 0,-14 9-29 16,4-5-43-16,-3 2-15 0,-1 3-27 0,7-4-20 15,-5 1-31-15,2 1-28 0,-4 2-21 0,8-3-34 0,-3-1-37 16,-5 4-48-16,9-4-236 0,-2 0-590 0,-7 4 261 15</inkml:trace>
  <inkml:trace contextRef="#ctx0" brushRef="#br0" timeOffset="-209862.51">20465 16762 120 0,'0'0'236'0,"0"0"-19"16,0 0-20-16,0 0-19 0,2-1-15 0,-2 1-21 16,0 0-12-16,0 0 4 0,0 0-8 0,2 13-2 15,-3-5-8-15,1 1-10 0,0 4-6 0,-1-1-4 16,-1 4-6-16,1 1-13 0,-2 2 0 15,0-1-9-15,-1 1-6 0,0-2-6 0,1 2-3 0,0-4-7 16,0-1-7 0,0-5-1-16,1-1 2 0,1 0-13 0,-2-2 5 15,3-3 8-15,-1 2 25 0,1-1 24 0,0-4 23 16,0 0 27-16,-4 6 19 0,4-4 1 0,0-2-19 16,0 0-10-16,0 0-14 0,9-14-21 0,-3 9-7 15,3-5-7-15,-4 2-3 0,3-3-15 0,0 0 1 16,0 0-13-16,2 1-1 0,-3 2-5 0,3-1-6 15,-3 4-7-15,-1-2-5 0,-1 2-3 0,-1 1 0 0,0 1-9 0,2 1-3 16,-2-1-7-16,-4 3-2 0,0 0-1 0,0 0-4 16,13 6 4-16,-8-1 1 0,-1 6 1 0,1-4-3 15,-3 2 2-15,2 2-6 0,0-1 3 16,-4-2 2-16,4 3-4 0,0-2 3 0,-3-1-7 16,2-1-10-16,-2 0-29 0,-1-5-2 0,1 3-22 15,-1 0-9-15,0-5-5 0,4 3-1 0,-4 0-8 0,0-3-2 0,0 0-3 16,0 0-3-16,0 0-21 0,0 0-36 0,0 0-36 15,0 0-37-15,0 0-32 0,14-10-251 0,-7 2-554 16,-2 0 246-16</inkml:trace>
  <inkml:trace contextRef="#ctx0" brushRef="#br0" timeOffset="-209493.17">21087 16116 57 0,'0'0'202'0,"0"0"-25"0,2-4-17 0,-2 4-8 15,0 0-2-15,0 0-14 0,0 0 4 0,-2 21-10 16,0-6-6-16,1-1-4 0,-3 13-1 0,0 0-4 15,0 1-5-15,-1 5-3 0,1 5-5 16,-1-4-6-16,1 11-10 16,-2-10-4-16,2-2-6 0,0 0-10 0,3-5-3 15,0-2-4-15,-2-1 9 0,6-8-3 0,-3-1-3 16,1-4-5-16,-1-2-2 0,0-3 1 0,1 1 10 16,-1-3 4-16,3 0 2 0,-2-1 4 0,-1 0-1 15,4 0-6-15,1-2 2 0,0 0-7 0,-5-2-7 16,18 0-8-16,-4 0-12 0,-1-4-22 0,5 0-25 15,-3 0-33-15,3 0-36 0,-1-2-40 0,-1-4-43 0,-2 1-56 0,2-1-68 16,-5-3-180-16,3 2-506 0,-5-3 224 16</inkml:trace>
  <inkml:trace contextRef="#ctx0" brushRef="#br0" timeOffset="-209292.12">20878 16460 202 0,'0'0'293'0,"-10"-2"-22"0,10 2-26 16,0 0-22-16,6-8-24 0,0 6-24 0,6-2-12 15,6-1-20-15,1-1-12 0,14 0-13 0,-6 3-26 16,6 0-18 0,-1 1-41-16,0-1-37 0,-2 1-43 0,-2-1-46 15,-8-2-64-15,1 3-187 0,0-2-372 0,-3-2 165 16</inkml:trace>
  <inkml:trace contextRef="#ctx0" brushRef="#br0" timeOffset="-209023.4">21352 16090 69 0,'11'1'180'0,"-11"-1"-7"0,13 4-3 15,-1 5 3-15,-3-1-8 0,6 8 1 16,3 4-5-16,-4 2 3 16,4 3-8-16,-4 5 2 0,0-1-1 0,-2 3-10 15,-1 15 1-15,-6-12-13 0,-1 11-8 0,-7-11-9 0,-2 0-11 16,-7 10-10-16,-1-13-9 0,-4 0-9 0,-1-2-3 16,-5 0-2-16,-2-4-14 0,-3-3-17 0,0-1-8 15,-3-1-29-15,-1-4-20 0,-1-2-35 16,-1-1-34-16,1-1-45 0,0-4-60 0,1-4-274 15,0-3-500-15,0-2 221 0</inkml:trace>
  <inkml:trace contextRef="#ctx0" brushRef="#br0" timeOffset="-208691.12">20892 16000 22 0,'0'0'216'0,"-5"-2"-11"0,5 2-18 15,0 0-11-15,-22 7-13 0,12 0-6 0,-4 5-14 16,-5 7-5-16,-3 5-8 0,-1 4-8 0,-3 15-1 15,0 1-6-15,1-1-2 0,2 3-12 0,4 2-3 16,8-14-14-16,3 13-4 0,3-16 1 0,5 4-16 16,4-1 0-16,5-4 8 0,6 0-2 0,4-2-9 15,7-1-4-15,12 2-18 0,-1-10-42 0,13 3-61 0,-3-3-78 16,1-4-306-16,5-5-484 0,-17-5 214 0</inkml:trace>
  <inkml:trace contextRef="#ctx0" brushRef="#br0" timeOffset="-205684.26">24273 16019 69 0,'1'-4'189'15,"2"-3"-3"-15,-2 1-7 0,-1 2-3 0,0 1-11 16,3-2-6-16,-2 1-7 0,-1 4-12 0,1-5-16 16,-1 5-15-16,0-4-4 0,0 4-22 0,0 0-10 0,0 0-11 15,3-4-7-15,-3 4-15 0,0 0 2 0,1 10-8 16,2-3-5-16,-3 3-2 0,-3 5-4 0,3-1-3 16,-4 7-3-16,2 6 3 0,-2 1-7 0,-3 0-1 0,5 1-2 15,-2 0 5-15,0-3-2 0,7 2 20 16,-7-1 1-16,2-1-4 0,0-7-6 0,2 1 0 15,0-4-3-15,0 1 0 16,0-4-1-16,0-2-3 0,0-3-2 0,0-3 0 16,0 3 20-16,0-3 12 0,-1-1 15 0,2 3 27 15,-2-5 19-15,1-2 27 0,0 5 26 0,0-5 18 0,0 0 4 16,0 0-25-16,0 0-4 0,0 0-14 16,3-20-19-16,0 9-5 0,5-4-15 0,-2 0-11 0,3-3-11 15,4-4-5-15,1-3-13 0,-1-1-8 0,6 2-8 16,-3-1-4-16,3 1-6 0,-3 4-4 0,1-1-8 15,-3 7-2-15,-1 0-3 0,-2 1 2 0,1 2-2 16,-1 3-2-16,-2-2-16 0,1 2 14 0,-2 1-3 16,0 4-2-16,-3-3-4 0,1 4-3 0,-6 2-3 15,9-4-6-15,-9 4-15 0,9-2-2 0,-9 2 0 16,0 0-5-16,14 10-3 0,-10 0 2 0,4 4 3 0,-4 1-4 16,-1 4 1-16,1-2 14 0,0 11-3 0,-3-2-3 0,0 2 7 15,1-4-10-15,-2 3 7 0,0-5 8 0,0-5-1 16,1 2-6-1,-1-3 3-15,0-3 2 0,1-1 18 0,1-6-15 16,-1 3 3-16,-1-4 4 0,3 2-3 0,-2-2 16 16,3-1-1-16,0 0-21 0,8-3 26 15,0-1 5-15,-1-1-7 0,12-4-21 0,9 1-37 16,0-4-44-16,3 2-70 0,2-5-72 0,1 1-104 0,-3-3-297 0,3 1-684 16,9-9 303-16</inkml:trace>
  <inkml:trace contextRef="#ctx0" brushRef="#br0" timeOffset="-204798.12">25358 16251 155 0,'0'0'160'0,"0"0"-7"0,-8 3-6 0,8-3-11 0,0 0 1 16,0 0-13-16,-5 0-10 0,5 0-11 0,0 0-9 15,0 0-10-15,0 0-5 0,27-9-7 0,-14 6-8 16,7 1-8-16,11-1 0 0,1-4-14 16,4 2 3-16,2 2-6 0,0-4-4 0,18-2-3 15,-3 1-5-15,3 3 0 0,-2 3-9 0,1-6-1 0,-4 7 2 16,-14-4-3-16,-3 2 0 0,-3 1-2 0,-4 2-1 0,-9-3-3 15,-3 0 0-15,-3 2-1 0,-4 1-2 0,0 0 0 16,-3 0 10-16,2 0-5 0,-7 0-5 0,9-3-11 16,-9 3 1-16,0 0-3 0,0 0-8 0,0 0-9 15,0 0-14-15,0 0-22 0,-21 4-20 0,13-4-25 16,1 0-20-16,7 0-37 0,-13 0-100 0,13 0-281 16,-10 0 126-16</inkml:trace>
  <inkml:trace contextRef="#ctx0" brushRef="#br0" timeOffset="-204535.29">26107 15962 162 0,'1'-6'247'0,"0"4"-18"0,-1-3-25 0,0 5-19 15,4-6-19-15,-1 4-16 0,3 1-8 0,-1-1-6 16,-5 2-4-16,21 4-11 0,-7-1 5 0,1 4-19 15,4 1-6-15,0-2-5 0,-1 7-6 0,0 1-7 16,-2-4-6-16,0 2-7 0,-3-1-3 0,0 4-8 16,-4-1 1-16,-2 1 0 0,3 2-11 0,-6 0-4 0,-2-1-4 0,-2 0 1 15,-3-2-3-15,-4 3-6 0,-2-2-8 0,-3-1-10 16,-5-1-21-16,-4 3-28 0,-4 1-46 0,-4-4-50 16,-2 1-80-16,-7-2-241 0,6-5-486 15,0-2 215-15</inkml:trace>
  <inkml:trace contextRef="#ctx0" brushRef="#br0" timeOffset="-203810.66">27520 15891 97 0,'0'-5'269'0,"0"5"-24"0,0 0-25 0,0-5-21 0,0 5-22 0,0 0-20 16,-4-4-18-16,4 4-19 0,0 0-15 0,0 0 0 15,0 0-12-15,8 14-5 0,-7-7-6 0,-1 3-4 16,4 0-7-16,-3 3-4 0,2 4-6 0,-2 0-2 16,-1 1-7-16,3-1-1 0,-3 2-6 0,0-1-4 15,-3 1-2-15,3 0-7 0,0 0 6 0,-1-1-12 16,-2-7-2-16,6 5 0 0,-6-5-4 15,3-3-1-15,0-1 7 0,0 0-9 0,0 0-2 16,0-3 1-16,0 1 4 0,0 0-6 0,-1 0-1 0,1-5 4 16,-3 3-3-16,3-3 1 0,0 4 2 0,0-4-2 15,0 0 5-15,0 0-5 0,0 0-4 16,0 0-9-16,0 0-37 0,0 0-44 0,-10-11-75 16,7-1-65-16,0-1-216 15,-3-6-469-15,2 2 208 0</inkml:trace>
  <inkml:trace contextRef="#ctx0" brushRef="#br0" timeOffset="-203630.25">27479 15743 165 0,'-4'-14'272'0,"3"1"-3"0,0 1-8 15,0 3-9-15,1-3 1 0,-2 7-13 0,2-4-16 16,0 3-23-16,0 3-18 0,0-3-20 0,0 6-22 0,2-7-16 0,-2 4-22 16,2 1-33-16,1-2-38 0,-3 4-33 0,9 0-38 15,-9 0-36-15,16 5-42 0,-5-1-53 16,1 1-59-16,-3 1-159 0,3-1-419 0,-1 3 186 0</inkml:trace>
  <inkml:trace contextRef="#ctx0" brushRef="#br0" timeOffset="-202893.68">27854 15965 53 0,'0'0'317'0,"0"0"-30"16,0 0-29-16,0 0-25 0,0 0-24 0,0 0-26 16,0 0-17-16,0 0-21 0,0 0-20 0,0 0-14 0,0 0-8 15,-5 4-11-15,5 4-8 0,0-4-6 0,-3 8-9 16,-1-2-6-16,2 6-10 0,-2-4 4 0,1 3-13 0,-1 2-3 15,2 0-3-15,-1-5-6 0,2 0-1 0,0-3-2 16,-3 0-7-16,4 0 3 0,0-7-4 0,0 3 0 16,0 0 1-16,-1-3 1 0,1-2 16 0,0 0 13 15,7 3 3-15,-7-3 5 0,10-5-2 0,-1-2-1 16,2 0 3-16,-1-1-2 0,4-1-7 0,3-3-5 16,-3 3-2-16,3-4-11 15,1 5-2-15,-5-4-5 0,5 4 2 0,-8 1-9 16,3 1 1-16,-3 0-4 0,-1 2-6 0,2-1 2 15,0 2-3-15,-2 0-3 0,0 2 0 0,0 1-10 16,-2 0 4-16,2 1-9 0,2 2 3 0,1 3-2 16,-3 0 2-16,9 1-3 0,-4 1 1 0,0 2 4 15,0 1-3-15,-1-3-9 0,-3-3-7 0,6 3 1 16,-1 2-5-16,-1-2 4 0,-4 1-2 0,1-4 2 0,-4-1 6 16,1 1 1-16,-1-3 5 0,0-2 0 0,1-3 2 15,-2-3 3-15,0 0 5 0,3-1 12 0,-2-3 7 16,-1-1-3-16,2-2 9 0,-2-4-1 0,1 0 6 15,-2 1 6-15,1-9-2 0,0 6-1 0,-2-7 4 16,4 1-2-16,-3-4 3 0,-1 2-2 0,0-3-1 16,-1-2 17-16,4 2-11 15,-6 3 12-15,4 1 19 0,-1 9 5 0,-1 0 3 16,-1 5-3-16,-2 5-11 0,0-3-7 0,0 5-11 16,3 0-13-16,-3-1-18 0,1 4-35 0,-1 2-19 15,0 0-3-15,0 0 2 0,-1 13-2 0,-2-1 17 16,3 5-7-16,-5 8 0 0,-1 3 10 0,-1-1-6 15,0 2 7-15,3 3-3 0,-2-5 2 0,4 1 3 16,1-3 3-16,-2-6 5 0,3 1 0 0,0-1 3 0,0-2-1 16,0-3 19-16,0-2-15 0,0-3 0 0,3 1-2 0,-3-4 7 15,1 0 0-15,-2-3 1 0,1 2 5 0,0-1-3 16,0-4 8-16,0 6 1 0,0-6-2 16,1 4-3-16,-1-4 6 0,0 0-12 0,0 0-5 15,0 0-26-15,0 0-32 0,0 0-38 0,0 0-58 16,0 0-69-16,0-15-89 0,-1 3-242 0,2 3-603 0,-1-1 267 0</inkml:trace>
  <inkml:trace contextRef="#ctx0" brushRef="#br0" timeOffset="-202693.3">28250 15865 84 0,'-6'1'287'15,"6"-1"-2"-15,-7 0-10 0,7 0-21 0,0 0-18 16,0 0-21-16,0 0-24 0,0 0-17 0,0 0-23 16,18-7-11-16,2 2-15 0,10 1-11 0,3 2-1 15,3-3-46-15,1 0-42 0,15 0-50 16,-16 3-57-16,2-2-64 0,-6-3-93 0,0 3-135 0,-4 1-406 0,-5 1 180 16</inkml:trace>
  <inkml:trace contextRef="#ctx0" brushRef="#br0" timeOffset="-201590.59">28646 16043 131 0,'0'0'237'15,"0"0"-9"-15,0 0-8 0,0 0-9 0,0 0-11 16,0 0-17-16,0 0-15 0,0 0-14 0,0 0-17 16,0 0-7-16,0 0-14 0,0 0-13 0,0 0-7 15,0 0-12-15,15-10-9 0,-6 6-7 0,3-1-8 16,-1-2-9-16,2 2-1 0,4-2-7 0,-1 0-4 0,0-1-4 0,3-1 0 15,-4 0-6-15,0 2-3 0,0-2 3 16,2 0-8-16,-8 0-4 0,1 1 5 0,-1 1 5 16,-1-2 15-16,-3 3 15 0,-1 2-2 0,4-2 4 15,-6 1-1-15,-2 0-5 0,5 0-7 0,-5 5-9 16,0-8-6-16,0 8-5 0,-2-6-7 0,2 6-5 16,-13-4-2-16,4 5-1 15,-1-1 3-15,-3 5-9 0,-5 0-2 0,3 1-2 16,-2 0-1-16,-1 2 0 0,4 2-2 0,0 0 1 15,3-1 1-15,2 0-1 0,-1 0-4 0,3 2 1 16,2-2-16-16,2 4 13 0,2-3-5 0,5 4 5 16,5 1 3-16,4-4-2 0,10 4-2 0,4-6 3 15,6 2-1-15,5-5-7 0,12 2-8 0,4-3-18 16,-15-1-9-16,15-4-13 0,-16 1-1 0,2-5-7 0,-2 1 2 16,-1 0-1-16,-5-4 1 0,-1-2 4 0,-4 0 2 0,-7 0 10 15,-6 0 11-15,1-2 17 0,-4 0 10 0,-2-4 15 16,-4 3 17-16,0 1 15 0,-1 0 5 0,-4-2 0 15,-2 2 1-15,1 0-4 0,-3 2-4 0,-3 0-2 16,0 1-2-16,-2-1-3 0,-2 4-3 0,1 0-5 16,-2 1 0-1,-2 3-5-15,1 0 4 0,-2 1-9 0,2 2-2 16,1 2 0-16,-4 2 3 0,5 0-2 0,0 0-6 16,1 0-10-16,0 7-5 0,2-6-13 0,3 0-5 15,3 1 2-15,-1 0 5 0,3-1 2 0,1 0 3 16,2-3 3-16,2 2 5 0,3 0 1 0,-1-3 4 15,2-1-1-15,5 1 1 0,-3-3 5 0,1-3-3 16,2 3 9-16,-1-2 6 0,1-1 10 0,-2-2 4 0,-2 1 10 16,3-3 4-16,-3 2 7 0,-1 0 2 0,2-3 8 15,-2 1-1-15,-1 0 1 0,-2 0-2 0,2 1 11 16,-2 0-6-16,-2 1 3 0,2 2-8 0,-3-1-4 0,1-1-8 16,-1 4-9-16,-1-4-7 0,-2 5-16 0,3-1-17 15,-3 1 0-15,0 0-13 0,0 0 3 16,6 8-3-16,-6-2 3 15,1 4-5-15,-1 2 1 0,-1 3 2 0,2 7 0 16,-3 1 3-16,1 9 4 0,-3-1 3 0,-1 1-1 16,-2 14 6-16,2-9-4 0,3-3 2 0,-2-2 1 15,0 1 1-15,-1-2-2 0,1-1 5 0,-1-2-27 16,-1-2-3-16,0-7 6 0,1-2 4 0,1-1 4 0,-1-4 1 0,-1-1 5 16,0-3 1-16,-2 3 4 0,0-6 0 0,-2 2 2 15,-3-4 8-15,3-1-1 0,-4-2 5 16,2-2 7-16,-3-1 2 0,0-4 0 0,-2 0 12 0,6 0 27 15,-3-4-6-15,3 2 14 0,1-4 7 0,-3 0 12 16,7-2 5-16,1-2-10 0,4-9-8 16,4 1-12-16,4-4-10 0,7 1-13 0,4-1-3 15,5 1-4-15,9-10-3 0,-5 11-3 0,2 3-3 16,0 0-5-16,2 1-3 16,-2 3-1-16,1 2-4 0,-3 2-1 0,-1 1 0 15,-4 1 1-15,-3 6 1 0,-3-1 4 0,-5 5 9 0,-2-4 2 16,0 5-9-16,-3-1 12 0,1 3-15 15,-2-4 10-15,-1 3-8 0,-4 2 1 0,6-4-10 16,-6 4-9-16,0 0-2 0,5-3-24 0,-5 3-15 16,0 0-32-16,0 0-22 0,0 0-29 0,9-2-19 15,-9 2-7-15,0 0-17 0,0 0-43 0,0 0-62 0,0 0-198 16,0 0-516-16,0 0 229 0</inkml:trace>
  <inkml:trace contextRef="#ctx0" brushRef="#br0" timeOffset="-200487.65">29706 15836 219 0,'8'-3'211'15,"-8"3"-28"-15,0 0-14 0,0 0-11 0,14 7-9 16,-5 1-12-16,-1-2-14 15,1 5-5-15,0 1-10 0,1 2-11 0,-2 3-9 16,-2 0-5-16,2 1-6 0,-3 1-7 0,-1 0-8 16,1 8-3-16,-4-8-7 0,-1 0-6 0,-1-3-2 15,-1-1-2-15,1-2-3 0,0-3-3 0,0-1-4 16,-1-2-2-16,1-1 24 0,-2-1 5 0,2-1 16 0,1-4 17 0,0 0 9 0,0 0-5 16,0 0 0-16,0 0 3 15,0 0 1-15,-7-19-3 0,5 7 4 0,4 2 2 16,-2-3-9-16,2-2-11 0,4-2-2 0,0 1-8 15,-1-1-8-15,0 3-7 0,1-3-3 0,4 2-4 16,-4 4-4-16,-3 1-12 0,1 2-4 0,0 2-3 16,-1 0-2-16,1 1-11 0,4 1-3 0,-3 0-14 15,5 1-4-15,2 2-13 0,6 1-7 0,4 0-6 16,6 1-12-16,4 6-12 0,2-1-12 0,4 0-11 0,0 3-17 0,10-2-10 16,-12-1-9-16,2 0-6 0,-4-1-1 0,-1-1 6 15,-4-3 13-15,-1 2 1 0,-10-3 15 0,0-3 10 16,-6 2 24-16,0-2 34 0,-4-2 20 0,-1 2 19 15,-2-6 32-15,-1 4 6 0,-2-1 9 0,0-2 15 16,0 2 7-16,-1-1 1 0,-2 2 0 0,-1-2-7 16,2 2-9-1,-3 2-9-15,0-2-14 0,1 3-4 0,-2-1-7 16,-5 3-3-16,-4 3-6 0,0 2-7 0,-3 0 2 16,-1 3-4-16,-8 4-5 0,8-3-2 0,-6 6-7 15,4-3 4-15,1 5-1 0,1-5-1 0,4 2-3 0,-1-1 1 16,4-4 1-16,1 1-8 0,3 0-15 0,-2-3-8 15,7-2-1-15,-3 0 2 0,0-1 11 0,0-3 9 0,4-1 14 16,0 0 13-16,0 0 3 0,0 0 7 0,0 0-3 16,22-1-5-16,-8-7 4 0,2 1 9 0,-5 1-3 15,4-4 0-15,1 2-5 0,0-1-5 0,-4 1 3 16,3 0-15-16,-5 0 3 0,3 3 2 0,-4 0-7 16,-2 0 3-16,1 0-12 0,-3 2 6 15,2 1-8-15,-3 1 7 0,1-2-14 0,-1 2 1 0,-4 1-7 16,11 0-7-1,-11 0-6-15,9 6 2 0,-2-6-2 0,0 4-10 16,0 1-6-16,0 2-1 0,-2-4-1 0,3 3 2 16,1 0-6-16,-1-1 2 0,-2-3 5 0,4 3-2 15,-3 0 7-15,0-4 3 0,0 0 5 0,2-1-2 16,-2-1 8-16,2-2 2 0,0-3 3 0,1-1-1 0,-1-2 5 16,0 1-1-16,-2-4 5 0,0-2 4 0,2-4 2 15,-1 2 3-15,3-7 4 0,-3 0 7 0,1-1 1 0,1-4-3 16,-2 1-5-16,0-3 4 0,2-2-2 15,1 3 2-15,-3-7 3 0,0 6 13 0,-1-1 8 16,0 3 3-16,-2 3 12 0,0 9 1 0,-4 3 2 0,2-2-5 16,-2 4 2-16,2 4-7 0,-1-1-5 0,-2 2-14 0,0 6-2 15,0-8-14-15,0 8-12 0,0 0-20 16,0 0-7 0,0 0 3-16,0 0 0 0,0 0 0 0,-10 16 4 15,2 0 4-15,-1 8 3 0,-2 2-4 0,2 1 6 16,-1 1 0-16,-2 4 3 0,3 0-1 0,0-1-2 15,2 1 1-15,3-2 0 0,0 1 4 0,-1-5 3 16,1 3-2-16,1-11 4 0,3 2 2 0,0-5-2 16,3 0-1-16,-6-5 4 0,3 1 0 0,0-5 3 0,0 0 3 15,0-1 6-15,0 1 0 0,0-6 7 0,0 6 13 0,0-6 8 16,0 6 5-16,0-6 5 0,3 5 8 0,-3-5 9 16,0 0 7-16,1 4 1 0,-1-4 0 0,0 0 0 15,0 0-9-15,0 0-1 0,0 0-3 16,17-3-11-16,-7 1-16 0,3-2-20 0,3-2-59 15,11 1-48-15,0-4-78 0,6 0-95 0,4 0-113 16,15-2-266-16,-3 0-699 0,1-3 308 0</inkml:trace>
  <inkml:trace contextRef="#ctx0" brushRef="#br0" timeOffset="-200055.49">31306 15932 273 0,'0'0'430'0,"0"0"-33"15,0 0-39-15,0 0-56 0,2-7-12 0,-2 7-51 0,0 0-61 16,0 0-96-16,0 0-107 0,0 0-165 0,0 0-199 16,0 0-422-16,0 0 186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9:21:53.25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4757 1500 21 0,'0'0'23'0,"4"-3"12"0,-4 3-3 0,2-3 3 16,-2 3 18-16,4-7-2 0,-1 3 19 0,-3 4-17 16,1-6-1-16,-1 6-3 0,3-5-3 0,-3 5 8 15,2-5 3-15,-2 5-1 0,0-7-3 0,0 2 0 16,0 5 16-16,4-7 1 0,-4 7-7 0,0-8 0 15,0 8-14-15,-4-9 1 0,4 9-14 0,-5-7 2 0,5 4-3 16,-4-1-6-16,0 0 0 0,2-2-17 0,-1 4 6 16,-2-1 1-16,-1 1-7 0,-2-1-4 0,3 1 4 0,-3 0-1 15,-5 2-2-15,3-1 0 0,-4 4-3 0,1-3 3 16,-4 5-5-16,-1-3-7 0,-2 6 10 16,-5 3-3-16,2 3-1 0,-3 2 2 0,1 1-9 0,-2 6 6 15,0-2-4 1,3 5 3-16,-1 0 0 0,2 4-2 0,-3 8 2 15,-1 4-1-15,9-9-4 0,0 11 6 16,3-14-6-16,2 6-7 0,5-3 13 0,3-2 5 16,5 1-4-16,-4-1-4 0,9-2 6 0,-2 1-3 15,6-2 1-15,0 1 7 0,1-2-7 0,4 1 5 16,4-5 0-16,-4 3 1 0,7-6 0 0,-2 4 12 16,1-7-1-16,2-3-1 0,-5-1 13 0,3-4 4 0,-1 0 1 0,0-3 9 0,3 0 6 15,0-1-3-15,-3-4 11 0,1-1 9 0,-1-1 6 16,-1-4 8-16,2-1 7 0,-4 0 10 15,1-3 0-15,-3-1 7 0,6-10-6 0,-6 4 1 16,4-6-11-16,0-4-2 0,-5-3-15 0,3-2-6 16,-5-3-5-16,4-13-12 0,-2-3-8 0,-3-1-7 15,-2-2 1-15,-1 1-6 16,-4-1-5-16,0 3-5 0,-2 3 13 0,-4 9-4 16,-2 7-3-16,-4-3-5 0,-1 2-1 0,0 3-6 15,-5 3-1-15,-1-1-8 0,-4 8-7 0,-2 4-13 0,4 5-5 16,-9 2-15-16,-3 4-20 0,0 4-18 0,-2 3-28 15,-1 6-11-15,1 3-27 0,0 6-13 0,-11 10-42 16,13-4-29-16,4 1-180 16,1 0-434-16,6 1 192 0</inkml:trace>
  <inkml:trace contextRef="#ctx0" brushRef="#br0" timeOffset="1033.77">5102 1843 47 0,'1'-3'186'0,"0"1"-24"0,3-2-11 16,0 0-16-16,2 0-17 0,-2 2-16 0,4-1-7 0,2 2-10 0,0 1-10 0,2 1-12 15,-2 4-4-15,4-2-6 0,-1 3-6 0,4 2-2 16,-2 4-2-16,-1 0-7 0,1 1 3 0,1 1-3 15,-3 2-4-15,-1-1-3 0,2 8-3 0,-3-1 2 16,-4-5-5-16,-3 1 2 0,1-1-5 0,-5 2 2 16,-2-3-2-16,-1 2-1 0,0-1-2 0,-2 3-3 15,-1-4 2 1,2-6-1-16,-5 3 5 0,1-4 13 0,1 1 14 16,1 0 22-16,-1-5 21 0,1-1 31 0,-1-1 11 0,0-3-3 15,7 0-6-15,-17-8-18 16,10 1 2-16,-1-3-10 0,0-2-1 0,2-5-6 15,-1 0-17-15,2-6-11 0,9-5-9 0,-3 1-19 16,6-2-14-16,3-5-34 0,4 3-23 0,0-3-25 16,1 3-24-16,2 2-18 0,3 3-27 0,-3 1-15 0,-3 10-31 0,0 0-25 0,-4 4-33 15,-2 1-130-15,1 1-396 0,-4 3 175 0</inkml:trace>
  <inkml:trace contextRef="#ctx0" brushRef="#br0" timeOffset="1519.92">5618 1605 133 0,'0'-9'227'0,"0"2"-7"0,3 2-7 16,-2-2-10-16,-1-1-8 0,1 2-9 0,2 0-11 15,-3 0-19-15,1 2-11 0,-1-1-14 0,0 5-12 16,0-7-12-16,0 7-14 0,0-1-13 16,0 1-6-16,5-3-11 0,-5 3-9 0,0 0-16 0,0 0-7 0,0 0-9 0,0 0-1 15,4 12-7-15,-3 0 4 0,2 5-5 16,-2 2 3-16,2 9-7 0,-2 3 10 0,-1 3-9 15,0-1 3-15,0 1-4 0,0-1 2 0,0-1-2 16,0-1 2-16,0-2-3 0,3 1 1 0,-1-2-2 16,-2-5 3-16,4-2-1 0,-4-2 1 0,3-2-6 15,-2 0 4-15,0-4-3 16,0-2 2-16,-1-3-8 0,3 1 6 0,-2-1-5 16,-1-2 6-16,3-3-3 0,-3 5 3 0,0-8 0 15,2 7-2-15,-1-5 2 0,-1-2 0 0,0 6 1 16,0-6 0-16,0 0 0 0,3 7 3 0,-3-7-4 15,0 0 8-15,0 0-5 0,6 1 2 0,-6-1-1 16,14 0 2-16,-14 0-28 0,21-1-25 0,-2-3-40 16,-2-2-43-16,3 3-39 0,-1-1-65 0,-2 0-172 0,-3-2-432 15,-1 3 191-15</inkml:trace>
  <inkml:trace contextRef="#ctx0" brushRef="#br0" timeOffset="1770.16">5512 2012 19 0,'0'0'275'0,"0"0"-15"0,0 0-19 0,0 0-26 0,0 0-23 15,0 0-18-15,14-9-24 0,4 3-20 0,10 2-37 16,5-1-32-16,3-2-57 0,-1 4-53 0,18-4-66 16,-16 5-160-16,-1-4-299 0,0 0 133 0</inkml:trace>
  <inkml:trace contextRef="#ctx0" brushRef="#br0" timeOffset="2721.73">6046 1535 36 0,'3'-4'231'0,"-3"-1"-6"0,0 0-4 0,1-2-7 15,-1 4-18-15,0-2-21 0,0 5-19 0,0-5-14 16,0 5-22-16,0 0-18 0,0 0-12 0,0 0-12 15,0 0-9 1,0 0-9-16,4 13-7 0,-4-1-4 0,1 7-7 16,4 5-2-16,-5 5-2 0,-1 3-3 0,2 5-3 0,-7 8-1 15,1 1-2-15,-2-10-3 0,1 10 3 0,2-14-5 16,-1-1 0-16,-3-3 0 0,7-2-5 16,-1 1 0-16,-1-10-4 0,0-4-2 0,3 0-2 15,0-2 8-15,0-3-9 0,-1-1 4 0,1-2 9 0,0 1 36 0,0-6 38 16,0 5 28-16,0-5 33 0,0 0 25 0,0 0 25 15,-2 4 3-15,2-4-27 0,0 0-21 0,9-10-17 16,-2 3-11-16,2-3-18 0,0 0-15 0,4-2-8 16,1-2-23-16,-1 1-13 0,1 1-7 0,-7 3-7 15,2 2-3-15,-1 0-7 0,1 1-8 0,-4 1-9 16,0 2-15-16,0 0-20 0,2-1-18 0,-2 2-13 16,1 2-6-16,-6 0-19 15,17 2-13-15,-7 1-17 0,2 2-10 0,2-1-29 16,-3 0-11-16,8 5-20 0,-2 1-20 0,3-3-12 15,1 1-23-15,-3-1-4 0,2 3-18 0,-2-5 9 16,0 1 3-16,0 0 19 0,-3-5 4 0,0 3-121 16,-3-4-366-16,2-1 162 0,-4-2 1430 0,3 1-995 15,-3-3 42-15,-1-1 32 0,0 0 37 0,-2-4 19 16,0 3 26-16,-3-3 20 0,1 0 7 0,-1-3 16 0,0 5 0 16,-3-4 1-16,0 2 6 0,1 0-5 0,-1 0 5 15,-1-1 3-15,0 4-4 0,0-1-8 0,0 2-2 16,-1-2-4-16,-2 5-8 0,2-2-5 0,-3 3-11 15,4 2-5-15,0-5-14 0,0 5-4 0,0 0-2 16,-13 0-7-16,8 5-4 0,-4 1-1 0,0 0-6 16,-1 4-2-16,-3 0 1 0,3 2 0 0,-4 1-6 0,5 0 2 0,-1 2-4 15,2-4 3-15,0 5-4 0,5-2 7 0,-1-4-7 16,2 2-4-16,1-3-1 0,1 2 6 0,1-2-4 16,2-1 0-16,2 1 3 0,-2-7-1 0,3 5 3 15,4-4-1-15,7-3 3 0,-3 0-4 0,4 0 4 16,1-3-1-16,0-1 0 0,-1-1 6 0,-1-2 2 15,-2-2 6 1,-4 1 1-16,1-5 2 0,0 2 1 0,-4-4-10 0,1 0 2 16,-2-2-3-16,-1-2-5 0,0 5-1 15,-4-4-6-15,-1 2-7 0,-2-1-3 0,-2 5-7 16,-6-2-12-16,4 5-3 0,-4-2-11 0,-2 5-6 16,-5-1-8-16,-1 3-9 0,0 1-11 0,-1 3-15 15,-1 0-16-15,1 3-20 0,5 1-15 0,-2 3-16 16,2-1-21-16,3-1-20 0,-2 2-148 0,3-2-371 0,4 4 164 0</inkml:trace>
  <inkml:trace contextRef="#ctx0" brushRef="#br0" timeOffset="3384.97">7048 1838 125 0,'-1'-4'257'0,"-1"-2"-27"0,1 2-21 16,-1 0-18-16,-2 1-22 0,0-1-21 15,-1 0-10-15,-3 4-19 0,-1-1-13 0,-1 1-8 16,-1 1-9-16,-1 2-14 0,2 1-10 0,-3 0-12 0,7 4-13 0,-6-3-15 16,3 3-3-16,4-1-8 0,1 2-8 0,3-2-6 15,1 0 2-15,0-1-4 0,5 1-1 0,-1-2-2 16,6 2-1-16,4-5-4 0,3 2-6 0,-1-1-2 15,2-2 0-15,0-1 2 0,1-3-9 0,0 1 16 16,-1-3-6-16,0-2 9 0,-5 3-1 0,1-1 10 0,-4-1 12 16,1-1 11-16,-1 2 15 0,-4 0 14 0,1 0 3 15,-2 3 5-15,0-2-4 0,0 1-5 0,-4 1-1 16,3-1-16-16,-4 3-17 0,6 0-13 0,-6 0-7 16,0 0 1-16,7 7-1 0,-6 0 1 0,-1 3-5 15,0 5 7-15,0 4-4 0,0-1-4 0,0 10 3 16,0 3 1-16,-1 1 2 0,0-2-3 0,-2 4 2 15,3-2 1-15,0 17 2 16,0-18 1-16,0 2 1 0,3 0-1 0,-6-6 3 16,3 2-2-16,-1-3-1 0,-3-9 1 0,0 1-1 15,3-2 1-15,-7-2-6 0,2-2 7 0,-2-2-3 16,0-2 3-16,-3 0 3 0,-1-2 7 0,-3-6-1 16,-3 2 4-16,-13-2-1 0,3-2 6 15,0-4 2-15,-1-3 1 0,2-3 4 0,-1 2 17 16,5-4 10-16,2-1 9 0,6 3 4 0,-2-9-5 0,2-1-7 0,6-5-8 0,4-2-11 31,8-1-15-31,4 0-11 0,9-2-7 0,4 1-3 16,12-6-6-16,5 4 1 0,4 4-2 0,1 2-2 15,4 0 0-15,-1 5 1 0,6 1 1 0,-1 2 6 16,-14 4 1-16,10-3 1 0,-13 7 1 0,1-1-2 16,-5 0 0-16,-3 2 3 0,-7 2-1 0,-2 0-2 15,-7 2 4-15,-1 2-5 0,0-3 0 0,-3 4 2 16,-2 0-2-16,2 0 0 0,-3 1-7 0,1 0-18 0,-4 2-21 15,5-3-31-15,-5 3-33 0,0 0-23 0,0 0-10 16,0 0-12-16,0 0 1 0,3 6-29 0,-3-6-16 16,-3 7-156-16,2-3-381 0,-1 0 169 0</inkml:trace>
  <inkml:trace contextRef="#ctx0" brushRef="#br0" timeOffset="3788.6">7738 1806 146 0,'-4'-5'187'0,"4"5"-12"0,-4-2-26 16,4 2-15-16,-6-5-13 0,6 5-9 0,-8 0-16 31,8 0-13-31,-13 2-7 0,7 1-11 0,-5 0-4 0,2 1-14 0,-4 3 3 0,-1 1-7 0,0 5-4 0,-2-4-7 15,4 5-1 1,-2-2-6-16,1 3 1 0,-1-3-7 0,1 5 2 16,5-3-6-16,0 1-4 0,1-4 6 0,3 5 3 15,2-6-4-15,0 3 2 0,4-2 2 0,1 0 22 16,4 0 12-16,3-2 22 0,4-1 5 0,4 1 7 16,0-5-5-16,11-1 5 0,1-4-6 0,0 0-7 15,2-4-1-15,-4 0 5 0,2-5 4 0,-10 3 9 16,2-8-5-16,-3 6 0 0,-4-5-11 0,-2 1-4 0,-1-4-9 0,-2 0-6 15,-4-2-11-15,-3 0-2 0,-3-1-7 0,-4 1-14 16,-2 0-7-16,-10-1-25 0,-3 3-20 0,-3 1-19 16,-4 3-26-16,-5 6-26 0,0 0-33 0,-1 6-34 15,4 1-51-15,0 3-229 0,8 0-485 0,0 4 214 16</inkml:trace>
  <inkml:trace contextRef="#ctx0" brushRef="#br0" timeOffset="5589.85">8107 1764 205 0,'0'-4'228'0,"2"-1"-10"0,-2 1-8 0,1 1-19 16,-1 3-16-16,1-5-27 0,-1 5-15 0,0 0-17 16,0-5-13-1,0 5-19-15,0 0-5 0,0 0-12 0,0 0-3 16,2 18-10-16,0-6-5 0,-1 4-8 0,-1 2-1 16,0 0-5-16,-1 3-2 0,0 5-1 0,0-2-6 15,1 0 1-15,-2-5-6 0,2-2 0 0,0 0 0 16,-1-6-8-16,0 0-1 0,2-5 7 0,0 1-5 15,-1-1 5-15,-1-2 3 0,1 0 40 0,0-4 35 16,0 0 39-16,1 8 48 0,-1-8 15 0,0 0-12 0,0 0-27 0,8-11-14 16,-3 2-17-16,3 0-13 0,3-4-12 0,-4-2-15 15,5-2-2-15,-1-2-18 0,5-5-1 0,1 0-6 16,-3 0-15-16,-4 7-4 0,-1 0-1 0,1 3-8 16,-3 4-1-16,-1 2-5 0,-1 3-8 0,-2-2-6 15,-2 3-24-15,4 0-20 0,-4 0-26 0,-1 4-24 16,3-2 3-16,-3 2 3 0,0 0 2 0,5 10 7 0,0-4 7 31,2 4 5-31,-1-1 3 0,5 7 3 0,0-2-3 16,3 1 0-16,0-1-8 0,7 3-1 0,2-2-9 15,3-1-3-15,2-3-4 0,6 1 5 0,0-8-7 0,3 2-3 16,-1-2-7-16,2-1 3 0,-2-5 8 0,-1-2 1 16,0-1 10-16,-4-1 9 0,-5-1 5 0,0-4 8 15,-8 0 13-15,-2 0 15 0,0 1 20 0,-5-2 13 0,0-2 11 16,-5 4 12-16,-2-2 6 0,1-1 8 0,-5 4-2 15,0-3-5-15,0 2 1 0,-2 1-1 0,-5 3 1 16,2-1-23-16,-4 3 3 0,-5-1-7 0,-3 7-5 16,-2-2-3-16,-4 5 3 0,-2 5-5 0,0 0-5 0,1 2 4 15,-2 3-5-15,9-3 0 0,-4 5 3 0,7-3-6 16,0 0 1-16,0-2 1 0,5 3-1 0,0-3 3 16,2-2-7-16,1-1 1 0,3-2 11 0,0-2-16 0,2 1 11 15,-1 0-4-15,2-5 7 0,0-1-3 0,6 4 11 16,-6-4 1-16,21-5-3 0,-3-2-4 15,9-3 1-15,1 0-4 0,-2-1 4 0,-6 1-4 0,-1 3-4 32,7-5-1-32,-6 4 1 0,-1-1-5 0,-1 4 3 0,1-2 1 15,-2 2-5-15,-3 1 0 0,-2 3 0 0,-1-3-3 16,1 3 2-16,-2 1-4 0,-1 1-8 0,-2 0-3 16,0 3 0-16,-1 0-3 0,4 1 6 0,-2-1-9 15,1 4 4-15,-1-4-4 0,1 2 1 0,0 1 3 16,0-2 6-16,-1 0 2 0,1-1 0 0,0 1 4 15,4-2-1-15,-4-1 6 0,1-2-2 0,3 0 2 16,-4-2 0-16,4-1 4 0,2-4-1 0,-5-1 0 0,-1-1-2 0,0-3 0 16,2-3 2-16,-4 1 10 0,3-5 3 15,2-6 1-15,-4-1 1 0,-1-2-2 0,0 2 2 16,-2-4 0-16,1-5-4 0,-2 0-5 0,6-12 0 16,-7 14 2-16,-1-1-7 0,0 6 14 0,0 1 8 15,-2 11 11-15,1-1-5 0,-2 7 2 0,1-1-10 0,0 4-1 16,0 1-12-1,0 1-9-15,0 1-35 0,0 1-15 0,0 3 3 16,0 0 4-16,0 0 6 0,-9 22 1 0,4 3 11 16,-4 2-1-16,1 7 5 0,3 1 3 0,-7 11 5 15,5 1-1-15,2 0 5 0,4-13-1 0,1 12 4 16,4-15 0-16,1 1 3 0,3-4-1 0,2 0 0 16,2-4 4-16,4 2 5 0,0-7-5 0,1-5 4 15,-3-1-1-15,1-3 5 0,2-1 0 0,1-2 3 0,2-1 3 0,1-4 11 16,-1-1 6-16,3-2 6 0,5-6-8 15,-2 2 5-15,2-5-4 0,-9 3 1 0,8-6-1 16,-2 0 2-16,-4-2 2 0,-3 5-2 0,-4-4 5 16,3 2 9-16,-2-2-4 0,-2 3 12 0,-2-1 7 15,-2 3 5-15,-3 3 15 0,1-1 6 0,-5 3 4 16,2-2-12-16,0 4-5 0,1-2-14 0,-4 2-3 0,3-2-15 0,-1 2-15 16,-3 2-18-16,1-4-16 0,-1 4-32 0,0 0-2 15,0 0 2-15,0 0 6 0,4 9-1 0,-4-2 2 16,0-2 5-16,0 2-1 0,1 1 9 0,2 2 0 31,-3 0 3-31,0-1 5 0,1-2-3 0,-1 0 5 16,0 1 2-16,3 0 0 0,-2-4-3 0,-1 2-4 15,0-2-12-15,0 0-6 0,0 0-8 0,1 0-1 0,-1-4-3 0,3 4 7 16,-3-4-1-16,0 0 2 0,-3 4-3 16,3-4-14-16,0 0-39 0,0 0-43 0,0 0-43 15,0 0-57-15,-1-18-53 0,-3 7-183 0,-1 0-509 16,2-6 225-16</inkml:trace>
  <inkml:trace contextRef="#ctx0" brushRef="#br0" timeOffset="5743.22">9669 1550 236 0,'-5'-5'290'0,"2"-2"-8"0,2 4-18 0,0-2-25 16,1 5-25-16,-3-6-24 0,1 3-12 0,2 3-27 16,-2-4-15-16,2 4-20 0,0-4-28 0,0 4-26 15,0 0-14-15,0 0-17 0,0 0-25 0,0 0-27 16,9 10-30-1,-5-5-26-15,0-2-30 0,2 1-34 0,-3 2-25 16,3-1-162-16,-1-1-356 0,1-3 158 0</inkml:trace>
  <inkml:trace contextRef="#ctx0" brushRef="#br0" timeOffset="6089.65">10073 1276 229 0,'0'-9'311'0,"0"1"-12"0,1 1-17 0,-1 3-25 0,0-1-26 15,1 1-27-15,-1 0-25 0,0 4-22 0,0 0-25 16,0-4-24-16,0 4-17 0,0 0-6 0,4 19-13 0,-5-5-9 16,-2 6-4-16,6 9 0 0,-5 4-13 0,1 16 1 15,0-3-3-15,1 4-3 0,-1-6-5 0,1-8-1 16,1-1-4-16,0 3-5 0,-2-6-1 0,2 0 0 31,2-4-4-31,-3-7 2 0,2 3-1 0,-2-4-8 16,2-5 3-16,-1-3-4 0,0-2 4 0,-2-2-3 0,2-2-2 15,0 1 2-15,1-2 2 0,-1-2 0 0,-1 2 0 0,0-5 1 16,0 0-7-16,0 8-4 0,-1-7-13 0,1-1-13 16,0 4-14-16,0-4-16 0,0 0-18 15,1 4-19-15,-1-4-17 0,0 0-75 0,0 0-301 16,0 0-518-16,-12-15 230 0</inkml:trace>
  <inkml:trace contextRef="#ctx0" brushRef="#br0" timeOffset="6360.75">9923 1727 66 0,'-5'0'249'0,"5"0"-4"0,0 0-16 0,0 0-15 16,0 0-13-1,0 0-15-15,0 0-19 0,0 0-21 0,0 0-9 16,25-8-15-16,-5 6-14 0,8-6-10 0,4 1-11 0,4 2-7 16,-1-1-10-16,1 0-3 0,-3 0-10 0,2 1-4 15,-6-2-3-15,-7 4-7 0,-5-2-9 16,-3 5 1-16,-4-5-3 0,-1 4-1 0,-3-2-3 16,1 3-3-16,-2-1-4 0,-1-1-5 0,-4 2-2 15,7-1-12-15,-7 1-7 0,4-1-20 0,-4 1-20 0,0 0-20 0,0 0-30 16,0 0-18-16,0 0-30 0,-17 5-30 0,14-3-30 15,-4 2-138-15,2-2-370 0,1-1 163 0</inkml:trace>
  <inkml:trace contextRef="#ctx0" brushRef="#br0" timeOffset="6974.06">10516 1624 65 0,'1'-6'315'0,"-1"6"-22"0,0 0-31 16,3-4-26-16,-3 4-28 0,0 0-20 0,2-1-28 16,-2 1-18-16,0 0-26 15,0 0-14-15,0 0-12 0,0 0-12 0,9 10-25 16,-5-3-8-16,0-3-12 0,3 6-2 0,-1-5-9 16,0 4-6-16,3-3-12 0,-1 3-3 15,-1-2-3-15,1-2 2 0,1 2-2 0,0-2-2 16,1-1 1-16,-3 0 0 0,-1-4 4 0,1 2-4 15,0-2 1-15,-7 0 1 0,15-2 1 0,-8-2 4 0,0 0 7 16,1-1-1-16,1 1 7 0,-1-4 11 0,-1 1 5 0,1-3-4 16,-1 3 11-16,-1-2 5 0,0 4-1 0,-1-5 1 15,3 5 4-15,-3-3-2 0,-3 3-2 0,3 3-1 16,-3-3-9-16,3 3-4 0,-5 2-8 0,1-4-18 16,-1 4-13-16,0 0-1 0,8 6 1 0,-4 0 0 15,-1 3-1-15,3 6 1 0,1 6-3 0,1 4 5 16,4 4-1-16,-7 0 2 15,5 7 2-15,-6-4-2 0,1 17 7 0,0-14-5 16,-2 13 5-16,-6-13 0 0,-2 1 1 0,0 9-2 16,0-10 4-16,-3 1 0 0,2 0 3 0,-4-7 0 15,3-4-4-15,-6-1 1 0,4-7 1 0,2 0 0 16,-1-5-4-16,-1-2 4 0,1-3 13 16,2-2 11-16,-3 2 17 0,2-7 15 0,-2 2 22 15,1-2 17-15,8 0 29 0,-18-5 22 0,13 1 14 0,-2-4 5 0,0-4-2 16,3-5-19-16,7-5-21 0,3-9-19 0,3 3-21 15,6-4-19-15,13-9-13 0,8-4-6 0,1 0-13 16,3-1-13-16,-2 2-2 0,5 3-4 0,-2-2-5 16,-1 4 4-16,-3 4 1 0,-10 11-6 0,0 3-9 15,-3 2 4-15,-1 3 9 0,-9 6 9 0,-2 2 0 16,-3-1 4-16,-2 3-5 0,-2 1-5 0,2 1-10 0,-3 3-7 0,-2-3-40 16,2 2-46-16,-1 0-57 0,-3 2-33 0,0 0-19 15,0 0-22-15,0 0-25 0,-15 13-31 0,5-6-56 16,-1 1-250-16,2-1-623 0,-1 0 276 15</inkml:trace>
  <inkml:trace contextRef="#ctx0" brushRef="#br0" timeOffset="8129.65">12684 1562 34 0,'0'0'107'0,"0"-6"-4"0,0 6-4 0,0 0 0 0,0-5-4 15,0 5 3-15,0-4-9 0,0 4-4 16,3-5-7-16,-3 5 0 0,0 0-7 0,0-7-2 15,0 7-2-15,0-2 6 0,0 2-1 0,0 0-6 16,0 0-7-16,0 0-6 0,0 0-8 0,0 0 0 16,0 0-9-16,-3-4-8 0,3 4-3 0,0 0-8 15,-11 13 1-15,5-5-5 0,-6 4 7 0,-2 0-11 0,0 3 5 16,-4 6-3-16,7-4-3 0,-2 6 5 0,-4 1-9 0,7-1 2 0,-3-1-4 0,7 2 2 31,-2-7-6-31,6 1 11 0,-1-2-8 0,0-1 5 16,3-1-2-16,3-2 5 0,0-2-7 0,0 0 11 15,5-3 9-15,0 0 12 0,2-2 9 0,3 0 13 16,1-5 3-16,3 1 8 0,3-5-2 0,-3-1 6 16,8-7-6-16,-8 4 5 0,1-5-7 0,-1 1 1 15,3-6-5-15,-4-3-1 0,-2 4 0 0,-2-5-3 0,-3-2-4 0,-3 1-7 16,3-2-5-16,-6-2-7 0,-2 1-8 0,-2 6-4 16,-6-4-4-16,1 5-7 0,-2 0-5 0,-2 4-6 15,-4 0-6-15,1-1-9 0,-5 3-6 16,2 5-15-16,4 2-7 0,-7 1-17 0,1 5-7 15,1 0-20-15,0 2-13 0,1 2-19 0,5 1-16 0,-1 1-21 16,2-1-20-16,6 1-16 0,-1-2-100 0,1 0-318 0,4 1 141 16</inkml:trace>
  <inkml:trace contextRef="#ctx0" brushRef="#br0" timeOffset="8561.58">13018 1126 201 0,'0'-5'236'0,"4"-1"-25"0,-3 1-25 16,-1 2-24-16,4 2-16 0,-4 1-19 0,0 0-14 16,8 13-12-16,-7-3-10 0,4 9-12 0,-2 7-9 15,-1 5-5-15,-3 2-6 0,-3 14-5 0,-1 7-7 0,0 0-2 16,-3 4 6-16,3-3-14 0,1-1 2 0,4-4-7 15,-4-1 1-15,4-15-8 0,0 0 2 0,4-3-5 16,0-3-1-16,0-1-1 0,0-6 0 0,1-4-6 0,-1-5 2 16,2-1-1-16,-1-4-2 0,-2 2 11 15,-1-3 15-15,0 0 30 0,-1-2 26 0,-1-4 34 16,1 7 17 0,-1-7 12-16,0 0-13 0,0 0-12 0,0 0-14 15,0 0-17-15,0 0-11 0,3-22-19 0,-6 10-21 16,-3-4-30-16,-2-2-39 0,-10-6 5 0,-1 2-15 15,-3-4-5-15,-2 4 8 0,-3-2-1 0,2 2 6 16,2 2 2-16,2 2 12 0,5 5 8 0,4 1 3 16,1 4 15-16,3 1-6 0,4 2 3 0,-1 0 4 15,1 1-8-15,8-3-7 0,7-1-9 0,15-2-11 0,12 2-25 0,25-5-38 16,34 1-56-16,-6-2-57 0,2-1-89 0,0 2-213 16,3-4-532-16,-5-2 236 0</inkml:trace>
  <inkml:trace contextRef="#ctx0" brushRef="#br0" timeOffset="9347.68">15194 1226 123 0,'0'0'143'0,"3"-7"2"0,-3 7-1 0,0-6-2 0,2 3 0 16,-2 3 1-16,3-9-8 0,-2 7-3 0,-1 2-2 0,3-5-8 15,-2 3-4-15,-1 2-20 0,0 0-5 0,3-5-18 16,-3 5-9-16,0 0-13 0,0 0-15 0,0 0-5 16,2 13-5-16,-3-3 0 0,0 6-3 15,1 0 1-15,-7 9-5 0,6-6-6 0,-2 13 1 16,-2 0-1-16,3 2 0 15,-1 1-2-15,3-3 0 0,-4-1 2 0,8 1-3 16,-5-3 3-16,-2-1-6 0,6-1 3 0,-7-10-6 16,5 3 5-16,2-5-3 0,-2-1 0 0,-2-2 2 15,2-3 0-15,2 1-1 0,-3-3-3 0,0-2 2 0,0 0 3 16,2 0-3-16,-7-3 5 0,5-2-2 0,0 7 2 16,0-7-1-16,5 4 3 0,-5-4-5 0,0 0-7 15,0 0-27-15,0 0-22 0,0 0-30 0,-10-13-33 16,6 8-41-16,0-5-45 0,-1-1-127 0,-4-7-347 15,7 1 154-15</inkml:trace>
  <inkml:trace contextRef="#ctx0" brushRef="#br0" timeOffset="9998.01">15111 1033 94 0,'0'0'112'0,"5"-3"-1"0,-5 3-18 16,19-2-10-16,-6 4 6 0,6-1-21 0,11 2-6 15,-1 1 4-15,7 2-16 0,-2 0-2 0,2 2-12 16,-4 1-8-16,3 2 8 0,-6 1-11 0,0 0 7 16,-3 1-10-16,-8-2-2 0,-3-1 3 0,-1 3-11 0,-5-2-7 15,-4 4-6-15,-1-7 10 0,-3 4-6 0,-2-1 2 16,-3 0-15-16,-5 2 18 0,-5 0 6 0,-2-1-11 16,-2 0 2-16,1-1 3 0,-3-1-3 15,2-3-2-15,0 5 3 0,-1-6-3 0,2 5 2 16,3-7-1-16,1 1-2 15,3 1-2-15,-1 1 2 0,2-3-8 0,1 4 8 16,3-5-7-16,0 2 7 0,2-2-4 0,3 2 4 16,0-5 5-16,0 10-3 0,4-6-4 0,5 3 10 15,1-2-3-15,4 2 6 0,8 0-5 0,-3 2 2 16,2-1-7-16,6 9 14 0,-2-5-13 0,1 3-5 16,-4-1-1-16,0 3 6 0,-4-4-1 0,-4 1-4 15,0 1 6-15,-1 0-6 0,-3 1 6 0,-1-2-1 0,-5 3-4 16,-3-3 0-16,-2 4 6 0,-3-7-3 0,-1 6 10 15,-9-3 4-15,1 0 10 0,-10 0 0 0,7-2 4 16,-10-1 2-16,2 2-2 0,-2-4 9 0,1 1 6 0,3-4-5 16,0-1 1-16,3-1 2 0,6 0-3 15,-2-3 2-15,5 1-2 0,-2 0 1 0,5 1-7 16,0-3-5-16,7 0-1 16,-9 2 2-16,9-2 2 0,-6 1-4 0,6-1-3 15,0 0-5-15,0 0-8 0,0 0-6 0,0 0-23 16,0 0-20-16,20-6-30 0,-1 1-38 0,3 3-47 15,-5-1-138-15,-1 0-312 0,5-3 139 0</inkml:trace>
  <inkml:trace contextRef="#ctx0" brushRef="#br0" timeOffset="10433.87">15986 1661 40 0,'0'0'170'0,"0"0"-9"0,0 0-11 0,0 0-12 15,0 0-15-15,0 0-15 0,0 0-7 0,0 0-11 16,26-11-6-16,-15 6-13 0,6-3-1 0,4 1-7 15,-1-1-5-15,5-4-6 0,-7 3 0 0,0-3 12 0,4-3 0 16,-3 5 11-16,-5-2-6 0,0 1 11 0,-1-4 2 16,1 1-4-16,-1-1-2 0,-3 1 3 0,-1 1-2 15,-5 3 5-15,1-2-11 0,-1 2-2 0,-4 2-12 16,4 0-1-16,-4 0-18 0,-5 4-4 0,-3-4-10 0,3 7-5 16,-7-3-13-16,-3 3 6 0,-3 1-5 0,-4 4 0 15,-10 1-5-15,3 4 6 0,1 3-5 0,-1 3 2 0,-1 4-2 16,2-2-2-16,-1 1 0 0,4 3-2 0,3 1 1 31,0 2-5-31,8-1 1 0,1-6-4 0,1 5 6 16,6-2-3-16,5-2 6 0,2-2-3 0,5 2 4 15,7-5-3-15,1 1 7 0,9-2-11 0,12-1-9 16,-1-5-21-16,21 2-25 0,-1-8-36 0,1 0-45 16,3-3-57-16,-5 1-171 0,1-7-400 0,-16 3 177 0</inkml:trace>
  <inkml:trace contextRef="#ctx0" brushRef="#br0" timeOffset="10866.01">16821 1344 87 0,'0'0'172'0,"-4"-5"-17"0,4 5-21 0,0 0-10 16,-9 0-19-16,9 0-6 0,0 0-15 0,-22 7-2 16,12-3-12-16,-3 4-6 0,2-2-13 0,-7 3-1 15,4 2-7-15,-1 1-2 0,-1-3-2 16,2 3-6-16,1 0-10 0,3-2 5 0,0-1-3 0,1 6 0 15,3-4-8-15,2-3 3 0,0 4-4 0,3 0 0 0,1-1-5 16,3 1 6-16,3-1-7 0,3 4 1 0,2-3 1 16,4 1-1-16,1-3-1 15,3 1 3-15,0 1-3 0,-1-3-5 0,2 1 2 16,-5-1-3-16,0 0 1 0,-6-1 0 0,2-2-4 16,-6 0-5-16,3 0 0 0,-5-1-1 0,-1 2 5 15,-2-3-1-15,-1 2 12 0,-4 1-8 0,-4 1-6 0,-4-2 8 0,-2 4 0 0,-4-3-3 0,-1 1 2 16,0 0-10-16,-2 0-19 0,-5 0-17 0,8-3-26 15,-1-1-16-15,-1 0-37 0,5-3-113 0,-3-1-253 16,7 0 112-16</inkml:trace>
  <inkml:trace contextRef="#ctx0" brushRef="#br0" timeOffset="11382.51">17356 1312 16 0,'0'0'191'0,"0"0"-24"0,0 0-23 16,0 0-13-16,0 0-16 0,0 0-15 0,0 0-8 16,0 0-10-16,-20 1-8 0,8 4-11 0,-2 1-1 15,0 0-10-15,0 3-1 0,-3-1-7 0,2 1-6 16,0-1-5-16,0 2-7 0,4-1-5 0,0 1-2 0,-1 2 2 15,5 0-7-15,-1 2 1 0,2 0-1 0,3-2-1 16,1 5 1-16,3-5 2 0,0 3 6 0,7 3-13 16,-2 1 9-16,6-5-7 0,2 3-3 0,5-1 2 15,3 1-3-15,-1 1 0 0,-5-4-2 0,5 2 4 16,-3-4-3-16,-4 0 1 0,-1-1-3 0,0-1-5 16,-7-4-2-16,2 1 1 0,-3-1-11 0,0-1 10 15,-4-1 5-15,-3 2-3 16,-7 0 7-16,-4 0-2 0,-5 1 7 0,-8 1-8 15,-3-4-9-15,0 1-8 0,-1-1-11 0,1 0-7 16,-3-3-21-16,4-2-26 0,-3 3-27 0,10 0-30 16,0-2-82-16,-2-2-235 0,7 1 105 0</inkml:trace>
  <inkml:trace contextRef="#ctx0" brushRef="#br0" timeOffset="12201.04">17641 1663 55 0,'0'0'204'0,"0"0"-25"0,0 0-16 0,0 0-18 16,0 0-14-16,17-13-17 16,-7 10-7-16,5-3-14 0,2-1-4 0,2 0-12 15,-1-3-10-15,1 0-6 0,0 1-5 0,1 0-4 16,-4-3-4-16,2 2-5 0,3-9-7 0,-9 5-4 16,4-1 0-16,-5 2 0 0,1-4 4 15,-3 8 7-15,-3-3 8 0,0 1 4 0,-2 2-15 0,-1-3-2 0,-3 3-10 0,-3 4-10 16,-1 0-4-1,-5 0-2-15,-1-1-7 0,-1 5 9 0,-9-2-10 0,0 6 2 0,-2-3-4 0,-3 7 1 16,-2 0-1-16,0 5-2 0,0 1 0 0,0 3 2 16,5 1-4-16,2 0 3 0,0 0-7 15,2 3 7-15,8-3-4 0,-2 4 1 0,7-2 0 16,0-1 1-16,5 0 4 0,3 0 0 0,8-1 2 0,6 0-1 16,7-1-2-16,5 0 5 0,8-7 0 0,13 5 0 15,4-9-8 1,2-1 2-16,-1-3-10 0,1-3 4 0,1-3-4 15,-5-2-10-15,-1-3-1 0,-14 0-2 0,-1-2 6 16,-4-3 6-16,-3-2 8 0,-3-2 9 0,-7-1 29 16,-1-3 14-16,-5-1 10 0,-3-3-10 0,-3-9-3 15,-1 2-11-15,-4 2-2 0,2-14-6 0,-4 11 4 0,-2-2-1 0,-2 5 6 16,-2-3 46-16,1 1 5 0,1 4 21 16,-2 1-22-16,0 3 9 0,3 8 5 0,-2-1-10 15,1 8 4-15,3-1-2 0,0 4-10 0,-1 1-7 16,1 0-9-16,1 3-16 0,0-2-23 0,0 6-34 15,0-5-17-15,0 5 1 0,0 0 2 0,1 14 3 16,-2-4-1-16,1 7 2 0,0 7-2 0,-3 7 4 16,1 0 4-16,-3 3-3 0,1-2 7 0,3 4-2 15,0 0-5-15,1 13 11 0,-2-13 3 0,4-2 2 0,-2-1-3 0,2 0 2 16,-1-2-7-16,2-3-7 0,-2-8 0 0,-1-2 19 16,2 1-4-16,1-8 1 0,-3 1 1 0,1-3-4 15,1-2-15-15,-1 0 19 0,-1 0-5 0,0-3 5 16,1 0 2-16,-1-4 4 0,-1 7 6 15,1-7-6-15,1 4 21 0,-1-4 1 0,0 0 1 16,0 0 3-16,2 7-15 16,-2-7 15-16,0 0 2 0,0 0-5 0,0 0 7 15,0 0-8-15,0 0-4 0,2 5 4 0,-2-5-3 16,0 0 7-16,0 0-8 0,0 0 1 0,23-9-16 16,5 0-28-16,4 0-48 0,4-2-65 0,15-9-101 15,7 0-380-15,3-3-658 0,25-14 292 0</inkml:trace>
  <inkml:trace contextRef="#ctx0" brushRef="#br0" timeOffset="13193.2">20230 1183 130 0,'3'-5'169'0,"-1"0"-15"16,2-2-6-16,-1 4-9 0,-2-2-12 0,0 0-20 15,-1 5-6-15,1-5-16 0,-1 5-8 0,2-4-10 16,-2 4-8-16,0 0-12 0,6 12-4 0,-5-5-3 16,1 5-4-16,0 4-6 0,0 3 6 0,0 6-13 0,0 4-1 15,-2 1-6-15,2 3 4 0,2-4 0 0,0 3-2 16,-4-3 3-16,3-1-5 0,-3-1-4 0,4-2 4 15,-4-8-5-15,3 0 2 0,-3-7-3 0,1 0 5 16,-1-4 2-16,3 1 28 0,-3-2 41 0,0-5 40 16,-2 8 41-16,2-8 33 0,0 0-14 0,0 0-5 15,0 0-36 1,-6-20-21-16,2 9-11 0,0-9-12 0,-1 2-8 16,-4-10-11-16,3 1-8 0,-2-2-4 0,2-2-14 0,-2 0-6 15,3-3-7-15,1-15-6 0,-1 1-6 0,1-3-13 16,2 5-6-16,2-3-4 0,0 1-7 15,1 14 2-15,0 0-4 0,-2 5 4 0,3 3 0 16,1 7-3-16,0 2-3 0,-3 17 3 0,2-23 0 16,2 12-3-16,-4 11-8 0,19-22-8 0,-2 11-14 0,10 6-10 0,1-1-11 15,5 6-19-15,0 2-35 0,4 2-24 0,-1 7-38 16,0-2-21-16,0 5-22 0,-1 1-32 0,-3 4-189 16,3-1-471-16,-6-1 209 0</inkml:trace>
  <inkml:trace contextRef="#ctx0" brushRef="#br0" timeOffset="13607.5">20334 1412 109 0,'0'0'226'0,"-9"1"-24"0,9-1-13 16,0 0-29-16,0 0-6 0,-9 1-15 0,9-1-14 0,0 0-18 15,0 0 0-15,0 0-4 0,0 0-12 0,0 0-6 16,0 0-10-16,0 0-5 0,0 0-2 0,0 0-5 15,0 0-3-15,29-7-11 0,-6 5-1 0,8-5-4 16,2 2-3-16,3 0-5 0,3-2-3 0,-3 4-3 16,0-4-1-1,-4 3-3-15,-1 0-1 0,-10 2-4 0,-3-1-5 16,-3 1 3-16,-2 2-6 0,-1-4 0 0,-5 6-8 0,-7-2 2 16,13-4 3-16,-9 4-12 0,-4 0-12 0,0 0-18 15,0 0-16-15,0 0-33 0,0 0-7 0,0 0-27 16,-23 11-28-16,12-8-35 0,2 0-139 15,1-1-342-15,3 0 152 0</inkml:trace>
  <inkml:trace contextRef="#ctx0" brushRef="#br0" timeOffset="14426.74">21067 1330 71 0,'0'0'322'0,"0"-7"-23"16,0 7-24-16,0-8-29 0,0 8-23 0,0 0-26 15,0-5-29-15,0 5-15 0,0 0-21 0,0 0-16 16,0 0-15-16,0 0-8 0,0 0-9 0,0 0-16 16,3 18 2-16,-3-7-15 0,1-1-3 0,2 8-4 15,-3-1-6 1,1 0-1-16,-1-1-8 0,1 3 2 0,-1-3-4 15,4 1-5-15,0-4 0 0,-1-1-1 0,0 0-4 16,-2-2 0-16,3-2-2 0,-3-2-1 0,2 2 5 0,0-5-2 16,2 1-3-16,0-2 6 0,-5-2 6 0,19-1 11 15,-6-3-4-15,0 0 9 0,1-3-2 0,0-3 3 16,-3 1 16-16,3-3-4 0,-4 1 0 16,2-1-8-16,-2-2 5 0,-1-3-16 0,-1 2-17 0,2 1 14 0,-5 2-8 15,-1 0 7-15,1 3 7 0,-1 1-5 0,-1 3-2 16,-1-2-13-16,3 4 2 0,-4-2-14 0,-1 5-15 15,3-6-20-15,-3 6-16 0,0 0-21 16,0 0 11-16,0 0-1 0,0 0 9 0,0 0-1 16,10 13 6-16,-7-7 6 15,3 1 0-15,0 2 7 0,2 3-4 0,4 0-5 16,0 1-7-16,3-1-12 0,0-1-16 0,1 1-10 16,2-1-4-16,3-2-10 0,-1-3-2 0,-1 2-13 15,3-4 9-15,-3-3-2 0,0 0-5 0,-2-3 25 16,-3-1 10-16,-2-3 21 0,-1 0 32 0,-1-4 21 15,-3 3 13-15,2-8 16 0,-3 5 14 0,-1-7 5 16,2 1 7-16,-4-1 3 0,1 3 20 0,-2-1-4 16,0 1 16-16,-1 2 9 0,2-1 9 0,-2 5 0 0,3-3-3 15,-3 5-2-15,-1 1-11 0,1 0-12 0,2 1-19 0,-3 4-7 16,0-7-13-16,0 7-14 0,0 0-20 0,0-5-32 16,0 5 4-16,0 0 0 0,0 0-14 0,0 0 14 15,-3 19-2-15,2-9 13 0,0 4-4 16,-3 1 3-16,3 2 0 0,-3 0-6 0,2 2 11 0,0 6-1 0,1 0 3 31,-3-9-1-31,4 3-3 0,0-4 1 0,-2-3 7 16,2-4-6-16,0 1 0 0,-2-1 6 0,2-2 1 15,0-1 5-15,-2-2-2 0,2-3 28 0,0 0 21 16,0 9 12-16,0-9 14 0,0 0 4 0,0 0-11 0,0 0-5 16,0 0-14-16,19-21-10 0,-12 13-7 0,2-3-7 15,2 5-1-15,3-10-13 0,-8 3 12 16,6 5-18-16,-2-1 8 0,-4 1-2 0,2 2-3 0,-3 3-2 15,0-2-2-15,1 1-14 0,-6 4-20 0,9-3 1 16,-9 3-8-16,0 0-8 0,18 3-12 0,-11 1-10 16,4 1-14-16,-3 3-15 0,7 1-20 0,-2 3-34 15,2 0-26-15,2-2-35 0,-2 2-46 0,2-2-60 16,-2 0-195-16,-2-3-546 0,1-2 241 0</inkml:trace>
  <inkml:trace contextRef="#ctx0" brushRef="#br0" timeOffset="15074.25">22117 1444 7 0,'-6'-6'282'0,"6"6"-21"0,0 0-37 0,0 0-7 16,0 0-26-16,0 0-16 0,0 0-23 0,0 0-21 15,0 0-10-15,14-7-8 0,-14 7-14 0,13-2-14 16,-2 2-7-16,1-3-9 0,6 1-7 0,-4 2-20 15,5-2 8-15,-2-1-10 0,2 1-1 0,-2-3-5 16,0 0-4-16,1 3-4 0,0-3-1 0,-5 1-1 16,-3 0-4-16,2 1 2 0,-5-2 9 0,1 1 11 0,-3 0 13 0,0 1 5 15,-1-1 19-15,-4 4 0 0,6-5-3 16,-6 5-7-16,4-5-12 0,-4 5 0 0,1-3-16 16,-1 3-10-16,0 0-16 0,0 0-4 0,0 0-5 15,-17-4-7-15,5 6-2 0,1 0 1 0,-6 4 2 16,3-1-8-16,-3 4 2 0,2-2 1 0,2 3 3 15,-1-1-6-15,1 6 1 16,4-2 1-16,-2 1-3 0,5-1-1 0,2 4-8 16,1-5 4-16,2 1-3 0,2 4 5 0,3-7 2 15,5 6 7-15,4-2-3 0,3-1 5 0,15-1 5 16,1-2-23-16,5 0 18 0,1-3-7 0,1-1-9 16,-1-2-15-16,0-4 10 0,2-1-1 0,-4-3 2 15,-2-2 1-15,-3-3 3 0,-4 2 11 0,-9 0 10 0,-2-5 12 16,-2-3 15-16,-1 0 0 0,2-8 3 0,-6-2-2 15,-1-2 2-15,0-2-4 0,-3-2-2 0,-3 0-1 16,1-3-7-16,-2-1 0 0,-1-13-3 0,4 1-2 16,-3 12 8-16,1 2 9 0,-2-1 12 0,-2 7 1 15,1 3 14-15,1 7-9 0,1 3 1 0,-2 2-6 16,1 6-7-16,0-3-4 0,0 4-19 0,-1 2-34 16,1 3-19-16,-3-3 5 0,3 3 2 0,-4 9 4 0,3 5 1 15,-3 4 1-15,-5 10 6 0,4 1-5 0,-4 2 9 16,4 1-7-16,-4 2 8 0,4 0 5 0,1-1 1 15,-1-1 0-15,1-1 2 0,2 1 3 0,0-1-2 16,2-2 10-16,0-1-5 0,0-1 0 0,4-11 3 16,-4 0 0-16,1-2 0 0,2-4 0 0,-3 1-10 15,1-5-19-15,2 4-12 16,-2-5-24-16,-1 0-16 0,0-5-9 0,2 8-1 16,-2-8-11-16,2 6-2 0,-2-6-9 0,0 0-14 15,0 0-96-15,0 0-183 0,0 0-438 0,0 0 194 16</inkml:trace>
  <inkml:trace contextRef="#ctx0" brushRef="#br0" timeOffset="15305.85">22640 1423 167 0,'0'0'278'15,"0"0"-29"-15,0 0-19 0,0 0-24 0,0 0-18 16,23-6-23-16,-4 2-14 0,11-2-19 0,0 4-9 15,6-3-20 1,5-2-8-16,14 5-12 0,-4-5-10 0,-14 4-19 16,3 1-15-16,-6 1-8 0,-2-3-16 0,-2 1-17 15,-10 3-29-15,-3 0-16 0,-5-2-28 16,-1 2-12-16,-4 0-27 0,1-1-22 0,-8 1-42 16,0 0-108-16,0 0-309 0,0 0 137 0</inkml:trace>
  <inkml:trace contextRef="#ctx0" brushRef="#br0" timeOffset="15606.1">23215 1364 165 0,'0'0'354'0,"0"0"-9"15,0-5-34-15,0 5-4 0,0 0-26 0,0-5-40 16,0 5-21-16,0 0-30 0,0 0-16 0,0 0-18 15,0 0-23-15,0 0-20 0,0 0-17 0,0 0-13 16,0 0-7-16,0 0-8 0,8 14-8 0,-7-6-5 16,-1 1-10-16,4 8 4 0,-3-6-8 0,-1 0-5 15,3 1 0-15,-2 0-10 16,2 2-11-16,0-4-18 0,0 1-13 0,-2 0-11 16,2 1-14-16,-3-7-23 0,1 1-14 0,0 0-19 15,-1-3-6-15,0-3-3 0,2 8 9 0,-1-4 14 16,-1-4 9-16,0 0-26 0,0 0-102 0,0 0-230 15,0 0-466-15,-3-22 207 0</inkml:trace>
  <inkml:trace contextRef="#ctx0" brushRef="#br0" timeOffset="15728.22">23200 1173 170 0,'-3'-8'226'0,"3"3"-14"0,0-2-24 0,0 3-23 15,-1 0-25-15,1 4-51 0,0 0-35 0,1-7-31 16,-1 7-16-16,9 2-62 0,-9-2-41 0,13 4-92 15,-4 0-203 1,2-1 91-16</inkml:trace>
  <inkml:trace contextRef="#ctx0" brushRef="#br0" timeOffset="16128.19">23757 1234 3 0,'0'0'170'0,"-22"4"-16"0,12-2-18 0,-4 4-3 15,0 3-20-15,-3-2-10 0,-2 3-5 16,4 2-16-16,-7 5-2 0,4-2-21 0,4-1 6 16,1 3 0-16,3-3-9 0,1-1 3 0,3 1-4 0,2-1-4 0,1-1-1 15,3 4 9-15,2-5 8 0,5 5 11 0,-2-7 2 16,8 4 4-16,3-5 1 0,1 0 0 0,1-3 0 15,5-3-5-15,4 3-9 0,1-7-3 16,0-2 4-16,-10 4-7 0,0-3 22 0,1-2 10 0,-8-1 4 16,0 0 0-16,-1-2-6 0,0-1-9 0,2-3-11 15,-3-1-4 1,-8 1-9-16,4-4-5 0,-5 1-17 0,0-4-9 16,-4 2-5-16,2 2-12 0,-7-1-3 0,1 1-15 15,-6 0-4-15,-2 2-7 0,-3 1-2 0,-6 2-4 16,-3-1-6-16,6 6 3 0,-6 0-9 0,8 1-8 15,-1 4-19-15,2 0-19 0,0 0-29 0,6 2-24 16,-1 3-33-16,3-2-15 0,0 1-17 0,6 3-196 16,1-3-425-16,4 0 188 0</inkml:trace>
  <inkml:trace contextRef="#ctx0" brushRef="#br0" timeOffset="16522.71">23923 1267 208 0,'0'0'326'0,"0"0"-23"0,4-4-25 15,-4 4-28-15,0 0-30 0,4-4-24 0,-4 4-27 16,0 0-22-16,0 0-13 0,0 0-18 0,0 0-12 16,4 12-10-16,-4-6-11 0,0 3-10 0,-2 1-1 15,0 4-10-15,-1-1-5 0,1 3-5 0,-4 3-4 16,3-3-2-16,0-1-4 0,-1 1-17 0,0-4 9 0,1 0-6 15,0-3-2-15,2-1-1 0,0-2-10 0,1-6 15 16,-2 10-2-16,2-10 31 0,-2 6 29 0,2-6 38 16,0 0 19-16,0 0-14 0,0 0-15 0,0 0-10 15,19-15-19-15,-12 8-8 0,3-3-7 0,0 1-6 16,4-4-15-16,-3 1 0 0,6 3-2 0,-1 0-22 16,-7 1 12-16,0 3-7 0,0-3-4 0,4 4-11 0,-4-1 5 15,-4 1-9-15,1 3-5 0,3-1-17 0,3 4 3 16,-2-1-22-16,2 5-11 0,2 0-16 0,2 3-12 0,-3 3-17 15,8 3-18-15,-5-3-30 0,5 8-36 0,0-4-40 16,-2 3-38-16,3-4-67 0,-4-1-228 0,-4-4-587 16,3-2 260-16</inkml:trace>
  <inkml:trace contextRef="#ctx0" brushRef="#br0" timeOffset="16692.55">24655 1457 2942 0,'0'0'356'0,"0"0"-73"16,0 0-33-16,0 0-53 0,0 0-30 0,0 0-41 0,0 0-17 15,0 0-34-15,0 0-10 0,0 0-12 0,0 0-19 0,0-9-34 16,0 9-53-16,0 0-68 0,0 0-78 16,0 0-81-16,0 0-112 0,18 12-210 0,-18-12-653 15,0 0 289-15</inkml:trace>
  <inkml:trace contextRef="#ctx0" brushRef="#br0" timeOffset="18764.5">5362 2642 143 0,'0'0'165'15,"0"0"-14"-15,0 0-15 0,0 0-9 0,0 0-13 16,0 0-5-16,-3-3-20 0,3 3-6 0,0 0-9 16,10-5-9-16,-5 2-5 15,0 1-2-15,3-2-15 0,3 3-1 0,2-4-9 16,1 3 0-16,7-2-2 0,0 0-6 0,7 2 1 15,-7 0-5-15,1-1-2 0,7 1-5 0,3 1 1 16,-4-3-4-16,3 4 1 0,1 0 1 0,1 3-2 16,0-3-2-16,4 0-5 0,-1 0 2 0,0 0-6 15,1 0 5-15,1 1 2 0,0-1-2 0,2 0-3 16,-4-1 2-16,6 1 2 0,-4 1-4 0,2-2 2 0,0-2 0 16,-2 1-4-16,16 1 1 0,-16 0-1 0,16-2-2 15,-17 3 3-15,19-3 4 0,-19 5-5 0,3-4-1 16,-1 2 1-16,11 0 0 0,-8 0 0 0,-4 0-2 15,12-2 5-15,-11 0-4 0,13 4 11 0,-14-4-9 16,16 2-2-16,-3-3 2 0,-11 1-1 0,12 2 2 16,1-3-6-16,-2 1 9 0,1 2-9 0,7-1 7 0,-8-5 1 0,1 5-5 15,-2-2-1-15,-9 0-1 0,15 1 1 0,3-4-5 16,0 3 7-16,-8-2 6 0,4 3-7 0,-1-3-1 16,0-2-1-16,0 6 5 0,-1-6-2 15,-1 2-1-15,-2 1-2 0,-11 0 1 0,16-1 3 16,-2-2-1-16,-1 1-2 0,-1-1 2 0,-1 1-2 15,-10 2-2-15,11 0 1 16,-10 0 1-16,10-2 0 0,-9 4 0 0,-5 0 3 16,15 0-1-16,-14 0 2 0,1-4-2 0,-2 1 0 15,17 2-2-15,-18-4 0 0,2 5 0 0,-1-3-3 16,1 2-3-16,-2-4 11 0,5 2-8 0,10 0 8 16,-14-2-2-16,0 2 0 0,4-3 2 0,-1 3-5 15,-1-2 4-15,13-2-5 0,-3 2 5 0,-9 0-1 16,11-1 0-16,-13 1-3 0,2 0 0 0,9-4-3 0,-10 3 7 15,10-4-13-15,-11 7 10 0,0 0 1 0,2-2 0 16,12 1 1-16,-3-7 1 0,3 5 3 0,-15 0-8 0,13-2 1 16,-10 3 1-16,1 2 0 0,11-5 1 0,-1 4-14 15,-1-4 15-15,5 3 0 0,-15 5 1 16,11-8 5-16,1 5-12 0,-16 0-6 0,6 1 13 0,-2-3-5 16,12 4 4-1,-14-2-3-15,2-2 0 0,1 6 2 0,-4-5 0 16,3 1-2-16,-2-1 1 0,0 4 5 0,-1-4-5 15,-1 1 5-15,-1 2-11 0,-2 0 9 0,0 0-3 16,-1-3-5-16,-1 3 7 0,-2-4-4 0,2 5 6 16,-2-3-4-16,1 2 6 0,-2-2-10 0,1 2 6 15,0-1-8-15,1 2 9 0,-2-3-6 0,-5 3 4 16,5-3-5-16,-1 1-2 0,1 1 3 0,0-1-5 0,-1 0 5 16,1 0-10-16,-6 2 9 0,-1-2 3 0,0 2 1 0,1 0-2 15,-1-2 3-15,1 3-2 0,-4-2-2 0,1 3 5 16,-6-2-8-16,-2 2 3 0,2 0-10 0,-4 0 7 15,0 0-3-15,3 0 0 0,-2-2-3 0,0 4 5 16,-2-2-2-16,1 0 5 0,-3 0 0 16,3 0 2-16,-1 1-5 15,-2-1-2-15,-6 0 8 0,13 0-8 0,-6 1 8 16,-7-1-4-16,11 0 4 0,-5 0 0 0,2-1 1 16,-2 1 10-16,1 1-12 0,-1-1-2 0,4-1 1 15,-3 2 4-15,-1 0 0 0,3-1-3 0,-3 0 2 16,3 2-2-16,-4-1-3 0,7 0 2 0,-6-1-10 0,3 0 1 0,-5 3-11 15,4-3-1-15,-1 2-7 0,-7-2 2 0,9 0 5 16,-6 2-6-16,1-1 11 0,-4-1-32 16,6 2-8-16,-6-2-13 0,4 1-21 0,-4-1-71 0,0 0-179 15,4 2 79-15</inkml:trace>
  <inkml:trace contextRef="#ctx0" brushRef="#br0" timeOffset="20066.53">11860 2140 8 0,'0'0'93'0,"0"0"-17"16,0 0-4-16,0 0 0 0,0 0-13 0,0 0-8 0,14-5-4 16,-14 5-6-16,14 0-5 0,-2 0-6 0,1 0-2 15,5 0-1-15,1 0-1 0,0 2-11 0,12-2 12 0,2 0-2 16,5 1-6-16,0-2 5 0,15-1-5 15,-2 2 8-15,-10 0-10 0,10 2-9 0,-10-2 6 16,10 1-11-16,4-1 8 0,-4 0 3 0,0 0 0 16,2 0-5-16,-1 4-3 15,-14 0 2-15,20 0 0 0,-6-2-1 0,3 1-4 16,-4 4 2-16,3-2 3 0,-3 0-2 0,1 2-4 16,-15-5-3-16,13 8 4 0,-10-5 1 0,-3 0-7 15,0 0 6-15,-1-1-4 0,-1 1 2 16,-3-1 2-16,0-1 2 0,0 0-2 0,-1-1-8 15,1 2 12-15,0-3-7 0,-1 1-4 0,1-1 9 0,2 1-2 16,-2-2 2-16,3 0 1 0,-3 2-8 0,1-2 2 0,0 0-7 16,1-2 10-16,-3 0-1 0,4 2 3 0,-3-1-4 15,-1 2 2-15,0-5 2 16,1 3-2-16,0 1-1 0,1-3 7 0,-2 3-10 16,1 0 9-16,1 3 0 0,2-6-7 0,-3 3 1 15,3 0 7-15,0 0-11 0,-3 0 10 0,0 0-10 16,1 0 9-16,0 0-6 0,3 0 6 0,-4-2-1 0,-1 2 0 0,3-2-6 0,-1 2 4 15,3-3 0-15,-1 5-4 0,0-4-3 0,1 4-1 16,0-1 0-16,-1-1 10 0,0 4-15 0,2-4 9 0,-4 0 8 16,6 3-2-16,-2 1-6 0,1-4 2 0,12 2-4 15,-12 1 2-15,16-3 5 0,2 0-1 16,1 2 2-16,0-4-1 0,6 0-3 0,2 0 0 16,24 4 5-16,-26 0-7 15,2-5 6-15,25 1 0 0,-24 2 3 0,-10-2 2 16,2 0 11-16,-1 2 1 0,-4 0-1 0,-15-3 1 0,0 0 10 15,-1 2 2-15,0-2 6 0,-2-2 14 0,-6 5-4 16,-1-2 2-16,-12 2 5 0,-1-3 0 0,-5 2 8 16,2-2 1-16,-6 2 2 0,1-1-3 0,-2 1-7 15,-5 1-3-15,7-1-7 0,-7 1-13 0,9 0-36 16,-9 0-39-16,0 0-33 0,0 0-62 0,0 0-20 0,10 2-129 16,-10-2-306-16,4 7 135 0</inkml:trace>
  <inkml:trace contextRef="#ctx0" brushRef="#br0" timeOffset="21486.6">17377 2313 87 0,'0'0'88'0,"0"0"-2"0,0 0-10 15,0 0-10-15,0 0-8 0,0 0 0 0,0 0-11 16,18-3-2-16,-7 3-1 0,3-1-4 0,4-1 2 15,5 0-2-15,6-2-4 0,6 0-7 0,2-2 15 16,3 3-13-16,13-2-2 0,7-2 3 0,0 1 0 0,4 0-9 16,26-7-2-16,-1 3 0 0,-25 3 0 0,29-5 8 15,-29 4 3-15,28-4 0 0,-28 8 1 0,0-1-5 0,31-4 0 16,-30 6 1-16,28-3-7 0,-3 2-1 0,-28-3 0 16,34 2 0-16,-34 1-2 0,5 2 5 0,-1 0-6 15,-3-2 1-15,2 0 1 0,-2 1-6 0,0 1 9 16,-5-1-4-1,5 1 2-15,-4-1 3 0,-3 2 1 0,1-5-1 16,0 3-1-16,-1 1-2 0,1-3 12 0,-3 1 0 16,-3 1 1-16,1 1-2 0,2-3-1 0,-3 4-2 15,3-6-5-15,-2 5-10 0,-2-1 7 0,-8 1-3 16,8 0-3-16,-10 2-3 0,-2-1 1 0,14 0-2 16,-14-2 2-16,1 3-3 0,1 0-4 0,-3 0 2 15,1 0-7-15,1 0 5 0,1 0 2 0,-4-3-4 0,3 2 3 0,-1 0-3 16,-1 1-1-16,1-2 0 0,-5 2 1 15,6-1-1-15,-3 0-2 0,1 0 2 0,-3-1-3 16,3 1 5-16,-1 0-5 0,-4 1 2 0,1-3-5 16,2 1 4-16,-1 1 2 15,-1-1 1-15,3 2-3 0,-3-2 2 0,3 2-1 0,-3-2 1 0,1-1 0 0,0 3-7 0,0-2 5 16,-2 2 1-16,3-4-4 0,-2 3 6 0,2-1-2 16,-3-3-2-16,2 5 2 0,0-3-7 0,1 3 7 15,2-4-2-15,-4 3 1 0,2-3 0 0,0 4 0 16,0-1-2-16,5 2-1 0,-3-4-2 0,0 3 3 15,0 0 4-15,0-2 0 0,0 2-3 0,-5-3-27 16,5 3 2-16,0-1 4 0,-2 0 3 0,-2-2-9 16,3 3 13-16,-2-2-2 15,1 0 4-15,-2-1-2 0,-1 2 6 0,1 0-3 16,-3-2 1-16,0 1 6 0,1-1-3 0,-2 3 1 16,-7-4 1-16,7 4 5 0,1-4-8 0,-2 1 3 15,1 1-4-15,-3 2 8 0,2-3-2 0,-5 3-2 16,5-3 5-16,-5 3-7 0,5 0 7 0,0-3-3 15,2 1 3-15,0 0-3 0,1-1 2 0,1 2-1 0,0-2 3 16,-2 0 1-16,2 1-2 0,-1 1 3 0,1 0-5 16,1 0-1-16,1-1 4 0,0 1-4 0,-2-3 0 15,1 4 3-15,-1-3 0 0,5 3-2 0,-2-2 0 16,-2 0 4-16,1 0-4 0,2-1 9 0,0 2-9 16,0-3-7-1,2 4 11-15,-2-2-5 0,1 2 6 0,1-2-6 16,13 2 3-16,-11-3-5 0,1 2 8 0,-1 0-6 0,-1 1 3 15,1-4-3-15,-6 3 2 0,3 1 3 0,-1-3-1 16,-5 1 8-16,0 1 0 0,-5 0 3 0,-3 0 8 16,5-1 9-16,-10 1 6 0,4 0 0 0,-7-2 5 15,-1 1 1-15,3-3 0 0,-5 4 12 0,-2-4-8 16,1 4-4-16,-3 1-5 0,0-3-1 0,-1 3-3 16,0-1-1-16,-4 0-4 0,-3 1-5 0,8-2-1 15,-8 2-3-15,5-1-6 0,-1 0-13 0,-4 1-15 0,0 0-28 0,0 0-28 16,0 0-23-16,0 0-9 0,0 0-33 0,6 6-60 15,-6-6-104-15,0 0-326 0,-15 5 145 16</inkml:trace>
  <inkml:trace contextRef="#ctx0" brushRef="#br0" timeOffset="29052.56">2578 4001 30 0,'0'-5'198'16,"0"-1"-16"-16,0-3 6 0,3 2 4 0,-3-1-8 16,0-2 0-16,0 2-1 0,1-2-8 0,-1-1-6 15,-1 5-1-15,2-1-14 0,-1 2-12 0,1-3-6 16,-1 3-10-16,0-2-13 0,3 2-11 0,-3 4-11 16,0 1-14-16,0-5-17 0,0 5-34 0,0 0-37 15,0 0-15 1,0 0-2-16,5 11 1 0,-2 6 9 0,-1 11-5 15,-1 5 7-15,3 13-1 0,-4 1 4 0,0 0 0 0,-4 3 4 16,4-5 2-16,-1-9 1 0,1 0 2 0,0 1 0 16,-2-1 4-16,2-3 0 0,-3 4 0 15,6-8 0-15,-3 3 1 0,0-4 0 0,0-1 2 16,2-10 0-16,-2 1 0 0,0-7-3 0,0-1 1 16,0 0 1-16,0-5 0 0,0 2 3 0,-2-2-1 0,2-1 5 0,0 1 10 15,-3-2 21-15,3-3 16 0,3 5 17 0,-3-5 14 16,0 0 25-16,0 0 24 0,0 0-25 0,0 0-20 15,-8-13-22-15,3 2-21 0,-3-6-29 0,-2-7-31 16,-2-6-21-16,2-2-19 0,-4-13-23 0,0-3-18 16,1-3-18-16,3-4-14 0,1-27-6 0,4 24-3 15,0-2 10 1,1-26-5-16,1 31 14 0,0-2 13 0,1-2 21 0,0 5 9 16,-3 8 27-16,2 9 23 0,-1 4 13 0,2 2 19 15,-2 3 17-15,1 0 13 0,0 10 13 16,0-1 12-16,2 4 0 0,1 1 5 0,-2 4 29 15,2 3-3-15,0-1-18 0,0 4-5 0,-1-2-19 16,1 2-26-16,0 4-36 0,1-4-9 0,-1 4-2 16,9 1 4-16,1 5-7 0,2-1 2 0,2 8 2 0,9 4 2 0,0 0-1 15,0 3 0-15,5 5 7 0,-6-1 3 0,4 5-4 16,-2 0 2-16,3 10 7 0,-3 2-1 0,-9-10 2 16,-1 1-4-16,-6 1 7 0,-3-1-6 0,-1-1 10 15,-5-2-7-15,-4 0 0 0,-5-1 0 0,-5-2 5 16,-1-1-3-16,-5-3 1 0,-3 2 1 0,0-4 9 15,-4 0-9-15,-3-3-1 0,0 0 1 0,4-3 0 0,-1-5-1 0,1 4 7 16,2-1-11-16,7-3 4 0,3-2 8 0,1-2-27 16,2-1-35-16,3 2-23 0,0 1-43 0,4-3-43 15,4 2-29-15,-2-1-156 0,6-1-373 0,-1-2 165 16</inkml:trace>
  <inkml:trace contextRef="#ctx0" brushRef="#br0" timeOffset="29737.12">2844 4218 239 0,'0'0'283'0,"0"0"-31"0,5 3-27 16,-5-3-27-16,0 0-24 0,6 0-19 0,-6 0-21 0,6 4-13 15,-1-1-16-15,1 3-9 0,0 1-10 0,2 2-1 16,2 4-9-16,-1 3-7 0,0-2-10 0,-1 4-3 0,-2 1-7 15,1-3-2-15,-2 5-4 0,0-3-5 16,-4 2-2-16,0-3-4 0,2-2-4 0,-3-2-1 16,0 3-1-16,-3-7-5 0,6 1 1 0,-3-3 0 15,-3 0 3-15,2-4 16 16,0 2 33-16,1-5 35 0,-1 7 47 0,1-7 28 16,0 3 24-16,0-3 6 0,0 0-21 0,0 0-25 15,0 0-22-15,-3-18-17 0,6 6-17 0,-1 0-13 16,2-5-20-16,1 0-21 0,7-7-21 0,-3 1-22 15,3 0-23-15,5 1-15 0,5-2-19 0,-3 6-9 16,-4 3-1-16,7 0-8 0,0 0-11 0,2 3-2 16,-8 3 0-16,2 1 1 0,2 1 2 0,-1 2 7 0,1-2-1 15,3 4-3-15,0-1 15 0,-4 4-4 0,1-5 5 16,-1 4 4-16,-7 0 0 0,-1 0 6 0,0-1 4 0,-2 2 10 16,-4-1 0-16,2 1 2 0,-7 0 2 15,11 0-2-15,-11 0 5 0,7-1 5 0,-7 1 5 16,6 0 4-16,-6 0 2 0,0 0-3 0,0 0-2 15,0 0 3-15,5 1-12 0,-5-1 13 0,0 0-4 0,0 0 0 0,-5 8 4 16,-1-1-1-16,-1 0 1 0,-2 1-2 0,2 4 1 16,-4 0-2-16,1 2 6 0,0 1-7 0,0 1 2 15,2 0 2-15,-1 1 3 0,4 0-3 0,0-1-2 16,0 1 4-16,1-6-4 0,0 2-4 0,4-2 8 31,0 0 2-31,-2 1 2 0,4-3 0 0,-2-2 3 16,4 0 1-16,-2 0 4 0,4-3 10 0,1 0 19 0,6 0 16 15,0-4-8-15,0 0-5 0,1 0 22 0,6-4-10 16,-1-3 27-16,-1 1 4 0,-1-1 5 0,-6 2 8 0,5-4-9 16,-5 1-10-16,1-3-4 0,-6 1-7 15,4-1-2-15,-6-1-2 0,0 2-8 0,0-1-11 16,-3-1 3-16,-1 2-5 0,-1-1-7 0,-1 2-9 16,1 2-9-16,0 0-10 0,-3 0-17 0,1 2-13 0,-3 1-29 0,0-1-18 15,-2 3-31-15,-1-4-19 0,-1 6-24 0,2-2-31 16,-1 2-21-16,-1 2-21 0,1-2-26 0,1 2-37 15,2-1-245-15,-2 2-569 0,5-2 252 0</inkml:trace>
  <inkml:trace contextRef="#ctx0" brushRef="#br0" timeOffset="30137.8">3691 4255 100 0,'0'0'311'0,"6"-2"-20"0,-6 2-14 0,0 0-18 0,7 0-23 16,-7 0-25-16,0 0-27 0,0 0-19 16,8 0-20-16,-8 0-18 0,0 0-19 0,4 4-11 0,-3 0-8 0,2 1-12 15,0 1 2-15,3 2-10 0,-2 2-3 0,1-1-10 16,1 1-5-16,-2 1-7 0,2 3 1 0,-4-1-5 16,2-1-5-16,-1 0-4 0,-1 0 1 0,2-2-5 15,-1 0-3-15,-1-3 1 0,0 0-1 0,0-2-3 16,0 1 6-16,0-2-9 0,-1 0 9 0,-1-4 54 15,0 0 46-15,4 5 41 0,-4-5 36 0,1 2 36 0,-1-2 30 16,0 0 26-16,0 0-4 0,0 0-24 0,5-11-28 16,1 1-35-16,-1-1-20 0,5-6-16 0,0 1-17 15,0-10-17-15,3-1-14 0,0 2-19 0,1 0-14 0,-1 0-3 16,0 2-14-16,-3 5-6 0,-4 4-8 0,1-3-5 16,-5 5-2-16,6 3-2 0,-5 1-16 15,0 1-11-15,0 3-33 16,-1-2-38-16,1 3-47 0,-3 3-61 0,2-4-59 15,-2 4-77-15,0 0-21 0,0 0-9 0,9 7-16 16,-5 0-35-16,1-1-40 0,0 2-360 0,2 1-838 16,-1-1 371-16</inkml:trace>
  <inkml:trace contextRef="#ctx0" brushRef="#br0" timeOffset="30607.05">4155 4320 211 0,'0'0'229'16,"0"0"-3"-16,0 0-11 0,0 0-8 0,4 1-12 16,-4-1-3-16,0 0-12 0,0 0-2 0,0 0-4 0,0 0-2 15,0 0-1 1,0 0-12-16,10-1-13 0,-2-3-15 0,5-1-10 16,3 0-10-16,2-5-9 0,2 3-29 0,6-3 9 15,-3-3 5-15,0 2 10 0,-4-2-3 0,3-2-9 16,-5 2 2-16,3-2 6 0,-7-1-4 0,1-1-1 15,-3 1 2-15,-2 0-5 0,-1-1 2 0,-4 2 10 0,0 2-3 16,-2 1-6-16,-3 1-21 0,0 1 3 0,-2 1-15 16,-5 0-8-16,-1 3-9 0,-3 2-3 0,-7 1-10 0,-11 3-5 15,-2 5-4-15,0 3-18 0,0 5 17 16,4 4-7-16,-4 3-3 0,4 4-2 0,1 1-3 16,3 1 3-16,6 0-4 0,-1 2-4 0,10-1 3 15,1 0-4-15,7-3-1 0,1-6 3 0,5 8 7 0,4-10-1 16,5 0-2-16,8 1 8 0,2-3-1 0,4-3-1 15,7-3 1-15,3-2-1 0,13-1 3 0,2 0 3 0,-2-3 5 16,-12-2 3-16,-2-2-7 0,-2 1 12 0,-8 1 9 16,-7-1 7-16,-2-2 19 0,-7 3 13 0,0-2 9 15,-4 1 20-15,0 1 10 0,-1-1 8 0,-6 1-3 16,9 0-2-16,-5-1-22 0,-4 1-2 0,6-2-12 16,-6 2-14-16,6-1-36 0,-6 1-49 0,0 0-61 15,0 0-62-15,0 0-79 16,0 0-96-16,0 0-100 0,7 8-35 0,-7-8-316 15,5 4-831-15,-5-4 368 0</inkml:trace>
  <inkml:trace contextRef="#ctx0" brushRef="#br0" timeOffset="31656.1">6676 4163 25 0,'-1'-4'219'0,"1"4"-10"0,-3-6-10 0,3 6-17 15,-1-4-23-15,1 4-17 0,0-4-17 0,0 4-17 16,0 0-24-16,0 0-10 0,0 0-10 0,-4 18-9 16,-2-3-8-16,2 9-2 0,0 9-7 0,0 14-1 0,-3 6-6 0,-5 33 1 15,5-2 5-15,3 4 5 0,-1 3-3 0,2-2-2 16,2-2-2-16,6-5-1 0,-1-21-3 0,3 22-5 16,-3-24 0-16,10 29 2 0,-5-7-3 0,-1-25-1 15,-2 0 1-15,3 2-3 0,-5-2-4 0,-3-5 0 16,3 1-4-16,-4-5 1 0,-5-13 2 0,0 0-2 15,-3-3-5-15,-4-4 0 16,1 0 2-16,-4-3 9 0,3-9 12 0,-5 3 6 16,1-4 13-16,0-1 10 0,-1-2 1 0,-10-2 19 0,-1 2 3 0,1-8 5 0,-1 0 5 15,-1-1 4-15,6 0 4 0,2-4 2 0,-6 0 2 16,7 1-2-16,2-1-22 0,0 0 2 0,8 1-2 16,-3-1-16-16,7 2 12 0,-2-3-13 0,3 3-3 15,-3-4-11-15,3 4-4 16,5 0 1-16,-7-2-8 0,7 2-28 0,0 0-47 15,-7 0-30-15,7 0-30 0,0 0-17 0,-6 4-8 0,3 0-20 16,3-4-17-16,4 6-25 0,-3-1-43 0,3-1-46 16,3 1-216-16,-1-2-526 0,4 0 233 0</inkml:trace>
  <inkml:trace contextRef="#ctx0" brushRef="#br0" timeOffset="32257.51">6536 6493 209 0,'0'0'233'0,"0"-7"-8"0,0 7-8 0,-2-4-12 16,2 4-19-16,2-4-22 0,-2 4-18 0,0 0-18 15,0 0-15-15,0 0-14 0,0 0-11 0,-17 12-12 0,12-2-6 16,-8 5-7-16,4 4-5 0,-6 3-7 0,2 5-4 0,-1-1-4 15,3 1-1-15,0 2-5 16,2-2-7-16,4-3-1 0,1 5-1 0,4-5-6 0,2-5-1 16,0-3 7-16,3 1-6 0,5 0 29 0,2-3 22 15,3-5 17-15,12 2 12 0,-6-8 7 0,12-1 2 16,3-6-5-16,1-1 5 0,-3-4 13 0,-2-4 3 16,-1 3 8-16,-7-5 12 0,-2-1 5 15,-6 4-1-15,-3-3-5 0,-1-2-6 0,-5 1-5 16,-3-1-12-16,-1-1-20 0,-7-3-31 0,-2-3-28 15,-6 0-41-15,-6 3-37 0,-6 1-47 0,-4 3-50 16,-8 7-42-16,-18 1-55 0,-2 6-79 0,-4 3-374 16,5 3-736-16,3 0 325 0</inkml:trace>
  <inkml:trace contextRef="#ctx0" brushRef="#br0" timeOffset="37491.46">7002 3580 219 0,'0'-5'256'0,"0"5"-23"0,0 0-18 0,0 0-30 0,0 0-21 16,1-3-24-16,-1 3-17 0,0 0-11 0,0 0-15 16,0 0-12-16,-1 17-12 0,2-9-2 0,0 4-5 15,1 3-11-15,-1 3 0 0,2 1-6 0,-1 0 0 16,1 13-2-16,-1-2-4 0,1 3-16 0,-2-2-23 15,-2 1-34-15,2 5-36 0,-2-3-46 0,1 2-40 16,-6 11-183-16,4-11-363 0,1-8 161 0</inkml:trace>
  <inkml:trace contextRef="#ctx0" brushRef="#br0" timeOffset="38772.91">7538 4674 14 0,'2'-3'178'0,"-1"-4"-16"0,3 2-11 16,1 1-15-16,4-1-15 0,-1 0-15 0,2 2-9 15,-1-1-12-15,4 3-6 0,-1 1-12 0,1 1-5 0,6 6-8 16,-3-1 0-16,3 4-12 0,-4 2 1 0,6 4 9 16,-3 5-6-16,-2 3-3 0,0-1-2 0,-4 3-3 15,1 5-1-15,-4-3-3 0,-5 3-3 0,0-1 0 16,-4 0-6-16,-4 0 5 0,3-1-6 0,-6-1-7 15,-3 1 3-15,1-5-2 0,0-2 0 0,0-4-1 16,-1-1-6 0,1-1 6-16,0-2-5 0,0-4-1 0,2 1 0 0,1-3 5 15,1-3 6-15,3 0 13 0,-2 0 19 0,-1-2 18 16,2-1 24-16,2 2 25 0,-3-1 29 0,4-3 39 16,-2 2-9-16,2-2 6 0,0 0-20 0,-2-11-17 15,6 3-22-15,1-4-6 0,3-3-12 16,2-2-13-16,2-9-32 0,5 0 8 0,0-4-12 0,10-11-10 15,-8 9-12-15,8-9-4 0,-9 10-11 0,1-1 0 0,0 4-1 16,-1 1-6-16,-4 7 4 0,-4 1-2 0,-1 7-6 16,-2 2 3-16,-2 1 10 0,-1 4-20 0,-2 0-2 15,2 0 4-15,-3 1-22 0,1 2-33 0,-2 2-7 0,0 0 5 16,2 9 7-16,-6 3 1 0,0 5 10 16,-2 11-1-16,0-3 5 0,-2 6 4 0,2 0-2 15,-1-1 3-15,5 1 0 0,-1 0 7 0,6-1-1 0,2-2 3 0,2 1 8 31,7-4 2-31,4-2-4 0,5 1 3 0,11-4-6 0,13 2-27 0,5-5-48 0,3-5-59 0,9-1-72 32,27-6-83-32,-34-4-221 0,10-1-563 0,-3-6 249 0</inkml:trace>
  <inkml:trace contextRef="#ctx0" brushRef="#br0" timeOffset="39428.11">8846 4535 12 0,'-8'-1'139'0,"8"1"-5"0,0 0-3 15,0 0 3-15,0 0-6 0,-5-3-4 0,5 3-6 16,0 0-6-16,0 0-4 0,0 0 2 0,0 0-20 0,0 0-5 16,0 0-14-16,0 0-5 0,19-8-3 0,-6 6-8 0,6 2-1 15,12-3 3-15,1-1-1 0,4 1-1 0,1-2 1 16,16 0-1-16,1-1 0 0,0-1 2 0,-1 2-5 15,-12 0-5-15,9 2-6 0,-11-1-7 0,-3 0-8 16,-1 0 2-16,-4 0-7 0,-2 1 0 0,-11 1 7 16,-3 0-15-16,-2 0-3 0,-3 1-12 0,-2 1-18 15,0-3-14-15,-3 3-21 0,-1 0-34 0,-4 0-9 0,0 0-23 0,0 0-15 16,-17 3-22-16,3 0-132 0,-3-1-312 0,-2 1 139 16</inkml:trace>
  <inkml:trace contextRef="#ctx0" brushRef="#br0" timeOffset="39860.56">9233 4546 204 0,'-8'-3'197'0,"8"3"-5"0,-5-1-17 0,5 1-19 15,-4-4-16-15,4 4-19 0,0 0-15 0,-4 0-16 16,4 0-8-16,0 0-7 0,-4 7-11 0,2 0-4 15,1 3-6-15,-2 3-6 0,2 5-7 0,1 8 7 0,-4 0-2 0,3 8 0 16,0-2-1-16,-2 3-3 0,1 11 0 16,2 1 0-16,-2-1 1 0,5-11-3 0,-3-2-1 15,2 2-4-15,2-6 1 0,-2 4-6 0,1-3-1 16,-1-1-5-16,0 0-1 0,1-5-4 0,-2-4 0 16,1 0 0-16,0-1-3 0,-2 1-3 0,0-4 3 0,-2-2 0 15,-1 1-4 1,2-5 6-16,-3 2 4 0,-3-3 7 0,1 0 6 15,-4-1 2-15,-2-2 6 0,-7 0 5 0,0-3 1 16,-9-1-2-16,1-2 7 0,0-3 1 0,-1-5 8 16,6 4 5-16,3-1-4 0,-6-6-5 0,4 4-4 15,3-1 8-15,-1 0-15 0,0 2-10 0,1-2 1 16,5 3 13-16,3 1-1 0,1 1 2 0,-2-4-4 16,6 4-7-16,1 1-4 0,0 0 7 0,4 2-22 0,-7-3-6 0,5 2-26 15,2 1-25-15,-4-3-36 0,4 3-35 0,0 0-4 16,0 0-26-16,-6 9-33 0,7-5-33 0,-1-4-43 15,7 6-219-15,-1-4-501 0,1-2 222 0</inkml:trace>
  <inkml:trace contextRef="#ctx0" brushRef="#br0" timeOffset="40398.28">9415 5320 29 0,'0'0'283'0,"0"0"-4"0,1-3-15 16,-1 3-13-16,0 0-13 0,4-4-23 0,-4 4-25 16,0 0-19-16,1-4-21 0,-1 4-18 0,0 0-18 15,0 0-15-15,0 0-14 0,0 0-9 0,3 9-6 16,-1-1-11-16,-1-2-5 0,0 5-5 0,1-1-5 16,-1 6-2-16,0 1-3 0,-1 1-8 0,2-1-1 15,-2 0 0-15,-2 0-5 16,1 0 0-16,1 0-4 0,0-5-1 0,0 0-2 15,-1-5-4-15,1 1 3 0,0-3 0 0,0 2-1 16,0-5 2-16,0 3 13 0,0-5 42 0,-2 5 51 16,2-5 37-16,0 0 20 0,0 0-18 15,0 0-19-15,11-10-11 0,-5 4-17 0,2-5-13 0,1 4-9 16,1-5-3-16,0-1-18 0,3-1-5 0,-4 5-6 16,0 1-9-16,0 0 0 0,-4 2-14 15,0 1-5-15,-1 3-5 0,1-1-11 0,-1-1-1 16,0 3-6-16,-4 1-8 0,9 0 1 0,-3 3 0 0,1 2-23 15,0-1-8-15,2 1-14 0,0 5-13 0,4 4-20 16,-3-3-30-16,2 3-38 0,1 0-37 16,-1-2-46-16,2 1-62 0,-4-2-107 0,-1-3-199 15,4-2-640-15,-3-3 284 0</inkml:trace>
  <inkml:trace contextRef="#ctx0" brushRef="#br0" timeOffset="41045.85">10511 4633 111 0,'0'0'120'0,"0"0"-19"0,0 0-9 0,3 9-4 0,-3-1-13 15,-3 1-6 1,0 3-4-16,1 5 19 0,-3 0-7 0,0 2-2 0,-8 7 1 0,-3 2 3 0,-1 1 2 0,-4 0-5 15,-10 8-5 1,7-9-6-16,-8 8-6 0,7-11-3 0,-2 1-11 16,0-8 3-16,2 1-6 0,8-7-2 15,2 0-2-15,3-5 14 0,1-2 14 0,4 0 23 16,2 0 23-16,-3-2 24 0,3-2 1 0,-1-1-11 16,6 0 14-16,-9-5 7 0,3 1 1 0,0-3 7 0,5-2-3 0,-3-2-6 0,4 1-15 15,0-2-12-15,1-1-12 0,2 0-8 0,-2 1-14 16,3 1-10-16,0 0-12 0,0 5-1 0,-3 0-15 15,3 1-5-15,0 0-21 0,2 0 12 16,-1 3-11-16,3 2 1 0,6 2-7 0,-1 0-1 0,1 6-20 16,8-1-16-16,3 5-17 0,1 3-13 15,1-1-22-15,-2 1-32 0,2 0-38 0,-3 1-49 16,3 0-55-16,-4-3-86 0,-5-2-183 0,-1-2-558 16,0-2 248-16</inkml:trace>
  <inkml:trace contextRef="#ctx0" brushRef="#br0" timeOffset="41515.87">10733 4816 71 0,'9'-9'219'0,"0"3"-12"0,-1 0-20 15,2 2-16-15,-1 1-18 0,-4 1-17 0,5 2-16 16,-5 0-12-16,7 2-13 0,-3 2-6 0,0 4-10 16,0 1-4-16,-4 3-7 0,3 2-8 0,-3-2-4 15,-3 5-7-15,1 1-3 0,-2 0-7 0,-5 1-1 16,3 0-4-16,-5 0-1 0,-2-2-4 0,0 1 0 16,-1-1-4-16,-1 1 1 0,1-3-2 0,0-5-3 0,0 1-4 0,4-3-3 15,0-1 5-15,1-2 17 0,-1-1 32 0,2 1 25 16,2-1 32-16,-4-1 43 0,5-3 28 0,0 0 12 15,0 0-26-15,0 0-15 0,0 0-16 16,-2-16-17-16,4 7-13 0,3-2-13 0,0-1-13 0,3-3 1 16,1-1-23-16,1-2 0 0,-1 1-15 0,1 0 0 15,2 0-10 1,-2 2-7-16,-2 0 1 0,-3 5-5 0,5 2-9 16,-5 3-2-16,-1-2-1 0,1 3-8 0,-2 1-10 15,1 0-35-15,-1 0-23 0,-3 3-32 0,0 0 15 0,11 6 6 16,-8-1 6-16,-1 5 4 0,2-1 7 15,-1 3 3-15,4 1 5 0,-2 5-15 0,3-2-3 16,-3 1 1-16,0-1-12 0,2 1-21 0,0 0-33 0,0-2-40 0,1 2-51 16,-3-8-57-16,0 2-270 0,2-5-581 0,-1 1 258 15</inkml:trace>
  <inkml:trace contextRef="#ctx0" brushRef="#br0" timeOffset="41800.89">11102 4609 112 0,'4'-5'240'0,"-1"2"-27"0,0-2-23 15,0 4-23-15,-3 1-18 0,12 1-13 0,-6 5-18 16,1 3-10-16,2 4-4 0,2 5-9 0,-1 8-5 15,-2 2-3-15,2 4-6 0,-1 15 6 0,-4 2-13 0,-1-2-3 16,-4-11-7-16,0-1-4 0,-4 1-6 0,-1 0-2 0,1-4-5 0,-5-3-2 16,0 0 0-16,-2-3-8 0,-4 2-20 0,-3-7-19 15,0 2-25-15,-4-1-29 0,-7-1-48 0,3-7-71 16,-5-2-189-16,1-3-393 0,-1-1 174 0</inkml:trace>
  <inkml:trace contextRef="#ctx0" brushRef="#br0" timeOffset="42302.23">10084 4380 123 0,'0'0'153'15,"0"0"-13"1,-13 8-21-16,6 1-13 0,-5 4-12 0,-3 9-10 0,0 4-7 16,-1 8-3-16,-7 12-1 0,4 6-7 0,-2 5 4 15,-1 20-4-15,5-21 0 0,5 3 0 0,6-2 1 16,5 0-2-16,5-4 19 0,8-3 1 0,8-3 12 16,0-3 8-16,8-1 11 0,9-5 5 0,0-4-2 15,4-3 8-15,5-4 2 0,-4-1-2 0,-6-11-7 16,2-5-7-16,-2 1-10 0,-3-1-9 0,-2-3-1 0,-8-2-14 15,-5-2 8-15,-4-1 14 0,-1 1 1 0,-4-2 16 16,1 0 2-16,-5 1 11 0,0-2-5 0,0 1-4 0,-5-1-6 16,7 0-6-16,-7 0-32 0,0 0 9 15,0 0-22-15,9 2-34 0,-9-2-49 0,0 0-67 16,0 0-59-16,5-5-208 0,-5 0-318 0,0 3-725 16,0 2 321-16</inkml:trace>
  <inkml:trace contextRef="#ctx0" brushRef="#br0" timeOffset="46641.41">11944 4378 105 0,'0'0'132'15,"0"0"-14"-15,-7-2-2 0,7 2-16 0,0 0-6 16,-4-2-8-16,4 2-6 0,0 0-6 0,0 0-3 15,0 0-1-15,0 0-14 0,0 0 2 0,0 0-9 16,0 0-5-16,0 0 5 0,0 0 0 0,0 0 0 16,0 0 3-16,0 0 7 15,0 0 1-15,0 0-9 0,0 0-2 0,0 0-3 16,0 0 0-16,21 1-5 0,-2-2-6 0,9-2 0 16,8 3 2-16,16-3-3 0,2-2-4 0,3-1-1 15,1 4-2-15,-1-2-1 0,1 4 0 0,-8-4-9 16,1 2 1-16,-17 2-2 0,-6-3 1 0,0 3-4 15,-6 0-9-15,-4 3-17 0,-7-3-21 16,-3 0-25-16,-1 0-30 0,-2 0-12 0,-5 0-1 0,0 0-18 0,0 0-30 0,-17 4-100 16,3-2-272-16,-5-1 121 0</inkml:trace>
  <inkml:trace contextRef="#ctx0" brushRef="#br0" timeOffset="47041.99">12262 4412 123 0,'0'0'232'0,"0"0"-2"32,-3-5 3-32,3 5-4 0,0 0-9 0,0 0-21 15,-1-4-18-15,1 4-19 0,0 0-17 0,0 0-19 16,0 0-16-16,0 0-22 0,0 0-19 0,0 0-10 16,0 0-5-16,0 21-7 0,-2-5-4 0,0 7-3 0,1 5-2 15,-1 4-3-15,-1 5-4 0,0 10-1 0,3 3-2 0,-1-2 0 16,2 0-1-16,-2-1-7 0,2-1 0 0,0-11-1 15,3 0-1-15,-1-2-2 0,-1 2 1 0,1-4 0 16,1 2-2-16,1-3-5 0,-4-4 2 0,-1 4-2 16,-1-6 2-16,-1-6-4 0,1-3 3 0,0 2-5 15,-3-1 0-15,0-4-3 0,0-2 3 0,-3 1-1 16,-1-1-1-16,0-2 3 0,-4-3-1 0,-4 3 1 0,-3-5 5 16,0-2 4-16,-3-1 5 0,-9-1-7 0,3-2 2 15,0-4 0 1,0 0-3-16,-1 0 2 0,1 1-2 0,0-1-4 0,7 0 2 15,-2 2-3-15,-4-5 6 0,9 6-8 16,-1-3 2-16,1 4 1 0,7-1-3 0,-3 1-3 16,5 1-1-16,1 0-3 0,2 1-6 0,-1-1-27 15,7 2-16-15,-9-1-17 0,9 1-20 0,0 0-13 0,-11 3-16 16,11-3-15-16,-1 5-26 0,1-5-28 0,12 7-206 16,0-5-421-16,2 1 187 0</inkml:trace>
  <inkml:trace contextRef="#ctx0" brushRef="#br0" timeOffset="47558.49">12544 5211 205 0,'1'-3'305'0,"-1"3"-13"0,4-2-22 0,-4 2-28 0,0 0-19 16,4-4-28 0,-4 4-24-16,0 0-16 0,0 0-21 0,0 0-16 15,0 0-15-15,0 0-17 0,0 0-9 0,0 0-7 0,1 14-11 16,0-9-5-16,-1 5-6 0,-1 1-5 0,1 4 0 15,0 3-2-15,-5 0-10 0,5 2-1 0,-5-1-6 16,5-2 0-16,-4 0-1 0,3-5-3 0,-2 0-5 16,3-4 1-16,-1 3 0 0,1-4 1 0,0-3 0 15,0 0 4-15,1 0 22 0,-1-4 48 0,-1 6 44 16,1-6 32-16,0 0 29 0,0 0-6 0,0 0-25 0,0 0-13 0,6-14-20 16,2 3-12-16,5-3-7 0,-4 0-17 0,1 1-9 15,0-2-7-15,1 2-21 0,-5 2 6 0,3 0-11 16,-3 3-6-1,1 2-6-15,-2 0-4 0,-1 1-9 0,-1 3-3 0,1-1-9 0,-1 0-21 16,-1-1-4-16,-2 4-16 0,0 0 1 0,11 2-9 16,-6 3-8-16,0-2-17 0,5 2-20 15,-2 3-22-15,-1 0-14 0,6 5-27 0,-3-1-37 16,3 0-41-16,-1 2-41 0,-1-7-56 0,-1 5-310 16,2-4-677-16,-3-3 301 0</inkml:trace>
  <inkml:trace contextRef="#ctx0" brushRef="#br0" timeOffset="47990.3">13300 4599 2 0,'0'-9'295'0,"0"3"-8"16,2-1-20-16,-2 2-23 0,0 1-25 0,1 0-24 0,-1 4-24 15,-1-7-23-15,2 5-18 0,-1 2-17 0,0 0-13 0,-1 15-8 16,2-3-13-16,-1 7-6 0,1 1-5 0,1 9-5 15,0 0-10-15,2 2 0 0,-4 1-8 0,1 1 1 16,2-1-4-16,-1 0-6 0,2 0-5 0,-1-3-2 16,-1-1 3-16,2-2-9 0,-3-6 3 0,2-2-2 15,-2 3-5-15,2-5 1 0,-2-1-1 0,1-5 0 16,0 2-2-16,-2-3 0 0,0-2-3 0,0-1-3 0,1 1-9 16,-2-3-5-16,2 1-10 0,-2-2-8 0,1-3-3 0,0 6 2 15,0-6-9-15,-2 5-9 0,2-5 0 0,2 3-4 16,-2-3-6-16,0 0-5 0,0 0-98 15,0 0-49-15,0 0-203 0,-10-9-438 0,7 1 194 16</inkml:trace>
  <inkml:trace contextRef="#ctx0" brushRef="#br0" timeOffset="48445.42">13314 4542 3 0,'0'-12'270'0,"2"0"-5"16,-1 1-17-16,2 1-17 0,0 1-24 0,3 1-24 0,-1 2-22 16,3-1-16-16,3 3-11 0,0 0-19 0,3 3-12 15,-1 0-14-15,5 1-8 0,-5 2-7 0,2 0-11 16,-3 4-6-16,-2 2-6 0,4-3-11 0,-1 7-1 16,-1-2-7-16,-4 2-5 0,0-2-2 0,0 4-5 15,-4-2-3 1,-4 0-3-16,2 0-1 0,-5-1 0 0,-2 0-2 15,0 1 2-15,-1-3-2 0,-2 2-4 0,2-4 1 0,-6 0 0 16,2 1 0-16,1-3-3 0,-4-1 1 16,4 3-2-16,4-5 0 0,1 1 0 0,-2-1-3 0,2 3 2 15,-1-3-2-15,1-1-3 0,4-1-9 0,-5 4 3 16,5-1-4-16,0-3 4 0,0 8 1 0,0-2-1 16,0-2 3-16,5 3 2 0,-1-2-3 0,4 1 3 15,3 4-1-15,-2-3 1 0,3 3 3 0,-1 2 6 0,1-2-8 0,-3-3 0 16,2 5 4-16,-1-3 1 0,-3 2-5 0,1-2 1 15,-2 1 1-15,-1-2 0 0,-3 3 0 0,2-4-1 16,-1 1 1-16,-3-2 0 0,0 0 1 0,-3 1-1 16,1-2 1-16,-1 1 0 0,-2-1 3 0,-2-2-3 15,-1 3 1-15,1-2-1 0,-3-1-7 0,0 1-2 16,1-1-10 0,0-1-9-16,0 1-20 0,-4-3-23 0,8 2-24 15,-4-2-21-15,9 0-46 0,-10 0-206 0,10 0-399 16,-4-5 177-16</inkml:trace>
  <inkml:trace contextRef="#ctx0" brushRef="#br0" timeOffset="48900.2">13761 4604 18 0,'7'-2'196'0,"-3"1"-21"0,2-1-18 15,-6 2-14-15,15 5-7 0,-7 0-13 0,1 2-7 16,0 0-9-16,4 0-14 0,-7 4-12 0,6 3-5 0,-6-1-7 16,3 4-10-16,-5-2-5 0,1 2-5 0,-1 0 0 0,-5 0-5 15,-2 1-4-15,2-1-6 0,-3-1 2 0,-4 0-5 16,2 0-3-16,-2-8-2 0,3 5 0 16,0-6 0-16,1-1 13 0,0-1 10 0,-1 0 20 15,4-1 17 1,-1-1 20-16,-1-1 27 0,3 2 28 0,0-4 36 15,-4 4 14-15,4-4-18 0,0 0-20 0,0 0-35 0,1-17 1 16,2 7-11-16,2-1-16 0,0 1-9 0,4-4-10 0,0-1-13 0,0-1-9 16,1 2-5-16,-1 1-4 0,0 4-15 0,-1-1 1 15,-3 0-9-15,-1 5-4 0,0 1-4 0,-2-1-2 16,2 1-5-16,-1 0-25 0,0 2-26 0,-3 2-40 16,7-1 18-16,-7 1-4 0,4 6 2 0,-2 1 8 15,1-1 2-15,-1 4 7 0,2 1 3 0,0 1 1 16,0 2 5-16,-2 1-1 0,5 2 8 0,-4-1-10 15,1 1-11-15,3-2-15 0,-2-2-19 0,-1-2-18 16,1 0-23-16,-3-2-30 0,2 1-27 0,-1-3-33 16,-1 1-38-1,1-3-53-15,-2-4-156 0,-1-1-488 0,5 0 216 0</inkml:trace>
  <inkml:trace contextRef="#ctx0" brushRef="#br0" timeOffset="49163.12">14067 4491 150 0,'0'-4'249'0,"0"4"-28"0,5-3-25 0,-5 3-24 0,0 0-15 16,0 0-10-16,18 13-9 0,-4-3-11 0,-2 6-12 16,8 6-8-16,-3 3-6 0,1 1-4 15,1 6-5-15,3 11-4 0,-1 1-4 0,-7-1-5 16,-1-9-7-16,0 12-6 0,-8-13-4 0,0-1-7 15,-5 0-4-15,0-3-5 0,-9-2-5 0,0 0 1 0,0-3-4 16,-7 0-12-16,-3-4-6 0,-3-2-8 0,-3 2-14 0,-3-6-11 16,-1 0-26-16,-7-7-30 0,-1 4-43 0,-15-4-53 15,12-3-69-15,-11-8-136 0,0 0-401 0,13-2 179 16</inkml:trace>
  <inkml:trace contextRef="#ctx0" brushRef="#br0" timeOffset="49479.18">13170 4330 16 0,'-14'15'138'0,"-4"8"-8"16,0 7-4-16,-7 12-13 0,5 10-3 0,1 3 4 15,-6 23-4-15,12-20-2 0,5 0-6 16,2 1-3-16,10-4-1 16,5-3-8-16,6 0-8 0,6-4 8 0,7-3 0 15,4-5-6-15,6-3-8 0,5-1-6 0,1-5-1 16,2 1-16-16,-3-6-34 0,-9-6-64 0,0-3-79 15,-2 0-179-15,-1-1-329 0,-3-5 145 0</inkml:trace>
  <inkml:trace contextRef="#ctx0" brushRef="#br0" timeOffset="51799.62">15219 4795 135 0,'-3'-4'194'16,"-1"-3"-20"-16,-1 3-21 0,-3-1-15 0,-3 0-16 15,-2 1-13-15,-5-1-12 16,0 3-12-16,-1 0-7 0,-12 2-9 0,2 1-7 15,-3 4-4-15,0 1-10 0,-4 0 0 0,3 3-9 16,-3 2-4-16,2 1-1 0,2 0-6 0,4 3-4 16,2-1-1-16,2 1-7 0,1 0-3 0,5-2 2 15,5 3-3-15,2-3 3 0,3 3-4 0,2-1-2 16,3 3 2-16,4-2 6 0,7-1-1 0,2 0-2 16,8 1 4-16,8-2 2 0,2-2 2 0,4-3-2 0,2-1 2 0,2-2-2 15,1-1-7-15,-4-4 8 0,3-2 1 0,-6-2 6 16,-2-4 8-16,-10 2 27 0,1-4 15 0,-4-1 20 15,-2-4 15-15,-2-1 10 0,2-2 16 0,-6-5 11 16,0-7-9-16,-5 0-10 0,0-1-16 0,-4-3-9 16,-4-13-17-16,1 10-1 0,-3-15-17 0,-3-3-18 15,2 3 2-15,-1 1-3 0,0-1-7 0,-1 3-10 0,1 2-3 16,3 12-4-16,3 3 0 0,-3 1-4 0,2 5 8 16,0 8 3-16,2 2 3 0,1 4-5 0,1 2-16 15,-3 2 0-15,4 1-10 0,-1 1-32 0,-1 1-44 16,2 4-17-16,0 0 7 0,0 0 7 0,-1 20 11 15,2-7 5-15,1 8 4 0,-1 6 4 0,3 6 9 16,-2 12 2-16,-1 7 4 16,1 1 8-16,-1-4 4 0,2 2 1 0,-2-5 3 15,2-10 1-15,2 0 4 0,-1-2 2 0,3-1 3 16,-3 0 2-16,2-5-2 0,1-1 5 0,-1-3-1 16,-1-7 0-16,-1-5-1 0,0 0 0 0,0-2 0 15,-2 0-1-15,1 0 1 0,-1-6 3 0,-2 3 4 16,2-2-5-16,-1 0 2 0,-1-2 2 0,3-2 1 15,-3-1 5-15,2 6-2 0,-2-6 0 0,0 4 2 0,0-4-5 0,0 0 3 16,0 3 1-16,0-3-3 0,0 0 1 16,0 0-10-16,0 0-17 0,0 0-24 0,0 0-27 15,0 0-26-15,0 0-32 0,0 0-29 0,0 0-25 16,-4 4-17-16,4-4-31 0,0 0-143 0,0 0-408 0,0 0 181 16</inkml:trace>
  <inkml:trace contextRef="#ctx0" brushRef="#br0" timeOffset="52284.17">15313 4757 1967 0,'6'-8'54'0,"-1"-2"30"16,1 5 11-16,0-5-14 0,-1 3-7 0,4-3-10 0,-6 6-13 0,3-1-8 15,-5 0-14-15,4 0-1 0,3 5-7 0,-2-3-3 16,2 3-4-16,1 3-2 0,0-3-3 15,1 7 2-15,2 0-6 0,-1 1 8 0,2 5-9 0,-3 1 2 16,0 2-2-16,-2 2 0 0,-3 3 2 0,-3-2-4 16,-4 1 1-16,-2 6 2 0,-2 1-1 0,-4-3-1 15,0 0 2-15,1-5-2 0,-3-1 1 0,3-1 0 0,-1-3-3 16,-3 1 1-16,8-6 3 0,-3 1-2 0,3-3 1 16,1-2 0-16,-2 1 1 0,2-2 25 0,0 1 18 15,3-2 29-15,0-1 33 0,1-2 35 0,0 0 35 16,-4 4 23-16,4-4-13 0,0 0-22 0,0 0-29 15,10-19-13-15,-1 8-5 0,4-4-17 0,1-6-7 16,5-2-17-16,3-1-14 16,1-3-20-16,-3 0-7 0,5 2-6 0,-4-3-1 15,-4 2 0-15,0 3 0 0,-6 6-10 0,0 1-3 16,-3 5-2-16,-3 0 0 0,2 4-6 0,-6 3 3 16,3 0-14-16,1 0-11 0,-4 2-49 0,-1 2-3 15,0 0 5-15,0 0 3 0,-7 12 6 0,0-3 8 16,-2 6 5-16,-6 8 6 0,3 0-3 0,0 3 6 15,0-3 2-15,4 3 2 0,2-1 1 0,1 1-10 0,5 0-4 0,5-1-4 16,7-3-6-16,5 1-18 0,9-4-32 16,2-3-36-16,10-2-60 0,15 3-57 0,3-5-97 15,4-6-185-15,-1-1-576 0,0-5 255 0</inkml:trace>
  <inkml:trace contextRef="#ctx0" brushRef="#br0" timeOffset="52839.18">16698 4689 107 0,'0'0'143'0,"0"0"5"15,0 0 11-15,0 0 9 0,0 0 3 0,0 0 2 16,0 0-4-16,0 0 3 0,0 0-14 0,0 0-17 15,0 0-15-15,22-5-11 0,-5 2-13 0,4 0-10 0,9-4-10 0,3 4-6 16,4-2-9-16,1-1-8 0,2 0-7 0,12 4-4 16,-2-5-4-16,-8 5-1 0,-5-1-9 0,-1 1-3 15,-4 0-3-15,-9-1-2 0,-1 3-3 0,-9 0-4 16,-1-2-9-16,0 2-18 0,-4-3-18 0,-3 3-21 16,1 0-30-16,-6 0-9 0,6 3-10 0,-6-3-17 15,0 0-29-15,-15 7-29 16,5-2-166-16,-3 0-365 0,2-1 162 0</inkml:trace>
  <inkml:trace contextRef="#ctx0" brushRef="#br0" timeOffset="53155.27">16758 4938 50 0,'0'0'310'16,"0"0"1"-16,0 0-9 0,0 0-36 0,0 0-17 16,18-3-35-16,0-2-22 0,11 0-18 0,7 0-17 15,5-2-19-15,14 1-13 0,-5 0-14 0,2 1-7 16,-1 1-11-16,-11 1-10 0,-3-1-11 0,-1 0-5 15,-5 0-5-15,-10 1-9 0,-2 1-4 0,-6 0-3 16,-4-1-9-16,1 3-10 0,-2-2-17 0,-3 2-22 16,-1-2-42-16,-4 2-39 0,0 0-44 0,0 0-52 0,0 0-67 0,0 0-172 15,-32 4-461-15,19-7 204 0</inkml:trace>
  <inkml:trace contextRef="#ctx0" brushRef="#br0" timeOffset="55930.41">19649 3682 34 0,'-2'-4'203'0,"2"-3"-8"0,0 3-1 0,0 0-19 0,-1 0 3 15,1 4 0-15,-1-7-10 0,0 4-7 0,1 3-19 16,0 0-12-16,0-6-16 0,-2 2-11 0,2 4-12 16,-2-4-13-16,2 4-7 0,-5-2-13 0,5 2-12 15,-13 1-6-15,3 4-9 0,-3 1-6 0,-5 5-2 16,-6 3-3-16,-2 8-1 0,3 2-1 0,-4 2-2 15,4 0-2 1,0 1-3-16,3 1 0 0,2-1 4 0,0 1-8 0,5 0 1 16,4-1-2-16,-1-3 4 0,5 0-7 15,2-4 5-15,3 0 1 0,3-2 1 0,2 2-3 0,4-5 0 16,4-1-1-16,6-3 2 0,8 2 7 16,7-4 3-16,0-5-1 0,5-4 12 0,15-4-6 15,-14-1 3-15,-3-4 11 0,2 0 8 0,-3-4 18 16,-3-1 11-16,-5-1 16 0,-1-4 5 0,-6 2 0 0,-4-4 5 0,1 0 7 15,-7-2 0-15,-6-1-12 0,1-1 5 0,-6-1-28 16,-2-4-13-16,-4 3-10 0,-3-1 2 0,-6 4-22 16,-4 0-12-16,-4 4-14 0,0 5-16 0,-3-1-26 15,-3 7-32-15,-2 4-34 0,-2 3-46 0,2 4-52 16,2 4-63-16,0 2-271 0,3 6-581 0,12-6 257 16</inkml:trace>
  <inkml:trace contextRef="#ctx0" brushRef="#br0" timeOffset="56933.17">22930 3405 150 0,'0'0'215'15,"5"-2"-23"-15,-5-2-23 0,0 4-11 0,0 0-27 0,4-3-9 16,-4 3-21-16,0 0-19 0,0 0-8 0,0 0-8 16,-4 17-12-16,-6-8 2 0,-3 6-7 0,-7 4-4 31,-7 6-5-31,-11 4-4 0,-2 3-2 0,-5-1-5 0,-1 0 1 15,-4 0-3-15,1 1-1 0,1 0-5 0,2-4 3 16,13-5-4-16,3-2-2 0,3-7-1 0,5 0-2 16,5-7 5-16,7 0 11 0,-1 0 20 0,4-3 30 15,2 0 26-15,0-3 26 0,0 0 31 0,5-1 26 16,-8 1 10-16,8-1-42 0,-1-11-26 0,1 1-21 0,1-6-5 0,4 0-17 16,0 0-7-16,4-3-9 0,4-3-8 0,4 0-8 15,-7 7-2-15,5-2-4 0,-3 6-16 0,2-1 5 16,-5 2-10-16,0 4-7 0,0 1-2 0,1 0-5 15,2 3-6-15,0 1-1 0,6 4-7 0,1 3 2 16,0 3 3-16,10 4-5 0,0 4-6 0,0 1-30 16,1 2-23-16,9 12-32 0,-11-9-35 0,4 1-39 15,-1-4-42-15,13 5-58 0,-14-5-274 16,-2-6-580-16,4 0 256 0</inkml:trace>
  <inkml:trace contextRef="#ctx0" brushRef="#br0" timeOffset="57349.92">23660 3606 84 0,'0'0'192'0,"-9"0"2"0,9 0-14 0,0 0-17 15,0 0-12-15,0 0-16 0,0 0-12 0,0 0-14 16,0 0-8-16,32-2-11 0,-5-1-4 0,6 1-11 0,3 0-12 0,17 0-2 16,-3-1-5-16,6 3-7 0,-1 0-7 0,4-4-3 15,0 1-2-15,1 2-3 0,-1-1-4 0,-3 0-4 16,-16 2-6-16,-6 0-5 0,-2 0-6 0,-4 0-5 16,-11 0-12-16,-6 0-18 0,-1 0-16 0,-2 0-23 15,-3 0-20-15,-5 0-22 0,0 0-26 0,0 0-33 16,0 0-90-16,0 0-278 0,-30 0 123 0</inkml:trace>
  <inkml:trace contextRef="#ctx0" brushRef="#br0" timeOffset="57665.46">23648 3834 2 0,'0'0'248'0,"-5"3"-7"0,5-3-4 0,0 0-21 0,0 0-23 16,0 0-19-16,28-6-16 0,-7 3-16 0,7-3-18 15,6-2-9-15,3 0-14 0,13 0-8 0,5 1-9 16,-1-6-11-16,3 2-9 0,2 0-2 15,-1 4-10-15,-2-3-2 0,-6 4-5 0,-12 0-9 16,-5 2-3-16,-11-2-11 0,-3 5-3 0,-6-2-13 0,-2 2-17 16,-3-2-17-1,-3 2-26-15,-2-3-69 0,-1 1-46 0,-2 3-43 16,0 0-121-16,-19-5-359 0,4 4 159 0</inkml:trace>
  <inkml:trace contextRef="#ctx0" brushRef="#br0" timeOffset="57950.28">24015 3445 33 0,'0'-10'269'0,"0"0"0"15,0 5-12-15,0-2-27 0,0 3-24 0,0-1-26 16,-3 1-22-16,3 4-24 0,0 0-9 0,0 0-21 0,0 0-11 0,0 22-9 15,-1-2-13-15,-3 3-3 0,-1 5-7 0,1 5-4 16,-2 0-2-16,2 1-4 0,-3 17-6 0,1-3-2 16,0-2-11-16,2-11 6 0,7-2-1 0,-3-2-5 15,1-2 1-15,0 0-15 0,-1-3-22 0,3-3-33 16,-3-5-20-16,2 0-31 0,1-2-36 0,1 1-26 16,2-8-42-16,-3 1-164 15,6-4-385-15,0 1 171 0</inkml:trace>
  <inkml:trace contextRef="#ctx0" brushRef="#br0" timeOffset="58313.18">25065 3481 245 0,'2'-8'278'15,"-1"1"-14"-15,-1 3-11 0,1-2-30 0,-1 4-22 16,1-4-29-16,-1 6-18 0,2-5-21 0,-2 5-15 16,0 0-15-16,0 0-9 0,1 13-15 0,-1-4-9 15,1 3-5-15,-1 5-6 0,0 2-10 0,2 9-1 16,0-2-3-16,-2 0-7 0,3 7-1 0,1-6-2 15,3 2-5-15,-4 2-1 0,3-1 0 0,-1 0 5 16,-1-3-8-16,-3 1-3 0,3-10-4 0,1 2 3 0,-3-3-1 16,1 0-14-16,1-5-23 0,-4-1-7 0,0 0-24 15,0-2-8-15,0-2-28 0,0-1 4 0,-1-1-15 0,1 0-2 16,-3-1 3-16,3-4-2 0,-5 4 6 0,-1-3-52 16,-2-2-51-16,-3-2-125 0,-2-1-344 0,1-1 153 15</inkml:trace>
  <inkml:trace contextRef="#ctx0" brushRef="#br0" timeOffset="58735.93">25120 3310 115 0,'4'-12'207'0,"3"2"-14"0,0-1-17 0,1 1-9 15,2 3-17-15,4-3-16 0,5 4-15 0,-2 1-15 0,6 4-8 16,-1 0-14-16,8 5-6 0,-3 1-9 0,-9 0-7 16,1 4-8-16,-1 1-8 0,-4 0-3 0,3 4-8 15,-4 1-1-15,-3-1-4 0,-3 4-8 16,-1-2 2-16,-5 1-2 0,-2-2-4 0,-3 1 4 0,-1 0-4 0,-3-3-1 16,0-2-5-16,-2 0-2 0,0-2 2 0,1-1-2 15,0-3-2-15,0 1 4 0,1-1-3 0,3-1-1 16,1-1 1-16,1 0-2 0,-1-2-2 0,1 2 0 15,3-3-1-15,0 7-5 0,3-4 5 0,1 1 0 16,5 0 6-16,2 4 1 0,2-3 7 0,5 7-2 16,6 1-4-16,-5-5 0 15,7 8 0-15,-6 0-10 0,2-1 6 0,-6-1 2 16,-1 1-3-16,-3 2 1 0,1-3 2 0,-8-1-4 16,3 0 1-16,-4 3-1 0,-4 1 3 0,-4-7-5 15,-2 2 4-15,-9 0-9 0,-9-2-3 0,-5 2-9 16,-6-3-21-16,-1-2-31 0,-3-2-63 0,1-1-73 15,0-2-109-15,4-4-337 0,3-1 149 0</inkml:trace>
  <inkml:trace contextRef="#ctx0" brushRef="#br0" timeOffset="62058.21">18992 5225 22 0,'-1'-6'169'0,"1"-2"9"0,-4 1-18 0,4 1 2 0,0-1-2 16,-1 0-3-16,1 2 3 0,0 0-13 0,0 1-5 16,0 4-14-16,1-6-14 0,-1 2-13 0,0 4-15 15,0 0-18-15,0 0-12 0,0 0-10 0,0 0-4 16,5 17-14-16,-3 2 3 0,4 5-1 0,-1 8-2 16,1 2-5-16,-1 14 0 0,1-2-2 0,2 3 1 15,-1-3-1-15,-1-11 1 0,0 0-2 0,-1-4 1 0,3 2-1 0,0-5-5 16,-3-1 3-16,1-8-5 0,-2 0 2 0,0-4-1 15,-3-3-3-15,2 0 1 0,-2-3 3 0,2-1 0 16,-2-3-5-16,0-1 2 0,1 3 0 0,-2-5 1 16,0 1-3-16,0-3 3 0,2 5 2 0,-2-5-4 15,0 5 2-15,0-5-13 0,0 0-11 0,0 0-36 16,-2 5-30-16,2-5-34 16,-7 0-25-16,7 0-30 0,-9 2-184 0,9-2-379 15,-14-2 168-15</inkml:trace>
  <inkml:trace contextRef="#ctx0" brushRef="#br0" timeOffset="62375.01">18611 5946 67 0,'-5'1'183'0,"-1"1"-6"0,6-2-12 16,-11 0-16-16,11 0-15 16,0 0-10-16,0 0-13 0,0 0-12 0,0 0-5 0,50-3-9 15,-18 1-6-15,7-3-7 0,15-2-5 16,4 2-7-16,2 3-6 0,1-3-4 0,3-2-2 16,0 2-3-16,-6 0-4 0,-3 2-1 0,-20-1-8 15,1 1 3-15,-5 1-6 0,-12 2-2 0,-5 0-4 0,-1 0-24 16,-3 0-16-16,-3 0-6 0,-1 1-3 0,-6-1 0 15,1 4-5-15,-1-4-17 0,-14 7-19 0,1-2-19 0,-6 0-26 16,1 2-51-16,-9-3-86 0,6-1-269 0,0 1 119 16</inkml:trace>
  <inkml:trace contextRef="#ctx0" brushRef="#br0" timeOffset="62760.17">18878 6133 73 0,'0'0'256'15,"-4"3"-28"-15,4-3-27 0,0 0-25 0,0 0-10 16,0 0-22-16,0 0-17 0,0 0-9 0,21 2-14 15,-8 3-13-15,3-1-10 0,1 3-8 0,2 1-5 16,0 1-12-16,0 1-5 0,2 5-6 0,-6-3-10 16,0 2 6-16,-3 1-7 0,-3 2-8 0,-4 2 0 15,1-1-5-15,-3 2 0 0,-6 5 0 0,-3-7-5 0,-3 7-2 0,1-8-1 16,-1 1 0-16,1-2-1 0,-3-1-2 0,2-3-1 16,0-3 0-16,6-4 0 0,-1 2-1 0,0-2 0 15,1-2 3-15,1 2-2 0,0-2 2 0,2 1 1 16,0-4 3-16,-1 2 1 0,1-2 0 0,14 0 2 15,7-2-3-15,9-2-17 0,6-2-26 0,1 0-39 0,14-6-55 16,4-1-72 0,-6-2-159-16,2-2-381 0,0-4 168 15</inkml:trace>
  <inkml:trace contextRef="#ctx0" brushRef="#br0" timeOffset="63260.91">19964 5398 104 0,'-10'-2'126'0,"10"2"-9"0,0 0-11 0,0 0-17 15,0 0 6-15,0 0 0 0,0 0 9 0,23 0-3 0,-1 0-6 16,6-1-13-16,5-2 0 0,4 2-1 0,3-2-7 16,12-2-4-16,-1 2-5 0,1-4-3 0,-12 4-8 15,10 1-8-15,-10 0-1 0,-7-1-5 0,-1-1-10 16,-10 2-10-16,-4-1-4 0,-2 2-19 0,-6-1-22 15,-2 2-18-15,-2-2-10 0,-6 2-12 0,4 3-10 16,-4-3-19-16,0 0-39 16,-21 2-85-16,5-2-237 0,-2 4 105 0</inkml:trace>
  <inkml:trace contextRef="#ctx0" brushRef="#br0" timeOffset="63724.51">20274 5395 20 0,'0'0'217'0,"-3"-4"-6"0,2 1-3 0,1 3-4 16,-2-5-10-16,2 5-10 0,0 0-17 0,0 0-16 15,-1-3-21-15,1 3-8 0,0 0-21 16,0 0-14-16,0 0-14 0,0 0-5 0,0 0-6 0,0 0-13 16,-6 16-3-16,3 0-7 0,1 2-1 0,-3 10-8 15,-1 3 3 1,0 4-4-16,2 11-10 0,-5 1 5 0,3 2 1 15,1-3-5-15,-2 0-2 0,2 0 4 0,0 0-7 0,3-12 0 16,-1 13 0-16,2-12 3 0,1 14-5 0,1-15-1 16,-1-1 1-16,0 1-3 0,0-1-1 15,3 1 3-15,-6-2-1 0,2-3-3 0,-2-4 0 16,3 1 1-16,-2-5 0 0,-1-3-1 0,-1-2-4 0,2-1 2 16,-2-4-1-16,0-1 0 0,-1-1 5 0,1-1-6 0,0 0 5 15,-1-5-3-15,0 3 1 0,-5-1 8 0,-2-2 4 16,-1-1-1-16,-4-2 4 0,-4-2 0 0,-7-1-5 15,-2-4-3-15,-4 0 1 0,1-4-1 0,1 2-3 16,-4-3 4-16,4 0 9 0,3-2 16 0,1 2 4 16,1-1 6-16,8 2 4 0,2-2 9 0,2 4 18 0,3 1 8 0,2 1 2 15,0 2 0-15,4-2 4 0,0 3-8 0,1 1-7 16,1 1-11-16,1-3-7 0,1 2-11 0,-4 1-11 16,6 2-2-16,-4-3-18 0,4 3-29 0,-2-2-26 15,2 2-25-15,0 0-25 0,0 0-31 0,0 0-38 16,17 0-48-16,-4 2-54 0,-4-2-289 0,5 0-589 15,-3 1 260-15</inkml:trace>
  <inkml:trace contextRef="#ctx0" brushRef="#br0" timeOffset="66467.5">20493 6209 242 0,'2'-5'233'0,"-2"5"-6"0,1-6-5 16,0 3-3-16,1-1-8 0,-2 4-14 0,0 0-23 15,0-5-10-15,0 5-31 0,1-3-13 0,-1 3-18 16,0 0-16-16,0 0-23 0,0 0-4 0,0 0-7 15,1 17-8-15,0-5-5 0,-3 3-3 0,2 4-1 16,-1-1-4-16,-3 9-6 0,0-2-4 0,-1 3 0 16,1-2-2-16,0-1-1 0,-1 0-1 0,1-4-3 0,3-5 0 15,-2 1-1-15,1-5-1 0,0-3-1 0,1-1-2 16,0-2 3-16,0 0 1 0,1-1 5 0,-2-1 32 16,2-4 34-16,-1 5 43 0,1-5-3 0,0 0-20 0,0 0-4 15,10-20-11-15,-2 6-9 0,1-2-5 0,0 1-12 16,1-2-8-16,3-5 1 0,0-3 0 0,3 4-13 15,-7 4-7 1,0 1-2-16,1 2-9 0,-1 3-7 0,-4 2-1 16,2 1 1-16,-5 3-10 0,3 1-4 0,-2 0-9 15,1 0-25-15,-2 2 0 0,-2 2 0 0,0 0-4 16,13 7 11-16,-5-1-4 0,-2 0-9 0,2 4-11 16,0 0-3-16,4 4-11 0,-1 1-16 0,1 2-17 15,4-3-18-15,-3-2-27 0,4 3-37 0,-4-1-37 16,4-3-50-16,-6 1-195 0,2-3-496 0,-3-4 220 0</inkml:trace>
  <inkml:trace contextRef="#ctx0" brushRef="#br0" timeOffset="66698.75">20925 6360 179 0,'0'0'217'0,"0"0"-11"16,0 0-10-16,0 0-11 0,0 0-20 0,-5-2-14 16,5 2-16-16,0 0-11 0,0 0-13 0,0 0-10 15,0 0-9 1,28-3-10-16,-13 1-13 0,6-1-14 0,7-3-14 0,0 0-15 16,-6 4-17-16,-4-1-25 0,4 1-27 0,-2 0-34 15,-1 0-22-15,-5 1-31 0,-3-1-167 0,-1-1-321 16,-3 3 142-16</inkml:trace>
  <inkml:trace contextRef="#ctx0" brushRef="#br0" timeOffset="66930.48">20989 6239 97 0,'0'0'342'0,"-1"-5"-16"0,-2 2-26 0,3 3-26 16,0 0-31-16,-1-4-29 0,1 4-25 15,0 0-24-15,-2-3-32 16,2 3-40-16,0 0-17 0,0 0-8 0,-2 10-6 16,2-2-9-16,0-1-5 0,0 8-5 0,-2 1-4 15,2 2-15-15,2 0-8 0,-2 0-11 0,2 1-19 16,0 2-18-16,3 2-12 0,0 2-31 0,-4-6-21 16,5-1-34-16,0-3-33 0,-1-1-213 0,-1-2-408 15,2-3 181-15</inkml:trace>
  <inkml:trace contextRef="#ctx0" brushRef="#br0" timeOffset="67269.11">21412 6300 248 0,'-2'-2'357'0,"2"2"-19"0,0 0-17 0,-2-3-34 16,2 3-31-16,0 0-29 0,0 0-26 0,0 0-23 0,0 0-23 15,0 0-18-15,0 0-25 0,0 0-29 16,0 0-26-16,0 0-24 0,0 0-2 0,0 0-6 15,4 15-3-15,-4-9-1 0,0 4-9 0,2 0-5 16,1 2-15-16,0-2-15 0,-1 2-13 0,0 0-18 0,1 3-26 16,1-1-29-16,-2-3-21 0,1 0-31 0,1 3-35 0,-1-4-190 15,-2-2-417-15,0-2 185 0</inkml:trace>
  <inkml:trace contextRef="#ctx0" brushRef="#br0" timeOffset="72111.64">22088 5450 166 0,'0'0'163'16,"0"0"-17"-16,0-5-9 0,0 5-23 0,0 0-11 15,0 0-14-15,0 0-13 0,0 0-3 0,0 0-11 16,0 14-7-16,-5-6-9 0,3 2 3 0,-5 7-5 0,-2 5-1 16,-5 4-6-1,-3 2-2-15,2 0 2 0,-3 3-4 0,-2 0-5 0,-8 7-4 16,6-10 1-16,-10 10-3 0,8-9-8 0,-2-4 6 16,-1 0-3-16,4-2-3 0,-3-3 0 15,4-3 0-15,5-3-1 0,2-5 11 0,1-1 14 16,2 0 12-16,2-4 24 0,5-1 20 0,-2 1 32 0,2-1 18 15,1-3-6-15,4 0-8 0,-11-5-6 0,6 0 8 16,1 2-9-16,-2-8-2 0,3 4-18 0,0-6-11 16,1-3-7-16,4-1-4 0,1 0-5 0,2 0-19 0,4-1-6 15,0 2 1-15,0 1-15 0,0 1-3 0,-1 6-11 0,2-2-7 16,0 4 0-16,2 1 0 0,2 2-8 16,2 0 1-16,3 6-3 0,3 5-4 0,3 1-2 15,0 6-21-15,2-1-7 0,-3 8-13 0,-1-3-21 0,-5 1-12 16,5 4-24-16,-1-1-33 0,-2 2-40 0,3-1-50 15,-2-2-271-15,-8-6-532 0,0-3 236 0</inkml:trace>
  <inkml:trace contextRef="#ctx0" brushRef="#br0" timeOffset="72666.08">22414 5375 29 0,'0'0'170'0,"0"0"-28"0,0 0-12 15,10 8-13-15,-3 4-9 0,2 4-10 0,2 9 0 0,-3 1-6 16,3 6 0-16,-1 2-10 0,1 13 1 0,-4-1-4 0,-3-11-9 15,-3 1-8-15,-1 10-5 0,-1-13 1 0,-3-1-9 16,-1 1-4-16,-6-2-14 0,-5-1-19 0,-4 0-11 16,-9 11-24-16,4-14-2 0,-3-2-34 15,-13 3-50-15,-2-4-140 0,11-5-268 0,0-9 118 0</inkml:trace>
  <inkml:trace contextRef="#ctx0" brushRef="#br0" timeOffset="72997.67">21592 5378 48 0,'0'0'150'0,"0"0"-12"0,-10 13-17 0,5-1-16 31,-3 6-9-31,-3 9 0 0,-1 6-16 0,-4 16-6 16,0 0-8-16,0 1 7 0,0 3-13 0,5-2-2 15,3-3-5-15,3-1-9 0,1 0-2 0,8-10-12 0,1-3 9 16,4 0-4-16,5-3-1 0,3 0-1 0,6-1-5 15,1-5 2-15,3 3-29 0,5-6-40 0,1-3-43 16,-1-4-154-16,3-4-255 0,-3-3 113 0</inkml:trace>
  <inkml:trace contextRef="#ctx0" brushRef="#br0" timeOffset="74030.56">21040 4809 92 0,'0'0'192'0,"0"0"-20"0,0 0-23 0,0 0-17 16,0 0-10-16,0 0-19 0,0 0-10 0,0 0-11 15,14 12-11 1,-6-7-5-16,-3 5-9 0,3 2-8 0,-2 3-5 16,3-1-1-16,-3 3-10 0,0 0-2 0,-1 2 2 0,-1-2-9 15,-3 3 1-15,1-2-4 0,0 0-3 0,-4 1 2 16,-1-1 1-16,0-1-1 0,1-3-10 0,-1 2 4 15,-1-4-3-15,0-2 5 0,2 2-4 0,-2-2 0 16,2 0 3-16,-1-5-1 0,0 2-4 0,2-2-3 16,0 1-1-16,-2-3 1 0,3 0 12 0,0-3 5 15,-1 6 9-15,1-6 3 0,-3 3 7 0,3-3 5 0,0 0 5 0,0 0 1 16,0 5 3-16,0-5-7 0,0 0 3 0,0 0-4 16,0 0-3-16,0 0 2 0,2 3-8 15,-2-3-1-15,0 0-2 0,0 0-5 0,0 0-1 16,0 0-1-16,0 0 2 0,0 0-10 0,0 0 5 0,0 0 4 15,0 0 2-15,0 0 2 0,0 0 7 0,0 0 3 16,0 0 6 0,0 0 2-16,0 0 1 0,0 0 1 0,0 0 0 15,0 0-4-15,0 0-2 0,0 0-11 0,20-3-3 16,7-5 0-16,5 0 6 0,6 0-12 0,17-2-6 16,-1-2-3-16,4 0 0 0,1 0-4 0,0 1-2 15,5 3-1-15,-3-1-1 0,-1 1-2 0,-6-1-1 16,-16 4-3-16,-3-1-2 0,-6 2 1 0,-10 2-2 15,-5 1 0-15,-1-1 1 0,-3 1-5 0,-2-1-8 0,-3 1-15 0,0 1-14 16,-5 0-20-16,8-1-25 0,-8 1-12 0,0 0-20 16,0 0-20-16,-9 9-40 0,0-4-46 0,-7 0-228 15,5 1-485-15,-3-1 214 0</inkml:trace>
  <inkml:trace contextRef="#ctx0" brushRef="#br0" timeOffset="75687.61">24561 5267 53 0,'0'0'155'15,"2"-5"-4"-15,0 2-6 0,-2 3-10 0,0 0-7 16,2-2-15-16,-2 2-14 0,0 0-11 16,0 0-15-16,0 0-8 0,0 0-9 0,0 0-3 15,1 10-6-15,-3-3-9 0,-1 5 4 0,-3 5 2 16,-6 7-16-16,-2 3 2 0,-4 1 3 0,-9 11-9 15,-4-1 3-15,-1 2-1 0,-5-3-4 0,-2 1-2 0,-2 1-1 0,2-3 0 16,-3-4-3-16,1-1 2 0,10-7-5 0,0-6-6 16,3 2 5-16,1-6-1 0,8-6 6 0,6 0 4 0,2-2 22 15,2-2 21-15,3 0 22 0,-1-1 16 0,0 0 22 16,3-2 23-16,-1 1 4 0,5-2-16 0,-9-9-14 16,5 4-13-16,0-2-6 0,3-3-11 15,-4-7-10-15,5 1-13 0,2-2-8 16,3-2-5-16,3 2-9 0,2 1-4 0,-3 2-4 15,5 1-5-15,-3 1-10 0,-1 6 4 16,2-3-8-16,0 5-2 0,4 0-10 0,-1 1 1 16,8 4-2-16,-2 4 10 0,4 1-15 0,5 4 7 15,0 2-6-15,0 3-1 0,2-1 2 0,0 1-22 0,-2 3-27 16,-1 0-22-16,0 0-24 0,1-1-35 16,-2 6-42-16,-1-5-47 0,2 0-53 0,-9-7-178 0,-4 1-483 0,4-1 215 15</inkml:trace>
  <inkml:trace contextRef="#ctx0" brushRef="#br0" timeOffset="76103.98">25216 5521 117 0,'0'0'156'16,"0"0"-17"-16,-7-1-7 0,7 1-8 0,0 0-4 15,0 0-2-15,-5-1-5 0,5 1-8 0,0 0-5 0,0 0-7 0,0 0-4 16,0 0 2-16,0 0-11 0,0 0-4 0,0 0-1 16,0 0-8-16,0 0-7 0,19-1-5 0,-5-1-6 15,6 0-3-15,13-1-7 0,-1 0-2 0,4-1-4 16,2-1-2-16,-1 2-3 0,-2 0-2 0,-4 0-6 16,-1 2-7-16,-7-1-4 0,-1-1-13 0,-4 3-9 15,-4 1-18 1,-5-1-18-16,-1 0-28 0,-1 1-28 0,1-1-24 15,-3 3 14-15,-5-3 0 0,0 5-153 0,0-5-289 16,-14 7 128-16</inkml:trace>
  <inkml:trace contextRef="#ctx0" brushRef="#br0" timeOffset="76373.27">25322 5724 149 0,'0'0'231'0,"0"0"-12"0,0 0-11 15,0 0-18 1,0 0-11-16,0 0-16 0,0 0-18 0,0 0-11 16,23-3-12-16,-4-1-13 0,11 1-10 0,2-2-13 15,2 3-20-15,1-3-10 0,3 0-9 0,-1 0-11 16,4 0-6-16,-4 3-13 0,0-2-7 0,0 1-21 0,0 2-16 15,-5-1-24-15,-6 0-14 0,-6 0-18 0,-1 0-20 16,-2-1-19-16,-3 3-51 0,-6-2-105 0,-2 1-299 16,-1 1 133-16</inkml:trace>
  <inkml:trace contextRef="#ctx0" brushRef="#br0" timeOffset="76774.89">26320 5352 21 0,'3'-12'336'0,"-2"-1"-9"0,0 3-19 15,1 1-8 1,0 4-18-16,-2-3-17 0,2 4-34 0,0 1-21 15,2-2-11-15,-4 1-37 0,0 4-22 0,4-4-29 16,-4 4-37-16,0 0-33 0,0 0-4 0,0 0-5 0,0 13-3 16,0-4-7-16,0 8 0 0,-2 3-1 0,4 3-2 15,-2 2-6-15,-2 2 5 0,1 2-4 16,1-4-3-16,-1 4-4 0,-1-3-5 0,0-2 3 16,2 1 1-16,0 0 0 0,0-7-3 0,-2 1-3 0,3-2 2 0,-1-2 8 15,0-5-9-15,-1 1-16 0,1-3-1 0,0-1-14 16,0 0-16-16,0-2-9 0,-2 1-4 0,4-1-14 15,-4-1-5-15,1-3-2 0,1-1-11 0,-1 5-9 16,1-5-14-16,-2 4 8 0,2-4 10 0,0 0-38 16,-6 0-9-16,6 0-58 0,-13-5-108 0,7 0-334 15,-3-2 148-15</inkml:trace>
  <inkml:trace contextRef="#ctx0" brushRef="#br0" timeOffset="77391.92">26296 5120 13 0,'-1'-7'209'0,"-1"3"-4"16,1-1-20-16,0 1-9 0,1 0-16 0,0 4-18 15,0-6-16-15,0 2-10 0,2 1-14 0,2-1-13 0,1 3-7 0,6-3-5 16,1 0-13-16,6 0-4 0,-1 2-7 0,3 1-3 16,3 1-8-16,-3-2-3 0,9 0-6 15,-1 2-6-15,-1 2 0 0,2 0 14 0,-1 1-7 0,0-1-4 16,-1 4-2-16,-6-2-3 0,-1 0 0 0,-1 4-1 31,-6-3-11-31,0 2-3 0,-3 0-2 0,-3 0-2 16,-2 1-2-16,-2 2 2 0,-3-1-6 0,-3 3 5 0,-2 0 1 15,-7-2 0-15,-3 3-3 0,2 0-1 0,-5 0-2 16,0-4 6-16,0 2-3 0,-2-2-3 0,2-1 3 16,3-2 0-16,3-1-3 0,0 2 3 0,1-3-2 15,3 0 0-15,3-2-3 0,-1 5-1 0,0-7 0 16,3 3 2-16,-1-1-1 0,2 1 2 0,3 3 1 16,3-3 1-16,2 1 15 0,3 4-18 0,3-3 0 0,4 4-2 0,-2-3 0 15,5 3 2-15,-1-1 0 0,1 1-1 0,0 2 2 16,-2 0 3-1,1 0-6-15,-4 2 0 0,0-1-2 0,-1 1 2 16,-3-2-1-16,-4-1-3 0,0-2 1 0,-4-1 1 0,-2 2 9 16,-2 2-7-16,-1-3 19 0,-5 0-3 0,-2-1 3 15,0-2 8-15,-8 2-1 0,1 0 7 16,1-2 2-16,3-2 6 0,-3-2 8 0,3 0 0 0,-1 2 4 16,3-1 3-16,0 0 8 0,2-2 7 15,3 1-3-15,6-1-2 0,-11 0-7 0,11 0-3 0,-7 2-5 16,3-1-6-16,4-1-3 0,0 0-2 0,-8 1-8 15,8-1-2-15,0 0-1 0,0 0 2 0,0 0-21 16,18 5-15-16,-9-3-43 0,3 0-52 0,0 2-70 16,0-1-79-16,2 1-213 0,3-3-503 0,-1-1 222 0</inkml:trace>
  <inkml:trace contextRef="#ctx0" brushRef="#br0" timeOffset="86294.77">2519 9138 109 0,'0'0'147'0,"-1"-3"1"0,1 3-3 0,-2-4-10 16,0 1-3-16,2 3 1 0,-1-8-7 0,1 4-5 0,0 4-8 0,-4-5-3 16,4 1-8-16,-3 1 3 0,3 3-3 0,-1-5-2 15,-1 0 3-15,2 5-9 0,-1-2-9 0,1 2-5 16,0 0-12-16,-2-7-9 0,2 7-8 0,0 0-9 15,0 0-25-15,-2-3-43 16,2 3-35-16,0 0 5 0,-2 12 2 0,1 1 4 0,1 13 7 16,-4 1 2-16,2 5 7 0,-2-1-2 0,1 6 5 15,1 8 7-15,-1-8 4 0,-2 11 3 0,1-12-2 16,0 2 13-16,1-4-9 0,0-4 2 0,0 3 4 16,2-4-2-16,-1-3 6 0,0-8-4 0,2 1 7 15,-1-4-5-15,0 0 3 0,-1-4 14 0,2-1-13 0,0 0 3 0,0-3 1 0,0 0-3 31,0 0 1-31,2-5 0 0,-4 4-1 0,2-4 1 16,0 5 3-16,0-7 0 0,2 2 1 0,-2 1 4 16,0-3 11-16,0 0-16 0,0 5-7 0,0-5-11 15,0 0-17-15,-3 4-20 0,3-4-6 0,0 0-20 16,-5 5-50-16,0-5-121 0,5 0-269 0,0 0 119 16</inkml:trace>
  <inkml:trace contextRef="#ctx0" brushRef="#br0" timeOffset="86711.79">2853 9514 161 0,'0'0'168'0,"-8"8"-17"0,2-2-15 0,-3 3-16 15,-1-2-14-15,-4 8-5 0,-6 2-14 0,0 1-9 0,-3 3-7 16,0 0-7 0,0 1-4-16,0-2-10 0,0-1-4 0,5-2-8 15,3-3 3-15,2-3-6 0,2-3 2 0,0-1-8 16,5-1-1-16,-1-1 9 0,5-1 33 0,-3-2 34 16,1-1 33-16,-1 1 37 0,5-2-5 0,0 0-21 15,-8-5-9-15,7-2-19 0,1 0-9 0,0-4-13 16,2 2-8-16,1-10-10 0,1 4-11 0,1 1-7 15,4-2-6-15,-4 5-6 0,0 1-7 0,3-1-2 0,-3 5-4 0,0-2-6 16,0 4-10-16,-1-1-2 0,1 0-7 0,2 4-3 16,4-2 1-16,2 6-3 0,0-3 1 0,7 4-1 15,7 1-1-15,0 1-10 0,-1 3 2 0,1 0 0 16,-1 1-5-16,1-2-12 0,-8-1-16 0,3 2-19 16,-3-1-33-16,0 0-33 0,1-2-39 0,-3 4-33 15,0-5-49-15,-8-3-201 16,1 3-478-16,-3-3 211 0</inkml:trace>
  <inkml:trace contextRef="#ctx0" brushRef="#br0" timeOffset="87096.86">2964 9240 292 0,'-5'-10'306'0,"5"0"-18"0,-2 0-17 0,0 3-12 16,1 0-16-16,1 2-17 0,-1 0-23 0,1 5-25 0,0-5-19 15,-2 1-24-15,2 4-23 0,2-3-43 0,-2 3-43 0,0 0-5 16,0 0-2-16,4 18-4 0,3-1 0 0,-2 6-4 16,-1 4 0-16,2 2-1 0,1 2 0 0,-1 3-1 15,-1 0-3-15,-1-1 3 0,0 2-4 0,4-1 2 16,-6-3 0-16,2-2-1 0,1 0 0 0,-1-3-2 15,0-8 1-15,-3-1 0 0,2 0-1 0,-2-5 1 16,3 1 0-16,-3-5 0 16,2 2-1-16,-2-3 4 0,-1-2-3 0,3 2 3 15,-2-1-6-15,1-2 5 0,-2-1-1 0,0 1-3 16,0-4 5-16,0 5 1 0,0-5-1 0,0 3 3 16,0-3-2-16,0 0-1 0,3 2 5 0,-3-2-2 15,0 0-3-15,0 0-5 0,0 5-10 0,0-5-15 16,0 0-16-16,0 0-44 0,0 0-115 0,0 0-262 15,-9-14-497-15,5 9 220 0</inkml:trace>
  <inkml:trace contextRef="#ctx0" brushRef="#br0" timeOffset="87829.6">3280 9209 58 0,'0'-3'237'0,"0"-2"-2"15,-2 0-11-15,4 0-14 0,-2 2-6 0,0-1-10 16,0-1-16-16,1 1-21 0,-1 4-16 0,0-4-17 16,0 4-17-16,0 0-20 0,0 0-8 15,0 0-5-15,0 0-15 0,8 18-7 0,-4-1-6 0,0 3-5 16,2 5-5-16,-1 5-5 0,0-1 0 0,-1 4-4 15,0 1-6-15,-2 0-1 0,2 4 1 0,-5-3-5 0,-2 1 2 16,3-1-3-16,-1-3-2 0,1-2-3 0,-3-4 0 16,3-1-3-16,-2-8 6 0,2-3-7 0,0-3-1 0,1-3 3 15,-2 0 1-15,2-3 0 0,-1 0 28 16,1-1 48-16,-1 0 37 0,0-4 46 0,2 6 24 16,-2-6 17-16,0 0-1 0,0 0-24 0,0 0-16 15,5-11-18-15,-3 0-11 16,3-1-22-16,2-2-9 0,-1-1-14 0,3-2-15 15,-3 0-17-15,3 1-8 0,0 1-5 0,-1 8-8 16,-3-4-2-16,0 5-16 0,-1-2-20 0,0 4-23 16,-1 1-48-16,0-2-39 0,2 5-4 0,3 0 6 15,-8 0-5-15,18 7-11 0,-4-2-20 0,0 5-15 16,3 0-13-16,-2 2-24 0,0 2-13 0,-2-4-19 16,2 4-17-16,-2-2-1 0,3 1-8 0,-4-4-199 0,-3-1-487 0,1 0 216 15</inkml:trace>
  <inkml:trace contextRef="#ctx0" brushRef="#br0" timeOffset="88145.18">3667 9740 135 0,'0'0'223'0,"0"0"-8"16,0 0-6-16,4-5 3 0,-4 5 1 0,1-4-4 16,-1 4-1-16,0 0-11 0,-1-5-6 0,1 5-10 15,0 0-14 1,1-4-15-16,-1 4-10 0,0 0-7 0,0-4-21 0,0 4-10 16,1-4-13-16,-1 4-8 0,11-5-12 0,-4 2 4 15,2-2-21-15,1 1-3 0,7-3-8 0,-2 2-3 16,4-2-3-16,0 0-14 0,1 1-2 15,0-3-8-15,-2 2-4 0,4-3 2 0,-3 0 0 0,-2 0-1 16,-2-2-1-16,-1-1 5 0,0 2-7 0,-4-2 5 0,-3 4-5 16,1-1-1-16,-4-1 2 0,0 2-5 0,-1-1-3 15,-2 0 0-15,-1 2-2 0,-2 1-4 0,-2 0 2 16,0 2-3-16,-2 3 1 0,-5-3-8 0,0 5 1 0,-3 4 2 16,-4-1-3-16,-1 4 1 0,-2 5-2 15,-2 2-1-15,1 1 3 0,9-3-2 0,-3 5-2 16,2-2 5-16,3 2 3 0,2 0-1 0,2 1-3 15,0-3-8-15,4 2-15 0,2-1-8 0,3 0-5 0,4-1 1 0,4-1-22 16,1-3-32-16,4 0-42 0,3-1-53 0,1-3-270 16,3-5-503-16,0 1 222 0</inkml:trace>
  <inkml:trace contextRef="#ctx0" brushRef="#br0" timeOffset="88530.36">4131 9503 99 0,'1'-4'281'0,"-1"4"-25"0,0-5-25 0,0 5-24 15,0 0-25-15,3-5-19 0,-3 5-20 0,0 0-16 16,10 2-8-16,-10-2-19 0,10 8-13 0,-2-3-8 16,-1 2-8-16,3 3-11 0,3 4-4 0,-1-2-8 0,-2 2-5 15,-1 1-4-15,4 2-6 0,-4 0-2 0,2 2-3 0,-2-2-1 16,0 0-3-16,-2-2-4 0,-1 1-1 0,-1-4 2 15,0 0-5-15,-1-2-3 0,-3-2-1 0,3-1 2 16,-3-2-3-16,2 0 5 0,-3-1 4 0,0-1 32 16,0-3 32-16,4 6 37 0,-4-6 35 0,1 3 29 15,-1-3 13-15,0 0 15 16,0 0-7-16,0 0-34 0,0 0-5 16,0-15-23-16,3 8-17 0,-2-5-25 0,0-2-8 15,3-3-19-15,2-7-16 0,5 0-16 0,-5 1-10 0,4-3-2 16,-2 9 6-16,-3 1-15 0,3-1-2 15,-3 7-16-15,1 0-19 0,-1 1-22 0,0 4-44 16,-1 0-29-16,-1 0-45 0,1 1-54 0,0 1-33 16,2 3-27-16,-6 0-35 0,14 3-300 0,-6-1-653 0,2 4 289 0</inkml:trace>
  <inkml:trace contextRef="#ctx0" brushRef="#br0" timeOffset="88977.38">4739 9649 201 0,'0'0'255'0,"0"0"-11"0,0 0-11 15,4 2-13-15,-4-2-22 0,0 0-18 0,0 0-19 16,10-5-19-16,-1 0-11 0,3 1-15 0,4-1-13 16,1-5-8-16,7 2-9 0,3-3-7 0,1-2-7 15,-3 1-12-15,2-5 2 16,0 3-12-16,-5-1-4 0,0-3-6 15,-6 7 0-15,-3-4-3 0,0-1-5 0,-1-1-2 16,-4 2 1-16,-4 3-2 0,0-5-5 0,-3 5-7 16,-2 2-3-16,-4-2-1 0,-3 3-2 0,-7 0-5 0,-2 3-3 15,-3 1 0-15,-8 4-4 0,-3 4 1 0,-1 1 0 16,-1 6-4-16,3 2-5 0,-2 2 2 0,3 5-2 16,4 0 1-16,-1 3 0 0,4 0 0 0,7 0-3 0,2 1 3 15,4 0 1-15,7-2 4 0,7-1 3 0,6 3 4 16,12-3 16-16,4 0 13 0,9-3 0 0,15 0-2 15,7-3 8-15,3-7-3 0,-1-4 0 0,5-1-2 16,26-4 5-16,-31-1 6 0,4-2 3 0,-8 0 5 16,-1-1-2-16,-21 1 7 0,-2 0 7 0,-10 3 6 0,-2-1 19 15,-9 0 14 1,-1 1-8-16,1-1-1 0,-3 1-9 0,-3 0-8 16,-1 2-5-16,2-2-11 0,-6 2-14 0,4-3-42 15,-4 3-68-15,0 0-57 0,-9-5-55 0,-1 5-59 16,-3-2-73-16,-2 2-282 0,2 0-635 0,-1-1 282 15</inkml:trace>
  <inkml:trace contextRef="#ctx0" brushRef="#br0" timeOffset="89878.86">7126 9166 101 0,'5'-6'194'0,"-1"1"-8"0,1 3-14 0,-1-2-16 15,-3 2-19-15,2-1-16 0,-3 3-17 0,5-4-14 0,-5 4-10 0,0 0-13 32,0 0-8-32,1 13-2 0,-5-2-5 0,-2 2-8 15,1 4-6-15,-7 7-5 0,-3 2 2 0,-6 0-4 16,-9 11-2-16,-5 0 2 0,0 0-10 0,-5 0 2 16,4-1-4-16,-5-1 4 0,3-1-8 0,9-10-7 15,-1-1 5-15,5-3 0 0,3 0-3 0,4-8-3 16,5-2 23-16,0-5 14 0,4 1 22 0,0 0 21 0,2-4 31 15,1 0 18-15,0-1 10 0,6-1 10 0,-11-4-10 0,5-2-19 16,-1-2-9-16,3-6-13 0,0-1-14 0,3-5-8 16,4-6-11-16,3 0-7 0,4-3-6 0,-1 5-4 15,0-1-8-15,-1 6 7 0,3 2-4 0,1 3-20 16,-1 1-5-16,-2 4-12 0,4 4-3 0,5 0-2 16,0 5 0-16,4 3-4 0,7 4 14 0,4 5-7 0,3 5-9 15,10 5-2-15,0 4 2 0,-1 0-1 0,-2 0 4 16,-11-5-39-16,13 5-23 0,-13-4-29 0,0 0-39 0,-2 1-42 15,-2-1-50-15,1-2-60 0,-3-3-223 0,0-2-542 16,-8-6 241-16</inkml:trace>
  <inkml:trace contextRef="#ctx0" brushRef="#br0" timeOffset="91318.52">8549 9238 67 0,'-2'-11'248'0,"-1"2"-21"0,0 0-25 0,-4-1-21 16,2 3-22-16,-3 1-16 0,-3-1-16 0,3 2-14 0,-2 0-14 15,-8 3-10-15,0 2-8 0,-1 4-11 0,-4 0-9 0,-5 7-5 0,1-3-7 16,3 7-5-16,1 2-5 0,0 0-5 0,2 1-3 16,2 3-2-16,3 0-5 0,0 1-1 0,6-5 0 15,1 1-1-15,4 0-8 0,1 1 0 16,4-2 3-16,-3-3-3 0,3 1 1 0,3-5-1 15,-2 3 2-15,3-7-4 0,4 4 5 0,-2-3 13 0,6-3 10 16,-2-1 10-16,3-1 0 16,0-4 6-16,6-2 4 0,-1 0 5 0,-2-3 5 15,0-3-2-15,-1 0 3 0,-2-1-1 0,1-2-2 16,-4 0 1-16,-1-1-14 0,1-2-1 0,-1 2-6 16,0-1-9-16,-5 3 5 0,1 1-1 0,0 3-10 0,-1 1 3 0,-3 1-8 0,2 2 1 15,-2-1-9-15,3 1-5 0,-3 0-5 0,2 3-14 16,-3 1-20-16,1-4-5 0,-1 4 0 0,0 0 6 0,10 6 3 15,-5 1 2-15,2-2 0 0,-1 3 1 0,3 1-2 16,1-1-5-16,2 3-7 0,3-1-5 0,-1 0-13 16,3-1 0-16,-1 2-4 0,3-5 1 0,-2 2-2 15,1-1 6 1,0-3 4-16,-8-1 7 0,3-1 6 0,0-1 2 16,-3-1 5-16,3-3 8 0,-4 1 20 0,1-2 10 15,-2 0 20-15,0-2 12 0,0-2 9 0,-1 1 8 0,-1-1 1 0,1 1 6 16,-1-3 12-16,-1 1 5 0,-1 4-3 0,-2-3 4 15,2 3 9-15,0 0-6 0,-3 1-17 0,2 0-1 16,-1 1-14-16,-2 3-14 0,4-5-4 0,-4 5-7 16,3-2 4-16,-3 2-21 0,0 0-10 0,0 0 2 15,5 7-2-15,-3-2-3 0,0 4-2 0,0-2 1 16,0 4-4-16,-2 0 6 0,2 6-3 0,-2 0 0 16,0 0 3-16,0 2-1 0,0-4 0 0,0-3-1 15,1-2-3-15,3 1 5 0,-3-5-4 0,-1 1 5 16,2-2-1-16,-2 0-1 0,0-2 6 0,2 1 4 15,-2-4 10-15,0 0 4 16,4 0 2-16,-4 0-7 0,9-9 2 0,0 3-5 16,1-4-6-16,-1-4-7 0,4 4 3 0,0-5 1 15,-3-2 0-15,0 0-3 0,7-4-13 0,-6 5 22 16,1 1-15-16,-2 0 4 0,1 1-7 0,0 1 2 16,-6 4 0-16,-1 2-2 0,0 2-9 0,-2 0-3 15,3 0-15-15,-2 2-19 0,-3 3-18 0,3-2-5 16,-3 2 10-16,0 0 6 0,9 7 5 0,-3 0 6 0,0 1 6 15,4 4 2-15,0 0 5 0,4 0 5 0,3 1 1 0,9 4 6 16,2 2 1-16,6-6 2 0,-1 0 3 0,19 2-7 16,0-5-6-16,0 0-3 0,3-2-6 15,4-2 1-15,-3-4-10 0,3-2 5 0,-4-2 1 16,-17-1 2-16,-1-4 5 0,-2 3 0 0,-3-6 6 0,-3 2 5 16,-3-4 8-16,-8 4 10 0,-4-2 17 0,-5-1 23 0,0 2-12 15,0-5-2-15,-3 2-4 0,-5 0-3 0,-2 1-1 16,1-3-6-16,-4 2-4 0,-5-1-2 0,-7 2 1 15,-2 1-4-15,-3 3-5 0,-8-1 1 0,-3 4 3 16,-3 4 0-16,2 2-4 0,-1 0-1 0,2 5 10 16,0 1-11-16,1 1-1 0,7 1-1 0,5 0-2 15,2 4 0-15,0-1-1 16,5 1-7-16,0 1-8 0,4 1 0 0,3 0-2 16,3 1-1-16,2-1 2 0,4 1 7 0,3-3 0 0,5 1 3 15,4-3 2-15,11 3 3 0,3-5 1 0,-1-1-1 16,3-2-7-16,1-4-2 0,-3-1 0 0,-1-4 2 15,-1-1 4-15,-6-4-3 0,-3 0 6 0,-1-3 15 16,-1-2 10-16,-2-1 10 0,-4-2-4 0,1-1 5 16,-6-3 15-16,1-8-15 0,-3-2-2 0,-4-2-2 0,0-1-4 15,-3-4-4-15,-1 1 3 0,-4-10-3 0,0-1-4 16,-1 0-2-16,0 11 3 0,-2-10 4 0,8 11 14 16,-4-4 10-16,2 4 17 0,0 0 1 0,1 4 12 15,-1 1 4-15,0 6 2 0,5 4-20 0,-4 6-3 16,4 1-6-16,-1 3-3 0,-1 0-11 0,1 3-7 15,0 1-31-15,1 2-20 16,0 3-25-16,-1-4-6 0,1 4 5 0,0 0 4 16,-3 19 4-16,-1-2 5 0,2 10 2 0,-1 2 14 15,-2 2-9-15,0 4 6 0,1 1-1 0,-1 9 7 16,5-8 1-16,-3-3-1 0,6 15 6 0,-3-11 3 16,1-4 1-16,3-1 5 0,1 1-6 0,3-2 8 15,-3 2-2-15,3-5 0 0,-3-3 4 0,0-6 1 16,4-3 2-16,-3-1-2 0,-2-3 4 0,0-1 5 0,2-3 1 15,-2 1 8-15,1-5 7 0,-2 2 13 0,1 0 0 0,-2-4 17 16,1-1 14-16,-2 3 7 16,3-2 13-16,-4-3 5 0,4 4 3 0,-4-4-9 15,6 0-6-15,2 0-8 0,-1 0-9 0,6 0-9 16,1-4-5-16,4 1-3 0,10-2-33 0,3 1-60 16,1-2-64-16,2-4-73 0,2 1-105 0,14-4-362 0,-3-3-703 0,7-5 311 0</inkml:trace>
  <inkml:trace contextRef="#ctx0" brushRef="#br0" timeOffset="92220.59">11119 8970 47 0,'3'-5'187'0,"-1"-2"0"0,5-2-6 16,-2 2-8-16,0-4-11 0,-1-1 13 0,1 3 1 15,-1 0-12-15,1 0-6 0,-3 3-7 0,0-1-14 0,0 2-11 0,-1 0-11 0,1 0-19 16,-2 5-11 0,1-4-13-16,-1 4-26 0,0 0-10 0,0 0-5 0,6 9-2 0,-3 3-6 0,-2 6-7 15,3 9 0-15,-4 1-3 0,-2 4 0 0,4 1 1 16,-4 13-5-16,2-10 2 0,0 12 0 0,0-11-1 16,0-3-2-16,2 2-1 0,-1-2-1 0,2-2 0 15,-2-1-1-15,2-4 3 0,-1-1 2 0,2-1-5 16,-3-7-5-16,3 0 6 0,0-4-1 0,-3-6 1 15,1 4-1 1,0-5-4-16,0 0 2 0,0-1-1 0,0-1 1 16,1 0 4-16,-3-1-1 0,0-1 1 0,0-3-3 15,0 5 6-15,0-5-1 0,0 4 2 0,0-4-1 16,1 2 5-16,-1-2-4 0,0 0 4 0,0 0-2 16,0 0 8-16,0 0-1 0,0 0-1 0,0 0-15 15,0 0-15-15,0 0-19 0,-1-14-28 0,-4 4-47 16,0-6-27-16,2-2-46 0,-2-8-59 0,0-3-128 0,-1-1-395 0,2-1 175 0</inkml:trace>
  <inkml:trace contextRef="#ctx0" brushRef="#br0" timeOffset="92652.8">11137 8528 39 0,'1'-13'181'0,"1"0"-10"16,0 5-14-16,2-4-20 0,1 4-10 0,4-2-16 15,1 2-9-15,7 0-9 0,0 1-15 0,4 2-8 16,6 2-11-16,4 2-5 0,-3 2-3 0,-8 5-6 16,7 1-7-16,-8 0-17 0,-1 3 9 0,5 5 0 15,-9 2-8-15,-4-1 3 0,3 4-3 0,-3 6-4 16,-6-2-2-16,-1 3 0 0,-6-3-5 0,-2 3 0 0,-1-3 1 0,-2-4-3 16,-1-2 3-16,0-1-2 0,-3-4-5 15,1 1 2-15,2-1 0 0,-1-5 3 0,1 3-4 0,3-5-3 16,-2 2-3-16,2-1 2 0,2 0-1 15,-1-1 4-15,1-2-2 0,1 3-2 0,2-1 5 0,1 0 9 16,0 0 1-16,3 1 8 0,0 0-4 0,6 1 5 16,2 1 3-16,3 1-1 0,2 2-2 0,2 0 2 0,5 0-5 15,0 3-4-15,0-1 3 0,-5 1-7 0,4 1-2 16,-8-3 3-16,-1 2-4 0,-2-1 2 0,2 7-7 16,-3-8 1-16,-5-1-2 0,-1 0 3 0,-1 0-4 15,-5-1-1-15,0 2 6 0,-2-2 6 0,-5 2 5 16,-5 1 9-16,0 1-6 0,-4-7-4 0,-2 2 4 15,3-1-5-15,-2-1 2 16,2-1-2-16,-2-3-2 0,4 2 1 0,1-1-6 16,3-4-14-16,3 2-32 0,0 1-40 0,3-2-65 15,1-1-34-15,4-1-162 0,0 0-363 0,0 0 162 16</inkml:trace>
  <inkml:trace contextRef="#ctx0" brushRef="#br0" timeOffset="93608.73">13143 9003 84 0,'4'-13'187'0,"-4"1"-8"0,0-1-22 0,0 2 2 16,0 1-8-16,0 1-16 0,-4 0-12 0,2 2-13 0,-2 2-16 0,-1 0-9 15,-3 2-12-15,-1 0-7 0,-4 3-8 0,-5 3-3 16,-3 2-6-16,-6 4-11 0,0 3 4 16,0 3-9-16,0 3-10 0,1 2-1 0,1 0 0 0,0 2-2 15,4 0-3-15,1 6-5 0,2-6 3 16,4 4-3-16,0 1 2 0,1-4-8 0,5 1 2 16,3-5 1-16,0-2-3 0,4-1 1 0,1-2-1 15,0-5 3-15,4 2 0 0,-1-2 13 0,5-1 12 0,0-5 9 16,2 2 11-16,4-5-5 0,5-2-4 15,-2-1 2-15,3 0 2 0,-2-4 7 0,1-1-7 16,1-1-2-16,-4 0 0 0,2-1-7 0,0 0-1 16,-3 0-7-16,1 2-2 15,-5 0-3-15,1 3-1 0,-3 0-4 0,1-2-3 16,-4 4-2-16,1 1-3 0,-1-1-5 0,2 1-4 16,-2 2 0-16,0 0-2 0,2 0-1 0,1 2-1 15,0 3 5-15,0-2-23 0,0 4-6 0,1-2-12 16,-1 2-22-16,0 0-26 0,1 1-21 0,-1 1-27 15,0-1-33-15,-4 1-223 0,4-1-419 0,-5-1 185 16</inkml:trace>
  <inkml:trace contextRef="#ctx0" brushRef="#br0" timeOffset="93961.99">13355 9019 150 0,'4'-9'196'0,"4"2"-16"0,-2 2-19 0,1 1-20 16,-1 2-15-16,3 2-13 0,-1 0-13 0,3 3-12 16,-2 2-6-16,5 2-14 0,-5 0-6 0,4 5-6 31,2 1-10-31,-3 2-5 0,-1-1 1 0,-1 10-11 0,-2-9 8 16,0 3-7-16,-2 1-5 0,-1-1-9 0,-3 0 4 15,1-2 3-15,-1-3-4 0,-2-1-5 0,0-1-7 16,0-4 13-16,0-2 9 0,1 0 26 0,-1 0 23 15,-1 1 26-15,1-2 24 0,0-4 30 0,1 4 25 0,-1-4 18 0,0 0-7 16,0 0-18-16,0 0-17 0,0 0-15 0,-1-17-14 16,1 8-16-16,0-3-7 0,0 0-15 0,1-5-16 15,2-1-30-15,0 0-21 0,4-9-20 0,-4 12-26 16,5-4-23-16,-3 2-23 0,4 3-31 0,1 1-29 16,-1 4-28-16,4-3-32 0,1 4-36 0,3 1-21 15,1 2-39-15,0 0-175 0,1 1-492 0,-1 4 219 16</inkml:trace>
  <inkml:trace contextRef="#ctx0" brushRef="#br0" timeOffset="94374.38">13860 9221 5 0,'0'0'192'0,"0"5"6"0,0-5 9 0,0 0-10 16,0 0-19-16,10-1-20 0,2-4-18 0,3-1-10 15,7-2-15-15,4-6-8 0,3 3-14 0,0-3-6 0,3 0-5 16,0-1-8-16,-1-2-5 0,0 2-10 0,-2-1 2 0,-1-2-7 16,-4-1-11-16,-1 2-6 0,-5-5 0 0,1 3-5 15,-5 5 1-15,-5-3 0 0,-1 4 1 0,-7 2 1 16,2 2-9-16,-6-2-9 0,1 4 3 0,-6 0-6 16,-1 0 0-16,-5 4-4 0,-8 0-3 0,-4 3-1 15,-1 5 0-15,-4 3-9 0,0 4 4 0,3 1-2 16,0 3-4-16,1 1-1 0,4 4 3 0,4 1-3 0,2 3 3 0,7 4 1 15,4-3-1-15,6 2 5 0,7 5 2 0,8-5 13 16,8 2 8-16,3-4 0 0,18 6 9 0,3-8 2 16,3-2-2-16,2-6 6 0,7-3 1 0,1-4-3 15,0-1 1-15,5-6-2 0,1-1 2 0,-1-1 0 16,-6-1-1-16,-19-1-3 0,-4 0-4 0,-6 1 6 16,-11-2 7-16,-1 1 5 15,-7 0 4-15,1-1-4 0,-6 2 2 0,2 0-11 16,-4-1-6-16,2 2-15 0,-6 0-37 0,4-5-35 15,-4 5-46-15,0 0-62 0,-5-8-89 0,-3 6-238 0,0-1-529 16,3-2 233-16</inkml:trace>
  <inkml:trace contextRef="#ctx0" brushRef="#br0" timeOffset="95243.28">15855 8919 80 0,'-1'-9'217'0,"1"-2"-20"16,1 1-13-16,1-3-13 0,1-3-13 0,3 1-9 15,-2 1-1-15,4-2-8 0,-3 3-11 0,0 5-13 16,1-4-5-16,-3 5-11 0,2-3-12 0,-1 6-10 15,0 1-13-15,1 1-3 0,0 2-11 0,-5 0-8 16,15 5-6 0,-6 2-1-16,5 5-9 0,-3 5 0 0,0 0-8 15,3 4 4-15,-5 2-4 0,0 3-2 0,0 1 0 0,-3 1-3 16,1 1 0-16,-6 1-3 0,0-2 0 0,2 0 0 16,-2-1-2-16,-1-9-2 0,4 2 3 0,-4-2-5 15,-4-1 4-15,4-5-2 0,0-2 0 0,-1 0 0 0,1-4 20 16,0-1 37-16,0-1 42 0,0-1 45 0,0-3 37 15,0 0 6-15,0 0-19 0,0 0-23 0,-8-15-18 0,8 5 0 16,0-5-16-16,-1-4-17 0,5-7-13 0,-7 0-11 16,7-2-12-16,-3-1-5 0,3-4-12 0,1 0-2 15,4 0-11-15,-1 2-5 0,-3 2-6 16,0 5-7-16,0 6 3 0,0-1-3 0,-1 9-6 0,-1-2-16 16,1 3-7-16,-2 2-36 0,-1 2-33 0,2 0-38 15,0 5-18-15,1-3-4 0,-4 3-14 0,15 8-10 16,-8 0-22-1,3 0-6-15,-2 2-25 0,4 6-13 0,0 0-40 0,-1-3-188 16,2 3-497-16,0-2 221 0</inkml:trace>
  <inkml:trace contextRef="#ctx0" brushRef="#br0" timeOffset="95628.85">16489 8874 104 0,'0'-7'236'0,"-3"0"-10"0,3 4-7 0,0-1-9 16,0 4-17-16,0-8-20 0,0 6-17 15,0 2-23-15,0-5-9 0,0 5-18 0,0 0-10 16,0 0-15-16,0 0-9 0,0 0-10 0,0 0-7 0,-9 12-5 0,5-4-7 16,-2 3-6-16,2 0-3 0,-1 5-1 0,0-1-9 15,-2 2 1-15,2 2-3 0,0-2 0 0,4 0-7 16,1-1 3-16,0 0-3 0,1-3-3 0,4 0-1 15,-1-3 4-15,0 1-2 0,2-2-3 0,2 2 5 16,2-4 2-16,-1 0 11 0,4-2 3 0,1-2 0 16,0-1 0-16,4-3 0 15,-5-1-2-15,1-2 1 0,1-3 1 0,-2 2-2 16,-3-3-2-16,1-1-3 0,-1 1-3 0,-4 1-2 16,0-4 5-16,-3 0-5 0,2-1-4 0,-5-4-10 15,-2 0-8-15,-1 5-10 0,-1-4-5 0,-4-3-16 16,3 7-9-16,-5-3-13 0,-4 4-7 0,1 3-19 15,-2 0-3-15,-3 3-21 0,3 0-10 0,-4 2-19 16,3 0-16-16,2 4-24 0,1 0-162 0,2-2-366 0,3 3 162 0</inkml:trace>
  <inkml:trace contextRef="#ctx0" brushRef="#br0" timeOffset="96029.52">16931 8844 168 0,'-3'-4'219'0,"-1"0"-7"0,1 3-19 16,0-3-24-16,3 4-13 0,-4-5-20 0,4 5-19 15,-5-2-12-15,5 2-9 0,0 0-15 0,-13 8-7 0,7-2-8 0,-2 2-6 16,0 3-5-16,2-1-8 0,-3 5-6 15,4-1-1-15,-3 1-9 0,3-3-2 0,3 0-7 16,-1 2 2-16,3-2-1 0,0 2-3 0,1-4 0 0,3 3 3 16,1-1-5-16,1-3 0 0,1 1 6 0,3 0 9 0,5-1 3 15,-3-3 6-15,0-2 0 0,-2-1 1 0,4 0-1 16,-2-2 2-16,0-2 3 0,-1-2 2 0,-1 1 8 16,-4-1 6-16,2 0-3 0,-4-3-1 0,-2 0-7 15,1-1-5-15,-2-3-7 0,-1-2-10 0,-4-1-4 16,0-1-17-16,-6-5-17 0,1 4-12 0,-1-1-8 15,-1 1-7-15,-2 1-12 0,0 0-11 0,-1 2-8 32,-2 3-13-32,1-2-19 0,5 6-18 0,-4 0-14 0,4 0-18 15,3 3-39-15,1-1-161 0,2-1-377 0,4 3 166 0</inkml:trace>
  <inkml:trace contextRef="#ctx0" brushRef="#br0" timeOffset="96813.62">17212 8424 107 0,'1'-13'275'0,"-2"6"-15"0,1-1-27 16,0 2-16-16,0 2-33 0,0-3-25 0,1 6-44 15,-1 1-18-15,0 0-16 0,0 0-7 0,8 17-10 16,-1 1-2-16,1 8-5 15,0 5-10-15,0 7-1 0,0 8-7 0,1 1-1 16,-1-1-2-16,-3-11-3 0,-1-2-2 0,4 1-10 16,-2-2 2-16,0-2 1 0,1-1-2 15,-1-4 1-15,-1 1-7 0,-2-9 2 0,-2-2-3 0,3-3-3 16,-3 0 1-16,-1-7 4 0,3 4-4 0,-3-5 6 16,1 0 1-16,-1 2 16 0,0-3 18 0,0 1 11 15,0-4 5-15,0 0-1 0,-5 3-11 0,5-3-6 0,0 0-3 16,-18-4-6-16,9-1-5 0,-2-2-1 0,-1 2-7 0,-3-6-3 15,0 5-1-15,-1-5-3 0,0 2-1 0,0 0-4 16,1-1-3-16,-1 0-2 0,3 1-3 0,1 1 4 16,3 1-6-16,-4 0 2 0,4 0 2 0,0 2-3 15,3 0 3-15,2 0 14 0,-1 3 1 0,2-1 3 0,0-1-4 32,3 4-2-32,-3-5-5 0,4 0-5 0,3-1 6 15,7 1-17-15,9 1 0 0,7-4-10 0,2 2-6 16,6-2-5-16,18-1-1 0,-3-1 2 0,5 3-1 15,0 0 2-15,4-1 2 0,1 0 3 0,-3 0-2 16,-1 2 3-16,-18 4 2 0,1-2-1 0,-3-1 3 16,-4 1-2-16,-10 1 3 0,-2 0-4 0,-3 1 7 15,-5 1-1-15,0-1 5 0,-5 2 0 0,-1-2 4 0,0 1 6 0,-1 0 8 16,-5 1-3-16,7-3-4 0,-5 2-1 0,-2 1-1 16,0 0-7-16,4-5 3 0,-4 5-3 0,0 0 1 15,0 0 1-15,0-5-2 0,0 5-2 0,0 0 1 16,0 0 8-16,0 0-13 0,0 0 6 0,0 0-5 15,0 0 0-15,-5-4-2 0,5 4 0 0,0 0 2 0,0 0-2 16,0 0-2-16,0 0 1 0,0 0 0 0,-18 7-2 0,11-2 2 16,-3 0 0-16,1 0 0 0,-6 5-1 0,0 1 3 15,-3-1-3-15,1 3 0 0,-6 3-2 0,4 2 1 16,5-2 2-16,-2-1 4 0,-2 4-5 0,6-4-2 16,2 2 4-16,2-3 8 0,4 2-10 0,-1 0 2 15,5-4 1-15,0 1-3 0,5 3 4 0,2-2 0 16,-1-5 4-1,1 3-1-15,7 0 4 0,2-1-3 0,2 1 3 0,-4-5-5 16,4 0 2-16,-6 0 1 0,0-3-1 16,-5-2-2-16,-1 2 1 0,1-1 0 0,-4-1-4 15,4 1 3-15,-7-3 0 0,3 2-23 0,-3-2-4 16,0 0-13-16,-11 7-28 0,0-1-54 0,-16 1-71 0,-4 0-296 16,0-3-528-16,3-3 234 0</inkml:trace>
  <inkml:trace contextRef="#ctx0" brushRef="#br0" timeOffset="97878.56">19911 8739 45 0,'0'-7'187'0,"0"0"-11"0,-2 3-2 0,1-4-19 15,-2 3-15-15,0 0-15 0,1 0-12 16,-6 2-12-16,2-2-15 0,1 3-9 0,-2 1-9 0,-6 1-6 0,0 3-9 16,-1 2-9-16,-3 4-7 0,-2 0-2 0,-1 7-4 15,-1 1-2-15,1 0-4 0,3 2-3 0,3-4-2 16,4 2-1-16,-3-3-3 0,6 1-2 0,0 0-2 16,3 1-2-16,0-6 2 0,2 2-2 0,2-2 1 15,0-1-3-15,1 2 6 0,4-2-3 0,4-1 25 0,-1 0 10 16,11-2 10-1,0-2 1-15,12 0 1 0,-2-3 5 0,3-2-10 16,-2 0-2-16,2-6-5 0,-6-1 4 0,1-1 7 16,-9 1 1-16,1-2-1 0,-6 1 2 0,4-3-5 15,-8-1 1-15,-2-1-12 0,0-2-4 0,-2 0-2 16,-4-2-1-16,-5-3-10 0,1 3-1 0,-6-2-7 0,-3-2-5 16,-3 1-9-16,-2 2-5 0,3 4-2 15,-3 2-6-15,-2 2-7 0,0 1-11 0,-1 5-8 0,0 1-10 0,0 0-13 16,2 2-10-16,3 2-18 0,2 2-13 0,-1 1-24 15,5 0-5-15,0-1-13 0,4 2 2 0,0 2-17 16,5-1-162-16,0-5-344 0,6 7 153 0</inkml:trace>
  <inkml:trace contextRef="#ctx0" brushRef="#br0" timeOffset="98294.09">20101 8410 31 0,'3'-15'230'0,"-1"2"-4"16,-2 2-1-16,0 1-9 0,2 0-11 0,-2 5-24 16,2 0-20-16,-2-1-18 0,0 3-20 0,0 3-31 15,4-4-39-15,-4 4-8 0,0 0-7 0,2 14-8 0,0 2-1 16,0 9 0-16,-1 9-8 0,-1 14 6 0,0 3-7 0,3 5 1 16,-3-4 1-16,0 2 3 0,1-2 2 0,7-6-1 15,-3-11-2-15,1-2 0 0,2-2-1 16,1 0 0-16,4-2 1 0,0 0-3 0,0-7 0 15,-3-5-1-15,2 1 0 0,1-3 2 0,-1-4 1 0,-5-2 1 16,1 0 4-16,0-2 15 0,-4-3 17 0,1 0 25 0,0 1 12 16,-1-4 13-16,0-1 7 0,-4 0-8 0,0 0 4 15,12-5-16-15,-11 0-8 0,1 0-3 0,-2-5-12 16,-3-2-16-16,-1 1-11 0,-1-8-9 0,-6 2-11 16,-2-7-2-16,-4 2-8 0,1 1-2 0,-2-1-9 15,1 0 8-15,-6 3-12 0,4 1-3 0,-4 0 7 16,9 8-4-16,6 0-1 15,-2 5 0-15,1-3-1 0,4 4-2 0,1 2-3 16,0-4 4-16,-1 4 6 0,5 2-15 0,18-7-4 16,12 5-12-16,22-5-24 0,8 4-19 0,5-2-47 15,27 4-48-15,0-3-65 0,-27 3-74 0,27-5-181 16,-32 0-522-16,-5-1 231 0</inkml:trace>
  <inkml:trace contextRef="#ctx0" brushRef="#br0" timeOffset="102073.02">22847 8361 76 0,'0'0'163'0,"0"0"-3"0,-10 0-8 16,10 0-14-16,0 0-5 0,0 0-15 0,0 0 3 16,-5-3-8-16,5 3-5 0,0 0-2 0,0 0-7 0,0 0-4 15,0 0-8 1,0 0-3-16,0 0-11 0,0 0-4 0,0 0-7 15,0 0-8-15,0 0-2 0,0 0-8 0,0 0-2 16,0 0-9-16,0 0-1 0,0 0-6 0,0 0 0 16,0 0-1-16,0 0-12 0,0 0 3 0,-4-2 1 15,4 2-3-15,0 0-1 0,0 0-2 0,0 0 1 16,0 0 0-16,0 0-3 0,0 0-2 0,0 0-1 0,0 0 3 16,0 0-4-16,0 0 1 0,0 0-3 0,0 0 2 0,0 0-1 15,0 0 0-15,0 0-3 0,0 0 1 0,27-2-1 16,0-5 4-16,3 1-3 0,7 0-1 0,16-4 0 15,-1 0 0-15,6 2 0 0,4-2-1 0,6 2-2 16,-4-4 3 0,25-1-2-16,-30 6 0 0,-5-2 1 0,-13 6 0 15,-6 0-9-15,-3 1-12 0,-1 0-11 0,-12 2-22 0,-5-1-19 16,-3 2-24-16,-3-1-15 0,-1 2-5 0,-6 0 15 16,-1-2-2-16,0 0 11 0,-10 6-29 0,-4-2-134 15,-3 1-277-15,-6-2 123 0</inkml:trace>
  <inkml:trace contextRef="#ctx0" brushRef="#br0" timeOffset="102509.98">23308 8315 118 0,'-6'-2'169'15,"0"-1"-14"-15,6 3-8 0,-9-2-10 0,5 1-15 16,4 1-14-16,-8-4-10 0,8 4-14 0,-10 4-9 15,4-1-8-15,-1 2-10 16,-2 5 0-16,-1 5-11 0,-3 6-4 0,3 3-5 16,-3 5-5-16,3 3 2 0,1 2-6 0,-4 11-7 15,4 2-3-15,0-1 5 0,3 2-8 0,2-1 0 16,2-12-3-16,0 11 4 0,4 0-2 0,0-12-3 16,0 0-3-16,0 0 7 0,-1 0-4 0,4-2-1 15,-3-1-6-15,0-2 6 0,-1 2-1 0,-1-2-1 16,-1-3 0-16,-1-1 0 0,-5-8 6 0,6 0 14 0,-3-5 9 0,-1-2 10 15,-1-1 16-15,-1-1 13 0,-2 1 10 0,0-5 3 16,-2-1 2-16,-4-2-1 0,-2-2 3 0,-2-2-2 16,-3-2 1-16,4-2-4 0,-9-4-3 0,4-3-3 15,6 1 6-15,-5-1-1 0,8 2-6 0,0 0-9 16,0 1 0-16,1-1-7 0,5 3-1 0,-2 0-13 16,2 4-4-16,3-2-1 0,0 3-7 0,1 0-6 0,-1 2-3 0,1-2-22 15,2 1-24-15,2 3-31 0,-5-3-28 0,5 3-26 16,0 0-9-16,0 0-21 0,0 0-15 0,21 2-27 15,-9 1-25-15,6 2-47 0,-6-4-179 0,8-1-459 16,-4-1 203-16</inkml:trace>
  <inkml:trace contextRef="#ctx0" brushRef="#br0" timeOffset="103175.1">23530 9056 252 0,'0'0'239'0,"0"0"-13"16,1-3-17-16,-1 3-20 0,0-5-20 0,0 5-20 16,0 0-16-16,0 0-14 0,0 0-17 0,0 0-14 15,0 0-11-15,0 0-9 0,0 0-10 0,4 12-5 16,-4-4-2-16,0 4-11 0,-2 2-1 0,0 7-8 16,-2 6-5-16,0-2 2 0,-1 1-2 0,0 1-5 0,-1 0-1 0,-1 2 0 15,1-5-1-15,-1 0-8 0,5-6-5 0,-2 0 0 16,0-2-6-16,2-4 3 0,-1-1 2 0,2-3-2 15,-1 0 6-15,2-2-1 0,0-1 14 0,0 0 36 16,-1-1 39-16,1-4 38 0,-1 5 37 0,1-5 24 16,0 0-15-16,0 0-14 0,0 0-21 0,9-21-17 15,-4 9-10-15,1-3-17 16,2-2-8-16,0-2-12 0,6-4-16 0,-4-3-9 16,2 1-2-16,-4 8-12 0,1-1-2 0,0 3-3 15,-4 6-4-15,0 4-9 0,-1-2-5 0,0 2-13 16,-1 2-33-16,-1 3-10 0,-2 0 22 0,13 3-14 15,-7 2 2-15,-1 2 1 0,3 3 0 0,1 5 2 16,0-1 8-16,-1 2-3 0,-2-1-6 0,1 1 2 16,0 1-28-16,0-2-12 0,-1 2-19 0,-1-2-7 0,2-1-20 0,0 1-19 15,-3-2-31-15,1-3-21 0,-1 2-27 0,0-4-31 16,-2 4-266-16,2-7-542 0,2 0 239 16</inkml:trace>
  <inkml:trace contextRef="#ctx0" brushRef="#br0" timeOffset="104592.86">24318 8601 1 0,'5'-3'148'0,"5"-1"-16"0,-2 3-13 0,2 1-7 0,4 0-16 16,-1 1-7-16,3 3-5 0,1 1-14 15,-2 6-6-15,2-1 0 0,-2 1-8 0,-2 3-10 16,5 10-5-16,-9-7-1 0,0 0-3 0,1 6-1 0,-5-5-13 16,-1 2 2-16,-4-2 2 0,-1 4-6 0,-3-2-1 15,-1-3 0-15,-5 1-3 0,1-1 7 0,-3 0-2 16,0-1 5-16,-1-2 3 0,-1-1 1 0,0-2 2 0,2-1 9 15,3-6 3-15,-1 2 10 0,2 1 8 0,1-4 16 16,2 1 23-16,-1-3 23 0,3 0 22 0,-3 0 13 16,6-1 4-16,0 0-21 0,-7-5-16 0,7-2-8 15,1-4-18-15,5 0-10 0,1-4-26 0,2-2-4 0,5-4-8 16,0-1-7-16,2-2-6 0,1 0-2 16,2-3-5-16,-1 3-2 15,0 0-9-15,1 2 0 0,-3 1-1 16,-5 5-2-16,-3 6-3 0,-2 1 0 0,1-1-4 15,-4 6 2-15,1-2-7 0,2 0-4 0,-2 3-11 0,-1 1-20 16,0 0-12-16,-3 2 6 0,0 0 1 0,0 0 4 16,3 12 2-16,-4-5 4 0,0 4-1 15,0 1 3-15,-1 3 3 0,2-3 0 0,0 5 2 0,0 0 0 16,2 0-10-16,0 0 2 0,1 0 0 0,2-1-9 0,4 0-9 16,-2-2-13-16,0-1-19 0,3 1-25 0,3-2-30 15,-4-3-46-15,3-1-76 0,-3-1-144 0,3-2-429 16,-2-3 190-16</inkml:trace>
  <inkml:trace contextRef="#ctx0" brushRef="#br0" timeOffset="104862.23">24844 8506 92 0,'11'-7'206'0,"-2"5"-12"15,2 2-14 1,4-2-8-16,3 4-18 0,4 0-15 0,2 10-12 16,2 2-13-16,1 3-12 0,-2 3-9 0,-3 4-14 15,-2 4-6-15,-1 3-7 0,-4 2-5 0,-8 1-6 16,2 10-4-16,-9-9-4 0,-4 2-4 0,-6 10-4 16,-3-16-1-16,-3 2-4 0,-5-3-8 0,-13 11-17 15,8-15-13-15,-13 6-2 0,-5-1-27 0,2-2-26 16,-3-4-48-16,-1-2-75 0,-1-6-119 0,10-4-326 0,-1-8 145 0</inkml:trace>
  <inkml:trace contextRef="#ctx0" brushRef="#br0" timeOffset="105181.52">24296 8327 102 0,'-18'10'153'0,"-6"6"-9"16,0 6-11-16,-2 5-8 0,-8 13 3 0,3 5-7 15,-1 4-5-15,4 0-12 0,0 2-8 0,2 3-9 16,8-2-10-16,1-4-3 0,6 0-9 0,9-12-4 16,2-1-6-16,5-1-8 0,5-1-2 0,9-1-1 0,4-4 1 0,17 4-5 15,7-3-2-15,4-5-13 0,4-3-25 0,5-8-47 16,32 1-58-16,-27-7-191 0,30-6-320 0,-27 2 142 31</inkml:trace>
  <inkml:trace contextRef="#ctx0" brushRef="#br0" timeOffset="105510.17">25773 8649 10 0,'-5'-2'316'0,"5"2"-23"0,-2 0-19 0,2 0-19 16,0 0-17-16,0 0-34 0,3-11-23 0,4 7-15 15,3 0-24-15,9-2-24 0,11-1-23 0,3 1-20 0,3 0-27 16,16 2-30-16,-14 1-31 0,-1-1-48 16,2 2-31-16,-7-2-50 0,0 4-213 0,-11 0-383 15,1 0 170-15</inkml:trace>
  <inkml:trace contextRef="#ctx0" brushRef="#br0" timeOffset="105679.71">25814 8814 13 0,'-5'1'125'0,"4"0"29"0,1-1 1 16,11 5-3-16,7-2-11 15,13-2-19-15,5-1-9 0,21-1-22 0,-1-2-29 16,7 1-25-16,1-2-31 0,2 3-36 0,29-10-50 16,-33 7-98-16,34-4-191 0,-32 3 85 0</inkml:trace>
  <inkml:trace contextRef="#ctx0" brushRef="#br0" timeOffset="106103.51">27539 8323 33 0,'-9'2'124'0,"-6"1"0"0,-2 4-9 0,2 0-14 16,-3 2-4-16,-2 9-8 0,-2 0 6 0,1 2-4 16,0 3 4-16,-1 3-13 15,4 3-2-15,-2 1-4 0,2 3-6 0,1-1-5 16,3-3-9-16,3 3-2 0,6-4 0 0,3 1 19 15,2-1 25-15,7-1 9 0,4-2 10 0,7-1 11 16,6-1 3-16,6-6-2 0,15 3-7 0,7-7-6 16,5-2-9-16,5-4-11 0,0-4-5 0,2-5-12 15,-5-1-8-15,-5-2-2 0,-4-7 7 16,-15 2 8-16,-3-1 9 0,-6-6 11 0,-3 0 3 0,-4-5 9 0,-2-5-31 0,-5-1-20 16,-8-4-24-16,-4-3-17 0,-10-13-26 0,-9 2-20 15,-8 2-28 1,-11 4-26-16,-10 4-39 0,-31-1-52 0,-8 9-67 15,-10 10-294-15,-2 9-571 0,0-2 253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0T09:24:50.77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4911 2943 133 0,'0'0'163'0,"0"0"-6"0,0 0 6 0,0 0-10 15,0 0-8-15,0 0-2 0,0 0-6 0,0 0-3 16,0 0-3-16,0 0-1 0,0 0-4 0,0 0-3 16,0 0-4-16,-1-4 1 0,1 4 0 0,0 0 1 15,0 0-2-15,0 0 0 0,0 0-2 0,0 0 0 16,0 0 7-16,0-5-24 0,0 5-10 0,0 0-7 16,0-4-1-16,0 4-12 0,0 0-2 0,1-4-7 15,-1 4-7-15,0 0-7 0,3-4-9 0,-3 4-5 16,0 0-5-16,0 0-4 0,0 0-6 0,5-3-6 15,0 1 1-15,0 2-7 0,4-3-5 0,-9 3-19 16,14 3-18-16,-6-3-17 0,2 4-9 0,2 0-8 0,-2 0-7 0,0 5-2 16,2 2-3-16,2 3 2 0,-1 8 0 0,-3-5 6 15,2 7 5-15,0 0 5 0,-5 3 10 0,-1 0 3 16,-4 0 6-16,-2 1 2 0,-2 0 8 16,-6-3 31-16,3 4 0 0,-3-4 0 0,-1 3-1 0,-2-3 4 15,6-6 1-15,-4-2-5 0,-1 0 4 0,2-2-1 16,2-4 4-1,-1 1-6-15,2-2 6 0,-1 0-3 0,1-2 1 16,1-3 0-16,0 0 1 0,4-1 0 0,-4 0 0 16,3-1 2-16,-2 1 0 0,3-4 3 0,-1 3 0 0,-3-1-1 15,4-2 3-15,0 0-2 0,-1 5 4 0,1-5 2 16,0 0-2-16,0 0 0 0,0 0 4 0,0 0-2 16,0 0 6-16,0 0 5 0,0 0 5 0,0 0 7 15,0 0 9-15,0 0 10 0,0 0 7 0,0 0 8 0,0 0 12 16,0 0-2-16,0 0-6 0,0 0-8 0,2-13-9 15,1 9 7-15,-2-3-1 0,2 0 2 0,1-1-2 16,-3-3 16-16,-1 1-17 0,1 0-3 0,3-2-7 16,-1 0-6-16,2-3-21 0,-4 3 17 0,4 1-28 15,-1 1 22-15,0 0-7 0,-3-1-6 0,4 3 0 16,-4 0 2-16,2 3 10 16,0 0-18-16,-2 1 19 0,-1-1-11 15,2 3-9-15,2-1 13 0,-4 3-12 0,1-4 1 16,-1 4-3-16,0 0-5 0,3-6-1 0,-3 6 1 15,0 0 1-15,0 0-5 0,0-2-5 0,0 2-7 0,0 0 7 16,0 0-11-16,0 0 2 0,0 0-2 0,0 0 5 16,0 0-3-16,0 0-1 0,0 0 4 0,0 0-1 15,0 0-6-15,0 0 2 0,0-5 2 0,0 5-18 0,0 0 18 16,0 0-2-16,0 0 11 0,0 0-6 0,0 0-4 16,0 0 8-16,0 0 1 0,0 0-2 0,0 0 2 15,0 0-10-15,0 0-4 0,0 0-1 0,0 0-9 16,0 0 4-16,0 0 0 0,0 0-3 0,0 0 1 15,0 0-1-15,0 0 1 0,0 0-10 0,0 0 17 16,0 0-2 0,0 0 7-16,0 0-1 0,0 0 0 0,0 0-1 0,0 0 1 15,0 0-2-15,0 0-5 0,0 0 0 16,0 0-11-16,0 0 13 0,0 0-4 0,0 0-3 16,0 0 3-16,0 0-1 0,0 0-2 0,0 0 2 15,0 0 1-15,0 0 0 0,0 0 7 0,0 0 0 16,0 0 1-16,0 0 0 0,0 0 0 0,0 0-11 15,0 0-6-15,0 0-16 0,0 0-15 0,0 0-25 0,0 0-34 0,0 0-44 16,0 0-59-16,0 0-19 0,0 0-189 0,0 0-466 16,-15 7 206-16</inkml:trace>
  <inkml:trace contextRef="#ctx0" brushRef="#br0" timeOffset="3637.25">5061 3314 73 0,'0'0'119'0,"0"0"-5"0,0 0 5 0,0 0-7 0,0 0-6 16,0 0-6-16,0 0-5 15,0 0-4-15,0 0-5 0,0 0-5 0,0 0-2 16,0 0-4-16,0 0-2 0,0-8-6 0,0 8 0 16,0 0-4-16,0 0 7 0,0 0-8 0,0 0-3 0,0 0 3 0,0 0-5 15,0 0-4-15,0 0-8 0,2-2-5 0,-2 2-6 0,0 0 2 16,2-5-8-16,-2 5-1 0,4-5-2 0,-2 3-4 16,-2 2 0-16,4-7-2 0,-3 4-3 0,2 1-4 15,0-1 0-15,-3 3-3 0,4-5 3 0,-2 3-4 16,-2 2 2-16,2-7-6 0,-2 7 0 0,2-3 4 15,-2 3-1-15,2-5-2 0,1 4 0 0,-3 1-2 16,1-6 0 0,-1 6 3-16,1-4-6 0,2 2 1 0,-3 2 1 15,4-4 3-15,-2 0-8 0,-2 4 6 0,3-4-2 0,-3 4 1 16,6-4-1-16,-6 0 1 0,0 4-1 0,3-6-1 16,-3 3 2-16,2 0-4 0,0 0 5 0,0-2-3 15,-2 5 1-15,3-5 0 0,-2 2-2 0,2 0-1 16,-1-1 2-16,2 0 0 0,-4 4-1 0,3-6 0 15,-1 2 1-15,0 1 2 0,1-1-4 0,1 2 0 0,-1 0 0 16,-1-1-1-16,-2 3 3 0,4-7-3 0,-4 7 3 16,5-6-1-16,-5 6 1 0,4-4 0 0,-4 4-3 15,4-7-1-15,-4 7 4 0,5-4-2 0,-5 4 4 16,1-4-2-16,-1 4-2 0,0 0 4 0,1-5-4 16,-1 5 7-16,4-4-5 0,-4 4-1 0,4-5-3 15,-4 5 3 1,3-3 1-16,-3 3-3 0,1-5 2 0,-1 5 1 15,0 0-1-15,5-5 0 0,-5 5 0 0,3-4 0 16,-3 4-3-16,6-4 5 0,-6 4-4 0,4-5 3 16,-4 5-2-16,4-6 2 0,-4 6-1 0,2-4-1 15,-2 4 2-15,7-3-3 0,-7 3 0 0,5-4 2 0,-5 4 0 16,5-4 0-16,0 0 0 0,-5 4-3 16,4-5 6-16,-4 5-4 0,5-2 3 0,-5 2-4 0,5-6 4 0,-5 6-2 15,4-2 2-15,-4 2-3 0,5-4 3 0,-5 4 0 16,5-5-3-16,-5 5-5 0,4-3 8 0,-4 3-1 15,5-3 6-15,-5 3-5 0,6-4-4 0,-3 1 8 16,1-2-11-16,-4 5-2 0,6-4-1 0,-1 2 3 16,-5 2-1-16,7-5 0 0,-4 2 0 0,1-1 0 0,-4 4-1 15,7-5 3 1,-5 2 4-16,-2 3-5 0,8-2 2 0,-4-1-1 16,-4 3 3-16,4-4-1 0,-4 4 1 15,6-5-4-15,-6 5 0 0,9-5 1 0,-9 5 2 16,6-3-7-16,-6 3 3 0,4-4 2 0,-4 4 3 15,0 0 2-15,5-4-5 0,-5 4 2 0,4-1 1 0,-4 1 3 16,0 0-4-16,0 0 2 0,4-4-3 0,-4 4 8 16,0 0-4-16,0 0 2 0,0 0-6 0,0 0 6 0,0 0-3 15,0 0 5-15,0 0-1 0,0 0 1 0,5-4 1 16,-5 4 3-16,0 0-2 0,0 0 3 0,0 0 2 16,0 0-1-16,0 0-5 0,0 0 4 0,0 0-3 15,0 0 0-15,0 0 2 0,0 0-2 0,0 0 3 16,0 0 2-16,0 0 0 0,0 0 0 0,0 0 1 15,0 0-12-15,0 0 8 0,0 0 3 0,0 0 3 0,0 0-8 16,0 0 2-16,0 0-3 0,0 0-2 0,0 0 1 16,0 0 2-16,0 0-4 0,0 0-10 0,0 0 5 15,0 0-4-15,0 0-3 0,0 0 1 0,0 0 2 16,0 0 1-16,0 0-1 0,0 0 1 0,0 0 1 16,-22 5-1-16,22-5 4 0,-9 3-7 0,9-3-2 15,-9 4 8-15,4-1-2 16,0-1 2-16,0 1-2 0,-1-1 0 0,1 3 1 15,-3 0 1-15,1-3-1 0,-1 5-2 0,1 0 0 16,2-1-1-16,-1-1-2 0,-1 2 1 16,0 3 0-16,3-3-1 0,0 4 1 0,-1-2-3 15,1 3 2-15,0-1 3 0,-2 2 0 0,2-1 1 0,3-1 8 16,-2 4-6-16,1-1-4 0,-1-4 2 0,2 4 1 16,-2-2 3-16,3 0-4 0,0-1 3 0,-1 0 1 0,1 1-2 15,0-2-2-15,1 0 2 0,-1 2 1 0,4-2-1 16,-1-3 2-16,-1 4 1 0,1-5-2 0,2 4 3 15,2-2 1-15,-1-1 1 0,3 0 3 0,-2 0-3 0,3 1-3 16,-1-1 4-16,2 0 2 0,1 0-4 0,1-2 1 31,-3 3-13-31,1-3 16 0,0-1-3 0,3 4 0 0,-5-4-3 16,0 0 0-16,-3 1 1 0,2 0 3 0,-3-2 1 16,-1 1-3-16,1-1-2 0,-1-1 2 0,2 1 2 15,-2-3-4-15,0 2-2 0,-1 1 1 0,-3-3 4 16,5 2 0-16,-5-2 8 0,4 2 6 0,-4-2-6 0,0 0 9 0,3 1-3 15,-3-1 5-15,0 0-3 0,0 0-1 0,0 0-1 16,7 3 0-16,-7-3-1 0,0 0-5 16,0 0 2-16,0 0-1 0,0 0 0 0,0 0 2 15,0 0-6-15,0 0 0 0,0 0-3 0,0 0 2 16,0 0-3-16,0 0 3 0,3 1-1 0,-3-1-2 16,0 0 2-16,0 0-1 0,0 0 0 0,0 0 3 15,0 0 4-15,0 0 0 0,0 0 3 0,0 0 1 16,0 0 5-16,0 0 0 0,0 0 4 0,0 0 3 15,0 0 0-15,0 0 6 0,0 0 0 0,0 0 7 0,0 0-3 16,0 0 1-16,0 0 1 0,0 0 3 0,0 0-2 16,0 0 3-16,0 0-1 0,0 0 2 0,0 0-7 0,0 0-1 31,0 0 1-31,0 0-3 0,0 0-1 0,0 0-6 16,0 0-3-16,0 0-1 0,0 0 0 0,0 0-8 15,0 0 1-15,0 0 0 0,0 0-3 0,0 0 3 16,0 0-5-16,0 0-1 0,0 0 2 0,0 0-2 0,0 0 1 15,0 0-1-15,0 0-5 0,0 0 0 0,0 0 0 16,0 0 2-16,0 0 0 0,0 0-5 0,0 0-9 16,0 0-19-16,0 0-29 0,0 0-30 0,0 0-60 15,-1-9-137-15,1 9-208 0,-1-10-530 0,2 3 234 16</inkml:trace>
  <inkml:trace contextRef="#ctx0" brushRef="#br0" timeOffset="4710.75">5406 2637 117 0,'1'-6'258'0,"2"4"-17"0,-3 2-24 16,4-5-21-16,2 2-20 0,-2-1-20 0,1 4-15 15,0-3-14-15,4-1-14 0,-1 3-12 0,1 0-12 16,-3 1-11-16,4 1-9 0,-1 0-11 0,0 3-4 0,-2 1-12 16,4 0-6-16,-5 1-5 0,2 1-5 0,-3 0-2 15,2 3-1-15,0 0-3 0,-4 3-4 0,1-1 4 16,-3 0 0-16,-1 0-3 0,0-1 0 0,-1 3-1 15,1-2 0-15,-2-2 0 0,0 1-2 0,2-1-5 0,-2-3-1 16,0 1 4-16,2-4-4 0,-3 2-1 0,5-2-3 16,-4 1 4-16,0 0-3 0,2-5 1 0,0 5 2 0,0-5-1 15,-1 5 2-15,1-5 8 0,0 0 7 16,1 2 6-16,-1-2 2 0,0 0 1 0,4 4 0 16,-4-4 0-16,0 0 2 0,0 0-3 0,0 0 1 15,0 0 2-15,0 0 1 0,0 0 1 0,0 0 2 16,0 0-7-16,0 0 12 0,-2 3 1 0,2-3-4 0,0 0 2 15,0 0 1 1,0 0-5-16,0 0-2 0,0 0-4 0,0 0 4 16,0 0-6-16,0 0 5 0,0 0-1 0,0 0 1 0,0 0-2 15,0 0 5-15,0 0 8 0,0 0-7 0,0 0 4 16,0 0-2-16,0 0 6 0,0 0-1 0,0 0 13 16,0 0-11-16,0 0 2 0,0 0 0 0,0 0-2 15,0 0-6-15,0 0-3 0,0 0 2 0,0 0-1 16,0 0-6-16,0 0-4 0,18-5-8 0,1 1 3 0,8-4-2 15,8-1-4-15,1 2-1 0,13-3 3 16,5 0-7-16,1 0-2 0,4 1-3 0,-2-3-4 16,0 4 6-16,-4-1 4 0,-14 6-2 0,-6-4-3 15,-4 0-1-15,-8 6 0 0,-6-3-5 0,-2 3 6 16,-4 0 9-16,-2 0-6 0,1-1 1 0,-3 1 3 16,0 0 7-16,-5 1-1 0,8-2-15 0,-8 2 3 0,0 0-12 0,0 0-17 31,6-1-37-31,-6 1-45 0,0 0-57 0,0 0-60 0,0 0-77 15,-23 10-377-15,17-6-727 0,0-4 322 16</inkml:trace>
  <inkml:trace contextRef="#ctx0" brushRef="#br0" timeOffset="8414.7">6435 2934 197 0,'0'-4'231'15,"0"4"-14"-15,0 0-15 0,0-5-20 0,0 5-14 16,0 0-25-16,0-4-19 0,0 4-23 0,0 0-16 15,0 0-7-15,0 0-8 0,1 11-10 0,-1-5-7 16,1 10-3-16,-1 2-6 0,-1-1-3 0,0 10-4 16,-2 0-3-1,3 0 0-15,1-3-8 0,-1 4-1 0,0-2-5 0,3 1 2 16,-3-2-3-16,1-5 2 0,3-1-8 0,-3 1 5 16,3-2-4-16,0-1-2 0,-2-1 1 15,2-3-1-15,0-3-5 0,0 0 2 0,0-3 5 16,-3 0 6-16,3-3 2 0,-3 1 5 0,2-1 20 15,2 1 10-15,-3-3 15 0,-2-2 12 0,8 2 1 16,-8-2 5-16,12-2-5 0,-6-1 1 0,2-1-3 0,1-3 1 0,0-1 0 16,-1-2 3-16,0 0-5 0,2-5-4 0,2 0 0 15,3-6-14-15,0 0-7 0,-3-1-3 0,0-3 6 16,-4 7-7-16,0 0 3 0,-1 0 4 0,0 0-5 16,0-1 6-16,-1 2-8 0,-2-2 5 0,-3 6 0 15,3-2 9-15,-3-1-2 0,3 3 0 0,-3 1 2 16,2 1-5-16,-3 0-2 0,1 2-1 0,-1 0-7 0,4 2-5 0,-4-1 0 15,0 3-7-15,0-1-5 0,0 1 8 0,0 0-13 16,0 0-1-16,0 5-1 0,0-7 2 16,0 4-1-16,0 3-3 0,1-4-4 0,-1 4-2 15,0 0-3-15,0-5 0 0,0 5 2 0,0 0-7 16,0 0-1-16,0 0-2 0,0-6 0 0,0 6 0 0,0 0-1 16,0 0 3-1,0 0 0-15,3-2 0 0,-3 2 4 0,0 0-2 16,0 0 0-16,0 0-3 0,0 0 0 0,0 0-3 15,0 0-1-15,0 0-3 0,0 0-2 0,0 0 1 16,0 0-6-16,0 0-11 0,0 0-15 0,0 0-28 16,0 0-22-16,0 0 4 0,0 0 0 0,1 14 7 15,-1-3 1-15,1 0 8 0,2 6 12 0,-2 10 7 16,3-3 0-16,-4 1 9 0,0 5 5 0,4-5 5 0,-4 4-5 0,4-2 5 16,-3 1 2-16,-1-9 0 0,3 2 6 0,-2-3 10 15,4 0-6-15,-4-3 2 0,3-2-3 0,-1-3 3 16,-1 0 1-16,-1-1 11 0,1-3-7 15,-1-2 2-15,-1 3 13 0,4-4 1 0,-4 1-3 0,4-3 20 16,-4-1 3-16,5 4 19 0,1-4-3 0,-6 0 4 16,19-4-8-1,-1-2-3-15,3-3-8 0,2 0-12 0,6-4-56 16,-1 0-73-16,3-2-90 0,0-2-115 0,-6 0-410 16,6-5-782-16,-7 2 346 0</inkml:trace>
  <inkml:trace contextRef="#ctx0" brushRef="#br0" timeOffset="9029.99">7072 2547 95 0,'0'0'322'16,"0"0"-27"-16,0 0-23 0,-2-5-32 0,2 5-28 16,0 0-21-1,0 0-25-15,0 0-20 0,0 0-17 0,0 0-14 16,-8 12-6-16,2-1-17 0,1 0-10 0,-3 3-4 16,1 3-12-16,-3-2-7 0,4 4-2 0,-2-4-8 15,0 1-3-15,2-1-6 0,-1 1-1 0,1-1-7 16,3-3-2-16,-3-2-9 0,0 0 6 0,1-2-2 15,4 0-5-15,-3-3 2 0,4 0-2 0,-4 0-1 16,4 0-2-16,-4-2-2 0,4-3-1 0,0 5 0 0,0-5 3 0,-1 4-6 16,1-4-1-16,-4 3-17 0,4-3-15 0,0 0-19 15,0 0-17-15,0 0-23 0,0 0-31 0,0 0-42 16,0 0-37-16,0 5-31 0,0-5-166 16,0 0-420-16,0 0 186 0</inkml:trace>
  <inkml:trace contextRef="#ctx0" brushRef="#br0" timeOffset="9414.98">7243 2564 182 0,'0'0'345'0,"0"0"-28"15,0-7-28-15,0 7-29 0,0 0-29 0,0 0-29 16,3-2-18-16,-3 2-21 0,0 0-29 0,0 0-16 16,0 0-15-16,0 0-6 0,-4 18-16 0,3-6-4 15,-4 1-18-15,2 2 4 0,0 2-9 0,0 1-3 16,-2 1-6-16,1-1-4 0,1-1-7 0,1 1-1 0,0-3-3 0,0-2 0 16,1-2-7-16,0 2 0 0,-1-1-2 0,1-3-3 15,1-2-3-15,-1-1 1 0,-1 1-2 0,2-3-7 16,0 1 9-16,-1-2-1 0,1-3 0 0,0 5-1 15,0-5 23-15,0 5 6 0,0-5 9 0,0 0 1 16,0 0 4-16,0 4-2 0,0-4-8 16,0 0 9-16,0 0-14 15,0 0 0-15,0 0-9 0,1 3-20 0,-1-3-25 0,0 0-21 16,0 0-46-16,0 0-40 0,0 0-64 16,0 0-127-16,0 0-226 0,0 0-581 0,7-12 258 15</inkml:trace>
  <inkml:trace contextRef="#ctx0" brushRef="#br0" timeOffset="11974.26">8098 3166 137 0,'0'0'137'0,"-6"2"-16"0,6-2-2 0,-8 0-16 16,8 0-11-16,-5 1-5 0,5-1-2 0,0 0-9 15,0 0-1-15,-5 1-1 0,5-1 1 0,0 0 7 16,0 0-2-16,0 0 3 0,0 0 3 0,0 0 1 0,0 0-3 0,0 0-3 16,0 0-1-16,-5 3-4 0,5-3-4 0,0 0-8 15,0 0-4-15,0 0-4 0,0 0-5 0,0 0-5 16,0 0-2-16,0 0-6 0,0 0 0 0,0 0-6 16,0 0-5-16,0 0 1 0,0 0-6 0,0 0 0 15,0 0-3-15,0 0-1 0,0 0-7 0,0 0 3 16,0 0 3-1,0 0-3-15,0 0-1 0,0 0-1 0,0 0 2 0,0 0 3 16,0 0 0-16,0 0 0 0,0 0 3 0,0 0 0 16,0 0-1-16,0 0 3 0,0 0-3 0,0 0 1 15,0 0-4-15,0 0 0 0,0 0-4 16,0 0 2-16,0 0-4 0,0 0 0 0,0 0-1 16,0 0 0-16,0 0 0 0,0 0-2 0,0 0-1 15,0 0-2-15,0 0 1 0,0 0-2 0,0 0 1 0,0 0-3 0,0 0 3 0,0 0-6 16,0 0 6-16,0 0-1 0,0 0-4 0,0 0 2 15,0 0-1-15,0 0 2 0,0 0-1 0,0 0 0 16,0 0-3-16,0 0 1 0,0 0 1 0,0 0-1 16,0 0-2-16,0 0-1 0,0 0 6 15,0 0-4-15,0 0 4 0,0 0-2 0,0 0-2 16,0 0 1-16,0 0-1 16,0 0 3-16,0 0 0 0,0 0-2 0,0 0-3 15,0 0 4-15,0 0 1 0,0 0-3 0,0 0-3 16,0 0 8-16,0 0-1 0,0 0-2 0,24-3 1 15,-11-1 2-15,7 2 0 0,1-3-7 0,11 1 6 16,2-5-3-16,2 2 0 0,15-5 2 0,2 6 1 16,-1-5-3-16,-12 5 0 0,12-4 0 0,-16 4 1 15,-2 2-2-15,1-4-1 0,-3 4 1 0,-4 1 1 0,-9 0-2 16,0 1-10-16,-6 0-7 0,-1 1-3 0,-1-1-14 16,-5 1-6-16,0 1-10 0,-1-1 0 0,-5 1-12 15,4-2 3-15,-4 2-22 0,0 0-9 0,0 0-17 16,-22 2-12-16,8 2-22 0,-3-2-4 0,1-1-13 15,-4 4-125-15,1-3-309 0,5-1 136 0</inkml:trace>
  <inkml:trace contextRef="#ctx0" brushRef="#br0" timeOffset="12206.8">8401 3021 95 0,'-5'-9'256'0,"1"-2"-1"16,3 2-6-1,-3 1-4-15,2 1 4 0,-1 1-10 0,3 0-14 16,-4 1-24-16,3 1-19 0,1 1-25 0,-1-1-16 0,1 4-23 0,-2-5-23 16,2 5-10-16,0 0-8 0,-1 19-12 0,0-5-4 15,1 7-5-15,-3 6-2 0,1 5-10 0,0-2-6 16,1 3 0-16,2-2-3 0,-4 2-2 0,3-1-1 16,3-2-4-16,1-1-19 0,-4-2-16 0,3-2-30 15,-2-7-29-15,0 1-36 0,1-2-38 0,0 0-48 16,2-5-36-16,-4-1-209 0,4-5-470 0,1-1 208 15</inkml:trace>
  <inkml:trace contextRef="#ctx0" brushRef="#br0" timeOffset="12817.98">9053 2874 86 0,'6'-1'179'0,"7"-1"-14"0,0 2-10 15,1 2-17-15,4 3-7 0,0 1-16 0,1 1-15 16,-2 5-4-16,0-1-8 16,3 12-8-16,-3-1-3 0,-5 3-9 0,-1 1-6 15,-3 2-6-15,-4-2-2 0,-1 3-1 0,-6 0-11 16,0 0-3-16,-2 0-5 0,-5-1-5 0,-1 2 2 16,-2-2-5-16,-3-5-1 0,1 0-1 15,-1-2-2-15,1-5-3 0,3-3 4 0,-2 2 1 16,-3-5-2-16,3-1 3 0,1 1-2 0,4-3 2 0,0-3 9 15,-1 1 14-15,5-2 13 0,1 2 19 0,-1-5 24 0,1 3 34 16,4-3 11-16,0 0 6 0,-10-6-24 0,10 0-17 16,2-5-23-16,2-1-4 0,5-9-11 0,4-6-17 15,5 0-7-15,1-2-6 0,-1-2-10 0,5 5 0 16,8-13-7-16,-8 11-2 0,-3 4-2 0,3 0-10 16,-2 1 6-16,0 0-4 0,-4 4 1 0,-2-3 7 15,-3 10 1-15,-6 2 3 0,1 1-4 0,0 2-7 0,-3 2-3 0,0 2-5 16,-3-2-9-16,3 2-11 0,-4 3-17 0,0 0 6 15,0 0-2-15,-4 16 11 0,-1-4-8 0,-6 11 7 16,-1 0-3-16,2 1 5 0,-7 5 0 0,7-3 3 16,-3 2 1-16,4-2-1 0,0 2 5 15,4-1-2-15,0-3 3 0,7-4 1 0,1-1 0 0,0-2 3 16,4-2 3-16,5 0 4 16,3-1-1-16,8-2-8 0,8-3-17 15,2-2-43-15,4-6-63 0,17-1-76 0,2-1-108 0,-6-5-203 0,1-6-551 16,-14 2 245-16</inkml:trace>
  <inkml:trace contextRef="#ctx0" brushRef="#br0" timeOffset="13492.5">9909 2963 169 0,'0'-3'315'0,"1"-1"-6"0,-1 4-16 0,0-5-21 0,0 5-23 16,4-3-29-16,-4 3-27 0,0 0-22 0,0 0-21 16,0 0-32-16,0 0-18 0,0 0-13 0,0 0-10 15,0 12-2-15,0-1-13 0,0 5-4 0,-5 0-7 16,5 2-8-16,0 10 2 0,-2-1-6 0,0 1 1 16,1-2-9-16,1 0-3 0,0 0-7 0,0-8 1 15,0 3-3-15,1-3-2 0,1 1 1 0,0-4-2 0,3-1 1 0,-4-4-3 16,2-2-3-16,-3-1 4 0,3-3 1 0,-3 1 18 15,0-1 21-15,2 1 28 0,-2-2 41 0,0-3 35 16,0 0 2-16,0 0-17 0,0 0-6 0,18-13-8 16,-5 6-6-16,-3-7-10 0,0 2-7 0,2-3-11 15,3-6-11-15,2-2-9 0,0-3-9 16,-2 4-9-16,0-6-1 16,-1 3-13-16,1-1-6 0,-2 1-3 0,0-1-5 15,-6 9-4-15,1 0 1 0,0 2 3 0,-3 3-2 16,-1 3-1-16,-3 1 2 0,4 1-4 0,-4 2 2 15,2 1-6-15,-2 1-7 0,3-2-2 0,-4 1-17 16,0 4-18-16,4-3-26 0,-4 3-34 0,0 0-15 16,0 0 12-16,0 0 2 0,-1 15 13 0,-2 1 6 15,-2 1 10-15,1 10 3 0,-2-3 7 0,0 3-6 0,3-1 15 0,-1 1 5 16,0-3 17-16,4-5-14 0,0 1 7 0,0-3 0 16,2 0 3-16,0 0 5 0,2-5 8 0,1 1 7 15,-1-2 12-15,6-1 8 0,-1-2 13 0,3-2-4 16,7 1 0-16,1-3 2 0,12-3-1 0,3-1-3 15,2-5-37-15,1 1-51 0,13-5-89 0,-16 1-90 16,0-4-119-16,0-3-322 16,-1-1-735-16,-2-5 325 0</inkml:trace>
  <inkml:trace contextRef="#ctx0" brushRef="#br0" timeOffset="14160.81">10540 2532 122 0,'0'0'283'0,"0"-5"-2"16,0 5-16 0,2-2-22-16,-2 2-22 0,0 0-21 0,0 0-25 15,0 0-21-15,0 0-18 0,0 0-17 0,0 0-11 16,0 0-14-16,0 0-9 0,-12 17-12 0,4-4-5 16,-2 2-6-16,1 3-2 0,-2-1-7 0,-2-1-6 15,3 1-6-15,-3 0-4 0,4 0-2 0,0-2-7 16,0 1 2-16,-1-3-6 0,5-2-2 0,-3 0-2 15,4-2 2-15,-2-4-4 0,2 0-3 0,4 0 3 0,-4 0 1 16,3-2-4-16,1-3 3 0,-4 5 2 0,3-3-9 16,1-2 13-16,-3 4-3 0,3-4 0 0,0 0-13 15,0 0-27-15,8 3-46 0,-8-3-62 0,0 0-90 0,0 0-265 16,0 0-521-16,14-7 230 0</inkml:trace>
  <inkml:trace contextRef="#ctx0" brushRef="#br0" timeOffset="16644.09">11202 3212 128 0,'0'0'141'16,"-9"0"-13"-16,9 0-8 0,0 0-19 0,0 0-14 15,0 0 9 1,-5 1-25-16,5-1-10 0,0 0 2 0,0 0-7 16,0 0 9-16,0 0-12 0,0 0 1 0,0 0 2 15,0 0-3-15,0 0 7 0,0 0-6 0,0 0-2 16,0 0 3-16,0 0-2 0,0 0-2 0,0 0 0 15,-5 1-3-15,5-1-3 0,0 0-5 0,0 0-2 16,0 0-2-16,0 0-4 0,0 0-4 0,0 0-7 16,0 0 1-16,0 0-3 0,0 0-2 0,0 0 1 0,0 0 1 0,0 0-6 15,0 0-2-15,0 0 1 0,0 0-1 0,0 0 5 16,0 0 2-16,0 0 8 0,0 0-4 0,0 0 8 16,0 0-2-16,27-6-1 0,-7 3-2 0,2-2-5 15,6 0-3-15,4 1-4 0,1-4 2 0,3 2-3 16,3-1 5-16,1 0-7 0,-1 0-4 0,-4 0 5 15,-1 2-3-15,-5 0 0 16,-1-2-3-16,-5 5-7 0,-5-3-5 0,0 5-19 0,-8-3-19 0,-1 2-23 16,-4 0-9-16,3-1-23 0,-8 2-27 0,4-2-55 15,-4 2-125-15,0 0-332 0,-12-7 147 0</inkml:trace>
  <inkml:trace contextRef="#ctx0" brushRef="#br0" timeOffset="16884.27">11439 3038 252 0,'-3'-7'288'0,"0"1"0"0,2 0-8 16,-1 2-10-16,-1-2-21 0,2 3-30 0,0-2-24 0,1 5-18 15,-3-5-27-15,3 5-24 0,-2-2-18 0,2 2-12 16,-2 12-11-1,2 0-9-15,-4 4-7 0,2 12-7 0,-1 1-5 0,-1 0-4 0,2 2-5 0,-1 2-3 0,0 0-2 16,1 0-33-16,2 2-23 0,0-4-35 16,0 0-28-16,5-1-43 0,-5-3-64 0,4-8-55 15,1-3-191-15,-2-6-463 16,3 0 205-16</inkml:trace>
  <inkml:trace contextRef="#ctx0" brushRef="#br0" timeOffset="17263.12">12262 2675 74 0,'0'0'260'16,"-2"-3"-27"-16,2 3-23 0,0 0-20 0,-19 14-19 15,1 4-17-15,-5 8-20 0,-7 13-10 0,-5 1-14 16,4 10-11-16,5 3-5 0,-10 24-7 0,15-25-7 0,5 1-8 0,4-1-5 15,10 0-6-15,2 0-4 0,7-8 2 0,9 1 2 16,-1-14-3-16,9-2-4 0,12 6-3 0,9-6-13 16,-3-5-12-16,-6-11-31 0,12 4-45 0,-11-7-83 15,2-8-273-15,-1-2-441 0,0-2 195 0</inkml:trace>
  <inkml:trace contextRef="#ctx0" brushRef="#br0" timeOffset="17864.25">12823 2871 177 0,'0'0'174'0,"0"0"-11"0,0 0-17 0,-8 17-9 15,3-7-9-15,-4 1-9 0,-4 6-9 0,-4 5-9 16,1 2-7-16,-6-2-19 0,2 5 1 16,-7 1-6-16,-8 7-3 0,1-2-8 0,-3-1-8 15,10-8-1-15,0-3-4 0,0-2-3 0,4-2-6 0,7-5-1 16,7-6-2-16,0 1 20 0,1 1 33 0,2-5 34 0,-1 1 40 0,3-2 30 15,-1 1 32-15,5-3-15 0,-5-7-27 0,4 2-17 0,1-8-11 16,2 1-21-16,4-6-11 0,3-2-16 0,5-2-15 16,1 0-11-16,-1 8-3 0,1-7-14 0,-2 9 0 15,-1-1-9-15,-3 5-11 0,-1-3-5 0,0 8-6 16,2 0-7-16,2 2-6 0,-2 2-1 16,3 3-6-16,2 2 2 0,2 6-10 0,-1-1 4 15,6 6-10-15,-1 1 4 0,-1 2-16 0,-1-2-16 0,-1 2-37 16,1-1-25-16,-2-1-36 0,-2-2-46 0,-2-3-44 15,1 1-62-15,-6-6-304 0,1-1-633 0,-2-3 280 16</inkml:trace>
  <inkml:trace contextRef="#ctx0" brushRef="#br0" timeOffset="18217.86">12967 2588 166 0,'3'-3'325'0,"-1"-2"-25"0,2 1-28 0,1-1-27 0,-4 4-29 16,-1 1-22-16,12 0-26 0,-6 1-13 15,2 4-18-15,-2 4-13 16,3-3-5-16,0 8-17 0,3 2-2 0,-6 1-11 16,-1 1-9-16,-1 3-7 0,-1 4-1 0,-2-6-10 15,-1 7 2-15,-1-6-13 0,1 0-1 0,-3-2-9 16,0 0-2-16,1-2-3 0,-1-2-11 0,2-3 7 16,0-2-5-16,1 0 0 0,0-3-1 0,1 3-2 15,0-4 6-15,4 0-18 0,4-2 16 0,4 4-7 16,6-3-25-16,2-3-44 0,8 2-56 0,-6-4-79 0,4-6-111 15,-8 2-190-15,4 0-523 0,4-7 232 0</inkml:trace>
  <inkml:trace contextRef="#ctx0" brushRef="#br0" timeOffset="18867.59">13386 2926 73 0,'3'-2'228'0,"3"-2"-20"0,-1 1-19 16,4 0-20-16,-4 3-21 0,4-2-10 0,1 0-17 15,3 2-8-15,-4 4-8 0,4-1-10 0,-3 4-8 16,2-2-11-16,2 7-2 0,-3 1-5 0,-1 4-9 15,-2 1-3-15,-3-1-9 16,-2 2-1-16,-1 6-7 0,0-5-3 0,-8 4 2 16,4 2-6-16,1-7-3 0,-6 1-1 0,0-2 0 15,-1-1-3-15,1-1-1 0,1-1-3 16,-3-6 1-16,3 1-6 0,1 0-2 0,1-1 3 0,0-2-3 16,0-2-1-16,0 0 8 0,3-3 22 0,-1 3 24 15,-1-3 35-15,3-2 31 0,-1 3 40 0,1-3 34 16,0 0 13-16,0 0-16 0,0 0-25 0,6-15-19 0,-1 6-19 15,3-5-11-15,2-2-20 0,4-9-12 0,3 3-7 16,-1-3-16-16,1 1-16 0,-1 2-8 0,2-2-7 16,-5 8 6-16,-4 2-15 0,1 5-3 0,-2-3-6 0,-3 5-1 15,-1 1-4 1,0 2-7-16,-2-1-20 0,1 2-29 0,2-2-26 0,-4 2-26 0,-1 3-2 0,0 0 9 0,4 9 9 16,-4 0 5-16,0 1 4 0,0 0 7 0,0 3 16 31,0 3-5-31,1-1 1 0,2 4 4 0,-2-2 0 15,3 2 9-15,1-2 1 0,4 1 6 0,3-2-3 0,-1 1-23 16,4-2-27-16,8-1-39 0,1 0-45 16,-4-7-62-16,8-1-74 0,-5-4-245 0,5-4-585 15,-7-1 259-15</inkml:trace>
  <inkml:trace contextRef="#ctx0" brushRef="#br0" timeOffset="19304.62">13851 2659 163 0,'4'-6'306'15,"6"-1"-18"1,-1-1-12-16,4 1-31 0,-3 5-16 0,3-3-13 16,1 2-25-16,3 2-19 0,0 1-14 0,-5 1-14 15,6 4-15-15,-3 0-6 0,-1 3-15 0,-1 1-12 16,-2 6-5-16,-3-1-5 0,1 1-12 0,-5 2-3 16,-3 2-11-16,-2 6-1 0,-3-6-6 0,-1 7-10 15,-1-9-1-15,-2 3-2 0,0-3-9 0,1 0 2 0,0-3 4 16,-2-5-14-16,3 2-1 0,2-2-1 0,-1-2 1 0,1-1-3 15,2-2 1-15,0 1 0 0,0-2 34 0,2-3 27 16,0 0 12-16,0 0-3 0,0 0-8 0,14 2-7 16,1-3-4-16,4-3-7 0,12-4-11 0,-3 3-10 15,2-2-22-15,-4 0-48 0,5 2-36 0,-2-3-41 16,0 2-50-16,-1 2-50 0,-7 1-53 0,1-4-89 16,-3 2-202-1,-2 0-593-15,-4 0 263 0</inkml:trace>
  <inkml:trace contextRef="#ctx0" brushRef="#br0" timeOffset="19890.2">14485 3162 75 0,'0'0'196'0,"-6"3"-8"15,6-3-9-15,0 0-11 0,0 0-7 0,0 0-6 16,0 0-8-16,-7 1-6 0,7-1-9 0,0 0-7 16,0 0-3-16,0 0-7 0,0 0-4 15,0 0-10-15,0 0-11 0,0 0-6 0,0 0-2 16,0 0-13-16,0 0-6 0,0 0-5 0,0 0-10 0,0 0-3 0,0 0-7 15,0 0-2-15,0 0-3 0,0 0-1 0,0 0-6 16,0 0 2-16,0 0 8 0,0 0 6 0,0 0 10 0,0 0 11 16,0 0 1-16,0 0 0 0,0 0 1 15,0 0 0-15,0 0 3 0,0 0 0 0,40-1-12 16,-12 0-2 0,4-3-10-16,2 3-3 0,4-2-15 0,15-1 21 15,-16 3 16-15,17-4 1 0,-16 3 1 0,2-3-1 16,-6 0-9-16,-2 1 9 0,-1 1 5 0,-11 1-1 0,-7-1-18 0,-1 1 29 15,-4 0 6-15,0 1-6 0,-1 0 1 0,-1-2-7 16,-6 3-4-16,10 0-12 0,-10 0-20 0,0 0-23 16,0 0-29-16,12 0-44 0,-12 0-60 0,0 0-66 15,0 0-77-15,0 0-108 0,0 0-268 0,0 0-692 16,0 0 307-16</inkml:trace>
  <inkml:trace contextRef="#ctx0" brushRef="#br0" timeOffset="22837.29">15275 2775 191 0,'0'0'209'0,"0"0"-7"0,1-5-19 16,-1 5-16-16,0 0-16 0,0 0-12 0,0-3-13 16,0 3-17-16,0 0-11 0,0 0-9 0,0 0-13 15,0 0-10-15,0 0-10 0,0 0-6 0,0 0-9 16,0 0-1-16,4 9-11 0,-4-1 0 0,0-1-2 16,1 5-4-16,-1-1-2 0,0 6-1 0,-2 1-5 15,0 7 1-15,1 1 1 0,0 1 0 0,-1 1-6 0,2-3 7 0,0 1-6 16,0-1 2-16,-2 1-1 0,1-7-2 0,2 1-1 15,-1-3-1-15,-1 1-5 0,-1-1 4 0,1-5 0 16,1 1-4-16,-1-2 0 0,1 0 0 0,-3-3 4 16,4 0-4-16,-2-3-2 0,2 1 2 0,-1-2 5 15,-1 0-4-15,1 0 7 0,0-4 14 0,-1 5 10 16,1-5 5-16,0 0 3 0,0 4 8 0,0-4-3 0,-1 3 6 16,1-3 1-16,0 0 5 0,0 0 4 0,0 0 9 15,0 0 2-15,0 0 8 0,0 0 12 0,-2 4 13 0,2-4 15 16,0 0 9-16,0 0 7 0,0 0 6 15,0 0-13-15,0 0-16 0,2-13-16 0,-1 6-6 0,0 2-9 16,2-7-10-16,1 1-10 0,-2-4-5 16,3-4-19-16,3-5-6 15,0-2-2-15,3 0-10 0,-2-3 6 0,4 4-8 16,-3-1-4-16,1 2-4 0,-3 6-4 0,2-1 2 16,-2 2-5-16,2 0 5 0,-1 2-6 0,-1 3 1 0,1 3 1 15,-3-1-5-15,-2 3 2 0,1-1 0 0,-1 4-3 16,-1 0-8-16,1 0-1 0,-2 2 2 0,2-1-3 15,-4 3-6-15,7 0-3 0,-7 0 4 0,11 9-2 16,-2-2-6-16,-4 4 6 0,4 4-1 0,-2-1 5 16,2 5 0-16,3 5 0 0,-4 1-11 0,-1 0 13 0,2 0 2 15,-4 0 0-15,0-6 16 0,3 4-15 0,-2-3-2 16,-2-2 4-16,-3-2-4 0,2-3 5 16,-2-1 0-16,3 0-1 0,-3-2 1 0,2 1-6 15,-3-4 9-15,0-3-3 0,0 3 1 0,0-3-4 16,1-1 3-16,2 1 7 15,-3 0-3-15,0-4 1 0,0 4-3 0,0-4 9 16,1 3-8-16,-1-3 0 0,0 0 7 0,0 6 1 16,0-6-3-16,0 0 4 0,4 3-8 0,-4-3 3 15,0 0 3-15,0 0-6 0,0 0 15 0,0 0-11 16,0 0 3-16,0 0 2 0,0 0-3 0,0 0 3 16,0 0-6-16,0 0-2 0,0 0-8 0,0 0-16 15,0 0-13-15,0 0-20 0,0 0-14 0,0 0-16 0,0 0-32 0,0 0-86 0,0 0-67 0,0-15-52 31,-4 10-269-31,3-2-641 0,-3-2 283 0</inkml:trace>
  <inkml:trace contextRef="#ctx0" brushRef="#br0" timeOffset="23496.57">15612 2551 169 0,'0'0'259'0,"3"-4"-26"0,-3 4-16 0,0 0-24 16,7-3-18-16,-7 3-20 0,12 0-9 0,-6 0-12 15,6 2-6-15,-2 0-9 0,-1 2-6 0,3-1-14 16,-1 3-7-16,0 2-12 15,1-3-3-15,-2 6-11 0,-2-4-4 16,1 4-12-16,0 3 5 0,-4-4-11 0,-1 2-2 16,-1 0-5-16,-3 0-1 0,-1 0-3 0,-1 2 4 15,-4-4-5-15,0 6-5 0,-2-1 5 0,1-7-8 16,-1 4 1-16,0-4-3 0,1 1 0 0,-2-1-5 16,2-1 0-16,1-2-3 0,2 1 2 0,-1-1-3 15,1-3 3-15,0 1-4 0,1 0 2 0,0 0-1 0,3-3 19 0,0 0 11 16,-3 4 10-16,3-4 10 0,0 0 0 0,0 0 4 15,0 0-2-15,0 0-10 0,16 0-18 0,-6-5 8 16,4 2-6-16,5-2 5 0,0 1-8 0,1 0-2 16,9-1-1-16,-10 2-4 0,-1-1-4 0,4 0 3 15,-3 3-6-15,-2-3 2 0,-4 2 1 16,-2 0-2-16,-3 1 0 0,0-1-9 0,-1 0-4 0,-7 2 4 0,10-2 3 16,-10 2 3-16,8-1-9 0,-8 1 9 0,0 0-5 15,10 0-20-15,-10 0 11 0,0 0-11 0,0 0-12 16,0 0-11-16,6-2-14 0,-6 2-7 0,0 0-20 31,0 0-24-31,0 0-1 0,0 0-22 0,0 0-23 16,0 0-30-16,0 0-41 0,0 0-43 0,0 0-233 15,0 0-526-15,0 0 233 0</inkml:trace>
  <inkml:trace contextRef="#ctx0" brushRef="#br0" timeOffset="23960.04">15912 2398 5 0,'0'0'223'0,"0"0"-24"0,8-2-20 0,-8 2-15 16,11 1-13-16,-2 3-11 0,4 1-13 0,1 8-9 0,0-1-15 16,12 7-6-16,-3 2-6 0,0 6-2 15,1 2 1-15,5 13-8 0,-3-3-5 0,-2 7-5 16,-6-3-9-16,-2 3-2 0,-5 2-7 0,-2 0-4 0,-4 1-7 16,-5 4-1-16,-2-2-4 0,-1-3-3 0,-7 1-3 15,0 0 1-15,-4-5-8 0,0-10 3 0,-3-2-5 0,-4 0 3 16,2-3-2-16,-4-4 6 0,-1 0 9 15,1-4 7-15,-4-3 5 0,7 0 5 0,-3-4 1 0,5-2 1 16,4-3-6-16,2-1-5 0,3-4-1 0,0 0-4 16,4 2-5-16,-1-4-1 0,0 0 1 0,2 1-9 15,4-3 3-15,-7 4 25 0,7-4 19 0,-5 3 9 16,5-3 5 0,0 0 1-16,0 0-2 0,0 0-32 0,0 0 20 15,-10 1-14-15,10-1-10 0,0 0-3 0,0 0-34 16,0 0-36-16,0 0-55 0,0 0-70 0,0 0-77 15,0 0-92-15,0 0-233 0,17-17-594 0,-12 12 262 16</inkml:trace>
  <inkml:trace contextRef="#ctx0" brushRef="#br0" timeOffset="24592.24">16551 2760 181 0,'2'-2'283'0,"-2"2"-21"0,1-5-28 16,-1 5-25-1,1-3-24-15,-1 3-19 0,0 0-20 0,0 0-19 16,0 0-18-16,0 0-7 0,3 14-12 0,-1-4-10 16,-2 2-8-16,0 3-7 0,0 2-3 0,-2 2-10 15,2 6-1-15,0-5-5 0,0 5-6 0,2 5-1 16,-1-4-2-16,-2 0-6 0,1-6 3 16,1 4-6-16,1-7-2 0,-1 2-5 0,1-7 2 0,1 0-3 15,0 0-2-15,-1-4-1 0,1 1 1 0,-2-4 13 0,2 2 21 16,-3-3 27-16,0-4 37 0,4 4 25 0,-4-4-2 15,0 0 9-15,19-5-11 0,-12-2-7 0,3-1-12 16,3-4-6-16,0 1-12 0,-1-1-3 0,-1-4-18 16,7-5 0-16,-4-1-14 0,3 0-8 0,-3 0-13 15,4 1 6-15,-7 2-9 0,0 4 8 0,-2 0-17 16,1 0 22 0,-4 4 6-16,0 4 14 0,-1-3 1 0,-2 4-6 0,-1 1 1 15,1 0-8-15,0 1-6 0,-1 0-6 0,-2 4-10 16,4-5-11-16,-4 5-5 0,0 0-14 0,5-6-23 15,-5 6-37-15,0 0-7 0,0 0 2 16,0 0 2-16,0 0 15 0,3 18 4 0,-6-7-1 16,3 1 3-16,-2-1 10 0,-1 9-1 0,2-1 1 15,1 8 2-15,-3-8 2 0,2 0 0 0,1 1 7 0,-1-4-2 0,1 3 0 16,1-8 2-16,1 1 3 0,0-2 10 0,2 1 1 16,2-2-23-16,2 0 12 0,3-4 18 0,8 3 2 15,8-3 2-15,1-1 4 0,4 0-38 0,0-4-37 16,4 2-87-16,0-5-81 0,0 0-99 0,-2-3-369 15,4-3-751-15,-1-2 332 0</inkml:trace>
  <inkml:trace contextRef="#ctx0" brushRef="#br0" timeOffset="25246.1">17729 2832 132 0,'0'0'143'15,"0"0"-2"-15,0 0 9 0,-3 3 7 0,3-3 9 16,0 0 2-16,0 0-2 0,0 0 3 0,0 0-7 0,0 0-7 0,0 0-4 16,0 0-17-16,0 0-15 0,0 0-9 0,15-5-12 15,-1 2-9-15,-1 3-13 0,6-2-6 0,1 0-6 16,1 0 27-16,8 1-9 0,2-4-11 0,-3 3-6 16,-6-1-10-16,7 3 2 0,-9-1-8 0,1-2-5 15,-6 2-5-15,-2 1-3 0,0-1-5 0,-3 1-17 16,-3 0-9-1,-1-1-21-15,-6 1-19 0,9 1-31 0,-9-1-26 16,7 0-4-16,-7 0-3 0,0 0-21 0,0 0-44 16,-10 6-48-16,3-3-182 0,7-3-425 0,-15 4 188 15</inkml:trace>
  <inkml:trace contextRef="#ctx0" brushRef="#br0" timeOffset="25599.78">17833 2982 182 0,'0'0'258'0,"0"0"-6"0,0 0-14 0,0 0-14 16,0 0-15-16,0 0-20 0,0 0-16 0,32-2-11 16,-16-3-18-16,6 3-8 0,6-3-15 0,2 0-9 15,0-2-13-15,5 2-6 0,-1-2-2 0,2 4-1 0,-1-4-11 16,-1 2-4-16,-2-2-9 0,-1 4-7 0,-11 1 0 16,-2-1-6-16,-6-1-7 0,-2 3-1 0,-1 0-9 0,-3 0 2 15,-6 1-9-15,10 0-11 0,-4-2-18 0,-6 2-17 16,0 0-25-16,7-2-19 0,-7 2-29 15,0 0-17-15,0 0-30 0,0 0-64 0,0 0-253 16,0 0-492-16,0 0 219 0</inkml:trace>
  <inkml:trace contextRef="#ctx0" brushRef="#br0" timeOffset="26201.1">19062 2689 102 0,'-4'-2'157'0,"4"2"-13"0,0 0-12 0,0 0-17 16,0 0-10 0,0 0-16-16,0 0-7 0,-1-3 6 0,1 3-2 15,0 0-10-15,-13 2-10 0,8 1-3 0,0-3-4 16,-4 5-7-16,3-5-2 0,-6 7-7 0,1-3-2 15,-1 2-3-15,1 1-1 0,0 0-1 0,-4 6-6 16,2-3-5-16,1 0 1 0,0 2-3 0,0 2 0 16,0-2-5-16,0 2-1 0,2-1-4 0,1 0 3 15,1-2 0-15,3 4 1 0,0-6 4 0,0 8 4 0,0-5 12 0,5 0 5 16,0 0 1-16,0 1 4 0,1-1 13 16,3 2 0-16,1-2 3 0,4 2 7 0,3 0 7 15,-1-3 4-15,5 0 1 0,0-1-1 0,3-1-2 16,2 0 6-16,-1-3 5 0,-1-1 6 0,3-2 5 15,7 1 6-15,-7-4-1 0,6-1 13 0,2-5-3 16,-5 0 11 0,0-3-7-16,3-2-11 0,-7-6 1 0,-4 6-10 15,-2-2-13-15,7-7-7 0,-8 1-15 0,-2 2-2 0,-1-7-1 16,-6 6-17-16,-1-1-10 0,-4-2-11 0,0 1-15 16,-5 3-13-16,-7-7-13 0,-3 6-35 0,-8 0-22 15,-4 3-49-15,-8 3-38 0,-17 0-44 16,-4 5-74-16,-4-2-337 0,1 7-667 0,7 0 295 15</inkml:trace>
  <inkml:trace contextRef="#ctx0" brushRef="#br0" timeOffset="28267.69">19999 2905 25 0,'0'0'125'0,"0"0"-5"16,0 0-7-16,0 0-7 0,-8-2-10 0,8 2-5 16,0 0-4-16,0 0-1 0,0 0-9 0,0 0-1 15,0 0 3-15,0 0-10 0,0 0-4 0,0 0 3 16,0 0 3-16,0 0-11 0,0 0 4 0,0 0-8 15,0 0 4-15,0 0-5 0,0 0-6 0,0 0 10 16,0 0 5-16,0 0-1 16,0 0-5-16,0 0-4 0,0 0-6 0,0 0-3 15,25-3-3-15,-8 2-3 0,5 0 0 16,11 1-10-16,-1-3-1 0,4 0 0 0,18 2-6 16,-20-2 4-16,3 3-7 0,-1 0 1 0,2-4-6 15,-6 3 1-15,3 0-3 0,-8 1 0 0,-8-2-1 0,0 0 1 16,-6 2-3-16,1-1 1 0,-4 1-1 0,-4-1-1 15,3-1-1-15,-5 2-1 0,-4 0-4 0,9-1-5 0,-9 1-5 16,0 0-19-16,0 0-15 0,0 0-21 0,0 0-12 16,0 0-12-16,-22-2-19 0,17 1-23 0,5 1-41 15,-15-1-130-15,9-3-325 0,1 3 144 0</inkml:trace>
  <inkml:trace contextRef="#ctx0" brushRef="#br0" timeOffset="28621.93">20530 2705 106 0,'0'0'240'15,"-3"-1"-23"-15,3 1-20 0,0 0-27 0,0 0-14 16,0 0-18-16,0 0-11 0,0 0-16 0,14 7-9 15,-3-2-10-15,4 2-10 0,2 2-8 0,1 1-10 16,0 1-5-16,7 3-4 0,0 5-2 0,-1-2-10 16,-3 0-2-16,0 0-2 0,-7-2-5 0,4 4 2 15,-9 5-7-15,2 1-4 0,-8-1-1 0,-3-5-3 0,-4-2-1 16,-6 6 0-16,-1-7-2 0,-5 3-1 0,-4 0 0 0,-5-1 11 31,1-2-11-31,1-3 2 0,-2-1-2 0,-2-1 0 16,5-4-2-16,3 1-2 0,2-3-1 0,-1 0-2 15,7-1-3-15,1-1 3 0,2 1-11 0,2-3-29 16,6-1-34-16,-7 2-38 0,7-2-39 0,0 0-61 0,0 0-140 16,0 0-371-16,39-11 164 0</inkml:trace>
  <inkml:trace contextRef="#ctx0" brushRef="#br0" timeOffset="29123.33">21453 2627 239 0,'0'0'331'0,"0"0"-8"0,1-5-14 15,-1 5-19-15,0 0-25 0,-1-3-21 0,1 3-21 16,0 0-23-16,0 0-23 0,0 0-19 0,0 0-23 16,0 0-32-16,0 0-1 0,0 0-24 0,0 0-13 0,0 0-7 0,-4 17-8 15,0-5 0-15,3 3-8 0,0 2-2 0,-2 2-5 16,2 6 5-16,-3 1-10 0,2 0-5 0,-1-6-2 15,0 7-6-15,2-2 3 0,-1-7-4 0,0 0 3 16,2 1-1-16,0-2-5 0,0-3-4 0,0-4 3 16,0 1-2-16,0-2 3 0,0-2-6 0,2-3 2 15,-4 1 4 1,2-5-3-16,0 8 2 0,0-4 3 16,0-4-6-16,0 0 5 0,0 6 0 0,0-6 14 15,0 0 6-15,0 0-6 0,0 0 11 0,0 0-13 0,0 0 2 16,0 0 0-16,0 0-8 0,0 0 3 0,0 0-5 15,0 0-10-15,0 0-6 0,-2 6-11 0,2-6-73 16,0 0-70-16,0 0-61 0,-2-19-63 0,2 11-297 16,-1-2-620-16,1-2 274 0</inkml:trace>
  <inkml:trace contextRef="#ctx0" brushRef="#br0" timeOffset="29624.09">21392 2441 199 0,'-4'-3'188'0,"4"3"-2"0,-8-1-24 15,2-1-13-15,1 2-11 16,5 0-14-16,-8-3-3 0,-1 3-18 0,9 0-5 15,-14 3-1-15,4 0-11 0,-3 0-8 0,3 6-8 16,-8-1-8-16,5 6-2 0,-7 3-7 0,-2 3-2 16,5 1-3-16,-4 4-1 0,5 3-5 0,-2-2 7 15,2 3-5-15,-2 1-4 0,1 0-4 0,3 2 5 16,4-2-9-16,1 3 2 0,0-1 20 0,0-5 5 16,4 3-8-16,0-3-1 0,4 1 1 0,-2-1 6 0,7-2 5 15,1 1-4-15,-1-7 3 0,2 5 7 0,3-6 5 0,0 0 2 16,3-2 2-16,3 6 1 0,0-7 12 0,7 2 1 0,1-3 9 15,5-4 6-15,0 1 0 0,4-3-1 0,2-3-6 16,0 0-5-16,2-5 10 0,-1 0-3 0,1-3 11 16,0-1 5-16,-1-6 3 0,-2-2-3 0,2 0-1 31,-3-5-7-31,12-8-15 0,-15 4 2 0,11-13-12 16,-7-2-8-16,5 2-5 0,-7-7-9 0,-8-1-19 15,-5-3-13-15,-1 1-10 0,-7-1-6 0,-9 10-3 0,-1-1-3 0,-9 2-5 16,-5-9 0-16,0 9-11 0,-10 7 7 0,-11-8-6 15,-9 9-12-15,-5 5-14 0,-5 4-22 0,-3 7-35 16,-4 3-46-16,-1 10-49 0,5 2-55 16,4 9-73-16,15-5-442 0,9 6-817 0,2-6 362 15</inkml:trace>
  <inkml:trace contextRef="#ctx0" brushRef="#br0" timeOffset="36535.91">4982 5129 33 0,'5'-4'158'0,"4"0"-4"16,1 4-16-16,-1-5-11 0,8 5-11 0,-1 0-12 15,5 2-2-15,0 1-11 0,-1 0-5 0,6 7-9 16,-4-2-9-16,1 7 6 0,-2 0-16 0,-2 5-3 15,-5 2-7-15,1 1-2 0,-5 2 1 0,-1 6-6 0,-6 2-3 16,-3 0-3-16,-4 3-3 0,-6 10-1 0,0-12 4 16,-3-1-4-16,0 0-1 0,-1 0-2 0,-4-2-2 15,3-4 3-15,-1-2-2 0,1-2 12 0,0-1-2 16,3-7 6-16,-1 0 1 0,2-4-2 0,2-1-2 16,3-3-3-16,-2 0 6 0,3-2 14 0,2 0 23 0,1-3 27 15,-1 1 37-15,-1-1 30 0,4-2 28 16,0 0 1-16,0 0-22 15,0 0-18-15,8-19-18 0,0 4-20 0,6-9-9 16,5-2-12-16,1-4-9 0,11-13-13 0,-3 2-12 16,4-3-7-16,0-2-10 0,0-3-11 0,1 2-2 0,-3 5-6 15,-9 11-4-15,-3 2-5 0,0 2 1 0,-1 3 5 16,-7 8 4-16,0-1 17 0,-3 6 1 0,-4 2 18 16,0 0-6-16,3 3 5 0,-3 0-9 0,-2 1-12 15,0 2-18-15,2-2-19 0,-3 5-21 0,0 0 0 0,0 0-3 16,-14 17-15-16,5 0 16 0,-5 5 1 0,-4 4 2 15,8 6-1-15,-3-1 2 0,5 0-1 0,3 2 0 16,0 0-9-16,6-2-4 0,3-1 12 0,5-1-15 16,5-3-3-16,4-3 6 0,5-2-3 0,4-7-16 15,5-2-48-15,5-5-61 0,1-2-70 0,21-7-128 16,-4-4-333-16,3-2-736 0,-7-5 326 0</inkml:trace>
  <inkml:trace contextRef="#ctx0" brushRef="#br0" timeOffset="37423.36">5746 4674 222 0,'5'-6'218'0,"5"-1"-14"0,-2 1-17 16,1 1-16-16,2 0-13 0,1 1-11 0,-3 3-16 0,5-1-13 0,-4 2-12 16,4 3-9-16,-5-2-10 0,0 7-10 0,4-3-6 15,-4 4-1-15,-2 0-9 0,4 4-4 0,-4 3-2 16,-4 0-9-16,-3 2 0 0,-4 7-5 0,0 2 2 16,-3-1 2-16,-5-1-3 0,-1 3-3 0,2-6-4 31,-1-4 1-31,3-4 0 0,-1 2-5 0,-3-2 2 0,8-4-2 0,-1 0-6 15,-1-6-1-15,5 2 0 0,-1-1 7 16,2 0 21-16,-3-4 20 0,4 4 9 0,0-5 12 0,0 0-10 16,0 0 5-16,13 1 2 0,6-4-17 15,3-1-3-15,10-1-10 0,1 0-4 0,3-1-25 16,0 0-40-16,2-1-63 0,0 2-75 0,1 1-119 0,-5 2-268 16,-2-2-578-16,-4-2 256 0</inkml:trace>
  <inkml:trace contextRef="#ctx0" brushRef="#br0" timeOffset="39557.36">6468 5198 26 0,'0'0'260'0,"0"-6"-6"0,0 6-1 16,1-3 12-16,-1 3-7 0,0-4-15 16,0 4-19-16,0 0-22 0,0 0-22 0,0 0-20 15,0-4-16-15,0 4-20 0,0 0-17 0,0 0-14 0,0 0-10 0,0 0-13 16,0 0-4-16,8 10-9 0,-7-2-12 0,3 2 0 15,-3 2-7-15,3 5-3 0,1 7 2 0,0 2-12 16,-1 0 3-16,4 4-7 0,-3-4-3 0,0-1 1 16,-1 1-4-16,1 0 3 0,0-1-6 0,-1-1 0 0,0-6-2 15,2-2 2-15,-2 1-4 0,-2-3 0 0,1-1-2 16,1-3 7 0,-4-1-4-16,4 2 1 0,-2-6-3 0,1 3 1 15,1-3-5-15,-4 0 5 0,2-1-1 0,-1 0-3 16,1 0 5-16,-2-4 5 0,1 5 14 0,0-3 8 0,-1-2 15 15,0 0 9-15,4 3 20 0,-4-3 23 0,0 0 21 16,0 0 29-16,0 0 25 0,0 0 25 0,0 0 19 16,0 0 15-16,0 0-12 0,0 0-22 0,1-15-18 15,2 6-15-15,1-4-34 0,0-3 2 0,1-1-18 16,2-8-13-16,1 1-10 0,0-3-11 0,0 0-11 0,0-1-7 16,0 4-9-16,-3-2-4 0,-1 6-10 0,0 1 2 15,0 1-4-15,-2 6-7 0,2-5-4 0,-3 5 3 16,3 3-7-16,-3-4-7 0,2 4-2 15,-2-1-3-15,2 4 0 0,-2-2 0 0,-1 3-7 0,0 0 0 16,0-2-3-16,1 4-2 0,-1-2-3 0,0 1 0 0,3 1-8 16,-3 3 0-16,0 0 0 0,0-6-4 0,0 6 1 15,0 0-6-15,0-4-1 0,0 4-5 0,0 0 2 16,0 0 0 0,0 0-5-16,0 0-1 0,0 0-2 0,0 0 1 15,0 0-2-15,0-4-4 0,0 4-10 0,0 0 6 16,0 0 0-16,0 0 1 0,0 0-1 0,0 0-4 15,0 0-2-15,0 0-1 0,0 0-1 0,0 0-1 0,0 0 0 16,0 0 6-16,0 0 5 0,0 0 1 0,0 0 7 16,0 0 2-16,0 0-3 0,0 0 8 0,0 0 4 15,0 0 0-15,0 0 0 0,0 0 1 0,0 0 4 16,0 0-1-16,0 0 1 0,0 0 3 0,0 0 1 16,0 0 0-16,0 0 1 0,0 0 2 0,0 0-1 0,0 0 0 15,0 0 4-15,0 0-4 0,0 0 2 0,0 0 0 0,0 0-1 16,0 0 2-16,0 0 2 0,0 0-5 0,0 0 0 15,0 0 4-15,0 0-2 0,0 0-1 0,0 0 1 16,0 0-4-16,0 0-6 0,0 0-6 0,0 0-1 16,0 0-2-16,0 0-5 0,0 0-4 0,0 0-3 15,0 0 0-15,0 0-3 0,0 0 1 0,0 0 0 16,0 0 2-16,0 0 3 16,0 0 1-16,0 0 4 0,0 0 4 0,0 0 5 15,0 0-1-15,0 0-1 0,0 0-7 0,0 0 11 16,0 0 6-16,0 0 0 0,0 0-2 0,0 0 2 15,0 0 1-15,0 0 2 0,0 0-10 0,0 0 9 0,0 0-5 16,0 0-6-16,0 0-2 0,0 0-3 16,0 0-3-16,0 0-7 0,0 0-1 0,0 0 6 0,0 0-2 0,0 0 4 15,0 0-2-15,0 0-1 0,0 0 7 0,0 0-1 16,0 0 1-16,0 0 5 0,0 0 2 0,0 0 8 16,0 0-6-16,0 0-11 0,0 0 15 15,0 0 7-15,0 0 2 0,0 0-8 0,0 0 4 0,0 0-1 16,0 0 5-16,0 0-2 0,0 0-2 0,0 0 5 0,0 0 1 15,0 0-7-15,0 0 4 0,0 0-6 0,0 0 11 16,0 0-1-16,0 0-22 0,0 0 9 0,0 0 1 16,0 0-5-16,0 0 3 0,0 0-4 0,0 0-8 0,0 0-3 15,0 0 19-15,0 0-2 0,0 0 7 16,0 0-5-16,0 0 1 0,0 0-8 0,0 0 17 16,0 0 3-16,0 0-1 0,0 0-10 0,0 0-11 31,0 0-23-31,0-3-1 0,0 3-6 0,0 0 0 15,0 0 3-15,1-7 2 0,-1 7-6 0,0-5 2 0,0 5 6 0,4-7 0 16,-4 7 4-16,-4-5 1 0,4 1 9 0,0 4 1 16,0-6 3-16,-1 2 0 0,1 4 5 0,0-5 3 15,0 2 1-15,0 3 0 0,-3-8-12 0,3 8 16 16,0-4-2-16,0 4 2 0,-1-4-3 0,1 4 5 0,0 0 2 16,0-6 11-16,0 6-14 0,0 0-3 0,-1-4 3 15,1 4-6-15,0 0 1 0,0 0-1 0,-4-3-4 0,4 3 6 16,0 0-3-16,0 0-5 0,0 0 2 0,0 0-8 15,-8 0 0-15,8 0 3 0,0 0 0 0,-14 3 0 16,13 1 1-16,-5-2 4 0,3 4-2 0,-5-1 2 16,4-3 7-1,-2 5-1-15,4-3-2 0,-2 1-4 0,1 1-11 16,-1 1-3-16,3-2-5 0,0 2 2 0,3-4-2 16,2 2-21-16,3 1-39 0,5-3-73 0,9-2-99 0,-1-4-212 15,10 0-519-15,-1-6 230 0</inkml:trace>
  <inkml:trace contextRef="#ctx0" brushRef="#br0" timeOffset="40074.21">6942 4918 281 0,'0'0'271'0,"1"-5"-20"16,-1 5-26-16,0 0-24 0,3-2-24 0,-3 2-19 16,0 0-19-16,0 0-19 0,0 0-13 0,0 0-12 15,0 0-6-15,0 0-11 0,-8 17-7 0,3-9-6 0,-1 1-8 16,-2 3-1 0,0 2-2-16,-2 1-8 0,-1 1-24 0,4-1-26 15,-6 2-30-15,7-5-28 0,-4 3-31 0,3-5-38 16,2-1-46-16,2 2-167 0,0-5-373 0,3 1 166 15</inkml:trace>
  <inkml:trace contextRef="#ctx0" brushRef="#br0" timeOffset="40274.25">7153 4902 124 0,'0'0'264'0,"0"-4"-27"0,0 4-29 0,0 0-21 15,0 0-21-15,0 0-16 0,-9 13-14 0,5-4-10 16,-1 3-15 0,1 2-10-16,-4 4-6 0,1 9-8 0,-3-3-38 15,3 1-62-15,2-4-95 0,-3-3-212 0,7 0-347 16,-3-2 153-16</inkml:trace>
  <inkml:trace contextRef="#ctx0" brushRef="#br0" timeOffset="40906.41">7682 5361 132 0,'0'0'138'16,"-7"3"-11"-16,7-3-5 0,0 0-2 0,-6 2 1 15,6-2-17-15,0 0 1 0,0 0-2 0,-5 0 1 16,5 0-2-16,0 0 0 16,0 0 1-16,0 0-4 0,-4 3-3 0,4-3-1 15,0 0-2-15,0 0-1 0,0 0 1 0,0 0-1 16,0 0-6-16,0 0-4 0,0 0-5 0,0 0-1 16,0 0 10-16,22 1-13 0,-2-3-8 0,12-3-4 15,1-1-8-15,7 0 3 0,15-2-14 0,1-1-5 16,3-1-1-16,1-1 3 0,0 1 7 0,0-2-4 15,-4 2 0-15,-3 3-8 0,-14-1-1 0,-5 1-4 0,-4 1-1 16,-2-2 0-16,-11 3-8 0,-3 2 1 0,-5 1-5 0,1-1-12 16,-1 0-13-16,-6 2-46 0,-3 1-48 0,0 0-28 15,-14-4-23-15,2 3-28 0,-7 2-37 0,-3 0-198 16,3 2-452-16,-9-3 200 0</inkml:trace>
  <inkml:trace contextRef="#ctx0" brushRef="#br0" timeOffset="41122.32">8042 5199 59 0,'0'-7'345'0,"-2"1"8"0,2 2 24 16,-3-2 17-16,2 0-4 0,1 3-13 0,0 3-27 16,-3-7-40-16,3 7-36 0,-1-2-32 0,1 2-27 0,0 0-35 15,0 0-43-15,0 0-30 0,0 0 2 0,-1 18-12 16,1-2-24-16,2 10 10 0,2 1-3 0,-4 6-12 15,5-1 3-15,2 4-43 0,2 0-39 0,-1-4-68 16,1 14-57-16,-2-8-70 0,-3-5-94 0,2-3-365 16,-2-5-720-16,0-7 319 0</inkml:trace>
  <inkml:trace contextRef="#ctx0" brushRef="#br0" timeOffset="42046.02">8904 5168 135 0,'-7'-1'270'0,"7"1"-28"16,0 0-29-16,0 0-19 0,0 0-15 0,17-3-25 16,-3 4-18-16,4-1-14 0,10 5-11 0,1-1-13 15,0 3-10-15,-2 1-12 0,0 2-5 0,4 2-8 0,-6 2-6 16,1 3-9-16,-3 0 0 0,-6 3-8 15,-2-4-1-15,-2 6-6 0,-5-5-4 0,0 2-2 16,-4 6-3-16,-6 0-3 16,0-4-1-16,-8 2 1 0,1 2 4 0,-2-8-7 15,-6 4-3-15,2-1 5 0,1-5 4 0,-6 1 1 16,5-3 4-16,-3-3-2 0,4 2 5 0,-1-1-2 16,-2-4 2-16,7 1-2 0,-1-3-6 0,2 0 2 15,3-1 10-15,0 1 7 0,1-3 16 0,-1-1 24 16,6-1 35-16,-6 2 6 0,6-2 17 0,0 0 13 15,0 0-13-15,0 0-15 0,0-12-12 0,8 3-10 0,0-8-12 0,8-3-10 16,3-6-13-16,2 1-11 0,12-13-2 0,2 2-6 16,0-3-24-16,0 2 5 0,-7 11 8 0,0 2-6 15,-5 1-4-15,-2 1-9 0,-7 9 6 0,-1-2-7 16,-4 5 7-16,-1 3 2 0,-1 1-2 16,-2 1 1-16,-1 0-26 0,0 2 0 0,1 0-22 0,-5 3-4 15,0 0-2 1,0 0 11-16,-9 17-4 0,1-2-8 0,-2 2 8 15,-4 9 3-15,1-1 0 0,-2 2 3 0,3 3 1 16,3-3 4-16,3 5 6 0,2-6-5 0,0 3 8 16,8-1-6-16,5-3-3 0,1 0 5 0,6-6-8 0,4 1-14 15,7-4-29-15,7-4-42 0,21-2-58 16,1-5-64-16,10-5-116 0,-4-2-289 0,1-4-676 16,-4-1 299-16</inkml:trace>
  <inkml:trace contextRef="#ctx0" brushRef="#br0" timeOffset="42662.95">9981 5235 251 0,'0'-6'318'0,"0"6"-14"16,0 0-20-16,0-4-21 0,0 4-32 0,0 0-15 15,1-2-32-15,-1 2-20 0,0 0-23 0,0 0-13 16,0 0-18-16,0 0-12 0,5 14-8 0,0-5-9 15,3 4-8-15,1 3-8 0,-3 1-5 0,3 8-4 0,1-3-7 0,-6-3-9 16,1 6 0-16,2-1-3 0,-3-3-8 0,2 4 1 16,0-6-4-16,-3 5 0 0,-1-4-2 0,2-4-5 15,3 0-4-15,-5-5 1 0,1 1 3 16,-1-2-4-16,3 0-1 0,-3-1 3 0,0-1-5 0,1-4 1 16,-2-1-1-16,0 3 2 0,1-1 19 0,0-4 17 15,-1 1 19 1,-1-2 30-16,3 3 29 0,-3-3 25 0,0 0-4 15,0 0-11-15,10-6-14 0,-1-3-11 0,0 0-12 16,4-4-12-16,-2-1-6 0,6-6-13 0,2 0-5 0,-1-5-6 16,0-1-9-16,1-1 1 0,-3 0-12 15,1 0-7-15,-1 0-6 0,-1 3-3 0,-1-3-4 16,-3 3 0-16,-3 5-2 0,0 0 1 0,-5 4 2 16,0-1-4-16,-3 3 3 0,4 4-2 0,-4-3 0 0,0 4-8 0,0 1-3 15,-5 2-6-15,3-2-5 0,-1 0 0 0,-4 4-4 16,1 1-3-16,-2 1-3 0,2 1-7 0,-5 0 6 15,2 1-2-15,-2 1-10 0,4 1-4 0,-1 3-12 16,0-3-1-16,2 2-26 0,1-2-8 0,2 4 8 16,1 0 6-16,0 0 7 0,4 1-4 0,2-1-9 15,7-1-11-15,6 2-32 16,2-3-50-16,10 2-63 0,3-4-79 0,0-5-342 16,0-1-701-16,3 1 310 0</inkml:trace>
  <inkml:trace contextRef="#ctx0" brushRef="#br0" timeOffset="43010.57">10879 4913 250 0,'0'-4'398'0,"0"4"1"15,3-3-39 1,-3 3-33-16,0 0-32 0,0 0-40 0,0 0-24 15,0 0-27-15,0 0-37 0,0 0-18 0,0 0-14 16,0 0-14-16,-8 18-9 0,4-6-13 0,-5 3-31 16,-2 8-43-16,-1 0-59 0,-1 0-75 0,2 1-100 15,-2-2-332-15,5-5-586 0,7-5 260 0</inkml:trace>
  <inkml:trace contextRef="#ctx0" brushRef="#br0" timeOffset="44034.66">11463 5498 101 0,'-8'1'147'0,"8"-1"-11"15,-5 0-14-15,5 0 3 0,-5 4-7 0,2-3-9 16,3-1-7-16,0 0-5 0,0 0-7 0,-5 2-10 16,5-2-7-16,0 0-5 0,0 0 4 0,0 0-3 15,0 0 6-15,0 0-2 0,0 0-2 0,-5 1-1 16,5-1-2-16,0 0 0 0,0 0-5 0,0 0 2 0,0 0-7 15,0 0-2-15,0 0-2 0,0 0-1 0,0 0 0 16,0 0-5-16,0 0 20 0,0 0-8 0,0 0-5 16,0 0-7-16,0 0-3 0,-2 4-5 0,2-4-5 15,0 0 0-15,0 0-4 0,0 0-4 0,0 0-3 0,0 0-4 16,0 0 4-16,0 0-9 0,0 0 1 0,0 0 5 16,0 0 7-16,0 0 8 0,24-5 0 0,-5 1-6 15,9 1-3 1,4 0-1-16,4-1-1 0,4-4-1 0,16-1-9 15,4-1 5-15,1 3-3 0,4-3 0 0,25-4-6 16,-31 5 3-16,-4 1-3 0,-2 3 0 0,-13-3 0 16,-3 4-2-16,-5-4-3 0,-3 4-14 0,-2-1-21 15,-8 3-20-15,-6-1-29 0,-3 0-35 0,-6 2-50 0,1-2-60 0,-1 2-221 16,-4 1-480-16,0 0 213 0</inkml:trace>
  <inkml:trace contextRef="#ctx0" brushRef="#br0" timeOffset="44283.53">11864 5320 95 0,'-4'-7'380'0,"2"2"22"0,-1 0-1 0,3 5 1 16,-7-8-17-16,5 4-9 0,0 4-36 0,2 0-37 15,-3-6-38-15,3 6-30 0,0 0-32 0,0 0-32 16,0 0-27-16,0 0-14 0,-6 11-26 0,4 6 2 0,2 4-9 16,3 4-9-16,-3 4-8 0,5 2-20 15,-1-2-21-15,6 2-21 0,-1 3-36 0,0-2-54 16,0-2-63-16,5 2-63 0,-1-3-73 0,2-4-137 0,1-4-213 0,-5-8-672 16,-2-4 298-16</inkml:trace>
  <inkml:trace contextRef="#ctx0" brushRef="#br0" timeOffset="45030.03">13286 5267 28 0,'-2'-6'322'16,"0"-2"-3"-16,0 1-9 0,1 2-9 0,0-1 2 0,-2 0-5 15,3 2-43 1,0 2-33-16,0 2-23 0,-3-5-25 0,3 5-31 16,0 0-34-16,0 0-15 0,0 0-14 0,-2 11-4 15,-1 1-12-15,2 14-9 0,-3 0 2 0,1 7-10 0,1 2-2 16,-2-1-1-16,-2 12-7 0,2-10-2 0,0 11-2 16,3-14-5-16,-3 2-3 0,4 0-5 0,-1-5 1 15,1 0 0-15,1-3-1 0,-2 0-3 0,1-9 1 16,1 0-1-16,-1-1 0 0,0-1-5 0,0-6-1 15,0 1-3-15,0-1 12 0,0-3-19 0,0-1-12 0,0 1-4 16,0-2-14-16,0 0-10 0,-1-1-19 0,1 0-6 16,0-4 3-16,0 5-15 0,0-5-12 0,-3 4-13 15,3-4 6-15,0 0-3 0,-1 4-61 0,1-4-64 16,0 0-243-16,-5-9-503 0,2 4 223 16</inkml:trace>
  <inkml:trace contextRef="#ctx0" brushRef="#br0" timeOffset="45484.85">13116 5259 204 0,'-3'-12'238'0,"0"2"-11"0,2-2-3 16,-2 5-19-16,3-3-18 0,1 3-20 0,3-2-15 15,1 3-18-15,3-1-11 0,4 1-13 0,4 0-14 16,3-1-12-16,8 4-6 0,-4 1-9 0,4 2-8 15,-5 3-6-15,1-3-3 0,2 7-5 0,-7-2-4 16,3 2-6-16,-4 1-3 0,-5-2-6 0,2 6-4 16,0 1-5-16,-5-1 1 0,1 2-4 0,-6 1-5 0,-3 2 6 0,-2 1-6 15,-8-2 1-15,4 1-3 0,-5-3 1 0,-3 0 1 16,0 1-2-16,0-2 3 0,0 1 4 0,2-6-4 16,1 1-2-16,1 0 2 0,-1-2 0 0,1-1-3 15,-1 1-4-15,5-3 2 0,1 1-1 0,0-1-2 16,0 0 0-16,1-2-1 0,3 3 0 0,0 0-2 15,2 1 5 1,3-3-2-16,1 2-1 0,5 1 0 0,1 0 3 0,1-1-6 16,2 2 2-16,3 1-2 0,0 1 0 0,0 1 8 15,0 0-7-15,0-1 3 0,-4 3 0 0,1-2-4 16,-2 0-3-16,-3 4 1 0,-2-4 1 0,-3 1 2 16,0-3 0-16,-4 5 6 0,1-3 3 0,-2 1 5 15,-3-1 0-15,-2-1 2 0,0 0 3 0,-4-1-3 16,-1 0-4-16,-5 2 4 0,4-3-7 0,-2-1-1 0,-6 0-11 15,5 0-17-15,0-2-21 0,0-2-25 0,0 0-35 16,1 1-52-16,1-6-66 0,0-1-205 0,2 0-456 16,4 0 202-16</inkml:trace>
  <inkml:trace contextRef="#ctx0" brushRef="#br0" timeOffset="45907.14">13589 4801 273 0,'0'-5'276'0,"4"4"-26"0,-4 1-28 0,5-4-24 0,-5 4-23 15,9 1-18-15,-9-1-18 0,12 4-14 16,-5 2-11-16,1 3-9 0,-3 1-8 0,0 7-10 16,3 1-8-16,-7 1-8 0,-1 8-2 0,-4 1-5 15,-2 1-9-15,-2 0-4 0,-1-2-6 0,0-2-4 16,-1-1-4-16,2-9-5 0,2 1 0 0,0-2-7 15,1-2 2-15,1-3-4 16,1 2-4-16,-1-6 3 0,3 2-3 0,0-3 1 16,2-1 4-16,2 2 10 0,9-2 1 0,-1-1-5 15,12 0-6-15,10-1-32 0,0-4-51 0,7 3-67 0,12-3-100 16,-15 3-221-16,0-3-483 0,5-2 215 0</inkml:trace>
  <inkml:trace contextRef="#ctx0" brushRef="#br0" timeOffset="46725.13">14246 5259 42 0,'5'-2'161'16,"4"2"-10"-16,-3 2-13 0,4-2-14 0,1 4-14 15,-1-1-14-15,-1 2 2 0,4 3-17 0,-3 4-15 16,-1 4 2-16,-1-3-12 0,-3 3 10 0,-4 2-3 0,-1 2-4 0,-1 4 1 15,-8 2 1-15,1-3 3 0,-3 2-4 0,-2-3 3 16,3-3-1-16,-3-1-6 0,-1-2 1 0,1-2-2 16,0-1-1-16,3-1-1 0,0-2-3 0,1-1-4 15,4-2 8-15,0-2 11 0,0 0 31 0,2-1 21 16,-1-1 24-16,2-1 34 0,0 1 22 0,2-3 19 16,0 0-11-16,0 0-25 15,0 0-23-15,9-19-13 0,3 8-17 0,0-2-11 16,0-3-13-16,7-2-8 0,-2-3-14 0,2 1-7 15,-1-3-8-15,1 2-3 0,0-3-7 0,-2 5-8 16,-3 4-6-16,-3 3-5 0,-4 2-1 0,2 3-6 16,-4 2 0-16,-1-1-7 0,0 2 1 0,-1 0-14 15,0 1-11-15,0 1-10 0,-3 2-24 0,2-3-16 0,-2 3 10 0,0 0 7 16,3 15 3-16,0-7-2 0,-3 3 4 0,2 1 2 16,0 5 5-16,-1 0-2 0,3 0 6 0,3 2 0 15,1-4 5-15,0 3-18 0,5-2-27 16,0-2-29-16,2 1-45 0,-2-2-56 0,5-3-75 15,1-1-106-15,-1-2-200 0,4-6-617 0,-6-1 274 0</inkml:trace>
  <inkml:trace contextRef="#ctx0" brushRef="#br0" timeOffset="47206.88">14571 4962 128 0,'0'0'319'0,"2"-5"-25"15,-2 5-30-15,3-3-22 0,-3 3-28 0,5 0-24 16,-5 0-23-16,0 0-17 0,14 5-16 0,-8-2-15 0,1 4-12 0,0-1-14 15,2 5-5-15,-4 1-10 0,2 3-7 0,-3 1-3 16,-2 0-5-16,-2 2-5 0,0-1-6 0,-2 2-3 16,-1 0-3-16,-2-2-8 0,0 0-3 0,1-5-4 15,-1 0 1-15,0-1-4 0,1 0-4 16,0-3 5-16,3-3-6 0,-2 0 0 0,2 0 0 0,0-1 17 16,-1-1 24-1,1 0 35-15,1-3 19 0,-1 4-4 0,1-4 8 16,0 0-1-16,0 0-5 0,0 0-8 0,8 3-10 15,3-6-10-15,7-1-5 0,5 1 1 0,8-4-21 16,3 2-20-16,1-3 9 0,0 1-4 0,3-2-5 0,0 3-3 16,0-1-6-16,-2 0 1 0,-3 2-8 15,-2-3-1-15,-4 3 2 0,-8 3-5 0,-6 0-7 16,-2-1-12-16,-3 1 16 0,-2 0 6 0,-3 1 13 0,-3 1-4 0,9-1-6 16,-4 1-3-16,-5 0-8 0,6 0-23 0,-6 0-23 15,5-3-40-15,-5 3-50 0,0 0-42 0,0 0-48 0,0 0-63 16,0 0-69-16,-16 8-329 0,9-7-725 0,7-1 321 15</inkml:trace>
  <inkml:trace contextRef="#ctx0" brushRef="#br0" timeOffset="47975.18">15369 5380 209 0,'-16'3'196'15,"4"1"-17"-15,1-3-9 0,4 2-21 0,-2-2-16 16,4-1-10-16,1 3-7 0,4-3 12 0,-7 0-2 16,4 3-3-16,3-3-7 0,-6 1-1 0,6-1 2 15,0 0 0-15,-4 4 2 0,4-4 4 0,-4 1 1 16,4-1 1-16,0 0 6 0,-4 3 1 0,4-3-4 0,0 0 1 0,0 0-11 16,0 0 7-16,0 0-18 0,0 0-9 0,0 0-14 15,0 0 0-15,-2 2-8 0,2-2-8 0,0 0-4 16,0 0 6-16,0 0-18 0,0 0-12 0,0 0-1 15,0 0-5-15,0 0-1 0,0 0-5 0,0 0-3 16,0 0 1-16,0 0-3 0,0 0-6 0,0 0 4 16,0 0-1-1,0 0 6-15,0 0 3 0,0 0 0 0,0 0 2 16,0 0 11-16,0 0-24 0,0 0 21 0,0 0-1 16,0 0 3-16,0 0-11 0,0 0 3 0,0 0 0 0,0 0-6 15,0 0 0-15,0 0-7 0,0 0 3 0,0 0-3 16,0 0 2-16,0 0-2 0,0 0-4 0,23-9 12 15,-4 7-16-15,7-4-3 0,9 1-2 16,5 0 5-16,13-3 0 0,5 0-8 0,-3 1 9 0,4-1-9 0,0 1 2 0,-2 2-10 0,-1-2 8 31,-17 1-4-31,-1-2 6 0,-5 4 8 0,-5 0 10 16,-10 2 14-16,-3-1 15 0,-2 2 16 0,-4 0 8 16,0 0 3-16,-4-3-3 0,0 4-5 0,2-1-7 15,-7 1-10-15,6-1-18 0,-6 1-23 0,0 0-39 16,5-1-41-16,-5 1-51 0,8-3-86 0,-8 3-74 0,0 0-83 0,0 0-421 0,0 0-846 0,-27 1 375 15</inkml:trace>
  <inkml:trace contextRef="#ctx0" brushRef="#br0" timeOffset="49007.1">16349 5102 194 0,'-1'-6'304'0,"1"2"-8"15,0 4-17-15,-2-4-26 0,2 4-25 0,0 0-24 16,0-5-23-16,0 5-26 0,0 0-18 0,0 0-15 16,0 0-16-16,0 0-14 0,5 14-8 15,-4-2-10-15,1 4-6 0,0 2-8 0,-1 4-1 0,0 5-10 16,-1 1-2-16,2 2-4 0,-4 3-5 0,2-3 0 0,0 0-5 16,0-2-3-16,0-3 0 0,2 0 1 0,-4-5-7 15,4-4-3-15,-4-5-1 0,2-2-5 0,0 1 7 16,0-1-7-16,0-4 7 0,2 0 24 0,-2-1 39 15,0-4 50-15,0 4 15 0,0-4 28 0,1 4 32 16,-1-4 22-16,0 0 3 0,0 0-29 0,8-10-14 16,-2 1-21-16,4-5-17 15,0 1-15-15,4-11-18 0,0 1-12 0,4 1-13 16,-1-3-12-16,3-1-5 0,2 1-8 0,-4 0-9 16,4 1-8-16,-6 3-6 0,-2 6-6 0,-2 1-2 15,-2 5-16-15,-1-1 6 0,-3 3-6 0,0 1-6 16,-1 1-6-16,2 3-8 0,-5-2-27 0,1 3-12 15,-3 1 3-15,12 2-1 0,-7 3 2 0,5 0-10 16,-6 5 2-16,4 0 6 0,-2-1-4 0,3 7 0 0,-4 2 9 0,3-3 0 16,-3 3 3-16,5 0 4 0,-6 1 4 0,0 0-1 15,1-1 5-15,-5-6-2 0,6 1 5 16,-3-1-1-16,0-3 0 0,0 3 5 0,0-8 2 0,-2 2-1 16,2-2-2-16,-2 0 7 0,2 0 0 0,-5 0 1 15,4 0 2-15,-2-4-1 0,1 4 6 0,-1-4-3 16,1 2 7-16,-1-2-4 0,0 0 6 0,0 0-6 0,0 0-18 31,0 0-9-31,1 4-19 0,-1-4-24 0,0 0-79 16,0 0-75-16,0 0-53 0,0 0-59 0,0-17-67 15,-2 11-347-15,1-4-803 0,-1 0 356 0</inkml:trace>
  <inkml:trace contextRef="#ctx0" brushRef="#br0" timeOffset="49476.5">16748 4886 30 0,'3'-5'289'0,"0"2"-17"16,1 0-21-16,1 2-21 0,2 0-15 15,2 0-14-15,0 1-18 0,0 2-12 0,2 1-17 16,2 1-17-16,-3 0-16 0,2 3-13 0,3 2-12 0,-5-1-6 15,-4 2-5-15,2 1-8 0,-4 0-3 0,5 5-4 16,-4-2-9-16,-5 6 0 0,0-5-7 16,-3 1-1-16,1 1-1 15,-3-2-6-15,-3 0-1 0,4-4 3 0,-2 4-1 16,-2-6-2-16,3 0-4 0,0-1-3 0,1-3 8 0,0 3-7 16,3-4-8-16,-3 0 0 0,2-1-7 15,-1-1 33-15,2 1 25 0,1-3 18 0,-1 4 9 16,1-4 12-16,0 0 1 0,0 0-6 0,0 0-8 15,7 3-6-15,4-5-5 0,1 0-7 0,6-1-11 16,1-2-10-16,2 2-9 0,7-1-2 0,-8 2-10 0,2 0-3 0,-1-2-8 16,-1 2-3-16,-2 0-4 0,-3 0 0 0,-5 2-6 15,1-3 1-15,-5 3-3 0,1 0-1 0,0 0-5 16,-7 0 0-16,6 0 2 0,-6 0-7 0,7-1-7 16,-7 1-15-16,0 0-23 0,0 0-26 0,9 1-51 15,-9-1-40-15,0 0-32 0,0 0-25 0,0 0-5 16,0 0-23-16,0 0-54 15,0 0-56-15,-16 3-242 0,16-3-636 0,-10 0 282 16</inkml:trace>
  <inkml:trace contextRef="#ctx0" brushRef="#br0" timeOffset="49724.06">17184 4774 297 0,'2'-3'293'0,"1"1"-37"16,-3 2-28-16,4-1-25 0,-4 1-22 0,7 6-15 16,0 0-15-16,3 9-9 0,-1 2-6 0,6 9-1 15,-1 6 2-15,4 9-2 0,-1 5 0 0,-2 0-8 16,-1 1-2-16,-1 0-5 0,-9 6-5 0,-3-1-9 0,-5 0-11 0,-5 2 0 16,-2 1-8-16,-6-5-5 0,-11 0-3 0,3 0-11 15,-11-4-1-15,2-2-9 0,-5-1-29 0,-6-2-39 16,-28 13-50-16,-6-4-71 0,-8-13-112 0,-3-6-325 15,-4-2-614-15,1-9 271 0</inkml:trace>
  <inkml:trace contextRef="#ctx0" brushRef="#br0" timeOffset="50377.9">12923 4945 77 0,'2'-5'309'15,"-1"-3"1"-15,0 4-13 0,-1-1-20 0,4 0-31 0,-4 3-28 16,0 2-34-16,0 0-33 0,0 0-15 0,0 0-19 16,-13 19-13-16,-1 5-14 0,-2 10-5 0,-5 18-9 0,-7 27-11 15,3 5-2-15,3 4-2 0,9 3-2 0,8-4-1 16,1-2-2-16,8-24-3 0,6 18-3 0,7-28-5 15,2 1 1-15,8 0-7 0,4-3-3 16,9-6 1-16,25 11 0 0,-12-18-2 0,29 0-4 0,11-7-17 0,-4-2-33 16,6-10-68-16,5-5-78 0,7-7-149 0,4-1-166 15,-3-9-519-15,-10-4 229 0</inkml:trace>
  <inkml:trace contextRef="#ctx0" brushRef="#br0" timeOffset="51412.21">17617 5024 113 0,'3'-6'279'0,"-2"-5"-8"0,3 2-6 15,-2-1-6-15,-1 1-3 0,1 1-14 0,0 5-3 16,0-3-25-16,0 1-13 0,-2 2-33 0,0 3-14 16,3-7-26-16,-3 7-14 0,4 0-17 0,-4 0-12 15,6 7-4-15,-1 3-8 0,0 2-1 0,1 7-7 16,1 1-13-16,1 5 1 16,-1 3-1-16,1 0 7 0,-3 2-16 15,0 2-3-15,2-4-6 0,-2 2-3 0,0 0 1 16,1-2-5-16,-2 1 0 0,-1-5-1 0,3 1-7 15,0-7-2-15,-5-1 0 0,2-5 1 0,-2 0-2 16,3-3-1-16,-2 0-1 0,-2-4 38 0,2 2 38 0,-1-5 39 16,-1 1 41-16,0-3 48 0,0 0 43 0,0 0 31 15,3 4 29-15,-3-4-17 0,0 0-32 0,6-14-31 0,3-2-24 16,-4 0-23-16,8-8-13 0,1 0-30 0,-1-3-13 16,1-2-11-16,1 0-15 0,1-2-7 0,-2-1-12 15,0 1-12-15,0 4-13 0,-4-2-8 0,0 4-2 16,-1 8-12-16,-4 2 0 0,-1 3-5 0,0 2-2 0,1 3-5 0,-4 1-12 15,3 0 1-15,-4 3-11 0,1-2-21 16,2 3-28-16,-3-4-36 0,0 6-41 0,4-3-64 0,-4 3-48 16,0 0-11-16,0 0 20 0,0 0 15 0,5 13-32 15,-4-8-15-15,3 5-19 0,0-2-22 0,1 2-20 16,0 1-34-16,0-2-48 0,3 1-73 0,5 0-256 16,1-1-779-16,1-1 345 0</inkml:trace>
  <inkml:trace contextRef="#ctx0" brushRef="#br0" timeOffset="51797.41">18638 5075 95 0,'0'0'263'0,"0"0"-4"0,-7-1-14 0,7 1-9 16,0 0-13-16,0 0-14 16,0 0-5-16,0 0-10 0,0 0-2 0,0 0-12 15,0 0-11-15,0 0-11 0,0 0 5 0,0 0-13 16,0 0-22-16,0 0-13 0,0 0-13 0,27-3 3 15,-7-2-23-15,8 2-5 0,2-3-8 0,4 1-13 16,0 2 10-16,4-2-4 0,2 1-27 0,0-1 3 16,-2 1-5-16,-4 2-15 0,0-3-21 0,-4 4-14 15,-12 0-17-15,4 1-23 0,-8 0-27 0,-5 0-31 0,-1 0-22 0,-2 1-21 16,-3 0-8-16,-3-1-27 0,0 0-39 0,-8 8-223 16,2-6-494-16,-5 1 219 0</inkml:trace>
  <inkml:trace contextRef="#ctx0" brushRef="#br0" timeOffset="52129.44">18791 5327 10 0,'-7'7'263'0,"1"-5"-1"0,0 1 1 0,1-1-5 0,1 1-12 16,4-3-8-16,-5 2-18 0,5-2-12 0,0 0-8 16,14 0-7-16,3-3-25 0,12-4-14 0,4 2-18 15,17-6-9-15,3 3-4 0,4 0-19 0,-2-4 0 16,1 5-7-16,0-3 12 0,-1 2-17 0,-1 2 5 16,-17-1-9-16,0 3-12 0,-7-4 13 0,-10 7-25 15,-1-2-24-15,-7 1 13 0,-1-1-6 0,-1 2 0 0,-2 0-5 0,-8 1 2 16,12-2-4-16,-12 2-2 0,7-1-19 0,-7 1-24 15,0 0-25-15,9-3-25 0,-9 3-13 0,0 0-28 16,0 0-28-16,0 0-34 0,0 0-36 0,-23 11-48 16,18-9-70-16,1 1-201 0,4-3-555 0,0 0 245 15</inkml:trace>
  <inkml:trace contextRef="#ctx0" brushRef="#br0" timeOffset="52593.39">20290 4961 169 0,'-2'-2'244'16,"2"2"-25"-16,-4-5-22 0,4 5-21 0,-12 0-16 0,4 3-13 15,-3-1-16-15,0 6-10 0,-6-1-10 16,0 2-13-16,-2 0-9 16,-4 6-9-16,1 3-5 0,2 1-5 0,-2 0-2 15,2 0-2-15,1 3 12 0,-3 0-8 0,7 2-3 16,-2-1-5-16,4 3-4 0,2-2 8 0,3-2 3 16,3-4 1-16,1 2 1 0,4-3 7 0,4 0 3 15,1-2 8-15,3 1 9 0,4-5 11 0,5 1 5 16,7 0 1-16,5-3 4 0,3-5-8 0,3 0-22 15,1-5 17-15,4-3-28 0,-5-4 27 0,3-1 0 0,-5-3-4 0,0-1-1 0,-6-1 9 0,2-1 7 16,-5-4 5-16,-2 0-5 0,-3 0-13 0,-3-1-7 16,-3-4-9-16,-5 0-10 0,1-3-14 15,-6 2-8-15,-2-1-9 0,-2 7-3 0,-2-8-6 32,-4 10-10-32,-3-1-13 0,-3 2-19 0,-6-3-18 15,2 6-22-15,-10 2-24 0,-1 1-52 0,0 6-51 0,-3 1-40 0,0 7-53 0,3-1-77 0,0 1-373 16,8 4-774-16,3-3 343 0</inkml:trace>
  <inkml:trace contextRef="#ctx0" brushRef="#br0" timeOffset="53653.11">21269 5253 35 0,'-13'1'126'0,"3"-1"-6"15,5 3-15-15,-4-3 4 0,1 2-13 0,3-2 1 16,-3 2-14-16,3-1 7 0,-1 0-5 0,2 2-2 0,4-3-2 16,-5 1-1-16,5-1 1 0,-8 0-8 0,8 0 4 15,0 0 3-15,-5 2-5 0,5-2-1 0,0 0-7 16,-4 2-4-16,4-2 2 0,0 0-4 0,0 0-1 15,-7 0 2-15,7 0-4 0,0 0-1 0,0 0 4 0,0 0 0 16,0 0-2-16,0 0-1 0,0 0-1 0,0 0 1 16,0 0 3-16,24 0-2 0,-5-2-4 0,9-1-6 15,8-4-6-15,14 1-1 0,8 0-5 0,3 1-3 16,5 0-5-16,31-1-1 0,-6-4 15 0,1 5-2 0,-27 0-1 16,-1 0 4-16,-1 0-4 0,-2 0-7 15,-5 1 6-15,-2 2-10 0,-18 1-3 0,-2-1-1 0,-2 4-5 16,-4-4-1-16,-10 1-4 0,0 1 22 0,-5-1-3 15,-3 1-4-15,-5-1 2 0,3 1-3 0,-2 0-1 16,-6 0-5-16,8-2 2 0,-8 2-14 0,5-1-8 16,-5 1-33-16,0 0-36 0,0 0-26 0,0 0-35 0,0 0-35 15,-20-5-34-15,13 3-38 0,1 1-216 16,-1 0-486-16,2-3 216 16</inkml:trace>
  <inkml:trace contextRef="#ctx0" brushRef="#br0" timeOffset="54017.39">22354 4988 252 0,'-4'0'271'0,"4"0"-23"0,-4-4-26 15,4 4-22-15,0 0-23 0,0 0-17 0,0 0-18 16,14-1-15-16,-2 2-16 0,1 1-10 0,4 3-9 15,4 2-3-15,3 1-7 0,3 3-5 0,1 1-6 16,-1 3-6 0,0-1-3-16,-3 2-4 0,0 1-4 0,-3 1-6 0,-6-6-4 15,3 9-6-15,-5-5-2 0,-4 3-2 0,0-2-2 16,-2 0-3-16,-7 0-3 0,0 2 2 0,-6 0 2 16,-2 6 2-16,-3-8-1 0,-2-3 0 15,-4 5-6-15,1-6 3 0,-3 6-5 0,-2-9 0 16,5 2-3-16,-1-3-2 0,-5 1-1 0,4-3-2 0,0 2 3 15,-1-1-5-15,8-5 1 0,0 1-2 0,0-1-2 0,3 2-15 16,1-3-15-16,1 0-26 0,0-1-15 0,6-1-27 16,0 0-32-16,0 0-42 0,0 0-31 0,22-8-66 15,-4 4-138-15,7-4-431 0,7-4 191 0</inkml:trace>
  <inkml:trace contextRef="#ctx0" brushRef="#br0" timeOffset="54671.41">23781 4821 228 0,'0'0'228'16,"0"0"-8"-16,0 0-26 0,0 0-11 0,0 0-14 16,-5-3-15-16,5 3-13 0,0 0-15 0,0 0-13 15,0 0-7-15,0 0-5 0,21 7-7 0,-10-2-8 16,7 0-9-16,-3-2-8 0,6 4-7 0,-1-2-6 15,7 2-3-15,-3 3-1 0,3 1-5 0,-1 1-3 16,-1 0-4-16,-6-1-6 16,3 4-3-16,-7-2-4 0,-2 0-2 0,0 4-1 15,-5 0-4-15,-3 1 0 0,-5 1 2 0,-5 7-5 16,-6-3-2-16,-5 2 1 0,-5-3 1 0,-2 4-1 16,0-3 1-16,-3-3-1 0,-3-3 6 0,4 0 5 15,-2-4-1-15,0 3 6 0,3-3 2 0,2-4 4 16,3-1 0-16,0 0-4 0,4-2-3 0,3 0 4 15,2-4-7-15,2 1 4 0,2-2 1 0,-1 2 27 0,3-1 12 0,4-2 9 16,-7 3-11-16,7-3 14 0,0 0-10 0,0 0-4 16,0 0-7-1,24 0-7-15,-3-4 1 0,7 0-10 0,5 0-11 16,0 1 2-16,8-3-15 0,-1 2 10 0,20 3 1 16,-4-4 5-16,2 0-3 0,-4 3-1 0,-14 1-1 15,-2-1-3-15,-6 1-9 0,-1 0 4 0,-9 1-4 16,-6 0 1-16,-4 0-4 0,-2-3 17 0,-2 3 7 0,-8 0 3 15,11 0 13-15,-11 0-11 0,10 0 3 0,-10 0-1 16,9-2-3-16,-9 2-4 0,0 0-7 0,0 0-4 16,7-2-9-16,-7 2-13 0,0 0 1 15,0 0-27-15,6-3-22 0,-6 3-89 0,0-3-64 16,0 3-36-16,0 0-44 0,-10-8-32 0,9 2-49 0,-3 1-243 16,2 0-643-16,2 5 285 0</inkml:trace>
  <inkml:trace contextRef="#ctx0" brushRef="#br0" timeOffset="55156.67">24267 4463 139 0,'-19'-11'225'0,"-2"-5"-9"0,1 7-15 15,2-1-11-15,-3 4-16 0,-4-5-16 0,-2 3-14 16,8 4-15-16,-3 1-4 16,-6 1-13-16,5 2-12 0,-6 2-12 15,-2 2-11-15,0 5-1 0,4 1-15 0,-3 7-6 16,-5 1-8-16,-6 9-3 0,-2 5-4 0,2 4-3 0,0 4-2 16,0 5 2-16,-20 20 25 0,20-18 8 0,-10 20-4 15,14-16 0-15,1-1 1 0,5 1-3 16,5-1 7-16,4-2 10 0,1-3-5 0,7 0-4 15,4 2 6-15,8-12 6 0,3 12 3 0,1-13 9 0,2 0-2 0,13 9-1 16,-2-13 21-16,8 0-13 0,9 7 1 0,-4-12 3 16,13 7 7-1,9-9-4-15,6 2-2 0,8-5-2 0,25 1-2 16,4-7-8-16,4-7-5 0,0-4 0 0,4-4 11 16,-3-1 9-16,2-3 9 0,-36-5-5 0,-2-1 15 15,2-4 11-15,-5-4 13 0,-3-5 5 0,-1-5 12 16,-5-2 3-16,-8-6 0 0,-5-4-12 0,-5-8-8 0,-8-1-27 15,-7-4-26-15,-13-6-27 0,-11-27-19 0,-13 3-26 16,-16-2-23-16,-16 7 3 0,-9-1-24 0,-22 5-36 16,-16 4-62-16,-29 8-69 0,-17 15-81 0,-28 11-72 15,-24 14-76-15,-25 20-118 0,-20 11-349 0,-21 8-952 16,-14 3 421-16</inkml:trace>
  <inkml:trace contextRef="#ctx0" brushRef="#br0" timeOffset="61301.83">4202 7960 98 0,'3'-10'259'0,"-2"0"3"16,-2 2-10-16,1 0-8 0,0 0-10 0,1 0-9 0,0 3-16 0,-1 1-10 15,0 0-21-15,0 0-8 0,2 0-29 0,-2 4-22 16,0-5-22-16,0 5-19 0,0 0-11 0,0 0-6 0,0 0-7 15,0 26-11-15,-3-9-4 0,2 8 1 16,-3 4-6-16,2 2-4 0,-1 1 0 0,0 1-6 0,2 0-2 31,0 0-2-31,2 1-1 0,0-3-4 0,2-3 10 16,-2 0-11-16,4-4 0 0,2-3-3 0,-2-4 1 0,2 6 10 16,1-6 0-16,0-6 0 0,-2 0 5 0,3-2 0 15,-2-3 11-15,5 0 10 0,1-5 20 16,1-1-1-16,-1-1-4 0,10-5 3 0,4-5-6 0,-1 0 13 15,-4-3 14-15,3-2 6 0,-10 2 2 0,4-6 6 16,-1 1-4-16,0-3 0 0,-8 5-10 0,4-9 0 16,0 2-16-16,-1-5 1 0,-5 0-13 0,0 2 15 0,-1 0-2 0,2 1 8 15,-3 1 9-15,-3 6 10 0,3 0-1 0,-2 2 7 16,-1 0 16-16,-1 7-6 0,1 1 16 0,-2 2-3 16,0 1-4-16,1 0-12 0,-1 1-11 15,0 1-12-15,-1 0-14 0,0 4-11 0,0-6-10 0,0 6-6 16,1-4-20-16,-1 4-22 0,0 0-28 0,0 0-32 15,0 0-26 1,0 0-3-16,0 0 12 0,0 14 7 0,0-7 12 16,0 4-1-16,0-1 6 0,0 4 5 0,3 1 5 15,-4 2 0-15,-1 2 8 0,4 0 4 0,-4 1-2 0,2-2 5 16,0 2 4-16,0-1 0 0,-1 0 2 16,2 1 2-16,-1-1 2 0,0 6 4 0,0-8-2 15,2 1-1-15,-1-2 4 0,0 0-3 0,1-3 6 16,-1-1 0-16,1 0-1 0,-2 0-3 0,3-1 7 0,-3-3-2 0,1 1 3 15,0-1-4-15,1 1 4 0,0-2 5 0,-2 1-5 16,0-5 0-16,2 0 0 0,-1 3 6 0,-1-3-6 0,0 1 3 0,1-1 2 16,-1 0 4-16,0-3 3 0,4 4 1 0,2-2 2 15,7-2 1-15,5-2 2 0,14-4-10 0,5-2-45 16,13-5-81-16,6-4-131 0,-1 1-152 0,-3-11-451 16,1 2-922-16,-3-8 408 0</inkml:trace>
  <inkml:trace contextRef="#ctx0" brushRef="#br0" timeOffset="62388.38">5524 8044 171 0,'-7'0'183'0,"1"0"-8"0,6 0-10 0,-12 0-12 16,12 0-7-16,-6 1-14 0,6-1 0 0,0 0-4 15,-8 0-1-15,8 0-6 0,0 0-3 0,-5 1-6 16,5-1-2-16,0 0-1 0,0 0 1 0,0 0 1 16,0 0-1-16,0 0-1 0,0 0-5 0,0 0 1 15,0 0-9-15,0 0-3 0,0 0-5 0,0 0 1 16,0 0-13-16,-6-4-8 0,6 4-1 0,0 0-8 0,0 0-3 15,0 0 1-15,0 0-7 0,0 0-9 0,0 0-3 0,0 0-4 16,0 0-6-16,0 0-1 0,0 0-3 0,27-3-2 16,-10-1-2-16,10-3-3 0,3 1-3 0,5-1-3 15,4 2 13-15,11-2-11 0,2 0-4 16,3 0-3-16,-1-3 2 0,-1 3-7 0,1 0 5 0,-3 2-4 16,-14 1 3-1,0-2 0-15,-4 3-4 0,-3 1 0 0,-11 2 3 16,0 0-7-16,-9-2-5 0,3 2-15 0,-6 0-6 15,-1 0-22-15,-6 0-8 0,5 2 4 0,-5-2-8 16,0 0-10-16,-23 9-20 0,5-1-17 0,-1-1-19 0,0 1-22 16,-2-2-17-16,2 1-34 0,3 0-57 0,-2-1-144 15,1-1-436-15,6 2 193 0</inkml:trace>
  <inkml:trace contextRef="#ctx0" brushRef="#br0" timeOffset="62735.7">5806 8233 54 0,'-13'4'233'0,"1"-3"-8"0,5 3-5 0,1-3-4 0,0 1-1 16,3-2-4-16,0 2-8 0,3-2-9 0,-7 1-6 15,7-1-26-15,-4 3-9 16,4-3-19-16,0 0-10 0,17-4-9 0,-4 3-15 16,6 0-7-16,12-4-11 0,0 0-7 15,2 1-9-15,4-1-10 0,4 0-3 0,-3 2-7 0,2-2-1 16,2 0-5-16,-4 3-7 0,-1-2-2 0,-1 1 5 16,-5 1-16-16,-12 2-2 0,-5-1 2 0,0 1-2 15,-5-1-5-15,0 1 0 0,0-1-1 0,-4-1-2 16,-5 2-5-16,9 0-15 0,-9 0-15 0,7 0-23 0,-7 0-20 0,0 0-16 15,0 0-34-15,0 0-54 0,-8 9-88 16,3-7-199-16,5-2-495 0,-8 3 219 0</inkml:trace>
  <inkml:trace contextRef="#ctx0" brushRef="#br0" timeOffset="63954.88">7103 7596 5 0,'-6'0'152'16,"6"0"0"-16,-11 0-21 0,11 0 1 0,-6 0-9 0,6 0 1 15,0 0-17-15,-8 0-5 0,8 0-7 0,0 0-10 0,-5-2 1 16,5 2-6-16,0 0-5 0,0 0-7 0,0 0-8 16,0 0 0-16,-6 2-5 0,6-2-6 0,0 0-5 15,0 0-7-15,0 0-4 0,0 0 3 16,0 0-8-16,0 0-5 0,0 0 4 0,0 0-8 0,0 0-3 16,0 0 3-1,0 0 5-15,0 0 0 0,0 0 2 0,0 0 1 16,0 0-2-16,0 0 4 0,0 0-3 0,0 0 2 15,0 0-4-15,0 0 0 0,20-5 3 0,-1 1 0 0,11 0-4 16,3 0-1-16,7-1-3 0,15-6 0 0,2 6-2 16,3 0 6-16,3-3 0 0,-2 3-3 15,7 0 2-15,-5-2-2 0,-2 3-9 0,-4 1 8 16,-16 1-8-16,-3 2 6 0,-3-3-4 0,-3 1-6 0,-10 4-12 0,-3-2-19 16,-4 2-32-16,-5-1-24 0,-1 0 0 0,-5 0-11 15,-4-1-15-15,-7 6-36 0,0-2-198 0,-7 0-367 16,-4-3 162-16</inkml:trace>
  <inkml:trace contextRef="#ctx0" brushRef="#br0" timeOffset="64370.67">7538 7617 224 0,'0'0'221'0,"-6"-3"-5"0,6 3-10 0,-1-3-9 15,1 3-17-15,0 0-17 0,0 0-11 0,-6-3-20 16,6 3-16-16,0 0-17 0,0 0-10 0,0 0-9 0,0 0-13 0,-3 12-9 16,0-3-6-16,3 2-4 0,-1 9-6 0,1 5-1 15,0 1-4-15,0 5-2 0,0 2-1 0,1 4-1 16,5 9-7-16,-3-8 6 0,1 9-8 0,-1-12 1 16,3-1-1-16,2 1 1 0,-3-3-1 0,1 2-4 15,2-3-3-15,-4 0 2 0,2-2-2 0,-2-2 1 16,-1-1-4-16,-2-8-1 0,-1 1-1 0,0-3 2 0,-4 2 3 15,4-6 3-15,-5 4 7 0,-4-3 5 0,1-3 0 16,-2 1 5-16,-5-4 7 0,-4 0-5 0,-2-4 6 0,-8-2 7 16,-2-1 6-16,-2-3 0 0,0-4 7 0,-2 1 1 15,0-3 2-15,0 2 15 0,1-4-3 0,5 2 15 32,0-3 18-32,2 3-5 0,12 2-5 0,-3-1-12 15,6 3 3-15,3 3-10 0,-1-3-6 0,5 3-14 0,-1-1-6 0,3 1-16 16,-2 0-24-16,5 2-36 0,-6-2-42 15,6 2-15-15,0 0-28 0,0 0-35 0,34 6-57 16,-12-2-82-16,9-3-349 0,-2 2-677 0,4-6 300 16</inkml:trace>
  <inkml:trace contextRef="#ctx0" brushRef="#br0" timeOffset="65141.33">7986 8397 160 0,'0'-5'290'0,"0"0"2"0,0 1-16 0,0-1-12 15,0 1-18-15,-3 0-11 0,6-1-27 0,-3 5-21 16,0 0-18-16,0-4-23 0,0 4-15 0,0 0-17 16,0-3-16-16,0 3-9 0,0 0-15 0,0 0-10 15,5 10-8-15,-5-5-7 0,0 0-7 0,1 5-8 16,-1 2 2-16,0 0-5 0,0 6 0 0,-1 1-5 0,1 7-1 16,-4-2-8-16,3 2 1 0,-2-6 0 0,2-2 2 15,1-1-7-15,-2-1 2 0,-1-4-3 0,3-2 1 16,-3-1-3-16,3-4 0 0,-1 0 2 0,1 2 5 15,0-4 16-15,0-3 38 0,0 5 31 0,0 0 38 16,0-5 34-16,0 0 26 0,0 0-12 0,0 0-23 0,0 0-14 16,13-18-12-1,-8 9-13-15,4-3-12 0,-3 0-14 0,2-3-7 16,4 0-11-16,-2 2-8 0,-4 4-7 0,1 0-9 16,-1 0-9-16,0 4-3 0,-2 0-15 0,-1 0-4 15,1 0-10-15,-1 4-6 0,-3 1-12 0,0 0-13 16,16 5-10-16,-10 0 1 0,0 1-4 0,4 3-2 15,1 4 0-15,0-1 4 0,0 2-1 0,1 0-3 16,0 1-8-16,-2-3-29 0,4 3-47 0,-2-1-40 0,-1 2-42 0,-2-3-56 16,-1-1-56-16,1-2-99 0,-3-3-270 0,2-3-731 15,-3-3 324-15</inkml:trace>
  <inkml:trace contextRef="#ctx0" brushRef="#br0" timeOffset="67800.36">8952 7604 50 0,'0'0'189'16,"1"-4"-17"-16,1 0-25 0,-2 4-10 0,0 0-11 15,0 0-10-15,-8 18-10 0,3-7-6 0,-4 4-9 16,-1 2-11-16,-7 7-6 0,2 2-5 0,-6 2 1 15,2 1-3-15,-12 9-6 0,2-1-3 0,-5-1-7 16,2 0-7-16,7-7-1 0,-13 5-3 0,15-9-2 0,-4-1-7 16,3-5 1-16,1 0 0 0,9-5 2 0,-3-4 5 15,6-2 6-15,1-1 13 0,2 0 23 0,1-4 22 16,1 0 30-16,1-3-17 0,-1 0-11 0,6 0 14 16,-12-6 3-16,8 1 6 0,0-2 2 0,3-3-12 0,0-1-7 15,1-5-12-15,1 0-8 0,3 1-12 16,1-2 0-16,-2 5 0 15,2 0-5-15,0 0-10 0,0 2-4 0,0 2-11 16,-1 3-6-16,1-1-6 0,0 4-16 0,5-1 4 16,0 3-5-16,2 0-5 0,6 5 1 0,-1 1-4 15,9 3-2-15,1 3-1 0,5 1-15 0,-2 1-11 16,3 2-18-16,-3-2-32 0,2 3-39 0,-1 0-51 16,1 1-59-16,-1-4-88 0,-7-2-270 0,-5-4-621 15,-1-1 275-15</inkml:trace>
  <inkml:trace contextRef="#ctx0" brushRef="#br0" timeOffset="68301.33">9256 7782 140 0,'9'-7'257'0,"1"0"-15"0,-1 2-22 16,3-2-18-16,-1 1-18 0,2 2-19 0,-1 4-21 15,2 0-18-15,1 3-10 0,4 2-6 0,-2-1-12 0,-3 5-8 0,1-1-8 16,-6 2-14-16,1 4-2 0,2-1-8 0,-6 2-5 16,-1-1-4-16,-1 2-2 0,-4 2-4 0,-3-1-5 15,0-1-1-15,-1 4-2 0,-5-3-2 0,3-2-5 16,-3-1-5-16,-2 2 2 0,2-7 4 0,-1 3 11 15,2-3-7 1,0-1 6-16,3-4 4 0,1 1 12 0,0 0 7 16,-1-2 24-16,2 1 31 0,3-4 29 0,-5 2 31 15,5-2-18-15,0 0-13 0,-5-10-16 0,5 4-6 16,3-5-11-16,0-2-10 0,1 1-10 0,1-6-12 16,6-5-5-16,-1 0-7 0,0 1-8 0,-2 5-1 15,3 0-14-15,-3 1-3 0,-2 6-10 0,-1 0 4 16,0 0-4-16,2 4-10 0,-5 1-4 0,2 0-2 0,-1 1-7 15,-1 2-8-15,-1-2-27 0,-1 4 1 0,0 0-6 0,0 0-10 16,12 7-12-16,-8-2 1 0,-2 3 2 0,3 0 8 16,3 2-1-16,-3 5 4 0,3 2 11 0,2-2-1 15,3 4 3-15,2 1-4 0,2-1 26 0,2 0-19 16,5 1-28-16,-2-3-43 0,1-3-44 0,3 1-58 16,-1-3-69-16,-7-6-98 0,1-1-215 0,2-5-623 15,-6-1 276-15</inkml:trace>
  <inkml:trace contextRef="#ctx0" brushRef="#br0" timeOffset="68579.67">9817 7527 236 0,'4'-5'242'0,"-2"1"-20"0,1 2-20 0,2 0-17 16,2 2-8-16,3 2-16 0,2 2-15 0,5 0-11 0,1 8-11 16,2 5-12-16,2 3-5 0,0 2-4 0,-3 4-10 15,3 4-7-15,2 10-4 0,-6 6-5 0,-8-12-4 0,3 12-8 16,-5-1-6-16,-7-8-2 0,-4-4-3 0,-3 0-7 16,-8 1-2-16,-5-1 2 0,-9 8-17 0,-7-6-8 0,-2-3-9 15,-4-4-20-15,-3 0-35 0,-5-6-37 0,-5 0-44 16,3-5-67-16,-9-4-238 0,8-3-461 15,-2-4 204-15</inkml:trace>
  <inkml:trace contextRef="#ctx0" brushRef="#br0" timeOffset="69049.14">8777 7406 63 0,'-3'-3'209'0,"0"0"-20"0,3 3-23 0,-11-2-15 15,4 2-14-15,-4 4-11 0,-1 0-15 0,-6 7-7 0,-9 5-9 16,3 7-9-16,-7 16-10 0,-5 2 1 0,3 5-1 15,2 7-3-15,-8 20-5 0,13-17 0 0,-6 20 2 16,17-21-8-16,3-3 0 0,7-1 0 16,5-2-8-16,4-3 1 0,5-14-1 0,9 1 3 0,10 10 16 15,6-10-6-15,13-3 1 0,10-5 1 0,6-4-10 0,29 1-26 16,-28-9-56-16,29 0-84 0,-32-10-139 0,6 1-145 16,-2-1-423-16,-5-6 186 0</inkml:trace>
  <inkml:trace contextRef="#ctx0" brushRef="#br0" timeOffset="70451.45">11790 7736 10 0,'0'-4'291'0,"0"-3"-4"0,0 2-11 0,0-3-11 16,0 4-5-16,0-1-6 0,1-2-18 0,2 2-17 16,-3 3-10-16,0 2-17 0,1-7-23 0,-1 7-19 15,0-5-15-15,0 5-19 0,1-3-15 0,-1 3-18 16,0 0-5-16,0 0-8 0,0 0-17 0,3 15-5 16,-2-6-5-16,-1 3-4 0,4 5 4 0,-3 1-13 15,1 0-7-15,-2 1-15 16,1 6 1-16,2 0-1 0,-3 1-1 0,1-7 1 15,-1-1-1-15,1-2 4 0,0 1-5 0,-1-5 3 16,2 0-6-16,-4-1 0 0,2-2 2 0,0-2 1 16,0 0-1-16,2-2 4 0,-2 1-6 0,1-3 7 15,-1 3-1-15,0-4 14 0,0-2-15 0,0 0 0 16,0 6 6-16,0-6-2 0,0 4-1 0,0-4 2 16,0 0 0-16,0 0 6 0,0 0-19 0,0 0-14 0,0 0-25 15,0 0-40-15,-8-11-74 0,4 1-70 0,-2 2-40 16,1-4-263-16,-7-5-571 0,2-1 253 0</inkml:trace>
  <inkml:trace contextRef="#ctx0" brushRef="#br0" timeOffset="70621.17">11735 7465 128 0,'0'-7'241'15,"0"3"-15"-15,0-1-19 0,0 2-22 0,0 3-17 16,3-5-20-16,-3 5-17 0,0-5-11 0,0 5-22 15,3-3-18 1,-3 3-21-16,0 0-20 0,12 3-28 0,-7 0-31 0,1-1-22 16,2 2-25-16,-1 0-46 0,-2 0-154 0,5 1-288 15,-1 1 127-15</inkml:trace>
  <inkml:trace contextRef="#ctx0" brushRef="#br0" timeOffset="71005.42">12440 7528 130 0,'8'0'251'16,"-8"0"-21"-16,0 0-17 0,0 0-24 0,5 1-17 16,-5-1-14-16,0 0-18 0,-11 10-15 0,2-8-12 15,-1 6-15-15,-5 1 0 16,-1 0-14-16,3 2-12 0,-5 0-5 0,4 0-5 15,-1 2-7-15,2-4-6 0,-1 3-7 0,5-1-3 16,0-3-1-16,0 2-7 0,4 1-4 0,0 1-4 16,2-3-1-16,2 3 0 0,2-1-4 0,2 0-1 0,3 1 0 15,4 1 1-15,2 1-3 0,2 0 5 16,0-1-10-16,9 4-1 0,-1-2 3 0,1 2-6 0,-1 0-1 16,-7-4 1-16,2 0 4 0,-3 0-8 0,-2 1 1 15,-1-3 1-15,-4-2 2 0,0 2-3 0,-2-4-1 0,-3 3 4 16,0-2 3-16,-6 2 7 0,-4-1-4 0,-5 1-3 15,-2-1 4-15,-4 1-4 0,-7 0 4 16,-3-2-7-16,-2 0-14 0,2-3-31 0,-4 0-53 16,3-2-68-16,2-3-262 0,8 0-456 0,2-3 202 0</inkml:trace>
  <inkml:trace contextRef="#ctx0" brushRef="#br0" timeOffset="72154.23">14587 7437 207 0,'3'-2'209'0,"-3"2"-5"0,2-6-14 0,-2 6-17 16,4-2-16-16,-4 2-16 0,1-3-13 0,-1 3-11 0,0 0-15 16,0 0-9-16,0 0-12 0,-21 5-7 15,8 1-14-15,-5 3 3 0,-1-3-12 0,-8 5-1 16,0-1-7-16,-1 1-5 0,0 2-1 0,1-2-4 16,0 4-4-16,2-3-5 0,7-2-6 0,0 3 3 0,4-4-3 0,-4 4-3 15,6-2 2-15,1 0-6 0,3 0-1 0,3-1-1 16,1 0-1-16,0 2 3 0,6-3 2 0,0 1-5 15,6-1 2-15,1 1-3 0,5-1 2 0,0 4 1 16,13-1-4-16,1 1 0 0,1-1-1 0,0-3 1 16,-1 0 0-16,0 2-4 0,-3 2 3 0,-7-5 0 15,0 2-5-15,-1-3 5 16,-3 5-7-16,-4-4-1 0,-2-2 2 0,-2 1-7 16,-1 1-3-16,-5 0 5 0,-1-2 7 0,-8 4-4 15,-5 3 2-15,-5-3-1 0,-8 2 5 0,-7-2-4 16,-4 1 0-16,3-3 3 0,0 2 1 0,-1-3 1 15,-2 0-4-15,2-2 1 0,0-1-1 0,2-1 7 16,-2-1-8-16,4 1 0 0,4-6 3 0,5 3-9 16,4-2-6-16,6 2-17 0,3-3-23 0,1-1-37 0,6 1-41 0,6-5-46 15,2 1-161-15,9 0-366 0,2-5 162 0</inkml:trace>
  <inkml:trace contextRef="#ctx0" brushRef="#br0" timeOffset="72586.7">15192 7556 151 0,'-8'0'167'0,"8"0"-13"15,-13 2-16-15,3 0-16 0,1 3-1 0,-3 0-22 16,-3 3-7-16,1 3-9 0,-4-1-3 0,0 6-15 16,2-3-1-16,2-1-7 0,-2 5-12 0,3-3 3 0,2 4-6 15,1-5-5-15,2 0 0 0,3 0 15 0,0-1 3 16,4 0-7-16,1 0-3 0,1-1 0 16,5-1-5-16,2 0 1 0,6-1 2 0,4-1-7 0,2-3 0 0,10-1-3 15,0-1-2-15,7-5-4 0,2 1 1 0,-2-3-2 16,-1-2-7-16,1-2 0 0,-5 0-4 0,-2-2 5 15,-3 0 15-15,-9 2 28 0,-1-1 22 0,-4 0 5 16,-4 1-1-16,-2-1-9 0,-1-8-6 0,-3 5-8 16,-4-5-6-16,-3-1-9 0,-3-1-7 0,-4 3-3 15,-2 0-5-15,-2 3-9 16,1 1-1-16,-7-1-6 0,-3 4-4 0,4 2-7 16,-1 2 0-16,-8 0-3 0,2 4-1 0,4-1-8 15,4 4-14-15,-3-1-19 0,3 2-21 0,2-1-32 16,7 3-33-16,-4 0-13 0,6-1-27 0,7 1-23 15,-2 0-214-15,3-4-430 0,0-1 190 0</inkml:trace>
  <inkml:trace contextRef="#ctx0" brushRef="#br0" timeOffset="72971.7">15575 7367 19 0,'-4'-11'329'0,"4"0"-21"0,-2 1-13 16,2 3-19-16,0 1-9 0,0 0-24 0,0 1-23 15,0 0-28-15,-2 2-21 0,2 3-18 0,2-7-22 0,-2 7-16 16,0 0-16-16,0 0-14 0,0 0-9 0,6 11-9 16,-5 0-6-16,3 7-7 0,-3 2-6 15,2 7-5-15,2 1-2 16,-5 2-7-16,0 2-1 0,0 2-5 0,1 0 4 15,-1 3-6-15,4-7 3 0,-3-2-7 0,3 0-2 0,-1-2-1 16,-1-8-7-16,1-1 13 0,-2-5-15 0,3 0 5 16,-1-3-4-16,-2 0 1 0,0-2-1 0,3-2 2 15,-3 0-4-15,-1-1 22 0,0-2 15 0,3 3 21 0,-3-5 3 16,1 2 13-16,-1-2-5 0,3 4-1 0,-3-4-8 16,0 0-9-16,0 0-4 0,0 3-2 0,0-3-16 15,0 0-24-15,0 0-25 0,0 0-25 0,0 0-29 16,0 0-32-16,0 0-31 0,0 0-38 0,0 0-36 15,0 3-44-15,0-3-39 0,0 0-243 0,0 0-570 16,0 0 253-16</inkml:trace>
  <inkml:trace contextRef="#ctx0" brushRef="#br0" timeOffset="73604.52">15856 7625 34 0,'1'0'343'0,"2"-3"-33"16,-3 3-33-16,4-4-28 0,-4 4-31 0,0 0-22 16,0 0-23-16,0 0-22 0,0 0-17 0,0 0-9 0,2 14-16 0,-2-6-8 15,0 2-10-15,-1 2-11 0,0 0-7 0,1 0-9 16,-4 5-6-16,4-5-6 0,0 1-2 0,0-1-4 16,0 0-4-16,4-3-2 0,-3-2-8 15,0 0 8-15,1-1-8 0,0-1 1 0,2-1 4 0,-1 1 2 16,-1-4 12-16,2 0 28 0,-4-1 5 0,13-2 20 15,-7-1-7-15,1-3 3 0,-1 1-3 0,3-2-2 0,0-1-3 32,-2-1-18-32,1-2-12 0,4-3 0 0,-3 2-8 15,-2 0-7-15,2 4-8 0,0-2 1 0,-4 5-3 0,-1-2-8 0,1 3-10 0,1 1-6 0,-2-1-11 0,-1 1-14 16,-3 3-6-16,10-1-7 0,-10 1-1 16,13 4-1-16,-7 0-1 0,5 2 8 0,-2-2-11 31,2 4 17-31,2 1 1 0,5 1 0 0,0 0-1 0,5 4 3 0,-4-5-8 15,1-1-9-15,7 0-7 0,-8-1-12 0,3-4-2 16,-3 1-4-16,4-1-3 0,-1-3-5 0,-4-1 3 16,0-3 2-16,-2-1 10 0,0-2 5 0,-5-1 10 15,-1-1-3-15,-1-6 11 0,-2-2 1 0,-1 0 11 16,-5 0 7-16,4-4 7 0,-5-4 9 0,0-3 0 16,-1 1 6-16,-4-3 3 0,1-2 4 0,-1 2-5 0,1-5 6 0,2 4 7 15,-2 1 21-15,1-1 20 0,1 5 12 0,0 9 10 16,-1 1-14-16,1 4 10 0,2 3-14 0,-1 2-5 15,1 2-15 1,-1-1-10-16,1 3-10 0,0 3-52 0,0 0 1 16,0 0 3-16,0 0-7 0,0 20 2 0,0-7 3 15,-1 5 2-15,1 7-2 0,-2 2 6 0,2 3 1 16,0-1 2-16,-2 0 0 0,2-1 2 0,0 0-4 0,2-4 8 16,0 4 2-16,-1-5-26 0,0-3-14 0,0-4-15 15,1 1-15-15,1-7-13 0,-3 1-23 0,0-3-26 16,2 0-36-16,-2-2-23 0,2 0-24 0,-4-1-15 15,4-1-8-15,-2-4-254 0,0 0-526 0,0 0 233 16</inkml:trace>
  <inkml:trace contextRef="#ctx0" brushRef="#br0" timeOffset="73842.31">16324 7528 89 0,'-9'0'195'0,"3"3"-12"15,-1-1-10 1,4 1 5-16,3-3-2 0,-6 3-10 0,6-3-12 16,0 0-8-16,0 0 4 0,9 4-1 0,6-4-15 0,12-3-17 15,9 2-16-15,15-3-8 0,3 0-5 16,2-3-10-16,1 4-10 0,4-5-7 0,-1 2-6 16,-4-4-3-16,-6 5-6 0,-11 2-7 0,-6-2-6 0,1 2-9 15,-6 0-10-15,-9 0-9 0,-4 2-13 0,-3 1-4 16,-1-1-18-16,-6 0-8 0,-1 0-26 0,-4 1-35 0,0 0-38 15,0 0-41-15,0 0-190 0,-25-4-396 0,16 7 175 16</inkml:trace>
  <inkml:trace contextRef="#ctx0" brushRef="#br0" timeOffset="74158.42">17173 7475 70 0,'0'0'408'0,"-1"-5"-21"0,1 1-8 0,0 4-33 15,0 0-22 1,0-5-30-16,0 5-29 0,0 0-31 0,0 0-24 0,0 0-30 16,0 0-23-16,0 0-10 15,0 0-24-15,0 0-21 0,0 0-15 0,0 0-10 16,7 12-2-16,-5-4-8 0,1 0 7 0,-1 3-23 15,2-1-8-15,-1 4-2 0,-1-2-2 0,2 1-7 0,-1 3-7 16,-1-3 5-16,1 3-8 0,-1-3 0 0,1-3-23 16,-2 1-25-16,0 0-14 0,2-3-29 0,-3-1-15 0,1-1-17 0,1-1-19 15,-1 0-17-15,-1-1-9 0,0-1 7 0,0-3 6 16,-1 5 12-16,1-5-25 0,0 0-73 0,0 0-253 0,-17-12-511 16,8 2 226-16</inkml:trace>
  <inkml:trace contextRef="#ctx0" brushRef="#br0" timeOffset="74327.48">17107 7244 227 0,'0'-8'307'15,"0"-4"-16"-15,0 8-18 0,-4-2-25 0,4-1-24 16,0 3-24-16,0 2-25 0,4-4-18 0,-4 6-18 16,5-2-17-16,-5 2-26 0,14 0-26 0,-2 6-32 0,-1-3-36 15,7 2-45-15,-3 5-43 0,5-3-37 0,-1 4-67 16,0-2-165-16,9 0-384 0,0 3 170 0</inkml:trace>
  <inkml:trace contextRef="#ctx0" brushRef="#br0" timeOffset="74712.92">17840 7386 70 0,'0'0'251'16,"-7"-3"-21"-16,7 3-15 0,-6-1-21 0,6 1-23 15,-8 0-11-15,8 0-21 0,-18 4-12 0,8-1-10 16,-6 4-18-16,1 3-6 0,1-1-7 0,-4 3-9 16,5 0-9-16,-5-1-11 0,4 3-3 15,0-3-4-15,4 3-7 16,1-4-3-16,3 1 7 0,1 0 7 0,1-1-3 16,1-1-6-16,2 3 1 0,1-7 1 0,3 6 6 15,0-5-1-15,4 2 5 0,2-3-3 0,3 0 4 16,8-1-5-16,-2-4-1 0,3 3-5 0,6-3-5 15,-8-3-4-15,11 2 1 0,-12-3 12 0,-3 2 18 0,0-2 13 16,-3-2 30-16,-1 1 10 0,-3-1 2 16,0-2-12-16,-2 0-14 0,2-4-14 0,-5-1-4 0,1 2-8 0,-2-5-17 15,-2-1-7-15,-2 5-6 0,2-1-11 0,-5 1-4 16,1 2-11-16,-4 1-3 0,0-1-12 0,-5 0-15 16,-4 2-9-16,-3 0-11 0,1 6-8 0,-8-1-17 15,-4 3-10-15,10 0-24 0,1 3-30 0,0-2-29 16,2 3-31-16,3 4-33 0,6-4-32 0,0 2-279 15,5-3-570-15,1 2 252 16</inkml:trace>
  <inkml:trace contextRef="#ctx0" brushRef="#br0" timeOffset="75060.42">18058 7428 264 0,'4'0'397'0,"-4"0"-19"16,0 0-41-16,0 0-26 0,6-1-38 0,-6 1-26 16,0 0-33-16,0 0-22 0,0 0-27 0,0 0-16 15,0 0-10-15,5 2-18 0,-3 2-14 0,-2 2-23 16,0 1-11-16,0 1-8 0,0 3-10 0,-2-1-11 16,1 1-9-1,0-1-14-15,-2-3-8 0,2 3-3 0,0-2-3 0,1-2 6 16,-2-2-8-16,2 1 1 0,0-1 12 0,0-4 34 15,-1 5 24-15,1-5 14 0,0 0 0 0,0 0-3 16,0 0-1-16,23-10 3 0,-13 2-3 16,5-1 6-16,0 1-17 0,-4 0 2 0,3 1-5 0,-5 1-7 15,6 1-20-15,-7-1 3 0,2 2-2 0,0 1-10 0,2 0-13 16,-3 2 7-16,0 0-10 0,1 2-9 0,2 0-20 16,0 4-12-16,6 3-36 0,0 0-42 0,-2 0-50 15,3 2-67-15,1 7-87 0,-4-5-395 0,0-4-756 0,-6 0 335 16</inkml:trace>
  <inkml:trace contextRef="#ctx0" brushRef="#br0" timeOffset="76014.7">19594 7413 50 0,'0'0'228'15,"0"0"-22"-15,-3-5-18 0,3 5-13 0,-1-2-21 0,1 2-18 16,0 0-9-16,-6-3-20 0,6 3-10 0,0 0-11 16,-13 4-5-16,8 0-16 0,-6 0-3 0,1 4-5 15,-4 1-7-15,1 3-9 0,-2-1 0 16,2 1-6-16,3 0-4 0,-4 1-2 0,6-2-2 0,1 4-2 0,1-6 0 0,3 0-5 15,0 0-1-15,3 2-2 0,2-2 11 16,-1 0 3-16,6-1 7 0,-2-1 3 0,7-4-1 16,2-1 2-16,1-1 0 0,3-2-1 0,4-3-4 0,-4 0-4 15,-2-3 3-15,1 1 7 0,-3-2 11 0,-1-4 5 16,-4 3 7-16,2-2-2 0,-4-1 7 16,-5 1-18-16,2-2-5 15,-1-2-4-15,-5-1-3 0,-1-1-9 0,-4 0-5 16,-1 0-13-16,-3 0-3 0,-1 1-8 0,-1 1 0 15,-2 0-7-15,0 1-6 0,-3 4-4 0,2 0-6 16,-1 3-13-16,-5 1-14 0,4 3-11 0,2 1-15 16,2 2-19-16,2 0-18 0,2 3-25 0,1-2-23 15,4 1-14-15,1 0-211 0,4-2-414 0,-2 5 183 0</inkml:trace>
  <inkml:trace contextRef="#ctx0" brushRef="#br0" timeOffset="76393.63">19773 7125 288 0,'1'-5'311'0,"-1"-3"-11"0,4 3-18 0,-3 1-27 0,0 1-27 0,-1 3-28 15,0-6-14-15,0 6-35 0,1-4-32 0,-1 4-12 16,0 0-15-16,3 13-11 0,0-3-12 0,-2 9-4 16,-1 8-7-16,3 3-4 0,-3 3-3 0,0 3-12 15,0 10 0-15,1-12-4 0,1-1-2 0,2 2-2 16,1-5-3-16,3 0 5 0,0-1-9 0,2-3 0 15,4-4-1-15,-1 3 0 16,3-2-6-16,-3-10 7 0,2-1-1 16,-6-5 5-16,3 2 7 0,-2-3 4 0,-5-4 15 15,3 3 23-15,-3-4 40 0,0 0 4 0,-5-1-3 16,8-4-13-16,-7-1-5 0,-1 0-11 0,-5 0-19 0,1-5-17 16,-5 0-8-16,-4-2-19 0,-2-1-8 0,-8-7 3 15,-1 5-4-15,-1-2 5 0,0 0-9 0,1 0 0 16,7 6-2-16,-1 0-3 0,5 2 12 0,3 4 11 0,1-2 7 15,1 2 2-15,2 2-8 0,2-1 1 0,3-1-4 0,6 0-11 16,9 0-4-16,14-5-11 0,9 1-13 16,23-1-33-16,31-2-40 0,-1-2-36 0,0 3-36 15,5 1-36-15,3-5-66 0,6 4-104 0,-10-3-228 16,-30 2-638-16,0-5 283 0</inkml:trace>
  <inkml:trace contextRef="#ctx0" brushRef="#br0" timeOffset="77094.73">22696 6958 167 0,'-2'-8'304'0,"0"4"-15"0,2-1-8 15,0 0-12-15,-2 2-20 0,2 3-25 0,0-6-25 16,0 6-25 0,2-6-19-16,-2 6-20 0,0 0-14 0,0 0-19 15,0 0-13-15,0 0-7 0,2 19-23 0,0-9-3 16,-2 7-4-16,0 3-10 0,4 4-5 0,-5 0-1 0,2 2-5 15,-1 1-3-15,0-8-5 0,0 2 2 0,3 3-7 16,-3-5 1-16,0-2-1 0,2-1-2 0,-2 0-3 16,2-5-1-16,0-2 9 0,-2-1-10 0,0-3-1 15,0 2 4-15,0-2-2 0,0 0 0 0,0-5 4 16,0 5 11-16,0-2 2 0,0-3 7 0,0 4 4 0,0-4-2 0,0 0 2 16,0 0 3-16,0 4-6 0,0-4-3 0,0 0 10 15,0 0-21-15,0 0 0 0,0 0-18 16,0 0-25-16,0 0-54 0,-9-8-71 0,5 2-83 0,-2-3-49 15,0-1-239-15,-1-4-559 0,1-3 247 0</inkml:trace>
  <inkml:trace contextRef="#ctx0" brushRef="#br0" timeOffset="77466.56">22669 6686 193 0,'-5'-7'209'0,"-1"0"-15"0,1 2-19 16,0 1-19-16,-2 1-15 0,1 0-8 0,-5 1-19 0,-1 4-13 16,-7 2-3-16,-2 5-11 0,-6 3-6 0,2 8-8 15,-6 1-4-15,-7 13-7 0,-2 5-1 0,2 6 5 16,2 3 19-16,0 3 2 0,-6 22-11 0,13-24-10 16,6 1 0-16,1-5 1 0,3 0 1 0,10-11 15 0,4-5-5 0,4 0 5 15,3-2 0-15,2-8 10 0,9 7-3 0,5-6 14 16,9 0 3-16,3-6-1 0,23-1 5 0,8-2-4 15,4-9-11-15,28-3-6 0,-26-4-3 0,-3-3-2 16,0-4 2-16,-2-5 5 0,-2 0 4 0,-5-2 9 16,-5-3 2-16,-18 2-1 0,-4-1 9 0,-3-5-7 15,4-13-4-15,-13 6-11 0,-5-16-21 0,-7 2-13 16,-10-6-21-16,-8-1 1 0,-10 1-9 0,-8 5-13 16,-9 4-1-16,-10 6-27 15,-1 4-46-15,-29 0-42 0,-12 10-47 0,-3 12-43 16,-5 11-63-16,-2 8-82 0,-1 9-355 0,3 2-744 15,-1 3 330-15</inkml:trace>
  <inkml:trace contextRef="#ctx0" brushRef="#br0" timeOffset="79167.84">4407 9750 53 0,'0'0'234'15,"0"0"1"-15,0 0-1 0,-1-5-10 0,1 5-9 16,0 0 2-16,0-5-5 0,0 5-9 0,0 0-17 16,0 0-5-16,0-5-9 0,0 5-16 0,0 0-12 15,0 0-20-15,2-3-14 0,-2 3-15 0,0 0-11 16,0 0-24-16,0 0-26 0,0 0-32 15,0 0-6-15,0 0-2 0,3 13 0 0,-2-1 5 16,2 0-8-16,1 8 4 0,2 2 1 0,0 4-1 16,-2 1-2-16,2 2 12 0,-1 0-5 0,4 0-4 15,-2 1-1-15,2-1 0 0,-1-4 3 0,0 1 0 16,3-1 1-16,-4-8 0 0,2 0 1 0,-1-2 0 16,-2 0 1-16,2-5 5 0,1-1 6 0,-3-2-6 15,-2-1 3-15,1 1 22 0,2-3 23 0,0-2 15 0,1 1 15 0,1-4 8 16,3-2 1-16,0-1-1 0,0 0 0 0,3-4-16 15,-1-2 12-15,1-3-13 0,3-7-1 0,0 2-6 16,-4 2-2-16,1-7 5 0,2 0-11 0,0-1 0 16,0-3 5-16,-1 0-17 0,-2 1-3 0,-1-3-9 15,1 0 1-15,-3 1 0 0,0 2-8 0,-1 2-4 0,-7 5-3 16,3-5-3-16,-4 6-5 0,1 0 3 0,-3 4 0 0,1 2 0 16,-2 1 0-16,-1 2 2 0,0 2 1 0,1 0-15 15,-2 2 2-15,0 1-4 0,1-2-11 0,-2 3-9 16,0 1-5-16,-1-1-16 0,5 3-4 0,0 0-7 15,-13 5 0-15,7-3-5 0,1 3 0 0,-1 1-6 16,2 0 2-16,1 2 4 0,-1 0 1 0,2 0 0 16,0 1 2-16,4 0 7 15,0 0-4-15,2 0-15 0,6 1-30 0,6-2-41 16,9 6-56-16,3-6-59 0,3-1-319 16,5-2-616-16,0-5 273 0</inkml:trace>
  <inkml:trace contextRef="#ctx0" brushRef="#br0" timeOffset="79436.92">5834 9843 244 0,'0'0'383'0,"0"0"-10"0,0 0-17 0,-8-4-28 16,8 4-31-16,0 0-36 0,0 0-30 0,12-7-10 16,-2 0-41-16,3 2-30 0,6 0-38 0,9-4-61 0,4 3-50 15,1 1-51-15,1-1-54 0,0 3-53 0,2 0-69 0,-4 1-217 16,-3-5-477-16,1 5 211 0</inkml:trace>
  <inkml:trace contextRef="#ctx0" brushRef="#br0" timeOffset="79583.81">6004 9932 69 0,'-17'9'189'0,"3"1"-14"0,4-2-21 0,3-2-9 0,1-1-13 0,2-2 3 16,3 2 20-16,5 0 12 0,4-1-5 0,12-2-15 15,10-1-13-15,5-1-16 0,19-3-39 0,0-2-64 16,-1 0-87-16,1-7-246 0,-3 3-344 0,-11 1 153 15</inkml:trace>
  <inkml:trace contextRef="#ctx0" brushRef="#br0" timeOffset="80400.33">7393 9484 29 0,'0'0'182'0,"0"0"-11"0,-9 0-6 0,9 0-6 16,0 0-3-16,0 0-8 0,-6 2-10 16,6-2-5-16,0 0-8 0,0 0-9 15,0 0-8-15,0 0-10 0,-7 0-2 0,7 0-3 0,0 0-3 16,0 0-3-16,0 0-6 0,0 0-7 0,0 0-7 0,0 0-4 16,0 0-11-16,20-7-4 0,-4 2-5 0,12 0-6 15,0 0-3-15,7-2-1 0,17-1-1 0,-2-1-10 0,8 2-1 0,3-3 0 16,0 2-3-16,2 0 0 15,0 2-3-15,-6-1-3 0,-6 3 1 16,-15 2-2-16,-3-1-6 0,-5 3-1 0,-7-3-19 16,-6 3-32-16,-1 3-37 0,-5-3-33 0,-3 2-3 15,-2-1 16-15,-4-1-11 0,0 0-19 0,-16 9-213 0,4-4-377 16,-7 0 167-16</inkml:trace>
  <inkml:trace contextRef="#ctx0" brushRef="#br0">7895 9447 228 0,'-1'-4'250'0,"1"4"-5"15,-3-5-6-15,2 2-4 0,1 3-6 0,-2-3-3 16,2 3-30 0,-3-4-19-16,3 4-17 0,0 0-18 0,0 0-15 15,-3-2-16-15,3 2-24 0,0 0-27 0,0 0-8 16,0 0-5-16,-1 14-2 0,1-1-10 0,-1 6-4 15,-1 9-3-15,0 2-5 0,1 4-1 0,2 0 1 16,1 11 2-16,1 2-5 0,0 0 1 0,-2-12 0 16,3 3-1-16,1 7-1 0,0-11 0 0,-2-1-2 15,2-1-3-15,0-1 1 0,-1-2-4 0,-4-3-2 0,1-1 5 0,-2-4-5 16,-2-6 0-16,-1 1 1 0,-1-4 5 0,-1-2-1 16,-1 0 11-16,-2-2-5 0,-6 1 1 0,-2-3 12 15,-4-2-12-15,-1-2 4 0,-6-2-2 0,-3 0 0 16,1-5 8-16,-1 3 3 0,2-5 5 0,-2-1 5 15,7-1 11-15,-6 1 9 0,12 1 6 0,-1 0 10 16,6 2 14-16,1 0 0 0,1 0-1 0,5 1-18 0,-1 1 2 0,1-1-7 16,1 0-7-16,1 3-2 0,4 1-18 0,-6-5-14 15,6 5-29-15,0 0-36 0,-1-2-30 0</inkml:trace>
  <inkml:trace contextRef="#ctx0" brushRef="#br0" timeOffset="81217.58">8220 10065 169 0,'0'0'327'0,"0"0"-29"0,1 4-27 0,-1-4-27 16,0 0-27-16,0 0-25 0,0 0-15 16,5 0-29-16,-5 0-18 0,4 5-9 0,-4-1-12 15,3 2-15-15,-2 3-4 0,0 1-14 0,-1 2-6 16,0 2-10-16,3 1-3 16,-6 5-4-16,3-3-7 0,0 1-6 0,-1-1 0 15,0 0-6-15,-2-4-3 0,3-1-5 0,0-2-4 16,0-1 0-16,0-4 8 0,0 0-7 0,0 0 15 15,0 0 33-15,0-2 35 0,0-3 44 0,0 5 28 16,0-5-12-16,0 0-18 0,0 0-22 0,9-17-10 16,0 8-6-16,0-5-17 0,-4 3-8 0,9-4-4 15,-5 0-14-15,5 3-3 0,-1-1-11 0,-2 3-2 0,-3 2-6 0,3-1-8 16,-2 1-9-16,2 4-2 0,0-1-5 0,-1 1-10 16,3 0-19-16,-7 4-15 0,6-3-18 0,2 3-17 15,-5 0-30-15,4 3-28 0,-2 2-21 0,2 0-35 16,0-1-49-16,-2 3-40 0,5 1-68 0,-5-3-277 15,1-2-656-15,0 1 290 0</inkml:trace>
  <inkml:trace contextRef="#ctx0" brushRef="#br0" timeOffset="81587.05">9063 9624 54 0,'0'-9'323'0,"0"-2"-6"0,1 2-8 0,-1 4-13 16,0 0-13-16,3-2-21 0,-3 3-31 0,0 4-29 0,1-6-26 16,-1 6-20-16,0-4-22 0,0 4-22 0,0 0-13 15,0 0-10-15,0 19-11 0,0-8-10 0,1 5-8 16,-1 5-5-16,-1 2-3 0,1 3-8 0,0 1-5 15,-1 1 2-15,-2 2-4 0,2-4-5 0,1 1-3 0,0-1 9 16,-5 2-14-16,5-5 4 0,0-1-3 0,0-3-4 16,1-1-4-16,-2-1 5 0,1-3-7 0,0 0 4 15,0-2-2-15,0-2-18 0,1 0-3 16,-1-5-31-16,0-1-18 0,-1 0-11 16,1 0-8-16,0-4 1 0,1 8-2 0,-2-7 9 15,1-1 4-15,0 0-27 0,0 0-92 16,0 0-103-16,-9-9-179 0,4 0-497 0,5-2 221 15</inkml:trace>
  <inkml:trace contextRef="#ctx0" brushRef="#br0" timeOffset="82003.64">9103 9414 151 0,'1'-8'226'0,"4"1"-17"0,-2 1-17 0,1 0-22 15,3 0-14-15,2 0-16 0,3 1-12 0,0 3-3 16,1-2-15-16,6 4-6 0,-1 0-10 0,1 1-8 0,-2 2-11 0,0 2-6 16,-4 0-8-16,-1 2-9 0,-3 0-5 0,-4 2-5 15,4 1-4-15,-5 0-4 0,0 4-2 0,-3 3-4 16,-5-5 0-16,-1 3-12 0,-4 0 6 0,0 0-3 16,-1-2-3-16,0 0 10 0,-3-1-7 0,4-3-4 15,-1-1-6-15,2 0 6 0,-1 1-5 0,1-4-1 16,0 2 1-16,4 0-4 15,-1-3 1-15,2 2 3 0,1 0-5 0,-1 0 1 16,4 0 0-16,3-1 0 0,0 1 2 0,2 1-6 16,4 0 9-16,1 0-2 0,3 3 0 0,1 0 1 15,2-2 1-15,-1 1 4 0,1 1-7 0,1-1-1 16,-3 3 0-16,1-1-2 0,-3-2 0 0,-3 0-1 16,-3 0 1-16,1-3-1 0,-3 3-1 0,0-4 0 15,-2 0 1-15,-3 2 1 0,0-1-1 0,-3 0-1 0,-3 1 2 0,-3-3-1 16,0 2-2-16,0-1-2 0,-5 1-8 0,1-1-14 15,2-1-19-15,-1-2-32 0,3 3-43 0,-1-5-61 16,1-2-215-16,4 0-422 0,-2-1 186 0</inkml:trace>
  <inkml:trace contextRef="#ctx0" brushRef="#br0" timeOffset="82442.89">9627 9543 22 0,'16'-5'232'0,"1"-1"-17"15,1 4-16-15,-1-1-14 0,3 3-22 0,-1 1-17 0,-1 3-10 16,0 1-15-16,-4 1-15 0,0 0-12 0,0 5-11 0,-1-1-6 16,-4 1-8-16,0 1-7 0,-5 0-4 0,0 4-2 15,-7 0-3 1,-1 1-4-16,-1 0-5 0,-4 1-1 0,-3-1-6 15,-3 5-4-15,5-7-2 0,-3-1 3 0,0 1-6 16,-2-4 5-16,6-3-1 0,-8 1 6 0,11-3-3 16,1-1 2-16,-3-1 10 0,3 1 11 0,0-3 20 15,1-1 40-15,2 2 15 0,2-3 25 0,-3 4 3 16,3-4-15-16,0 0-23 0,0 0-10 0,5-15-10 16,4 6-9-16,-3 2-7 0,2-3-17 0,2-3-3 0,3-1-8 15,0 2-7-15,0-1-15 0,-1 0 6 16,0 0-5-16,-3 6 0 0,-1 0-11 0,-1-1 3 15,-2 4 3-15,2-1-17 0,-3 1-3 0,-1 0-13 0,0 2-2 0,0-1-14 0,0 1-13 16,-3 2-8-16,0 0 5 0,0 0 0 16,0 0 6-16,6 10-2 0,-5-5 11 0,0 2-7 15,-1 0 3-15,0 1 2 0,0 4 5 0,4-3-6 0,-2 0 4 16,2 2-13-16,0-1-6 0,4-3-10 0,0 2-19 16,0 0-24-16,3 0-31 0,0-1-46 0,1-2-52 15,0-3-87-15,1 1-212 0,-3-3-559 0,2-1 247 0</inkml:trace>
  <inkml:trace contextRef="#ctx0" brushRef="#br0" timeOffset="82728.53">10207 9380 169 0,'5'1'211'16,"5"0"-11"-16,2 5-8 0,0 0-17 0,2 3-10 16,3 3-10-16,2 6-9 0,2 3-2 0,-5 2-12 15,2 3-9-15,-5 1-3 0,-2 2-5 0,0 0-8 0,-5 4-6 0,-3-1-8 16,-7-2-7-16,-4 1-7 0,-2 0-7 0,-7 1-6 16,-1-3-4-16,-5-2-6 0,2-1-2 0,-6-3-5 15,0 1-4-15,-5-4-4 0,0 3-7 0,-1-4-9 16,-11 2-27-16,-4 0-48 0,-2-5-49 0,0-2-75 15,13-7-89-15,-14 1-143 0,13-7-438 0,-16-1 194 16</inkml:trace>
  <inkml:trace contextRef="#ctx0" brushRef="#br0" timeOffset="83145.17">8774 9232 148 0,'-1'-2'251'16,"1"2"-25"-16,0 0-23 0,-6-4-23 0,6 4-21 0,-17 9-14 0,3 3-16 15,-5 6-13-15,0 3-6 0,-3 7-12 0,-5 11-8 16,-1 5-9-16,5 2 1 0,0 7-4 0,5 0-8 15,3-2-3-15,5 2-8 0,4-5-3 0,9-2-5 16,3-10-3-16,10 11-5 0,6-1-2 0,4-7 0 16,14-3-5-16,2-4 1 0,8-5-2 0,2-4-36 15,6-1-56-15,6-5-85 0,0-3-272 0,26-1-448 0,-28-8 199 0</inkml:trace>
  <inkml:trace contextRef="#ctx0" brushRef="#br0" timeOffset="84077.56">11785 9261 187 0,'0'-5'255'0,"0"0"6"0,1 1-2 16,-1 0-7-16,2-1-13 0,-1-1 2 0,-1 4-3 15,1-3 0-15,-1 5 0 0,1-7-22 0,2 4-19 16,-3 3-23-16,0-4-25 0,0 4-14 0,0 0-24 16,1-3-10-16,-1 3-17 0,0 0-8 0,0 0-10 15,3 15-11-15,-2-3-6 16,-1 2-6-16,0 3-3 0,-1 2-6 0,-1 1-3 15,2 1-5-15,2 6 0 0,-4-3-6 16,2 1 2-16,0 1-6 0,0-7-1 0,2-1 0 0,-4-1 1 16,4-1-3-16,-1-5-1 0,-1 1 1 0,0-2-1 15,0-2-1-15,1 0-2 0,-1-4 6 0,1 2-3 16,-1-2 7-16,-1 0 5 0,1-4-10 0,0 4 2 16,0-4 2-16,-1 4-3 0,1-4-9 0,0 0-13 0,0 0-17 15,0 0-31-15,0 0-46 0,0 0-48 0,-13-16-75 16,8 6-87-16,-5-7-267 0,1-2-625 0,-1-4 277 15</inkml:trace>
  <inkml:trace contextRef="#ctx0" brushRef="#br0" timeOffset="84211.56">11711 9071 92 0,'1'-10'220'0,"-1"2"-13"0,0 1-11 0,4 0-18 0,0 0-18 16,-3 1-20-16,3 1-13 0,-1 1-27 15,-1 0-24-15,3 1-32 0,0 3-32 0,-5 0-24 16,12 0-36-16,-6 2-48 0,0-1-137 0,1 2-253 0,1 0 113 31</inkml:trace>
  <inkml:trace contextRef="#ctx0" brushRef="#br0" timeOffset="84577.99">12369 9128 151 0,'-9'0'217'0,"4"3"-14"0,-3-3-16 0,3 1-23 15,-4 2-15-15,-1 2-13 0,2 0-18 0,-6 3-10 0,5-1-13 16,0 2-7-16,-5 1-12 0,8-3-3 0,-2 4-10 16,1-2-5-16,0 0-9 0,2 2-3 0,2-2-4 15,1 3-5 1,3 1 7-16,0-2-17 0,2 1-2 0,5 2 0 15,2-1-1-15,1 1-1 0,2 0-1 0,1-1-4 0,4 0 1 16,-4 0-1-16,0-1-1 0,3 1-5 0,-3 0-4 16,1-2 3-16,-7-2 0 0,2-1-3 0,-1 2-7 15,-3-5 7-15,1 4-5 0,-3-4 6 16,-3 2 8-16,-1 0 5 0,-1-1-1 0,-3 1 1 0,-5 0-1 16,-4 1 1-16,-2 0-5 0,-4 0-7 0,1-1-17 0,-9 0-35 15,0 1-56-15,4-1-95 0,-5-5-175 16,0-2-398-16,7 0 176 0</inkml:trace>
  <inkml:trace contextRef="#ctx0" brushRef="#br0" timeOffset="85679.55">14426 8918 83 0,'3'-4'218'0,"-2"1"-11"0,-1 3-16 15,0 0-19-15,3-5-15 0,-3 5-14 0,0 0-18 16,0 0-16-16,0 0-10 0,0 0-8 16,0 0-11-16,-23 7-12 0,11-2-2 0,-5 0-10 0,0 3-6 15,0-2-3 1,-5 4-5-16,3-1-7 0,2 0-2 0,1 4 1 15,-3-5-3-15,3 4-6 0,2-2 0 0,-1 3-4 16,3-3-5-16,2 0 6 0,3 2-10 0,1-4 2 0,1 3 0 16,0-1-2-16,4-2-3 0,2 1-2 0,3 2 3 15,1-2-3-15,4 3 1 0,5-3 1 0,2 1-4 16,1 0 2-16,10 4-4 0,1-2 1 16,-6 1 2-16,5-2 0 0,-8-3-3 0,-1 1-2 0,1 0-8 0,-1 2-4 15,-4-2-3-15,-4 0-2 0,-1-3-3 0,0 4-3 0,-6-6 3 16,-3 1 5-16,-2 5 2 0,-4 0 4 0,-7-1 1 15,-3 3 3 1,-10-1 3-16,-3 0-6 0,-2-4 15 0,3 1-11 0,-4 1-1 0,3-4 9 16,-2 1-6-16,0-1 4 0,1-4 2 0,-1 2-3 15,11-1 3-15,-4-2-2 16,5 0-5-16,0 0 5 0,8 0 7 0,2 0-10 16,-3-2-23-16,6-1-80 0,3 2-65 0,1-4-159 15,4-1-355-15,6-1 157 0</inkml:trace>
  <inkml:trace contextRef="#ctx0" brushRef="#br0" timeOffset="86095.59">14994 9042 75 0,'0'0'220'0,"-7"-3"-20"0,3 3-21 0,4 0-20 16,-12 0-15-16,1 2-12 0,2 3-19 0,-5 2-12 16,-2 1-2-16,-1 3-18 0,-5 4-8 0,2 4-6 15,-2-1-8-15,3 2-6 0,5-6-9 0,-3 0 0 16,7 2-5-16,1-1-7 0,2-3-6 0,0 4 5 16,5-5 0-16,-1-1 2 0,3-1-2 0,3 0-2 15,2-1-2-15,4 0 2 16,2-2 7-16,6 1-8 0,2-3 1 15,1-3-3-15,8-2 1 0,0-2 3 0,3 1-4 16,-5-4-2-16,1 1 13 0,-8 0 10 0,-1-4 17 16,-3 2 32-16,-3 2 27 0,-2-2 12 0,0 0 4 0,-4-1-2 15,1 0-9-15,-3-5-7 0,-1-2-21 0,-1-2-22 16,-5 2-31-16,-1-3-18 0,-1 1-14 0,-1 1-11 16,-2 0-20-16,-2 2-11 0,-4 4-16 0,0-1-15 0,-4 3-13 15,1 1-8-15,-2 2-13 0,-1 3-10 0,-1 1-18 0,2-1-21 16,0 2-30-16,7 0-40 0,2 0-214 15,3 0-459-15,2 2 203 0</inkml:trace>
  <inkml:trace contextRef="#ctx0" brushRef="#br0" timeOffset="86465.3">15289 8842 115 0,'1'-7'369'16,"-1"0"-17"-16,0 0-19 0,0 1-17 0,1 2-22 0,1-1-21 0,-1 2-35 15,-1 3-28-15,1-4-20 0,-1 4-35 0,0-2-26 16,0 2-29-16,0 0-15 0,0 0-13 0,0 0-11 16,5 17 3-16,-5-5-16 0,0 6-8 0,2 7-2 15,-1 3 0-15,0-2-8 0,-2 4-2 0,1 0-8 16,1-1 15-16,0 0-18 0,2-1 4 0,2 2-5 15,-1 2-5-15,2-9 2 0,-3 3 2 0,-2-8 0 0,2-1-8 0,-1-4 3 16,2-2 10-16,-4-1-9 0,1-2-2 0,1-1 2 16,0-2-2-16,-2 0 15 0,2 2-15 15,-4-5 1-15,2-2 14 0,5 7 16 0,-5-7 8 0,0 0-7 16,0 0 18-16,1 5-15 0,-1-5 2 0,0 0-10 16,3 4-8-16,-3-4 4 0,0 0-6 0,0 0-21 15,0 0-20 1,0 0-30-16,0 0-27 0,0 0-29 0,0 0-30 15,0 0-28-15,0 0-32 0,0 0-48 0,-4 4-63 0,4-4-205 16,0 0-547-16,0 0 242 0</inkml:trace>
  <inkml:trace contextRef="#ctx0" brushRef="#br0" timeOffset="87135.57">15634 9102 209 0,'0'0'293'0,"1"-3"-32"0,-1 3-29 0,0 0-27 16,0 0-23-16,0 0-21 0,0 0-16 15,0 0-15-15,0 12-14 16,0-5-12-16,0 3-11 0,-1 2-7 0,-2 1-10 16,1 1-10-16,-1 3-6 0,3-3-6 0,0 3-3 15,0 0-4-15,0-2-3 0,0-2-4 0,0-4 2 16,3 0-6-16,-3-2-4 0,1 0-7 0,0 0 9 15,3-3 17-15,-1 0 2 0,1-3 13 0,1 1 5 16,-5-2 2-16,15-5 7 0,-5 2-1 0,1-2 0 16,1-5 1-16,1 1-3 0,2-1-28 0,-2-5 7 0,2 4-6 0,-1-3-6 15,3 0-12-15,-5-1 4 0,1 2-2 0,0 1-2 16,-1 4-4-16,-3 0-11 0,0 2-2 0,-2-2-2 16,1 4 1-16,-3-1-11 0,0 3-2 0,2 0-3 0,-1 2-6 15,2 0 1-15,-8 0-5 0,15 2 3 0,-5 2-3 16,0 2 0-16,3-1 4 0,-3 0-2 0,7 4 0 15,-2 0 2 1,0-1-4-16,-4-1 7 0,7-2 1 0,-8 0 1 16,4-2-4-16,-2 1 2 0,-1-3 0 0,1 1 4 15,-1-2 0-15,-3-2-2 0,1-3 2 0,-3 0 0 16,-1 0 0-16,3-3 0 0,-2 1 3 0,-1-1 2 16,-1-5 10-16,0 2-15 0,-1 0 5 0,1-6 0 15,-3-3 6-15,-1 3 2 0,0-1 5 0,0-2 4 16,-1-6 4-16,-1-2 1 0,1 4 11 0,0-2-18 0,-1 0 4 15,1 1-1-15,0 6 12 0,-2 8 4 0,2-1 4 16,0 1-1-16,1 0-1 0,-2 5-14 0,1 1-5 0,1-1 8 16,-1 2-34-16,1 4-26 0,0 0-2 0,0 0 2 15,0 0 5-15,-4 20-2 0,1-7 6 0,2 5 1 16,-4 1-6-16,3 8 22 0,-1-1-14 0,2 3 8 16,-2 1 0-16,2-3 2 0,0 1 1 0,2-5 3 0,0 3 0 0,-1 0 6 15,3-5-3-15,-3-3 4 0,1-1-1 0,0-7-4 16,1 2 1-16,-4-3-4 0,4-1-18 15,-2-4-8-15,1 1-6 0,-1 1-4 0,0-2-7 16,1-2-6-16,-1-2-10 0,0 5-8 0,0-5-12 0,3 3-23 16,-3-3-34-16,0 0-408 0,0 0-597 0,0 0 264 15</inkml:trace>
  <inkml:trace contextRef="#ctx0" brushRef="#br0" timeOffset="87398.73">15999 9042 150 0,'-4'1'227'15,"4"-1"-2"-15,-7 1-5 0,7-1-12 0,0 0-24 16,0 0-16-16,0 0-11 0,0 0-13 0,33-1-14 16,-5 0-13-16,5 0-12 0,3-2-7 0,2-1-12 15,16 1-8-15,2-1-7 0,-3 1-10 0,-2-2-7 16,-12 2-3-16,1-1-3 0,-7 2-6 0,-1 0-3 0,-4 1-7 15,-10-3-1 1,-6 4-3-16,-1-1-2 0,1-1-8 0,-6 2-9 16,0-1-12-16,-6 1-10 0,4-1-15 0,-4 1-24 15,0 0-13-15,0 0-22 0,0 0-34 0,-18 2-23 16,11 0-60-16,-1-1-145 0,2-1-377 0,0 2 167 16</inkml:trace>
  <inkml:trace contextRef="#ctx0" brushRef="#br0" timeOffset="87685.83">16777 9036 101 0,'0'-4'363'0,"0"4"-11"0,0 0-16 16,2-3-20-16,-2 3-21 0,0 0-37 0,0 0-26 0,0-5-20 15,0 5-27-15,0 0-8 0,2-2-35 0,-2 2-26 16,0 0-15-16,0 0-12 0,0 0-5 0,0 0-14 0,3 16-1 15,-3-12-5-15,0 3-10 0,0 2-7 0,1 1-5 16,0 2 0-16,-1 0-4 0,2 3-5 0,-2-2-4 16,0 2-23-16,-2-3-19 0,2-1-15 15,-1 2-23-15,1-3-16 0,-1 1-33 16,-1 0-20-16,2-3-21 0,-2-1-30 16,2-2-10-16,-1 0-4 0,-1-1 12 0,0-1 13 15,-3-2 0-15,5-1-225 0,-9-1-415 0,1-4 184 16</inkml:trace>
  <inkml:trace contextRef="#ctx0" brushRef="#br0" timeOffset="87836.48">16659 8869 23 0,'-2'-16'278'0,"2"3"-14"0,0 4-13 0,0-3-23 16,0 7-23-16,2-3-18 0,-2 1-23 16,2 5-16-16,-1-4-16 0,3 4-16 0,0-1-18 15,4 3-23-15,-1 0-26 0,5 3-31 0,1 2-35 0,2 0-34 16,3 2-36-16,1 1-42 0,0-2-197 15,9 5-352-15,0-4 156 16</inkml:trace>
  <inkml:trace contextRef="#ctx0" brushRef="#br0" timeOffset="88215.37">17316 8947 189 0,'-7'0'190'0,"-1"0"-15"0,1 0-11 0,-1 2-20 0,-1-2-9 16,-4 5-13-16,1 2-14 0,0 0-13 0,-6 3-6 15,4 0-11-15,-2 5-7 0,0-2-5 0,2 1-14 16,1-1-5-16,4 0 1 0,-1 0-5 0,5 0 15 16,1-2-3-16,3-1-5 0,-2 2-2 0,3-3 2 0,4 2 8 0,0-2 6 15,4-3-3-15,7 4-1 0,-1-3-7 0,9 0-4 16,8-5-6-16,1-1-4 0,-2-1 1 15,2-2-6-15,-1-1-4 0,-3 0-3 0,-8-2 1 16,-1 1 19-16,-2-3 17 0,-4 4 24 0,0-3 11 0,-4-1 2 16,0 2-4-16,-2-3 15 0,0-1-3 0,-3 0-17 15,-2-3-18 1,-1 0-11-16,-1 1-4 0,-1-1-15 0,-4-4-15 16,-1 2-4-16,-3 1-9 0,1 2-16 0,0 1-10 0,-5 0-18 15,0 1-14-15,-4 1-15 0,-2 1-18 16,-3 4-8-16,4 1-26 0,-1 0-20 0,0 4-36 15,-2 0-36-15,7 1-280 0,4 0-521 0,2-2 232 16</inkml:trace>
  <inkml:trace contextRef="#ctx0" brushRef="#br0" timeOffset="88584.93">17660 8994 67 0,'8'0'360'16,"-5"-2"-41"-16,-3 2-31 0,0 0-31 0,0 0-32 15,0 0-27-15,7-2-21 0,-7 2-20 0,0 0-19 16,7 8-13-16,-7-3-10 0,2-1-15 0,-2 2-8 16,0 5-12-16,0-1-3 0,0 0-9 0,1 2-3 15,1 0-11-15,-2-2-6 0,0-1-7 0,0 1 4 0,0-3-8 16,2 0 0-16,-2-3-4 0,0 1 2 0,2-1-2 0,-2 0 7 15,2-1 24-15,-2-3 19 0,0 0 14 0,14-3 6 16,-14 3 16-16,14-5 12 0,-5 0-5 0,4 1-2 16,1-8-10-16,-4 7-8 0,3-2-6 0,-1 2-18 15,-2 0-6-15,-4 2-5 0,3-2-16 0,-1 2-12 16,1 2-6-16,-2-2-6 0,4 6-11 0,0-2-12 16,1 2-9-16,3 5-26 0,2-1-37 0,-1 3-42 0,0 0-38 0,0 2-78 15,-2 4-66-15,-2-6-388 0,2 0-730 0,-4 2 323 16</inkml:trace>
  <inkml:trace contextRef="#ctx0" brushRef="#br0" timeOffset="89617.79">19656 8825 123 0,'-5'-9'257'0,"4"8"-21"0,1 1-25 0,-3-4-18 16,3 4-22-16,-3-3-17 0,-1 1-18 0,4 2-15 15,-9-2-14-15,1 7-12 0,-2 0-13 0,1-1-6 16,-5 6-8-16,-1 2-7 0,-2 1-5 0,3 1-10 16,-1-1-4-16,-1 3-5 0,5-2-3 0,-1 2-5 15,3 1-3-15,-1-2-1 0,5 0-2 0,-1-3-1 16,4 0-1-16,2-2-3 0,0 0 9 0,5-1 4 0,3-1 8 0,2-1 4 15,-1-4 5-15,9 1 13 0,3-4-7 0,2 0 0 16,3-5 2-16,1 1 9 0,-1-5-9 0,-8 3 3 16,-2-2 17-16,1 0 9 0,-3-1 6 0,-4 2 10 0,-1-3 5 15,0-1-7-15,-4 1-5 0,-1-2-17 0,1 0-3 16,-2-3-11-16,-2 2-8 0,-2-4-19 16,-3 1-20-1,0 0-6-15,-4 1-21 0,3 1-11 0,-5-1-13 16,-1 2-7-16,4 7-16 0,-6-4-19 0,3 4-9 0,-3 3-20 15,-6-2-14-15,1 2-19 0,7 3-9 16,-4 0-19-16,3 2-41 0,2 1 5 0,2 0-45 16,3-3-148-16,1 2-429 0,4-2 189 0</inkml:trace>
  <inkml:trace contextRef="#ctx0" brushRef="#br0" timeOffset="90019.04">19890 8585 143 0,'4'-10'313'0,"-3"2"8"0,3 1-23 16,-3 1-16-16,3 0-37 0,-4 3-9 16,1-2-43-16,-1 5-21 0,3-3-33 0,-3 3-30 0,0 0-17 0,0 0-9 0,5 9-15 15,-1 3-7-15,1 7-5 0,-5 10-3 16,0 2-6-16,0 7 0 0,0 8-7 0,-4-11-1 16,0 11-5-16,3-12-6 0,1 2 1 0,1-5 2 15,-1 1-6-15,3-6-5 0,1 1-1 0,1-2 0 0,0-7 0 16,0 0 2-16,0-2-3 0,-1-5-2 0,0-2 1 15,1-1 2 1,-1-2-1-16,1-2 23 0,-4 0 15 0,3-1 25 16,0 1 34-16,-4-4 1 0,0 0-12 0,0 0-10 15,0 0-5-15,8-11-8 0,-8 7 2 0,-3-2-13 16,3-2-11-16,-2 1-10 0,-5-3-7 0,2 0-15 16,-5-5-2-16,1-1-4 0,-3 2-11 0,1-1 4 15,-2 0-7-15,4 1 0 0,-4 1-1 0,3 1-4 16,4 3 5-16,-3 0 3 0,4 2 8 0,2 2-5 0,-1 0-6 0,3-1-1 15,5 1-27-15,6-1-15 0,16-5-10 0,8 2 4 16,21-5-40-16,4 4-19 0,32-5-26 0,1 2-33 16,6 2-26-16,8-1-48 0,8-3-64 0,2 1-252 15,-1-1-596-15,-3-2 265 0</inkml:trace>
  <inkml:trace contextRef="#ctx0" brushRef="#br0" timeOffset="90689.58">22322 8497 165 0,'-4'-2'250'0,"4"2"-16"0,0 0-30 16,0 0-21-16,5-9-20 0,3 8-19 0,-2-2-12 15,2 2-17-15,1 1-12 0,4-3-10 0,-3 5-10 16,4-2-11-16,-1 1-6 0,4 3-9 0,-2-3-4 16,-4 5-7-16,2-1-8 0,-3 2-3 0,2 2-3 15,-5-1-9-15,0 0-6 0,-1 5 2 0,-5-1-5 16,2 5-2-16,-7-2 2 0,0 5 0 0,-9 2 3 0,-4 3 0 0,-4 0-5 31,-1-3 2-31,-2 0-1 0,0-3-3 0,0-1-2 16,3-1 3-16,3-4 0 0,2-3 7 0,0 2 2 15,2-5-1-15,-2 3-5 0,8-5 2 0,-1 2-4 0,4-4 0 0,-1 0 1 16,3 0 2-16,0 1 16 0,0-3 2 0,3-1 9 16,0 0 6-16,0 0 0 0,6 4 5 0,4-4-2 15,4 0-3-15,9-1-9 0,4-1 0 16,6 0-5-16,-1 1-5 0,4-1-2 0,0 0-5 0,2 0-3 15,-2 2 3-15,-2-1-4 0,-8 1-4 0,-3 0-1 16,-4 0-1-16,-7 0 7 0,-1 0-8 0,-1 0 0 16,-2-1 0-16,-3 1 4 0,-5 0 4 0,10 0 2 15,-6-1-2-15,-4 1 3 0,0 0-10 0,9 0-4 16,-9 0-12-16,0 0-7 0,0 0-11 0,0 0-17 0,0 0-23 16,0 0-25-16,0 0-30 0,0 0-40 0,0 0-64 15,0 0-234-15,-11-8-490 0,4 5 216 0</inkml:trace>
  <inkml:trace contextRef="#ctx0" brushRef="#br0" timeOffset="91091.19">22583 8225 2 0,'-30'-4'185'16,"2"2"-19"-16,-3 1-7 0,-1 3-18 0,3 1-13 15,-3 3-11-15,3 5-14 0,-6 0-9 0,3 6-10 16,0 4-8-16,-10 12-10 0,4 3 24 0,2 8 17 16,0 2-1-16,0 3-4 0,12-1-13 0,-1 0-4 15,6 1-5-15,4-3-5 0,10-10-3 0,0-2 2 16,8-1 5-16,2 0 2 0,5-2 1 0,5-5-3 0,3 1 11 0,9-7 11 15,5 1 1-15,15 5 7 0,2-6-6 0,9-7-5 16,3-2-4-16,30-4 4 0,-29-4-3 0,2-3 9 16,-1-4-11-16,2-2-3 0,-13 0 7 0,-16 0 20 15,-3-2 41-15,-6-1 44 0,-8 1 31 0,-4-3 3 16,-2-2-20-16,0-2-25 0,-1-10-36 0,-6-4-36 16,-6-3-29-16,-6-5-31 15,-7-10-31-15,-5 0-38 0,-9 2-25 0,-5 3-38 16,-1 6-48-16,-10 2-43 0,-5 10-36 0,-12 2-42 15,-32 5-49-15,23 15-71 0,-32 2-322 0,3 12-741 16,-7 3 328-16</inkml:trace>
  <inkml:trace contextRef="#ctx0" brushRef="#br0" timeOffset="95383.96">4806 11790 63 0,'0'0'235'0,"-3"-5"-10"16,3 5-9-16,3-3-14 0,-3 3-14 0,0-6-12 0,0 6-7 15,0 0-13-15,0 0-9 0,1-4-14 0,-1 4-10 16,0 0-13-16,0 0-11 0,-4-4-7 0,4 4-13 16,0 0-9-16,0 0-10 0,0 0-5 15,0 0-10-15,0 0-12 0,0 0-17 0,0 0-11 0,0 0 3 16,-4 17-3 0,3-4-1-16,-3 7 0 0,0 8-1 0,0-2-4 15,-2 5 3-15,2 1-3 0,-1-1 0 0,-3 3 2 16,3 1-2-16,1-2 2 0,-3-1 4 0,3 2-6 0,-3-3 3 15,6 0-4-15,-4-4-2 0,2-6 5 0,2-1 2 16,1-3-4-16,-4-5 2 0,3 0 0 16,1 0 5-16,0-4 5 0,0-1 9 0,-4 0 3 0,4-4 4 15,0 3 14-15,0-3 8 0,-1 2 9 0,1-5 3 0,5 4 26 16,-5-1-5-16,0-3 7 0,0 0 5 0,0 0 8 16,0 0-3-16,0 0 3 0,0 0 2 0,0 0-5 15,0 0-8-15,-4 5-10 0,4-5 0 0,0 0-9 16,0 0-21-16,0 0 5 0,0 0-13 0,0 0-29 15,0 0-53-15,0 0-36 0,0 0-47 0,-4-14-38 0,2 11-52 16,-1-2-50 0,2-2-81-16,-3-1-183 0,2-1-571 0,0-1 253 15</inkml:trace>
  <inkml:trace contextRef="#ctx0" brushRef="#br0" timeOffset="95984.7">4625 11579 70 0,'-11'5'127'0,"-3"1"-4"16,-3 2-13-16,2 2-7 0,-2 4-2 0,-2 4-3 15,2 4-8-15,0 1-6 0,-2 5-4 0,3 1-18 16,-1 3 7-16,-2 13-1 0,0 1 0 0,5 0 4 15,0 1-1-15,2 0 0 0,1-1-8 0,-2 3 9 16,8-1-5-16,1 0-6 0,4-12-3 0,0 11-8 16,4-14-5-16,-1-3 0 0,3 1-8 0,4-2-4 0,2-2 0 15,-1-1-4-15,6-5-1 0,0-1 21 0,3-1 29 0,3-4 7 16,4-1 25-16,2-4 9 0,2-2 4 0,2-5 4 16,4-2-9-16,0-3-5 0,3-2-1 0,12-8-3 15,-2 0 0-15,0-3 1 0,-13 2-1 0,8-8 9 16,-11 2-14-16,12-11-3 0,-5 4-8 0,-4-6-11 15,-1-6-19-15,-3 1 6 0,-5-2-3 0,0-1-13 16,-6-2-2-16,0-5-9 16,-6-3-10-16,-3 0-12 0,-5-1-3 0,-3-5-17 15,-8 5 4-15,-3-2 2 0,-4 3-6 16,-6 4-1-16,-2 3-1 0,-2 14-8 0,0 0-8 16,-1 5 2-16,-6 4-5 0,-1 4-7 0,-1 5-8 0,-3 3-14 15,0 4-12-15,0 5-7 0,-4 3-7 0,-1 5-14 16,5 0-17-16,2 8-19 0,1-2-24 0,5 5-23 15,4 1-18-15,3 4-31 0,4-2-23 0,4 5-220 0,3-9-503 16,6 5 222-16</inkml:trace>
  <inkml:trace contextRef="#ctx0" brushRef="#br0" timeOffset="96369.16">6127 11819 89 0,'2'-3'278'0,"-2"3"-15"16,2-4-14-16,-2 4-22 0,0 0-26 0,1-3-20 16,-1 3-23-16,0 0-15 0,0 0-18 0,0 0-16 15,0 0-1-15,-5 13-10 0,-3-2-7 0,2-1-8 0,-3 5-3 16,-3 2-8-16,-3 6-3 0,2 0-4 0,-6 0-8 0,3 3 3 16,0-3-13-16,-1 3-3 0,1-2-2 0,-2 1-5 15,2-3-2-15,1 2-8 0,4-9 1 16,0 2-4-16,0 1-10 0,2-2-16 0,0-2-24 15,-1 1-21-15,5-3-26 0,-3-1-30 0,4-2-35 0,-2-2-21 16,1-1-45 0,0-2-188-16,1-2-425 0,4-2 187 0</inkml:trace>
  <inkml:trace contextRef="#ctx0" brushRef="#br0" timeOffset="96553.54">5772 11976 165 0,'-3'-12'277'0,"2"0"4"15,1 2 3-15,-2 3-13 0,2 0-31 0,-1 2-30 0,2 1-24 0,1 3-17 16,-2 1-24-16,0 0-15 0,9 10-4 0,-2-2-11 16,3 7-2-16,2 2-4 0,7 6-8 0,-2 3-9 15,2-1-2-15,4 1-9 0,1 3 5 0,11 3-21 16,-10-6-11-16,3 1-38 0,8 7-43 0,-13-10-70 16,4 0-93-16,-4-2-326 0,1-5-558 0,-2 1 247 15</inkml:trace>
  <inkml:trace contextRef="#ctx0" brushRef="#br0" timeOffset="101024.93">6938 11747 95 0,'0'-7'211'0,"0"2"-4"16,0-1-8-16,3-1-3 0,-2 3-12 0,-1-1-15 15,1 2-14-15,-1-2-6 0,0 2-13 0,0 3-13 16,0-5-10-16,0 5-19 0,0 0-10 0,0-5-9 31,0 5-13-31,0 0-7 0,0 0-4 0,0 0-6 16,4 13-5-16,-1-1-6 0,-2 3 0 0,0 1-9 0,-1 4-2 16,3 5-3-16,-2 2-4 0,2 0-1 0,-2-2-1 15,-1 4-1-15,3-6-7 0,-1 3 0 0,-2-7 0 0,5 5 2 16,-2-4 0-16,0-2-2 0,-1-1 3 0,-1 0 5 15,3-5-10-15,-2-1 1 0,1 2 0 0,1-4 0 16,-3-3 0-16,2 0 9 0,0 1 29 0,-3-4 31 16,2 1 37-16,-1-2 37 0,-1-2 29 0,0 0-12 0,0 0-15 15,13-8-12-15,-4 0-17 0,5-5-8 0,-4 1-9 16,3-5-13-16,2-3-4 0,0-1-9 0,0-4-6 16,2 0-10-16,-5 0-10 0,3-1 1 0,-3-1-7 15,-2 1-6-15,3-1-1 0,-3 2-7 0,-1 0-4 16,0 7 0-16,-5 1-8 0,-1 7 4 0,0-2-4 15,0 5-2-15,-1 2-5 16,1 0 1-16,-2 0-2 0,0 1-29 0,2 1-34 16,-3-1-53-16,0 4-44 0,0 0-15 0,0 0 14 15,0 0-14-15,5 12-16 0,-7-3-22 0,0 7-32 16,0-6-27-16,-3 10-281 0,2-4-586 0,2 1 260 16</inkml:trace>
  <inkml:trace contextRef="#ctx0" brushRef="#br0" timeOffset="101779.85">6658 12412 38 0,'-13'2'175'0,"3"-1"-12"0,1 0-10 0,3 0-15 0,0 1-15 16,0-2-11-16,6 0-8 0,-5 2 2 0,5-2 4 16,-3 3-4-16,3-3-1 0,0 0-7 0,0 0-1 15,0 0-9-15,17 0-8 0,-17 0-6 0,8 0-2 16,-8 0 2-16,10-2 2 0,-10 2 2 0,0 0 0 15,0 0-3 1,7-1-2-16,-7 1-6 0,0 0-7 0,0 0-4 16,3 3-2-16,-3-3-2 0,0 0-7 0,0 0-6 15,0 0-3-15,0 0-3 0,0 0-3 0,0 0-7 16,0 0-5-16,0 0 8 0,0 0-8 0,0 0-1 16,4-4-3-16,-4 4-3 0,0 0-2 0,0 0 7 0,0 0-8 15,0 0 2-15,0 0-1 0,0 0-1 0,0 0 2 16,0 0 0-16,0 0 0 0,0 0-3 0,0 0 3 0,0 0 2 15,0 0-1-15,0 0-3 0,0 0 4 0,0 0-1 16,0 0 6-16,0 0-9 0,0 0 4 0,9-1-1 16,4-3-1-16,5 1 1 0,13-4 0 0,2-1-1 15,18-1-2-15,6-2-1 0,6-2-1 0,27-3 7 16,0-1 13-16,1 4 2 0,-2-8 8 0,1 6 4 16,-28 5 3-16,25-8-4 15,-25 11-3-15,-6-2-4 0,-5-1-4 0,-13 5 0 16,-4 0-2-16,-4 1-2 0,-8-1 10 0,-8 2-14 15,-1 1 1-15,-3 1-5 0,-2-1 2 0,-1 2-3 16,-1 0-4-16,-2-3-6 0,-4 3-2 0,0 0-18 16,0 0-12-16,-15 7-15 0,2-3-15 0,-3 1-21 15,-2 0-27-15,0 3-30 0,-1 2-28 0,-3 1-43 16,0-1-72-16,2-2-173 0,2-1-488 0,-1 2 216 0</inkml:trace>
  <inkml:trace contextRef="#ctx0" brushRef="#br0" timeOffset="102443.68">7143 12570 143 0,'5'-3'197'0,"1"1"-24"0,7 1-14 0,-2-1-17 0,9 4-17 16,-3-2-6-16,3 2-19 0,-1 3-4 0,0 2-15 16,-2 1-6-16,0 2-8 0,-2-1-11 0,-2 6-5 15,-1-4-7-15,-3 9-1 0,0-3 2 0,-8 3-13 16,-1-1-3-16,-1 5-2 0,-8-5 2 0,1 3 4 16,-6-1 13-16,-1 0-8 15,-1 0 4-15,1-6 0 0,1-1-2 0,-2 1 1 16,1-3 0-16,0-3-7 0,4 3 0 0,-1-3-2 15,5-4-3-15,-1 1-2 0,3-4 1 0,1 3 17 16,0-2 23-16,4-3 17 0,-6 2 12 0,3 0 10 16,3-2-9-16,0 0-9 0,0 0-10 0,21-12-4 0,-7 3-13 15,3-1 5-15,5-7-13 0,0 1-6 0,4-2-6 16,-1-1-2-16,3-3-6 0,-1 0-2 0,1-2-4 16,-1 0-2-16,-1-3-2 0,-2-1-4 0,0 3-1 0,-4-1 0 15,-3 4 2-15,-3 5 17 0,-5 5 14 16,0 0 12-16,-5 6 4 0,2-2-7 0,-2 3-5 15,0 1-13-15,-3 0-5 0,-1 1-11 0,0 3-2 16,0 0-6-16,-10 10-4 0,1 0-4 0,0 3-1 0,-4 3-2 16,3 2-1-16,1 0-3 0,1 1 1 0,0 3-5 0,5-2-1 15,1-1 6-15,4 5-1 0,8-5 2 0,-1-2 0 16,10 5 7-16,8-5-4 0,10-2-36 0,17-1-42 16,1-2-70-16,5-6-91 0,4-5-132 0,2-2-203 0,-5-5-610 15,1-3 270-15</inkml:trace>
  <inkml:trace contextRef="#ctx0" brushRef="#br0" timeOffset="103345.75">9527 12101 78 0,'-9'2'133'0,"0"0"-7"0,4 1-4 0,-3-1-10 15,3 2-8-15,-4-2-6 0,4 1-14 0,0-1-18 16,1-1 8-16,0 2 0 0,4-3-3 0,-5 1-4 16,5-1 3-16,-6 3 4 15,6-3-3-15,-4 3 5 0,4-3 11 0,0 0 1 16,0 0 2-16,32-3-7 0,-4 0-7 0,8-1-8 15,5-2-7-15,14 0-7 0,6-1-5 0,2-2-5 16,26-2-6-16,-25 4-2 0,28-5 1 0,1-1 11 16,-29 5 5-16,26-4 1 0,-29 3-4 0,-5 4 3 15,-6-2-12-15,-14 2-3 0,-6 4-3 0,-10 0-6 16,-1-2 1-16,-8 1-3 0,-1 1-3 0,-2 0 0 0,-1-2 2 16,-1 3-12-16,-1 0 0 0,-5 0-7 0,0 0-11 0,0 0-16 15,0 0-19-15,0 0-23 0,-24 0-22 0,11 3-29 16,3-1-32-16,-2 0-36 0,1-2-191 15,1 1-403-15,3 1 178 0</inkml:trace>
  <inkml:trace contextRef="#ctx0" brushRef="#br0" timeOffset="104185.64">11560 11474 202 0,'-1'-2'198'0,"1"2"-10"0,-2-7-10 0,2 7-11 15,-1-5-16-15,1 5-18 0,4-5-15 0,-1 3-11 16,2 0-9-16,1-1-11 0,3 2-9 0,1 0-8 16,2-1-7-1,0 1-9-15,3 2-1 0,1 1-12 0,2 0-3 0,0 3-5 16,1-1-5-16,-1 0-2 0,4 3-1 0,-7 1-4 16,-1 3-2-16,0-1-3 0,-2 5 2 0,-2-1-5 15,-4 2-4-15,-2 2 3 0,-5-1 2 0,-2 7-2 16,-3 1-3-16,-3 1-1 0,-9 1 2 0,-2-4 4 15,-1 1-3-15,1-2 4 0,-2 1-1 0,0-2-4 16,3-1 0-16,4-6-2 0,-2-1 6 0,2-1-3 0,3-1 3 16,2-4-4-16,0 1 3 0,4-3-2 0,-1 0 0 0,5 0-2 15,-2-1-1-15,0-2 5 0,0 1 9 16,0 0 8-16,4-3 7 0,0 0 8 0,7 3-5 16,2-4-1-16,3 0-3 0,9-3-5 0,0 1-3 0,8 1-5 15,1-5 3-15,1 2-7 0,1-2-2 0,0 2 2 16,2 1-4-1,2-1 1-15,-4 0 0 0,-4 2-6 0,-1-1-1 16,-8 3 0-16,-6-1 2 0,0 1-4 0,-4 0 2 16,-3 1-3-16,1 0 2 0,-2-3 3 0,0 1-2 0,-5 2-1 15,9 0-2-15,-9 0-7 0,0 0 0 0,0 0-6 16,0 0-6-16,0 0-7 0,0 0-14 16,0 0-12-16,-13 7-13 0,13-7-16 0,-8 3-26 0,4-2-19 15,4-1-33-15,0 0-78 0,-11-4-135 0,7 2-396 0,3-3 175 16</inkml:trace>
  <inkml:trace contextRef="#ctx0" brushRef="#br0" timeOffset="104771.57">11610 11212 114 0,'-17'2'119'0,"-3"-2"2"0,1 3-12 0,-3 2-4 16,-1-1-8-16,-1 4-10 0,-6 1-4 0,2 3-3 15,1 0-3-15,0 2 0 0,-1 2-11 0,3 1-5 16,1 4-9-16,2 3 0 0,-3 1-9 0,5 6-1 0,-8 10 6 16,2 0 8-16,6 8-5 0,2-5 2 0,0 3-5 0,5 1 6 15,3 1-7-15,0-3 0 0,5-12 2 16,1 3 7-16,4-2-7 0,0-2 4 0,3-1 3 0,3-2 0 16,-1-3-2-16,9 1 1 0,-2-5 3 0,5 0 0 15,2-2-1-15,1-2 4 0,4 0-1 16,2 0 5-16,3-4-3 15,3 1 3-15,1-6-3 0,0 2-4 0,2-4 1 0,2-1-1 16,4-2-2-16,-3-3-2 0,16 1-1 0,-4-4 3 16,3-1 1-16,0-3 2 0,-2-2 9 15,1 0 0-15,2-5 4 0,-3-1 6 0,-2-2 1 16,-2-3 4-16,-11 6 4 0,12-13 0 0,-3 2-6 0,-14 2-1 16,-2-3-13-16,8-11-6 0,-7-4-4 0,-4 0-11 15,-3-4-2-15,-6-2-22 0,-4-4-19 0,-8-1-6 0,-9-1-4 16,-4 0-7-16,-7 4 6 0,-8 1-6 0,-6 5-4 15,-6 0-1-15,-5 8-5 0,-5 4-3 0,-3 5-13 0,-2 3-13 16,0 9-10-16,-2 2-14 0,-3 4-17 16,0 6-19-16,17 6-27 0,-17-2-26 0,19 6-43 15,0 1-53-15,7 2-240 0,2 3-542 0,9-4 240 16</inkml:trace>
  <inkml:trace contextRef="#ctx0" brushRef="#br0" timeOffset="105203.17">12871 11425 158 0,'0'0'264'0,"1"-6"-16"15,1 5-18-15,-2 1-29 0,0 0-22 16,2-5-20-16,-2 5-21 0,0 0-15 0,0 0-17 16,0 0-9-16,0 0-13 0,-7 17-7 0,-1-8-9 0,-2 5-4 15,-4 7-8-15,-3 1-5 0,2 0-3 0,-2 3-8 16,4-1-3-16,-6 1-2 0,1-2-2 0,-1 4-7 16,3-2 0-16,-3-2-2 0,3 1-2 0,-1-2-8 15,5 0-24-15,0-5-17 0,-4 5-22 0,5-7-18 0,1-1-22 16,0 0-25-16,2-3-32 0,3-2-54 0,-3-4-118 15,3-1-344-15,0-1 152 0</inkml:trace>
  <inkml:trace contextRef="#ctx0" brushRef="#br0" timeOffset="105388.36">12572 11622 3 0,'4'-17'258'0,"-3"1"4"16,3 4 2-16,0 3-2 0,-3 1-7 0,-1 3-21 15,3-2-22-15,-2 5-28 0,-1-5-10 0,0 7-21 16,5-3-31-16,-5 3-8 0,9 7-13 0,1 1-13 15,0 5-2-15,8 7-7 0,0 1-11 0,3 3-9 16,4 2 0-16,0-1-20 0,14 12-22 0,-2 0-40 16,-1-1-51-16,-1 0-68 15,-9-10-77-15,1-3-221 0,-3-1-476 0,-1-5 211 16</inkml:trace>
  <inkml:trace contextRef="#ctx0" brushRef="#br0" timeOffset="107794.1">13690 11330 2 0,'1'-5'247'0,"-1"-1"-14"0,0 1-10 0,0 1-11 16,2 0-15-16,-2 4-22 0,1-5-20 0,-1 5-17 0,0-4-18 15,0 4-20-15,0 0-17 0,0 0-6 16,0 0-11-16,0 13-6 0,-1-4-6 0,-2 2-9 0,2 6-1 15,0 3-3-15,-6-1-12 0,6 9 1 0,0-3-4 0,-2 1-1 32,3 2-6-32,-2 1 0 0,-1-3 0 0,6-6 3 15,-3-2-6-15,2 1-4 0,1-1-7 0,-2-1 8 16,0-5 0-16,3 0-5 0,-4-3 1 0,5 1 3 0,-1-3 1 16,0 1 9-16,-3-3 13 0,3 0 18 0,1-3 13 15,0 1 7-15,4-2 12 0,-1-2-12 0,3-2 6 0,2-2-16 0,4 0-4 16,-2-5-6-16,2 0-2 0,-2-2-4 15,5-5 2-15,-2-2-3 0,0 1-10 0,3-6 1 16,-6 2-1-16,2 0-4 0,-2-4-5 0,0 3-2 16,-3 0 0-16,0 6 1 0,-3 0-11 0,-1 0 2 15,1 2 4-15,-4 3 6 0,0 1 4 0,-1 2 5 16,-1 0 11-16,-1 3-2 0,-2 0-8 0,4 1-12 16,-4 2-3-16,4-2-3 0,-4 3-4 0,0 2-11 0,0 0-22 15,1-5-15 1,-1 5 1-16,0 0 2 0,0 0 6 0,-4 12-3 15,1-4 5-15,1 4 3 0,-3 0-2 0,1-1 13 16,-2 4-10-16,2 2 4 0,-1 0 2 0,1-1 14 16,3 0-15-16,2 0 4 0,-1 0 3 0,5-1-1 15,3 1 3-15,2-2 2 0,3 1 0 0,11-2 1 16,3 1-15-16,5-3-52 0,1-4-51 0,2 3-54 0,1-6-67 16,-1-1-275-16,-2 1-557 0,1-4 247 0</inkml:trace>
  <inkml:trace contextRef="#ctx0" brushRef="#br0" timeOffset="108695.69">13405 12000 90 0,'0'0'171'0,"0"0"-15"0,-10 1-22 15,10-1-13-15,0 0-8 0,-4 2-5 0,4-2-3 16,0 0 4-16,0 0 0 0,0 0-1 0,0 0-5 0,0 0-5 16,0 0 2-16,0 0-7 0,0 0-5 15,0 0-8-15,0 0-6 0,0 0-5 0,0 0-6 16,0 0-2-16,0 0-10 0,0 0-6 0,0 0-12 16,0 0 7-16,0 0-6 0,0 0-5 0,0 0 4 0,0 0 5 0,0 0-1 15,0 0 6-15,0 0 0 0,0 0-2 0,0 0 0 16,0 0 1-16,0 0-3 0,0 0 1 0,0 0 1 15,0 0-1-15,0 0 2 0,0 0-5 0,0 0 7 16,0 0-12-16,0 0-2 0,0 0-2 0,0 0-2 0,0 0 0 16,0 0-3-16,0 0-5 0,0 0 3 0,0 0-5 15,0 0-6-15,0 0 0 0,0 0 2 0,0 0-3 0,0 0 0 32,0 0 1-32,0 0-3 0,0 0 0 0,0 0 2 0,0 0 1 15,0 0-1-15,0 0 1 0,0 0 1 0,0 0-1 16,0 0 4-16,0 0-3 0,0 0 0 0,0 0 1 15,0 0 1-15,0 0-4 0,0 0 3 0,0 0-9 16,0 0 6-16,0 0-4 0,0 0 5 0,0 0-4 0,0 0 1 16,0 0-2-16,0 0 1 0,0 0-3 0,0 0 1 15,0 0 0-15,0 0-2 0,0 0 0 0,0 0 4 16,0 0-2-16,0 0 3 0,0 0-4 0,0 0-1 16,0 0 1-16,0 0-2 0,32-6 0 0,-10 2 4 15,7-3-1-15,7 0-3 0,16-3-2 0,7 0 3 16,4 1 2-16,29-8-1 0,0 3-2 0,-27 4 9 15,30-6 8-15,-29 7 0 0,23-7 2 0,-28 6 3 0,-5 3-9 16,-4 2-1-16,-17-3 2 0,-2 4 10 0,-4 1-15 0,-8-2-1 16,-9 4 1-16,2-1-3 0,-1 1-1 0,-5 0-1 15,-3 1 0-15,1-1-19 0,1 0-11 0,-7 1-17 16,0 0-18-16,0 0-14 0,0 0-25 0,-17 7-26 16,7-2-29-16,-8 2-41 0,0 1-42 0,-2-2-216 15,1 0-491 1,3 0 217-16</inkml:trace>
  <inkml:trace contextRef="#ctx0" brushRef="#br0" timeOffset="109347.54">13793 12151 146 0,'8'-5'214'0,"-4"5"-27"0,1 0-18 0,4-3-20 0,4 6-18 16,-3-1-9-16,3 1-14 0,0 1-13 0,2 1-11 16,-2 3-12-16,1 0 0 0,-4 3-12 0,0 0-14 15,-2 6-1-15,-1-2-3 0,-4 2-7 0,0 2 1 16,-6 6-7-16,-2-6 4 0,-4 6-6 0,-1-4-4 15,-1-2 6-15,-1-2-1 0,-3 3-3 0,3-6 0 0,-1 1-2 16,2-1-3-16,-1-3-1 0,3-2-1 0,-1 3-5 16,1-7 4-16,4 2-9 0,-1-2 5 0,1 0 3 15,2-3-5-15,-1 2 37 0,2-1 14 0,2-3 17 0,-4 4 19 16,4-4 6-16,0 0-10 0,0 0-12 0,0 0-6 16,20-12-4-16,-11 6-9 0,9-6-2 0,-2 0-6 15,8-5-7 1,-1 0-4-16,-1-3-5 0,1 1-5 0,-1-2-2 15,1 0-5-15,-2-3-4 0,1 3 3 0,-2-2-5 0,-6 8-1 16,-5 2 2-16,1 2 7 0,-2 1 10 16,-3 3 6-16,-1 2-1 0,1-1-6 0,-1 3-4 15,-3-1-6-15,3 2-9 0,-3-1-9 0,-1 3-5 16,0 0-3-16,0 0 3 0,0 0-6 0,-10 17 2 0,8-8 2 0,-2 0-2 16,1 2-1-16,-1 1 2 0,7 5-2 0,1 0 0 15,7-2 5-15,6 7-1 0,10-1 0 0,7-4-25 16,19 3-49-16,8-4-68 0,1-3-100 0,5-8-307 15,25-1-591-15,-28-6 261 0</inkml:trace>
  <inkml:trace contextRef="#ctx0" brushRef="#br0" timeOffset="123370.14">5320 14373 146 0,'0'0'152'0,"0"0"-13"0,0 0-5 0,0 0-16 15,0 0-3-15,0 0-12 0,0 0-11 16,0 0-4-16,0 0-5 0,0 0-6 0,0 0-12 0,0 0 3 0,0 0-13 16,0 0-2-16,0 0-3 0,0 0-2 0,0 0 4 15,0 0-5-15,0 0 1 0,0 0-2 0,0 0-1 16,0 0 0-16,0 0-1 0,0 0-1 0,0 0-2 16,0 0 3-16,0 0-9 0,0 0-1 0,0 0-4 15,0 0-1-15,12-1-3 0,-1 0-2 0,2-1-5 0,6 1 4 16,4 0-4-1,11-4-5-15,-5 2-5 0,4 0-12 0,-3-1-18 16,-1 3-22-16,3 0-26 0,-4-2-31 0,-6 1-42 16,-3 2-180-16,0-2-347 0,-6 1 154 0</inkml:trace>
  <inkml:trace contextRef="#ctx0" brushRef="#br0" timeOffset="123586.09">5326 14558 165 0,'0'0'164'0,"0"0"-1"0,20 0-25 15,-1 0-11-15,0-1-14 0,11-2-7 0,-1 1-15 16,3-4-25-16,1 0-30 0,2 1-45 0,-1-1-54 0,-6-1-121 15,2-1-197-15,-11 2 88 0</inkml:trace>
  <inkml:trace contextRef="#ctx0" brushRef="#br0" timeOffset="124087.03">5572 14277 157 0,'-4'-2'305'0,"4"2"-10"0,0-6-19 0,0 6-18 15,0-6-26-15,0 6-24 0,0 0-24 0,-1-3-22 16,1 3-18-16,0 0-18 0,0 0-15 0,0 0-16 16,0 0-16-16,0 0-8 0,0 0-9 15,0 0-4-15,0 0-6 0,10 15-2 0,-6-10-7 0,2 1 0 16,2 0-8-1,5 1-5-15,-4 1-1 0,6-2-1 0,-2 1-3 16,1 2-2-16,3-3-1 0,0 1-1 0,-1-2-5 16,-2 0 0-16,1-1-2 0,-3-1-9 0,-1 0 3 15,-4-1-4-15,0 0-3 0,2-1 1 0,-5 0-1 0,1-1-3 16,-1 1-7-16,-4-1-8 0,6 4-7 16,-6-4-6-16,4 3-3 0,-4 0 3 0,-1 3 0 15,-3 2 6-15,-7 6 8 0,-6 8 4 0,-2 3 3 0,-2 1-2 0,-2 3 2 16,-3 13 5-16,-5-2-3 0,13-10-1 0,-1 0-1 15,-3 2 4-15,5-3-2 0,2 0 2 0,0-2-1 16,3 0-2-16,1-3-17 0,4-6 3 0,1 0 7 16,0-3-2-16,2-5 3 0,0 0-1 0,1-4 8 15,1 2 1-15,-1-4 10 0,2 0 19 0,0 0 13 16,-1-1 5 0,2-3 13-16,0 0 1 0,-1 5 2 0,1-5 0 0,0 0-5 15,-2 2-1-15,2-2-6 0,0 0-14 0,0 0-23 16,0 0-30-16,0 0-62 0,0 0-57 0,0 0-87 15,0 0-255-15,10-8-523 0,-6 6 233 0</inkml:trace>
  <inkml:trace contextRef="#ctx0" brushRef="#br0" timeOffset="125204.63">7222 14207 158 0,'2'-5'200'0,"1"0"-22"16,2-1-16-16,0 0-20 0,4 1-11 0,3 0-10 0,4 1-16 15,2 1-11-15,1 1-11 0,3 4-10 0,5 0-8 0,1 6-3 16,3-3-9-16,-5 5 2 0,1 4-4 0,-5 4-6 16,2 3-6-16,-10 0-5 0,3 1-4 0,-7 2-4 15,-1 1-3-15,-4 3-4 0,-1-3 3 0,-9 3-5 16,1 0-5-16,-5 0 3 0,-1 1-4 0,-4 0 1 16,-3-4 1-16,-2 4-3 0,-1-7 2 0,2 2 6 15,-4-6 5-15,3 2 8 0,0-4 7 0,2-1-6 0,3-5-1 0,-1 0 0 16,3-5 0-16,2 4-2 0,1-5 8 0,1 1 3 15,4-1 15-15,-2-1 19 0,2-1 29 0,-2 1 18 16,6-3-3-16,0 0-10 0,-4-7-14 0,5-1-10 16,8-1-3-16,0-5-14 0,8-10-15 0,2 1-5 15,4-4-13-15,9-10-9 0,5 2-5 0,-2-3-8 16,0 3-3 0,5 1-4-16,-4 2 2 0,-8 6-2 0,-1 2 2 15,-3-2-7-15,0 3 5 0,-2 2 5 0,-3 2 7 0,-5 6 11 16,-5 4 17-16,0 1 8 0,-3-2-2 0,-2 7-7 15,1-2-3-15,-1-1-14 0,0 5-9 0,-4 1 3 16,0 0-13-16,-5 13-4 0,-4 1 2 0,-4 6-4 16,-6 5 2-16,0 1-5 0,1 3 2 15,-1 1-1-15,-2 0-6 0,10 2 4 0,1 1 0 0,2-2-1 0,3 1 3 16,5-3 1-16,4-2 5 0,2-1-1 0,11-4 3 16,4-5-1-16,14-2 3 0,16-2-27 0,14-5-51 15,25-7-64-15,-1-3-85 0,4-4-126 0,2-6-187 16,-8-5-572-16,-23 3 254 0</inkml:trace>
  <inkml:trace contextRef="#ctx0" brushRef="#br0" timeOffset="126291.95">8828 14265 38 0,'0'-4'222'0,"0"0"-12"15,0 4-16-15,1-4-20 0,-1 4-20 0,2-5-18 16,-2 5-16-16,0 0-11 0,0 0-11 0,6 10-7 16,-5-1-7-16,2 1-7 0,-2 5-6 0,-1 2-7 15,0 4-2-15,1 4-5 16,-1 3-5-16,3 0-7 0,-3-2 0 0,5 3-6 15,-4-3-2-15,3 1-7 0,0 0-1 0,-3-6-4 16,3-4 2-16,1 1-3 0,2-2-3 16,-4-4-2-16,4-1 1 0,-2 0 28 0,0-1 14 15,3-4 14-15,2 1 10 0,0-6 4 0,2 2-4 0,2-6-2 16,-3 1 4-16,6-5 4 0,-3-1 0 16,1-1 1-16,-1-4 10 0,0 0-13 0,-1 0-8 0,1-4-16 0,-5 1-2 15,5-7 1-15,0 3-5 0,-5-3-8 0,5-2-7 16,-7 6 1-16,3-5-9 0,-5 0 2 0,1 0 3 15,1 4-16-15,-2 3 4 0,-3 1 6 0,-2 1 11 16,2 3-11-16,0 3 5 0,0 2 3 0,-2-1 12 0,1 3-22 16,0 2-2-16,-1-3-12 0,0 3-4 0,0-2 3 15,0 5-14-15,1-2-22 0,-1 2-18 0,0 0 4 0,0 0 3 16,0 0 3-16,-1 11 0 0,0-1-5 0,0 0 9 16,-2 3 3-16,3 1-1 0,-4 3 3 0,4-1 3 15,-3 4-5-15,1-1 5 0,-1 0 2 0,2-2 2 16,0 1 1-16,3-1 0 0,0-1 1 0,1 0 1 15,0-3-1-15,0-2 5 0,2-1 1 0,1-2 2 16,2 1 7-16,3-3-1 16,8 1 3-16,1-2-4 0,10-2 1 0,5-1 0 15,3 1-18-15,13-3-30 0,-11-3-54 0,11 1-64 16,-13 2-80-16,1-3-98 0,-6-2-213 16,0-2-597-16,-2-1 264 0</inkml:trace>
  <inkml:trace contextRef="#ctx0" brushRef="#br0" timeOffset="126745.31">9574 13923 70 0,'2'-2'216'0,"0"-2"-20"0,-2 4-17 16,4-3-20-16,-4 3-17 0,0 0-18 0,0 0-15 16,0 0-4-16,0 0-9 0,-9 19-12 0,3-9-5 15,-1 2-6-15,-3 2-8 0,-4 1-3 0,1 8-8 16,-1-1-7-16,1 0-4 0,-2 0-5 0,6-4-18 15,-3 6-26-15,4-7-20 0,0 0-21 0,3-3-37 16,1-4-43-16,3 0-152 16,-1-2-301-16,4-2 133 0</inkml:trace>
  <inkml:trace contextRef="#ctx0" brushRef="#br0" timeOffset="126929.63">9762 13929 95 0,'0'0'247'0,"0"0"-24"16,0 0-25-16,0 0-21 0,0 0-14 0,-14 12-18 15,6-2-16-15,-1 5-11 0,2 2-11 0,-5 7-9 0,3 2-9 16,-1 3-7-16,1 0-36 0,3 0-49 16,1 2-53-16,2-3-92 0,2-3-137 0,2-6-309 15,0-3 136-15</inkml:trace>
  <inkml:trace contextRef="#ctx0" brushRef="#br0" timeOffset="127562.08">10218 14359 298 0,'1'-3'296'0,"-1"3"-12"0,2-6-19 16,-2 3-22-16,0 3-22 0,0-5-27 0,0 5-22 15,1-4-20-15,-1 4-18 0,0 0-14 16,0 0-14-16,0 0-14 0,0 0-11 0,9 7-11 15,-5-1-5-15,0 2-8 0,3 4-7 0,-2 3-2 0,-1-1-7 0,3 0-2 16,-3 2-9-16,1 0 4 0,1 2-5 0,-3-2-1 16,0 1-4-16,0-5-8 0,-2 0 3 0,1 2-2 15,0-6 3-15,1 2-5 0,-2-5 0 0,0 5 1 16,1-6-1-16,-1-1 3 0,-1 2 26 0,1-3 27 16,-1-2 25-16,3 5 35 0,-3-5 26 0,0 0-18 15,0 0-8-15,10-12-12 16,-4 5-13-16,2-6-8 0,0 1-14 0,6-2-8 15,-4-6-12-15,6-4-4 0,1 1-7 0,0-3-6 16,-2-3-8-16,2 1-4 0,-3-1-4 0,0 2-6 16,-1 1-3-16,-2 4-6 0,-3 5-1 0,-2 0 1 15,-1 10-4-15,-1-3-2 0,0 4-19 0,-2 0-27 16,2 0-41-16,-1 1-48 0,-2 4-51 0,-1 1 15 16,0 0-17-16,0 0-41 0,12 6-47 0,-8 0-67 0,0-1-241 0,0 2-622 15,1-1 276-15</inkml:trace>
  <inkml:trace contextRef="#ctx0" brushRef="#br0" timeOffset="128311.54">11198 14442 16 0,'-5'0'197'16,"-1"3"-7"-16,6-3-3 0,-10 0-7 0,6 1-3 16,4-1-7-16,0 0-8 0,-8 1-12 0,8-1-11 15,0 0-9-15,-5 2-7 16,5-2-8-16,0 0 1 0,0 0-8 0,0 0-5 15,0 0-6-15,0 0-7 0,-6 1-1 0,6-1-10 16,0 0-8-16,0 0-3 0,0 0-5 0,0 0-8 16,0 0-2-16,0 0-8 0,0 0-3 0,0 0-5 15,0 0-6-15,0 0 1 0,0 0-7 0,0 0-3 16,0 0-1-16,0 0-4 0,0 0-1 0,0 0 2 16,0 0-4-16,0 0-2 0,0 0 0 0,0 0 1 0,0 0 1 0,0 0-1 15,0 0 3-15,0 0 3 0,0 0 3 0,0 0-4 16,0 0-3-16,0 0 3 0,0 0 2 0,0 0-3 15,0 0 0-15,0 0-2 0,0 0 0 16,0 0-3-16,0 0-3 0,0 0 2 0,0 0-2 16,0 0-1-16,0 0-1 0,0 0-3 0,0 0 1 0,0 0-1 15,0 0 2-15,0 0-4 0,0 0 4 0,0 0-1 0,0 0-4 16,0 0-1-16,0 0 2 0,0 0 0 0,0 0-3 16,0 0 5-16,0 0-3 0,21-1 3 0,-5-1 0 31,13 0-4-31,-1 1 3 0,7-1 0 0,2-1-3 0,0 1 0 0,15-1-2 0,-1-1 1 0,1-3 4 15,-13 4 0-15,15 1-3 0,-15-1 5 0,-2 2-2 16,-3-5 3-16,-6 6 4 16,-9-3-9-16,-1 3 5 0,-7-1 2 0,2 1 9 15,-6 0 4-15,-1-1 6 0,-1 1-10 0,3-1 0 16,-8 1-8-16,7 0-21 0,-7 0-29 0,0 0-31 16,0 0-37-16,0 0-62 0,0 0-105 0,0 0-238 15,-25 3-558-15,14-3 247 0</inkml:trace>
  <inkml:trace contextRef="#ctx0" brushRef="#br0" timeOffset="129681.56">12316 14174 49 0,'3'-6'223'0,"-3"0"-2"0,1 1-17 0,2-1-15 15,-2 1-7-15,-1 0-12 0,1 1-12 0,-1 4-11 0,3-4-16 16,-3 0-16-16,0 4-14 0,1-4-15 15,-1 4-10-15,0 0-9 0,0 0-7 0,0 0-9 0,4 15-4 0,-5-5-2 16,-2 2-7-16,2 2-7 0,1 3-3 0,-4 8-3 16,4-5-3-16,-1-1-2 0,1 1 1 0,-3 7-6 15,6-8-1-15,-3 0 0 0,1 6 1 0,3-6-3 16,0-1 1-16,-3-2-2 0,4 1-1 0,0-5 1 16,2-2-4-16,-5 0 1 0,5 0 2 0,-2-2 10 15,0 0 15-15,4-2 12 16,-4 0 10-16,0-4 4 0,3 1 8 15,3-1 4-15,-1-2 3 0,1-2 0 0,0-1 0 0,-1 1 1 16,3-4-1-16,-1 0 5 0,-2-1 0 0,5-3-8 16,-1-2 0-16,-1 0-12 0,1-2-13 0,-1-3 6 15,-2 1-10-15,5-5-1 0,-1-1-3 0,-6-1-8 16,5 0-1-16,-5 7-1 0,-1 0 0 0,-2 0 16 16,-1 0-2-16,0 3 6 0,-1 5 7 0,-1-4 1 0,-1 5 7 0,-2 0-13 15,3 1-4-15,-2 0-10 0,0 3-7 16,1-1-5-16,-1-1 5 0,0 2-17 0,-1 3-16 15,0 0-18-15,0 0-15 0,0 0 7 0,0 0 6 16,-2 15-2-16,0-6 3 0,-1 8 3 0,-1 0-1 0,-1 2 5 16,1 1 8-16,1-1-10 0,-1 6 13 0,4-1-11 15,4-3 2 1,0-3 3-16,1 0 3 0,5-1 1 0,8 1 3 16,-2-5 10-16,9-1-5 0,8 1-31 0,7-8-56 15,12-1-75-15,2 2-106 0,1-11-380 0,-3 3-699 16,1-6 309-16</inkml:trace>
  <inkml:trace contextRef="#ctx0" brushRef="#br0" timeOffset="130800.48">13235 14098 133 0,'-1'-5'233'0,"1"1"-6"0,0 4-14 0,0-6-10 15,0 6-21-15,-1-4-16 0,1 4-20 0,0 0-16 16,0 0-15-16,0 0-13 0,0 0-12 0,0 0-12 16,0 0-7-16,9 14-9 0,-8-4-6 0,4 2-5 0,-1 0-6 0,0 5-5 31,-2 1-4-31,2 0 15 0,0 3-5 0,-1-1-3 15,0-1-3-15,0 2-3 0,1-2-6 0,-1 1 0 16,0-2-2-16,0-2-2 0,-2-3-3 0,1 2 0 0,0-3-6 0,0-2 7 16,0-4-8-16,-1 4-2 0,0-5 1 0,0-2 14 15,1 3 24-15,-2-1 34 0,1-2 29 16,-1-3 37-16,0 3 20 0,0-3 24 0,3 3 21 16,-3-3-16-16,0 0-21 0,8-10-18 0,-1-1-16 0,-2 2-17 15,4-6-10-15,1 0-15 0,-1-3-10 0,1-6-10 16,3 0-10-16,-1-3-7 0,2-1-7 15,-3-1-8-15,-2 4-5 0,1 0-7 0,-2 7-6 16,-3 1-1-16,-1 1-5 0,1 1-9 0,2 3 8 16,-4 5-6-16,1-4 0 0,-4 5-6 0,4-1-1 0,-3 2-4 0,0 1-17 15,1 1-11-15,-2-2-33 0,0 5-38 0,1-5-31 16,-1 5-52-16,4-3-41 0,-4 3-42 0,0 0-3 16,0 0-18-16,0 0-37 0,0 0-51 0,0 0-239 15,-4 13-652-15,4-13 289 0</inkml:trace>
  <inkml:trace contextRef="#ctx0" brushRef="#br0" timeOffset="131238.76">13801 13801 78 0,'0'-5'240'0,"0"5"-15"0,0 0-21 16,0-5-25-16,0 5-17 0,0 0-21 0,0 0-17 0,0 0-8 16,0 0-20-16,0 0-8 0,0 0-9 0,-12 16-8 15,8-8-4-15,-1 2-6 0,-2 2-10 0,-2 2-6 16,0 3 0-16,0-1 3 0,-2 2-17 0,2-1-15 15,0 0-29-15,0 2-31 0,-2-3-24 0,3 0-38 16,3-2-45-16,-3 1-147 0,3-5-323 0,1-2 144 16</inkml:trace>
  <inkml:trace contextRef="#ctx0" brushRef="#br0" timeOffset="131470.41">13932 13768 101 0,'0'-2'301'0,"0"2"-28"0,1-7-34 16,0 4-27-16,-1 3-25 0,-1-5-19 0,1 5-19 0,0 0-17 16,0 0-11-16,-6 16-12 0,3-7-9 0,-1 4-10 0,-1 3-8 15,-1 0-6-15,-2 2-15 0,4 0-21 0,-1 0-32 16,-1 7-37-16,1-6-49 0,-2-2-59 0,3 4-81 15,3-6-114-15,-3-3-359 0,4 0 160 0</inkml:trace>
  <inkml:trace contextRef="#ctx0" brushRef="#br0" timeOffset="131805.41">14256 13600 151 0,'0'0'237'0,"0"0"-27"0,0 0-25 15,0 0-17-15,0 0-21 0,7 11-15 0,-1 4-7 16,-1 3-5-16,0 10-5 0,4 5-5 0,4 17-5 15,1 3-1-15,0 3-9 0,-5 2-9 0,5 21-7 16,-6-24-12-16,-4 2-3 0,-3 0-7 0,-2-3-9 16,-5-3-1-16,-1-2-10 0,-6-5 0 0,-2 1-4 0,-8-4-3 15,-8 2 1-15,-5 1-9 0,-8 2-11 0,-3-4-14 0,-28 11-27 16,-3-2-37-16,-6-5-67 0,-3-6-270 0,-2-1-437 16,0-7 194-16</inkml:trace>
  <inkml:trace contextRef="#ctx0" brushRef="#br0" timeOffset="132773.46">8726 14018 95 0,'-14'25'122'0,"3"7"-9"0,-6 16-7 15,1 4 12-15,-2 6 15 0,3-1-21 0,1 29-8 16,1 2 3-16,3 2 1 0,5-3-4 0,5-26-14 15,5 20 0-15,9-23-12 0,1 0-24 0,8-3-10 16,8-5 0-16,4-2 0 0,4-5-4 0,7 0-2 16,5-4-4-16,2-4-1 0,23 11 1 0,-21-20-38 0,4-2-52 0,34 10-71 31,-33-17-150-31,3-3-299 0,-4-1 133 0</inkml:trace>
  <inkml:trace contextRef="#ctx0" brushRef="#br0" timeOffset="137441.4">15431 14129 2 0,'0'0'197'0,"0"0"-9"0,0 0-12 0,0 0-13 15,0 0-8-15,0 0-20 0,0 0-11 0,0 0-13 16,0 0-8-16,-12 3-7 0,12-3-14 0,0 0-1 16,0 0-8-16,0 0-3 0,0 0-10 0,0 0 1 15,-9 1-4-15,9-1-3 0,0 0-1 0,0 0 1 16,0 0-1-16,0 0-6 0,0 0 2 0,0 0-5 16,0 0-5-16,0 0-1 0,0 0-4 0,0 0-1 0,0 0-7 0,0 0 0 15,0 0-3-15,0 0-5 0,0 0 2 16,0 0-4-16,0 0-4 0,0 0 1 0,0 0-2 0,0 0 0 31,0 0-1-31,0 0-3 0,0 0 0 0,0 0 2 16,0 0 6-16,0 0 5 0,0 0-2 0,0 0 0 15,0 0 8-15,0 0-11 0,0 0-1 0,0 0 0 16,0 0-2-16,0 0-1 0,-5 1-3 0,5-1 1 0,0 0-1 0,0 0-2 16,0 0 2-16,0 0-2 0,0 0-2 15,0 0 1-15,0 0 0 0,0 0 1 0,0 0-1 16,0 0 1-16,30-5 0 0,-10 1-1 0,9-1 4 15,6-2-1-15,4-1-5 0,10-1 3 0,2-1 1 16,3-1 1-16,-6 2 1 0,3-2-2 0,-15 6 1 0,5-3 2 16,-3-1-1-16,-3 4 0 0,-2-2-3 0,-5 2 2 0,0 0-1 15,-11 1-3-15,1 1-15 0,-7 0-17 0,2 3-20 16,-5-1-25-16,-2 0-26 0,-6 1-16 0,4-2-18 16,-4 2-20-16,0 0-33 0,0 0-175 0,-25 7-391 15,13-5 174-15</inkml:trace>
  <inkml:trace contextRef="#ctx0" brushRef="#br0" timeOffset="137663.29">15744 13962 137 0,'-2'-5'339'0,"2"-2"-2"0,-2 1-11 0,-1 1-17 0,2 1-29 15,0 0-33-15,1 4-30 0,0-5-24 0,0 5-20 16,0 0-28-16,0 0-7 0,0 0-21 0,0 18-20 16,1-2-4-16,0 1-6 0,4 7-16 0,-3 5-3 15,1 0-2-15,3 1-51 0,0 1-45 0,3 0-56 16,1 1-74-16,0-3-91 0,-1-2-237 0,1-4-529 16,-3-7 233-16</inkml:trace>
  <inkml:trace contextRef="#ctx0" brushRef="#br0" timeOffset="139229.88">17268 13815 208 0,'-1'-4'205'0,"-1"1"-8"15,2 3-11-15,-1-6-20 0,1 6-17 16,0-6-21-16,0 6-10 0,0 0-16 0,0 0-13 0,0 0-11 16,0 0-9-1,0 0-7-15,0 22-8 0,-4-6-4 0,4 1-4 16,-2 3-5-16,-1 6-4 0,2 0-5 0,2 3-2 16,-1-2-2-16,3 3 12 0,-3-4-3 0,1 3-3 15,2-4-5-15,0-1-4 0,0-3 2 0,2-4-7 16,-1 0 7-16,3-1-12 0,1-5 2 0,-4 0 2 15,5-1-2-15,-1-4 18 0,-1 2 11 0,2-3 2 16,4-4 9-16,1 1 2 0,-1-2-1 0,7-2 0 0,-3-3 0 0,2-2 3 16,2-1 5-16,1-7 4 0,-6 2-5 15,6-4-3-15,-6 0-2 0,2-3-2 0,0-2-1 0,-1 0-12 16,-3-1-4-16,2-1-2 0,-5-1-6 0,0 2 3 16,-1-1-9-16,1 1-2 0,-5 8 0 0,0-4 13 15,-1 5 7-15,-2 1-2 0,0 2 14 16,-2 1 1-16,2 3 6 0,-2 2-7 0,0 0 9 0,2 0-24 0,0 0-3 0,-3 3-9 15,2-2-7-15,-2 4-11 0,-2-5-13 0,2 5-1 32,0 0-2-32,0 0 1 0,-6 16-4 0,2-6 5 0,2 7-4 0,-5 0-4 0,1 9 9 15,-2-4-9-15,6 0 4 0,-3 2-2 0,2 1 8 0,3-6-4 16,0 2-4-16,1-2 6 0,2-2-1 0,1 1 2 16,3-2-2-1,-2-5 7-15,4-2 1 0,0 1 15 0,5-1-12 16,4-2 2-16,10-2-2 0,3-5 0 0,0 0-21 15,2-4-36-15,3-1-50 0,-6-3-68 0,3 1-81 16,-2-3-345-16,1-4-640 0,-4 2 284 0</inkml:trace>
  <inkml:trace contextRef="#ctx0" brushRef="#br0" timeOffset="139683.79">18085 13375 68 0,'0'0'241'0,"0"-7"-19"0,0 7-20 0,0 0-22 0,-2-5-19 0,2 5-20 16,0 0-16-16,0 0-13 15,0 0-13-15,-8 14-9 0,1-4-11 0,-1 3-6 0,-2 5-5 16,-1 4-6-16,-2 0-9 0,0 5-16 0,0-4-41 16,0 2-24-16,-1 1-44 0,5-1-37 0,3-6-191 15,-3 0-325-15,5-2 143 0</inkml:trace>
  <inkml:trace contextRef="#ctx0" brushRef="#br0" timeOffset="140275.4">18408 13699 32 0,'0'-3'225'0,"0"3"-13"0,6-4-18 0,-6 4-25 0,3-3-15 15,-3 3-17-15,0 0-13 0,5-2-16 16,-5 2-11-16,0 0-13 0,6 8-10 0,-2-3-2 16,3 0-2-16,-1 6-3 0,-1-1-8 0,-1 7-7 15,1-1-1-15,-1 2-10 0,1 8 0 0,0-8-4 0,1 6-2 16,-4 2-5-1,0-10-2-15,0 1-5 0,1 1-4 0,-1-2 2 16,-1-2-5-16,0-4 1 0,1 0-2 0,-2 0 1 16,1-5-2-16,0 2 17 0,0-2 23 0,-1 0 21 15,0-2 28-15,0-3 27 0,3 4 20 0,-3-4 31 0,1 2 24 16,-1-2 3-16,0 0-17 0,7-9-24 16,-2 0-19-16,0-7-15 0,3 2-9 0,0-5-12 15,5-8-13-15,-1 0-11 0,4-1-14 0,1 1-10 0,-3-3-5 0,0-1-10 16,1-1 6-16,-2 2-20 0,-3 5 1 0,2-2-2 15,-7 4 2-15,3 6-11 0,-2 1-1 0,-3 7-6 16,-2-3-3-16,1 7-7 0,-2-2-31 0,2 2-41 16,-1 1-43-16,2 2-47 0,-3-2-53 0,0 4-26 15,0 0-10-15,0 0-35 0,0 0-52 0,3 13-241 0,-1-8-620 16,-1-1 275-16</inkml:trace>
  <inkml:trace contextRef="#ctx0" brushRef="#br0" timeOffset="141304.51">19466 13810 6 0,'-8'3'182'0,"-1"-1"-7"0,4-1-9 0,5-1-6 0,-10-1-9 0,10 1-6 16,-8 1-4-1,8-1-7-15,0 0-13 0,0 0-9 0,-6-1-7 16,6 1-5-16,0 0-5 0,0 0-5 0,0 0-5 0,-10 0-9 16,10 0-3-16,0 0 3 0,0 0-6 0,0 0-3 15,0 0 4-15,-4 2-6 0,4-2-6 0,0 0-5 16,0 0-4-16,0 0-5 0,0 0 3 15,0 0-12-15,0 0-2 0,-5-4-6 0,5 4 4 0,0 0-9 16,0 0-4-16,0 0-2 0,0 0-3 0,0 0-1 16,0 0 1-16,0 0-2 0,0 0 0 0,0 0-4 15,0 0-1-15,0 0-1 0,0 0 0 0,-1 7 0 16,1-7 0-16,0 0 1 0,0 0-1 0,0 0 1 16,0 0 0-16,0 0-2 0,0 0 0 0,20-8 0 15,-7 4 0-15,16-1-1 0,-1-2 1 0,4 0-1 0,4-3-1 0,5 5 2 16,9-5-2-16,2 0-1 0,-1 3 0 15,-1-2-3-15,-10 4 3 0,-3 1 0 0,-3-4-4 0,1 5 2 16,-8 1 2-16,-7-2-4 0,-7 3 3 0,-3-1 1 16,0 1 4-16,-2-1 11 0,-2 1 2 0,0 0-6 15,0 1 2-15,-6 0-1 0,7-3-16 0,-3 3-15 16,-4 0-25-16,0 0-40 16,0 0-40-16,0 0-60 0,0 0-274 0,-27 3-493 15,20-2 219-15</inkml:trace>
  <inkml:trace contextRef="#ctx0" brushRef="#br0" timeOffset="142353.51">20783 13544 98 0,'0'0'208'0,"3"-5"-22"0,-3 5-20 15,0 0-26-15,0 0-15 0,0 0-9 0,0 0-17 16,1 12-4-16,-1 0-3 15,0 2-10-15,0 3-3 0,-1 1-6 0,1 9-10 16,-3-4-2-16,3 5-6 0,0 0-13 16,-1 1 2-16,1 0-5 0,0-3-4 0,1-1-2 15,3-5-2-15,-3-1-7 0,2 0-3 0,2-2 4 16,-1-3-5-16,1-3 6 0,1-2 23 0,1 1 17 0,-1-3 15 16,2-2 13-16,2-1 6 0,-1-3 1 0,5-2-3 15,1-3-5-15,1-2 7 0,0-5-11 0,6-7-3 0,-5 7-4 16,4-8-4-16,-5 6 1 0,-1-10 3 0,2 3-23 15,-2-4-8-15,4 2-6 0,-3-2-7 0,-2 0 5 16,-3-1-9-16,1 2 8 0,-5 3-14 0,1 3-2 16,-2 0 16-16,-2 5 5 0,0 2-2 0,-1 3-2 15,-2-1-6-15,0 4-8 0,3-1-9 0,-3 3-7 16,-1 2-18-16,0-5-4 16,0 5-10-16,0 0 7 0,0 0 1 0,-5 21-2 15,3-12 4-15,0 4 0 0,1 2 0 0,1 2 0 16,3 2 2-16,2 0 1 0,4 6 0 0,4-1 16 15,6-3-40-15,6-1-27 0,3-3-41 0,3-3-58 16,2 1-76-16,2-6-89 0,-1-1-178 0,1-5-540 16,-1-2 240-16</inkml:trace>
  <inkml:trace contextRef="#ctx0" brushRef="#br0" timeOffset="142876.1">21619 13558 155 0,'1'-4'239'0,"1"0"-11"0,0 1-11 16,-2 3-15-16,4-6-16 0,-4 6-22 0,2-4-21 16,-2 4-13-16,3-3-18 0,-3 3-9 0,0 0-11 0,0 0-14 15,7 10-7-15,-4-4-2 0,1 3-3 16,1 3-7-16,-1 1-6 0,2 5-5 0,-2-1-3 16,0 3-5-16,1 4-5 0,-1 2-2 0,1 1-2 15,-1-9 0-15,1 9-6 0,-2-9 3 0,-1 1-6 0,2-1-1 0,0-4-2 16,-3-2-4-16,2 0 1 0,-2-4 1 0,2-2 2 15,-2 1 3-15,-1-2 58 0,3-2 24 0,-2-2 38 16,-1-1 47-16,0 0 26 0,0 0-13 0,0 0-29 16,13-13-16-16,-8 1-16 0,4-5-23 0,-1 0-4 15,4-5-10-15,0-5-12 0,-1 1-11 0,2-6-10 16,1 3-9-16,-1-2-14 16,-2-1-7-16,3-2-7 0,-3 0-5 0,1 4-3 15,-3 2 4-15,0 4 2 0,-5 7-10 0,2 3-5 16,-2 2-1-16,-1 4-18 0,-2 1-12 0,0 2-47 0,3 1-45 15,-4-1-50-15,0 2-40 0,0 3 11 16,0 0-15-16,0 0-33 0,0 13-42 0,0-6-54 16,0 2-241-16,-1 0-617 0,1 2 274 0</inkml:trace>
  <inkml:trace contextRef="#ctx0" brushRef="#br0" timeOffset="143339.64">22229 13162 250 0,'0'-3'268'0,"0"3"-14"16,1-7-18-16,-1 7-22 0,0-4-25 0,0 4-16 16,0 0-25-16,0 0-15 0,0 0-15 0,0 0-16 15,0 0-11-15,0 0-6 0,-6 18-9 0,-1-3-11 0,1 2-9 16,-2 1-6-16,-3 5-1 0,2 2-8 0,0 0 0 15,-1 0-8-15,3 1-4 0,-2-4-5 0,3-4 1 16,1-2 4-16,1 0-12 0,1-2 3 0,2-5-4 16,-3 3 0-16,4-3-4 0,-4-3 0 0,4 1 2 15,-1-2 0-15,-2-2 1 0,2 1 15 0,1-4 15 0,0 5 13 16,0-5 3 0,-1 4 0-16,1-4 4 0,0 0-8 0,0 0-5 15,0 0-9-15,0 0-7 0,0 0-13 0,0 0-9 16,10-9-34-16,-7 7-28 0,-1-1-38 0,-2 3-36 15,4-7-45-15,0 2-43 0,1 3-259 0,0-3-506 16,0-1 224-16</inkml:trace>
  <inkml:trace contextRef="#ctx0" brushRef="#br0" timeOffset="143655.6">22436 13067 36 0,'2'-2'214'0,"-2"2"-20"0,0 0-22 16,13 7-17-16,-5 4-1 0,3 7-1 0,3 7-8 15,0 5-2-15,4 14-4 0,-1 3-4 0,-1 6-4 16,0 2-10-16,-5 2-3 0,-2-2-15 0,-2 0-12 15,-6 2-6-15,-9 22-11 0,2-25-2 0,-11-2-11 0,-1-1 1 16,-10 0-7-16,-5-3-8 0,-3-1-2 0,-6-1 12 0,-22 16-12 16,14-20-25-16,-21 15-40 0,-10-6-51 15,-9-3-71-15,-1-6-101 0,0-8-150 0,-1-4-424 16,-4-10 189-16</inkml:trace>
  <inkml:trace contextRef="#ctx0" brushRef="#br0" timeOffset="144574.09">17011 13471 70 0,'0'0'174'0,"-6"-4"-22"0,6 4-12 16,-8 0-18-16,2 5-18 0,-4 2-9 0,-4 5-9 15,-7 13-9-15,-1 5-6 0,-5 16 1 0,3 8 3 16,-14 30-4-16,6 4 22 16,4 6 0-16,6-2-4 0,0 5 10 0,3-9-9 15,9-5-7-15,9-25-8 0,1 1-8 0,6 2-4 16,7-4-6-16,4-1-5 0,7-6 2 0,8-1-11 16,11-4-2-16,26 6 4 0,-11-18-1 0,36 2-12 15,2-13-38-15,5 0-43 0,1-5-60 0,-3-8-97 16,-33-3-138-16,2-1-372 0,26-8 165 0</inkml:trace>
  <inkml:trace contextRef="#ctx0" brushRef="#br0" timeOffset="161099.79">23367 13808 33 0,'0'0'156'0,"-11"0"-22"0,11 0-8 0,-3-3-5 0,3 3-14 16,0 0-13-16,0 0-4 0,0 0-14 0,0 0-14 31,0 0 3-31,-6 0-9 0,6 0 0 0,0 0-9 0,0 0-8 16,0 0-4-16,0 0-1 0,0 0-3 0,0 0-8 16,0 0 2-16,0 0-3 0,0 0 4 0,0 0-3 15,0 0-1-15,0 0-5 0,0 0 8 16,0 0-5-16,0 0 1 0,0 0 4 0,-3-3-12 0,3 3 9 0,0 0-3 15,0 0 0-15,0 0-3 0,0 0 5 0,0 0-3 16,0 0 0-16,0 0-2 0,0 0-4 0,0 0 2 16,11-4 0-16,1 2-1 0,7 0 2 0,16-3-4 15,13-5 7-15,6 0 4 0,4 3 8 0,0-4 8 0,2-1 9 16,2 3-2-16,0-3 2 0,0 3-7 0,-2 0-4 16,-3 0-7-16,-7 2-9 0,-12 3-3 0,-6 1-11 0,-1 1-16 0,-12-1-11 15,0 1-21-15,-6-1-33 0,1 3-15 0,-7-1-14 16,-4 1-17-16,-3 0-30 0,0 0-122 15,0 0-294-15,-16-4 130 0</inkml:trace>
  <inkml:trace contextRef="#ctx0" brushRef="#br0" timeOffset="161366.99">23669 13559 258 0,'-3'-5'257'0,"3"1"-10"0,0-1-21 0,0 1-21 0,0 4-24 16,-5-7-24-16,5 7-19 0,0 0-24 0,0 0-14 16,0 0-15-16,-2 12-7 0,-2-2-12 15,1 10-7-15,3 4-5 0,-4 5-5 0,4 3-6 16,-1 2-3-16,2 1 0 0,3 11-3 0,0-11-2 0,1 0-1 15,3 2-26 1,-2-3-27-16,3 0-38 0,-1-3-52 0,4-1-43 16,-1-4-211-16,1 0-393 0,1-13 175 0</inkml:trace>
  <inkml:trace contextRef="#ctx0" brushRef="#br0" timeOffset="162486.44">25694 13349 116 0,'3'-3'174'0,"-3"3"-16"0,0 0-14 16,0 0-21-16,0 0-12 0,0 0 0 0,-8 17-7 0,-1 0-6 15,-4 4-6 1,-6 4-8-16,1 0-11 0,-2 3-9 0,-16 9 1 16,2 1-8-16,0-3-7 0,-3 2-4 0,9-12-5 15,-9 13-10-15,1-5 5 0,8-8-5 0,1-1-5 0,-1-4 5 16,4 0-8-16,2-4 3 0,7-6-3 15,1-3 16-15,5-1 23 0,0-1 33 0,1-2 27 16,3 0 15-16,-1-3-4 0,-2-2 0 0,4-2-11 0,-1-4-10 16,1-2-6-16,-1-2-10 0,5-3-7 0,4-4-9 15,0 0-8-15,-2-1-10 0,9-2-11 0,-5 1 2 16,4 4-9-16,-1 2 0 0,2 1-12 0,-3 6-2 16,-3-1-2-16,-1 3-14 0,1 0 3 0,2 1-9 15,2 5-4-15,2 0 2 0,2 5-5 0,7 0 2 0,2 4 0 16,4 4-1-16,-1 1 1 0,2 2-22 0,0 1-16 0,0 1-28 15,0 3-30-15,-2-1-27 0,1 2-38 0,-2-4-44 16,-1-3-62-16,-8-3-201 0,-2-2-503 0,4 0 222 16</inkml:trace>
  <inkml:trace contextRef="#ctx0" brushRef="#br0" timeOffset="163017.84">25823 13037 163 0,'0'-4'248'0,"0"0"-15"16,0 4-22-16,0-3-18 0,0 3-23 0,3-3-19 0,-3 3-16 16,0 0-20-16,1-4-13 0,-1 4-13 0,0 0-9 15,0 0-6-15,5 10-12 0,0-6-5 16,-1 7-9-1,1 0-6-15,3 6-2 0,-3 0-7 0,0 3-3 16,2 3-2-16,-4 4-4 0,-1-4-3 0,-4 3 0 0,1-1 2 16,-1 2-4-16,-4-4-4 0,1-4-4 0,-1 0 3 15,1-4-3-15,-3-3 1 0,6-2-7 0,-2 0 7 16,0-3 0-16,1 0-1 0,1-2-4 0,2 0 4 16,-3-1 5-16,2 0 16 0,1 0 19 0,0-4 4 15,0 0 2-15,6 1 0 0,6-2-2 0,7-4 6 16,10-5-14-16,2 4-4 0,2-2-7 0,-1-1-4 0,1 1-4 0,1 0-2 15,-5-1-2-15,6 1-1 0,-15 4-4 0,0-1-9 16,-7 4-14-16,-2-3-16 0,-3 2-27 0,-1 0-32 16,-1 1-30-16,-6 1-12 0,7 2-10 0,-9 4-1 15,2-6-42-15,-9 10-224 0,0-4-432 0,-1 0 192 16</inkml:trace>
  <inkml:trace contextRef="#ctx0" brushRef="#br0" timeOffset="165521.7">26247 13718 59 0,'-6'0'167'16,"6"0"-19"-16,-8 3-16 0,8-3-8 0,-5 0-9 15,5 0-7-15,0 0 0 0,0 0-8 0,-5 1-10 16,5-1-8-16,0 0-4 0,0 0-6 0,0 0-8 0,0 0-2 0,0 0 2 16,-8 0-4-16,8 0-8 0,0 0-3 0,0 0 4 15,0 0-5-15,0 0-3 0,0 0 3 0,0 0-7 16,0 0 0-16,0 0 1 0,0 0 0 0,0 0-3 15,0 0-1-15,0 0 4 0,0 0-7 0,0 0 0 16,0 0-1-16,0 0-2 0,-8-1-5 0,8 1 1 16,0 0 0-16,0 0-4 15,0 0-4-15,0 0-2 0,0 0-5 0,0 0 1 16,0 0 0-16,0 0-2 0,0 0-5 0,0 0 4 16,0 0-7-16,0 0 6 0,0 0-2 0,0 0-5 15,0 0 1-15,0 0 0 0,0 0 2 0,0 0-6 16,0 0 2-16,0 0-1 0,0 0 0 0,0 0 0 15,0 0 0-15,0 0-1 0,-2 4-1 0,2-4 1 16,0 0 6-16,0 0-8 0,0 0 3 0,0 0 0 0,0 0 1 0,0 0-2 16,0 0 2-16,0 0 0 0,0 0 1 0,0 0 1 15,0 0-2-15,0 0 1 0,0 0 1 0,14-4-2 16,0 1 4-16,8-1-3 0,6-1-2 16,3 1 1-16,3-2-2 0,3-1 3 0,15-1-2 0,-14 2 0 15,2 0-2-15,-4 1-3 0,2 0 6 0,-4 1-2 16,-6-1 5-16,-5 2-3 0,-5 1-2 0,-4 0 4 0,-1 2-5 15,-3-3 1-15,-2 3-3 0,-2-2-5 0,1 2-2 16,-3-1-12-16,-4 1-14 0,7-1-15 0,-7 1-7 0,0 0-7 16,0 0-18-16,0 0-20 0,0 0-26 15,0 0-41-15,-17 4-152 0,17-4-347 0,-9 0 154 16</inkml:trace>
  <inkml:trace contextRef="#ctx0" brushRef="#br0" timeOffset="165906.71">27173 13404 53 0,'1'-7'249'0,"0"1"-17"16,0-1-6-16,1 3-18 0,-2-1-22 0,1 2-20 15,-1 3-20-15,3-5-17 0,-3 5-21 0,0 0-13 16,0 0-10-16,0 0-10 0,-2 12-6 0,1-2-9 16,0 6-10-1,-4 4-3-15,1 5-4 0,-3 1-6 0,2 5-5 16,-2-4-2-16,-2 3-4 0,2 1 0 0,1-2-8 0,-2-2 3 16,3 0-4-16,4 0-4 0,-3-2 6 0,0-5-5 15,3-2 1-15,-2-1-2 0,2-1-1 16,-2-5-2-16,2 2-1 0,1-5 0 0,-3 0 0 15,3 0 1-15,-2-3-4 0,2 0-2 0,-1 0 1 0,1-1 2 16,-3-1 1-16,3-3-2 0,-1 7 0 0,1-7-1 0,-3 2 0 16,3-2-3-16,0 0-2 0,-1 4-6 0,1-4-2 15,0 0-12-15,0 0-19 0,0 0-71 0,0 0-83 16,-8-12-182-16,5 6-405 0,1-5 180 0</inkml:trace>
  <inkml:trace contextRef="#ctx0" brushRef="#br0" timeOffset="166415.07">27115 13273 178 0,'3'-7'190'16,"3"2"-26"-16,0-2-14 0,1 0-22 0,2 2-4 15,7-3-13-15,-3 4-10 0,8 1-13 0,-5 1-8 16,-1 2-7-16,5 2-3 0,-8-1-13 0,3 0-3 16,1 4-5-16,-2 0-6 0,-1 2-3 0,-3 1-7 15,0-1-6-15,-2 4 1 0,-3 0-6 0,-2 1-4 16,-3 2 4-16,-3 1-3 0,-1 2-2 0,-1 0-5 0,-2-3 1 16,-4 1 1-16,-2-1 0 0,2-3-2 0,0 2 5 0,0-5 2 15,-1 2-1-15,1-3-2 0,2-1-2 0,-2 0-3 16,3-1 2-16,2 0-2 0,-2-3 2 0,4 0-6 15,1 1-2-15,3-3 6 0,-6 3 0 0,3-2-5 16,3-1-2-16,-4 3 1 0,4-3 5 0,0 0 8 16,13 5 4-16,0-2 2 15,0-1 0-15,1 1-3 0,2-1-3 16,2 2-3-16,-2-1 0 0,-2 0-3 0,0 1 1 16,-1-1-6-16,0 2 5 0,-3 0-7 0,3 0 3 15,-5-1-2-15,-2 1-4 0,-1 0 2 0,-1-1-2 0,1 1 3 16,-3 2-2-16,-2-2-1 0,-2 3 4 0,-3-4-3 15,0 5 1-15,-3-1-1 0,-1-3 3 0,-5 4-2 16,4-4 0-16,-2 1-2 0,-2-1 1 0,1 0 3 0,0 2-5 16,-3 0-10-16,0-3-9 0,3 1-3 0,0-3-19 0,5 1-23 15,1-1 2 1,-1 1-27-16,2-2-24 0,3 0-14 0,3-1-18 16,-10 0-146-16,10 0-315 0,0 0 140 0</inkml:trace>
  <inkml:trace contextRef="#ctx0" brushRef="#br0" timeOffset="166893.19">27589 13080 180 0,'0'0'200'16,"5"-4"-29"-16,-1 3-20 0,-4 1-15 0,10 0-17 0,-2 3-9 16,1 1-12-16,3 1-15 0,-1 2-14 0,2 4 5 15,1 0-15-15,-3 3-2 0,-2 0-4 0,1 4-8 16,-2-1-3-16,-3 0-5 0,-5 3-2 0,0 1 0 0,0 3-4 16,-5-5-4-16,-7 6-1 0,0-4 3 0,-1 1-2 15,0-7 2-15,0 1 4 0,-2-4 1 0,4 1-6 16,-2-1 5-16,1-3 0 0,2-1 2 0,4-4 1 15,-2 2-2-15,3-2 4 0,0-1 1 0,1-1 11 32,0 2 7-32,3-1 6 0,1-3 4 0,-4 3 0 15,4-3-6-15,0 0-6 0,0 0-3 0,18 0-3 0,0-1-4 16,1-3-6-16,3 2-5 0,5-3 0 0,3 2-4 0,-2 0-4 16,0-1-2-16,2-1-2 0,-2 4 0 0,-9 0-4 15,0-2 1-15,-7 3-6 0,2-2-1 0,-8 1 2 16,1 1-2-16,0-1-2 0,0 0 1 0,-7 1 0 15,9-3-3-15,-9 3-3 0,5 0-8 0,-5 0-9 16,0 0-10-16,6-1-6 0,-6 1-9 0,0 0-12 0,0 0-20 16,0 0-19-16,0 0-19 0,0 0-32 0,0 0-15 15,0 0-41-15,0 0-188 0,0 0-414 0,0 0 184 16</inkml:trace>
  <inkml:trace contextRef="#ctx0" brushRef="#br0" timeOffset="167178.1">28089 13037 225 0,'4'-3'205'0,"-4"3"-27"0,0 0-33 16,8 9-6-16,-2-3-13 0,1 5-5 0,5 5-14 15,3 9 1-15,0 9-7 0,3 7 1 0,0 5-4 16,-1 4-5-16,-7 0-8 0,-1 0-5 0,-8 3-4 16,-3-4-7-16,-6-1-9 0,-6 2-1 0,-9 0-12 15,1 0 5-15,-15-6-6 0,-20 19 0 0,13-21-7 16,-25 17-9-16,-1-10-20 0,14-17-28 0,-31 13-42 0,-4-1-43 16,8-9-67-16,-9 0-180 0,1-8-378 0,-1-6 167 15</inkml:trace>
  <inkml:trace contextRef="#ctx0" brushRef="#br0" timeOffset="167778.84">25054 13176 49 0,'-15'18'137'0,"-8"10"-3"0,-8 14-18 16,-2 9 2-16,-16 23-3 0,4 4-3 0,7-6-7 15,-1 3-6-15,14-22-4 0,-7 27-9 0,18-28-5 16,1 0-2-16,7 3-8 0,4-3-9 0,10-4-4 16,6-3-1-16,13-2-7 0,12-5-1 0,8-4-3 15,37 4 8-15,9-11-29 0,5-10-52 0,0-8-69 0,1-4-184 16,5-5-302-16,-5-7 134 0</inkml:trace>
  <inkml:trace contextRef="#ctx0" brushRef="#br0" timeOffset="171186.4">28609 13355 206 0,'2'-6'202'0,"-2"1"-19"0,3 2-25 16,-3 3-16-16,6-2-14 0,-1-1-18 0,6 3-11 15,0 2-9-15,2 1-6 0,0 2-11 0,1 2-11 16,2 3-4 0,-3 2-11-16,0 0 1 0,0 5-5 0,-2 0-9 15,-4 4-7-15,1 1 1 0,-2 4-3 0,-4-3 0 16,0 3-2-16,-4-2-1 0,-2-4-5 0,-2 4-6 16,-3 3-2-16,-1-6-1 0,1-4 5 0,-3 1-3 15,1-4-5-15,-2 0-3 0,2 1 10 0,-1-1-5 16,2-7 3-16,1 3 2 0,4-3-1 0,0-2 6 15,-2 0 19-15,2-1 18 0,3-3 26 0,2-1 34 0,-4 4 11 0,1-3 12 16,3-1-5-16,0 0-14 0,0 0-13 0,7-14-12 16,0 4-6-16,2-3-11 0,4-2-7 0,6-3-5 15,-1-2-8-15,0-3-6 0,2 0-3 0,0-3-3 16,1 3-6-16,-2-3-11 0,0 2 3 0,-2 1-5 16,2 2 11-16,-7 5-21 0,-3 3 4 0,0 3-4 15,-3-1 3-15,-1 4-5 16,0 2-1-16,-2-1-6 0,1 2 0 0,1-1-15 15,-1 3-10-15,-4 2 0 0,0 0 0 0,1 10 2 16,-4-3 6-16,-3 4-5 0,0 4 2 0,-1 0-2 16,1 5 4-16,-3-2-1 0,8 0 1 0,-2 3 2 15,2-2 1-15,4 1 1 0,4 4 0 0,1-6 3 0,7 5 1 16,7-8 1-16,9-1-6 0,4-1-33 0,20-1-47 16,3-1-64-16,2-10-77 0,-1-2-281 0,-1-2-552 0,1-1 244 15</inkml:trace>
  <inkml:trace contextRef="#ctx0" brushRef="#br0" timeOffset="173173.12">29427 13334 17 0,'2'-6'230'0,"-2"0"0"15,3-1-20-15,-1 3-11 0,-2-1-13 16,3-1-14-16,-1 4-14 0,0-1-19 0,-2 3-15 0,2-5-13 15,-2 5-21-15,0 0-9 0,0 0-11 0,0 0-7 16,4 10-6-16,-6 1-7 0,2 2-3 0,0 3-5 16,-2 1-7-16,0 1 0 0,0 7 9 0,0 1-3 0,-1-7-2 15,3 5-6-15,0-4-3 0,0-1-3 0,2 1 1 16,-1-2-4-16,1-2-4 0,2-5-1 0,-2 0 0 16,0 2-3-16,3-4 1 0,-3-3-1 0,1 0 1 15,2 0 25-15,0-1 13 0,2-2 12 0,-1 0 3 16,3-3 13-16,1 0-6 0,3-1-6 0,1-4 6 15,-2 2-3-15,4-6-2 0,-1 3-5 0,-4-3-9 0,4 0-2 0,-2-4 0 16,2 1-1-16,-2-2-21 0,1-1 5 0,-1-1-5 16,-2 1-6-16,1-2 1 0,-3 2 4 0,-2 1 4 15,0 2 0-15,-2 1 5 0,0 2-1 0,-1 0-1 16,0 1-3-16,-3 1-11 0,3 2 2 0,-4 3-4 16,5-2-9-16,-4 0 4 0,-1 4-8 0,2-4-8 15,0 1-24-15,-2 3 1 16,0 0 0-16,0 0 0 0,-5 12 3 0,0-4-1 0,0 2 2 0,1 2-3 15,0-1 5-15,0 2-3 0,3-1 4 0,0 5 9 16,-2 0-5-16,6-5-3 0,-2 3-1 0,4-1 7 16,3-2 5-16,2 2 1 0,6-1 0 0,12-2 7 15,4-1-9 1,5-3-8-16,18 1-40 0,3-4-46 0,0-3-56 0,1-4-73 0,-1 1-84 16,-3-4-224-16,-16 0-578 0,-2-6 257 0</inkml:trace>
  <inkml:trace contextRef="#ctx0" brushRef="#br0" timeOffset="173790.21">30191 13309 160 0,'1'-3'265'0,"-1"-1"-12"0,1 0-5 15,1 1-3-15,-2 3-22 0,1-6-13 0,-1 2-13 0,0 4-19 0,1-5-19 32,-1 5-12-32,0 0-19 0,3 0-19 0,-3 0-6 15,0 0-20-15,0 0-9 0,0 0-1 0,0 0-16 0,0 0-8 16,7 9-5-16,-4-1-3 0,0 1 16 0,-1 1-6 16,1 6-7-16,2 1-4 0,-3 0-7 15,3 6-2-15,-1-3-1 0,-1-3-5 0,1 1-2 16,1 0-2-16,-3-1-1 0,3 0 0 0,-2-2-2 0,-1 1-4 0,1-4-1 15,0-1-2-15,-1-2-2 0,-1-2-1 0,1-2 6 16,0 4-6-16,0-6 3 0,-1 1 0 0,0 1 28 16,-1-5 35-16,2 5 36 0,-1-2 30 0,-1-3 28 15,0 0 31-15,3 0 12 0,-3 0-22 0,6-6-18 16,1-3-19-16,0 3-15 0,5-10-14 0,1 0-14 16,6-6-12-16,-1-2-6 0,3-1-10 0,0-1-10 0,-1-3-8 0,-1 0-6 15,0 4-4-15,-4 1-5 0,2 0-3 0,-9 9-7 16,1 0-3-16,-2 4-5 0,-2 1-4 0,0 2-8 15,-1-1 4-15,1 4-2 0,-1 1-6 0,-4-1-22 16,2 1-21-16,0 1-27 0,-2 3-29 0,1-3-42 16,3 1-31-16,-4 2-50 0,0 0-1 0,0 0-1 15,0 0-18-15,9 7-18 16,-8-2-23-16,2 0-31 0,-2 2-17 0,3-1-307 16,-3 0-675-16,3-3 300 0</inkml:trace>
  <inkml:trace contextRef="#ctx0" brushRef="#br0" timeOffset="174291.6">31237 13254 16 0,'0'0'224'15,"0"0"-14"-15,0 0-12 0,0 0-13 0,0 0-11 16,0 0-9-16,0 0-10 0,0 0-9 0,0 0-5 15,0 0-3-15,0 0-9 0,0 0-11 0,0 0-6 0,0 0-12 16,0 0-7-16,0 0-10 0,7-4-9 0,-2 3-7 16,2-1-8-16,6 1-7 0,1 1-5 0,3-1-7 15,2-1-14 1,-1 1-19-16,2 1-17 0,3-3-28 0,-1 3-34 16,-3 0-38-16,3 0-32 0,-4 0-39 0,0-2-187 15,-4 2-399-15,0 0 177 0</inkml:trace>
  <inkml:trace contextRef="#ctx0" brushRef="#br0" timeOffset="174507.83">31283 13450 31 0,'-3'2'332'16,"3"-2"-23"-16,0 0-29 0,0 0-33 0,0 0-23 15,0 0-25-15,20-5-19 16,-6 3-24-16,5 0-28 0,9-2-37 0,0-1-38 16,4 1-45-16,4 1-42 0,-1-3-42 0,2 3-54 15,-2-1-61-15,1 2-111 0,1-6-326 16,-1 4 145-16</inkml:trace>
  <inkml:trace contextRef="#ctx0" brushRef="#br0" timeOffset="175024.61">32438 12963 107 0,'0'0'139'16,"-2"-3"-23"-16,2 3 11 0,-4-2-17 0,4 2-25 16,-6-3 1-16,6 3-6 0,-8-1-21 0,8 1-3 15,-14 2-2-15,4 0 4 0,-1 1-5 0,-1 0-6 16,-4 5 6-16,0 0-4 0,-1 4-6 0,-6 3-3 15,2 7-1-15,-1-1-10 0,-1 4 10 0,0 1-2 16,2 3-2-16,3 0-2 0,-2 1-3 0,3-6-9 16,3 5 9-16,4-5-9 0,0 3 1 0,2-4 6 0,8-3 8 0,0-2 18 15,3 0 11-15,4-1 15 0,1 0 22 0,4-1 6 16,8 2 11-16,-2-8 6 0,9 2 2 0,2-2-4 16,3-3-2-16,5-4-3 0,0-3-5 0,-2-1 1 15,2-4-7-15,-1-2 2 0,-2-1-9 16,-1-3-9-16,-2-5-7 0,-4 0-7 0,-2-1-11 0,-2-2-3 15,-2-5-8 1,-3-1 4-16,-2-2-12 0,-5-3-21 0,-4-1-9 16,-7 2-15-16,-6-4-6 0,-1 5-18 0,-9-2-11 15,-5 2-20-15,-6 2-26 0,-16-2-32 0,-7 7-40 16,-11 6-46-16,-1 2-70 0,-31 3-253 0,29 6-563 0,3 0 249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4:36:55.63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3230 3800 123 0,'0'0'156'0,"0"0"-5"15,0 0-3-15,0 0-14 0,0 0-2 0,0 0-14 0,0 0-10 16,0 0-3-16,0 0-5 0,0 0-8 0,-8-1-2 16,8 1-7-16,0 0-9 0,0 0 1 0,0 0-2 15,0 0-6-15,0 0-3 0,0 0-2 0,0 0-1 16,0 0-1-16,0 0-5 0,0 0-3 15,0 0-5-15,0 0 0 0,0 0-7 0,0 0-6 0,0 0-2 16,0 0 0-16,0 0-6 0,0 0 1 0,0 0-6 16,0 0 1-16,0 0-4 0,0 0 3 0,0 0-5 15,0 0-3-15,0 0 1 0,0 0-5 0,0 0 3 16,0 0-2-16,0 0-2 0,0 0 3 16,0 0-5-16,0 0 1 0,0 0 4 0,0 0-1 0,0 0 4 15,0 0 0-15,0 0 0 0,0 0-1 0,0 0-1 16,0 0 0-16,0 0-6 0,0 0 4 0,0 0-3 15,0 0-5-15,0 0 4 0,0 0 0 0,26 0-3 16,-12-1 2-16,5-1 1 0,9-2 2 16,1 3-2-16,6 1 8 0,2-3 13 0,0-2-11 0,-1 2 0 15,0 3-2-15,-2-3-1 0,-2 0 0 0,0 2 2 16,-3-1 0-16,-7 2 5 0,-4 0-4 0,-1 0 0 16,-4-3-5-16,-2 3 0 0,-3 0 0 15,-2 0 1-15,-1 0-5 0,-5 0-4 0,12-1-3 16,-12 1-23-16,6 0-9 0,-6 0-20 0,3 1-10 15,-3-1-11-15,0 0-26 0,-9 7-21 0,2-4-41 0,0 1-53 16,-2 3-159-16,-3-3-404 0,1 1 180 0</inkml:trace>
  <inkml:trace contextRef="#ctx0" brushRef="#br0" timeOffset="648.47">3235 4032 6 0,'0'0'172'0,"0"0"-12"0,0 0-17 0,0 0-7 15,0 0-19-15,0 0-9 0,0 0-3 0,0 0-9 16,0 0-10-16,0 0-4 0,0 0-6 0,0 0 5 16,0 0-12-16,0 0-3 0,-5 1-7 0,5-1 0 15,0 0 0-15,0 0-9 0,0 0-1 0,0 0-3 16,0 0-7-16,0 0-2 0,0 0-7 0,0 0-2 15,0 0-2-15,0 0-4 0,0 0 6 0,28-1-2 16,-10-1-6-16,1 0 0 0,12 2 2 0,2-3 4 16,3 3-7-16,2-4 4 0,-2 4 5 0,20-5 0 15,-18 5 1-15,2-3-4 0,-3 3-1 0,0-1-1 16,-4-1 0-16,-5 0-2 0,-10 2-5 0,-5 0 0 16,-4-1 1-16,3 1-6 0,-6 0 5 0,0 1-3 15,-6-1 5-15,12 0 5 0,-12 0 5 0,6-1-2 16,-6 1-4-16,0 0-4 0,0 0 0 0,0 0-3 15,0 0-8-15,0 0-3 0,0 0-9 0,-24 0-9 16,16 0-16-16,8 0-22 0,-15 0-13 0,9 0-25 16,6 0-36-16,-12-2-44 0,5 1-182 0,0-2-380 15,1 1 168-15</inkml:trace>
  <inkml:trace contextRef="#ctx0" brushRef="#br0" timeOffset="1316.9">3805 3612 166 0,'0'0'208'0,"0"0"-17"0,0 0-13 0,0 0-22 16,0 0-11-16,0 0-17 0,0 0-16 0,0 0-8 15,0 0-14-15,0 0-9 0,0 0-8 0,7 12-9 16,-4-8-5-16,6 2-2 0,-5 1-7 15,5 0-3-15,1 1-15 0,0 3 9 0,8 2-3 16,-5 2-1-16,5-2-8 0,4 2 1 0,-1 1-6 16,-3-5-8-16,-1-2-6 0,1 0-3 0,-2 0-7 0,2-1 0 15,0-2 0-15,-3-1-11 0,-3-1 8 0,2 1 1 16,-9-4 0-16,4 0 4 0,-1 1 11 16,-3-2 10-16,1 0 14 0,-6 0 19 0,8-3 14 15,-8 3 9-15,5-1-11 0,-5 1-10 0,5-3-1 16,-5 3-5-16,0 0-11 0,0 0-1 0,0 0-7 15,0 0-6-15,-23 4-3 0,9 7-5 0,-9 6 1 16,-3 4 0-16,-13 12-3 0,1 4-1 0,-1 1-2 16,-2 4-2-16,3-1 2 0,0 2-2 0,2-2-4 15,3 0 3-15,1-3-4 0,9-9 3 0,1-5-4 16,4 0 0-16,-1 1 2 0,6-8-2 0,0 0-2 16,6-6 1-16,-1 0-3 0,3-4 3 0,1-1 2 15,-1 0 13-15,1-3 29 0,2 1 32 0,-1 0 26 16,2-1 29-16,1-3 18 0,0 0 8 0,-4 5 4 15,4-5 0-15,-3 0-6 0,3 0-8 0,0 0-11 16,0 0-10-16,-4 3-8 0,4-3-14 0,0 0-11 16,0 0-9-16,0 0-8 0,0 0-8 0,0 0-10 15,0 0-16-15,-3 3-22 0,3-3-22 0,0 0-37 0,0 0-67 16,0 0-60-16,18-6-42 0,-7 4-60 16,3-1-75-16,-4-3-379 0,12 0-777 0,-3-2 344 15</inkml:trace>
  <inkml:trace contextRef="#ctx0" brushRef="#br0" timeOffset="2735.1">5803 3851 110 0,'-9'-5'180'0,"-1"-1"-14"0,-9 0 3 0,1 1-20 16,-1 3-8-16,-3-2-9 0,-7 1-11 0,-3 3-10 16,1-4-3-16,-1 5-6 0,-1 2-7 0,0 1-13 15,1 3-5-15,0-4-10 0,4 6 1 0,1-2-6 0,5 1-4 16,3 0-4-16,1 4-7 0,2-1-3 0,0 1-4 16,2 0-4-16,3 1-7 0,3 0-2 15,3 3-9-15,0 0 6 0,6 0-4 0,3-2 2 16,2 3 1-16,5-2-3 0,8 3-2 0,-3-5-4 15,9 1 1-15,1-4-3 0,5 0-2 0,1-3-3 0,-2-5 8 16,3 0-10-16,-1-2 3 0,0-4-6 16,-3-2 4-16,-1-4 2 0,-1-1-5 0,-3-1 12 15,-2-5 16-15,0-2 11 0,-2-1 11 0,-3-6 17 16,-1 1 2-16,-3-4-1 0,1-2-5 0,-5-17-3 16,-1 14 10-16,-2 2 19 0,-2-2 14 0,-3 0-1 15,2 4 10-15,-3 0-14 0,-3 3 33 0,2 7-7 0,1-1-12 16,-4-2-9-16,0 5 1 0,3 7 22 15,0 1 7-15,1 3-8 0,-3-1-15 0,3 2-10 16,-1 0-13-16,1 1-9 0,-4 2-11 0,4 3-14 16,0-8-9-16,0 8-26 0,0-3-25 0,0 3-28 15,0 0-19-15,0 0-2 0,0 0 8 0,-4 14-4 16,3-3 8-16,-2 7 4 0,-2 4 5 0,0 7 5 16,-2 0 2-16,2 0 5 0,1 1 2 0,-2 3 4 15,0 1 0-15,5-1 9 0,-1-2-6 0,0-1 4 16,4-3 2-16,0 2 0 0,-1-9 14 0,-1-2-18 15,1-1-8-15,-1 1 12 0,0-7 4 0,0 0 3 16,2-2-5-16,-4-1-2 0,2-1 6 0,0-2 4 0,0 3-5 16,0-7 8-16,2 2 3 0,-2-3-1 15,-2 6 36-15,4-3 23 0,-2-3 3 0,0 0 13 16,-2 5 0-16,2-5-9 0,0 0 3 0,0 0-9 16,0 0-5-16,0 4-7 0,0-4-9 0,0 0-4 15,0 0-3-15,0 0-13 0,0 0 1 0,0 0-18 16,4 3-27-16,-4-3-41 0,0 0-67 0,0 0-49 15,0 0-59-15,0 0-73 0,0 0-103 0,0 0-306 16,0 0-773-16,0 0 341 0</inkml:trace>
  <inkml:trace contextRef="#ctx0" brushRef="#br0" timeOffset="3483.48">5065 4325 137 0,'0'0'141'0,"-8"0"-10"0,8 0-7 0,-6 0-9 15,6 0-3-15,0 0-8 0,0 0-3 0,-7 3-11 16,7-3 6-16,0 0 6 0,0 0-9 0,0 0 3 16,-5-4-2-16,5 4-2 0,0 0 0 0,0 0-5 15,0 0-7-15,0 0-7 0,0 0-3 0,0 0-11 16,0 0-5-16,0 0-2 0,0 0-5 0,0 0-6 15,0 0-3-15,0 0 0 0,0 0-1 0,0 0-5 16,0 0 0-16,0 0-4 0,0 0-2 0,0 0 0 16,0 0-4-16,0 0 4 0,0 0-8 0,0 0 0 15,0 0-1-15,0 0 2 0,0 0-2 0,0 0 3 16,0 0-3-16,0 0-3 0,0 0 0 0,0 0 0 16,0 0-1-16,0 0-4 0,0 0 3 0,0 0-4 15,0 0 1-15,0 0 2 0,0 0-4 0,0 0 2 16,22 1-2-16,-4-1 1 0,13 0-4 0,3-1-3 15,20-2 5-15,3 2 0 0,8 1-2 0,26 0 6 16,2-4 4-16,-25 4 1 0,28-3 3 0,-2 3 0 16,-27-2-3-16,25-1 1 0,-31 3-1 0,-1-2 0 15,-1-3 0-15,-8 4 5 0,-15 0 10 0,-1-2 3 16,-6 2 11-16,-9-1 9 0,-3 1 8 0,-3 1 6 16,-5-1-3-16,0 1 2 0,-3-1 3 0,1 1-18 15,-7 0-8-15,9 0-7 0,-9 0-6 0,5-1-24 16,-5 1-18-16,0 0-24 0,0 0-36 0,-17 6-52 15,4-2-65-15,1-2-76 0,-6 1-235 0,0 1-540 16,-3-1 239-16</inkml:trace>
  <inkml:trace contextRef="#ctx0" brushRef="#br0" timeOffset="4513.16">5746 4784 153 0,'-12'-4'139'0,"2"-1"-20"0,-5 1-12 0,-4 1-6 0,2 1-17 15,-3 2-2-15,-1-3-10 0,-7 3-8 16,-3 3-8-16,1-3 4 0,2 4 1 0,-1 1 1 0,8-2-4 15,-1 2-7-15,-3 3-4 0,5 1-11 0,4-2 0 16,-1 3 3-16,1 1-11 0,4 0-2 0,1 3-5 16,2 0 1-16,5-4-6 0,1 2 4 15,3 3-1-15,3-3 12 0,3 4-6 0,-1-2 6 16,7 2-1-16,3 0 2 0,3-3 4 0,6-1-3 0,3 0-1 16,-1-5 3-16,3 2 2 0,2-6 1 15,-1 0-3-15,1-3-5 0,-4-1 15 0,-7-1 4 0,10-3 14 16,-10 0 11-16,-1-1 11 0,-1-5 8 15,-2 1 8-15,-1-3 9 0,0-10 5 0,3-1-8 16,-6-4-5-16,0-1-3 0,0-3-4 0,-7-5 3 0,-1-11-9 16,-3-1 2-16,0-2-14 0,-1 1 13 0,-2 17 8 15,-1 0 14-15,2 0-1 0,-3 3-1 16,0 4-6-16,3 9 3 0,-3 1 5 0,2 4 1 16,-1 4-14-16,0-3-10 0,6 5-11 0,-6 1-8 15,3 1-17-15,0-1-15 0,0 5-36 0,0 0 5 0,0 0-4 16,0 0 4-16,-7 20 0 0,3-2-1 0,0 10-4 15,2 5 4-15,-1 3 0 0,0 1 5 0,2 7-9 16,1-10 7-16,0 10-3 0,0-9 5 0,3-2-2 16,-1 0-4-16,2 2 3 0,1-5-8 15,-1-4 0-15,2-2 5 0,-2-6 5 0,0-2-9 0,0-4 6 16,0-2-2-16,-3-1 3 0,3-1-4 0,-4-3 2 16,1 2-3-16,2-5 2 0,-3 3 7 0,0 0-2 15,0-5-3-15,2 5 6 0,-2-5-3 0,0 0 2 16,-1 5 0-16,1-5-5 0,0 0 5 15,1 2-8-15,-1-2-2 0,4 4-9 0,-4-4-25 0,0 0-18 16,0 0-40-16,0 0-78 0,0 0-59 0,0 0-57 16,0 0-78-16,-4-12-293 0,4 6-707 0,4 1 313 15</inkml:trace>
  <inkml:trace contextRef="#ctx0" brushRef="#br0" timeOffset="5096.68">6037 4721 106 0,'5'-3'255'0,"3"2"-14"0,2-2-13 0,2 0-17 0,-2 3-16 16,4 0-13-16,3 3-15 0,-3 0-14 0,4 2-13 15,-1 2-16-15,0 3-6 0,-3 1-13 0,-1 0-13 16,1 3-13-16,-4 2 0 0,0-2-8 0,-2 2-7 15,-7 2-8-15,2 3-4 0,-6-3-6 16,-2 2-3-16,-4-2-7 0,-1 3 1 0,-1-4-9 0,-7 3 11 16,4-3-13-16,-2-6 7 0,1 2-14 0,-3-3-1 15,3 0-1-15,-2-3-5 0,6 0 5 0,-2-3-6 16,3 1 6-16,3-2 0 0,0 0 10 0,0 2 22 16,2-4 29-16,1 0 29 0,4-1 28 15,0 0-9-15,0 0-4 0,0 0-22 0,3-10-13 0,2 1-6 16,4-2-8-16,6-3-13 0,6-6 4 0,-2-1-14 15,3-1-6-15,0 3 0 0,0-3-4 0,0 1-6 16,1 3-6-16,0-2-2 0,-1 2-5 0,-7 3 2 16,-1 1-8-16,0-2 4 0,-1 3 3 15,-3 0 16-15,-1 4 11 0,-2-1 1 0,0 0 13 0,1 4-2 16,-4 0 8-16,-1 1-7 0,0 1-4 0,-2 1-7 16,2 1-2-16,-3 2-9 0,2-5-8 0,-2 5-1 15,4-2-8-15,-4 2-12 0,0 0-24 0,0 0 3 16,0 0-1-16,0 0 13 0,0 12-4 0,-5-1-9 15,-1-1 5-15,-1 7 3 0,-1 0 2 0,0 7-3 16,0-7-5-16,0 12 4 0,1-5 1 0,3-4 1 16,-1 5 9-16,1-7-4 0,4 2-1 0,3-1 2 15,-1 0-5-15,5 0-1 0,1-4 7 0,4 0 6 16,7 2 5-16,-5-3 8 0,13-2 0 0,1-2-5 16,4-3 1-16,1 0-4 0,3-2-2 0,0-3-20 15,-2-2-42-15,1-5-69 0,-2 1-90 0,-4-1-113 16,-2-3-456-16,-1-3-842 0,-3-3 373 0</inkml:trace>
  <inkml:trace contextRef="#ctx0" brushRef="#br0" timeOffset="9321.33">7097 3516 101 0,'2'-6'194'0,"-2"3"-5"0,0 3-8 16,0-4-7-16,0 4-16 0,0 0-12 0,0 0-16 15,1-4-20-15,-1 4-23 0,0 0-12 0,0 0-18 16,0 0-9-16,6 12-3 0,-4-2-9 0,2 6 1 15,-4 10-7-15,0 7-1 0,0 14-7 16,-3 6 5-16,0 3-3 0,-4 3 4 0,-7 23-14 16,1-1 6-16,4-23-2 0,-2-1 0 0,1 0-4 15,1 2 6-15,-1-4-3 0,2-2 4 0,0-4-8 0,4 1 4 16,2-4 0-16,-1-12-1 0,3 3-2 16,0-5 1-16,0 2-1 0,0-5-2 0,0 1 3 15,0-4-5-15,1-1 1 0,-1-6-2 0,2 0-3 16,-2-3-1-16,1 0-1 0,-1-5 8 0,0 0-4 15,1-1-3-15,0 1 2 0,-1-5-2 0,0 1 1 16,0-2-8-16,-1 0 8 0,1 1-4 0,0-3 3 16,0-3-1-16,1 7 0 0,1-4 3 0,-2-3-2 15,0 5 0-15,0-5 2 0,0 0 4 0,0 0 10 16,1 5 2-16,-1-5 1 0,0 0 3 0,0 0-3 16,0 0 3-16,0 3-4 0,0-3-3 0,0 0-2 15,0 0 5-15,0 0-9 0,0 0-3 0,0 0 3 16,0 0-4-16,0 0 1 0,0 0-3 0,0 0 1 15,0 0 0-15,0 0-1 0,0 0-2 0,0 0-1 16,0 0-1-16,0 0 0 0,0 0 1 0,0 0-1 16,0 0 1-16,0 0 21 0,0 0 2 0,0 0 8 15,0 0 7-15,0 0 1 0,0 0 2 0,0 0-3 16,0 0 0-16,14-1 0 0,4-1-2 0,11-1-11 16,7-2-5-16,15-2-5 0,2-1-37 0,3 0-53 15,-1 0-102-15,-4-4-314 0,0-5-525 0,-1-5 232 16</inkml:trace>
  <inkml:trace contextRef="#ctx0" brushRef="#br0" timeOffset="9909.84">7277 3537 31 0,'-10'0'108'0,"10"0"-12"0,0 0 0 0,0 0-11 16,0 0-7-16,0 0-16 0,-4 4 15 0,4-4 2 15,0 0-11-15,0 0 10 0,0 0-2 0,0 0 6 16,0 0-3-16,0 0-3 0,0 0-4 0,0 0 0 16,0 0-11-16,24 2 1 0,-4 0-11 0,7-1-3 15,9-1-6-15,2 0-5 0,1 2-38 0,16-1-71 16,-17-2-186-16,17-1-278 0,-14 2 123 0</inkml:trace>
  <inkml:trace contextRef="#ctx0" brushRef="#br0" timeOffset="10864.88">7806 3942 125 0,'4'-4'190'0,"0"-1"-5"0,3-1-10 0,2 0-10 15,0 2-20-15,2-1-7 0,0-1-15 0,0 5-9 16,5 0-10-16,-4 1-8 0,6 1-7 0,-1 0-8 16,2 5-6-16,0 0-5 0,-5 3-6 0,4 3 1 15,-4 4-16-15,0-1-1 0,-5 2-8 0,3 9 0 16,-5-1-6-16,-4 3-3 0,-5-2 0 0,-2 0-3 16,-3 2-5-16,-4-3 0 0,-3 3-1 0,-3-3-2 15,-1-1-1-15,0-1-4 0,0-3 1 0,-2 0-4 16,6-6-1-16,-1 0 0 0,2-2 1 0,-2-1-1 15,4-2-3-15,2-4 1 0,1 2 1 0,1-2-3 16,3-4 3-16,0 3 12 0,2-2 30 0,-2 1 29 16,4-3 21-16,-3 2 12 0,3-2-9 15,0 0-17-15,13-9-6 0,1-2-12 0,9-5-5 16,3 1-8-16,0-4-1 0,1-3-8 0,1 0-8 0,3-1-2 16,1 3-4-16,-3-2-5 0,2 0-2 0,0-2-6 15,-4 2-6-15,-2 3-1 0,-2-2 1 0,0 4-3 16,-9 4 4-16,-1 1 11 0,-4 4 6 0,1 1 3 15,-2-2 4-15,-3 4-1 0,-1 0-6 0,2 1-4 16,-2 3-1-16,-2-3-10 0,-2 4-4 16,3-3-4-16,-3 3-4 0,0 0 2 0,-15 13 1 0,2-1-1 15,-1 2 1-15,-4 7-4 0,0-1-1 0,0 0 3 16,-1 4-5-16,6-2 8 0,-5 2-2 0,8-3 1 16,0-3-5-16,6-2-1 0,2 1 0 0,-2 0-6 15,2-1 7-15,4 0-1 0,4 1 8 0,3-4-5 16,1 0 3-16,7-1 1 0,0 0-1 0,9-2 1 15,5 0-2-15,1 0-2 0,1-2 3 0,0-2-3 16,2-1-3-16,-3-1 11 0,0-4-4 0,-4 1-5 16,-5-1 15-16,-5 0-16 0,-2 2-1 0,-3-1 2 15,-4-1 4-15,-1 0-3 0,-3 0 4 16,-5 0 8-16,10 0-2 0,-10 0 8 0,6-1 4 16,-6 1-6-16,8-2-2 0,-8 2 9 0,0 0-6 0,0 0 3 15,7 2-14-15,-7-2-10 0,0 0-2 0,0 0-3 16,0 0-22-16,7-3-44 0,-7 3-42 15,0 0-43-15,0 0-49 0,0 0-51 0,4 5-100 16,-4-5-209-16,0 0-609 0,9-7 270 0</inkml:trace>
  <inkml:trace contextRef="#ctx0" brushRef="#br0" timeOffset="17297.41">9229 3747 150 0,'0'-4'168'0,"0"4"-6"16,4-5-10-16,-3 1-7 0,-1 4-13 0,2-2-11 15,-2 2-6-15,1-5-13 0,-1 5-9 0,0 0-11 0,0 0 2 16,3-2-18-16,-3 2-6 0,0 0-8 0,0 0-7 16,0 0-5-16,0 0-2 0,0 0 0 15,-9 9-3-15,-4 3-2 0,-8 5-1 0,-2 2-4 16,-3 4 0-16,1 2-7 0,-4 11 1 0,-7-1-14 15,12-5-2-15,-8 10 4 0,2 1-4 0,10-11 0 16,-4 12 0-16,7-13 2 0,-1 1 1 0,8-2-3 16,-3 1 2-16,4-3-3 0,4-2 3 0,2-3 3 15,3-3 3-15,3 0 5 0,1 0 14 0,5-1 9 16,2-3 1-16,5-2 12 0,4 4-1 0,7-5 1 16,1 0-8-16,-1-4-1 0,2 1-6 0,2-2 0 0,0-3-6 15,-8-1-1-15,-3 1-4 0,-1-3 4 0,1 2-10 16,-9-2-1-16,2 0 2 0,-4 0 18 15,-3-1 4-15,0 2 3 0,-6-1 3 0,11 0 3 16,-11 0-9-16,7-2-4 0,-4 1-6 0,-3 1-7 16,1-5-4-16,-1 5-2 0,-1-5-9 0,1 5-32 15,-4-6-37-15,-1 1-36 0,0 2-31 0,0-1-40 16,-5 0-50-16,2-3-226 0,-1 1-474 0,4 0 210 0</inkml:trace>
  <inkml:trace contextRef="#ctx0" brushRef="#br0" timeOffset="17881.52">9611 3931 78 0,'-1'-6'221'0,"1"2"-4"0,0 0-13 16,0 4-15-16,1-7-16 0,-1 7-15 0,0-4-16 15,0 4-14-15,0-5-13 0,0 5-13 0,0 0-15 16,0 0-7-16,0 0-9 0,-1 13-1 0,1-6-5 16,-1 5-12-16,-2-1-10 0,2 6 3 0,-2 1-6 15,2 2-2-15,-1 6-5 0,0-2-2 0,1-5-2 16,-3 6-4-16,4-5-3 0,-1-1 1 0,2 0-3 15,0 0-3-15,1-2 1 0,0 0-1 0,0-3-4 16,0-2-1-16,1-1 1 0,2-2 4 0,-1-1-3 16,-1-2 1-16,1 1 8 0,3-3 5 0,-1 1 11 15,4-3 4-15,-1 0 3 0,3-2 0 0,2-2-5 16,1-1-1-16,0-5-3 0,3-1-3 0,0 0-6 16,0-5 1-16,3-4-3 0,-1-2-2 0,0 1-5 15,-2-5-2-15,1 3-3 0,-2-5-3 0,-2 3 4 16,0 2 11-16,-8 5 9 0,2-2 10 0,-5 6 0 15,1 3 2-15,0-4 9 0,-1 5 2 0,1-2 0 16,-1 4-11-16,-3 1 0 0,2 2-13 0,-2-2-1 16,-1 3-4-16,0 2-10 0,0 0-5 0,0 0-2 15,0 0 0-15,0 0-2 0,-8 13-4 0,1 1-2 16,-3 2 6-16,3 1-4 0,-2 8 0 0,-1-8 0 16,1 2-3-16,3-1 6 0,2 1-2 0,-2 0-4 15,4 0 1-15,1-3 0 0,2 0 3 0,4 0-1 16,4-2 0-16,0 2 2 0,5-5-3 0,4 0-1 15,1-3-2-15,11 2-11 0,-1-4-19 0,0 0-33 16,1-3-45-16,0-3-46 0,1-3-61 0,-3-1-95 16,-1-3-202-16,-6-1-551 0,3-4 244 0</inkml:trace>
  <inkml:trace contextRef="#ctx0" brushRef="#br0" timeOffset="18283.82">10310 3593 61 0,'0'0'233'0,"2"-4"-18"0,-2 4-12 0,0-5-25 16,0 5-15-16,1-2-15 0,-1 2-15 0,0 0-17 15,0 0-13-15,0 0-9 0,0 0-6 0,-8 10-11 16,4-3-8-16,1 3-4 0,-4 2-7 0,1 5-7 16,-3 1-3-16,-3 5-6 0,2 4-6 0,-3-1-32 15,3-2-56-15,1-5-69 0,-2 4-215 0,-1-5-363 16,7-2 161-16</inkml:trace>
  <inkml:trace contextRef="#ctx0" brushRef="#br0" timeOffset="18813.39">10554 3977 97 0,'4'-6'266'0,"-4"2"-13"15,0 4-14-15,0 0-18 0,1-3-19 0,-1 3-21 0,3-2-16 16,-3 2-19-16,0 0-16 0,0 0-12 16,0 0-14-16,0 0-11 0,0 0-8 0,6 5-5 15,-3-1-9-15,1 2-5 0,2 4-10 0,-5-1-2 16,3 8-4-16,0 0-5 0,1 0-1 0,-1 2-9 15,1-2 2-15,-1 2-7 0,1 0-1 0,-4 0-4 16,3 0-5-16,-1 0 0 0,-2-2-1 0,3-1-1 0,-3-4-1 16,3-1-3-16,-4-3-1 0,3 0 1 15,-2-2-2-15,-1-1-1 0,3 0 3 0,-3-1 16 16,1-1 58-16,-1-3 54 0,2 5 38 0,-2-5 5 16,0 0-22-16,10-10-22 0,-2 3-8 0,1-6-21 15,4-2-5-15,2-9-8 0,3-2-15 0,0-4-6 0,5-13-13 16,5 1-9-16,-5 2-1 0,-4 8-7 15,-1 0-3-15,-4 2-12 0,-1 2 1 0,5 2-5 16,-8 0-7-16,-2 9 1 0,-2 2 4 0,-1 3-7 16,-1 1 3-16,-1 3-5 0,-1 2-5 0,1 1-21 15,-1 0-38-15,1 1-50 0,-3 4-31 0,0 0 9 16,0 0-39-16,0 0-26 0,-5 22-34 0,1-10-46 16,1 0-66-16,-3 2-272 0,0 1-651 0,4 2 289 15</inkml:trace>
  <inkml:trace contextRef="#ctx0" brushRef="#br0" timeOffset="19314.5">11234 4122 76 0,'0'0'163'16,"0"0"-18"-16,0 0-11 0,-5-1-18 0,5 1-6 0,0 0-10 15,0 0-10-15,0 0-8 0,0 0-8 16,0 0 14-16,-6-1-6 0,6 1-11 0,0 0-10 15,0 0-6-15,0 0 3 0,0 0-4 0,0 0 4 16,0 0-6-16,0 0-1 0,0 0-9 0,0 0 4 16,0 0 3-16,0 0 0 0,0 0-1 0,0 0 6 15,0 0 9-15,0 0 0 0,0 0 13 0,0 0-4 16,0 0-6-16,0 0-12 0,0 0 4 0,25 1-10 16,-7-2-5-16,4-3-7 0,6 1-4 0,4 0-4 15,2 0 2-15,2 1-6 0,4-1-5 0,1 0 0 16,9 0-2-16,-12 3-1 0,-4-2 0 0,0 0-3 15,-5 1 1-15,-9-2-4 0,-4 3 1 0,-2-3-1 16,-4 3-1-16,2 0-1 0,-6-1 11 0,0 1 4 16,-2-1-5-16,-4 1-2 0,10 0 0 0,-10 0-4 15,0 0-1-15,8-2-5 0,-8 2-1 0,0 0-5 16,0 0-3-16,0 0-14 0,0 0-35 0,0 0-33 16,0 0-37-16,-18 4-44 0,14-4-44 0,4 0-179 15,0 0-422-15,0 0 186 0</inkml:trace>
  <inkml:trace contextRef="#ctx0" brushRef="#br0" timeOffset="19862.02">12167 3884 186 0,'0'0'237'0,"0"0"-7"0,3-2-20 16,-3 2-11-16,1-4-20 0,-1 4-15 0,0 0-18 15,0 0-16-15,0 0-9 0,0 0-12 0,0 0-13 16,1 11-9-16,-1-4-5 0,3 3-7 16,-3 2-4-16,0 4-8 0,0 0-7 0,-3 1-4 15,2 7-4-15,1-5-5 0,0 1-3 0,-1 0-5 0,-1-3-1 16,4 1-1-16,-2 2-9 0,0 0 6 0,1-5-7 15,0 1 0-15,2-5-5 0,-2 0 1 0,2-1-4 16,-2-3 1-16,1-2 2 0,1 0 7 16,1-1 8-16,-2 0 19 0,3-3 12 0,2 1 5 15,1-4 7-15,3-3-2 0,-1 0-6 0,0 0 5 16,6-7-6-16,-3 0-5 0,0 0-1 0,6-9-3 16,-3 0-6-16,1-4-7 0,-2 2-7 0,2-5-2 0,-2 0-2 15,3 3-6-15,-5 0-2 0,-3 2 7 0,3 0 7 16,-6 8-1-16,-2 1 3 0,-1 4 4 15,0-1 7-15,-1 6-3 0,0-1-10 0,0-3 1 16,-2 4-2-16,2 4-8 0,-2-6-7 0,-1 7-9 16,1-4-18-16,1 1-20 0,-2 3-2 0,0 0 2 0,0 0 1 15,-4 18 3-15,1-5 2 0,-1 0 1 16,-2 5 19-16,1 1-15 0,2 4 3 0,-2 3-2 16,3-7 13-16,2 0-10 0,4 7 14 0,-2-6-13 15,3-1 4-15,4 5-1 0,-1-6 4 0,2-1 7 16,10 0-26-16,-3-4-29 0,7 0-45 0,-2-4-54 15,-4-1-71-15,12-3-87 0,-11-4-267 0,9-1-620 16,-8 0 274-16</inkml:trace>
  <inkml:trace contextRef="#ctx0" brushRef="#br0" timeOffset="20363.16">12872 3906 262 0,'0'0'256'0,"2"-5"-1"15,-2 3-15-15,0 2-12 0,0 0-20 0,0 0-20 16,1-6-15-16,-1 6-24 0,0 0-8 0,0 0-16 15,0 0-11-15,0 0-15 0,0 0-7 0,0 0-7 16,6 12-8-16,-2-7-5 0,1 6-7 0,0 1-6 16,0 3-8-16,2 0-6 0,-2 3 0 0,1 0-5 15,1 8-2-15,-1-2-2 0,-1-6-1 0,-1 0-7 16,1 0-1-16,0 0-2 0,-1-2-5 0,1-4 0 16,-5-2 1-16,4-1-7 0,-4 1 9 0,4-5-14 15,-4 0 5-15,0 2-1 0,1-3 3 0,-1-2 38 16,0-2 49-16,4 6 41 0,-4-4 36 0,0-2 33 15,0 0-13-15,0 0-23 0,6-9-19 0,-1-2-8 16,3 0-20-16,1-5-16 0,5-3-12 0,-1-6-9 16,4 0-11-16,-2-2-10 0,4-2-10 0,-2 4-6 15,1-6-5-15,-6 5-8 0,4 2-3 0,-1 2-5 16,-5 5-7-16,-3 0-2 0,3 4 1 0,-5 1-3 16,1 3-4-16,-2 2-1 0,0 2-7 0,0-1-2 15,-3 0-15-15,3 2-23 0,-3 1-35 0,3 0-53 16,-1 1-48-16,-3 2-54 0,0 0 5 0,0 0-27 15,0 0-27-15,5 8-49 0,-5-8-57 16,-3 7-266-16,1-3-692 0,-1 1 308 0</inkml:trace>
  <inkml:trace contextRef="#ctx0" brushRef="#br0" timeOffset="20861.14">13528 3633 217 0,'0'0'240'0,"1"-5"-11"16,-1 5-15-16,1-2-3 0,-1 2-19 15,0 0-22-15,0 0-18 0,0 0-11 0,0-5-20 16,0 5-9-16,0 0-16 0,0 0-10 0,0 0-10 16,0 0-8-16,0 0-7 0,-7 17-5 0,6-13-4 15,-2 4-4-15,-2 3-6 0,0-2 0 0,-3 3-8 16,2 5 5-16,-3 0-8 0,1 1-3 0,2 0-4 15,-1-2-4-15,1 1 1 0,2-6-6 0,0 2 1 16,-1-5-2-16,5 0 2 0,-1-1-5 0,-2-2 3 16,2 3 2-16,-2-4-6 0,3-2 6 0,-1 2-5 15,1-4 24-15,-1 7 9 0,1-7 23 0,-3 1 2 16,3-1 4-16,0 0 3 0,-2 3-2 0,2-3-8 16,0 0-5-16,-4 2-2 0,4-2-10 0,0 0-4 15,0 0-9-15,0 0 0 0,0 0-7 0,0 0-6 16,0 0-24-16,9-8-29 0,-9 8-40 0,1-6-38 15,3 2-46-15,-4 4-55 0,1-5-58 0,2-3-228 16,-2 3-535-16,3 0 238 0</inkml:trace>
  <inkml:trace contextRef="#ctx0" brushRef="#br0" timeOffset="21309.08">13667 3498 65 0,'0'-5'221'0,"0"5"-23"16,0 0-18-16,4-1-17 0,-4 1-7 0,0 0-13 15,14 8-11-15,-5 1-8 0,0-1-13 0,5 5-5 16,1 7-6-16,3 5-4 0,0 0-9 0,-3 3-5 15,5 15-10-15,-4 8 4 0,-1 0-4 0,-3 0-6 16,-4 3-1-16,-6-4-7 0,-4 4-4 0,-6-4-5 16,-4-1-2-16,-3-6-3 0,1-9-6 0,-5-3-3 15,-3 1-3-15,0-5-1 0,-3-2-4 0,1-2 2 16,-2-2-5-16,2-4-2 0,-3 0 0 0,1-5-3 16,7-4-2-16,-1 4 1 0,3-4 1 0,1-2-2 15,4 0-5-15,2-3 0 0,2 1-2 0,1-2 4 16,1 3-3-16,0-5 1 0,2 1 0 15,-2 2-5-15,6-3 10 0,-8 2 2 0,7 0 7 0,1-2 10 16,0 0 12-16,0 0 3 0,0 0 2 0,0 0 1 16,0 0-3-16,-9 3-5 0,9-3-3 0,0 0-2 15,0 0-10-15,0 0-1 0,0 0-3 0,0 0-17 16,0 0-20-16,0 0-29 0,0 0-36 16,0 0-70-16,0 0-99 0,0 0-270 0,0 0-555 15,14-10 246-15</inkml:trace>
  <inkml:trace contextRef="#ctx0" brushRef="#br0" timeOffset="23425.27">13971 3263 2 0,'0'0'188'0,"-1"-3"-11"0,1 3-12 16,0 0-14-16,0 0-18 0,0 0-12 0,0 0-16 16,-1-5-9-16,1 5-8 0,0 0-8 0,0 0-11 15,0 0-8-15,0 0-4 0,0 0-6 0,0 0-6 16,0 0-3-16,29 11-7 0,-15-7-1 16,4 3-1-16,1-3-7 0,3 3 3 0,-3-3-7 0,3 1-1 15,-1-1-2-15,5 1 1 0,-4-2-4 0,0 1-2 16,-1-3 2-16,-3 1-4 0,3-1-3 0,-8 1 3 15,4-4-5-15,-4 2 2 0,1-1-3 0,-5 0 9 16,0-1 14-16,0-1 9 0,-4 2 4 0,1-2 6 16,0 1 6-16,-6 2-3 0,6-6-5 15,-2 2 13-15,-4 4 3 0,5-5-6 0,-5 5 0 16,4-2 1-16,-4 2-2 0,0 0-2 0,2-5-8 16,-2 5-3-16,0 0-4 0,0 0-4 0,0 0-5 0,0 0-1 15,8-2-5-15,-8 2-3 0,0 0-2 0,3-3-4 16,-3 3-3-16,0 0-4 0,0 0-1 15,3 10-3-15,-1-3 2 0,-2 1 2 0,0 5-5 16,1 4-2-16,-1 10 2 0,-3 2 1 0,3 3 2 16,-2 13-1-16,-5 2-1 0,1 4 5 0,-3 1-3 15,2 6 2-15,-1 2 1 0,-1-1 0 0,0-1-2 16,5 2 2-16,-2-3 0 0,-1 1 3 0,2-8-2 16,1 0 0-16,-2-12 1 0,6-4-3 0,-1 2-1 15,2-6 1-15,-2 0-3 0,-2 0 1 0,2-2 0 16,-2-8-1-16,2-2-1 0,0-1 3 0,-2-1-4 15,3-3 4-15,0-2-4 0,0 1-10 0,0-3 14 16,-4 2 1-16,3-5-5 0,1-6 3 0,0 15-3 16,-3-13 7-16,3-2-6 0,-1 13 0 0,1-9 2 15,0-4-5-15,0 10 3 0,0-10-2 0,0 0 3 16,0 10-6-16,0-10 5 0,0 4-1 0,0-4 1 16,0 0-2-16,0 0-1 0,0 0 3 0,0 0-3 15,0 0 1-15,-1 8-1 0,1-8 5 0,0 0-2 16,0 0-2-16,0 0-1 0,0 0 3 0,0 0 1 15,1 7-3-15,-1-7 2 0,0 0 0 0,0 0 7 16,0 0 9-16,0 0 2 0,0 0-1 0,0 0-2 16,0 0-6-16,0 0 1 0,0 0 0 0,0 0-6 15,0 0 4-15,0 0-1 0,0 0 0 0,0 0-4 16,0 0 0-16,0 0 2 0,0 0 0 16,0 0 0-16,0 0-2 0,0 0 10 0,0 0 10 0,0 0 5 15,0 0 2-15,0 0 3 0,0 0-2 0,0 0 4 16,0 0 1-16,0 0-7 0,0 0-4 0,0 0 2 15,0 0-6-15,0 0-11 0,0 0 15 16,0 0 0-16,0 0-7 0,0 0 6 0,0 0-1 16,0 0-7-16,0 0 8 0,0 0 2 0,0 0-11 15,0 0-3-15,0 0 6 0,0 0-3 0,0 0-1 16,0 0-7-16,0 0 5 0,0 0-4 0,0 0-3 16,0 0 3-16,0 0 6 0,0 0-9 0,0 0-5 15,0 0 9-15,0 0-10 0,0 0-1 0,0 0 7 16,0 0-5-16,0 0-4 0,0 0 7 0,0 0-3 15,0 0 1-15,0 0-6 0,0 0-3 0,0 0 5 16,0 0-11-16,0 0 8 0,0 0 1 0,0 0 5 16,-27-5-9-16,13 6 0 0,-4 1 2 0,-1-2 2 15,-1 0-1-15,-6 0 1 0,-3 0-4 0,7 0 4 16,3 1 0-16,-3 0 0 0,3 0-3 0,-3-1-16 16,4 2 22-16,-2-2-23 0,1-2 21 0,2 2 2 15,5-1-11-15,-1 1 13 0,1 0-2 0,12 0 5 16,-15 1-2-16,15-1-2 0,0 0-2 0,-13 0-3 15,13 0-11-15,0 0 16 0,0 0 3 0,0 0 4 16,-14-1-3-16,14 1-2 0,0 0 0 0,0 0 2 16,0 0-6-16,0 0 7 0,0 0-5 0,0 0-5 15,0 0-5-15,0 0-12 0,0 0-31 0,0 0-63 16,0 0-55-16,0 0-63 0,0 0-98 0,0 0-217 16,0 0-591-16,0 0 262 0</inkml:trace>
  <inkml:trace contextRef="#ctx0" brushRef="#br0" timeOffset="34061.26">15650 3967 87 0,'0'0'154'16,"-1"-3"-15"-16,1 3 5 0,0 0-11 0,0 0-8 0,0 0-21 15,-5-2 4-15,5 2-13 0,0 0-13 0,0 0-7 16,0 0-5-16,0 0-8 0,0 0-7 0,0 0-5 15,0 0-7-15,0 0-1 0,0 0 1 0,0 0-11 16,0 0-2-16,0 0-6 0,0 0 1 0,0 0-5 16,0 0 0-16,0 0-3 0,0 0 0 0,0 0 4 15,0 0-8-15,0 0 4 0,0 0-4 0,0 0 2 16,0 0 2-16,0 0 0 0,0 0-1 0,10-3-4 16,-1 1 2-16,5 0-5 0,5 0 0 0,11 2 2 15,-1-1-3-15,3 1 4 0,0-2-2 0,3 1-5 16,-2 0 1-16,5-1 0 0,0 4 3 15,-2-4 4-15,0 2-3 0,-4-1 0 0,-3 2-1 0,-1 1-4 16,-8-2-1-16,-8 1 5 0,2-1-4 0,-6 0 2 16,1 0-4-16,-4 0-2 0,-5 0-2 0,12 0-2 15,-12 0-1-15,6 0-14 0,-6 0-7 0,0 0-26 16,0 0-24-16,-27 6-18 0,14-6-24 0,1 2-28 16,-5 2-119-16,-1-1-285 0,5 0 126 15</inkml:trace>
  <inkml:trace contextRef="#ctx0" brushRef="#br0" timeOffset="34411.14">15560 4197 80 0,'0'0'193'0,"0"0"-12"0,0 0-14 16,0 0-14-16,0 0-17 0,43-2-10 0,-6 2-15 0,19 0-7 16,3 1-10-16,1-1-14 0,4 3-8 15,0-2-4-15,1 1 0 0,-3 1-7 0,0 1-9 16,-2-1 0-16,-2 2-9 0,-7-4 1 0,-17 2-7 15,-3-1-3-15,-9-1-5 0,-9 0-3 0,-1-1-1 16,-2 0 1-16,-2 0 1 0,-3-1-11 0,4 1 2 16,-9 0-4-16,0 0-8 0,0 0 1 0,0 0-11 15,0 0-34-15,-27 0-38 0,12 0-61 0,-3 1-180 16,4-1-341-16,1 0 152 0</inkml:trace>
  <inkml:trace contextRef="#ctx0" brushRef="#br0" timeOffset="39545.08">17902 3713 59 0,'1'-7'177'0,"0"2"-12"16,1 3 2-16,0-2-9 0,0-4-12 0,0 3-5 15,1 0-8-15,-1-2-3 0,2-1-7 0,-3 3-1 16,3-2 1-16,-1 3-7 0,-1 0 1 0,-2 0-7 16,4-1-5-16,-4 2-12 0,0 3-9 15,1-5-10-15,-1 5-6 0,4-2-13 0,-4 2-16 16,0 0-2-16,0 0-4 0,0 0-7 0,-5 19-3 16,1-4-3-16,-3 5 3 0,0 11-5 0,-2-1-1 0,0 5-2 15,-2 9-1-15,1 2 1 0,-1-12 0 0,-1 12-3 16,4-12 2-16,0 2-3 0,-4 8 1 15,4-12-2-15,3-3-1 0,-2-2 1 0,1-2-6 16,2-6 8-16,3 1-4 0,-3-3-2 0,0-1 2 16,3-5 7-16,-3-2-10 0,3 1-1 0,-2-3 2 15,3 0-2-15,-1-2 2 0,-2-1-5 0,2 0 5 16,1-4-3-16,1 7 2 0,-1-7 1 0,-1 3 1 16,1-3-1-16,0 4-1 0,0-4 13 0,0 0 6 15,-5 4 1-15,5-4 2 0,0 0 8 0,0 0-2 16,0 0 2-16,0 0-1 0,0 0-4 0,0 0-5 15,0 0-3-15,5-11-7 0,-5 4-11 0,1-1-1 16,-1-1-7-16,4-2-5 0,-4-5-11 0,4-4-1 16,1-6-7-16,-1 0-2 0,1-6 1 0,3 3 1 15,-4-4 0-15,3 0 2 0,0-1 1 0,-1-1 4 16,3 3 0-16,0-14 2 0,-1 12 4 0,-2-3 6 16,2 8-7-16,-1-2 5 0,2 5 10 0,-1 1 5 15,1-3 1-15,-3 10 0 0,1 1 4 0,-1 1 7 16,0 1-1-16,2 5-4 0,1-4 6 0,0 5-3 15,2-3-1-15,5 1-1 0,-1 5-2 0,3-2 1 16,4 4-1-16,-1 0-1 0,1 4-3 0,5-1-1 16,-5 2-2-16,-2 4 3 0,3-2-10 0,-5 4-10 15,1-2 6-15,-6 4-5 0,1 2 8 0,-5-1-7 16,0 0-3-16,0 3-1 0,-5 4 3 0,-3-1 0 16,-4 0 0-16,-4 0 0 0,-2 1 3 0,-4 5-3 15,-6-3 5-15,-3 1-3 0,0-6 3 0,2 1 1 16,-4 2 2-16,3-7 1 0,5-5-3 0,-1 4 10 15,6-5-11-15,-1 0 7 0,1 0-2 0,2 1 1 16,2-3-2-16,2 1 2 0,-1-3-2 0,2 3 4 16,4-3-1-16,-8 0 1 0,8 0 4 0,-1 4-2 15,1-4 0-15,8 5 1 0,-2-2 4 0,7-1-5 16,-3 1 0-16,9 3-2 0,-3 0-1 16,4 0 0-16,-5 3 3 0,3-1 4 0,0 0-6 0,-2 1-1 15,1 0 2-15,-4 2-1 0,-4-4-1 0,1 2 1 16,-1 0-2-16,-2 0 0 0,0 1-4 0,-4-1 8 15,-2-1-8-15,-1 1 1 0,-4-1-1 0,-2 1 4 16,-2 0-1-16,-5-3 5 0,-2 1-7 0,-2-3-1 16,-3 2 3-16,0-2 1 0,0 1-4 0,0-3 0 15,0 1-6-15,2-3-21 0,-1 0-33 0,2-3-34 16,3 2-34-16,2-4-47 0,2 1-206 0,1-3-418 16,9 1 186-16</inkml:trace>
  <inkml:trace contextRef="#ctx0" brushRef="#br0" timeOffset="40027.87">18583 3316 113 0,'5'-3'230'0,"-1"0"-16"15,2 2-20-15,-4-2-17 0,0 1-16 0,-2 2-13 16,0 0-19-16,0 0-8 0,17 6-15 0,-15-1-6 0,7 3-10 15,-5 0-5-15,1 3-18 0,3-1-5 0,-4 8-2 16,1-4-9-16,-3 6-3 0,-2-4-5 16,0 2-4-16,0 0 6 0,-2-1-12 0,-7 1-9 0,1-2 4 15,0 1-4-15,-2-4-1 0,0-1-2 16,2 1-5-16,1-4 1 0,-1 0-1 0,2-2-3 16,1-2 0-16,3-1-2 0,-2 0 1 0,1 0-2 0,1-2 6 15,0 1 7-15,2-3-5 0,0 0 3 0,2 5 0 16,7-4 2-16,2-1-2 0,9 0-2 15,-1 0-3-15,-1 1 2 0,5-2-5 0,-1 2-1 16,-2-2 2-16,-1 4 0 0,3-3-4 0,-4 0-3 16,0 3-15-16,-5-3-28 0,-2 2-30 0,-1-1-48 15,-2 1-51-15,-3-1-62 0,0 2-139 0,-5-3-396 16,0 0 175-16</inkml:trace>
  <inkml:trace contextRef="#ctx0" brushRef="#br0" timeOffset="40693.72">18838 4003 11 0,'-7'0'160'0,"7"0"-8"0,0 0-6 16,-8 1-3-16,8-1-4 0,0 0-7 0,0 0-16 16,-5 1-3-16,5-1-18 0,0 0-10 0,0 0 2 15,0 0-9-15,0 0-7 0,0 0 6 0,0 0-3 16,0 0 3-16,0 0 2 0,0 0 0 0,0 0-3 15,0 0-4-15,0 0 0 0,0 0-10 0,0 0 1 16,0 0-10-16,0 0 2 0,0 0-6 0,0 0-1 16,0 0-5-16,0 0-2 0,0 0-1 0,0 0-1 15,0 0-5-15,0 0 2 0,0 0-2 0,0 0 0 16,0 0 2-16,0 0-7 0,0 0 7 0,0 0-6 16,0 0-4-16,0 0 0 0,0 0-1 0,0 0-5 15,0 0-4-15,0 0 2 0,0 0-4 0,0 0 0 16,0 0-2-16,0 0-2 0,0 0 4 0,0 0-7 15,0 0 1-15,0 0 1 0,0 0-5 0,0 0 4 16,0 0-3-16,0 0 2 0,0 0-1 0,0 0-3 16,0 0 3-16,0 0-4 0,0 0 2 0,0 0-2 15,0 0-2-15,0 0 2 0,0 0-1 0,0 0-2 16,0 0 4-16,0 0 0 0,0 0-3 0,0 0 8 16,27-1-5-16,-8 1-2 0,11 0 2 0,4-1-3 15,4 2 2-15,17-4-2 0,-1 7 4 0,2-1-5 16,-1 1 12-16,0-3-12 0,-14-1 6 0,10 3-6 15,-15-3 4-15,-3 1-1 0,-5-1 4 0,-7 0-4 16,-3 1 0-16,-6-1 3 0,0 0 0 0,-6 0 4 16,0 0 2-16,-6 0 2 0,11-1-1 0,-11 1 0 15,6-1-5-15,-6 1 0 0,0-3-5 0,0 3-4 16,-9-6-4-16,4 3-18 0,0 0-16 0,-3 2-30 16,2 0-30-16,0-2-32 0,0 3-52 0,6 0-45 15,-11-1-191-15,7-3-454 0,4 4 202 0</inkml:trace>
  <inkml:trace contextRef="#ctx0" brushRef="#br0" timeOffset="41225.5">20281 3684 101 0,'0'0'180'0,"0"0"-19"15,0 0-15-15,0 0-22 0,0 0-5 0,0 0-13 16,-11 15-10-16,-1-6-8 0,-2 5-9 0,-1 1-7 16,-4 3-6-16,-11 4-4 0,2 1 1 0,-14 9-12 15,-1-1-5-15,-2-2-4 0,-2 0-11 0,-2-1 8 16,2-2-13-16,0 0 5 0,15-7-1 0,0-6-5 16,2 0 3-16,6-2 4 0,7-5-10 0,8-1 0 15,-1 0 7-15,2-2 26 0,-1-2 36 0,6 1 45 16,-4-2 19-16,7 0-18 0,-5-5-7 0,6-1-8 15,2-3-10-15,5-4-13 0,3-3-7 0,5-4-13 16,5-1-13-16,5-1-5 0,-2 0-8 0,4 0-6 16,-1 4-1-16,-4 2-4 0,-5 5-2 0,0-1-1 15,-3 6-7-15,-5-1-2 0,4 4-4 0,-1 2 0 16,1 1-7-16,-2 1 8 0,4 8-4 0,1-1-3 16,1 5-3-16,1 4-1 0,-4-1-4 0,3 6-1 15,-4-2-2-15,3 4-4 0,-2 1-17 0,0 1-33 16,-3-5-35-16,1 3-40 0,-6-8-37 0,2-2-79 15,-2-5-288-15,-1 0-568 0,2-2 252 0</inkml:trace>
  <inkml:trace contextRef="#ctx0" brushRef="#br0" timeOffset="41817.19">20524 3478 40 0,'3'-2'247'0,"-1"-1"-19"0,-2 3-23 15,4-2-19-15,-4 2-19 0,0 0-16 0,11 0-13 16,-5 2-16-16,1 2-13 0,-2 0-10 16,4 3-10-16,0 0-10 0,-1 3-5 0,-2 1-13 15,2 0-4-15,-3-1-5 0,-1 2-4 0,-3 2-5 0,3 0-5 16,-4 1 1-16,-1-1-8 0,-2-2-3 15,-1 0-3-15,-2 1-3 0,-2-3-1 0,3 0-4 0,-4-2-2 16,4 1 1-16,0-2-1 0,0-3-7 0,-1 0 2 16,3 0 3-16,-1-2 0 0,2 3-5 0,2-5 3 15,-6 6 9-15,6-6 23 0,0 0 10 16,-1 4 20-16,1-4 7 0,0 0 3 0,0 0-12 0,0 0-8 16,22 0-3-16,-4-3-8 0,2 3-5 0,10 0-4 15,-2 0-2-15,1 0-7 0,2 0-4 16,1-1 0-16,2-1-4 0,-2 4-3 0,0-2-2 15,-1 1 1-15,-3-1-2 0,-10 0-1 0,2 0 1 16,-9-1-9-16,1 1 1 0,-5 1 7 0,-7-1-3 16,11-3 0-16,-11 3 0 0,10 0-1 0,-10 0-2 15,0 0-4-15,0 0-3 0,12 0-1 0,-12 0-3 16,0 0-10-16,0 0-16 0,0 0-36 0,0 0-31 16,0 0-36-16,0 0-29 0,0 0-40 0,0 0-38 15,-26-7-224-15,26 7-495 0,-1-4 220 0</inkml:trace>
  <inkml:trace contextRef="#ctx0" brushRef="#br0" timeOffset="42108.55">21134 3363 138 0,'0'0'196'0,"0"0"-12"0,12 4-21 0,-5 4-10 16,4 4-10-16,1 4-12 0,0 6-9 0,1 7-4 15,0 2-8-15,0 15-3 0,-3 6-3 0,-6 6-7 16,2 26-2-16,-15-3-7 0,-2-24-7 0,-6 1-7 16,-10 20-4-16,3-28-8 0,-4-4-2 0,-5-2-8 15,-7-5-5-15,-6-4-7 0,-4-3-5 0,-9-3-25 16,-20 8-37-16,21-16-36 0,-3-3-44 0,0-4-73 15,-3-4-171-15,0-1-379 0,-26-3 167 0</inkml:trace>
  <inkml:trace contextRef="#ctx0" brushRef="#br0" timeOffset="42691.18">17765 3237 98 0,'0'0'197'0,"0"0"-24"0,0 0-18 0,0 0-16 16,0 0-15-16,0 0-3 0,-7 18-20 0,0-2-5 15,-7 10-10-15,1 4-5 0,-11 18-6 0,1 2-10 16,-1 6-1-16,-21 23-4 0,12-1-6 0,2 2-3 16,12-21-3-16,6 24 2 0,7-30-6 0,4 0-4 15,6 1-3-15,4-3 3 0,11-1 5 0,9-5 6 16,11 1-4-16,5-8 1 0,32 11 0 0,7-13-17 16,5 0-34-16,4-9-84 0,5-14-277 0,-4-1-393 15,-2-3 174-15</inkml:trace>
  <inkml:trace contextRef="#ctx0" brushRef="#br0" timeOffset="43931.34">21806 3599 69 0,'0'0'139'0,"-3"-6"0"16,3 6-1-16,0-4 7 0,0 4-3 0,0 0 4 16,0 0-4-16,0-4-5 0,0 4 0 0,0 0-10 15,0 0-8-15,1-3-13 0,-1 3-5 0,0 0-2 16,0 0-12-16,2-5-10 0,-2 5-8 0,11 0-6 15,-4 0-10-15,4 0-2 0,3 3-9 0,4 1-2 16,-7 0-4-16,6 1-2 0,2 3-4 0,-2 0 1 16,-2 4-9-16,-1 0-1 0,-1 4-2 0,-1-1-4 15,-2 3 3-15,-4 10-4 0,-1-4-4 0,-3 5 1 0,-2-4 3 16,-4 1-6-16,-4-2-1 0,-1 4 5 16,-4-6-8-16,-2 0-1 0,0 1 0 0,-3-4 11 15,-3-1-8-15,3-7 2 0,3 3-4 0,-3-5-2 16,-1 0 4-16,4-1-4 0,2-1 0 0,3-2-1 15,1-1 1-15,-1 1 5 0,3-2 5 0,2-1 12 16,0 0 30-16,5-2 27 0,0 0-12 0,-7-4-8 16,7 4-8-16,11-17-8 0,2 2-4 0,8-2-6 15,2-4-4-15,7 1-3 0,12-14-8 0,-10 13 6 16,10-12-9-16,-4 4-2 0,3 1 0 0,-11 6-5 16,-1 2 0-16,-2 2-1 0,0 1-7 0,-3 2 1 15,-7 6 4-15,-1-1-1 0,-6 2 2 0,0-1 5 16,-2 4-4-16,-3 2-7 0,1-1 1 0,-3 1-3 15,3 2-9-15,-3-2-8 0,-3 3 1 0,0 0 2 16,0 0 4-16,-12 18 0 0,0-6 4 0,1 1-5 16,-1 4 5-16,-1 6-2 0,2-5 3 0,-1 7-1 15,1 2 3-15,3 0-9 0,4-7-13 0,4 5-14 16,3-7-18-16,1 3-19 0,8 1-33 16,5-4-42-16,9-3-113 0,2-5-168 0,6-1-467 0,3-5 206 15</inkml:trace>
  <inkml:trace contextRef="#ctx0" brushRef="#br0" timeOffset="44575.4">22915 3583 236 0,'0'0'242'0,"0"0"-11"0,0-6-20 15,0 6-24-15,0 0-16 0,0 0-18 0,1-2-19 16,-1 2-15-16,0 0-11 0,0 0-11 0,0 0-15 16,0 0-7-16,1 13-8 0,-1-8-10 0,2 4 1 15,-4 1-8-15,0 2-6 0,-1 3-5 0,-1 2-4 16,0 4-2-16,2 2-7 0,1-2 4 0,-2 4-7 16,3 0 3-16,-2 0-4 0,2-7-3 0,0 2 3 15,2-5-6-15,0-1 1 0,2-2-1 0,-1-3-4 16,0 2-1-16,-1-5 3 0,0-1-1 0,-1 1 2 15,0-2 21-15,0 1 24 0,1-3 24 0,-2-2-2 16,9-2-3-16,-2-1-11 0,3-5 0 0,6-1-2 16,-2-3-8-16,1 1-3 0,-1-4-4 0,4-7-1 15,0 1-7-15,2-3-1 0,-3 1-8 0,1 1 4 16,1 1-14-16,-9 4 4 0,3-1 7 0,-3 3 0 16,-1 2 1-16,-1 3 3 0,-3-1-1 0,-1 3 9 15,2 2-3-15,-2 0-3 0,-3 1 1 0,3 0 2 16,0 2-16-16,-4-1-4 0,4 1-10 0,-4 3-6 15,1-2-21-15,-1 2-8 0,0 0 2 0,0 0 11 16,0 0-8-16,-6 19-2 0,-1-10 3 0,2 5-1 16,-4 1 7-16,4 2-1 0,1 4 1 0,-1 3 3 15,1 3 3-15,4-2 0 0,2-7-3 0,2 1 9 16,3 3-3-16,1-5 4 0,6-1-7 0,4 2 4 16,5 1-19-16,2-5-37 0,4-4-53 0,1-3-68 15,2-3-79-15,-2-2-308 0,0-2-609 0,2-3 270 16</inkml:trace>
  <inkml:trace contextRef="#ctx0" brushRef="#br0" timeOffset="45107.25">23646 3604 194 0,'0'0'272'0,"0"0"-17"0,0 0-17 0,0 0-21 15,1-4-21-15,-1 4-19 0,0 0-15 0,0 0-16 16,0 0-19-16,0 0-14 0,0 0-13 0,0 0-6 16,0 0-12-16,5 9-4 0,-5-5-9 0,3 1-7 15,-2 4-4-15,3 2-7 0,-3 0-3 0,3 0-8 16,-3 6-2-16,2 1-7 0,-1 0 1 0,1 7 1 16,-2-8-7-16,2 2 1 0,-1-1-3 0,-2 0-4 15,0-1-4-15,2-1 1 0,-1-6 1 0,0 0-7 16,0-2 1-16,-1-1 2 0,0-2 2 0,2 1 24 15,-2-3 63-15,1 0 43 0,-1-3 50 0,3 4 54 16,-3-4-23-16,0 0-24 0,21-19-18 0,-8 6-19 16,5-5-18-16,0-1-16 0,2-1-8 0,-2-2-12 15,5 0-9-15,-5-2-11 0,5 0-2 0,-4 2-8 16,2-1-12-16,-4 3-5 0,-4 6-9 0,-1 1-3 16,-2 1-6-16,-4 4-5 0,2-1-5 0,-4 4-4 15,1 0-5-15,-1 0-14 0,-2 0-35 0,0 3-54 16,0-2-63-16,1 0-79 0,-3 4-39 0,0 0-20 15,0 0-36-15,-3 13-95 0,-1-9-303 0,-1 4-768 16,0-4 340-16</inkml:trace>
  <inkml:trace contextRef="#ctx0" brushRef="#br0" timeOffset="54258.66">4357 7054 44 0,'0'0'130'0,"0"0"-21"0,0 0-5 15,-9 3-5-15,9-3-11 0,0 0-9 0,0 0-21 16,0 0 11-16,0 0-1 0,-6-3-11 0,6 3 3 16,0 0-3-16,0 0-1 0,0 0-1 0,0 0-6 15,0 0-11-15,0 0 8 0,0 0-4 0,23-3-10 16,-12 2-1-16,9-2 11 0,9-2-14 0,1 2-4 15,3-1 2-15,2 3-8 0,1 0 0 0,-2-4-4 16,1 4-5-16,-2-1-9 0,-2 2-16 0,-2 0-30 16,-2-2-42-16,-8 2-146 0,0 1-253 0,-2 0 112 15</inkml:trace>
  <inkml:trace contextRef="#ctx0" brushRef="#br0" timeOffset="54474.17">4498 7256 109 0,'0'0'190'0,"0"0"-8"0,16-3-22 0,-6 3-13 15,8-3-12-15,4 2-14 0,6-2-14 0,1 2-24 16,2-3-42-16,-1 2-58 0,-1-1-92 15,-5-1-83-15,-2 0-207 0,-4 0 91 0</inkml:trace>
  <inkml:trace contextRef="#ctx0" brushRef="#br0" timeOffset="55025.28">4680 6907 146 0,'-2'-5'287'0,"-1"2"-14"16,2 1-17-16,0-3-20 0,1 5-29 15,-3-4-19-15,3 4-22 0,-1-4-20 0,1 4-17 16,0 0-14-16,0 0-5 0,0 0-18 0,0 0-9 0,15 11-9 16,-10-7-7-16,4 3-6 0,0 1-5 0,1-1-6 15,4 3-1-15,-1-3-11 0,1 3-4 16,2-1-6-16,-3 1-11 0,3 2-5 0,-1-3-6 15,-3-1-1-15,-2-1-5 0,1-1-1 0,-2 0 2 0,-2-1-4 16,2-1 3-16,-3-1 3 0,-1-2-2 0,-2 4 3 16,2-4 16-16,0-1 13 0,-5 0 3 0,0 0-1 15,10 0 5-15,-10 0 2 0,7-2 11 0,-4-2 5 16,0 0 4-16,-3 4-5 0,3-2-6 0,-3 2-4 16,0 0 2-16,6-4-12 0,-6 4-7 0,0 0-7 15,0 0-14-15,0 0-19 0,0 0 6 0,0 9-5 16,-5 2-2-16,-3 4 2 0,-3 9 6 0,-6 2-5 15,2 3 3-15,-6 2-1 0,-6 8 3 0,7-9-2 16,2 1 1-16,-1-2-1 0,2 0 1 0,2-1 2 16,-3-3-5-16,1 3 7 0,5-6-2 0,-2 0 1 15,6-5 0-15,1-2 0 0,0-5-3 0,1-1 5 16,2-3 0-16,0 1 5 0,0 1 1 0,3-5-3 16,-2 0 5-16,2 0 18 0,0 1 10 15,1-4 22-15,-5 5 9 0,5-5 11 0,0 0 3 0,-2 4 0 16,2-4-1-16,0 0-8 0,0 0-1 0,-2 3-10 15,2-3-5-15,0 0-7 0,0 0-5 0,0 0-9 16,0 0 5-16,0 0-10 0,0 0-12 0,0 0-13 16,0 0-36-16,0 0-71 0,0 0-60 15,0 0-62-15,14-7-61 0,-9 6-341 0,1-6-678 0,-1 3 300 16</inkml:trace>
  <inkml:trace contextRef="#ctx0" brushRef="#br0" timeOffset="57422.08">6585 7021 93 0,'-1'-4'171'16,"1"0"-8"-16,-1-1 0 0,1-1-10 0,0 0-10 0,1 4-5 15,-1-5-5-15,1 2-6 0,1 2-12 0,-2-2-5 16,0 5-8-16,1-4-8 0,-1 4-9 16,0-7-9-16,0 7-8 0,1-2-6 0,-1 2-11 15,0 0-9-15,0 0-8 0,0 0-2 0,0 0-4 0,3 16-2 16,-3-5-4-16,0 6-1 0,1 1 0 0,-3 10 0 15,0 0-7-15,1 1-2 0,-4 2 2 0,2 2-4 16,-2-3 1-16,3 3-2 0,-3-5 0 0,1 1-3 16,0-4-1-16,0 1 4 0,3-3-1 0,-2 0-2 15,1-6 2-15,-1-1-5 0,2-1 2 0,-1-3 3 16,-1-3-3-16,2 0-5 0,-2-2 5 0,3 0-3 16,-1-3 1-16,1 1 6 0,0 0-6 15,0-1 12-15,-2-1 12 0,2-3 15 0,-1 4 21 0,1-4 15 16,0 0 19-16,0 0 14 0,0 0 5 0,0 0-10 15,0 0-15-15,-5-10-13 0,5 2-4 0,0-2-11 16,-1-3 0-16,1-6-9 0,0-7-6 0,-3 0-7 16,6-6-8-16,-2 1-5 0,-1-15-6 0,5 10-3 15,-1-11-2-15,-1 10 1 0,1-8-4 0,-1 11 0 16,2 0-9-16,-2 4 3 0,1 0 1 0,2 3-3 16,-2 8-2-16,0 1 0 0,2 0 3 0,0 3-7 15,1 4 4-15,4-3-4 0,0 5-2 0,-1 2 2 16,6-4-5-16,1 4 1 0,1 0-4 0,-3 3 2 15,3 1-5-15,1 2-5 0,-2 1-6 0,-3 1-1 16,-1 4-5-16,0 2-3 0,-1-2 2 0,1 8 0 16,0-4 0-16,-4 4-1 0,-3 0 2 0,1 2 9 15,-4 0-10-15,-3-1 3 0,-1 1 0 0,-4 2 3 16,-3-1 3-16,-1 0-2 0,-3-1 4 0,-1-1 2 16,-2 0 0-16,2-1 4 0,-5-2 0 0,5-1 3 15,4 0 0-15,-2-3 1 0,-1-1 0 0,3-1 3 16,0-2-1-16,4 2 3 0,0-2-4 0,1-1 3 15,0 2-2-15,3-1-1 0,1-3 2 0,-4 4 0 16,2-1-1-16,2-3 2 0,2 5 1 0,3 0-4 16,3-1 2-16,1 1 5 0,1 1-1 0,-1-2-1 15,3 3-1-15,2 2 0 0,-1 1 1 0,-2-3 1 0,-1 3-1 16,0-3 1-16,1 2 1 0,-1 0-2 16,-4 2 3-16,1-5-1 0,-1 3 0 0,-1 1-5 15,-2-3 0-15,-3-1 3 0,1 0-1 0,-2 1-1 16,-2-2 2-16,-2 3-1 0,-3-3 3 0,-1-1-2 0,-1 4 2 15,-3-3-3-15,-2-1 8 0,1 2-5 0,2-4-2 16,1 1-1-16,-4 1 2 0,3-2 7 0,-2 1-11 16,4-2 2-16,0 0-1 0,0 1-11 15,0-2-6-15,3-2-30 0,7 2-48 0,-10-2-63 0,8-3-49 16,2 5-220-16,3-7-464 0,0 2 205 0</inkml:trace>
  <inkml:trace contextRef="#ctx0" brushRef="#br0" timeOffset="57891.18">7033 6583 154 0,'3'-2'229'0,"0"-1"-15"0,1-1-16 0,0 3-14 16,1-1-22-16,-5 2-17 0,11-1-12 0,-3 1-14 15,1 1-5-15,1 2-11 0,-1 1-14 0,4 1-8 16,-2 1-8-16,-2 3-5 0,3 0-9 0,-2 3-3 15,2 1-8-15,-6 0-4 0,0 2-3 0,1 3-5 16,-6-3 0-16,-1 2-4 0,0 1-5 0,-4 1-6 16,-1-1 4-16,0 0-1 0,-4-1-3 0,1-2-4 15,-2-1 1-15,5-2-2 0,-3-3 0 0,3 0 0 16,0-2-3-16,0-1-1 0,1-1-2 0,0 0-1 16,1-2 1-16,1 1 4 0,1-1 15 0,1-3 8 15,-3 3 4-15,3-3-3 0,0 0 2 0,0 0-8 16,17 3 0-16,-3-3-2 0,5-1-3 0,-1 1-5 15,5-2-2-15,-1 4-3 0,7-2-1 0,-8 1-10 16,8-4-17-16,-9 7-39 0,2-1-43 0,-1-2-58 16,-2 0-84-16,-6 1-188 0,-2-1-458 0,1-1 204 15</inkml:trace>
  <inkml:trace contextRef="#ctx0" brushRef="#br0" timeOffset="58573.16">7475 7207 169 0,'-8'0'197'0,"0"0"-11"0,2 0-8 0,0 0-13 16,6 0-15-16,-9 0-10 0,9 0-8 0,-7 3-7 15,7-3-4-15,-6 0-4 0,6 0-1 0,0 0-1 16,0 0-9-16,0 0-8 0,-9 0-6 0,9 0-10 16,0 0-3-16,0 0-1 0,0 0-5 0,0 0-2 15,0 0-9-15,0 0-3 0,0 0 0 0,0 0-9 16,0 0-5-16,0 0-4 0,0 0 0 0,0 0-4 16,0 0-6-16,0 0-3 0,0 0-3 0,0 0-2 15,0 0-4-15,0 0-1 0,-5 1-4 0,5-1-1 16,0 0-3-16,0 0 2 0,0 0-2 0,0 0 2 15,0 0-7-15,0 0 3 0,0 0 0 0,0 0-1 16,0 0 5-16,0 0-7 0,0 0 4 0,0 0 4 0,0 0-2 16,0 0 0-16,0 0 1 0,0 0 0 15,0 0-5-15,0 0 2 0,0 0-1 0,0 0-1 16,0 0 1-16,0 0-2 0,0 0 4 0,0 0 0 16,0 0-3-16,28-4-6 0,-13 3 3 0,3-2 2 0,1 2 0 15,9-2 0-15,-1-1-4 0,4 1 5 0,-3 1-4 16,4-1-1-16,1 0 1 0,2 1-1 0,-2-2-1 15,-1 3 0-15,-1-2 0 0,-3 2 0 16,-8-1-2-16,-3-1 1 0,-5 2 4 0,-2 0-2 0,-3 1-1 16,-2-1 3-16,2 1 2 0,-7 0-4 15,10-2 2-15,-10 2-2 0,8 0 3 0,-8 0 1 0,0 0-9 16,6 0-10-16,-6 0-10 0,0 0-12 16,0 0-23-16,0 0-26 0,0 0-37 0,0 0-34 0,0 0-34 15,0 0-55-15,0 0-180 0,0 0-458 0,0 0 202 16</inkml:trace>
  <inkml:trace contextRef="#ctx0" brushRef="#br0" timeOffset="59389.75">8644 6856 12 0,'0'0'242'0,"4"-3"-11"0,-4 3-19 16,2-4-9-16,1 4-9 0,-3 0-12 0,0 0-15 15,4-5-12-15,-4 5-16 0,0 0-12 0,1-2-12 16,-1 2-11-16,0 0-14 0,0 0-8 0,0 0-16 16,0 0-10-16,0 0-9 0,0 0-4 0,4 10-8 15,-4-4-5-15,-4 3-2 0,-1 2-3 0,-4 6 0 16,-5 4-4-16,-1 1 1 0,-4 2-3 0,-2 2-2 0,-2 1-1 16,-1 0-1-16,-2 2-1 0,-7 7-2 15,6-11 2-15,3-2-3 0,2-3 1 0,-2-2-5 16,6-5 2-16,4-2-1 0,4-6 1 0,-1 2 1 15,4-1-1-15,-2-3 1 0,1-1 4 0,2-2 4 0,1 0 12 16,5 0 13-16,-13-5 9 0,10-3 12 0,-3 0 1 16,5-4 4-16,1 0 2 0,1-4-5 15,-1-2-12-15,6 2-5 0,2-1-6 0,0 0-2 0,-2 1-6 16,2 3-3-16,-1 2-1 0,1 2-4 0,-3-1-5 16,3 5-5-16,2 0-4 0,-1 2-7 0,0 2 3 15,4 3-5-15,-3 3-1 0,9 2 13 0,-5 2-14 16,4 1 1-16,4 7-4 0,0 1 9 15,-2 0-4-15,-2 2-5 0,2-1-9 0,-1 2-21 0,-4-5-33 16,1 2-38-16,-6-4-38 0,1-1-62 0,-4-2-107 16,2-2-174-16,-1-4-523 0,-3 0 231 0</inkml:trace>
  <inkml:trace contextRef="#ctx0" brushRef="#br0" timeOffset="59967.23">8942 6624 129 0,'1'-4'294'0,"-1"4"-11"0,1-4-20 16,-1 4-22-16,0 0-18 0,2-4-23 0,-2 4-20 15,0 0-18-15,0 0-6 0,0 0-31 0,0 0-13 0,0 0-12 16,9 2-7-16,-9-2-16 0,7 6-5 0,-2-4 2 15,0 3-18-15,0 0-4 0,-1 1-8 16,0 2-4-16,1 1-5 0,1 1-5 0,-5 3-2 16,1-3 0-16,-2 2-3 0,-1 5-5 0,0-4-3 0,-4 2 1 15,1-3 6-15,-3 2-10 0,0 1 3 0,-2-5-5 16,2 1-1-16,2-3-3 0,-1 1 2 16,1-5-4-16,1 2 0 0,0-2 2 0,2 1-1 15,-1-2 8-15,2 1-10 0,-1 0 3 0,2-4 3 16,0 0 2-16,2 5-1 0,2-3 3 0,-4-2 7 0,21-1 6 15,-2-3 1-15,1 3-3 0,3 0 0 16,6-1-5-16,-1-1 9 0,4 0-16 0,-4 1 2 16,3-1-2-16,-2 1-3 0,-1 1 3 0,-10-1 2 15,-2 2 1-15,-4-2 8 0,1 2 4 0,-7 0 4 0,2 0 0 16,-3-2-8-16,4 2 12 0,-9 0-5 0,8 0-1 16,-8 0-3-16,0 0-11 0,9 0 0 15,-9 0-5-15,0 0-20 0,4 0-23 0,-4 0-49 16,0 0-55-16,0 0-66 0,-16 5-105 0,16-5-232 15,0 0-581-15,0 0 258 0</inkml:trace>
  <inkml:trace contextRef="#ctx0" brushRef="#br0" timeOffset="61147.08">10110 6405 158 0,'0'-4'196'16,"0"-1"-7"-16,0 5-14 0,-2-5-5 0,2 1-9 16,0 4-9-16,0 0-11 0,0-5-12 0,0 5-8 15,0 0-11-15,0-6-16 0,0 6-7 0,0 0-8 16,-1-4-8-16,1 4-7 0,0 0-7 0,0 0-4 15,0-5-9-15,0 5-12 0,0 0-11 0,0 0-17 16,0 0-6-16,0 0-1 0,-4 17 2 0,0-6-2 16,-1 8-1-16,-5 9-1 0,0 4 3 0,-9 14 7 15,-1 2 0-15,1 6-3 0,-2 3-2 0,-10 24 3 16,7 3 2-16,-1-6 1 0,6-18 5 0,-6 20-4 16,8-22-1-16,-1-4 0 0,5 3 3 0,-1-3-1 0,3-4-3 15,0-2 3-15,3-14 0 0,-4 14-6 0,6-13 4 16,-3-4 0-16,0-2 1 0,1 1-3 15,-2-6-1-15,1 0 5 0,0-8 0 0,0 0-2 16,2-1-4-16,0-6 3 0,-2 0 2 0,0-1 4 0,0-1 7 16,-1-3 1-16,-3-3 9 0,1-1 2 0,-6-1 6 15,1-3 15-15,-2-3 8 0,2-1 5 0,-2-2-7 16,1-2-1-16,4 1 3 0,-4-2 9 16,5 2-10-16,3-1-3 0,-2 3 9 0,4 2-5 15,0 0-6-15,1 0 1 0,1 2-11 0,1 1-3 0,1-1-1 16,2 1 2-16,-1 1-8 0,3 3-1 0,-5-4-5 15,5 4-8-15,-5-2 0 0,5 2-4 0,-1-5-5 16,1 5-6-16,0 0-22 0,-3-4-30 0,3 4-28 16,0 0-20-16,0 0-11 0,0 0-53 0,0 0-71 15,0 0-258-15,0 0-529 0,0 0 234 0</inkml:trace>
  <inkml:trace contextRef="#ctx0" brushRef="#br0" timeOffset="66671.72">9491 8125 169 0,'-2'-3'170'0,"2"3"-4"0,0 0-14 16,-2-4-14-16,2 4-10 0,0 0-15 0,0 0-9 15,0 0-6-15,-2-4-14 0,2 4-4 0,0 0-10 16,0 0-5-16,-4-2-6 0,4 2-8 0,0 0-6 16,0 0-3-16,0 0-6 0,0 0-4 0,-13 8-1 15,5-3-6-15,-2 1 0 0,3 2-5 0,-1-3 0 16,-1 7-1-16,-1-4-7 0,1 1 3 0,-4 3-2 15,3 0-2-15,0 2-1 0,0 0-3 0,1-2 4 16,2-1 0-16,-2 3-3 0,5-2-1 0,-2-3-3 16,1 4 1-16,1-3 1 0,4-1 4 0,0 3-1 15,0-4 13-15,1 2 2 0,3-2 2 0,3 0 7 16,0 1 9-16,2-1-2 0,4 1 3 0,6-1-3 16,0-3-3-16,2 0-3 0,6-5-4 0,1-1 1 15,1-1-3-15,-1-2-1 0,-6 1-3 0,-2-2 6 16,-1-2 9-16,1-1 4 0,-5-2 3 0,-6 3 7 15,1-2 0-15,-2 1-7 0,-3-3-1 0,-1-1-3 0,-3 0-1 16,-2-2-1-16,-3-1-9 0,-2 0-3 16,-4 1-2-16,-2 0-5 0,-4 3-2 0,-1-1-6 15,-10-2 1-15,-4 6-6 0,3-3-21 0,-3 5-32 16,2-1-38-16,0 5-40 0,9-3-61 0,0 4-275 0,10 0-497 16,3-2 220-16</inkml:trace>
  <inkml:trace contextRef="#ctx0" brushRef="#br0" timeOffset="67803.25">10548 5900 240 0,'-2'-4'241'0,"2"4"-7"0,0-4-21 0,0 4-17 16,0 0-17-16,0-4-18 0,0 4-22 0,0 0-7 15,0 0-18-15,-2-4-15 0,2 4-13 0,0 0-19 16,0 0-6-16,0 0-5 0,-1 13-7 0,0-5-4 16,-1 4-8-16,0 3-1 0,-1 4-1 0,-3 8-5 15,1-1-1-15,-3 1-2 0,0 4 1 0,-2 0-9 16,-3 1-23-16,2-3-29 0,-3 5-48 0,-8 7-49 16,8-11-255-16,0 0-415 0,5-3 184 0</inkml:trace>
  <inkml:trace contextRef="#ctx0" brushRef="#br0" timeOffset="69137.95">10657 6841 72 0,'0'0'182'0,"0"-7"-6"0,0 5-12 15,0 2-19-15,3-8-11 0,0 4-10 0,0 1-12 0,2 1-11 16,1-2-6-16,-2 1-5 0,2-1-10 0,1 3-8 15,1-2-7-15,0 3-10 0,3-1 1 16,1 2-3-16,-2-1-1 0,2 3-8 0,1 1-5 16,0 2-2-16,-1 1-3 0,1 2-3 0,-3 3-4 0,3 0-1 15,-1 1 0-15,-6 3-6 0,3 1 3 0,0 0-12 16,-4 1 2-16,-1 1 0 0,-3-1-3 16,-2 2 1-16,-3 0-1 0,0 1 0 0,-1-2 0 15,-6 2-1-15,-1-3-1 0,-1 4-3 0,2-6 2 0,-2-3 0 16,-4 0 1-16,7-1-2 0,-5-1 1 0,5-3-4 15,-1-1 6-15,0 1-4 0,3-5 3 16,2 1 2-16,1-1 0 0,-2 2 6 0,2-3 6 16,3 0 13-16,-1 0 14 0,3-2 23 0,-4 1 29 0,4-1 2 15,0 0-5-15,0 0-13 0,0 0-11 0,2-12-5 16,3 2-3-16,5-5-9 0,0 1-9 0,0-3-5 16,7-3-4-16,-3-2-3 0,0 6 3 0,4-6-13 15,-1 1 0-15,-2 7-7 0,0-2 1 0,6-2-5 16,-10 5-2-16,7-1-2 0,-4-1 2 0,-1 5-3 15,2-3 2-15,-6 5 0 0,1 0-4 0,-5 4 3 16,1-1 0-16,0 0 4 0,-1 1-5 0,-2 0-7 16,-1 1 14-16,3 1-15 0,-3 0-5 0,-2 2-8 15,2-5-12-15,-2 5-14 0,0 0 0 0,0 0 5 16,0 0 6-16,-6 20 1 0,-1-9 3 0,1 1 2 16,-4 3 0-16,-2 2 4 0,3-3 2 0,0 3 2 15,4 0-1-15,-2-2 1 0,0 4 0 0,3-5 1 16,3-3 6-16,0 3-1 0,0-2 0 0,3 0 4 15,2-2 1-15,1 2 2 0,8 0 3 0,4-3-3 16,9 1-21-16,5-1-41 0,2-3-60 0,21-3-87 16,-16-5-270-16,13 1-516 0,-14-2 229 0</inkml:trace>
  <inkml:trace contextRef="#ctx0" brushRef="#br0" timeOffset="69886.67">11446 6842 237 0,'0'0'269'0,"0"-5"-15"0,0 5-15 15,0 0-18-15,0 0-24 0,0 0-18 0,0 0-21 0,0 0-14 16,0 0-19-16,0 0-15 0,0 0-11 0,0 0-17 16,0 0-19-16,0 0-6 0,0 0-9 0,0 0-8 15,0 0 0-15,0 18-6 0,0-7-3 0,0 1-5 16,0 0-3-16,-1 5 0 0,1 3-3 0,0-3 1 16,0 1-2-16,0-1-2 0,0 3-4 0,0-1 1 15,4 0-2-15,-3-2 0 0,3 0-1 16,-3-2 2-16,4-2-1 0,-1-4-4 0,-4 0 4 0,4 2-1 15,1-5-2-15,-1 2 2 0,-3-4 0 0,3 0 3 16,0 0 12-16,2-3 3 0,-6-1 6 0,13-1 0 16,-5 0 4-16,2-3-1 0,0-3-3 0,1-1 13 15,-3 1-17-15,4-5-1 0,-3-3-1 0,2-1-4 16,1 0-2-16,4-5-4 0,-3 2-5 0,0-1 1 16,-3 3-1-16,-1 1 1 0,0 1 6 0,0 5 0 15,-4-1 3-15,3 3 2 0,-7 1 2 0,4-2 3 16,-1 4 1-16,-4-2 1 0,5 3-6 0,-4 0-1 15,2-1-4-15,-2 4-2 0,2-3-8 0,-3 4 0 16,1-2-10-16,-1 2-5 0,0 0-15 0,0 0 3 16,0 0-9-16,0 0 6 0,0 0-3 0,-5 18 5 15,1-12 5-15,-1 6-2 0,0 0-2 0,-3 3 7 0,3 1-3 16,0 0 3-16,-3 1 0 0,6-2-1 0,-1-2 3 16,-1 2-3-16,3-2 5 0,1-2-1 15,0-1 0-15,0 2 3 0,0-2 2 0,1-4-2 16,2 1 7-16,2 1 1 0,0-3 1 0,8 2 1 0,1-2-1 15,8-1 0-15,6-2-22 0,1 1-36 0,1-2-47 16,0-1-70-16,2-3-78 0,-4-2-256 16,-5 3-542-16,-2-5 240 0</inkml:trace>
  <inkml:trace contextRef="#ctx0" brushRef="#br0" timeOffset="70556.17">12089 6899 171 0,'0'0'258'0,"-2"-4"-11"0,2 4-17 0,0 0-14 15,0 0-23-15,0 0-14 0,0 0-7 0,0 0-27 16,0 0-16-16,0 0-13 0,0 0-14 0,0 0-11 15,0 0-8-15,0 0-12 0,0 0-11 0,0 0-4 0,0 0-8 16,0 0-8-16,6 11 2 0,-3-6-5 16,0 3-3-16,-2 0-4 0,2 1-1 0,1 3-7 15,-3 0 1-15,0 2-4 0,2-2-1 0,1 5-2 16,-3-2-2-16,3 1-1 0,-4 1-4 0,4-4 3 0,-3-3-2 16,3 5-5-16,-3-4 8 0,2 1-3 15,-2 1 0-15,3-4-4 0,-3 2-1 0,2-4 0 16,-2 2 2-16,-1-4-2 0,3 0 1 0,-2-2 0 15,-1 2-3-15,1 0 8 0,-1-5 9 0,0 4 5 0,0-4 16 16,3 2 22-16,-3-2 21 0,1 5 15 16,-1-5 20-16,0 0 31 0,0 0 19 0,0 0-10 15,0 0-21-15,6-8-15 0,-2-1-2 0,3-2-20 16,-1-3-16-16,3-2-5 0,5-6-7 0,0 1-6 0,0-1-11 16,-1 2-2-16,1-4-4 0,-5 9-4 0,1-2-3 15,0 3-3-15,-1-1-2 0,0 1-6 16,0 0-2-16,0 2-4 0,-4 1 1 0,0 2 9 15,-1 0 2-15,0 1 4 0,-3 6-14 0,4-2-3 0,-2-2 0 16,-2 2-3-16,2 2-4 0,-2-2-3 16,-1 4-2-16,0-3-10 0,5-1-8 0,-5 4-35 0,0 0-27 15,0 0-32-15,0-5-36 0,0 5-31 16,0 0-33-16,0 0-17 0,0 0-1 0,0 0-15 0,0 0-68 16,-5 11-330-16,4-7-681 0,1-4 301 0</inkml:trace>
  <inkml:trace contextRef="#ctx0" brushRef="#br0" timeOffset="72721.31">13221 7028 53 0,'4'-6'189'0,"0"1"-13"16,0-1-6-16,-3 0-14 0,3 0-2 0,-3-1-9 16,-1 2-9-16,3-3-10 0,-3 3-11 0,-3 1-12 15,-2-1-10-15,1-4-12 0,-5 3-6 0,-5 1-6 16,0 1-7-16,-8 2-7 0,1-1-3 0,-6 3-12 15,-2-2 0-15,0 4-7 0,4 1 0 0,-2 1-4 16,0 1-2-16,4 0-6 0,1 2 0 0,-1 3 1 16,4-1-1-16,0 1 0 0,4 1-8 0,-1 0 2 15,5 1-9-15,-1 2 6 0,3 0 0 0,3-3-6 16,2-1 3-16,3 4-1 0,2-1 4 0,3-1-5 16,4 2 1-16,6-2 1 0,-1 0-3 0,4 0-6 15,3-5 6-15,0-1-1 0,9-1-1 0,2-2-1 0,-3-1 1 16,-1-5 2-16,0-4 0 0,-7 1-4 15,1-3-2-15,-3-4 5 0,1-4 0 0,0-2 12 16,0-5 8-16,-5-1 14 0,-1-3 6 0,-2-3 15 16,0-1-3-16,-5-2 0 0,8-15 3 0,-10 15-1 0,1 1 8 15,-2-1 0-15,-2 0 1 0,2 3-1 0,-3 2 13 16,-3 2 6-16,3 2-8 0,-1 9-3 16,1 3 3-16,0 1-4 0,-3 3-7 0,3 2-5 15,0 2-9-15,0-2-4 0,0 1 1 0,-1 4-32 0,1 2-37 16,0-5-30-16,0 5-9 0,0 0 8 0,0 0 3 15,-4 19 7-15,0-4 7 0,0 3 2 0,-1 8 4 16,-1 3-2-16,-2 0 6 0,7 1 5 16,-3 2 2-16,4-2 4 0,0 1 2 0,1 1 0 15,3-3 0-15,0-1 2 0,0-1 5 0,2-2-3 0,-2-6 3 16,-3-2 0-16,3-1 2 0,-1-4-3 0,-2 0-7 16,-1-3-3-16,1 0-11 0,3-4-8 0,-4 3-14 15,0-3-12-15,3-1-6 0,-6 0-14 16,3 0-33-16,0-4-49 0,-5 1-53 0,5-1-223 0,0 0-471 15,-13-6 209-15</inkml:trace>
  <inkml:trace contextRef="#ctx0" brushRef="#br0" timeOffset="73203.5">13497 6803 188 0,'8'0'170'16,"-2"0"-8"-16,2 1-14 0,2 3-16 0,0 0-11 15,-1 1-10-15,1 3-9 0,-2 1-12 0,1 6-8 16,1 1-8-16,-6-3-7 0,3 4-6 0,-4 3-2 16,0-1-5-16,-2 0-9 0,-2 2-5 0,1-1-6 15,-4-1-1-15,-4 1-1 0,3-1-4 0,-5-1 0 16,1-2-2-16,-2-2-4 0,1 3-5 0,-2-5 2 15,2-2-2-15,1 0-11 0,1-3 11 0,2 0-1 16,1 0-1-16,0-4 0 0,1 1 20 0,-1 0 19 16,2-1 29-16,-1 0 27 0,4-3 35 0,-5 1 6 15,5-1-14-15,0-9-5 0,4 2-19 0,0-2-9 16,2-5-19-16,3-6-3 0,6-3-8 0,1-4-4 16,3 0-2-16,0-2-20 0,0 2-2 0,3-2-10 15,-3 5 3-15,-2 1-8 0,-1 2-2 0,-4 6 10 16,-2-1-19-16,-2 7 4 0,-3 0-6 0,0 2 1 15,-1 1-2-15,0 3-6 0,-3-2-11 0,5 3-19 16,-4 0-7-16,-2 2 4 0,0 0-1 0,0 13 4 16,-3-1 0-16,-2 5 7 0,0 6-5 0,-3 4 5 15,3 4 3-15,-1-1-1 0,-2 1-3 0,7 0 6 16,-4 0 1-16,5-2-3 0,2 0 7 0,5-3-2 16,3 1 2-16,3-5 3 0,7 1-1 0,7-4-26 15,5-4-48-15,4-2-60 0,20-2-94 0,-4-4-299 16,1-3-570-16,2-4 252 0</inkml:trace>
  <inkml:trace contextRef="#ctx0" brushRef="#br0" timeOffset="74270.27">15157 6837 80 0,'-5'-1'122'0,"5"1"-6"0,0 0-10 16,0 0-11-16,-8-2-5 0,8 2-12 0,0 0-3 15,0 0-4-15,0 0-6 0,-5-2-7 0,5 2 2 16,0 0 1-16,0 0-1 0,0 0 8 0,0 0 1 16,-5 0 5-16,5 0 12 0,0 0 8 0,0 0 7 15,0 0-2-15,0 0 2 0,0 0-4 0,0 0-12 16,0 0-8-16,18-10-11 0,-3 9-7 0,6 0-2 0,1-2-15 15,7 1-6-15,3 0-2 0,1 0-5 16,2 1-3-16,-1 1-11 0,3-3-14 0,-5 3-17 16,-1-2-22-16,-5 4-47 0,-6-2-20 0,0 1-43 15,-7-2-196-15,-3 1-372 0,-1 0 165 0</inkml:trace>
  <inkml:trace contextRef="#ctx0" brushRef="#br0" timeOffset="74582.13">15238 7057 143 0,'-6'0'238'0,"6"0"-4"0,0 0-9 16,0 0-17-16,0 0-21 0,0 0-15 0,0 0-19 16,34 0-15-16,-2-1-18 0,4-3-31 0,16 3-43 15,-1-3-51-15,3 0-66 0,-1-1-91 0,-13 1-125 16,-2 2-308-16,-1-3 136 0</inkml:trace>
  <inkml:trace contextRef="#ctx0" brushRef="#br0" timeOffset="75871.14">17133 6644 5 0,'-3'-4'220'0,"3"4"-12"0,0 0-16 0,0-4-16 0,0 4-20 15,4-4-15-15,-4 4-13 0,6-4-9 0,2 2-15 16,2-2-11-16,3 2-11 0,1 1-4 0,6 1-13 16,0-2-4-16,3 2-6 0,6 2-8 0,-1-1 0 15,0 3-8-15,-1 1-8 0,0 2 0 0,-8 2-4 16,7 1-5-16,-7 0-1 0,-2 3-4 0,-4-3-2 16,0 2 4-16,-3 3-8 0,-2 4 2 0,-3-4-2 15,-3-2-2-15,0 2-3 0,-6 3-1 0,-1-1-4 16,-3 3 2-16,-7 0-2 0,0-1 1 0,-4-1 1 15,0 0-1-15,3-4 0 0,-2-1 2 0,2-3-5 16,-5 0 2-16,7 1 3 0,-1-5-1 0,3 0-1 16,1-1 3-16,3-3 2 0,0 3 6 0,3-3 9 15,-1 1 10-15,2-1 21 0,-1-2 23 0,5 0 13 16,0 0-1-16,0 0-7 0,0 0-11 0,0 0-7 16,10-14-7-16,6 3-6 0,1 1-7 0,5-8-4 15,5-1-5-15,1 2-3 0,3-2-4 0,-3-1-1 16,-1 1-4-16,2 2-4 0,-6 0 2 0,4 0-4 15,-5 2-1-15,-7 3-1 0,-1 1-2 0,-2 3-1 16,-2 1 16-16,-2-1 14 0,-1 3 6 0,-2 1-10 16,2-1-12-16,-5 3 1 0,2-1-4 0,-1 1-7 15,-3 2-4-15,4-3-9 0,-4 3-15 0,0 0 3 16,0 0 2-16,0 0-2 0,-8 12 3 0,1-3 1 16,1 2-2-16,-3-2 2 0,3 6-1 0,1 0 0 15,2 4 2-15,2-7 2 0,2 7 1 0,4 0 1 16,9 2-4-16,5 0-4 0,7-1-16 0,5-4-32 15,7-2-44-15,9-1-73 0,3-4-131 0,-10-2-162 16,10-3-505-16,-11-7 223 0</inkml:trace>
  <inkml:trace contextRef="#ctx0" brushRef="#br0" timeOffset="76971.17">18569 6400 111 0,'0'0'193'0,"0"-5"-13"16,0 5-19-16,0-4-18 0,0 4-14 0,2-3-10 15,-2 3-14-15,0 0-14 0,0 0-7 0,0 0-12 16,-17 17-3-16,6-6-9 0,-5 11-9 0,-2 2-4 16,-4 2-4-16,-10 13-1 0,4-2-5 0,-4 2-3 15,1 1-3-15,11-12-8 0,-3 12 0 0,5-6-5 16,3-5 5-16,5 4-5 0,3-2 6 0,6 1-5 16,1 0-1-16,6-7 1 0,5 1 1 0,6 0-3 15,6-6 2-15,8 1-15 0,6-6-26 0,13 1-41 16,9-6-74-16,-5-5-168 0,0 0-329 0,0-5 146 15</inkml:trace>
  <inkml:trace contextRef="#ctx0" brushRef="#br0" timeOffset="77607.58">19034 6583 1 0,'3'-2'222'0,"-1"-1"-4"16,2-1-6-16,-4 4-14 0,1-4-5 0,-1 4-11 15,3-5-15-15,-3 5-14 0,2-2-16 0,-2 2-18 16,0 0-16-16,0 0-13 0,0 0-7 16,0 0-11-16,0 0-8 0,4 8-8 0,-3-1-7 0,-1 2-1 15,0 2-4-15,0 1-6 0,-1 2-2 0,-3 3-6 16,2 3-4-16,-2-2-2 0,4 2 2 0,-4-3-4 15,2 4-6-15,0-4 4 0,2 0-5 0,2 2-5 16,0-2 7-16,2 1-2 0,0-6-1 0,0 0-1 16,2-2-1-16,-2 1-2 0,-2-6 3 0,5 4 10 15,-2-4 5-15,1 1 15 0,6-3 11 0,-2-2 9 16,3-1-1-16,4-2 1 0,-5-3 2 0,5-3 4 16,1-2-4-16,-3 1 0 0,2-2 7 0,-2-2-16 15,0 0-9-15,3-8-3 0,4 2-4 0,-4 1-2 16,-3-4-14-16,3 2 9 0,-6 2-10 0,-1 2 2 15,-2 1 0-15,0 1-3 0,-4 2 3 0,0 2 5 16,0 0-4-16,-1 1-4 0,-1 4 3 16,-2-2 5-16,2 2-10 0,-3 1-3 0,2 1-3 0,-2 3-30 15,1-5-13-15,-1 5 0 0,0 0 2 0,0 0 0 16,-2 14 10-16,-1-7-1 0,2 4 4 0,0 0-3 16,-2 4 3-16,1 2 2 0,3 0 1 0,-1-1-2 15,4-1 5-15,1 4 2 0,4-4-3 0,3 0-7 16,3 0-16-16,1-2-14 0,2-4-29 0,9 4-38 15,-3-1-60-15,6-9-90 0,-2-1-245 0,-8-2-548 16,2-2 243-16</inkml:trace>
  <inkml:trace contextRef="#ctx0" brushRef="#br0" timeOffset="77975.14">19693 6210 130 0,'0'-3'258'0,"0"3"-23"0,0-4-27 16,0 4-23-16,3-4-19 0,-3 4-17 0,0 0-16 0,0 0-17 16,-4 13-6-16,1-4-12 0,-1 4-9 0,1 2-10 15,-3 5-8-15,0 6-6 0,3-2-9 0,-1 2-28 16,0 1-29-16,1 0-32 0,-3 1-37 15,5-10-65-15,-2 1-189 0,1 0-349 0,-1-2 156 0</inkml:trace>
  <inkml:trace contextRef="#ctx0" brushRef="#br0" timeOffset="78420.12">20051 6588 126 0,'3'-5'276'0,"-3"5"-24"0,2-1-21 0,-2 1-19 16,0 0-19-16,0 0-23 0,0 0-22 0,4-2-14 15,-4 2-17-15,0 0-11 0,7 5-9 0,-4 0-9 16,1 0-8-16,-1 2-6 0,4 2-6 0,-3 1-8 15,0 2-4-15,1-1-5 0,2 3-6 0,-3-2 0 16,2 4-7-16,0-2-3 0,-5-1-6 0,2-4 2 16,0 3-6-16,-1-3-2 0,2-2-3 0,-4 0-1 15,4 0 1-15,-3-1-6 0,-1-2 4 0,0-1 15 16,5 1 49-16,-5-4 28 0,0 5 41 0,0-5 29 16,0 0-15-16,0 0-12 0,10-9-26 0,-2 1-8 15,0-2-13-15,2-4-9 0,-1 1-11 0,3-4-13 16,4-4-2-16,1-2-17 0,-1 0 5 0,2-3-12 15,-1 1-4-15,-1 1-5 0,-1 4 1 0,-2 4-6 16,0 1-4-16,-5 2-6 0,0 4-2 0,-2 0-2 16,-2 4-13-16,-2 0-26 0,2 1-34 0,0 1-46 15,0 0-37-15,2 1-33 0,-6 2-32 0,9 2-33 16,-1-2-66-16,-3 5-307 0,1-2-659 0,1 2 292 16</inkml:trace>
  <inkml:trace contextRef="#ctx0" brushRef="#br0" timeOffset="78752.83">20801 6722 250 0,'-5'1'245'0,"5"-1"-8"0,0 0-11 0,-4 5-6 0,4-5-4 16,0 0-4-16,0 0-18 0,0 0-21 15,0 0-18-15,0 0-14 0,22-4-14 0,-9 3-13 0,7-1-11 16,10-1-13-16,-2 0-8 0,4-1-4 0,-2-1-8 16,6-1-13-16,-4 1-3 0,0 1-5 0,0-3-6 15,-4 5-4-15,-6-2-2 0,-5 1-1 0,-4 0-10 16,-1 2 3-16,-3 0-4 0,-1 1-1 0,-2-3-6 15,-1 1-17-15,0 2-19 0,-5 0-24 0,0 0-37 16,0 0-44-16,0 0-61 0,-30-2-304 0,17 4-528 16,0-2 234-16</inkml:trace>
  <inkml:trace contextRef="#ctx0" brushRef="#br0" timeOffset="79754.06">21679 6470 87 0,'0'-5'239'0,"3"2"-10"0,-3 3-12 0,1-5-8 16,3 4-11-16,-4 1-16 0,0 0-14 0,1-6-14 16,-1 6-18-16,0 0-15 0,4-2-13 0,-4 2-14 0,0 0-11 15,0 0-8-15,0 0-10 0,0 0-7 0,1 13-6 16,-1-5-6-16,0 1-4 0,0 3-4 15,-5 6-5-15,5 0 2 0,-1 2-6 0,-3 5-5 16,3-6 0-16,-2 6-2 0,2 0-2 0,-2-7-5 16,3 2 1-16,3-2 0 0,-2 1-2 0,-1-2-3 0,4-2 3 15,-3-3 0-15,3-1-3 0,1-2 8 0,0-2-7 16,-1 1 2-16,0-2 15 0,1-3 13 16,3 2 14-16,-2-1 15 0,3-4 22 0,1-1-14 15,2-2 2-15,1-2-1 0,-1 0 2 0,2-4-12 0,1-1 0 16,-1-2-8-16,2-1-2 0,2-7-12 0,1 1-2 15,-2-2 10-15,2 1-21 0,-5-1-5 16,3 0-7-16,-3-1 0 0,-3 7 2 0,-2-2-3 16,0 2-1-16,-4 2 0 0,0 2 2 0,-1 4-4 0,1-3 2 15,-3 5-1-15,0 1-12 0,1-1 9 0,-2 2-14 16,0-2-15-16,2 4-22 0,-3 1-14 0,0 0 5 16,0 0 6-16,0 0 0 0,-4 16 11 0,0-7-2 15,2 1 1-15,0 2 0 0,1 3 4 16,-2 1 0-16,3 2 5 0,3-2 2 0,2 4-2 0,0-3-11 15,5 0-7-15,5 2-14 0,6-1-19 0,-7-4-35 16,9 0-41-16,-4-4-75 0,2-3-315 0,7-2-581 16,-8-1 257-16</inkml:trace>
  <inkml:trace contextRef="#ctx0" brushRef="#br0" timeOffset="80286.12">22363 6500 180 0,'1'-1'264'0,"-1"1"-13"16,1-8-16-16,1 7-19 0,-2 1-19 0,2-4-21 16,-2 4-21-16,3-3-19 0,-3 3-14 0,0 0-12 15,0 0-13-15,9 8-9 0,-8-3-10 0,5 2-7 16,-2 2-8-16,0 1-5 0,0 4-6 0,1-1-5 16,-1 2-6-16,0 4-1 0,2-2-3 0,-4 3-5 15,2-2-3-15,-1 1-6 0,2 6 0 0,-2-8-1 16,1-1-5-16,-2 0 0 0,1-4 0 0,-1-1-4 15,2 1-1-15,-3-4 0 0,0 0-1 0,1-1-1 0,0-3 2 16,0 2 4-16,-2-2 36 0,0-2 28 16,0-2 40-16,1 6 35 0,-1-6 34 0,0 0 21 15,0 0-18-15,0 0-22 0,13-15-16 0,-6 7-16 16,-2-3-12-16,6-6-16 0,0 0-11 0,5-6-11 0,1-3-4 16,-1-1-15-16,0-2-10 0,2 0-8 0,-2 1-4 15,-1-2-3-15,0 4-5 0,-3 1-6 16,-1 3-8-16,-2 5 8 0,-2 1-4 0,-4 4-1 15,3 4-7-15,-3-3-3 0,0 8-2 0,1-4-13 0,-2 3-24 16,1-1-33-16,-1 2-51 0,0 0-46 0,-2 3-49 16,0 0-19-16,6-1-10 0,-6 1-17 0,3 7-41 15,-1-2-68-15,0-1-245 0,0 2-649 0,-2-2 288 16</inkml:trace>
  <inkml:trace contextRef="#ctx0" brushRef="#br0" timeOffset="80815.07">22990 6192 211 0,'0'0'250'15,"0"0"-7"-15,0 0-14 0,0-4-18 0,0 4-21 16,0 0-18-16,0 0-23 0,0 0-10 0,0 0-22 16,0 0-15-16,0 0-13 0,0 0-11 0,0 0-9 15,0 0-3-15,-2 21-11 0,-2-10 1 0,0-2-7 0,0 8-4 16,-1 0-6-16,-1 0-11 0,-2 1-22 16,0 0-32-16,-2 4-42 0,-4 0-61 0,4-6-266 15,-1-3-429-15,1 2 190 0</inkml:trace>
  <inkml:trace contextRef="#ctx0" brushRef="#br0" timeOffset="81452.23">23210 6133 84 0,'5'-1'175'0,"-5"1"-12"16,0 0-12-16,14 5-12 0,-4 1-16 0,1 4-7 16,3 4 0-16,4 5-7 0,2 5-4 0,-1 4-10 15,0 0-2-15,-3 6-4 0,8 12-7 0,-5 2-8 16,-9-14-3-16,4 14-7 0,-10-12-7 0,1 8-1 16,-6-8-5-16,-4 10-9 0,0-14-2 0,-7-2-4 15,0 4-3-15,-4-4 0 0,-2-3 0 0,-1-1-5 16,-2-2-2-16,2-4 3 0,-2-1-3 0,3-9 0 15,3 2-1-15,-2-3-1 0,3 1 6 0,-1-2-8 16,3-1 0-16,1-4-4 0,0 1-1 0,5-3-1 16,-2 3 1-16,4-2 0 0,-1 1 0 0,0-3 3 15,5 0 1-15,-5 4-1 0,5-4 20 0,-2 1-9 16,2-1-1-16,0 0-3 0,0 0-21 0,0 0-29 16,12-5-30-16,-5 2-34 0,0 2-58 0,5-4-95 15,-2-1-134-15,-1 0-403 0,3 1 179 0</inkml:trace>
  <inkml:trace contextRef="#ctx0" brushRef="#br0" timeOffset="83154.63">23673 5900 137 0,'0'0'148'0,"-2"-3"-11"0,2 3-9 0,0 0-10 15,0 0-11-15,0 0-14 0,0 0-13 0,-5-2-6 16,5 2-11-16,0 0 0 0,0 0-10 0,0 0-5 15,0 0-5-15,0 0-1 0,0 0-3 0,19 4-9 16,-10-3-2-16,0 2-5 0,-1-2-2 0,2 0 5 16,2 2-7-16,-1-2-4 0,1 0 0 0,-2 1-3 0,0 0 0 15,0-1 2-15,-1 1-9 0,-4-2 1 16,3 0 4-16,-8 0-8 0,11-2 5 0,-11 2-1 16,8-2-4-16,-3-1 5 0,-1 2 7 0,0 0 1 15,-4 1 14-15,6-5 3 0,-3 2 7 0,-2 0-1 0,-1 3 15 16,4-4 1-16,-4 4 1 0,1-5-2 15,-1 5 1-15,0 0 0 0,0-2 0 0,0 2-4 16,0 0-5-16,0 0-3 0,0 0-3 0,3-4-5 16,-3 4 1-16,0 0-5 0,0 0-2 0,0 0-3 0,0 0-2 15,0 0-3-15,4-3-6 0,-4 3 0 0,0 0-2 16,0 0-7-16,0 0-8 0,0 0-1 16,0 0-3-16,2 9 3 0,-3-1-1 0,1 1-1 15,-1 3 0-15,-2 5-2 0,-1 12 3 0,-1 1 0 0,-1 15 4 16,-3 4 3-16,2 1-1 0,-2 1 0 0,-1 3 4 15,1-1-5-15,0 2 3 0,1-1 2 0,1-1-1 16,3-5-3-16,-2-11 3 0,3 11 0 16,2-11-2-16,-2-1 0 0,2-3 2 0,-1 3 1 0,3-1-1 15,-6-2 3-15,2 3 3 0,-1-4 2 0,1 1-1 16,-1-2 4-16,0-2-6 0,1-2 1 0,1 1 1 16,-2-4-2-16,3 4 2 0,-3-10-2 0,1 2 0 15,2-2-1-15,-1 0 0 0,-1-1 1 16,0-2-7-16,3-1 6 0,0-1-5 0,0-3 0 0,-1 1 4 15,1 2-2-15,-1-4-1 0,-1 0 0 0,4 0 1 16,-5 1-3-16,4-3 1 0,-1 1 1 0,2 0-2 16,-2-3 2-16,-2 2-3 0,2-1 5 0,0-1-4 15,-1 1 1-15,1-1 0 0,1 1-2 0,-1-2-3 16,0 0 4-16,0 2-3 0,0-2 5 0,2 0-1 16,-2 0-2-16,-2 2-2 0,2-6 1 0,2 5 2 15,-1 0-1-15,-1-1 2 0,0-4-3 0,0 5 2 16,0-2-2-16,0-3 1 0,0 4 1 0,0-4-1 15,-1 5-1-15,1-5 8 0,1 4-10 0,-1-4 1 16,0 0 3-16,0 0-2 0,0 0-2 0,0 0 2 16,-1 4-2-16,1-4 4 0,0 0 7 0,0 0-5 15,0 0-2-15,0 0 14 0,0 0 11 0,0 0 0 16,1 2 0-16,-1-2-5 0,0 0-3 0,0 0 2 16,0 0-3-16,0 0-4 0,0 0 3 0,0 0 3 15,0 0-9-15,0 0-2 0,0 0 1 0,0 0-1 16,0 0-1-16,0 0-3 0,0 0 3 0,0 0-3 15,0 0 0-15,0 0 0 0,0 0 0 0,0 0 2 16,0 0-5-16,0 0 3 0,0 0-1 0,0 0 0 16,0 0 1-16,0 0 1 0,0 0 1 0,0 0 2 15,0 0 2-15,0 0-2 0,0 0-1 0,0 0-2 16,0 0 1-16,0 0-3 0,0 0 1 0,0 0 1 16,0 0 0-16,0 0-3 0,0 0 4 0,0 0-4 15,0 0 0-15,0 0 0 0,0 0-1 0,0 0-2 16,0 0 4-16,0 0-4 0,0 0 1 0,0 0-2 15,0 0 0-15,0 0 2 0,-10 0-1 0,1 3-2 16,-4-2 4-16,-6-1-1 0,-9 0-2 0,-3-1-16 16,-6-2-40-16,0 3-55 0,0-2-97 0,-1-5-274 15,2-1-522-15,5 0 232 0</inkml:trace>
  <inkml:trace contextRef="#ctx0" brushRef="#br0" timeOffset="84971.77">17475 6239 112 0,'0'0'207'15,"0"-5"-14"-15,0 5-16 0,0-5-17 0,0 5-18 0,0 0-13 16,-9-4-18-16,4 4-8 0,-3-1-8 0,-5 2-12 16,-7-1-10-16,-2 2-6 0,-11 0-5 15,1 0-11-15,-4 1-3 0,1-3-8 0,-2 3-1 16,1-1-3-16,-1 1-2 0,2-2-5 0,7-1-2 16,5 0-4-16,0-1-2 0,3 2 1 0,1-1-6 0,4-1-2 15,-4-2 3-15,8 2 0 0,-2 0-6 16,2 1-2-16,3-1 2 0,-1 1-2 0,9 0 7 15,-13 0 0-15,9-2 8 0,4 2 7 0,-6 0 8 16,6 0 11-16,-9 0 0 0,9 0 0 0,0 0-3 0,-4-5-2 16,4 5-3-16,0 0-3 0,-5 0 8 0,5 0-3 15,0 0-2-15,0-5 5 0,0 5-9 0,0 0-1 16,0 0-2-16,0 0 0 0,0 0-4 16,-4-3 8-16,4 3-13 0,0 0-2 0,0 0-1 0,0 0-3 15,0 0-5-15,0 0 1 0,0 0-8 0,0 0-2 16,0 0-3-16,0 0-3 0,0 0 0 0,1 10-6 15,-1 1 2-15,0 5-3 0,0 1 3 0,-1 11 1 16,-4 3 6-16,5 5-2 0,-10 10-5 16,2 4-1-16,-1-1 3 0,-3-1-3 0,1-1 1 0,0 1 2 15,-2 0-3-15,1 2 12 0,-4 2-7 0,2-2 0 16,2-1 1-16,0 4 2 0,-4-2-3 0,2 0 2 16,1-5 1-16,3 0 0 0,1-13-3 15,2-1 0-15,-4-3 5 0,5 0-6 0,-2-4 3 0,4-7 0 16,-1 0 4-16,-1-3-4 0,2 0 1 0,2-6-3 15,-2 3 0-15,0-1 7 0,3-5-5 0,-1 1-1 16,0 0 1-16,0-3 1 0,1 1-3 0,1-2 4 16,-2 0-3-16,2-3 0 0,0 5-2 0,0-5 5 15,-3 5-2-15,3-5 1 0,0 0-3 0,0 4 3 16,0-4 0-16,0 0-1 0,0 0-1 0,-1 4 2 16,1-4-1-16,0 0 0 0,0 0-2 0,0 0-2 15,0 0 2-15,0 0 2 0,1 3-1 0,-1-3 1 16,0 0-3-16,0 0 4 0,0 0 0 0,0 0-3 15,0 0 3-15,0 0-5 0,0 0 2 0,0 0 3 16,0 0-3-16,0 0 0 0,0 0 3 0,0 0-3 16,0 0 2-16,0 0 0 0,0 0-3 0,0 0 2 15,0 0-1-15,0 0 7 0,0 0 11 0,0 0 7 16,0 0 6-16,0 0 9 0,0 0-8 0,0 0-6 16,0 0-4-16,25-3-8 0,3-1 9 0,6 0-23 15,21-1-23-15,4-2-32 0,6-1-36 0,32 0-60 16,-4-3-68-16,-29 3-270 0,27-1-528 0,-35-3 235 15</inkml:trace>
  <inkml:trace contextRef="#ctx0" brushRef="#br0" timeOffset="86334.21">24230 7374 79 0,'4'-3'159'0,"-4"3"-6"16,4-3-12-16,-1 2-5 0,0-4 0 15,-3 5-3-15,6-5 12 0,-5 4-10 0,3-2-4 16,-4 3-4-16,2-2-5 0,-2 2-5 0,3-4-3 0,-3 4-2 16,4-2-10-16,-4 2-5 0,0 0-3 0,0-5-5 15,0 5-7-15,0 0-4 0,0 0-6 0,0 0-2 16,0 0-8-16,3-2-5 0,-3 2-4 0,0 0-5 16,0 0-6-16,0 0-6 0,0 0-1 0,0 0-8 15,0 0 0-15,0 0-8 0,-10-4 1 16,10 4-4-16,0 0-1 0,-15 4-5 0,9-2 2 0,-3-2-6 15,0 5 2-15,-2 1 1 0,1-3-2 0,-1 3-1 16,-3 3-3-16,1-1 2 0,0 1-2 0,-2 3-4 16,0-2 2-16,5 2 0 0,-2 0-2 0,1 2 3 15,2 1-1-15,-3-2 3 0,6 2-3 0,-2-1-3 16,3-1 3-16,1-2-1 0,3 2 3 0,-2-1-1 16,2-1-5-16,1 1 6 0,1 0 0 0,2 0 2 15,-2 0-4-15,4-2 4 0,2 0 0 0,-2-2 6 16,4 0 15-16,0-1 2 0,1 1 5 0,0-2 9 15,3-3 11-15,0 0 13 0,0 0 14 0,0 0 11 16,0-5-3-16,0 1 4 0,5-4-3 16,-1 0-3-16,-1-1-7 0,-1-6-4 0,1-1-6 0,-2 0-13 15,-1-2-3-15,-3 1-9 0,0-1-3 0,-1-1-3 16,-1 1-4-16,-3 0-4 0,-1 3-11 0,0-2-14 16,-3-3-18-16,-5 6-31 0,-1 0-30 0,-1 1-30 15,-10 1-38-15,-3-1-44 0,-8 0-55 0,0 1-98 16,1 4-222-16,0-3-608 0,8 3 269 0</inkml:trace>
  <inkml:trace contextRef="#ctx0" brushRef="#br0" timeOffset="87176.75">24374 5736 110 0,'0'-3'272'0,"0"-2"-7"16,0 5 22-16,1-7-5 0,1 6-12 0,-2 1-16 15,-2-5-17-15,2 5-22 0,0 0-28 0,0 0-22 0,2-6-16 16,-2 6-15-16,0 0-19 0,0 0-21 0,0 0-15 16,0 0-10-16,1 12-4 0,-2 0-10 15,1 1-6-15,-2 5-4 0,0 7-7 0,-2 0-22 16,1 6-28-16,1-2-30 0,-4 1-40 0,3 7-53 0,-3-1-68 16,3-4-294-16,-2-3-537 0,-3-2 237 15</inkml:trace>
  <inkml:trace contextRef="#ctx0" brushRef="#br0" timeOffset="96824.07">4611 10692 54 0,'24'0'125'0,"-11"-3"-17"0,6 3-9 15,8-3-16-15,0 3 0 0,5 0-8 16,-1-3-5-16,-2 1 1 0,6 2 4 0,-4-3-9 0,0 2-1 16,-1 0-5-16,-10 1-5 0,3 0-8 0,-4-2-3 15,-6 2-10-15,0 0 1 0,-2 2-6 0,-3-2-18 16,-2 1 1-16,1 0-6 0,-4 0-4 0,-3-1-1 16,3 4 1-16,-3-4-13 0,0 0-21 0,-10 6-15 15,2-6-48-15,-1 3-94 0,3-2-203 0,-1 0 91 16</inkml:trace>
  <inkml:trace contextRef="#ctx0" brushRef="#br0" timeOffset="97476.54">4725 10861 35 0,'0'0'161'0,"0"0"-6"16,0 0-8-16,0 0-15 0,0 0-2 0,19-3-20 15,0 0-9-15,4 1-10 0,4 2-2 0,6-5-5 16,0 2-6-16,2 2-6 0,1-1-1 0,0-1 1 16,-1 0-7-16,0 2-6 0,-7-3-5 0,2 4 2 15,-9-2-14-15,-2 0-2 0,-7 1-1 0,-1 1-5 16,-2-2-3-16,-2 2-3 0,-2 0 1 0,-5 0-8 16,5 2-5-16,-5-2 4 0,0 0-9 0,0 0-6 15,0 0-3-15,-22 0-6 0,8 1-18 0,3 0-14 16,-1-2-15-16,-1 2-20 0,2 0-24 0,-2-1-36 15,0-1-148-15,2 0-302 0,1 0 135 0</inkml:trace>
  <inkml:trace contextRef="#ctx0" brushRef="#br0" timeOffset="97949.16">5019 10488 218 0,'0'0'231'0,"-4"-4"-22"0,3 1-19 0,1 3-23 16,-3-3-14-16,3 3-20 0,0 0-17 0,0 0-11 16,0 0-11-16,0 0-6 0,17 7-13 0,-8-2-4 15,4 0-8-15,3 5-6 0,2-1-5 0,2-1-5 0,0 1-5 16,5 3-5-16,-7-4-1 0,1-1-3 15,-1-2-2-15,3 2-4 0,-4 1-3 0,-1-6-3 16,-2 5-3-16,-3-4-3 0,0 3 2 0,0-5-4 16,-5 3-6-16,0-1-6 0,-1-1-7 0,1 1-9 15,-2-1 1-15,-2 4 2 0,-3-2-1 0,-2 6 3 16,-3 4 3-16,-4 2 1 0,-5 5 4 0,-5 5-1 16,-2-1-1-16,-4 6 2 0,-6 6-5 0,8-11 3 15,2 0 3-15,-2 1 1 0,2-2 1 0,5-2-4 16,0-1 0-16,1 0-2 0,5-5 0 0,3-3 1 0,-1 1 1 15,3-4 0-15,1-1 1 0,-1-3-1 16,4-3 4-16,-2 4 0 0,3-5 4 0,-2 3 24 0,1-5 8 16,-1 3 9-16,3-4 5 0,-1 4 7 15,-3-2-2-15,4-2-4 0,0 0-2 0,-1 3-7 0,1-3-3 16,0 0-6-16,0 0-13 0,-1 4-21 0,1-4-34 16,0 0-59-16,0 0-120 0,0 0-194 0,0 0-440 15,-12-12 195-15</inkml:trace>
  <inkml:trace contextRef="#ctx0" brushRef="#br0" timeOffset="134431.53">6244 10505 28 0,'0'-4'150'0,"0"4"-9"0,0-7-10 16,0 7-12-16,1-4-13 0,-1 4-8 0,0-4-10 15,0 4-2-15,0 0-14 0,3-2-7 0,-3 2-7 0,0 0-15 16,0 0-11-16,0 0-2 0,0 0-2 0,-3 11-6 16,2-3-1-16,-3 4 4 0,-1 5 11 15,-1 8-10-15,-6-2 4 0,2 8-1 0,1 1-2 0,-2 1-4 16,2 1 0-16,-3-2-1 0,2 2-3 0,-1 0-2 15,2-2 0-15,0 1 1 0,1 0-4 0,-1-2-3 16,-1-1 0-16,2 0-1 0,-2-1 2 0,5-1-5 16,-3-11 4-16,3 7-7 0,0-7 2 15,-1-1 1-15,3-6-5 0,-2 1 4 0,2 0 0 0,2-4-4 16,0-1 1-16,-2-1 3 0,2 0-4 0,-2 0 5 16,2-2 21-16,1 1 5 0,-3-1 13 0,3-3 6 15,-1 2 22-15,1-2 11 0,0 0 12 0,0 6 14 16,0-6 5-16,0 0 15 0,0 0 4 0,0 0-10 15,0 0-10-15,0 0-10 0,0 0-13 0,-1-19-14 16,1 9 5-16,1-1-15 0,-1-6-9 0,1 1-7 16,2-4-5-16,-2-6-7 0,3-3-3 0,0-2 6 15,0-2-6-15,1 1-11 0,0-2-6 0,4-2-4 16,-1-9 4-16,-3 11-6 0,5 3 0 0,-2-1-3 16,1 4 11-16,-3-2-15 0,3 3-2 0,1 3 1 15,-1 0-2-15,-2 7 0 0,1 0-2 0,-1 3 1 16,-1 3 0-16,1 0-1 0,-1 4-3 0,0-3 4 15,2 2 2-15,1 0-11 0,-1 2-5 0,2 1-6 16,2 1-3-16,0 0-2 0,1 1-7 0,1 2-4 16,-1 1 8-16,0 0-10 0,1 4-5 0,-4 1 2 15,8 0-4-15,-7 7 2 0,3-3 2 0,-2 5 0 16,-3-6 2-16,0 2 4 0,0 5 3 0,-3-2 0 16,-5-1 10-16,2 0-6 0,-3 4 1 0,-3-4 3 15,2 0 3-15,-5 3 0 0,-2-5 5 0,-1-1 1 16,-4 4-1-16,4-4 4 0,-1-2 0 0,-3 5 1 15,4-7 0-15,1 4 6 0,-1-4-7 0,2-2 2 16,2 3 1-16,0-2 1 0,0-3 0 0,1 1-2 16,0 0-2-16,4-2 6 0,-4 5-13 0,4-5 4 15,-1 5-2-15,1-5 1 0,0 6 1 0,1-2 7 16,3 0-6-16,0 1 1 0,1-1 2 0,4 2-2 16,0 1 4-16,-1 1-1 0,2 1 7 0,-3 0-7 15,0-1-1-15,2 3 4 0,-3-2-8 0,2 4 6 16,-3-5 2-16,-1 4-4 0,-3-3 2 0,2 2 3 15,-3-4-2-15,0 2 0 0,-3-2-1 0,-1 1 2 16,-1-1 1-16,-5-1 1 0,1 1-4 0,-4-1-1 16,1-1 5-16,-1 0-3 0,-4 1 3 0,-1-1 2 15,4-1 0-15,1-2 3 0,-1 0-9 0,2 0-11 16,1-1-16-16,1 0-25 0,1-2-46 0,0-2-36 16,3 1-78-16,1-4-152 0,2 0-402 0,2-1 178 15</inkml:trace>
  <inkml:trace contextRef="#ctx0" brushRef="#br0" timeOffset="134869.31">6684 10152 118 0,'0'0'191'0,"1"-3"-16"0,-1 3-20 0,5-2-13 16,-5 2-17-16,0 0-14 0,13 2-6 0,-8 0-14 15,0 3-10-15,3 0-6 0,2 2-6 0,-2 1-7 16,0 2-10-16,-3 2-2 0,2 5-8 0,-3 0-6 15,1 2 1-15,-4-2-7 0,-1 2-5 0,-1 1-2 16,-1-1-5-16,-2-2-2 0,-1 2-2 0,-3-3-3 16,-1 0 6-16,0 0-2 0,3-4-6 0,-2-1-1 15,3-2 3-15,1-2-2 0,0 0-1 0,3-2 0 16,-3 1 1-16,4-4-1 0,0 2 4 0,0-4-3 16,0 5 1-16,0-5 5 0,4 3 4 0,-4-3 4 15,10 2 2-15,4-2 7 0,-1 1-8 0,5-2 1 16,1-1-3-16,0 2-3 0,4 0 0 0,-5 0-2 15,1-1-5-15,-2 2-6 0,2-1-35 0,-9 2-42 16,3-1-54-16,-4 0-212 0,0 0-365 0,-4 2 162 16</inkml:trace>
  <inkml:trace contextRef="#ctx0" brushRef="#br0" timeOffset="135544.82">6974 10839 84 0,'0'0'140'0,"-9"1"-14"0,9-1-9 16,0 0-4-16,-9 0-12 0,9 0-7 0,0 0-2 16,0 0-11-16,0 0-7 0,-5-1 0 0,5 1-5 15,0 0-2-15,0 0-4 0,0 0 4 0,0 0-2 16,0 0-8-16,0 0-1 0,0 0-4 0,0 0-10 15,0 0 2-15,0 0-5 0,0 0 1 0,0 0-6 16,0 0-5-16,0 0-6 0,0 0 1 0,0 0-5 0,0 0-2 16,0 0 3-16,0 0-4 0,0 0-4 0,0 0-2 15,0 0 0-15,0 0 6 0,0 0 1 16,0 0-4-16,0 0 8 0,0 0 1 0,33-3-2 0,-11 2 1 16,10-2-1-16,1-1 6 0,5 0 6 15,19-1 8-15,-3 1 0 0,0-1-5 0,-4 0-1 0,-14 3-1 16,2 0-4-16,-3-2-3 0,-3 0-1 15,-3 1-4-15,-1 3-3 0,-9-1-4 0,0-2 1 0,-6 3 1 16,0-1-5-16,-4 0 3 0,1 0-8 0,-5 1-2 16,-1-2-1-16,-4 2-2 0,9-1-6 0,-9 1-7 15,0 0-16-15,0 0-32 0,0 0-27 0,0 0-24 16,0 0-29-16,-14 6-46 0,5-4-137 0,4-1-349 16,5-1 155-16</inkml:trace>
  <inkml:trace contextRef="#ctx0" brushRef="#br0" timeOffset="136061.31">8128 10557 59 0,'0'0'200'0,"0"0"-19"0,0 0-25 16,0 0-15-16,4-2-15 0,-4 2-22 0,0 0-7 15,0 0-6-15,-2 10-16 0,0-3-7 0,-2 1-4 16,-4 6-9-16,-1 2-2 0,-5 8-11 0,-2-1 7 15,-6 6-8-15,0-3-8 0,-1 4-3 0,-4-3 1 16,-6 9 1-16,-4-5-6 0,10-7-7 0,2-4-1 16,-2 0 0-16,3-1-1 0,7-7 2 0,-1-3-11 15,4-1 6-15,0-1-1 0,5-2 3 0,1-4 15 16,2 3 39-16,-2-4 17 0,1-1-2 0,3-2 0 0,-1-1 11 16,2-1-2-16,-1-4-9 0,3-1-6 0,5-6-11 15,0-1-5-15,2-3-11 0,3 3-3 0,5-6-3 16,-4 9-5-16,4-7-6 0,-1 5-4 15,-3 3-6-15,-2 4 1 0,-2 2-4 0,2-1-5 0,0 5-4 16,-3 1-1-16,5 2-3 0,3 4-2 0,1 1-3 16,1 3-1-16,4 2-1 0,5 5-1 0,-3 3-2 15,3 1 11-15,-1 1-10 0,-1 1-10 16,1 1-6-16,-2-3-15 0,-6-1-30 0,-1-1-47 0,-2-3-32 16,-1-2-58-16,-5-3-233 0,2-1-464 0,-3-4 205 15</inkml:trace>
  <inkml:trace contextRef="#ctx0" brushRef="#br0" timeOffset="136598.12">8309 10423 101 0,'3'-3'310'0,"-1"-2"-22"0,1 3-23 0,1 0-19 16,-4 2-24-16,4-3-22 0,-4 3-19 15,4-1-23-15,-4 1-14 0,11 1-17 0,-6 1-22 16,0 1-17-16,2 2-15 0,0 4-10 0,-1-1-5 0,1 3-5 15,2 3-2-15,-3 0-11 0,-1 2-4 0,-1 1-3 16,-3 0-8-16,-2 1-3 0,-1-2-1 16,-1 0-3-16,-7 0-1 0,2-1-4 0,0 1-1 15,-2-1-1-15,3-4-2 0,-1-1-1 0,2 0 3 0,-3-3-2 16,2 1-3-16,3-4 2 0,-1 3-1 16,3-2 0-16,-2 0 1 0,1 0 1 0,3-5 1 0,-2 2 5 15,2-2 3-15,-3 4-1 0,3-4 4 0,0 0-2 16,12 0-4-16,-12 0 0 0,27-6 2 0,-7 4-4 15,1-4 4-15,9 1-9 0,-3 2-1 0,5 0-2 16,0-1 1-16,1 0-1 0,-3 1-1 0,-9 1-2 16,-1 2 1-16,-3-2-2 0,-4 0 4 0,0 2-1 15,-4-3-1-15,-3 3 1 0,2-1-1 0,-3 1 5 16,-5 0 7-16,9-1-11 0,-9 1 0 0,5-2-2 16,-5 2-4-16,0 0-4 0,4-1 0 0,-4 1-2 15,0 0 0-15,0 0-7 0,0 0-38 0,0 0-36 16,0 0-22-16,-17 5-39 0,12-5-33 0,1 3-56 15,-3-3-172-15,7 0-444 0,0 0 196 0</inkml:trace>
  <inkml:trace contextRef="#ctx0" brushRef="#br0" timeOffset="136909.04">8841 10328 25 0,'2'-2'219'0,"-2"2"-24"16,0 0-23-16,0 0-17 0,9 7-15 16,-4 3-14-16,7 4-12 0,-7 3-11 0,8 13-12 15,-4 3-9-15,0 13-6 0,0 3 2 0,-8 4-6 16,0 2-3-16,-6 28-9 0,-1-30-2 0,-6 2-4 0,-1-6-3 15,-7 5-11-15,-7-6-1 0,-5-2-3 16,-6-3-3-16,-4-2-5 0,-3-2-4 0,-4-5-5 0,1-1-2 16,-7 0 0-16,-23 8-30 0,-8-7-36 15,-3-1-56-15,3 0-81 0,-8-3-121 0,-6-8-332 0,6-4 146 16</inkml:trace>
  <inkml:trace contextRef="#ctx0" brushRef="#br0" timeOffset="137659.18">6076 10299 146 0,'1'-5'216'16,"3"-1"-18"-16,-3 1-11 0,-1 1-14 0,3 0-20 15,-3 4-11-15,5-7-14 0,-5 6-16 0,0 1-16 16,1-5-9-16,-1 5-14 0,0 0-6 0,0 0-10 16,-18 19-5-16,-1 2-5 0,-13 17-7 0,-9 7 0 15,-18 26-5-15,2 4-5 0,-2 4-2 0,4 6 6 16,6-1-3-16,10-1-7 0,6 1-4 0,13-27-1 15,5 0-1-15,6 1-4 0,5-7 0 0,8-3-4 16,5 0 3-16,13-5 3 0,2-1 0 0,12 1 0 16,11-9 2-16,30 8 1 0,8-8-14 0,7-2-65 15,6-7-112-15,-5-13-189 0,-1-4-390 0,-29-8 173 16</inkml:trace>
  <inkml:trace contextRef="#ctx0" brushRef="#br0" timeOffset="138499.88">9743 10064 16 0,'1'-7'168'0,"-1"2"-17"15,3 0-3-15,-3-2-9 0,-3 3-14 0,3-1-9 16,0 5-10-16,-1-7-16 0,1 4-6 0,0 3-11 16,0-4-7-16,0 4-11 0,-4-6-8 0,4 6-3 15,0 0-3-15,-9 12-7 0,-4 0 0 0,-2 9-8 0,-3 5 1 16,-5 4-1-16,-6 19-2 0,-17 23-8 16,1 2 3-16,13-21 9 0,-11 27-7 0,4-4 1 15,2 5-6-15,8-2 8 0,7 2-3 0,3-24 0 16,-3 25-8-16,8-28 1 0,-1 3 1 0,3 0-1 15,2-4-1-15,-3-2 4 0,3-5-3 0,2-12-6 16,0 0-2-16,0-2 0 0,-1 0 3 0,4-6-1 16,-4 2-2-16,1-3-6 0,3-7 5 0,-1-1-2 15,-2-2 0-15,3-3 1 0,-1-2 2 0,-1 0-3 0,2-3 3 16,-4-4 1-16,-1 0 6 0,-2-1-4 0,1-2 2 16,-2-2 2-16,0-1 0 0,1 0 1 0,0-4-1 15,-1 1 2-15,2 2 0 0,-4-6-5 0,4 3 0 16,1 5 0-16,-1-2-8 0,0 2-4 0,1-1 10 15,-4 2-6-15,4 2 4 0,-4 1-9 0,1 0-46 16,-1 4-22-16,2 0-48 0,2-1-203 0,1 2-348 16,4 0 155-16</inkml:trace>
  <inkml:trace contextRef="#ctx0" brushRef="#br0" timeOffset="138958.9">9438 11964 56 0,'-8'2'143'16,"4"1"-19"-16,-2 0-11 0,1 1-12 0,-3 4-7 15,-1-3-5-15,0 4-13 0,0 1-9 0,3 0-21 16,-4 4 10-16,2-3-10 0,0 2-2 0,6-1-8 16,-5 0-1-16,3 0 1 0,2 0-1 0,1 0-6 15,1-2 4-15,1 2 22 0,1-4 19 0,2 1 12 16,3 0 3-16,2-2 14 0,2-6 6 0,2-1 0 15,7 0 0-15,1-2-8 0,8-8-4 0,-5 5-4 16,2-9-4-16,-3-1-5 0,-9 3-5 0,1-2-8 16,-2-1-6-16,1-7-5 0,-2-2-5 0,-7 0-9 15,-1-2-7-15,-6 2-1 0,-3-1 2 0,-3 1-13 16,-5 2-2-16,-4 0-5 0,-5 4-4 0,-1 0-4 16,-5 0 1-16,0 4-13 0,-1 3-19 0,-1 1-27 15,4 2-35-15,6 2-53 0,1 0-58 0,2 1-241 16,7 1-467-16,5-2 207 0</inkml:trace>
  <inkml:trace contextRef="#ctx0" brushRef="#br0" timeOffset="139543.26">10308 9528 152 0,'2'-6'259'0,"-2"-1"-20"0,0 1 0 15,0 0-8-15,0 1-14 0,0-4 0 0,0 6-20 16,0-2-14-16,0 0-16 0,2 1-24 15,-2 4-16-15,1-5-13 0,-1 5-26 0,0 0-15 16,0 0-9-16,0 0-3 0,1 19-8 0,-2-1-8 0,-2 9-1 16,-2 2-6-16,-2 4-2 0,-4 13-5 0,1 2-21 15,-1-4-25-15,-2 3-25 0,-1 0-36 0,4 4-58 16,-2-3-59-16,6-10-236 0,1 7-464 0,2-12 206 16</inkml:trace>
  <inkml:trace contextRef="#ctx0" brushRef="#br0" timeOffset="140311.44">10475 10623 88 0,'3'-5'203'15,"1"1"-15"-15,-1-1-15 0,2 0-5 0,2-2-17 16,2 6-15-16,2-5-10 0,1 3-11 0,1 1-13 16,3-1-10-16,-3 1-9 0,6 4-6 0,-2 1-7 15,-2 4-9-15,4-2-5 0,-6 7-6 0,1 1-7 0,-1 1-1 16,-5 5-8-16,1 7 0 0,-5 3-6 16,-1-1 1-16,-6 3-5 0,-3 0-4 0,-1 0 0 15,-5 1-3-15,-2-1-10 0,0-1 0 0,-5-2 2 16,1-2-4-16,0-3 2 0,-4-2 0 0,3-2-2 15,5-8 1-15,1 4-2 0,2-7-2 0,3 0 2 16,0-1 1-16,1-4-1 0,0 1 5 0,4 0 23 16,-3 0 38-16,4-4 35 0,2 0 9 0,0 0-12 15,0 0-10-15,1-12-11 0,7 3-9 0,7-8-7 0,7 0-5 16,0-6-10-16,3-1-2 0,2-3-1 0,13-9-11 16,-3-3-5-16,-3 5-6 0,-7 9-5 15,-1-3-2-15,-1 4 1 0,-2 5-5 0,-1-1 1 16,-12 7-3-16,-1 4 7 0,1 2-13 0,-2-2 3 0,-4 6-7 15,1-1-3-15,-1-1-17 0,-3 4-4 0,-1 1 0 16,0 0 5-16,-4 11 3 0,-1 0 3 0,-1 2-3 16,-2 4 5-16,-1 2-3 0,3 0-2 15,-1 6-7-15,2 0-8 0,1-4-6 0,4 3 8 0,4 2-14 16,1-7-10-16,7 4-17 0,6-1-36 0,3-4-57 16,4-4-83-16,3-3-180 0,2-2-458 0,2-6 202 15</inkml:trace>
  <inkml:trace contextRef="#ctx0" brushRef="#br0" timeOffset="140861.57">11316 10622 190 0,'2'-4'229'0,"1"3"-12"0,-2-2-20 0,-1 3-22 16,3-5-11-16,-3 5-24 0,3-3-14 16,-3 3-16-16,0 0-13 0,0 0-9 0,0 0-11 15,2 8-4-15,-2 0-11 0,-1 1-7 0,-2 3-3 16,2 5-8-16,-2 1-1 0,-2 5-9 0,3 4 1 0,-1-8-4 15,0 5 0-15,1 1-4 0,2-6-4 0,-1 1-1 16,1-2-5-16,1 0-6 0,1-6-3 0,0 2 0 16,-1-2-1-16,-1-2 3 0,4-3-5 0,-2 1 5 15,1-2-1-15,0 0 1 0,1-2 16 0,1-2 13 16,1-1 6-16,-6-1 1 0,15-6 5 0,-7 2-1 16,5-3-2-16,-3-1 8 0,6-3-13 0,-3-5-3 15,3 4-9-15,4-12 0 0,-1 4-4 0,-1-3 0 16,3 2-3-16,-5-4 6 0,1 5-12 0,-1-4-1 15,-8 9-4-15,0 5 12 0,-2-2 4 0,2 3 0 16,-3 1-2-16,0 2-3 0,-2 1-5 0,-1-1-2 16,0 2-1-16,0 2-1 0,-1-1-4 0,-1 3-7 15,5-2 0-15,-5 2 0 0,0 0-5 0,0 0-2 16,-5 19 3-16,3-7 0 0,1 6 2 0,-3 0-1 16,1 3-4-16,3 3 2 0,1 2-3 0,-1-7 3 15,6 6-4-15,0-6 5 0,5 7-2 0,4-6 4 16,2 1-2-16,8-3 3 0,0-3-4 0,6-1-11 15,-3-3-46-15,8-1-63 0,-2-7-89 0,-2 0-276 16,5-5-525-16,-5 1 234 0</inkml:trace>
  <inkml:trace contextRef="#ctx0" brushRef="#br0" timeOffset="141347.76">12062 10674 225 0,'2'-2'227'0,"-2"2"-5"0,4-4-20 15,-4 4-19-15,3-3-20 0,-3 3-17 0,0 0-15 16,3-4-16-16,-3 4-12 0,0 0-11 0,0 0-11 16,6 8-5-16,-3-3-10 0,1 4-4 0,2 1-4 15,-5 3-6-15,4 3-6 0,-4 0-3 0,3 1-5 0,0 1-4 16,-3 2-3-16,2-3-5 0,-2 1-9 16,2-1-3-16,-2 0-7 0,2-2 6 0,-2-3 3 15,0-4-2-15,2 3-3 0,-2-5-1 0,-1 1 2 16,4-2 4-16,-4-2 40 0,0 2 35 0,1-1 41 0,-1-4 34 15,0 2 27-15,0-2-13 0,0 0-22 16,13-9-15-16,-4 1-13 0,5-3-18 0,-1-4-6 16,6-3-16-16,1-1 1 0,1-5-17 0,2-2-9 15,0-1-5-15,1 0-7 0,-5 1-12 0,3 6 5 0,-4-4-7 16,-4 10-6-16,-2-1-10 0,-5 6 1 16,3 1 0-16,-5 1-6 0,1 2-4 0,-2 0-8 15,-1 0-40-15,2 1-49 0,-3 2-43 0,-2 2 10 16,0 0-35-16,9 5-29 0,-7 1-46 0,1 1-56 0,-2-1-305 15,3 5-637-15,-3 2 282 0</inkml:trace>
  <inkml:trace contextRef="#ctx0" brushRef="#br0" timeOffset="141993.41">13199 10819 123 0,'3'-4'226'16,"-3"-1"-21"-16,1 0-21 0,-1 0-17 0,0 1-16 16,0-2-20-16,-1 2-12 0,1 4-12 0,-4-10-14 15,3 7-11-15,-3-1-12 0,-3-1-5 0,0 3-6 16,-5-1-6-16,-3 1-6 0,-3 1-4 0,-11 1-1 16,1 1-6-16,1 2-7 0,-1 1 3 0,0 1-8 15,6 2-1-15,-5 2-3 0,3 0-3 0,5 2 1 16,2-1-5-16,1 2 0 0,-1-3-2 0,5 5-4 15,0-2 2-15,4 0-3 0,-1 3 2 0,5-7 0 16,-1 6 1-16,4-3-1 0,1 2 0 0,4-2-1 16,1 0-4-16,2 1 1 0,6-2 2 0,-1 0 2 15,3-4-4-15,2 2 4 0,2-5-7 0,1-2 2 0,2-1-5 16,6-4 12-16,-8-3-3 0,1 0 5 16,5-6 4-16,-1-3 7 0,-2-1-3 0,-4 0 2 15,2-4 1-15,-5-4 10 0,-2-2 11 0,2 0-2 16,-3-5-7-16,3-11-2 0,-6 9-9 0,6-11 1 0,-2-1-4 15,-8 14-3-15,2-2-1 0,-2 3-1 16,-1 3 19-16,-1 3-5 0,-4 8-2 0,3 4-4 16,-2 0-2-16,-1 3 0 0,0 2-9 0,1 3-2 15,-1-1 2-15,0 1-10 0,0 5 0 0,0 0 3 0,0 0-3 16,-9 12-1-16,3 2 1 0,-3 3 2 16,0 9-4-16,-1 3 2 0,-3 0-1 0,4 5-2 0,4-2 2 15,1 2-2-15,-1 2 3 0,1 0-2 0,4-2-6 16,2 1 1-16,1-4-7 0,1-1-2 15,0-5-17-15,-3-3-21 0,0-4-48 0,2 1-31 0,-3-7-46 16,1-1-236-16,-1 0-444 0,0-6 197 0</inkml:trace>
  <inkml:trace contextRef="#ctx0" brushRef="#br0" timeOffset="142443.81">13450 10660 66 0,'9'-3'200'0,"4"6"-21"0,-2-3-13 0,3 2-4 16,-2 4-24-16,-1-2-15 0,2 2-9 0,0 5-10 16,1 1-13-16,-4 4-12 0,-1 0-2 0,1 2-11 15,-7 0-14-15,1 2 3 0,-4 1-7 0,0 4-6 16,-4 0 0-16,-1 0-11 0,-4-6 0 0,2-1-2 15,-2 0-7-15,-1-1-2 0,3-2 1 0,-4-1 0 16,3-5-10-16,1 1 5 0,-1-3 0 0,3-2-2 16,0-1 0-16,2 2 19 0,2-4 29 0,-4-1 39 15,5-1 21-15,0 0-12 0,0 0-11 0,0 0-10 16,3-13-10-16,3 3-9 0,6-4-6 0,0-2-7 16,6-6-4-16,5-2-7 0,0 1-3 0,0-5 1 15,4 1-11-15,10-4-5 0,-14 6-2 0,1 2-7 16,-1 4 3-16,-5 1 5 0,-4 8-10 0,-6 0-5 15,0 3 1-15,-1 3-4 0,-3-1-7 0,-1 3-9 16,-1 1-4-16,-2 1 2 0,0 0-1 0,0 0 2 16,-5 17 3-16,-5-2-4 0,4 2 3 0,-2 3 0 15,-1 3-4-15,1 4-1 0,5 0 4 0,3 1 0 16,1-1-4-16,8 2 4 0,2-2-1 0,10 0-14 16,4-3-21-16,20 5-61 0,5-5-96 0,0-7-272 15,3-8-511-15,1-4 226 0</inkml:trace>
  <inkml:trace contextRef="#ctx0" brushRef="#br0" timeOffset="143082.2">14913 10751 11 0,'0'0'165'0,"-2"-4"-6"0,2 4-5 16,0 0-10-16,0 0-3 0,0 0-9 16,0 0-2-16,0 0-6 0,0 0-11 0,0 0-7 0,0 0-9 15,0 0-11-15,0 0-5 0,21-1-11 0,-9 1-6 16,3-2 2-16,6 2-7 0,7-1-2 0,2 0-8 16,7 0-5-16,-1 2-3 0,0 0-4 0,0 2-19 15,-2-5-27-15,-2 4-44 0,0-1-70 0,-9-1-205 16,-1 0-354-16,-5 0 157 0</inkml:trace>
  <inkml:trace contextRef="#ctx0" brushRef="#br0" timeOffset="143247.24">14954 10982 222 0,'0'0'208'0,"19"2"-25"15,12-4-12-15,2 1-16 0,7-1-18 0,12 2-18 16,3-2-55-16,1 0-77 0,-3-4-195 0,-3-2-225 16,-11 2 100-16</inkml:trace>
  <inkml:trace contextRef="#ctx0" brushRef="#br0" timeOffset="145463.21">16623 10355 8 0,'0'-4'110'0,"0"4"2"16,0 0-10-16,2-4-5 0,-2 4-11 0,2-4-8 15,-2 4 11-15,2-4-10 0,-2 4 4 0,1-4-3 16,-1 4 10-16,3-5-4 0,-2 1-13 0,3 2-10 15,-4 2 1-15,0-6 1 0,0 6 0 0,4-4-4 16,-4 4-11-16,0 0-2 0,0-3-2 0,0 3-6 16,3-2-1-16,-3 2-8 0,0 0 3 0,0 0-11 15,0 0-4-15,0 0 0 0,0 0-5 0,0 0 0 16,2 8-2-16,-4-1 1 0,0 3-3 0,1 1 2 16,-3 6-4-16,-4 2-1 0,3 5 2 0,-3 0-3 15,1 1-4-15,2-5 6 0,-2 6-1 0,2-2-4 16,3-3 0-16,-2-2 0 0,2 2-1 0,2-1 1 15,-2-3 3-15,2 1-6 0,3-1 2 0,-3-5-4 16,1 1 7-16,0-3-1 0,3-2 1 0,-3 0-2 16,3-3 2-16,-1 0 5 0,2 1 7 0,-1-2 28 0,2-3 5 15,4-2 1-15,3 0-7 0,-4-3-1 16,10-4-1-16,-5 1-2 0,4-3-1 0,-4-2 3 16,2 0-9-16,0 0-2 0,-2-2-1 0,1 0-6 15,4-6-2-15,-2 2 0 0,-1-1-4 0,0-2-1 0,1 0-3 16,-7 5 0-16,0-1 3 0,-1 0-6 15,0 1-2-15,-1 1 0 0,-2 0 15 0,2 1-2 16,-2 2 0-16,-3 3 2 0,1 0 4 0,-2 3-2 16,1-2-2-16,-2 1-2 0,3 2-2 0,-3 1-1 0,2-1-2 15,-3 2-4-15,0 1 5 0,0 2-5 16,0-7-2-16,0 7-3 0,1-4-4 0,-1 4 1 16,4-1 4-16,-4 1-7 0,0 0-3 0,0 0-1 0,3-4-4 15,-3 4-2-15,0 0 1 0,0 0 0 0,0 12 2 16,0-8-3-16,0 3 2 0,-3 3 3 15,2 1-3-15,-2 1 1 0,2 4 2 0,-2 1-1 16,1-1 2-16,-2-1 1 0,0 0 1 0,3 4-7 16,-2-5 4-16,2 3 1 0,-2-5 2 0,1 1-3 0,2 0 7 15,0 0-6-15,-1-3 6 0,-2-1-6 0,3 1 3 16,3-2-1-16,-2-1 1 0,1 0 1 0,2 0-1 16,1-2 6-16,3 0 1 0,6-1-3 15,4 1-1-15,13-2 2 0,3-1-10 0,6-2-39 0,12-2-58 16,0-3-92-16,1-5-247 0,-2-2-477 0,0-5 212 15</inkml:trace>
  <inkml:trace contextRef="#ctx0" brushRef="#br0" timeOffset="145970.14">17440 10005 16 0,'0'-5'209'0,"0"5"-12"16,0-6-17-16,0 6-17 0,0-5-16 15,0 5-14-15,0 0-16 0,0-4-12 0,0 4-8 0,0 0-16 16,0 0-12-16,0 0-3 0,0 0-7 0,0 0-4 16,-7 15-7-16,2-4-5 0,-3 4-1 0,0 2-5 15,-3 0-6-15,1 5-5 0,-5 2-10 0,-1 1-22 16,1-1-49-16,2-1-56 0,-3 1-184 0,5-2-318 15,2-5 141-15</inkml:trace>
  <inkml:trace contextRef="#ctx0" brushRef="#br0" timeOffset="146525.71">17738 10328 89 0,'3'-4'229'0,"-3"4"-27"0,0 0-16 0,0-3-21 0,0 3-16 16,0 0-14-16,0 0-15 0,0 0-10 16,0 0-22-16,0 0-8 0,7 7-5 0,-4-2-8 0,-2 1-8 15,2 0-9-15,-2 4-1 0,3 0-7 0,-4 2-4 16,1 1 0-16,2-2-6 0,-2 1-2 0,-1 4-1 15,0-1-8-15,0-3-8 0,-1 0 8 0,2 0-2 16,-1-2-3-16,0 1 2 0,0-2-5 0,0-3-2 16,0 0 1-16,0-1-3 0,0 0 4 0,0-2 25 15,-4 1 24-15,4-4 32 0,3 5 29 0,-3-5 19 16,0 0-2-16,0 0-17 0,0 0-9 0,15-11-9 16,-7 4-8-16,1-3-17 0,4-3-11 0,5-6-7 15,-5 3-6-15,6-5-2 0,1-4-11 0,0-2-3 16,0 1-3-16,-1 2-1 0,1 2-4 0,-11 6-3 15,1-1-5-15,3 6-1 0,-8 0-3 0,3 1-1 16,-4 3-5-16,1 0-10 0,0 3-18 0,-4-1-40 16,3 1-47-16,-3 1-47 0,-1 3-14 0,0 0-27 15,0 0-39-15,8 12-274 0,-7-6-545 0,2 2 241 16</inkml:trace>
  <inkml:trace contextRef="#ctx0" brushRef="#br0" timeOffset="146959.17">18427 10528 143 0,'0'0'145'0,"-4"1"-12"0,4-1-22 16,0 0 3-16,0 0-18 0,0 0 7 16,0 0 5-16,0 0-13 0,0 0-8 0,0 0 10 15,0 0-13-15,0 0 6 0,0 0 1 0,0 0-9 16,0 0-3-16,0 0-12 0,0 0-6 0,22-5-9 0,-12 3 1 15,9-1-8-15,2 2-8 0,8-3 3 0,-1 2-3 16,4 0 0-16,0-1 1 0,0 1 5 16,3 2 3-16,-1-4-3 0,-1 3 2 0,-3-2-5 0,-10 3 0 15,2-2-1-15,-6 1-3 0,-3 1-2 0,-1-1 2 16,-3 1-5-16,-3 0 0 0,1 0-2 16,-7 0-4-16,9-3-4 0,-9 3-5 0,6 0-2 0,-6 0-7 15,0 0-34-15,0 0-53 0,0 0-60 0,0 0-69 16,0 0-166-16,0 0-405 0,0 0 180 0</inkml:trace>
  <inkml:trace contextRef="#ctx0" brushRef="#br0" timeOffset="148007.38">19469 10270 49 0,'2'-3'192'0,"-1"-3"0"0,3 5-8 15,-4-3-15-15,4-1-14 0,-4 5-12 0,0-3-19 16,0 3-12-16,1-4-13 0,-1 4-10 0,0 0-9 16,0 0-10-16,0 0-11 0,0 0-5 0,0 0-6 15,4 9-9-15,-4-2-3 0,0 4-3 0,0 0-4 16,-4 6 1-16,3 0-5 0,-3 0-1 0,-1 1-2 15,3 0-2-15,-1 2-4 0,-1-4 0 0,2 1 2 16,0 0-5-16,2 0 0 0,0-1-2 0,0-4 1 16,0 1-6-16,2-3 5 0,0-1-5 0,-2 1 3 15,0-3-4-15,0 0 3 0,1-2 1 0,-1-1 0 0,3-2 15 16,-2 4 30-16,3-3 17 0,-4-3 7 0,9 0-4 16,-9 0-7-16,10-3-2 0,-1-4 3 15,1 2-17-15,3-4-1 0,-4 2-5 0,5-6-4 16,2 0-5-16,1-6-2 0,2-1-5 0,0 2-2 0,-2-3-5 15,-4 6 3-15,1-1-7 0,0 1-5 0,-3 0 3 16,-3 2-6-16,0 2 26 0,-1 2 0 16,-4 1 1-16,5 2-4 0,-6 0-4 0,2 1-6 15,-1 0-1-15,-2 1-3 0,3 3-2 0,-4 1-5 0,1-7-1 16,2 6-5-16,-3 1-4 0,0 0-17 16,0 0 2-16,0 0 2 0,0 0 3 0,0 11-1 0,-3-4-2 15,2 3 5-15,0 2-2 0,-2 3-3 0,3-1 5 16,0 1-4-16,4 4 3 0,1-3-2 0,2 2 3 15,8 4 3-15,3-5 1 0,1 2-1 0,6-2-9 16,1-2-34-16,2-3-55 0,0-3-68 0,4 0-97 16,-4-4-186-16,4-4-488 0,-5-1 216 15</inkml:trace>
  <inkml:trace contextRef="#ctx0" brushRef="#br0" timeOffset="148525.63">20238 10222 109 0,'2'0'213'0,"0"-5"-14"16,-2 5-15-16,6-3-18 0,-3 0-18 0,-3 3-11 15,3-1-15-15,-3 1-10 0,0 0-13 0,0 0-12 0,0 0-7 16,16 6-9-16,-12 0-8 0,1 0-6 16,0 3-5-16,-1 3-3 0,2 2-2 0,0 4-6 15,-2 0 0-15,1 6-8 0,1 0-3 0,-4-4-2 16,3 4-4-16,0 0-2 0,-2-4 0 0,-1-3-3 0,0 2 3 15,0-4-5-15,-2 1 0 0,1-4-4 0,2-2 2 16,-3-3-3-16,1-2-1 0,-1 3 0 16,2-3 2-16,0-3 35 0,-2 4 34 0,0-3 37 0,0-3 38 15,0 3 24-15,0-3-26 0,0 0-11 0,10-7-15 16,-5 0-11-16,2 0-16 0,-1-3-7 0,2 0-15 16,2-5-8-16,2-2-6 0,-2 0-10 15,5-5-3-15,-2 0-5 0,1-4-1 0,-1 2-10 16,-1 0-6-16,-1 0 0 0,-2 7 2 0,0 0-11 0,-2 1-2 15,-2 6 0-15,1-1-1 0,-3 2 5 0,0 2-13 16,1 0-1-16,-2 2-12 0,2-1-22 0,-3 2-46 16,1 1-44-16,0 0-52 0,-2 3-34 0,4-2-36 15,-4 2-37-15,0 0-280 0,0 0-597 0,9 8 265 16</inkml:trace>
  <inkml:trace contextRef="#ctx0" brushRef="#br0" timeOffset="149193.44">20909 9919 100 0,'0'0'220'0,"1"-7"-9"0,-1 7-10 0,2-2-21 15,-2 2-14-15,0 0-17 0,0 0-19 0,3-4-9 16,-3 4-15-16,0 0-12 0,0 0-11 0,0 0-8 16,0 0-11-16,0 0-8 0,0 0-5 0,0 0-7 15,-10 16-4-15,6-6-6 0,-5-1-1 0,1 6-1 16,-2 1-6-16,-1 1 1 0,-2 8-7 0,0-8-9 16,4 0 2-16,0 0 0 0,1 0-3 0,1-3-4 15,-1-2 3-15,3-2-3 0,1-2 3 0,0 1-3 16,-2-2 3-16,4 0-4 0,0-4 3 0,-2 2-3 15,3-1 1-15,-1-1 2 0,2-3 15 0,-2 5 1 16,2-5 10-16,-2 4 6 0,2-4 6 0,-2 3-1 16,2-3-3-16,0 0-4 0,-1 5-3 0,1-5-4 15,0 0-3-15,0 0-1 0,0 0-5 0,0 0-3 16,0 0 0-16,0 0-7 0,0 0-32 0,0 0-33 0,5 1-44 16,-5-1-52-16,9 0-79 0,-9 0-160 15,10-1-420-15,-10 1 186 0</inkml:trace>
  <inkml:trace contextRef="#ctx0" brushRef="#br0" timeOffset="151174.41">21531 9697 66 0,'0'0'156'0,"0"0"-24"16,0 0-15-16,-3-3-8 0,3 3-5 0,0 0-17 16,0 0-5-16,0 0-17 0,0 0-6 0,0 0-2 0,0 0-19 15,0 0 12-15,2 12-10 0,-4-4-3 0,1 2-9 16,0 6-3-16,-2 1 1 0,-2 12-4 15,0 2-8-15,-2 2 1 0,0 19-2 0,-1 0 7 16,-1 5 4-16,2 3-1 0,-5-2 1 0,7 2-4 0,-3-3 5 16,2 1-3-16,1-2-2 0,1-3 3 0,-1 1 1 15,1-7-7-15,0 0 3 0,-1 1 4 0,2-14-7 16,-3 2 3-16,2-1-7 0,1-2 4 16,-3 0-6-16,3-1 8 0,-4-1-4 0,2-2-1 0,-1 0 4 15,-1 1-3-15,1-1-2 0,-3-3 0 0,3 0-4 16,-2-3 1-16,3-1 1 0,0-3-3 0,-4-2-7 15,5 0 8-15,-1-1-1 0,2-2-2 0,1-1-3 16,-1-2 5-16,1 0-3 0,-1 0 1 0,-2 0-13 16,4-2 15-16,-2-1 14 0,-2 3-7 0,5-5 2 15,-4 3-1-15,4-2 0 0,-5 1-7 0,4-3 2 16,-2 3-4-16,2-4 4 0,-2 3-3 0,3-1 2 16,-1-2-4-16,-4 1 6 0,5-1-4 0,-1 1-2 15,1-5-3-15,-3 5 0 0,3 0-3 0,-1-3 5 16,1-2-5-16,-4 7-1 0,4-5 5 0,0-2 1 15,0 5-2-15,0-5-1 0,0 0-3 0,0 3 2 16,0-3 3-16,-1 4-1 0,1-4-1 0,0 0 1 16,0 0-3-16,0 5 5 0,0-5-1 0,0 0 2 15,-3 3-4-15,3-3 2 0,0 0-2 0,0 0 3 16,0 0 18-16,0 0 3 0,0 0 2 0,0 0 3 16,0 0 3-16,0 0 1 0,0 0-1 0,0 0 6 15,0 0 5-15,0 0-7 0,0 0-6 0,0 0 0 16,0 0-2-16,0 0 3 0,0 0-8 0,0 0-1 15,0 0-1-15,0 0 3 0,0 0 4 0,0 0-2 16,0 0 0-16,0 0-7 0,0 0 1 0,0 0-3 0,0 0 0 16,0 0-1-16,0 0-3 0,0 0 9 15,0 0-18-15,0 0 3 0,0 0-28 0,0 0-32 16,0 0-43-16,0 0-58 0,18-5-90 0,-13 2-154 16,2 2-429-16,-1 1 189 0</inkml:trace>
  <inkml:trace contextRef="#ctx0" brushRef="#br0" timeOffset="152475.62">21693 11169 47 0,'5'-4'161'0,"-1"1"-9"0,4-1-22 16,-3 2-16-16,5-1-14 0,-1 1-9 0,1 2-8 15,3 2-7-15,-3-2-19 0,1 3 8 0,0 1-14 16,-1 1-3-16,-2 2-5 0,1 1 0 0,-1 2-6 16,-1 0-5-16,-3 4-3 0,-1 1 3 0,2 2-5 15,-5-1-6-15,-3 1-2 0,-1-2 4 0,1 2-9 0,-6 1 11 16,1-1-8-16,-4-1-4 0,0-2 4 0,-2 2-5 15,-1-1 0-15,0-3-5 0,0 0-3 16,0 1 6-16,2-3-2 0,1-3-3 0,2 0 7 16,2-1-5-16,2 0 6 0,-1-1-3 0,1-3 22 0,5 2 12 15,-3-2 36-15,2 2 32 0,0-4 28 0,2 0 23 16,0 0-11-16,0 0-22 0,0 0-15 16,13-14-14-16,-4 5-12 0,1-1-9 0,4-3-1 15,3-2-11-15,5-4-7 0,0-1-6 0,-2 2-7 0,3-1-1 16,-3 1-8-16,-4 5-5 0,0 2-1 0,-2-2-2 15,-4 5-5-15,-1 0-4 0,0 3-2 0,-5 0-3 16,1-1-5-16,0 2-4 0,-1 3 5 0,0-3-9 16,-3 2-9-16,-1 2-1 0,0 0 1 0,0 0-2 15,0 0 2-15,-5 13-4 0,1-7 1 0,-2 3 1 16,2 2 0-16,0-1-2 0,-1 2-2 0,5 0 3 16,-4 0-1-16,4 2-2 0,3 1 4 15,-2 2-3-15,3 0 4 0,5-1-5 0,4-3-17 16,-2 1-26-16,6 1-38 0,3 0-47 0,-2-2-43 0,9-5-71 15,0-3-187-15,-10 3-474 0,4-8 209 0</inkml:trace>
  <inkml:trace contextRef="#ctx0" brushRef="#br0" timeOffset="152788.25">22346 11339 18 0,'0'0'239'0,"0"0"-12"16,3-3-10-16,-3 3-19 0,0 0-13 0,0 0-22 15,1-4-14-15,3 2-15 0,-4 2-14 0,6-1-12 16,-2-3-12-16,1 3-13 0,3 0-8 0,5 0-7 16,-2 1-8-16,1-1-7 0,3 1-10 0,3 0-22 15,1-2-43-15,0 4-22 0,-1-1-42 0,1-1-41 16,-6 1-203-16,1-2-357 0,-1 2 158 0</inkml:trace>
  <inkml:trace contextRef="#ctx0" brushRef="#br0" timeOffset="152973.14">22391 11480 213 0,'0'0'213'16,"0"0"-23"-16,11 3-17 0,2-6-19 0,5 3-16 0,2 3-13 15,1-6-17-15,8 6-43 0,2-1-44 0,-3-2-61 16,2-5-187-16,-9 4-246 0,1-2 110 15</inkml:trace>
  <inkml:trace contextRef="#ctx0" brushRef="#br0" timeOffset="153444.29">23251 11139 173 0,'0'0'198'0,"0"-5"-12"0,0 5-13 16,0-4-14-16,0 4-14 0,0 0-13 0,1-4-15 16,-1 4-13-16,0 0-10 0,0 0-16 0,0 0-1 15,0 0-13-15,1 16 1 0,-2-7-3 0,-1 3-6 16,0 4-5-16,0 2-8 0,-1 2-1 0,2-2 1 16,-3 9-8-16,-1-8 2 0,1 8-1 0,3 0-6 15,-4-3 1-15,2 1-6 0,1-6 0 0,-2 7-2 16,1-7 0-16,2 1-4 0,-3-5-3 0,4-1 2 15,-1 0-5-15,0-4 1 0,1 2-4 0,0-3 0 16,-3-4 0-16,3 0 0 0,0 1 1 0,0-1 0 16,-1-1-2-16,1-4-5 0,0 5 4 0,1-2 3 15,-1-3 1-15,0 0 3 0,0 0 4 0,0 0-7 16,0 0 0-16,0 0-4 0,0 0-11 0,0 0-21 16,0-15-29-16,0 7-34 0,0 2-30 0,3-6-110 15,-2-1-118-15,-1 1-374 0,0 0 166 0</inkml:trace>
  <inkml:trace contextRef="#ctx0" brushRef="#br0" timeOffset="153704.29">23294 11130 167 0,'3'-5'221'16,"-1"2"-13"-16,-2 3-12 0,4-3-22 0,-4 3-18 0,1-4-13 16,-1 4-18-16,3-2-12 0,-3 2-11 15,0 0-13-15,0 0-11 0,0 0-8 0,0 0-4 16,-4 15-6-16,0-7-7 0,-3 2-7 0,-2 5-5 16,-1 2-4-16,-3-1-2 0,-4 4-3 0,1 1-14 0,-5 1-44 15,6 1-44-15,2-6-57 0,-5 1-208 16,5-3-362-16,1 2 160 0</inkml:trace>
  <inkml:trace contextRef="#ctx0" brushRef="#br0" timeOffset="154055.49">23091 11618 171 0,'0'0'247'0,"0"0"-15"15,0 0-21-15,0 0-17 0,0 0-22 0,0 0-17 16,26 0-20-16,-10 0-13 0,7 3-29 0,4 0-97 16,4 1-124-16,-2-4-139 0,3 0-289 0,-1-3 128 15</inkml:trace>
  <inkml:trace contextRef="#ctx0" brushRef="#br0" timeOffset="170636.95">6824 13677 2 0,'2'-4'196'0,"0"-2"-9"0,2 0-12 0,-1 0-15 16,-1 0-11-16,2 0-13 0,-1 2-7 0,2-1-10 16,-3 0-12-16,2 0-6 0,-1-1-10 0,-1 4-16 15,2-2 4-15,-3 1-6 0,3 1-7 0,-4 2-9 16,4-6-5-16,-4 6-2 0,1-1-8 0,-1 1-9 16,0 0-15-16,0 0-4 0,0 0-5 0,0 0-4 15,0 0 2-15,-1 17-2 0,-5-5-3 0,3 3 3 16,-5 2 2-16,1 9-4 0,-2-2-3 15,1 4 0-15,2 2 2 0,-1 0-2 0,1-1 0 0,2-2 3 16,0 3 0-16,-1 1 0 0,4-3 0 0,1-1 0 16,-1-2-1-16,2-5 2 0,3 4 1 0,-3-9-2 15,2-2-1-15,0-1 1 0,0-2 3 0,2-2 13 16,0-1 10-16,0-2 13 0,4-3 9 0,5-1 3 16,-1-3 0-16,6-4-2 0,-1-3-1 0,5-3-2 15,3-4-1-15,-2-1-4 0,-2 0-8 0,1-3 1 16,-3-3-4-16,3 2-4 0,-2-3-4 0,-1-3 3 15,-4 4-8-15,0-2-1 0,2 1 1 0,-8 2-5 16,-1 4 10-16,1 1 8 0,-2 3-1 0,-3-3 10 16,1 5 1-16,-2 2-3 0,-1 2 0 0,2-3-2 15,-3 5-3-15,0-1-1 0,0 3-3 0,-1 0-4 16,1 1-4-16,-2 3 1 0,2-7-5 0,-2 7-4 16,2-3-4-16,-2 3-1 0,0 0-5 0,1-2-1 15,-1 2-1-15,0 0-1 0,0 0 2 0,3 9-1 16,-3-9 0-16,0 9-2 0,0-4 1 0,0 1-3 15,1-1 0-15,-1 2 0 0,0 0 0 0,1 2 3 16,-1 2-1-16,0 0-3 0,0-1 2 0,1 3-2 16,-1-1 2-16,2 0-1 0,-2 2 0 0,-2 1 2 15,1 2-3-15,1 0 2 0,-1-5 0 0,-2 5-1 0,2-3 2 16,0 1-1-16,-1 2 0 0,0-1-2 0,-2-1 0 16,3-3 2-16,-2 0-1 0,0 1-1 15,0-2 2-15,3-1-2 0,-3 2 1 0,3-2-1 16,-1 0 1-16,2-2 4 0,1 2 0 0,-1-4 2 15,4 1 2-15,2 0-1 0,10 0-2 0,4-1-2 16,9-4-15-16,7 0-36 0,22-2-48 0,-1-5-86 16,0-7-346-16,1 1-571 0,0-6 253 0</inkml:trace>
  <inkml:trace contextRef="#ctx0" brushRef="#br0" timeOffset="171336.08">7931 13829 4 0,'0'0'167'0,"0"0"-9"0,0 0-17 15,0 0-2-15,0 0-11 0,0 0-7 0,0 0-9 16,0 0-1-16,0 0 10 0,0 0-1 0,-4-2 2 16,4 2-13-16,0 0-9 0,0 0-7 0,0 0-10 15,14-5-10-15,-4 3-8 0,8 0-9 0,3 0-1 16,6-2-8-16,2 0-7 0,4 4-1 0,2-1-12 16,-2-1-11-16,-1 2-19 0,1 0-23 0,-1-2-35 15,-1 2-44-15,-3 0-53 0,-12 0-158 0,4-1-342 16,-4 1 152-16</inkml:trace>
  <inkml:trace contextRef="#ctx0" brushRef="#br0" timeOffset="171641.83">8121 13975 59 0,'0'0'163'0,"0"0"-3"0,-7 0-9 0,7 0-8 15,0 0-6-15,0 0-17 0,0 0-10 0,0 0-10 16,24 0-13-16,-4-2-10 0,11 4-3 0,1 0-21 16,18-2-33-16,5-4-57 0,-1 3-76 0,-1-1-105 15,2 0-235-15,-2-1 104 0</inkml:trace>
  <inkml:trace contextRef="#ctx0" brushRef="#br0" timeOffset="172287.64">9089 13609 95 0,'0'0'94'0,"-8"0"-2"0,8 0-9 16,0 0-2-16,0 0-3 0,0 0 0 0,0 0-6 15,0 0-1-15,0 0-1 0,0 0 2 0,0 0-1 16,0 0-7-16,32 0-1 0,-13 0-1 0,-1 0-5 16,4-2-6-16,8-1 4 0,1 3-2 0,5-3 1 15,2 2 3-15,-2 1-10 0,2 0 7 0,-1 0-12 16,-1-3 1-16,-1 3-9 0,-5 0 1 0,0-3-5 15,-12 4-3-15,-1-1 4 0,-5 0-12 0,-2 0-3 16,-1 0-9-16,-1-1-9 0,-4 1-7 0,-4 0-11 16,0 0-17-16,0 0-9 0,0 0-29 0,0 0-14 15,-18 6-22-15,5-6-26 0,-1 1-85 0,-4 2-241 16,-1-1 106-16</inkml:trace>
  <inkml:trace contextRef="#ctx0" brushRef="#br0" timeOffset="172686.73">9298 13626 67 0,'0'0'161'0,"0"0"-15"0,-1-4-5 0,1 4-27 16,0 0 8-16,0 0-23 0,-1-5-8 0,1 5-13 16,0 0-10-16,0 0-1 0,0 0-11 0,0 0-7 0,0 0-9 15,-7 9 3-15,6-3-6 0,-2 2-5 0,1 2 4 16,-2 1-6-16,-6 7-3 0,4 7 3 15,-1 1-8-15,-2 3 4 0,-1 1 2 0,1-2-3 0,-1 4-2 16,-2-1-1-16,2 0-4 0,0-1 2 0,0 2-4 16,1-4-1-16,0 1-3 0,-4-2-5 0,7 0 3 15,-3-3 1-15,0-7-9 0,1 0 4 0,-1-1 4 16,0-4-3-16,3-2 3 0,-2-1 1 16,0 2-5-16,3-7-6 0,-5 1 10 0,2-2 5 15,2-1 11-15,-3 0 11 0,1-2 21 0,-2-4 7 0,2 1 6 16,2 1-4-16,-4-4-2 0,1 0-7 0,0 0-2 15,-1 0-7-15,2-3-1 0,-1 1-5 0,0 1-1 16,2-1-9-16,-1 2-5 0,0-2 0 16,3 5 1-16,-1-1-10 0,1 1 3 0,1-1-6 0,0 1-1 15,0 2-1-15,4 1-8 0,-4-4-21 0,4 4-9 16,-6-2-9-16,6 2-18 0,0 0-25 0,0 0-23 16,0 9-49-16,0-9-72 0,6 8-130 0,1-5-378 15,-1 1 168-15</inkml:trace>
  <inkml:trace contextRef="#ctx0" brushRef="#br0" timeOffset="173353.9">9320 14146 11 0,'0'0'192'0,"0"0"-21"0,0 0-15 0,0 0-18 15,0 0-10-15,0 0-17 0,0 0-12 0,0 0-11 16,0 0-10-16,0 0-6 0,0 0-12 0,0 0-2 16,1 15-7-16,-2-10-3 0,1 3-8 0,0 1-1 15,0 1-8-15,-4-1 0 0,4 5-3 0,-5 1-1 16,5-5-6-16,-4 3-2 0,-1-2-5 0,4-1 1 16,-2 1 0-16,1-6-4 0,-1 3 12 0,3 0-13 15,-4-4 0-15,3 1-1 0,1-1 0 0,-3-1 47 16,3-3 34-16,-1 5 30 0,1-5 26 0,0 0-9 15,0 0-10-15,0 0-13 0,0 0-13 0,14-12-12 16,-5 5-2-16,-1 0-8 0,1 0-9 0,0-1-10 16,1 1-4-16,-1 0-7 0,0 2-2 0,0-3-5 15,-2 2-9-15,-1 4-3 0,-2-2-7 0,1 2-7 16,0-3-3-16,-2 5-1 0,-3 0-6 0,9 3-1 16,-2 1-3-16,-2 0 0 0,1-1-1 0,2 5 1 15,-4-1-6-15,2 2 0 0,-1 1-4 0,4 0-23 16,-4-1-31-16,-1 1-43 0,3 2-38 0,-1-1-68 15,-2-2-266-15,0-1-517 0,2-4 229 0</inkml:trace>
  <inkml:trace contextRef="#ctx0" brushRef="#br0" timeOffset="174009.72">10398 13723 76 0,'0'0'143'0,"0"0"-13"0,0 0-21 0,0 0-8 0,0 0-7 16,0 0 1-16,0 11-15 0,-2-5-5 16,-2 4-9-16,-1-1-3 0,0 1-2 0,-7 7-8 0,-2-1-4 15,-2 5-7-15,-5 1 2 0,0 1-10 0,-4-1 3 16,0 2-6-16,-2-2-4 0,0 0 1 0,0-2-8 15,-1-1 0-15,3-3-4 0,-1-3-1 0,8-5-1 16,2 1 2-16,0-2 1 0,5-5 17 16,2 1 20-16,1 1 23 0,2-4 23 0,-2 3 11 0,8-3-3 15,-10-5-12-15,5 2-5 0,2-1 11 0,-1-4 2 16,4-1-1-16,0 0-7 0,0-1-8 0,0 0-12 16,4 1-9-16,0 1-3 0,-3 1-8 0,3 0-6 15,0 2 0-15,-3-1-8 0,3 2-9 0,1-1-4 16,4 3-1-16,-4 2-5 0,3 0-5 0,3 1-2 15,-1 2-2-15,2 3-1 0,3 3-7 0,1 0-13 16,0 2-25-16,1 0-33 0,-2 2-54 0,-1 1-71 16,4-2-292-16,-5 0-523 0,1 0 232 15</inkml:trace>
  <inkml:trace contextRef="#ctx0" brushRef="#br0" timeOffset="174470.39">10563 13833 139 0,'0'0'142'0,"0"0"-12"16,9 4-11-16,-5-1-13 0,2 2-10 0,-2 0-4 15,1 2-2-15,-1 2-15 0,0 0-6 0,0 0-12 16,-4 3-5-16,0-4 1 0,0 5-7 0,-4-3-7 16,3 2-3-16,-3 0-1 0,-1-1-8 0,-2 0 1 15,0-1-2-15,-1-2 1 0,3 1-7 0,1-3 2 16,-1 0-5-16,0-2 0 0,1 1 6 0,2-2 23 16,-1-1 23-16,1 1 33 0,2-3 29 0,0 0 19 15,0 0-17-15,0 0-13 0,0 0-11 0,2-15-11 16,2 8-10-16,3-3-8 0,1 0-8 0,1-2-7 15,5-1-8-15,-4 1-4 0,2-3-6 0,-1 3-6 16,1 1-2-16,-3 1-3 0,0 4-5 0,-3-2-5 16,1 3-3-16,-2 2-3 0,-1-1-4 0,1 0 1 15,-3 0-12-15,1 4-7 0,-3 0-1 0,0 0 0 16,7 4-4-16,-5 0-1 0,0 3-2 0,2 2 3 16,-1 1 2-16,-1 2-3 0,1 0-1 0,0 3 3 15,1 5-14-15,0-3-6 0,0 0-29 0,-3-1-37 16,3-1-50-16,-1-3-61 0,-2 0-240 0,0-5-477 15,1 2 211-15</inkml:trace>
  <inkml:trace contextRef="#ctx0" brushRef="#br0" timeOffset="174740.86">10940 13709 69 0,'7'4'179'0,"0"-1"-10"0,1 4-9 16,0 3-8-16,1 7-13 0,2-3-2 0,-2 8-8 0,1 4-10 16,-2 2-7-16,-3 0-13 0,-5 4-8 0,-4 2-8 15,-1-2-10-15,-5 1-5 0,-5-2-8 0,-1 3-8 16,-2-4-3-16,-15 5-6 0,-9-2-8 15,4-7-26-15,-9-2-47 0,13-7-57 0,-2-5-62 16,-11 7-133-16,-3-9-314 0,12-5 139 0</inkml:trace>
  <inkml:trace contextRef="#ctx0" brushRef="#br0" timeOffset="175272.22">9927 13646 4 0,'-38'31'135'0,"-3"6"-18"15,2 3-7-15,1 2-6 0,6-1-12 0,4 0-11 0,2-1-4 16,12-7-10-16,3-4 4 0,5 2 7 0,4-3 16 16,2 0 12-16,7-2 8 0,4-1 21 15,4-2 0-15,5-2 10 0,5-3-3 0,2 2 1 16,5-8-3-16,1 1-9 0,-1-2-8 0,-1-1-9 16,2-2-10-16,-5-2-9 0,0-3-5 0,-10 2-11 0,0-4-4 15,-5 0-3-15,-2 1 1 0,-3-2-3 16,-2 1 3-16,1 1 0 0,-2-2-2 0,-5 0 1 15,9 0-9-15,-9 0-4 0,6 0-9 0,-6 0-3 16,0 0-11-16,0 0-19 0,5 3-24 0,-5-3-31 0,0 0-33 16,0 0-47-16,0 0-65 0,4 1-72 0,-4-1-247 15,0 0-542-15,0 0 240 0</inkml:trace>
  <inkml:trace contextRef="#ctx0" brushRef="#br0" timeOffset="178538.06">12879 13936 93 0,'0'0'123'0,"0"0"-2"0,0 0-11 0,0 0-2 16,0 0-9-16,0 0-4 0,0 0 0 0,0 0-8 16,0 0-3-16,0 0-4 0,-3-3-4 0,3 3-3 15,0 0-8-15,0 0-1 0,0 0-1 0,0 0 1 16,0 0-1-16,0 0-2 0,0 0 1 0,0 0-5 15,0 0-3-15,0 0-4 0,9-4-5 0,-1 2-8 16,2 1-7-16,2-2 3 0,5 1-4 0,5-1-3 16,6 2-7-16,0 0-3 0,2 1-12 15,-3 1-20-15,0-1-20 0,-6 0-32 0,0 1-37 0,-3 2-56 16,-5-2-123-16,-1 0-306 0,-3 3 135 0</inkml:trace>
  <inkml:trace contextRef="#ctx0" brushRef="#br0" timeOffset="178744.08">12787 14139 73 0,'0'0'194'0,"0"0"-5"0,15-6-25 0,-7 3-12 16,2 1-17-16,3-1-17 0,5 3 0 0,3-5-20 15,7 3-18-15,3-1-24 0,-1-1-38 0,0-2-56 16,1 4-64-16,-4-3-108 0,-1 1-226 0,-7 0 100 16</inkml:trace>
  <inkml:trace contextRef="#ctx0" brushRef="#br0" timeOffset="179255.39">13072 13840 6 0,'-2'-3'243'0,"1"-1"-19"0,1 4-16 0,-2-5-14 15,2 5-27-15,-2-5-19 0,2 5-20 0,0 0-15 16,0 0-12-16,0 0-12 0,0 0-7 0,0 0-12 16,12 9-5-16,-5-4-4 0,1 2-8 0,2 0-8 15,-1 3-4-15,5 0-8 0,0-1-4 0,-3 0-4 16,5 2-4-16,-3-2-4 0,-3-1-1 0,3-2-5 15,0 0 2-15,-2 1-4 0,-2-2 0 0,2-2-2 16,0-1 1-16,-3 0-2 0,-2-2 1 0,2-2-1 16,-1 0 10-16,0-1 11 0,-1 1 3 0,1-2 2 15,-1 0 12-15,-1-1 7 0,-1 0 0 0,0 1 7 16,0 1-3-16,-3-4-4 0,1 5-7 0,-2 2-3 16,4-5-7-16,-2 5-5 0,-2 0-6 0,2-4-21 15,-2 4-10-15,0 0 1 0,-6 8 0 0,-5 5 1 16,-4 6 6-16,-5 5-1 0,-3 3-3 0,-12 10-1 15,2 3-1-15,-3 1 0 0,-2-2 4 0,6-3-3 16,8-9 5-16,2 2 1 0,-1-4-4 0,1 1 0 16,4-1 0-16,0-4 1 0,8-4-2 0,0-3 2 15,4-5 2-15,-1 2-1 0,2-5-1 0,2 2 18 16,0-3 22-16,1-3 29 0,-3 1 32 0,4 2 9 16,-1-3 17-16,2-2 21 0,-3 4-8 0,3-4-10 15,0 0-13-15,0 0-9 0,0 0-8 0,0 0-13 16,0 0-10-16,0 0-4 0,0 0-2 0,0 0-15 15,11-11-25-15,-11 11-34 0,4-3-39 0,1 1-48 16,0 0-44-16,3-2-50 0,0 0-62 0,3 2-70 16,-2-1-234-16,5 1-596 0,4-5 265 0</inkml:trace>
  <inkml:trace contextRef="#ctx0" brushRef="#br0" timeOffset="180421.39">14757 13675 45 0,'0'-5'177'0,"3"0"-9"16,-2 0-8-16,2 2-24 0,-2-1-10 16,-1 4-10-16,4-5-18 0,-4 5-7 0,1-2-13 15,-1 2-12-15,0 0-6 0,0 0-3 0,0 0-8 16,9 7-6-16,-9-2-2 0,1 7-10 0,-1 0-5 0,0 5 2 15,-1-2-8-15,0 11-1 0,-2 0 1 0,-1 1 0 16,2 2-4-16,-3-1-4 0,1-2 5 0,1 2-6 16,1-3 0-16,2 1-11 0,0-8 6 15,1-1 3-15,-1 0-1 0,1-6-2 0,-1 4-1 0,4-8 4 16,-4 3-3-16,3-4 10 0,-2 0 18 0,3-1 43 16,-2-4 18-16,2 0-1 0,1 1-4 0,8-6-8 15,-2 1 0-15,1-4-6 0,2 0-1 16,1-4-1-16,1 2-2 0,-4-5-1 0,1-1-11 15,3 3-8-15,0-8-4 0,2 1-2 0,1-2-2 0,-3-1-11 16,-1 2-2-16,-5 4-1 0,2 0 2 0,0 2-6 16,-4 5 1-16,1-5 1 0,-3 6-2 0,1 0 2 15,-2 0-2-15,-3 4 0 0,2-1-2 0,0-1-5 16,-1 3-1-16,2-2-4 0,-3 2 0 16,-2 3-7-16,3-2-11 0,-3 2-13 0,0 0-11 0,0 0-2 15,0 0 5-15,4 8 1 0,-6-1 2 0,1 3 4 16,-1 2 4-16,-1 2 6 0,-2 3-5 0,2 0 1 15,1 0 1-15,-1 2-1 0,-1-1 3 0,2 0 1 16,1 0 2-16,-1-1-1 0,4-2 3 0,0-4 3 16,1 0-4-16,2-2 2 0,1 0 2 0,4-1 0 15,7 1 1-15,4-2 2 0,9 1-14 0,5-3-40 16,-1-3-56-16,4-2-77 0,-2 0-274 0,0-2-497 16,1-1 221-16</inkml:trace>
  <inkml:trace contextRef="#ctx0" brushRef="#br0" timeOffset="180985.49">15630 13517 78 0,'0'0'197'0,"-1"-5"-16"15,1 5-18-15,0 0-17 0,0-4-12 0,0 4-18 16,0 0-16-16,0 0-6 0,0 0-11 0,-4 15-10 16,1-1-5-16,-4 8-9 0,-4 7-5 0,1 6-4 15,-5 15-5-15,-2 3-10 0,-3 6 6 0,-3 24-3 16,7-25-8-16,-5 23 3 0,7-24 6 0,1 1-8 16,3-1 1-16,-4 0-4 0,2-2-5 0,3-4 1 15,3-2-2-15,1-1-6 0,2-13-1 0,3 0 3 16,0-1 6-16,-1-4 9 0,2 1-6 0,2-5-3 15,-2-6 2-15,-1-2-2 0,1 0 0 0,2-7-3 16,-2 0 0-16,-1-1-6 0,0-5 2 0,0 2-1 16,4-3 16-16,-4 1 23 0,0-2-2 0,1 3 8 15,-1-6 7-15,0 4 6 0,0-4 0 0,0 5-1 16,0-5-2-16,3 2 4 0,-3-2-3 0,0 0-12 16,0 0-3-16,1 4-10 0,-1-4-4 0,0 0-1 15,0 0-4-15,0 0 2 0,0 0-12 0,0 0-25 16,0 0-34-16,0 0-31 0,0 0-45 0,5-11-49 15,-1 7-63-15,-1 1-253 0,2-2-511 0,1 2 226 16</inkml:trace>
  <inkml:trace contextRef="#ctx0" brushRef="#br0" timeOffset="181519.29">15726 14471 99 0,'6'-5'176'15,"4"3"-15"-15,-3-1-20 0,0 0-11 0,1 2-18 16,4 1-7-16,-1 0-13 0,-2 1-8 0,2 3-11 16,1 0-13-16,-3 1-4 0,1 3-2 0,-3 1-13 0,-1 0-1 15,0 3-2-15,-3 5-3 0,3 0-7 0,-4-2-1 16,-2 2-3-16,-3 3-4 0,-2-1 3 16,-1 5 2-16,-1-5-9 0,-2-1-1 0,-1-2-4 15,1 0-1-15,0 0 0 0,0-2-1 0,0-4 2 16,0 0 0-16,4-5-4 0,1-1 2 0,-1 3 1 0,1-4 20 15,3 1 24-15,-3-1 30 0,2 0 40 16,2-3 34-16,-3 2 24 0,3-2-25 0,0 0-18 0,0 0-17 16,9-12-1-16,-4 2-14 0,4 2-15 15,4-5-9-15,1 0-3 0,-1-1-9 0,2-2-17 16,-1 1-1-16,-1 3-8 0,0-1-4 0,-6 6-2 0,1 2-6 16,-2 0 10-16,1 1-24 0,-2 0-9 0,-2 0-15 15,-1 1-12-15,1 1-24 0,-3 2-18 16,5-2 5-16,-5 2 2 0,0 0-5 0,5 8 5 15,-4-1 4-15,2 2 0 0,-3 0 4 0,2 6 2 16,-1-2-8-16,3 4-26 0,-1 1-19 0,-2-1-28 0,6-2-66 16,-2 0-253-16,-2-4-480 0,3 0 213 0</inkml:trace>
  <inkml:trace contextRef="#ctx0" brushRef="#br0" timeOffset="181701.8">16215 14596 180 0,'2'-4'223'0,"0"2"-24"0,3-1-23 0,1 0-19 16,6 0-21-16,-2 2-33 0,8-1-39 0,1 4-59 15,3-2-66-15,0-2-136 0,6 2-214 0,-8 2 94 16</inkml:trace>
  <inkml:trace contextRef="#ctx0" brushRef="#br0" timeOffset="181870.13">16264 14776 113 0,'-3'3'174'0,"3"-3"-14"0,12 1-14 0,-2-2-17 15,13 1-12-15,6 0-15 0,2 0-25 0,2-1-40 0,3-4-48 16,1 2-59-16,-6-1-93 0,2 2-176 0,-4-1 79 16</inkml:trace>
  <inkml:trace contextRef="#ctx0" brushRef="#br0" timeOffset="182098.23">16921 14539 239 0,'0'-3'267'15,"0"3"-27"-15,0 0-26 0,0 0-23 0,-3-6-28 0,3 6-17 16,0 0-21-16,0 0-10 0,0 20-11 16,-4-7-11-16,4 4-9 0,0 7-2 0,0 2-12 15,0 3-5-15,0 1-7 0,-1 1-3 0,1 1-32 16,0-1-36-16,1 2-31 0,2-3-91 0,-2-3-222 15,-1 0-387-15,3-11 171 0</inkml:trace>
  <inkml:trace contextRef="#ctx0" brushRef="#br0" timeOffset="184437.93">17400 13622 137 0,'0'0'139'0,"0"0"-8"15,0 0-15-15,0 0-10 0,-4-4-10 0,4 4-11 16,0 0-9-16,0 0-11 0,0 0-4 0,0 0-3 16,0 0 0-16,0 0-12 0,0 0-6 0,0 0 3 15,0 0 7-15,0 0 5 0,0 0 9 0,0 0 5 16,0 0 3-16,0 0-6 0,0 0 15 0,0 0-4 15,0 0-2-15,1-4-4 0,-1 4-4 0,0 0 1 16,0 0-4-16,0 0-7 0,0 0-3 0,0 0-7 16,0 0-4-16,0 0-6 0,13-2-3 0,-7 1-7 15,6 1-2-15,2-2-5 0,4 5-10 0,2-3-14 16,10 0-19-16,4 4-21 0,1-3-22 0,-1 4-18 16,2-1-43-16,-2 1-53 0,-2-1-147 0,-6 0-355 15,3 1 157-15</inkml:trace>
  <inkml:trace contextRef="#ctx0" brushRef="#br0" timeOffset="184689.91">17498 13825 29 0,'0'0'184'16,"-5"2"-11"-16,5-2-1 0,0 0 3 0,0 0-3 15,0 0-10-15,0 0-11 0,0 0-19 16,0 0-12-16,0 0-9 0,37-2-16 0,-9 2-12 16,9 0-32-16,2-2-45 0,19 0-57 0,1-2-76 0,-5-2-146 15,-4 3-296-15,-13 0 131 0</inkml:trace>
  <inkml:trace contextRef="#ctx0" brushRef="#br0" timeOffset="185786.23">19184 13251 121 0,'0'0'117'0,"-8"-1"0"0,8 1-5 0,0 0-2 16,0 0-3-16,0 0 0 0,0 0-3 0,0 0-4 16,0 0-6-16,33 1-7 0,-15-1-3 0,5 0-13 15,5 0-1-15,4 0-4 0,4 0-5 0,15 3-2 16,5-2 1-16,-1-1-4 0,4 3 1 0,-5-2-13 15,3 1 0-15,-6-2-6 0,-12 2 0 0,-5-1-8 16,-3-1-2-16,-4 2-14 0,-6-2-11 0,-8 0-10 16,-3 0-20-16,-3 2-18 0,-1-2-17 0,-6 0-22 15,0 0-15-15,0 0-49 0,0 0-107 0,-23-2-275 16,5 2 121-16</inkml:trace>
  <inkml:trace contextRef="#ctx0" brushRef="#br0" timeOffset="186202.41">19561 13277 171 0,'-3'-2'172'0,"3"2"-22"0,0 0-12 0,0 0-10 16,0 0-15-16,0 0-23 0,0 0-3 0,0 0-9 15,0 0-2-15,-6 5-4 0,3 3-14 0,-2 1-1 16,0 6-3-16,-3 1-5 0,-1 7-2 0,0 3-3 15,-5 1-3-15,5 2-5 0,-5 2 3 0,1-1-5 16,3 1-6-16,-4 2 1 0,5 1-9 0,-1-4-1 0,2 3 0 16,1-1-4-16,-1-1 5 0,3 1-6 15,-2-5 0-15,1 1-3 0,2-3 2 0,-2-5-5 16,1-4-2-16,-2 1 3 0,1 0-4 0,4-8 1 16,-5 1 0-16,4 0-2 0,0-4 9 0,0 0-3 15,-1-1 5-15,3-1 10 0,-3-1 3 0,-2-1 3 16,1-2-2-16,5 0 0 0,-17-4 5 0,4-1 4 15,0 0 8-15,-2-2 4 0,6-1-1 0,-6-2-5 16,1-1-5-16,3 6-2 0,0-6-3 0,3 5-6 16,1-1 0-16,-1 2-2 0,2-2-2 0,1 2-3 15,1 3 1-15,0-1-3 0,0-1-1 0,1 1-4 16,1 1 3-16,2 2-5 0,-4-4-2 0,4 4-12 16,0 0-21-16,0 0-19 0,0 0-13 0,0 0-4 15,0 0-15-15,0 0-31 0,18 4-46 0,-8-2-226 0,3 1-408 16,0 1 181-16</inkml:trace>
  <inkml:trace contextRef="#ctx0" brushRef="#br0" timeOffset="187551.92">19802 13849 3 0,'1'-4'207'0,"1"0"-16"0,-2 4-7 0,3-4-11 16,-3 4-11-16,3-4-15 0,-2 1-14 0,-1 3-16 15,0 0-11-15,0 0-14 0,3-3-18 0,-3 3-4 16,0 0-5-16,0 0-17 0,0 0 1 0,5 7-6 16,-5-1-7-16,1 4-1 0,-2-1-5 0,1 3-2 15,-1 4-6-15,-2-1 0 0,0 1-4 0,0 2-3 16,-2-1 1-16,1 1-2 0,0-2-3 0,0 3 3 15,0-4-5-15,2-3 16 0,-2 2-2 0,2-6-6 16,0 1 0-16,1-2 3 0,-3-3-5 0,4 4 3 16,-1-5-4-16,1 1 38 0,-2 0 31 0,2-4 39 15,-1 4 31-15,1-4 20 0,0 0-5 0,0 0-22 16,0 0-15-16,4-12-8 0,5 6-18 0,-3-5-24 16,5-1 1-16,0-2-4 0,2 0-11 0,-2-1-4 15,3 2-9-15,-2 1 2 0,-1-2-9 0,-4 9-3 16,0-3-5-16,-1 3-8 0,-3 0-5 0,4 1-4 15,-4 0 0-15,1 1-14 0,0 1-19 0,0 1-14 16,-4 1-2-16,0 0-10 0,9 3 4 0,-8 2-1 16,4 1-3-16,-1 0 0 0,0-1-3 0,0 5 0 15,-3 0-4-15,3 2-18 0,1 0-20 0,-1-1-21 16,0 0-16-16,-2-1-28 0,2 1-33 0,0 1-66 16,-1-5-247-16,-1 1-534 0,3-2 237 0</inkml:trace>
  <inkml:trace contextRef="#ctx0" brushRef="#br0" timeOffset="188184.56">20911 13456 30 0,'-2'6'119'0,"-2"6"-6"0,-4-2-10 0,2 6-2 16,-5-1-14-16,0 0-7 0,-7 6-6 15,-1 0-7-15,1 2 1 0,-5-2-9 0,-2-1-3 0,-2-1-8 16,0-1-3-16,-1-1-4 0,2-2-8 16,2-2-3-16,-2-1 0 0,7-5 0 0,1 2-3 15,3-5 2-15,2 0 7 0,2-2 17 0,3 1 14 0,0-3 21 16,1 0 17-16,-1-3-6 0,2 1 8 0,1-2-2 16,-1 0-3-16,4-5 5 0,0 1-7 15,2-5-11-15,3 1-6 0,2 0-9 0,2-3-8 16,2 3-5-16,1-2-6 0,-3 4-5 0,1 3-5 15,0-1-7-15,-1 1-3 0,-1 4-4 0,0-2-6 16,-3 3-5-16,3-1-2 0,1 1-4 0,-7 2-3 16,12 5-2-16,-3 0-2 0,1 3 0 0,-1 1-1 15,3 3-2-15,-1 0-1 0,1 5 5 0,2-2-10 0,1 4-25 16,2 4-31-16,-7-6-36 0,0-1-57 0,3-2-69 16,-3 0-188-16,-1-5-442 0,-1 0 196 0</inkml:trace>
  <inkml:trace contextRef="#ctx0" brushRef="#br0" timeOffset="188483.45">21080 13427 14 0,'0'0'159'0,"9"6"-11"0,-3 3-1 0,1-1-15 15,-1 3-7-15,5 4 0 0,-2 3-8 0,-2 6-5 16,3 4-3-16,-5-2-11 0,-1 4-4 0,-3 2-9 16,-3 0-10-16,0-1-7 0,-8 2-4 0,0 1-5 15,-10 10-7-15,2-13-6 0,-12 8-2 0,-6-3-8 16,-2-6-28-16,-5-3-25 0,-1-3-40 15,7-11-55-15,-9 5-177 0,13-10-313 0,-3-3 140 0</inkml:trace>
  <inkml:trace contextRef="#ctx0" brushRef="#br0" timeOffset="188854.04">20722 13239 117 0,'0'0'125'0,"0"0"-5"0,-15 4-11 0,4 4-5 15,-4 2-7-15,-4 9 0 0,-8 8-5 0,-6 6-9 16,-2 2-2-16,0 6-8 0,2-1-5 0,1 0-7 16,3-2-6-16,13-4-3 0,-1-2-3 0,3 12-3 15,5-11-3-15,7 2-2 0,4 0 0 0,8 2-1 16,11 8-6-16,6-2-1 0,6-3-13 0,10-1-70 15,0-8-223-15,9-6-294 0,-1-6 131 0</inkml:trace>
  <inkml:trace contextRef="#ctx0" brushRef="#br0" timeOffset="190138.65">21518 13589 41 0,'0'0'169'0,"0"0"-17"15,0 0-5-15,0-5-12 0,0 5-15 0,0 0-5 16,0 0-7-16,0 0-11 0,0 0 1 16,0 0-13-16,0 0 1 0,0 0-4 0,0 0 3 0,0 0-9 15,0 0 0-15,0 0-9 0,0 0-4 0,0 0-10 16,7-1-3-16,-7 1-4 0,13-3-7 0,-1 6 1 15,1-3-5-15,6 0-8 0,1 1-3 0,2 0-12 16,5 2-6-16,1-2-15 0,3 3-27 0,-2-2-20 16,-1 0-29-16,0-2-36 0,-8 3-184 0,-2-3-330 15,-6 4 146-15</inkml:trace>
  <inkml:trace contextRef="#ctx0" brushRef="#br0" timeOffset="190353.13">21509 13796 1 0,'0'0'210'16,"0"0"-19"-16,0 0-18 0,0 0-25 0,22-3-12 16,-4 3-10-16,3-2-17 0,9 4-8 0,3 1-24 15,4-3-15-15,0 0-19 0,2 5-34 0,16-4-50 16,-18 0-58-16,-2 1-109 0,0-2-225 0,-6 0 100 15</inkml:trace>
  <inkml:trace contextRef="#ctx0" brushRef="#br0" timeOffset="190901.42">22534 13528 73 0,'0'0'121'16,"0"0"-4"-16,-1-5-9 0,1 5-1 0,0 0-11 15,0 0 0-15,-3-6-1 0,3 6-9 0,0 0-2 16,0-2-7-16,0 2-10 0,0 0-3 0,-1-4-6 16,1 4-5-16,0 0-9 0,-6-3-1 0,6 3-5 15,-6-1-10-15,1-1-3 0,5 2-1 0,-14 0-2 0,5 0 1 16,-6 3-3-16,-2 1-1 0,-3 2 6 15,0 3-3-15,-4 1 4 0,0 4-5 0,1 1-1 16,5-1 7-16,-3 1-8 0,0 2 0 0,8 0-2 16,-1-2-4-16,4 2 1 0,2 0-4 0,1 0 4 15,3 2 2-15,3-3-1 0,5 4 9 0,2-6 23 16,5-2 9-16,4 1 0 0,10 3-3 0,2-6-1 16,5-4-3-16,1-2-7 0,4-4-3 0,-1 0-2 15,-2-7-5-15,2-1-3 0,-4 0-3 0,0-4-2 16,-3-2-4-16,-3 0 0 0,-1-2-1 0,-10 0 0 0,4-5-3 15,-8 3-6-15,-1-3 5 0,-6 2-10 0,0 0 4 16,-7-1-4-16,0 3-2 0,-7 1-12 16,-3 0-14-16,-5 3-34 0,-9 0-44 0,1 1-52 15,-8 3-219-15,2 3-403 0,6 3 178 0</inkml:trace>
  <inkml:trace contextRef="#ctx0" brushRef="#br0" timeOffset="192268.63">25320 13380 26 0,'2'-3'149'0,"2"-2"-6"0,-3 1-11 16,3 1 4-16,1-1 1 0,-3 1 6 0,0-1-13 16,-2-1-11-16,1 2-12 0,2 0-3 0,-3 3-11 15,1-4-7-15,-1 4-10 0,0 0-10 0,-15 0-7 16,3 2-5-16,-2 3-7 0,-7 3-5 0,-5 4-5 15,1 0-2-15,-3-1-6 0,2 5-3 0,0-3-6 16,3 2-3-16,0 3 0 0,2-2-1 0,1 3-3 16,5-6 3-16,5 1-5 0,1 2 0 0,0-6 3 15,4 2-11-15,1-1 3 0,3 0 3 0,1-1 1 16,1-4 6-16,4 2-4 0,3-4 8 0,3 2 2 16,1-2-2-16,6-1 6 0,-2-1-1 0,3-1 0 15,-1-1 0-15,0-1-7 0,1-1 3 0,-2 0 0 16,-3 1-3-16,-2-1-1 0,0 2-4 0,-3 0-2 15,-1-2-1-15,-2 1 0 0,2-1-3 0,-2 2-7 16,-6 0 2-16,11 2 0 0,-6-1-5 0,0 1 2 16,-1 1-2-16,1 2-1 0,-1 0 1 0,-2-1 2 15,1 2 2-15,1 1 1 0,-2-2-3 0,2 6-1 16,2-4-1-16,-2-1 1 0,-1 1 5 0,1-2-3 16,-1-1 0-16,1 1 5 0,-2-2 4 0,1 1 23 15,1-1 19-15,3-3 12 0,0 0 16 0,2 0 2 16,1-4 6-16,3 0 4 0,-4-3-9 0,8 0-11 15,-6 0 8-15,3-5-17 0,2 0-7 0,1 0-7 0,4-5-3 16,3 0-7-16,-5-3-2 0,4-1-3 0,-5 1-2 16,-1 6-8-16,-3 1 3 0,0 0 3 15,-5 5 10-15,1-2-11 0,0 3-6 0,-2 0 3 16,-3 2 1-16,0 2-7 0,1 0-7 0,-2-1-7 0,2 3-6 16,0 1 0-16,-6 0-3 0,12 6-4 0,-4-1 10 15,0 2-18-15,-1 1 0 0,0 1 29 0,-1 1-3 16,2-1-4-16,-4 2 1 0,1-2-2 15,-1 3-22-15,-1-3 2 0,-1 0-15 0,0 2-20 16,-2-1-14-16,0-3-29 0,0 2-34 0,-2-1-29 0,0-1-66 16,-1-2-281-16,1 0-546 0,0-3 242 0</inkml:trace>
  <inkml:trace contextRef="#ctx0" brushRef="#br0" timeOffset="193136.33">27074 13263 19 0,'0'0'137'16,"5"-2"-8"-16,-1 1-2 0,-4 1-16 0,5-1-7 16,-5 1-6-16,0 0-9 0,9-1-8 15,-9 1-10-15,0 0-7 0,4 3-5 0,-4-3-5 0,-3 5-6 16,3 2 3-16,-4 0-9 0,1 5 0 0,-5-4-4 16,-1 7-21-16,-2-1 21 0,-5 6-1 0,0-6-12 15,-6 10 0-15,-1-6 0 0,-5 5-1 0,-1-1-5 16,-1 0-5-16,-2-1 4 0,0-2 0 0,0-1 2 15,-1-2-9-15,1 0 3 0,3-1-5 0,2-7 0 16,5 2 4-16,8-3 5 0,0-2 16 0,5-1 27 16,1-1 29-16,1-1 36 0,0-1 25 0,2-1 4 15,5 0-5-15,-7-5-5 0,5 0-18 0,2-2-10 16,0-5-14-16,5 3-9 0,2-7-11 0,4 3-8 16,0 0-8-16,4-2-11 0,-4 4-4 0,2 0-10 15,-3 4-5-15,3-2 0 0,-1 4-7 0,-1 2-3 16,2 1-7-16,1 2-6 0,5 2-4 0,2 4-1 15,-1 2-15-15,4 3-12 0,3 5-11 0,-3 4-32 16,-1-3-33-16,0 6-45 0,-2 0-58 0,-1-1-87 16,-2-3-183-16,0 1-507 0,-3-6 225 0</inkml:trace>
  <inkml:trace contextRef="#ctx0" brushRef="#br0" timeOffset="193825.84">27855 13307 197 0,'1'-5'315'0,"0"0"-22"16,1 2-20-16,-1-1-20 0,-1 4-22 0,1-6-22 16,-1 6-24-16,2-4-16 0,-2 4-20 0,1-3-24 15,-1 3-18-15,0 0-13 0,0 0-23 0,0 0-13 0,5 7-3 16,-5 1-13-16,0 0-2 0,-1 3-9 15,2 2-3-15,-2-1-4 0,1 5-1 0,-2 1 1 16,1-2-2-16,-1 1-5 0,0 0 0 0,1-3-2 16,-2 1 8-16,2-4-10 0,0-1 1 0,-2-2-2 0,1-1-5 15,1 0 12-15,-1-2-10 0,1 0-5 0,1 0-2 16,0-2-3-16,-1 1 0 0,1-4 0 0,-3 3 1 16,3-3-19-16,0 0-32 0,0 0-37 15,0 0-104-15,-9-13-278 0,5 2-509 0,2-4 226 16</inkml:trace>
  <inkml:trace contextRef="#ctx0" brushRef="#br0" timeOffset="193967.08">27865 13135 143 0,'1'-10'261'0,"1"-2"-19"0,0 7-19 16,-2-3-20-16,3 1-20 0,-2 1-17 0,0 2-18 0,1-1-11 16,-1 2-25-16,0 0-24 0,3-1-29 0,-4 4-23 15,6 0-32-15,-6 0-26 0,7 7-42 0,-1-6-61 16,-3 5-174-16,3-4-325 0,-1 6 144 15</inkml:trace>
  <inkml:trace contextRef="#ctx0" brushRef="#br0" timeOffset="194318.37">28274 13193 222 0,'0'0'273'16,"0"0"-22"-16,1-3-24 0,-1 3-25 0,0 0-19 16,0 0-20-16,0 0-26 0,0 0-19 15,0 0-7-15,0 0-16 0,0 0-8 0,-10 9-12 0,5 0-7 16,-3-4-4-16,3 4-10 0,-4 1-4 0,3 0-8 16,1-1-1-16,-3 6-5 0,2-3-3 0,2 4-6 15,1-4-2-15,-2 5-3 0,5 0-1 16,0 0-4-16,4-2-1 0,-1 2-3 0,2-2 0 0,1 2 0 15,-1-3-3-15,4 1 0 0,-1-4-1 0,1 4-1 16,-2-7-4-16,-1 2 1 0,0 1-3 0,-2-5-4 16,1 3 0-16,-3-4-2 0,0 0-7 15,-2-1 2-15,0 1-4 0,-3-2 3 0,-4 2 0 16,-2-1 1-16,-4 1-7 0,-5 1-30 0,-4-4-41 0,7 0-51 16,-6-2-79-16,1 0-146 0,-11 0-392 0,13-4 174 15</inkml:trace>
  <inkml:trace contextRef="#ctx0" brushRef="#br0" timeOffset="195152.06">29503 13082 8 0,'4'-4'183'0,"-4"4"-16"0,3-3-9 0,-3 3-14 0,0 0-19 16,0 0-8-16,1-3-12 0,-1 3-15 0,0 0-9 15,-13 0-4-15,13 0-12 0,-22 4-5 0,7 0-4 16,-3 0 3-16,-1 3-15 0,-1-1-7 15,-6 3-5-15,1 1 0 0,4-1-6 0,2-4 0 0,-4 9 2 16,4-4-10-16,3 0 1 0,-1 2-3 0,2 1-2 16,3-1 2-16,3 2 1 0,2-2-4 0,2 3-5 15,0 1 3-15,5-6-5 0,0 7 2 0,6 0 1 16,2-3-5-16,1 2 5 0,6-2 0 0,-2 0-4 16,5-2 16-16,-4 0 3 0,0 0-5 0,0-2 1 15,3 0-2-15,-8-1-3 0,1-4 1 0,-2 0-4 16,-3 0 3-16,0-1 2 0,-1-1-2 0,0 0-2 15,-3-1-5-15,0 2-3 0,-1-4 2 0,-5 5-4 16,-1-4 6-16,-7 4-8 0,-4 0 0 0,-2-3-3 16,1 1-17-16,-1-1-23 0,0 1-21 0,0-3-29 15,0 1-37-15,1-1-170 0,0-1-325 0,3 0 144 16</inkml:trace>
  <inkml:trace contextRef="#ctx0" brushRef="#br0" timeOffset="195553.14">29811 13288 8 0,'0'-5'246'0,"0"5"-27"16,-1-3-14-16,1 3-27 0,-3-5-21 0,3 5-13 15,0 0-20-15,-7 0-13 0,7 0-8 0,-13 5-13 16,7 0-11-16,-2 4-6 0,-2-1-12 0,2 1-4 16,2 1-6-16,-1-2-6 0,1 4-5 0,2-2-1 15,-1 0-6-15,4 1-5 0,-2-1-2 0,3 0 1 16,3-1-3-16,-1 2-2 0,6-2 0 0,-4-2 0 16,6-1 5-16,5 3 6 0,-2-5 10 0,4-1 3 15,-1-2-1-15,3 0 4 0,-3-3 5 0,0 2-2 16,-3-3 6-16,1-4-11 0,-1-3-2 0,2 1-3 15,-6 2-5-15,4-6-3 0,0-1-4 0,-7-1-4 16,1 1-6-16,-5-3-3 0,2 2-3 0,-1-4 0 16,-5 4-5-16,1-1-5 0,-3 3-4 0,-2-1-6 15,-1 4-13-15,-3 4-21 0,0 1-12 0,-3-1-27 16,-5 5-20-16,5 0-32 0,0 1-34 0,2 2-234 16,-3 1-431-16,3 2 192 0</inkml:trace>
  <inkml:trace contextRef="#ctx0" brushRef="#br0" timeOffset="196022.56">30273 12964 168 0,'0'-5'273'0,"0"-3"-23"15,0 3-23-15,0 1-21 0,0 1-27 0,0 3-25 16,0-6-34-16,0 6-17 0,0 0-12 0,0 0-13 0,0 13-8 16,0-3-4-16,-4 7-5 0,2 7-8 15,0 3-8-15,-3 2-5 0,2 2-3 0,-2 3-6 16,0 2-3-16,1 0-2 0,2-4-4 0,0 4 1 16,2-5-6-16,-1-3 2 0,0-1-5 0,0-8 0 15,2-3-2-15,-2 0 1 0,2-5-2 0,-1-1 0 0,0 0 1 16,-1-6 0-16,1 1-2 0,0 2 0 15,0-4 2-15,0 2-1 0,0-5 0 0,-2 5 2 16,2-1-4-16,0-4 0 0,0 0 2 0,0 3-5 16,0-3-5-16,0 0-22 0,-2 5-40 0,2-5-47 0,0 0-48 15,0 0-219-15,0 0-404 0,0 0 179 16</inkml:trace>
  <inkml:trace contextRef="#ctx0" brushRef="#br0" timeOffset="196652.39">30487 13329 211 0,'0'-3'325'0,"2"0"-25"0,-2 3-30 0,2-6-32 16,1 4-25-16,-3 2-22 0,3-3-30 0,-3 3-20 0,0 0-13 15,0 0-14-15,-2 16-10 0,1-6-13 0,-3 0-8 16,1 2-4-16,-2 3-12 0,0 1-7 15,0-2-5-15,2-1-10 0,-1-1-4 0,3 1-6 16,-2-5-10-16,1 2-1 0,0-4 1 0,2 1-5 16,-2-2 5-16,1-2 1 0,1 1-2 0,0-4-3 0,5 3 2 15,-5-3-2-15,12-6 1 0,-5 2 3 0,2-1 1 16,3-2-3-16,-1-1-5 0,3-1 3 16,0-1-4-16,2 0-2 0,-1-2 2 0,-5 6-3 15,7-2-5-15,-7 1 5 0,0 1-2 0,2-1 1 0,-3 5-2 16,1-2-2-16,-1 1-2 0,-1 0-3 0,-2 2-10 15,3 2-5-15,1-1-3 0,-3 3-3 0,4 2-3 16,-5-1-2-16,3 4-14 0,-2-1-7 16,2-1-4-16,-2 2-11 0,-2 0-5 0,3-1-4 15,1-1-1-15,-4 0 0 0,0 1-1 0,-1-4 2 0,1-1 10 16,-1 2 3-16,1-4 1 0,-5 0 6 0,10-6 5 16,-6 1 0-16,0-6 10 0,1 2 0 0,-1-3 4 15,2-4 7-15,-2-1 1 0,1-2 3 0,-1-4 6 16,1-3 11-16,1-1 3 0,0-3 0 15,0 0 5-15,3-2 3 0,0 1 9 0,3-3 0 0,3-11-1 16,-4 15 2-16,-2 1 12 0,2 3 11 0,-5 8 15 16,2 2 7-16,-5 3 7 0,1 4-7 0,0 0-4 15,0 2-8-15,-3 2-13 0,3-1-14 16,-4 2-30-16,0 4-7 0,0 0 0 0,0 0 3 16,2 14-2-16,-4-2 1 0,0 7 3 0,-4 7 0 0,1 11-1 15,-10 9 3-15,7 0 2 0,-1-10-3 0,2-2 2 16,-5 13 3-16,6-14 0 0,1 1-1 0,-2-3 0 15,3-2-2-15,-3-2-4 0,3-8-10 0,0-2-19 16,0-2-18-16,0-1-20 0,2-5-9 0,-2-1-38 16,0-1-15-16,2-2-9 0,1-2 1 0,1-3-30 15,-6 0-145-15,6 0-345 0,-2-8 152 0</inkml:trace>
  <inkml:trace contextRef="#ctx0" brushRef="#br0" timeOffset="197069.62">30760 13293 187 0,'0'0'257'0,"0"0"-18"15,0 0-17-15,0 0-22 0,0 0-23 0,12-5-16 16,-2 1-14-16,11 3-20 0,-2-2-12 0,9 3-10 16,3 0-13-16,2-3-13 0,0 1-12 0,4 3-12 15,-5-2-4-15,3-3-6 0,-5 1-9 0,-1 1-3 16,-8 0-1-16,-2-1-4 0,1 2-4 0,-4-5-1 15,-4 6 0-15,-5-3-1 0,2-1 0 0,0 3 7 16,-1-2 6-16,-3-1 4 0,0 2 7 16,-1-1-5-16,0 1 1 0,-4 2-3 0,6-3-6 0,-6 3-4 15,5-1-3-15,-5 1-4 0,4-3 10 0,-4 3 0 16,0 0-5-16,0 0 1 0,5-3 3 0,-5 3-6 16,0 0-4-16,0 0 0 0,0 0-6 0,0 0-4 15,0 0-10-15,0 0-3 0,0 0-1 0,4 8 1 16,-6-1-4-16,0-1 1 0,1 2 1 0,-3 4-1 15,3 5 1-15,-2 0 0 0,-1-2 4 0,2 2-24 16,-2 0 6-16,3 0 0 0,-2-1 0 0,1 0 6 16,-1-2 0-16,3-5 4 0,-1 3 5 15,-2 0 2-15,3-4-11 0,-1 1-9 0,1-4-7 0,0 2-6 16,-1-4-5-16,1 2 9 0,0-5 1 0,-3 5 0 16,3-5-15-16,0 0-24 0,0 0-70 0,0 0-74 15,-4-13-182-15,4 1-427 0,0-3 190 0</inkml:trace>
  <inkml:trace contextRef="#ctx0" brushRef="#br0" timeOffset="197229.44">31294 13105 213 0,'2'-12'225'0,"2"3"-7"0,-3 1-4 0,3-1-6 16,-3 3-11-16,2 0-16 0,1 2-16 0,-3-1-16 16,1 2-15-16,0-2-15 0,-2 5-15 0,2-5-13 15,-2 5-17-15,7-1-22 0,-7 1-20 0,8 1-21 16,-5 3-26-16,2 2-35 0,-1-1-30 15,-3 2-31-15,1 0-65 0,-2 1-151 0,-2 2-352 0,2 1 156 16</inkml:trace>
  <inkml:trace contextRef="#ctx0" brushRef="#br0" timeOffset="197651.39">31538 13200 30 0,'0'-4'203'15,"0"4"-21"-15,1-3-17 0,-1 3-17 0,0 0-19 16,0 0-18-16,0 0-10 0,0 0-7 0,0 0-14 0,-4 12-8 16,-1-6-8-16,-1 3-2 0,3-1-8 0,-3 1-6 15,-1 3-9-15,2-1 0 0,0 1-9 0,0 4-1 16,1 0-1-16,-1-1-1 0,0-1-5 15,2 2-3-15,2-4 4 0,0 2-6 0,1-5-3 16,2 3-2-16,1-2-1 0,2 0 5 0,0 1-4 0,1-5-1 16,-1 0 9-16,3 0 5 0,0-1 17 0,2-5-3 15,0 1 5-15,-2-1-3 0,2-1 7 16,0 1 7-16,1-7-9 0,1 1 3 0,-3-1-5 16,-2-2-5-16,3-3 1 0,1-3-9 0,-2 0 0 0,-1-1-2 15,1 1-5-15,-4-2-4 0,-1 1 0 0,-3-1-7 16,2 8-1-16,-2-3 5 0,-2 1-9 0,-2-1-2 15,-1 4-1-15,2-1-2 0,-2 4-4 0,-1 1-18 16,0-2-18-16,-3 4-21 0,3-1-18 16,5 3-29-16,-14 0-35 0,6 1-34 0,8-1-166 0,-14 4-366 15,10-1 162-15</inkml:trace>
  <inkml:trace contextRef="#ctx0" brushRef="#br0" timeOffset="198016.12">31827 13268 197 0,'3'-2'312'0,"0"-1"-30"0,-3 3-29 16,2-3-26-16,-2 3-23 0,4-5-21 0,-4 5-22 15,1-1-24-15,-1 1-24 0,0 0-15 0,0 0-10 16,0 0-10-16,6 9-10 0,-6-4-4 0,2 3-11 15,-2-1-5-15,0 5-7 0,-2-1-5 0,0 0-2 16,1 1-2-16,1 0-5 0,-4-2 4 0,4 0-6 16,0-4-7-16,0-1-4 0,-2 2 2 0,4-2-4 15,-2-2 7-15,0-3 8 0,4 4 3 0,-4-4-3 16,10-2-1-16,4 0-3 0,-1-2 2 0,2-2 11 16,1 0 14-16,-2 0-15 0,0-1 5 0,2 0 2 15,-5 2-5-15,0 2 3 0,-1 0 1 0,-2-1-5 16,-3 1-2-16,3 2 4 0,-2-2-5 0,1 3-20 15,-7 0-8-15,13 5-10 0,-3 4-11 0,1 2-18 16,-4 3-17-16,3 2-45 0,-7 4-41 0,1 1-97 16,-4-2-256-16,0-1-530 0,-4-3 235 0</inkml:trace>
  <inkml:trace contextRef="#ctx0" brushRef="#br0" timeOffset="199019.44">26711 14233 75 0,'0'0'171'0,"-1"-7"-12"15,1 7-18-15,0 0-12 0,0 0-22 0,-1-3-7 16,1 3-15-16,0 0-5 0,0 0-11 0,0 0-9 16,0 0-1-16,-14 10-11 0,6-4-8 0,0 2-2 15,2 0-4-15,-7 6-4 0,0-1-5 0,-1 1-3 16,4 1 4-16,-2 0-10 0,2 1-2 0,1 0 6 15,2-1-9-15,-2 1-1 0,4 0 6 0,2-3-1 0,2-2 4 16,1 1 0-16,3-3 4 0,-2 2 6 0,4-4 7 16,2 0 11-16,0-2 5 0,2 0 11 15,2 0 5-15,0-5 3 0,0 0 3 0,3-2 8 16,-4-2 1-16,4 0 1 0,-2-2-6 0,1-5-8 0,1 0-3 16,-3-2-8-16,2-3-9 0,-3 1-5 0,-1-2-8 15,3-6-6-15,-7 5-2 0,-1 1 0 0,-2 0-6 16,-2 5 0-16,0-1-7 0,0 4-5 15,-1-1-2-15,-2 1-5 0,1 3-6 0,-3 1-17 16,-2 0-22-16,-2-1-17 0,-1 5-20 0,-1 0-19 16,-2 1-19-16,-1 1-24 0,2 3-19 0,-2 0-38 15,2 1-141-15,2-3-365 0,5 4 161 0</inkml:trace>
  <inkml:trace contextRef="#ctx0" brushRef="#br0" timeOffset="199534.39">27105 14022 185 0,'1'-1'216'16,"-1"1"-24"-16,0 0-24 0,1-5-20 0,-1 5-24 15,0 0-24-15,0 0-2 0,0 0-23 0,8 10-11 16,-9 1-5-16,-2 3-11 0,3 6-1 0,-6 9-4 16,-2 0-3-16,-5 4-10 0,3 2-5 0,-8 9 1 15,0 2-4-15,3-3-6 0,0 3 2 0,2-14-3 16,3 0-1-16,1 1-5 0,1-2 7 0,2 1-3 15,1-3 17-15,3-2-19 0,4-7-2 0,-2-4 19 16,1-3-4-16,1-4 2 0,2 0 7 0,-2-1 26 16,2-3 27-16,-1-1 32 0,1-1 16 0,0-2 1 15,-4-1-4-15,10-4-13 0,-6 0-8 0,3-2-8 16,-3-1-6-16,2-2-9 0,-3-1-6 0,-1-1-7 16,0-2-10-16,0-2-11 0,-2 3-9 0,-2-4-3 15,1 0-17-15,-2 0-9 0,1 1-4 0,-3 3 1 16,2-1 1-16,-2 3-5 0,3-1-2 0,-2 1 1 15,0 3 1-15,1 1 0 0,1-1 1 0,-1 2-6 16,2 1 3-16,1 0-12 0,1-1-16 0,4 1-18 16,7-1-13-16,7 2-13 0,8-2-18 0,6 3-27 15,4-3-34-15,0 4-41 0,21-1-62 0,-5 0-198 16,5-3-483-16,-3 3 213 0</inkml:trace>
  <inkml:trace contextRef="#ctx0" brushRef="#br0" timeOffset="199906.34">28132 14219 156 0,'0'0'171'0,"0"0"-11"0,0 0-17 16,0 0-3-16,18 0-8 0,-4-1-14 0,4 1-8 15,10 0-10-15,3 0-10 0,3 3-8 0,6-5-9 16,12 0-6-16,2 2-3 0,-13 0-12 0,-3-1-13 16,-1 1-13-16,-5 0-23 0,-4-4-23 0,-9 6-32 15,-6-4-30-15,1 2-30 0,-7-3-132 0,-5 1-263 16,-2 2 116-16</inkml:trace>
  <inkml:trace contextRef="#ctx0" brushRef="#br0" timeOffset="200267.39">28334 14195 23 0,'0'0'124'0,"0"0"-12"16,0 0-12-16,0 0-9 0,0 0-15 0,-8 6-3 16,8-2-7-16,-1 3-12 0,0 2-4 0,-2 1-4 0,1 0-5 15,-2 10-1-15,-1-2-2 0,-1 7-4 0,0 1 6 16,0 3-6-16,1 0 6 0,0 2-7 15,-3 0-2-15,3-1-1 0,-1 4-1 0,-1 0 3 16,2 0-8-16,-2-3-3 0,0 1-4 0,-2-2 0 16,1-3 1-16,2-4 0 0,1-1-5 0,-3-7 1 15,3-1-7-15,0-4 4 0,-4-1-1 0,1-1 5 16,2-2-4-16,-2 0 23 0,-2-4 14 0,1 0-4 16,0-2 29-16,-3-2-5 0,-1-1-3 0,-1-2-5 15,2-1-6-15,-1-4-1 0,-2 3 5 0,3-1 14 16,1-1-3-16,3 4 10 0,1-2-5 0,0 4-5 15,3-1-9-15,-2-1-7 0,2 1-7 0,3 2-15 16,-3 0-23-16,4 2-25 0,-4-4-48 0,4 4-51 16,0 0-47-16,0 0-202 0,0 0-396 0,13-3 175 15</inkml:trace>
  <inkml:trace contextRef="#ctx0" brushRef="#br0" timeOffset="200749.96">28505 14689 171 0,'0'0'268'0,"4"-3"-16"16,-4 3-24-16,3-4-20 0,-3 4-22 0,0 0-21 15,0 0-16-15,4-3-18 0,-4 3-17 0,0 0-13 16,0 0-10-16,0 0-16 0,0 0-8 0,2 8-6 0,-2-2-8 16,0 4-5-16,0-1-6 0,-2 2-7 15,-2 6-3-15,1 0-20 0,-1 2-4 0,0 0 8 16,-2 1-8-16,1-3-4 0,-1-1-3 0,1 3-4 15,-1-9-5-15,5 0 8 0,0-1-1 0,0-1 7 16,-1-3-2-16,1 1 4 0,0-3 31 0,1-3 30 0,0 5 22 16,-2-3 18-16,2-2 1 0,0 0 1 15,0 0-11-15,0 0-6 0,12-12-8 0,-6 3-5 16,4 3-16-16,-2-5 0 0,0 3-6 0,1-1-7 16,0 2-6-16,0 1-2 0,-3 1-2 0,-1-2-11 15,2 3-9-15,-2 0-7 0,-1 3-2 0,-2-2-24 16,1 0-24-16,-3 3-22 0,7-1-6 0,-7 1-16 15,13 4-12-15,-8-1-12 0,3 4-23 0,1-2-34 16,2 2-55-16,-2-3-275 0,0 4-530 0,5-3 235 16</inkml:trace>
  <inkml:trace contextRef="#ctx0" brushRef="#br0" timeOffset="201652.02">29161 14351 226 0,'2'-1'209'0,"2"-2"-25"0,-1 1-21 0,-3 2-11 16,10-2-22-16,-5 2-15 0,-5 0-18 0,14 2-15 16,-5 3-13-16,-4-4-10 0,5 4-14 0,-2 1-15 15,-1 1-1-15,0 3-13 0,-2-1-9 0,0 3 0 16,-1-1 6-16,-4 3-13 0,0 2 10 0,-1-3-6 16,-2 4 1-16,-2-1 2 0,-1 2-2 0,-2-1 0 15,3-1-2-15,-6 0-5 0,4-6-2 0,2-1 2 16,-1 0 7-16,3-2-8 0,-1-2 1 0,2 1-4 15,-1-2 15-15,2 0 14 0,-3 0 33 0,3 0 26 16,1-4 27-16,-1 4 25 0,1-4 13 0,0 0-12 16,0 0-14-16,0 0-15 0,16-11-6 0,-7 4-10 15,3-1-8-15,2-3-9 0,-1-2-7 0,3 1-7 16,-2 2-6-16,4-3-9 0,0 1-2 0,-5 3-6 16,-3 0-1-16,1 1-5 0,-3 4 2 0,-1-2-8 15,-2 2-1-15,1 1-6 0,-1-1-11 0,-1 2-11 16,-2-1-21-16,1 1-15 0,-3 2-24 0,0 0 1 15,0 0 4-15,0 0 0 0,10 7 4 0,-10 0 0 16,4-3 5-16,-3 4 9 0,2 1 3 0,-1 3-1 16,2 1-11-16,1 1-22 0,1 1-28 0,-1 0-52 15,4 1-79-15,-4-6-132 0,1-1-392 0,-1-1 174 16</inkml:trace>
  <inkml:trace contextRef="#ctx0" brushRef="#br0" timeOffset="201913.28">29638 14334 69 0,'0'0'161'0,"0"0"-2"0,10 6-15 16,-7-1-19-16,3 1-4 0,1 2-12 0,1 4-11 15,0 3-8-15,2 3-9 0,-5 0-5 0,0 1-10 16,1 8-3-16,-3 0-4 0,-2 4-6 0,-5 0-4 16,0 2-7-16,-6-2-7 0,0 0 0 0,-6 0-18 15,-4-1-12-15,-4-1-24 0,-3-2-49 0,-1-3-43 16,-5-5-133-16,-3-2-263 0,4-5 117 0</inkml:trace>
  <inkml:trace contextRef="#ctx0" brushRef="#br0" timeOffset="202248.16">29148 14185 123 0,'-5'6'127'0,"-3"3"-14"16,-3 3 2-16,-1 5-22 0,-3 6-17 0,-7 0 0 0,3 4-5 16,1 0-7-16,0 3-7 0,-1 0-3 0,1 0-8 15,3 2-4-15,5-3-5 0,-1 5-3 0,5 0-4 16,5-2 1-16,6-3 4 0,1-1-4 15,7-1 1-15,4-1 1 0,5-1-1 0,4-3 0 16,6-2-41-16,5-4-60 0,-1-3-149 0,14-2-236 0,0 0 104 16</inkml:trace>
  <inkml:trace contextRef="#ctx0" brushRef="#br0" timeOffset="202549.33">30289 14493 65 0,'0'0'304'0,"3"-3"-21"16,-3 3-23-16,2-3-26 0,-2 3-24 0,7-4-24 16,-1 4-20-16,2-3-17 0,3 3-24 0,3-1-25 15,7 1-32-15,-2 0-35 0,0 0-41 0,3 1-44 16,-1-1-56-16,0-1-77 0,-2 2-120 0,2-1-331 16,-5 0 146-16</inkml:trace>
  <inkml:trace contextRef="#ctx0" brushRef="#br0" timeOffset="202719.15">30322 14630 164 0,'12'4'162'0,"4"-2"-24"0,6 2-20 0,9 1-42 15,2-5-69-15,2 5-119 0,2-8-119 0,-3 3 53 16</inkml:trace>
  <inkml:trace contextRef="#ctx0" brushRef="#br0" timeOffset="204648.72">31175 14289 99 0,'-2'-2'95'0,"2"2"-2"0,-1-5-4 16,1 5-15-16,0 0-1 0,-8-2-16 0,8 2-5 15,-10 4-3-15,10-4-1 0,-11 5 0 0,2 1 0 16,-1 1-7-16,-1 0-4 0,-4 7 4 0,0-3 1 15,-2 5 3-15,4-2-1 0,-6 5-8 0,6-5-17 16,-3 6 8-16,4-5 0 0,3-1-6 0,-1 1-4 16,5-1-2-16,-3 2 6 0,6-6 1 0,0 3-2 15,4-1 45-15,0 5 5 0,6 1 21 0,-1-4 10 16,6 1 7-16,3-4 1 0,4-3-4 0,8-1-8 16,-1 2 6-16,3-5-6 0,-2-4-6 0,2-6-8 15,-12 1 0-15,9-6-7 0,-8-1-3 0,8-3-10 16,-8-4-3-16,2-1-8 0,-5 1-7 0,-3-3-6 15,-1 0-7-15,-4-2-3 0,-2-1-8 0,-6 1-6 16,-2 5-9-16,-4-5-24 0,-8 2-28 0,1 6-50 16,-9 0-62-16,-7 0-65 0,-7 4-190 0,-15 1-446 15,15 4 198-15</inkml:trace>
  <inkml:trace contextRef="#ctx0" brushRef="#br0" timeOffset="208681.58">7177 16056 169 0,'0'-5'215'0,"1"2"-15"0,-1-2-10 0,4 0-12 15,-4 0-9-15,3 1-19 0,-2 1-11 0,3-2-8 16,-2 1-8-16,1 2-17 0,-3-2-9 0,4 1-10 16,-4 3-9-16,2-6-7 0,-2 6-12 15,2-2-9-15,-2 2-9 0,0 0-9 0,0 0-9 16,0 0-7-16,0 0-1 0,11 8-9 0,-10-1 2 0,3 2-5 16,-1 0 0-16,-2 3-2 0,2 1-2 0,2 4 7 15,-3 3-5-15,4 6-4 0,-3-2 7 0,0-3-5 16,-1-1 3-16,3 5-1 0,-2-6-2 15,0 6 3-15,-2-7-2 0,1 2-2 0,1-3 3 16,0-2 2-16,-1-4 0 0,1-1 0 0,-1 0-2 16,1-4 7-16,-3 0-5 0,1-1-3 0,0-2 27 0,-1 1 38 15,2 0 46-15,-2-4 37 0,0 0 16 0,0 0-10 16,0 0-16-16,11-14-14 0,-4 2-13 16,3-5-10-16,5-5-11 0,3-4-8 0,-4-1-12 15,4-1-2-15,-1 2-9 0,0-4-15 0,4-2 5 16,-3 4-2-16,1 0-7 0,-4 4 3 0,2-1-19 15,-7 9 1-15,0-1-4 0,-6 5 2 0,2 2 2 16,1 1-7-16,-2 4 0 0,-4-2-5 0,3 0-1 0,-3 5-14 16,3-4-25-16,0 4-26 0,-4 2-38 15,1-4-39-15,-1 4-18 0,0 0 13 0,0 0 14 16,0 0 1-16,5 13-17 0,-2-8-17 0,-3 5-15 16,1-3-41-16,2 3-259 0,-2-3-506 0,3 1 224 15</inkml:trace>
  <inkml:trace contextRef="#ctx0" brushRef="#br0" timeOffset="209606.16">8135 16083 133 0,'0'0'233'0,"-3"-5"-16"0,3 5-17 0,0 0-12 15,0 0-19-15,-3-2-11 0,3 2-17 0,0 0-5 16,0 0-10-16,0 0-4 0,0 0-10 0,0 0-9 16,0 0-15-16,0 0 1 0,0-4-16 15,0 4-7-15,12-2-16 0,-5-1-9 0,5 2-11 16,3-2-26-16,3-1-27 0,1 3-39 0,2-2-15 0,-1 2-66 15,8-3-21-15,-9 4-171 0,2-4-364 0,-3 4 162 16</inkml:trace>
  <inkml:trace contextRef="#ctx0" brushRef="#br0" timeOffset="209781.78">8230 16201 127 0,'0'0'194'0,"-4"2"-9"0,4-2-12 0,0 0-15 16,0 0-18-16,23 0-13 0,-5-3-15 0,5 1-17 16,6-2-31-16,7 1-40 0,5-2-66 0,-5 3-78 15,0-1-87-15,0-4-223 0,-3 2 100 0</inkml:trace>
  <inkml:trace contextRef="#ctx0" brushRef="#br0" timeOffset="210507.19">8986 15843 95 0,'0'0'113'0,"0"0"-12"15,0 0-8-15,0 0-8 0,0 0-5 0,0 0 3 16,0 0-4-16,31-2 0 0,-14-1-8 0,3 1 4 16,11-3-21-16,2 5 5 0,7-5-7 0,-2 2-1 15,18-4 11-15,3 2-13 0,6-2 4 16,-2 1-6-16,-1 2-2 0,-1-2-6 0,-8 1 0 15,-16 4-6-15,-5 0-5 0,-4-2-9 0,-6 3-11 0,-5 0-29 16,-3 0-27-16,-4 0-21 0,-5 2-25 0,-1-2-13 16,-4 0-103-16,0 0-226 0,0 0 101 0</inkml:trace>
  <inkml:trace contextRef="#ctx0" brushRef="#br0" timeOffset="210915.24">9392 15812 25 0,'0'0'193'0,"1"-3"1"0,-1 3-12 15,0 0-11-15,-1-5-13 0,1 5-11 16,0 0-12-16,0 0-14 0,0 0-12 0,0 0-17 16,0 0-15-16,0 0-17 0,0 0-15 0,0 0-9 0,0 0-2 15,-8 15-8-15,5-3-3 0,-1 5-1 0,-1 0-1 16,-1 2 0-16,0 9-7 0,-2 2-3 15,4 4 5-15,2-3-6 0,-1 3 3 0,-1 12-1 16,4-12 2-16,4 12-5 0,-1-14 0 0,-1 3-3 16,2-4 4-16,1 2-2 0,-4-2-2 0,2-1 0 15,0-2 2-15,-1-4-8 0,-1-4 8 0,-1-3 29 0,-1 0-7 16,-1-5-4-16,-1-2-1 0,0-1-1 16,-3 1-5-16,1-5 3 0,-4 1-3 0,-4-1 1 15,3-3 2-15,-8 0 1 0,-3-3-7 0,1 0 4 16,-3-3 21-16,-4-3-7 0,8 2-1 0,-7-5-3 15,7 3-3-15,-2 2-6 0,0-2 0 0,2-2-2 16,1 4-5-16,0-2-1 0,3 5 0 0,3-1-3 16,1-1 0-16,3 4-2 0,1-1-6 0,0 1-18 15,7 0-36-15,0 0-23 0,-13 2-10 0,10 1-22 16,3-3-57-16,0 0-195 0,7 9-389 0,-7-9 173 16</inkml:trace>
  <inkml:trace contextRef="#ctx0" brushRef="#br0" timeOffset="211366.73">9624 16453 222 0,'0'0'234'0,"0"-4"-23"0,0 4-23 15,0 0-21-15,0 0-18 0,0 0-18 0,0 0-17 16,0 0-13-16,0 0-9 0,0 0-9 0,0 0-11 16,4 18-3-16,-4-11-10 0,0 3-4 0,0 0-8 0,-3 2-3 15,2-1-4-15,-1 5-4 0,-1-5 4 0,0 1-14 16,0 1-4-16,0-1 2 0,-2-2-5 15,4-1-1-15,-2-1-1 0,1 1 3 0,-1-4-3 16,3 2 5-16,-1-4-3 0,1 1 41 0,0-4 42 16,-2 4 20-16,2-4 12 0,0 0-14 0,0 0 10 15,0 0-19-15,0 0-10 0,9-16-11 0,-5 11-12 16,3-3-4-16,0-3-8 0,0 4-5 0,0-2-4 16,0 2-13-16,0 0-3 0,0 1-7 0,-3 2 1 15,-2 0-7-15,2 2-24 0,1-1 3 0,0 1-19 16,-5 2-15-16,7 0-13 0,-7 0-18 0,13 5-19 15,-6-3-27-15,3 4-28 0,2 2-46 0,3-1-90 16,-2-1-226-16,5 2-535 0,-5-4 237 0</inkml:trace>
  <inkml:trace contextRef="#ctx0" brushRef="#br0" timeOffset="211805.87">10378 16098 199 0,'0'-7'250'16,"0"3"-21"-16,0 4-21 0,0 0-22 0,0-9-19 16,0 9-21-16,0 0-30 0,0 0-14 0,0 0-14 15,0 0-11-15,0 0-8 0,0 27-7 0,-3-12-7 16,2 4-2-16,0 2-5 0,-2 2-6 0,2 3-3 15,-3-1-1-15,3 0-7 0,-1-1-1 0,0 3 1 16,2-8-6-16,0 1-5 0,-1-2 0 0,1 0-1 16,0-1 0-16,-3-5-6 0,3 1 4 0,0-2-5 15,-1 0-8-15,1-3-16 0,-3 0-16 0,3-3-13 16,-1 2-11-16,-1-2-15 0,2-5-13 0,-3 4-66 16,3-4-186-16,0 0-359 0,-16-13 159 0</inkml:trace>
  <inkml:trace contextRef="#ctx0" brushRef="#br0" timeOffset="212216.55">10382 15937 163 0,'1'-6'224'0,"3"1"-20"0,1 2-18 15,1 0-17-15,2 0-12 0,1 0-17 0,5 3-13 16,-1-1-14-16,5 4-11 0,-5-2-12 0,6 4-9 15,-3-1-8-15,3 4-10 0,-2-1-4 16,1 1-3-16,-8-1-11 0,3 3-3 0,-4 0-8 16,0 0-1-16,-4-1-8 0,0 1-1 0,-5 1-5 0,0 0-4 15,0-2-1-15,-5 1-5 0,0 0 1 0,-4 1-1 16,0-2-6-16,-4 2 5 0,-1-1-2 16,2-3 1-16,1 1-3 0,-2 1 2 0,1-1-3 15,0-1 4-15,3-3-3 0,-1 4 0 0,4-6 0 16,0 3-4-16,0 0 2 0,2-3-2 0,1 1 4 15,3-3-1-15,-3 7-1 0,3-7-2 0,3 7 0 16,-1-2 0-16,3-1 3 0,3 3 0 0,-1-1-4 16,2-1 3-16,3 2 0 0,-1-2-1 0,2 2 1 15,-1 1-2-15,-2-1 0 0,0 0 3 0,-1 0-3 16,0-1-1-16,-2 0-1 0,0 0-1 0,-2 1-3 16,-1-3-8-16,-3 1-3 0,-1 0 2 0,-1 2-10 15,-3-4-6-15,-1 1-19 0,-4 1-28 0,1 0-26 16,-2-2-26-16,0-1-45 0,-3 3-112 0,-5-5-310 15,4 0 138-15</inkml:trace>
  <inkml:trace contextRef="#ctx0" brushRef="#br0" timeOffset="212683.77">10903 16090 125 0,'0'0'155'0,"15"5"-11"0,-8 0-12 16,1 1-10-16,-2 1-14 0,3 1-6 0,-5 2-14 0,0 2-6 0,-3-3-8 16,-1 4-4-16,0 1-8 0,-3-4-9 15,-1 6-2-15,-4-1-8 0,1-7 0 0,-3 6-2 16,2-4-7-16,-3 3 2 0,1-5-8 15,1 0 1-15,-2 0-3 0,4-2 1 0,-2-1 12 16,4-2 3-16,-3 0 15 0,8-3 11 0,-6 6 24 16,6-6 19-16,-7 0 20 0,7 0 13 0,0 0-20 15,0 0-11-15,0 0-7 0,4-17-15 0,4 8-12 16,3-4-17-16,1 0 2 0,1-2-7 0,1 3-5 16,-2-1-6-16,2-1-3 0,1 3-2 0,-3-1-10 15,-2 6 1-15,-1-2-8 0,-2 1 0 0,0-1-13 16,-1 4 8-16,-3 2-7 0,1-1-8 0,-4 3-11 15,8-2-8-15,-8 2-1 0,0 0-1 0,0 0 0 16,6 7 1-16,-5 1 0 0,-1 0 4 0,0 0-3 16,0 1 6-16,-1 3 0 0,2 4 1 0,-2-4 0 15,1 0-3-15,1 0-13 0,-2 0-17 0,5 0-12 16,-4-2-23-16,1 2-22 0,3-5-29 0,0 0-77 16,0 1-229-16,1-7-469 0,4 3 209 0</inkml:trace>
  <inkml:trace contextRef="#ctx0" brushRef="#br0" timeOffset="212929.6">11201 15962 228 0,'0'0'217'0,"0"0"-14"0,22 7-12 16,-11-3-17-16,-2 4-12 0,5 4-13 0,-1-2-15 15,0 6-8-15,-4 2-10 0,1 6-7 0,-1 3-6 16,-5 4-11-16,-4 2-10 0,-3 2-5 0,-7 0-12 16,-3 9-2-16,-5-12-12 0,-4 9-4 15,2-12-9-15,-3-2-3 0,-5 0-10 0,-9 6-26 16,6-11-30-16,1 0-24 0,-5-4-41 0,3-2-66 0,-2-3-195 16,-3-5-387-16,3-2 171 0</inkml:trace>
  <inkml:trace contextRef="#ctx0" brushRef="#br0" timeOffset="213364.17">10281 15806 129 0,'-14'13'158'0,"-5"4"-15"15,-4 5-13-15,0 3 2 0,1 3-12 0,-5 11-4 16,4 5-13-16,5-13-7 0,3 14-5 0,1 1-11 16,4 3-2-16,7-16-11 0,6 2-2 0,3-2-7 15,9 1 20-15,11 7-6 0,0-12-6 0,14 5-4 16,12-5-12-16,0-5-27 0,4-2-65 0,0-1-128 15,-3-8-115-15,2-3-307 0,-19-8 136 0</inkml:trace>
  <inkml:trace contextRef="#ctx0" brushRef="#br0" timeOffset="214105.22">12316 16150 17 0,'0'0'234'0,"0"0"-11"0,0 0-18 0,0 0-12 0,0 0-10 16,0 0-13-16,0 0-13 0,7 0-20 16,-7 0-13-16,6-5-7 0,2 4-16 0,2 0-14 15,8-3-6-15,0 1-13 0,4 0-8 0,-2 1-20 16,7 0-22-16,1 0-27 0,-6-1-32 0,-1 6-37 15,0-3-34-15,2 1-38 0,-4-1-155 0,-7 0-329 0,2 1 146 16</inkml:trace>
  <inkml:trace contextRef="#ctx0" brushRef="#br0" timeOffset="214275.19">12336 16341 166 0,'-7'3'202'0,"7"-3"-10"16,0 0-25-16,0 0-15 0,22-8-18 0,-9 5-14 16,5-1-12-16,-2 0-31 0,6-2-38 0,7 2-41 15,-2 0-58-15,-8-1-157 0,-2-1-233 0,2 4 104 16</inkml:trace>
  <inkml:trace contextRef="#ctx0" brushRef="#br0" timeOffset="214581.4">12631 16000 165 0,'0'0'150'0,"0"0"-12"15,0 0-13-15,0 0-16 0,0 0-14 0,0 0-9 16,0 0-4-16,11 19-8 0,-2-11-9 0,-1 2-4 15,4 3 6-15,1 3-1 0,4 3-4 0,2 1-2 16,-1 2-3-16,0-1-2 0,1 1-7 0,-3-1-9 16,0 1 1-16,-3 0-9 0,-3-3 2 0,-3-2-7 15,-1 0-3-15,-2 1-3 0,-2-3 0 0,-2 5 2 16,-2-5-8-16,-3 2 8 0,-4-3 23 0,-1 1-9 16,-6-2-7-16,-3 3-2 0,-2 1-2 15,-3-3-19-15,-4 1-32 0,4-4-40 0,-3 1-91 0,2-4-139 16,7-3-321-16,4-3 143 0</inkml:trace>
  <inkml:trace contextRef="#ctx0" brushRef="#br0" timeOffset="-213866.85">14684 15871 102 0,'2'-5'173'0,"0"4"-9"0,-2 1-23 0,1-4-14 0,-1 4-15 16,0 0-14-16,0 0-22 0,0 0 6 0,12 6-5 16,-11-2-1-16,3 2-9 0,1 1-2 15,-1 3-5-15,-3 0-5 0,3 0-3 0,1 6-5 0,-1-1-10 16,-3 2 2-16,6-1 0 0,-5 1-5 0,1 0-6 16,-2 2 1-16,0-4-3 0,2 2-1 0,-2 0-2 15,2 0-2-15,-2-2-1 0,2 0-1 0,-2-4-3 16,0 1-1-16,-1 0-6 0,0-7 3 15,0 3-2-15,3-2 4 0,-2-1 19 0,-1 0 36 16,0-2 24-16,0 2 29 0,0-5 26 0,3 2 18 0,-3-2-12 16,0 0-18-16,12-10-12 0,-1-4-18 0,-1-1-5 15,4 1-14-15,1-7-9 0,3-2-5 16,1 3-11-16,-1-5-5 0,-3 3-7 0,3 0-4 16,0-3-1-16,-5 1-12 0,2 0-2 0,-2 2 0 15,-3 5-7-15,-1 0-6 0,-2 2 3 0,-1 5-8 16,-2-1-5-16,1 4-5 0,0-3-28 0,-2 6-23 0,-1 1-37 15,1-4-42-15,-2 7-30 0,-1 0-12 16,0 0-14-16,0 0-35 0,9 7-67 0,-4-4-153 16,-2-1-474-16,-1 5 210 0</inkml:trace>
  <inkml:trace contextRef="#ctx0" brushRef="#br0" timeOffset="-213367.36">15475 15565 108 0,'0'-6'167'0,"0"6"-15"16,0 0-14-16,0 0-16 0,0 0-12 0,-2 20-12 15,-1-5-14-15,-2 11 3 0,-1 3-7 0,-1 5-2 16,-3 15-11-16,-4 0-10 0,4 1 2 0,-3 5-4 16,3-1-5-16,-2 1-3 0,2 4-3 0,1 0 0 15,0 2-13-15,5-3 2 0,0-2-7 0,3 0 27 16,-4-5-8-16,7 2-5 0,1-6-6 0,-2 0-3 15,5-1-5-15,-3-11 3 0,5-3-8 0,-4 0 4 16,-3-3-5-16,3-5-4 0,0-3 1 0,-3-5-6 16,3 2 5-16,-3-7-4 0,2 3 2 0,-2-6-15 15,-1-1 14-15,0-2 0 0,1 1 16 0,2-1 42 16,-3-2 21-16,0-3 22 0,1 6 15 16,-1-6 5-16,0 6-1 0,0-6-1 0,0 0-2 0,0 0-8 15,-1 3-13-15,1-3-10 0,0 0-4 0,0 0-13 16,0 0-6-16,0 0-14 0,0 0-23 0,0 0-17 15,0 0-35-15,0 0-29 0,9-12-44 0,-8 10-51 16,-1 2-86-16,8-6-86 0,-7 1-197 0,4-1-547 16,-1 2 242-16</inkml:trace>
  <inkml:trace contextRef="#ctx0" brushRef="#br0" timeOffset="-212716.55">15677 16560 191 0,'6'-3'170'15,"0"2"-13"-15,-1 0-17 0,1 0-16 0,-6 1-20 16,14 1-8-16,-7 0-11 0,-1 4-9 0,2 2-11 0,1 1-1 16,-2 2-8-16,0 3-6 0,-3 0-4 0,-2 4-9 15,2-2 2-15,-4 3-9 0,0-1 0 0,-4 0 0 16,0 1-10-16,-1-1 1 0,0 0 4 0,-3-3-10 16,1 6-3-16,-2-4 8 0,2-8-6 15,1 3 5-15,-2-4-3 0,3 1 0 0,1-3 4 16,1-2 13-16,0 2 10 0,-1-3 22 0,1 0 33 15,1 1 26-15,2-3 26 0,-5 2 7 0,5-2-16 16,0 0-12-16,0 0-13 0,5-14-10 0,3 8-16 16,-2-4-9-16,6-3-7 0,0 0-9 0,3-3-6 15,0 1-11-15,4-4-15 0,-5 5-2 0,0 1 4 16,0 1-13-16,0 2-2 0,-5 3 1 0,-4-1-2 16,2 4-4-16,-1-1-5 0,-1 2-9 0,-1-1-14 15,2 2-19-15,-3 1-17 0,-3 1-10 0,0 0 6 16,0 0 3-16,8 7 5 0,-8-1 7 0,1 1 3 15,-1 1 0-15,-1 3 2 0,2 1-1 0,-1-1-7 16,2 6-2-16,1-5-15 0,1 5-10 0,3-3-13 16,-2 3-26-16,5-4-45 0,0 2-71 0,0-9-165 15,4 5-420-15,3-3 186 0</inkml:trace>
  <inkml:trace contextRef="#ctx0" brushRef="#br0" timeOffset="-212511.32">16260 16672 83 0,'1'-4'275'0,"2"1"-27"0,-1 0-29 15,6-3-24-15,1 3-17 0,4-1-21 0,5-1-23 16,2 1-32-16,2 1-35 0,-2 0-45 0,3 3-47 0,-2-2-68 15,-5-1-168-15,1 3-282 0,-4 0 125 16</inkml:trace>
  <inkml:trace contextRef="#ctx0" brushRef="#br0" timeOffset="-212348.92">16257 16773 1 0,'0'0'185'0,"0"0"-11"15,0 0-16-15,0 0-17 0,18 1-17 0,-5-1-7 16,5 0-28-16,1-1-30 0,2 0-51 0,7-1-44 16,0-1-49-16,-4-2-72 0,4 5-168 15,0-2 75-15</inkml:trace>
  <inkml:trace contextRef="#ctx0" brushRef="#br0" timeOffset="-211782.28">16841 16551 15 0,'0'0'261'0,"0"0"-6"16,0-7-19-16,0 7-18 0,0-4-25 0,0 4-17 15,0 0-25-15,0 0-18 0,0 0-18 0,0 0-13 16,0 0-10-16,0 16-12 0,0-6-2 0,0 2-10 16,2 4-5-16,-4 1-7 0,0 1-7 0,2 2-6 15,-2 1-23-15,2-1-33 0,-1 4-36 0,0-5-46 16,-3 0-61-16,0-2-193 0,2 1-378 15,0-5 168-15</inkml:trace>
  <inkml:trace contextRef="#ctx0" brushRef="#br0" timeOffset="-210885.47">17204 15963 138 0,'0'0'256'0,"-2"-1"-14"16,2 1-18-16,0 0-23 0,1-6-21 0,1 4-19 15,4-2-15-15,3 1-20 0,2 0-11 0,6 1-15 16,3 0-22-16,8 0-21 0,3 1-31 0,1 1-27 15,0 0-39-15,-4-3-38 0,1 3-40 0,-9 0-185 16,1 0-327-16,-7 0 146 0</inkml:trace>
  <inkml:trace contextRef="#ctx0" brushRef="#br0" timeOffset="-210735.65">17351 16038 48 0,'-10'3'158'0,"6"0"-5"16,-4-1-11-16,6 0-13 0,-2 0-11 0,0 1-3 15,4-3 2-15,0 0-4 0,13 6-13 0,-3-3-7 16,13-2-5-16,10 3-26 0,-1-1-37 0,6 0-54 16,2-3-83-16,-3-1-108 0,2 2-239 0,-3-6 106 15</inkml:trace>
  <inkml:trace contextRef="#ctx0" brushRef="#br0" timeOffset="-210017.33">18340 15603 89 0,'0'0'96'0,"-6"-2"-1"15,6 2-7-15,0 0-14 0,0 0 1 0,0 0 1 16,0 0-2-16,0 0 9 0,0 0 17 0,0 0 9 15,0 0-7-15,0 0-3 0,24-3-9 0,-6 2-5 16,1-1-8-16,13 2-4 0,0-1-5 0,1-2-8 16,4 0-5-16,16 1 3 0,-1-2-11 0,3-1-2 15,-1 2 0-15,-1 0-8 0,1 1-3 0,-19-2-6 16,-2 4-9-16,-4-3-14 0,-8 0-10 0,-5 3-8 16,-2-1-9-16,-3 0-12 0,-4-1-9 0,-2 1-16 15,-5 1-4-15,0-2-11 0,0 2-3 0,0 0-13 16,-25-2-10-16,8 0-8 0,-1-1-20 0,-2 3-67 15,-2 0-212-15,3-2 94 0</inkml:trace>
  <inkml:trace contextRef="#ctx0" brushRef="#br0" timeOffset="-209629.85">18658 15569 39 0,'0'0'189'16,"0"0"-14"-16,0 0-13 0,0 0-21 0,0 0-14 15,0 0-13-15,0 0-14 0,0 0-10 0,-6 6-6 16,6-2-7-16,-4 1-10 0,4 5-2 0,-4 1-6 16,3 9-4-16,-8 3 0 0,0 3-2 0,-1 4 0 15,1 2-4-15,-1-1-4 0,0 2-12 0,1 3 0 16,0-2 0-16,-3 10-6 0,4-9 2 0,1-1-4 16,0 2-3-16,1 12-2 0,5-13-1 0,-2-4-1 15,2 2-2-15,0-4-1 0,1 1-9 0,-2-3 10 16,2-2-9-16,-1-7-2 0,-1-1 32 0,0-4-4 15,1-2-2-15,0 1-6 0,-2-2 1 0,3-5 2 16,-4 2 3-16,2-2 3 0,-3-4 4 0,-3 2-2 16,-1-3-3-16,-5-4-3 0,1-1-1 0,-3 1-1 15,-5-6-6-15,2 0 1 0,-6-4-1 16,3-2-5-16,3 5 1 0,1 1-1 0,2-2-2 16,1 1 0-16,5 4-3 0,-1-1 0 0,3 2 1 15,1 0-4-15,2 4 0 0,1-1-3 0,4 3 0 16,-9-5-5-16,4 3-13 0,5 2-6 0,0 0-20 0,0 0-15 15,0 0-18-15,0 0-32 0,0 0-56 16,0 12-229-16,0-12-420 0,12 6 186 0</inkml:trace>
  <inkml:trace contextRef="#ctx0" brushRef="#br0" timeOffset="-209198.79">18842 16269 60 0,'0'0'246'0,"0"0"-27"0,4-5-24 0,-4 5-20 16,0 0-19-16,0 0-17 0,0 0-17 0,0 13-6 15,1-7-16-15,2 1-6 0,-3 3-10 0,0 2-9 16,-3 1-9-16,2 3-5 0,1-1-7 0,-1 2-4 16,-3-2-6-16,0 2 0 0,-1-2-9 0,1-2-3 15,3-2-3-15,-3 0-3 0,0-1-2 0,3-5-2 16,1 2-2-16,-2-1 2 0,0-2 1 0,0-2 40 16,0 3 36-16,2-5 26 0,0 0-8 0,0 0-14 15,0 0-9-15,8-15-16 0,-1 5-6 16,0-1-6-16,7-3-9 0,-5 1-6 0,5-2-5 15,-2 4-5-15,-2-1-8 0,0 6-1 0,-1-2-2 16,1 1-9-16,0 1 1 0,-1 1-8 0,1 2-2 16,0 1-10-16,-3 1-3 0,4 1-6 0,1 1-9 0,0 2-11 15,1 1-18-15,7 1-25 0,-3 2-29 16,2 2-45-16,0-3-65 0,-2-2-274 0,1 2-522 16,-1-2 232-16</inkml:trace>
  <inkml:trace contextRef="#ctx0" brushRef="#br0" timeOffset="-208823.93">19706 15845 237 0,'0'-7'218'0,"0"7"-23"0,0-5-24 0,0 5-18 0,0 0-15 16,0 0-15-16,0 0-13 0,0 0-11 0,0 0-8 16,2 24-7-16,-4-14-6 0,-2 6-6 15,3 0-8-15,-3 3 0 0,0 0-5 0,-1 6-7 0,-1 0-3 16,2 3-1-16,0-5-5 0,-1 4-6 0,-1-2 0 15,3-5-4-15,1 3-2 0,-3 5-5 0,2-10-2 16,-1-3-3-16,3 2 0 0,0-5 1 16,-2-1-3-16,3-2-5 0,-1-2-11 0,-1-1-12 15,1 0-9-15,1-2-4 0,0-4-6 0,-4 7-33 16,4-7-36-16,0 0-50 0,0 0-45 0,0 0-119 16,-12-17-336-16,9 8 149 0</inkml:trace>
  <inkml:trace contextRef="#ctx0" brushRef="#br0" timeOffset="-208399.1">19729 15709 45 0,'4'-6'214'0,"1"1"-17"0,-1-1-19 0,2 1-13 15,5-2-13-15,0 4-11 0,2-1-11 0,0 0-9 16,4 4-12-16,2 0-8 0,-2 0-7 0,1 2-10 0,0 1-11 15,-1 2-5-15,-5-3-4 0,0 4-12 16,-1 2-8-16,0-1-4 0,-5 0-6 0,-2 5-6 16,2-2 1-16,-6 2-6 0,-2-2-1 0,-3 0-5 15,-2 0-4-15,-2 4 4 0,0-6-4 0,-5 3-2 16,4-2 2-16,1-1-2 0,-5 0-5 0,4-3 4 16,-2 0-1-16,3-1-4 0,0 1 2 0,4-1-1 15,-1-1 2-15,0-1-5 0,6-2 2 0,-7 6-2 16,5-5 2-16,2-1-2 0,-3 5 8 15,3-5-8-15,0 0 0 0,6 6 2 0,0-2 6 0,-1-1 1 16,5 1 0-16,-2 1 2 0,1 0-1 0,3 0-2 16,-5 0 1-16,4 3 0 0,-1-1-1 0,-2 0-1 15,1 0-3-15,-2 1 1 0,4 1 0 0,-5-1-2 16,-2-1-2-16,0 1 0 0,-4-4-4 0,1 2 1 16,-2 2 0-16,0-3-1 0,-2 2-2 15,-5 1-3-15,2-4 3 0,-7 3-11 0,3-4-18 16,-4-3-21-16,1 3-26 0,-1-1-34 0,3-2-42 15,-2-1-197-15,0-1-379 0,2-2 167 0</inkml:trace>
  <inkml:trace contextRef="#ctx0" brushRef="#br0" timeOffset="-208117.47">20207 15630 185 0,'4'-5'223'0,"-4"5"-24"0,0 0-20 15,0 0-17-15,0 0-11 0,18 11-14 0,-12 0-8 16,3 5-13-16,0 9 7 0,-5 2-20 0,3 1-3 0,-1 4-7 16,-2 3-7-16,-3 9-10 0,-5 2-2 15,-5-12-10-15,-4 13-3 0,-3-1-4 0,-4-1-5 16,-5-4-4-16,-2-2-9 0,3-9-7 0,-7 6-23 15,1-13-28-15,-9 5-31 0,-4-4-46 0,7-7-80 16,0-6-184-16,2 0-389 0,0-2 172 0</inkml:trace>
  <inkml:trace contextRef="#ctx0" brushRef="#br0" timeOffset="-207751.62">19605 15500 73 0,'0'0'172'0,"0"0"-3"16,0 0-15-16,-11 12-16 0,4-1-11 0,-2 7-7 15,-2 7-16-15,-3 7-4 0,-8 12-4 0,4-3-13 16,-5 5 0-16,2 1-7 0,1-3-3 0,1 5-7 16,0-5-9-16,9 3-5 0,2-13-8 0,6 1 2 15,7 12-4-15,0-11-3 0,9 0-4 0,3-5 2 16,5-2 0-16,4 0 0 0,3-5-2 0,16 5-24 15,5-4-39-15,2-4-37 0,0-3-82 0,1-5-164 16,-1-4-338-16,-13-5 150 0</inkml:trace>
  <inkml:trace contextRef="#ctx0" brushRef="#br0" timeOffset="-207444.6">20836 15979 122 0,'5'-3'255'16,"-4"-2"-23"-16,3 0-28 0,1 2-18 0,4 1-20 15,5-2-18-15,3 2-20 0,2 1-23 0,3-1-32 16,5 0-38-16,-1 1-43 0,2 2-55 0,-6-1-91 16,-3-1-85-16,2 1-258 0,-2 0 115 0</inkml:trace>
  <inkml:trace contextRef="#ctx0" brushRef="#br0" timeOffset="-207283.66">20827 16162 70 0,'-3'3'250'0,"3"-3"-20"16,3 4-20-16,5-4-16 0,6 0-25 0,6 1-18 15,12-1-28-15,1 2-44 0,4 0-50 0,-5-2-61 16,5 0-72-16,-1-2-125 0,0-1-246 0,-1-1 109 15</inkml:trace>
  <inkml:trace contextRef="#ctx0" brushRef="#br0" timeOffset="-206944.59">21670 15904 39 0,'-1'-3'234'0,"-3"1"-16"16,-1 1-18-16,5 1-14 0,-14 0-15 0,2 3-11 16,0 4-15-16,-4-1-14 0,-3 5-13 15,-5 4-12-15,3 1-11 0,1 1-10 0,4-3-8 0,1 9-12 16,4-7-1-16,-1 2-7 0,7-3-4 0,0 2-9 16,4 2 8-16,2-2 11 0,4 2 16 0,4-2 7 15,10-4-3-15,7 0 3 0,3-4-8 0,4-1-4 16,5-5-11-16,-4-2-2 0,7-1-9 15,-8-4-3-15,2-6-7 0,-7-2-1 0,0-5-6 16,-6 1-6-16,-1-1-5 0,-8 0-6 0,-3 0-1 16,-1-7-11-16,-2 0-4 0,-7-1-6 0,-3-1-11 15,-6 1-11-15,0 1-16 0,-10 0-25 0,-1 2-26 16,-8 3-29-16,-3 2-49 0,0 3-71 0,-2 1-176 16,0 4-452-16,-2 3 199 0</inkml:trace>
  <inkml:trace contextRef="#ctx0" brushRef="#br0" timeOffset="-205499.44">24977 15913 22 0,'0'-4'194'0,"0"4"-8"0,0-4-20 0,0 0-19 15,0 4-15-15,0 0-11 0,-12 0-10 0,0 3-20 16,-6 1-3-16,-2 4-5 0,-6 1-8 0,-3 3-10 15,1 0-5-15,-1 2-6 0,3 1-9 0,0 1-4 16,4 0-4-16,-1-4 2 0,4 0-7 0,6 2-11 16,-1 0 5-16,5-4-5 0,0 5 2 0,3-2-6 15,0-3 1-15,4 0-2 0,0-2 7 0,2-3 7 16,2 1 9-16,1 0 8 0,3-3 7 0,3-1 3 16,0-2 5-16,5 0-5 0,4-5 5 0,-3 0-11 15,2 1-6-15,1-1-6 0,-4-2 0 16,5-1-2-16,-8 4-3 0,2-3-3 0,-1 4 2 15,1-1-10-15,-4 0-9 0,-2 2 2 0,0 0-1 0,0-1-6 16,-3 3-1-16,1 0 1 0,-5 0-1 0,13 0-4 16,-9 3-2-16,2 1 2 0,-2 1-4 0,1 0 1 15,3 3-1-15,-1 1 2 0,0 1 0 0,-2 2 0 16,3-2-5-16,-3 2 5 0,4 0 0 16,-3-3-4-16,1 1 3 0,-1 0 2 0,2-1 0 15,-1-1 2-15,1-1 1 0,-3-3-1 0,2 0 9 0,0 0 15 16,1-2 9-16,2-1 12 0,2-2 6 0,0-1 1 15,6-3 1-15,-4-4 1 0,4 1-3 16,-2-1-1-16,1-3-5 0,5-8 6 0,1 3-8 16,0 0-7-16,0-4-4 0,-2 2 0 0,-1 1-7 15,-3 6 1-15,-3-1-2 0,2 4 1 0,-7-1-7 16,0 3 3-16,0 0-4 0,-4 3 1 0,0 0-11 16,-1 2 3-16,0-1-21 0,0 2-13 0,-4 1-1 15,0 0 0-15,0 0-2 0,11 6 0 0,-11 0 8 0,3 3-16 16,-3-2-12-16,-3 0-14 0,3 4-18 15,-1 0-28-15,-3 4-33 0,3 2-34 0,1-8-34 16,-5 2-274-16,2-2-517 0,3-2 229 0</inkml:trace>
  <inkml:trace contextRef="#ctx0" brushRef="#br0" timeOffset="-204645.95">26378 15900 152 0,'4'-4'194'0,"-2"-1"-12"0,3 2-7 15,-3-1-11-15,3 1-21 0,-5 3-3 0,2-4-23 16,-2 4-18-16,0 0-12 0,0 0-9 0,0 0-8 15,5 9-11-15,-1-1 1 0,-6 3-8 0,2 0-5 16,-2 5-2-16,2 2-2 0,0 1-3 0,-6 2-4 16,2 4-4-16,0 1-5 0,-1-1 0 0,-1 0-4 15,1 4-1-15,-1-11-5 0,0 2 6 0,2-3-7 16,2-4-1-16,-2-2 1 0,1 1-5 16,-1 0 0-16,1-2-2 0,0-2-3 0,2-2-9 0,1 1-20 15,-2-4-16-15,2 1-10 0,0 0-7 0,-2 0 9 16,2-4-6-16,-1 3-28 0,1-3-22 0,0 0-37 15,0 0-134-15,-8-16-298 0,4 7 132 0</inkml:trace>
  <inkml:trace contextRef="#ctx0" brushRef="#br0" timeOffset="-204201.75">26393 15816 39 0,'4'-10'202'0,"-2"2"-19"15,2 1-8-15,-2 0-20 0,0 1-8 0,3 3-11 16,-1-2-15-16,-3-1-13 0,5 1-13 0,1 2-8 16,2 0-7-16,1 0-4 0,4 3-6 0,-5 0-5 0,5 1-11 15,-1 2-2-15,1 1-4 0,4 0-6 0,0 2-3 16,-1 1 1-16,-5-1-9 0,-1 1-4 0,-2 2-5 16,3-2-5-16,-3 2 3 0,-2 2-9 15,-1-2 1-15,0 2-5 0,-2 0 3 0,-4 0-5 16,0-1-2-16,-2 0-2 0,-2-1 1 0,-2 0-1 15,-1-1 3-15,-1-2-4 0,-2 1 2 0,-3 0-1 16,-1 1-1-16,3-3-4 0,-2-1 6 0,3 1-4 0,-2-2 1 16,2 2 1-16,-1-2-2 0,4-2 6 15,2 2-3-15,-1 1-2 0,2-1 4 0,-1-1-2 16,1 1 3-16,0-1-9 0,3 1 4 0,-2 1 4 16,3-4-4-16,7 5-1 0,-3 0 2 0,3-2 4 15,2 4-5-15,0-2 4 0,2-1-4 0,-1 2 3 16,0 0 2-16,0-1-8 0,0 0 6 0,-3 0-2 15,0 0-2-15,1-1-2 0,-2-1 0 0,-3 1-1 16,-1 0-2-16,0 0 0 0,-2-4 0 0,-2 5 2 16,0-3-1-16,-5 1 1 0,-3 1-2 0,0 0-15 15,0-1-23-15,-3-1-27 0,0 0-22 0,-1 0-37 16,0-1-166-16,4 1-320 0,0 0 143 0</inkml:trace>
  <inkml:trace contextRef="#ctx0" brushRef="#br0" timeOffset="-203868.18">27309 15909 11 0,'-1'-4'220'0,"1"4"-22"0,0 0-22 0,0 0-20 16,0 0-16-16,0 0-16 0,0 0-13 0,0 0-8 15,0 0-11-15,0 0-12 0,0 20-7 0,0-14-8 16,0 4-7-16,0-1-7 0,0 3 1 16,0-2-10-16,-4 1-4 0,4 1-4 0,0 3-2 0,0-6-2 15,-1 5-4-15,-2-3 0 0,3 0-2 0,0 0 0 16,-1-2-1-16,-1 1-5 0,0-1-14 0,-2 1-8 15,3-5-5-15,-1 1-10 0,-2-1-16 0,4-5-15 16,-5 3-32-16,5-3-26 0,0 0-180 16,-14-2-311-16,7-3 138 0</inkml:trace>
  <inkml:trace contextRef="#ctx0" brushRef="#br0" timeOffset="-203694.88">27281 15780 107 0,'0'-4'225'0,"3"-2"-20"16,-1 1-21-16,0 1-21 0,0 1-15 0,2-1-22 16,-4 4-22-16,9-1-27 0,-3 1-34 0,-6 0-34 15,0 0-31-15,14 5-23 0,-7-5-50 0,0 4-111 16,-3-1-221-16,4 2 99 0</inkml:trace>
  <inkml:trace contextRef="#ctx0" brushRef="#br0" timeOffset="-203368.8">27749 15857 230 0,'0'0'214'16,"0"0"-19"-16,0 0-18 0,0 0-19 0,0 0-22 15,2 4-5-15,-2-4-13 0,0 0-17 0,-9 6-10 16,7-3-7-16,-6 2-9 0,-1 1-6 0,0 0-11 15,0 1-1-15,1-1-6 0,-1 2-7 0,0 0-3 16,-2 1-6-16,6-2-7 0,-4 4 3 0,4 0-4 16,-1-2-2-16,1 4-4 0,2 2-3 0,3-4-3 15,2 2 4-15,1-1-9 0,0-1 3 0,-1 0 0 16,5 1-1-16,-2-1-6 0,1 0 4 0,-1-1 0 16,2 1-2-16,-2-3 0 0,-1 1-3 0,0 1 2 15,-2-5-2-15,-1-1 0 0,1 4-4 0,-4-4 0 16,1 2 1-16,-3 1 1 0,-5-3-1 0,-3 1-2 15,-4 0 0-15,-4 0 0 0,-2-1-27 16,3 1-32-16,-4-3-54 0,1 1-49 0,-6-2-174 16,6-2-362-16,4-3 161 0</inkml:trace>
  <inkml:trace contextRef="#ctx0" brushRef="#br0" timeOffset="-202334.58">28875 15827 38 0,'0'0'153'0,"-7"0"-20"0,7 0-13 0,-9 0-16 15,9 0-5-15,-14 1-12 0,8 2-11 0,-4-3-5 16,-2 2-7-16,-1 3-7 0,1 1-7 15,-4-2-4-15,0 2-7 0,0 1 4 0,5-2-9 16,-2 1-4-16,1-1-11 0,1 1 5 0,2 2 3 16,1 0-11-16,1-1-5 0,-1-1 3 0,2 2-4 0,-1 0 6 15,6 1-9-15,0 1 3 0,2-1 1 0,3 0-4 16,0-1 0-16,2 2 0 0,5 2 2 16,2-2 6-16,1 2 3 0,2 0-8 0,-1-3 0 15,-1 2 3-15,1-2-2 0,-6-2-3 0,2 0 0 16,-2-2 0-16,-2 1-5 0,-2-2-1 0,-1-1-2 15,0 0 2-15,-3-1 2 0,-1 2 7 0,0-4-7 0,-4 7 8 16,-1-4-10-16,-2 0 2 0,-5 0 3 16,-7 1-2-16,1-3 1 0,-2-1-6 0,-1 0 5 15,0 0-20-15,-6 0-17 0,4-1-26 0,2 1-23 16,3-3-157-16,-1-1-256 0,3 1 114 0</inkml:trace>
  <inkml:trace contextRef="#ctx0" brushRef="#br0" timeOffset="-201915.16">29300 15898 42 0,'-1'-3'212'0,"-2"1"-19"0,3 2-22 0,-5-2-19 16,5 2-13-16,0 0-20 0,-14 4-10 0,5 1-10 16,2 0-10-16,-3 2-12 0,0 1-5 0,0-1-8 15,1 4-6-15,-2-1-8 0,2 4-3 0,-2-3-6 16,1-1-4-16,5 2-2 0,-1 0-7 0,2-2-1 16,1 2-6-16,2-3 17 0,1 2-16 0,3-2 4 15,-1 1-3-15,2-3 7 0,4-1-2 0,2 4-2 16,0-6 2-16,4 0 3 0,4 1-9 0,-4-4 5 15,5 0 2-15,-1-2-4 0,-6 0 20 0,-1-1 7 16,3-3-9-16,-2 0-2 0,-1-2-4 0,-2-1-3 16,-1-1-4-16,-2-1-5 0,-1 0-2 0,-2-1-6 15,-2-2-6-15,-2 1-5 0,-4-2-6 0,1-1 1 16,-4 3-7-16,-1 2-9 0,-3-3-4 0,-1 3-13 16,-2 2-14-16,-2 1-6 0,-1 1-18 15,1 1-23-15,0 1-20 0,4 1-31 0,1 1-56 16,3-1-102-16,2 3-328 0,7 0 146 0</inkml:trace>
  <inkml:trace contextRef="#ctx0" brushRef="#br0" timeOffset="-201543.81">29646 15673 285 0,'4'-10'304'0,"-4"6"-23"0,1-3-17 0,1 2-29 15,0 1-25-15,-2 4-27 0,0-9-22 0,0 9-37 16,4-2-27-16,-4 2-12 0,0 0-11 0,4 13-9 16,-3-2-12-16,-1 4-7 0,0 4-10 0,2 6-1 15,-2-2-4-15,-2 4-5 0,2 1-2 0,-3-1-2 16,1 3-1-16,-2-1-4 0,0-2 1 0,1-1-3 15,1 2 4-15,2-5-5 0,-2-3-3 0,-2 1-2 16,3-4 1-16,0-4-1 0,-1 0 3 0,2-3-5 16,0 1 3-16,0-5 0 0,0 2-2 0,-2-4 1 15,2 2 0-15,0-6 1 0,-2 7 1 0,2-7 1 16,0 0-3-16,2 5 4 0,-2-5-3 0,0 0-4 16,0 7-14-16,0-7-24 0,0 0-37 0,0 0-44 15,0 0-63-15,0 0-63 0,0 0-142 0,0 0-412 16,0 0 182-16</inkml:trace>
  <inkml:trace contextRef="#ctx0" brushRef="#br0" timeOffset="-200646.42">29893 15960 219 0,'0'0'290'0,"1"-4"-30"0,-1 4-24 0,4-2-25 15,-4 2-28-15,0 0-20 0,0 0-25 0,0 0-11 16,0 0-16-16,0 0-10 0,0 12-6 0,-2-5-11 16,0 1-9-16,1-3-3 0,-2 4-13 0,3-2-7 15,-1 2-6-15,1-1-6 0,-5-2-7 0,5 0-6 16,0-1-8-16,0-5 1 0,0 7 1 0,3-4-1 16,-3-3-2-16,0 0 2 0,7 4-4 0,-2-4-3 15,4-4 0-15,4-1-3 0,-4 1 4 0,3-1-4 16,0-2 1-16,-1 1 0 0,-2 2-3 0,2 0-1 15,-2 0-2-15,1-1 0 0,2 3 2 0,-6 0-3 16,1 2 3-16,0-3-2 0,1 3-4 0,-2 0-3 16,1 3 1-16,-1-1-3 0,2-2 0 15,1 5-1-15,-2 5 0 0,2-6 0 0,1 3-3 0,-1 0-2 16,3 1-2-16,-1 0-3 0,2 1 0 0,4-2-5 16,-2 0-10-16,-2-2-8 0,-2 1-4 0,3-2-5 15,-2-1-1-15,0-2-6 0,1-1-2 0,0-3 5 16,3 0 1-16,-5-2-12 0,-2-5 24 0,1 2 5 15,-1-8 2-15,0 3 5 0,4-4 7 16,-7 1 20-16,3-11 4 0,1 4 13 0,2-2 12 16,-2-2 10-16,2-2 2 0,-1 0 3 0,0-1 2 15,5 0-1-15,-3 0 6 0,-2 2 8 0,0 1 8 16,-4 11 11-16,-3-1-4 0,2 7-10 0,-2 1-6 16,-1 2-6-16,-1 1-6 0,0 1-6 0,0 0-32 0,-2 5-35 15,0 0-2-15,0 0 1 0,0 0 1 16,0 16 4-16,-2-5 1 0,-3 7 5 0,-1 8-1 15,-4-1-1-15,-1 3 5 0,2 1-1 0,-4 0 8 16,1 0-1-16,5 1 1 0,-3-4-1 0,2 0 0 16,-1-2-3-16,0-7 2 0,4-2-4 0,0-3-3 15,0 1 2-15,-2-5-7 0,3 1 4 0,1-4-6 16,-1 0 9-16,1-1-1 0,-2 0 5 0,1-4-4 16,-2 0 5-16,6 0-2 0,-14-4 15 0,4-2-11 15,1-1 5-15,-3 0-2 0,3 0 6 0,0-1 1 16,-1-1 1-16,4 0 3 0,-1 0 5 0,2 1 8 15,1 2 5-15,2-1 5 0,-1 2 2 0,2-4-7 16,2 4-1-16,4-1-4 0,2-2 1 0,4 2-13 16,6-2 1-16,2 1-8 0,9 3-9 0,0-1-6 15,4 2-1-15,0 1-2 0,2 0 2 0,2 0 0 16,4 2 0-16,-7-3 2 0,3 3 1 0,-5 0-1 16,1 0 5-16,-11-1-1 0,-2 1 5 0,0-1 4 15,-2 1 3-15,-6 0 2 0,1 0 3 0,-7 0-1 16,1 0 2-16,1 0-1 0,-3-3-3 0,-4 3 0 15,10 3-1-15,-10-3-2 0,5 0 0 0,-5 0-3 16,4 1 0-16,0 3 3 0,-4-4 2 0,0 6-5 16,-1-3-3-16,1 2 3 0,-4-1-1 15,4 3 1-15,-3-1 1 0,2 1-2 0,0-1 0 16,-2 5 4-16,2-2-1 0,-3 1-2 0,4 0 3 0,-4-3 1 16,3-2-7-16,1 2-6 0,-1 1-12 0,-2-3-18 15,3 0-7-15,-1-1-14 0,-2 1-11 0,3-5-12 16,-1 7-8-16,1-7-13 0,-4 4-20 0,4-4-38 15,0 0-168-15,0 0-356 0,0-17 157 0</inkml:trace>
  <inkml:trace contextRef="#ctx0" brushRef="#br0" timeOffset="-200451.35">30816 15759 216 0,'2'-4'263'0,"-3"0"-19"15,2 0-23-15,-1 4-19 0,0-6-24 0,0 6-19 16,3-3-32-16,-3 3-31 0,0-4-31 0,0 4-30 15,0 0-31-15,0 0-35 0,0 0-50 16,11 9-72-16,-11-9-105 0,7 4-279 0,-3 0 124 16</inkml:trace>
  <inkml:trace contextRef="#ctx0" brushRef="#br0" timeOffset="-200136.73">31094 15806 90 0,'0'0'144'0,"-11"0"-15"15,11 0-5-15,-11 7-15 0,1-1-11 0,1 3-10 16,-1-1-15-16,1 0 3 0,-1-2-14 0,5 6-1 16,-3-3-10-16,2-1 0 0,-1 1-5 0,4 2-3 15,1-2-9-15,2-3 4 0,0 5-4 0,2-5 0 16,1 0-5-16,5 1 2 0,1 1 3 15,0-3-1-15,1 0 3 0,4-1 1 0,-1-1-7 0,1-1 11 16,-1-2 6-16,1 0 11 0,-3-2-2 0,2-1 4 16,-1 2-1-16,-1-3 0 0,-2 0-3 0,1-3-9 15,-1 0 0-15,-2 1-8 0,-1-4-3 0,0 3-7 16,-4-4-6-16,0 5-1 0,-2-3-2 0,0 2-3 16,-4-1-8-16,-2 0-3 0,-2 2-7 15,-1-1-18-15,-2 3-6 0,-3 0-18 0,-2-1-4 16,0 3-26-16,-3 0-15 0,2 2-37 0,3 2-32 15,1-1-138-15,3 0-319 0,1 2 140 0</inkml:trace>
  <inkml:trace contextRef="#ctx0" brushRef="#br0" timeOffset="-199801.59">31357 15905 261 0,'0'0'268'16,"0"0"-24"-16,6-2-26 0,-6 2-26 0,0 0-25 16,5-2-16-16,-5 2-27 0,0 0-12 0,0 0-11 15,2 10-11-15,-2-7-11 0,-2 3-10 0,0 1-6 16,1 0-12-16,-1 2-11 0,0-2-2 0,0 4 2 16,0-6-8-16,2 1 4 0,-1-1-16 0,0-1 8 15,1-2-1-15,0 5 3 0,0-7 3 0,0 5 20 16,0-5 14-16,6 3 4 0,-6-3-11 0,0 0-2 15,23-8 7-15,-14 4-3 0,5-1-10 0,4 0-3 16,-5-2-4-16,2 1-2 0,-2 4-6 16,-3-3-4-16,1 3-2 0,-3 2-4 0,0-4-10 15,-3 3-9-15,2 1-11 0,0-1-18 0,-2 5-15 0,2-1-20 16,-2 4-26-16,0 3-13 0,-1 1-27 0,-1 6-30 16,-2-5-78-16,-4 3-187 0,1-1-450 0,-2 3 200 15</inkml:trace>
  <inkml:trace contextRef="#ctx0" brushRef="#br0" timeOffset="-198350.87">25971 16936 43 0,'0'0'109'0,"0"0"-2"0,0 0-7 16,0 0-9-16,2-4-7 0,-2 4-12 0,0 0-6 16,0 0 2-16,0 0-16 0,0 0-3 0,0 0-9 15,0 0 4-15,0 0-21 0,0 0 8 0,-12 12-7 16,5-5-6-16,-1 0 2 0,-5 8-5 0,3-1 2 16,-3-2-4-16,-1 5-2 0,1 0-6 0,-2 3 8 15,3-4-7-15,2 2-3 0,0-1 7 0,2 2-9 16,-1-2 3-16,4-2 1 0,4-1 13 0,-3-2 5 15,4-2-4-15,3-3 9 0,2 1 8 16,5-2-1-16,2 0 1 0,7-4 4 0,-1-3 3 0,8 0 2 16,-4-5-6-16,0 2 8 0,5-7 7 15,-9 2 5-15,-2-1 20 0,-2-2 0 0,-1-2 3 16,-3-1 2-16,-1 1-6 0,3-3 3 0,-6 0-14 16,0 2-7-16,-3-3-8 0,-3 0-4 0,0-1-6 15,-4 2-8-15,-1-1-3 0,-3 4-6 0,-2 0-1 16,1-1-7-16,0 10-6 0,-5-7-8 0,0 6-5 15,0 0-3-15,1 4-6 0,-4-3-6 0,-2 2-11 16,0 1-11-16,2 2-11 0,5 0-16 0,-1 1-19 16,1 0-16-16,2 2-27 0,3 0-28 0,7-3-14 15,-10 4-115-15,10-4-307 0,0 0 136 0</inkml:trace>
  <inkml:trace contextRef="#ctx0" brushRef="#br0" timeOffset="-197952.55">26403 16687 216 0,'2'-3'219'0,"0"-1"-30"0,-2 4-28 0,5-3-30 0,-5 3-23 16,0 0-15-16,0 0-6 0,-2 13-15 0,-1-1-3 15,-1 5-9-15,-6 2-9 0,1 8-2 0,-4 3-8 16,-1 4-7-16,1-3 2 0,-4 14-7 0,4-10 1 15,0-2-5-15,4 0-5 0,0-3-1 0,7 3 3 16,-5-7-5-16,2 2 0 0,5-10-2 0,0 0 2 16,0-6-3-16,3 0 3 0,-1-5-3 0,1 1 6 15,-2-3 6-15,2 0 15 0,-1-1 21 16,1-1 6-16,-3-3 3 0,9 2-2 0,-9-2-6 0,0 0-10 16,12-12 1-16,-8 2-10 0,-2-1-4 0,-2 1-4 15,-3-1-4-15,2-6-11 0,-6-2-15 0,1 3-8 16,-7-6-11-16,-1 5 4 0,0-4 2 15,0 6-4-15,1 0 6 0,-1 3-1 0,0 2 3 16,5-1-11-16,1 6 12 0,2-4 1 0,0 5 3 16,3-1 4-16,3 5-16 0,-4-7-1 0,4 7-10 15,0 0-12-15,15-4-18 0,4 1-26 0,15 2-27 16,3 1-40-16,18-4-55 0,-1-2-112 0,5 5-336 16,7-1 149-16</inkml:trace>
  <inkml:trace contextRef="#ctx0" brushRef="#br0" timeOffset="-197568.32">27267 16903 11 0,'0'0'210'0,"0"0"-15"15,0 0-20-15,0 0-21 0,0 0-17 16,0 0-11-16,23-10-14 0,1 6-13 0,7-2-1 15,2 1-27-15,4-1-10 0,16-2-12 0,0 3-4 16,0 0-3-16,1 0-9 0,-1-4-2 0,-12 9-10 16,-5-2-14-16,-2 1-9 0,-7 1-15 0,-8 0-8 15,-1 0-12-15,-5 1-24 0,-4 1 2 0,-9-2-7 16,0 0-16-16,0 0-10 0,0 0-7 0,0 0-91 16,0 0-206-16,-50-3 92 0</inkml:trace>
  <inkml:trace contextRef="#ctx0" brushRef="#br0" timeOffset="-197224.6">27553 16833 31 0,'0'0'93'0,"-1"7"-4"0,1-7-10 16,-5 7-14-16,5 0-5 0,-4 1-3 15,0 4 2-15,-1 5-7 0,0 9 8 0,-3 1-13 16,-2 1 3-16,5 2-1 0,-3 1-6 0,1 1-6 0,0-1-2 15,2 5-5-15,-2-4 2 0,0 2-6 16,3-5-1-16,-1 2-1 0,0 1-5 0,1-6 3 16,4-2-6-16,-4-6 1 0,2-4-3 0,-1 1 12 15,-1-7 30-15,2 3 7 0,-2-5 1 0,-2 2 4 16,1-3 4-16,0-1-1 0,-5 1 3 0,-2-2-2 16,0-3-3-16,1-3-5 0,-6-1-4 0,7 1 6 15,-9-4 3-15,2-1-2 0,-1 2-11 0,-1-2-7 16,1-1-12-16,3 1 6 0,-1 0-7 0,0 2-4 15,4 2-1-15,1-2-4 0,5 4 0 0,-3-3-6 16,2 3 0-16,5 2-13 0,2 0-36 0,-9-3-41 16,9 3-46-16,0 0-25 0,0 0 17 0,0 0-44 15,0 0-140-15,0 0-332 0,0 0 148 0</inkml:trace>
  <inkml:trace contextRef="#ctx0" brushRef="#br0" timeOffset="-196748.84">27750 17358 224 0,'0'0'238'0,"0"0"-22"15,4-2-33-15,-4 2-11 0,0 0-26 0,0 0-16 16,0 0-29-16,0 0-8 0,1 9-10 0,-1-4-7 16,-1 2-7-16,-2 0-7 0,2 3-8 0,-3 2-8 15,-1-2-2-15,1 1-8 0,-1 2-2 0,0-2-3 16,0 4-4-16,-1-2-3 0,3 0 3 0,-1-2-12 15,0-1 4-15,-2-1 0 0,4-4-4 0,0 2 2 16,2-2-3-16,-4-3 7 0,3 3 29 16,0 0 15-16,1-5 44 0,0 0 23 0,0 0 8 15,0 0 4-15,0 0-22 0,0 0-5 0,0 0-14 16,16-10-12-16,-11 6-8 0,3-2-10 0,1-1-11 0,-3 1-3 16,2 1-11-16,-3 0-5 0,3 2-9 0,-4-1-1 15,2 0-4-15,-2 2-10 0,-4 2-40 0,8-3 0 16,-8 3-30-16,9 3 4 0,-4-1-9 15,1 1-10-15,2 4-11 0,1 1-20 0,2 1-24 16,-2-1-34-16,4 4-58 0,-3-3-266 0,4 3-516 16,3-4 228-16</inkml:trace>
  <inkml:trace contextRef="#ctx0" brushRef="#br0" timeOffset="-195901.07">28476 17016 118 0,'0'0'229'0,"4"-10"-19"0,0 8-19 0,-4 2-22 15,10-8-15-15,-4 7-15 0,-6 1-15 0,12-4-13 16,-12 4-15-16,18 1-8 0,-8 3-6 0,1 1-12 16,0 1-3-16,0 3-12 0,0 2-3 0,1 1-6 15,-3 0-10-15,1 2-2 0,-5 0-8 0,0 3 2 16,2-1-5-16,-6 1 0 0,-1 1-2 0,-1-3-7 15,-2 2-6-15,-2-2 8 0,-3-1-6 0,3 1 3 16,-5-1-4-16,-1-2 1 0,2-3-1 0,-1 0 2 16,2-1-6-16,-1 0 4 0,-3-1 2 0,5-5-6 15,-1 2 4-15,2-1 2 0,-1-1 22 0,2-1 12 16,0 1 7-16,5-2 38 0,0 0 4 0,0 0 6 16,-10-5 0-16,8-2-11 0,2 0-5 0,4-4-7 15,1-5-14-15,3 2-3 0,4-3-8 0,2-3-3 16,5-1-6-16,0 1-6 0,0 0 3 15,0-1-12-15,2 4-1 0,-5 3-4 0,-3 3-5 16,1 0 0-16,-6 1-1 0,1 1-3 0,-3 4 0 16,2 1-3-16,-2 0-5 0,-2 0-13 0,-4 4-8 15,7-5-16-15,-7 5-9 0,0 0-2 0,0 0 0 16,0 0 4-16,12 12-4 0,-10-5 2 0,-1 3 0 16,0 2 5-16,-2 1 2 0,2 1 5 0,3 4-2 15,0-2-5-15,2 0-13 0,-1 1-20 0,2 0-15 16,-2 0-27-16,3 0-33 0,-3-7-66 0,-3 0-203 15,3-1-445-15,4 1 197 0</inkml:trace>
  <inkml:trace contextRef="#ctx0" brushRef="#br0" timeOffset="-195636.58">29011 16884 114 0,'0'0'250'16,"0"-7"-24"-16,0 7-27 0,0 0-23 0,4-6-21 0,-4 6-18 15,0 0-17-15,9 17-8 0,-4-3-13 0,-1 4-9 16,5 8-10-16,-4 2-5 0,-4 2-11 0,3 2-5 16,-4 1-5-16,0 4-8 0,-9 9 1 15,-1 0-12-15,-4 0 2 0,-2-13-8 0,-5 9-3 16,-11-3-11-16,-3-3-8 0,7-10-35 0,-15 3-40 15,-2-4-67-15,11-9-203 0,-3-4-364 0,-12 1 162 16</inkml:trace>
  <inkml:trace contextRef="#ctx0" brushRef="#br0" timeOffset="-195303.15">28563 16811 42 0,'0'0'141'15,"0"0"0"-15,-12 17-7 0,2-7-11 0,0 6-2 16,-3 11-5-16,0-2-5 0,-1 5-4 0,0 1 0 16,-1 1-14-16,1 2-6 0,5-2-7 0,1 3-8 15,3 0-7-15,4-4-5 0,7 3-6 0,2-3-2 16,5-1-7-16,7-1-4 0,6-3 2 0,13 6-4 16,7-6-8-16,7-5-33 0,0-4-59 15,5 0-107-15,1-6-111 0,-3-2-303 0,-3-4 134 0</inkml:trace>
  <inkml:trace contextRef="#ctx0" brushRef="#br0" timeOffset="-194964.45">29782 17158 262 0,'0'0'292'0,"0"0"-27"0,0-7-25 0,0 7-29 15,6-5-20-15,-6 5-21 0,12-5-16 0,1 2-19 16,-3 2-24-16,10-1-23 0,3 0-26 0,5-1-24 16,-1 0-28-16,1 1-23 0,3 2-26 0,-11-1-35 15,7 0-36-15,-8-2-77 0,1-2-114 0,-3-2-327 16,-4 5 145-16</inkml:trace>
  <inkml:trace contextRef="#ctx0" brushRef="#br0" timeOffset="-194770.72">29758 17291 90 0,'0'0'229'0,"0"0"-20"16,14 0-20-16,0-1-24 0,4 1-25 0,8-3-27 15,4 0-30-15,4 2-34 0,3-3-38 0,18 0-65 16,-2 2-150-16,-1-5-221 0,-14 7 97 0</inkml:trace>
  <inkml:trace contextRef="#ctx0" brushRef="#br0" timeOffset="-194399.13">30768 16975 124 0,'-5'-5'188'0,"5"5"-17"16,-1-7-22-16,1 7-8 0,0 0-22 0,-13-2-8 15,13 2-7-15,0 0-13 0,-25 9-1 0,14-4-7 16,-8 4-14-16,1 2-3 0,-3 1-3 0,3 2-8 15,-3 4-4-15,2 0-9 0,6-3-1 0,-1 0-4 16,5 2-5-16,4-3-1 0,0 3 1 0,4-5-4 16,1 2 5-16,4-4 20 0,6 3 12 0,5 1 3 15,11-5-1-15,3 1-5 0,2-5-6 0,1-3-3 16,1-3-5-16,0-4-4 0,-2-2-4 16,-4-4-3-16,-2 2 1 0,-7-1-5 0,3-7-6 0,-9 2 0 15,-5-2-10-15,-3-3-9 0,-4-5-22 0,-8-2-28 16,-10 1-40-16,-5-2-54 0,-18-3-85 0,-9 5-146 15,-2 1-397-15,-4 7 176 0</inkml:trace>
  <inkml:trace contextRef="#ctx0" brushRef="#br0" timeOffset="-155758.94">24338 10447 140 0,'-5'-3'166'0,"5"3"-6"0,0 0-25 16,0 0 1-16,0 0-16 0,0 0-11 0,0 0-7 16,0 0-14-16,0 0-7 0,0 0-6 0,0 0-6 15,0 0 2-15,0 0-3 0,0 0-4 0,0 0-2 16,0 0-5-16,0 0 0 0,0 0-5 0,0 0-3 15,0 0-1-15,0 0-9 0,0 0-4 0,0 0 0 16,0 0-6-16,0 0-3 0,0 0-1 0,-6 0-2 16,6 0-2-16,0 0-5 0,0 0-3 0,0 0-1 15,0 0 0-15,-8 0-2 0,8 0 0 0,0 0-1 0,0 0 2 16,0 0-4-16,0 0 0 0,0 0 1 16,0 0 2-16,0 0-2 0,0 0 2 0,0 0 2 15,0 0-2-15,0 0 0 0,22 2-1 0,-1-4-3 16,15 4-2-16,3-2 4 0,22 0-4 0,4 1 7 0,29-1 3 15,-28 0 3-15,30 2 8 0,-6 1-4 16,-22-1 3-16,24-1-6 0,-32 1 1 0,0 1-5 0,0 1 3 16,-3 1-3-16,-19-1-1 0,-1-3-3 15,-1 1 0-15,-3 2-3 0,-6 0 0 0,-7-3-5 0,-1 2-6 16,-6-2-8-16,-4 0-9 0,1-1-2 0,-6 3 0 16,1-3 4-16,1 0-3 0,-6 0 1 15,6 0 1-15,-6 0-2 0,0 0-6 0,0 0-16 16,0 0-5-16,-21 0-16 0,11-3-25 0,-3 3-5 0,3-1-30 15,-3-2-56-15,2 1-108 0,-3 1-311 0,-2-2 138 16</inkml:trace>
  <inkml:trace contextRef="#ctx0" brushRef="#br0" timeOffset="-155409.37">25345 10251 56 0,'0'0'213'0,"0"-5"-18"0,0 5-19 0,0-5-20 16,0 5-15-16,0 0-20 0,0 0-11 0,9 2-12 15,1 1-4-15,-1 2-8 0,4 2-1 0,1 2-9 16,12 3-3-16,-3 1-5 0,2 2-7 0,0 1-4 15,-1 0-4-15,1 0-10 0,-4 3 0 0,-1-2-2 16,-2 3-1-16,-4-3-16 0,-2-3 1 0,-2 1-4 16,-5 1-9-16,-1-5-10 0,-4 2-1 0,0 0-5 15,-5-4-6-15,-3 3-3 0,-6-1 3 0,-1-2 4 16,-2 1-3-16,-3-3-1 0,-6 4 3 0,-1-2 7 0,-1-1-10 16,1-3 4-16,4-1-11 0,-3 2-10 15,6-3-20-15,1 1-21 0,6-1-23 0,3-2-31 16,1 0-164-16,4-1-309 0,5 0 136 0</inkml:trace>
  <inkml:trace contextRef="#ctx0" brushRef="#br0" timeOffset="-154475.22">26692 10232 88 0,'0'0'151'0,"-1"-4"-2"0,1 4-8 0,0 0-10 16,0 0 1-16,0 0-8 0,0 0-2 0,0 0-14 0,0 0-10 16,0 0-12-16,9-2-9 0,-9 2-6 15,15 1-12-15,-1 0-5 0,4 2-2 0,2-1-4 16,3 2-7-16,3 0-1 0,2 1-6 0,3 0-2 16,-2 4-4-16,5-1 6 0,-5 1-6 0,-2-3-2 0,0 1-4 15,-8 0-4-15,1-2-1 0,-1 2 4 0,-6-2-9 16,0 0 3-16,-3 2-11 0,0-2-1 0,-3 0-6 15,-2-1 2-15,-1 3-5 0,-3-1-1 16,-2 1 2-16,-6-1-6 0,2 2 6 0,-6 0 1 0,-2 1 0 16,-5-1 2-16,1 0-3 0,2-2 3 15,2-1-2-15,-1-1-2 0,-1 3 2 0,2-3-8 0,3 0 8 16,1-1 8-16,1 1 1 0,-1-1-9 16,4-1 6-16,1 0-6 0,0 1 0 0,1-1 4 0,0 1 1 15,3-3 2-15,1 5 0 0,3-1-1 0,3 0-2 16,3 0 1-16,1 1 3 0,1 0 7 15,2-1-5-15,3 3-4 0,2-1 4 0,-1 1-1 16,2-1 7-16,0 2-11 0,0 0 5 0,4 4 3 0,-5-5-3 16,-2 4-2-16,-2-1 5 0,-5-3-5 0,-1 1-4 15,0 1 3-15,-3-1-5 0,-2-2-7 0,-4 2-1 16,0-2 0-16,-2 1 8 0,-6 0-2 0,-2-1-6 16,0 1 9-16,-8-3-4 0,-1 1 1 0,-2-1 2 15,-2-1-1-15,-5-2 2 0,1 0 2 0,-4-1 0 16,3 0-1-16,0-1-1 0,7-2-2 0,-1 2 2 15,3-2 0-15,1 2 3 0,2-2 0 0,5 3-1 16,2-2-4-16,1 2 3 0,0-2 0 0,2 1-12 16,6 1-21-16,-5-5-63 0,5 5-87 0,4-7-99 15,3 5-305-15,1-2 136 0</inkml:trace>
  <inkml:trace contextRef="#ctx0" brushRef="#br0" timeOffset="-153105.69">26981 9965 11 0,'-19'-6'121'0,"1"3"-5"0,0 0-14 0,0-1-5 0,4 3-7 16,-4-2-19-16,5 3-4 0,-2 0-4 0,-2 4-4 16,-2 0-9-16,3 1 3 0,-2 4-13 15,2 0-2-15,-2 0-3 0,-3 7-7 0,0 0 8 16,-2 2-7-16,4 2-3 0,-1-1-11 0,-1 6 7 0,2-3-3 15,1 1-5-15,-2 2 17 0,1-1-2 0,2 2 4 16,0-1-8-16,2-1 7 0,1 1-6 0,0 0-2 16,-3 0 0-16,8-3 0 0,-4 2-3 15,6-5 18-15,-1-2-10 0,3 0-9 0,-3 1 13 0,5 0-2 16,-2-2-2-16,1 2 7 0,2-1-1 0,1 0-2 16,1-1-7-16,1 1 3 0,3 0-2 15,0-3 0-15,4 2 1 0,-2 1-1 0,3 0 3 16,-4-1-4-16,8 1 1 0,-3-2-6 0,3 1 1 0,-3-1 0 15,4 0-1-15,2-2 1 0,-2 0 1 0,1 0 0 16,0-1 9-16,1-2 1 0,0-1 1 0,5 3 2 16,-2-3-2-16,0-1 4 0,0 1-5 0,0-3 2 15,2 4 1-15,-1-5-3 0,-1 2-1 0,2-3-2 16,-1 1 0-16,1 1 1 0,-1-2-4 0,1-1-4 16,0 2-1-16,0-3-2 0,-2 2 3 0,-1-3-1 15,0 1 7-15,1 0-5 0,-2-1 3 0,-3 0-5 16,4-1 3-16,-4 1-2 0,4 1-5 0,-5-2 1 15,0 0-4-15,1 0 4 0,-1-2-2 0,1 2-4 16,-4 0 0-16,3 0 1 0,-1-1 12 0,-2-1 6 16,-1 0-3-16,2 2 2 0,1-3 3 0,-1 1 0 15,-2-1-8-15,2-1 2 0,0 1-2 0,-1 0 15 16,-1-4-11-16,1 3-2 0,1 0 3 0,-2 0 2 16,0-5-2-16,1 6 8 0,0-3-2 0,-4-3-3 15,3 7-2-15,-1-9-1 0,-2 2 5 0,2 4 4 16,1-4-8-16,-3 0 0 0,1-1-7 0,-1 3 2 15,2-4 4-15,-2 1-6 0,-1-2 1 0,2-3 12 16,-1 5-20-16,-2-2-2 0,3 4 6 0,-3-4-8 16,3 3 16-16,-2 0-13 0,0-2-8 0,0 2 5 15,-1 1-6-15,1-1 6 0,-4 2-2 0,4-2 0 16,-1 0-5-16,-1 0-3 0,0 2 4 0,-2-1-10 16,6-1 7-16,-7 2 0 0,2-1-4 0,0 0-1 15,-1-3 3-15,3 5-3 0,-2-3-1 0,-1 0 3 16,1-2 0-16,0 2-3 0,0 0-1 0,-2 2 0 15,2-2 12-15,-2 0-16 0,2 0 5 0,-2 0-5 0,0-1 4 16,1 2 1-16,-1-2-6 0,-1 3 1 16,1-3-1-16,-2 0 1 0,2 2 16 0,-2-2-16 15,2 5-1-15,-2-5 1 0,0 3 2 0,0-1-1 16,1-1-5-16,-1 3 4 0,0 0 3 0,0 1 3 0,1-3-9 16,0 2 5-16,-2 0 3 0,3-1-2 0,-6 3-5 15,4-3-1-15,-1 3 6 0,0-3-2 16,-1 0 1-16,2 2 2 0,-1-2 2 0,1 0-4 15,-2 4 2-15,3-3 0 0,-1 0 2 0,-1-1-3 0,0 5 3 16,1-4 3-16,-1 1-6 0,2 1 2 0,-2-1 6 16,-1 1-10-16,4-1-2 0,-1 2 0 0,-2-1 0 15,3 4-7-15,-4-8 8 0,2 6-8 0,-1-1-6 16,1-1 7-16,2 4-4 0,-6-5 0 0,2 0 2 16,1 2 1-16,-1-1 2 0,-1 1-4 0,3-2 7 15,-2 3-2-15,-4-3 2 0,6 1-2 0,-2 1 6 16,0-2-4-16,1 1 1 0,-2 1 10 0,4 0-7 15,-3 1 0-15,-1-1-3 0,5 3 7 0,-8-4-7 16,8 2 5-16,0 2-2 0,-5-4 1 0,4-1 0 16,1 5-4-16,-3-2 6 0,3 2 2 0,-5-4-5 15,5 4 17-15,-5-5-12 0,5 5-2 0,-4-2-3 16,4 2 8-16,-3-8-3 0,3 8-1 0,-3-4-4 16,0 1 6-16,3 3-2 0,-3-3 3 0,3 3 7 15,-4-5-12-15,4 5-3 0,-2-4 4 0,1 1 3 16,1 3-2-16,-4-5 0 0,1 1 3 0,3 4-1 15,-4-3-2-15,4 3 2 0,-3-5-3 0,1 2-2 16,0-1 16-16,-3 2-13 0,5 2-1 0,-6-3-3 16,4 1 3-16,0-3-1 0,-1 3 3 0,-3-1-2 15,1 1 1-15,2-2-2 0,-1 1 2 0,-1-1 1 16,0 3-4-16,3-3 4 0,-6 1-8 0,4 1 2 16,-1-1 2-16,0 1-1 0,-1-1-2 0,2 0 2 15,-3 1-3-15,2 0-3 0,-1 0-2 0,-2-1-3 16,2 3 3-16,-2-3-4 0,2 2-2 0,-6-3-1 15,2 3-1-15,-3-3-2 0,3 0-4 0,-1 3-6 16,-5-4-8-16,2 2-12 0,-6 0-21 0,2 0-19 16,-10 1-34-16,-3 1-69 0,2-4-291 0,2 3-527 15,5-2 233-15</inkml:trace>
  <inkml:trace contextRef="#ctx0" brushRef="#br0" timeOffset="-2448.61">25189 6619 86 0,'0'0'101'0,"0"0"-12"0,0 0-5 0,0 0-19 15,0 0-1-15,0 0-3 0,0 0-8 0,0 0 1 16,-2-4-5-16,2 4-9 0,0 0-1 0,0 0 26 15,0 0-13-15,0 0 0 0,0 0-7 0,0 0 16 16,0 0-7-16,0 0-4 0,0 0 2 0,0 0 10 0,0 0-17 16,0 0 4-16,0 0-3 0,0 0-7 15,0 0 9-15,0 0-11 0,0 0 0 0,0 0-1 16,0 0-11-16,0 0 3 0,0 0 5 0,0 0-1 16,0 0-6-16,0 0 6 0,0 0-6 0,0 0-6 0,0 0 2 15,0 0 1-15,0 0-3 0,0 0-5 0,0 0 0 16,0 0-3-16,0 0-2 0,0 0 2 15,0 0-1-15,0 0-2 0,18 4-2 0,-18-4 0 16,0 0-6-16,0 0 1 0,0 0 6 0,0 0-6 0,0 0 3 16,0 0 1-16,0 0-5 0,0 0 4 0,0 0 3 15,0 0-1-15,0 0-4 0,0 0-2 0,9-2-2 16,-9 2 8-16,0 0-9 0,0 0 7 16,0 0-8-16,0 0 3 0,0 0 3 0,0 0-5 15,7 0-3-15,-7 0 5 0,0 0 1 0,0 0 0 0,0 0-5 16,0 0 5-16,0 0 4 0,0 0-11 0,0 0 6 15,0 0 1-15,0 0-1 0,0 0-1 0,0 0 1 16,0 0 3-16,0 0-3 0,0 0-5 16,0 0 3-16,0 0 3 0,0 0-1 0,0 0 1 0,0 0-1 15,0 0-3-15,0 0 3 0,0 0 6 0,0 0-7 16,0 0-1-16,0 0 4 0,0 0-2 0,0 0 3 16,0 0-4-16,0 0 2 0,0 0-1 0,0 0 1 15,0 0-2-15,0 0 3 0,0 0 2 0,0 0-3 16,0 0-2-16,0 0 3 0,0 0-1 0,0 0-4 15,0 0 3-15,0 0-2 0,0 0 1 0,0 0 0 16,0 0 0-16,0 0 1 0,0 0-1 0,0 0-2 16,0 0 7-16,0 0-3 0,0 0-3 0,0 0 2 15,0 0-3-15,0 0 9 0,0 0-5 0,0 0-2 16,0 0 4-16,0 0-6 0,0 0 0 0,0 0 6 16,0 0-6-16,0 0 6 0,0 0-5 0,0 0 4 15,0 0-3-15,0 0-3 0,0 0-2 0,0 0 7 16,0 0-2-16,0 0 2 0,7 0-4 0,-7 0 6 15,14 0-6-15,-3 0 5 0,6 0-3 0,7-1 0 16,6 2 1-16,9-2 2 0,11 2-2 0,2-1 4 16,3 0 3-16,5 0 2 0,-2 2 2 0,-2-1-6 15,0 0 9-15,2 2-2 0,-6-3-4 0,-12 3-4 16,1-1-3-16,-3 0 2 0,-5 0 3 0,2 1-5 16,-3-3-1-16,-4 2 4 0,-8 0-3 0,-2-1 2 15,1-1-2-15,-8 2 0 0,1-2 2 0,-5 0-6 16,-1 1 9-16,-1-1-1 0,-5 0 3 0,10 0 0 15,-6 1-3-15,-4-1 1 0,8 1-5 0,-8-1 2 16,0 0 1-16,6 0 0 0,-6 0-5 0,0 0 5 16,0 0-3-16,8-1-3 0,-8 1-1 0,0 0-9 0,0 0-10 15,0 0-15-15,0 0-15 0,0 0-21 16,0 0-24-16,0 0-22 0,0 0-22 0,0 0-132 16,0 0-295-16,0 0 130 0</inkml:trace>
  <inkml:trace contextRef="#ctx0" brushRef="#br0" timeOffset="-1682.47">26016 6408 61 0,'0'0'133'0,"0"0"-9"16,0 0-17-16,0 0-8 0,0 0-10 0,0 0-20 15,0 0 5-15,0 0-12 0,0 0-8 0,0 0-6 16,0 0-7-16,-4 6-3 0,4-6-2 0,4 7-6 15,-4-1-17-15,1-3 12 0,3 0-3 0,3 4-1 16,0-2 6-16,2 2-8 0,3 0-5 0,3 0 4 16,2 1-2-16,1-3-1 0,2 2-4 0,1-2 1 15,5 3 1-15,-5-3-8 0,0-2 7 0,5 2-5 16,-7-2 8-16,3-1-2 0,-4 1 6 0,0-3 0 16,-5 1 12-16,-1-1 1 0,0 0 8 0,-6 0-4 15,2 1 9-15,-2-1 6 0,-1 2-5 0,-5-2-3 16,9 0-7-16,-9 0-3 0,0 0-7 0,8 1-6 15,-8-1-5-15,1 4-1 0,-6 1-5 0,-1 4 1 16,-6 4 2-16,-8 5-1 0,-3 3-2 0,-2 1 2 16,-4 1-4-16,1 2 2 0,1-1-4 0,0 2 3 15,0-2-3-15,3 3 2 0,2-3 1 0,1 1-6 16,3-1 3-16,0-2-1 0,0 0 4 0,8-7-6 16,0-2 8-16,3-3-8 0,2 1 3 0,-3-3-1 15,5-2-1-15,0 1 1 0,-2-3 0 0,1 0 14 16,4 0 12-16,-2-2 20 0,2-2 21 0,-2 5 19 15,2-5 7-15,-1 3 6 0,1-3 4 0,0 0-5 16,-4 4-8-16,4-4 2 0,0 0-14 0,0 0-9 16,0 0-11-16,0 0-8 0,0 0-2 0,0 0-8 0,0 0-5 15,5-12-2-15,-5 12-27 0,4-4-11 0,-3 1-29 16,2-1-28-16,-2 1-20 0,3-1-27 0,-3 0-37 16,3-1-38-16,0 1-57 0,0 0-179 15,1-1-450-15,4-3 199 0</inkml:trace>
  <inkml:trace contextRef="#ctx0" brushRef="#br0" timeOffset="-969.74">27705 6362 21 0,'0'0'185'0,"0"-5"-23"15,0 5-15-15,0 0-21 0,0 0-8 0,0 0-16 16,0 0-9-16,0 0-12 0,-12 9-1 0,5-1-16 0,-8 4-2 16,0 2-9-16,-3 6-7 0,1 1 1 0,-3 0-7 15,2 1-6-15,-3-3 0 0,2 2-4 16,2-3 4-16,4-1-8 0,0-2-8 0,2 0 2 16,-4-1 0-16,5-1-7 0,1-2 6 0,1-2-6 0,1 0 0 15,0-1-3-15,0-1-1 0,3-2 2 0,0 0-7 16,0-1 9-16,0 0-2 0,2-3-5 15,-1 2-3-15,3-3 2 0,-3 4 2 0,1-2-2 16,2-2 0-16,0 0 4 0,-5 4-7 0,5-4 4 16,0 0-11-16,0 0-6 0,0 0-32 0,-12-6-19 0,10 2-28 15,1 0-176-15,-3-7-289 0,1 5 128 0</inkml:trace>
  <inkml:trace contextRef="#ctx0" brushRef="#br0" timeOffset="-668.7">27423 6413 69 0,'5'-12'195'0,"-1"5"9"0,0-3-5 0,0 5-10 16,-2 0-8-16,1 1-16 0,-1 0-18 15,0 1-15-15,-1-1-11 0,-1 4-16 0,3-4-14 0,-3 4-9 16,0 0-14-16,0 0-5 0,15 12-8 0,-9-4-7 16,4 6-7-16,3 1-1 0,-4 2-8 0,6 4 2 15,-2 2-3-15,0-2-7 0,1 2-3 0,-5-5-2 16,4 5 1-16,-3-1-1 0,-4-2-1 0,1-3-5 15,0 0 2-15,-2-2-7 0,1 1 3 0,-2-3 4 16,-1-4-8-16,0 0 0 0,0-1-5 0,0-1 3 16,-2-2 0-16,1 0-3 0,-1-2-1 0,0 1 3 15,-1-4-4-15,3 4 4 0,-3 0 0 0,0-4 2 16,0 0-3-16,0 4 3 0,0-4-2 0,0 0 1 16,0 0 2-16,1 3-9 0,-1-3-26 0,0 0-54 15,0 0-37-15,0 0-40 0,0 0-201 0,-9-13-389 16,6 8 172-16</inkml:trace>
  <inkml:trace contextRef="#ctx0" brushRef="#br0" timeOffset="-67.42">27272 6554 40 0,'0'0'81'0,"-5"1"-5"0,5-1-5 15,0 0-2-15,0 0-3 0,0 0-2 0,0 0-3 16,0 0-7-16,0 0-6 0,0 0 6 0,0 0-7 16,0 0 1-16,0 0-8 0,0 0 8 0,0 0-4 15,0 0-3-15,0 0 8 0,0 0-6 0,0 0 1 16,0 0 2-16,0 0 0 0,0 0 1 0,0 0-3 15,0 0-5-15,0 0 2 0,0 0-8 0,0 0-6 16,0 0 1-16,0 0-1 0,0 0-7 0,0 0 4 16,0 0-2-16,0 0-6 0,0 0 4 0,0 0-6 15,0 0 5-15,0 0 4 0,0 0 3 0,0 0 2 16,0 0 8-16,0 0 9 0,0 0 12 0,0 0-9 16,0 0-3-16,19-2-6 0,-1 0 0 0,5 4-7 15,7-2-2-15,4 0-10 0,7 0 8 0,13-2-1 16,3 4 3-16,-3-2-2 0,-2 1-5 0,-15-1-3 15,-1 2 0-15,-3-2-2 0,-6 0-5 0,-6 0 3 16,-2 2 0-16,-7-2-2 0,0 0 1 0,-3 0 3 16,-1 1-3-16,-2-2-2 0,-6 1-3 0,10 0-2 15,-5 1 0-15,-5-1-6 0,0 0-6 0,8-1-8 16,-8 1-30-16,0 0-43 0,0 0-61 0,-18 6-208 16,12-6-383-16,-1 1 169 0</inkml:trace>
  <inkml:trace contextRef="#ctx0" brushRef="#br0" timeOffset="3100.93">28020 6292 10 0,'0'0'110'0,"0"-5"-17"15,0 5 3-15,-3-5-11 0,3 5-9 16,0 0 5-16,0-7-5 0,0 7 4 0,0-6-20 0,3 3 20 15,-3 3-14-15,1-3-7 0,-1 3-5 0,0-4 1 16,0 4-12-16,1-8 6 0,-1 8-1 0,0-5-11 16,0 5 0-16,0-2 2 0,0-3-5 15,0 5-2-15,-1-7-8 0,1 7-1 0,-4-5 5 0,3 0-6 16,-2 3-2-16,2-2 0 0,-3-3-2 0,2 3-2 16,-2-1 3-16,-1 1-11 0,2-1-4 0,-2 0-1 15,1 3 9-15,0-3 10 0,-1 3-17 0,4-1-7 16,-4-1 4-16,0 0 2 0,-2 0-2 0,2 1 0 15,0-2-2-15,1 1-1 0,-1 2 2 0,-2-1 1 16,-2-1-1-16,0 1 2 0,-3-2-3 0,-1 3 1 16,-1-1-2-16,-2 0 4 0,-2 1-9 15,1-3 1-15,-2 1 10 0,1 3-8 0,0-1 6 0,-1 1-7 16,2-1 5-16,2 2 1 0,0-2-2 0,0 1-1 16,2-5 0-16,-5 6 2 0,2-3-2 0,1 3 0 15,4-3 5-15,-3-2-3 0,1 3-9 0,-2-2 11 16,2 1-4-16,-1 1 0 0,1 1 2 0,0-4-4 15,-1 1 2-15,3 1 0 0,-1 3-1 0,3-2-4 16,-1 0 3-16,0 0 3 0,3 1 1 0,-4-1-3 16,4 0 4-16,0 2 1 0,2-3-5 0,-2 2-4 15,7 1 4-15,-11 1 1 0,4-2-6 0,7 1 8 16,-11 0-1-16,6 1-5 0,0-1 4 0,-3 3-4 16,2-3 10-16,-2 2-8 0,0 1 1 0,-2 2 2 15,2-1 0-15,-1 1 2 0,-1 2-2 0,0 0 0 16,-3 3-6-16,-1-3 5 0,1 3 1 0,-3 2 2 15,0-4 1-15,1 6-1 0,2-2-3 0,-2 0 3 16,2 0-3-16,2-2-1 0,-3 2-8 0,2 0 9 16,-2 0 3-16,4 2-1 0,-3-2 4 0,4-3-3 15,0 5-7-15,-2-1 9 0,-1 0 1 0,3 3-8 16,0 0 4-16,-1-2 3 0,1 3 2 0,1 0-8 16,-2-1 1-16,1 2-2 0,4-3 4 0,-1 2 0 15,-3-1 1-15,2 0 0 0,4-4-4 0,-3-1 5 16,3 4-3-16,-1-1 3 0,0-4-5 0,2 1 5 15,-1 5-3-15,2-5-4 0,-2-1 10 0,3 0-5 16,0 0-4-16,0-1 4 0,3-2-2 0,-3 3-1 16,1 0 5-16,2-3 3 0,-1 1 0 0,3 0-2 15,-1 0-6-15,0-1 4 0,1 1 1 0,0 1 1 16,0-1-2-16,1 2-1 0,-2-3-2 0,3-1 2 0,-1 3-1 16,1-2-1-16,1 2 4 0,-2-2 3 15,0 1 0-15,0-1-4 0,3 1-2 0,-2 1 1 16,2-3 0-16,-2 2-2 0,5-3-3 0,-5 3 5 15,5-1 2-15,-5-1 1 0,5 0-3 0,-4-1 1 0,2 2 2 16,0 2 0-16,-2-4-4 0,2 0 3 0,2 3-3 16,-1-7-2-16,2 4 2 0,0 1 3 0,1-2-8 15,-3 0 15-15,2 0-9 0,0 1 1 0,2 0-2 16,-1-1-2-16,-1 2 2 0,2-4-3 16,-2 1 8-16,1-1-2 0,3 2 0 0,-3-2-2 0,4-2 4 15,-3 3-2-15,-2-1 0 0,5-1-1 0,-2 2-2 16,2-2-2-16,-4 2 2 0,4 0-4 15,-4-2 6-15,1 0 1 0,-2 2-2 0,0-3 1 0,-3 1 1 16,2-2-1-16,-1 2 0 0,-2 0 0 0,2-1 7 16,2 0 1-16,-1 0 2 0,-1 0 1 0,1-1 2 15,-2 0 8-15,0 1-1 0,-1-1-2 0,0 1 5 16,3 0 4-16,-1-2-4 0,1 1-6 16,-1 0 2-16,2-2-5 0,2 0-3 0,-3 1 1 0,1-1 0 15,-2 1 7-15,0-2-1 0,2 1-5 0,-2 0 4 16,0-1-2-16,2 2-5 0,0-4 1 0,-3 4 4 15,2-2-3-15,-2-1 0 0,1 1-5 0,-2-1-1 16,2-1 0-16,1 1 1 0,-3 0 0 0,-4 3 2 16,0-4-3-16,7 1-2 0,-7 0 2 0,0-1-3 15,0 4 1-15,2-4 3 0,0 2 0 0,2-2-2 16,-1 1 7-16,-3 1 1 0,3 2-1 0,1-5 0 16,-3 2 0-16,0 0-1 0,3-2-2 0,-4 2-4 15,2-2-1-15,-1 0-1 0,-1 1 3 0,3 0-4 16,-2-1 1-16,1-1 1 0,-1 3-4 0,-3 0 4 15,4-4 0-15,-3 3 0 0,1-3-1 0,-1 3-5 16,1 0 3-16,-1-1 0 0,2-2-3 0,-2 2 0 16,0-2 3-16,1 0-1 0,-1 1-1 0,0 2 1 15,0-1-1-15,-3 2 1 0,4-1 3 0,0-3-1 16,-5 2-2-16,5 1 4 0,-2-1-3 0,-2 0 0 16,2 0-1-16,-1 2 2 0,0-3-2 0,0-1 7 15,1 3-7-15,-2-2 2 0,4 0-2 0,-4 2-1 16,2-1 3-16,-2 0-3 0,-1 3-1 0,3-3 2 15,-2-1-1-15,2 2 4 0,-3-1-3 0,1 1 0 16,0-1 0-16,-1 0 1 0,0 0-2 0,0 0-2 16,3 1 1-16,-6-6-3 0,3 5 3 0,0-5 0 15,0 6-3-15,-2-5 2 0,-1 1-1 0,-1 1 0 16,0-2-5-16,-3 2 3 0,-1-1 2 0,-2-4-1 16,-3 2-2-16,-4-3 6 0,-7-1-5 0,-5 1-1 15,-2 0-3-15,-3-1-11 0,0 1-25 0,2 5-26 16,-1 2-45-16,6-2-49 0,-1 2-185 0,7 2-378 15,6-1 168-15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4:41:39.54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3916 3987 176 0,'0'0'170'0,"0"0"-4"16,0 0-11-16,0 0-1 0,0-5-15 0,0 5-14 15,0 0-14-15,0 0 0 0,0 0-8 0,0 0-4 16,0 0-4-16,0 0-8 0,0 0-1 16,0 0-2-16,0 0-3 0,0 0-8 0,-1-4 4 0,1 4-9 15,0 0 2-15,0 0-4 0,0 0-6 0,0 0 2 16,0 0-17-16,0 0 0 0,0 0-6 0,0 0-4 15,0 0-5-15,0 0-4 0,8-1-6 0,-8 1 7 16,11 0-7-16,0 0-5 0,7-4-15 16,3 2-12-16,8-3-24 0,2 1-32 0,3-1-44 15,5 3-37-15,-5-3-60 0,-2-1-147 0,0 4-386 0,-3 1 172 16</inkml:trace>
  <inkml:trace contextRef="#ctx0" brushRef="#br0" timeOffset="199.73">3893 4317 42 0,'0'3'208'0,"0"-3"-2"0,0 0-16 15,14 0-18-15,-5-3-17 0,4 2-13 0,9-4-19 16,-1 1-16-16,10-3-33 0,-3 2-47 0,0-1-57 15,-6 2-74-15,-3-2-115 0,0 0-237 0,-3 0 105 0</inkml:trace>
  <inkml:trace contextRef="#ctx0" brushRef="#br0" timeOffset="769.32">4018 3884 68 0,'-2'-4'346'15,"1"-3"-15"-15,-2 2-29 0,2 0-32 0,-1 2-24 16,1-2-28-16,1 5-25 0,0 0-25 0,-1-5-18 16,1 5-20-16,0 0-32 0,0 0-16 0,0 0-13 15,0 0-11-15,0 0 0 0,18 12-10 0,-9-7 0 16,1 6-9-16,5 0-3 0,2 1-2 0,-1 0-8 15,10 2 1-15,-8-3-11 0,5 4-3 0,-4-6-3 16,4 4-3-16,-3-4-2 0,2-2-1 0,-4 1-2 16,0-3 1-16,-3 1-1 0,-1-3 8 0,-1 0-10 15,1-3-4-15,-2 1 3 0,-2-1 4 0,-2 1 7 16,1-2 4-16,-3 1 9 0,1-1 13 0,-1 1 7 16,-6 0 3-16,9 0 9 0,-9 0-14 0,6-3 0 15,-6 3-7-15,0 0-3 0,8 0-1 0,-8 0-19 16,0 0-22-16,0 0-20 0,5 4-1 0,-8 4 11 15,-2 4-6-15,-4 14 3 0,-5 3 4 0,-11 13 2 16,-2 7 5-16,-5 3 0 0,-4-2 2 0,-11 28 1 16,4-4 5-16,8 2 2 0,9-24 6 0,2-1-2 15,-3 4-1-15,3-5 2 0,1-5 7 0,9-11 1 16,1-3 0-16,0-5 5 0,4-1 9 0,3-8-2 16,2-5 0-16,-2-3 16 0,2-1 25 0,0-1 23 15,3-2 29-15,-2-3 30 0,1 2 17 0,-1-1 21 16,0-1 11-16,3-2 4 0,0 0-22 0,0 0-19 15,0 0-15-15,-3-9-15 0,-1 5-12 0,4 4-15 16,4-8-8-16,-3 3-14 0,0 3-23 0,-1-2-23 16,3 1-33-16,-2-2-40 0,-1 5-49 0,4-5-51 15,-3 1-68-15,2 1-63 0,1-2-72 0,-1-2-98 16,3 1-247-16,4-2-744 0,-1 0 330 16</inkml:trace>
  <inkml:trace contextRef="#ctx0" brushRef="#br0" timeOffset="1817.78">6252 3600 68 0,'-4'-5'233'0,"1"2"-8"0,2-2-13 0,1 1-16 16,0 4-11-16,-1-6-11 0,-2 4-10 0,3 2-14 15,-1-4-15-15,-4 0-13 0,5 4-15 0,0 0-10 16,-4-1-17-16,4 1-21 0,0 0-20 15,0 0-13-15,-5 6-2 0,0-1-2 0,1 7-5 16,-9 11-6-16,6 9 2 0,-11 19 1 0,-4 6-1 16,-5 29 3-16,-2 4 0 0,5 2 2 0,1 0 2 0,2-5-4 15,5 0-4-15,0-5 4 0,6 3-2 0,1 0 5 16,3-24-1-16,-3 25-7 0,4-29 7 16,3 1-6-16,1-2 4 0,1-1 0 0,-4-7 1 15,2 2-2-15,-2-15 1 0,-3-4 2 0,-1 1 0 16,1-4-3-16,-3-3 2 0,1-1 4 0,-4-9 0 15,3 0 4-15,-4-1 7 0,5 0 11 0,-5-6 4 16,-4 1 8-16,0-5-1 0,0 0 5 0,-3-2 3 16,-1-2 3-16,-4-3 3 0,-2-4 1 0,8 5 5 15,-2-2-3-15,5-2 3 0,-2 4-11 0,6-2 8 16,-1 0-12-16,4 0-15 0,2 2-2 0,-3-1-4 16,11 3-2-16,-14-3-5 0,14 3-18 0,-13-2-17 15,13 2-30-15,-6 1-32 0,6-1-40 0,0 0-38 16,-11 4-44-16,11-4-48 0,0 0-298 0,0 0-577 15,0 0 255-15</inkml:trace>
  <inkml:trace contextRef="#ctx0" brushRef="#br0" timeOffset="2583.84">5990 5445 179 0,'0'0'223'16,"-3"-4"-12"-16,3 4-11 0,-1-5-14 0,1 5-14 16,0 0-13-16,-5-2-20 0,5 2-14 0,0 0-11 15,0 0-13-15,0 0-13 0,-12 7-6 0,5-2-10 16,-3 7-8-16,-2 0-3 0,-1 4-9 0,-1 6-3 16,-2 3-9-16,3 1-1 0,-1 3-5 0,1 3-3 15,3-4-5-15,-3-1-1 0,8 1-2 0,-3-5-4 16,7-4 1-16,-3 0-5 0,4-2 1 0,4-1 17 15,1-2 4-15,-1-4 8 0,5 0 13 0,0 0 12 16,1-4 5-16,9-3 6 0,3 0-2 0,9-6-11 16,1-2-4-16,1-5-4 0,0-1-7 0,-1-5-5 15,-1-1-2-15,-6-2 3 0,0-3 5 0,-5 0-10 16,-2-2-3-16,-5-2-5 0,-2 0-1 0,-6 1-7 16,0 2-2-16,-7-3-10 0,-2 9-7 0,-5-2-7 15,-3 5-6-15,-4 2-4 0,-7-2-12 0,-5 6-18 16,-3 4-28-16,-3 0-31 0,-1 3-42 0,-2 8-66 15,4-3-320-15,0 1-567 0,12 0 251 0</inkml:trace>
  <inkml:trace contextRef="#ctx0" brushRef="#br0" timeOffset="3296.04">6570 3200 37 0,'0'0'337'15,"-1"-5"-9"-15,1 5-5 0,-1-4-27 0,-1 1-27 16,2 3-18-16,0 0-24 0,-4-4-28 0,4 4-17 16,0 0-22-16,0 0-19 0,0 0-35 0,0 0-39 15,0 0-18-15,0 0-1 0,-3 16-9 0,1 5 4 16,-4 4-7-16,-1 10-4 0,0 0-19 0,-2 15-34 16,0-3-44-16,0 3-47 0,3-4-55 0,-2 1-87 15,4-14-174-15,-1 1-462 0,2-7 204 0</inkml:trace>
  <inkml:trace contextRef="#ctx0" brushRef="#br0" timeOffset="5233.76">7036 4230 176 0,'0'0'198'0,"3"-7"-22"16,2 2-19-16,0 1-12 0,7-1-16 0,-1-3-13 16,2 3-11-16,5-2-15 0,1 3-13 0,2 2-2 0,-2 2-10 15,0 0-7-15,3 0-9 0,-2 5-2 16,0 2-4-16,-4 2 0 0,0 3-5 0,1-1-1 15,-6 3 0-15,1 2-6 0,-7 2-3 0,3 7-1 16,-7 0-4-16,-1 1 0 0,-1 2 1 0,-7-2-1 16,-1-1 2-16,-5-2-2 0,0 4-1 0,-1-5 2 15,-2 0 1-15,1-1 1 0,1-6 2 0,2-2 5 16,1-2 4-16,2-3 7 0,0-1 5 0,3 0 16 16,2-4 19-16,0 1 18 0,0-4 24 0,2 3-6 15,3-3-14-15,0 0-13 0,-5-13-6 0,13 2-10 16,-3-1-11-16,4-6-1 0,6-6-11 0,4 3-8 15,2-4-2-15,3-1-8 0,2-3-6 0,5-6-1 16,-9 8-4-16,1 2-9 0,4-1-3 0,-4 3 1 16,-2 4-4-16,-9 5 4 0,0 2 0 0,-4 2 9 15,0 3 6-15,-1 2-1 0,-3-1-4 0,-2 3-4 16,1 1-2-16,-1 0-17 0,-2 2 0 0,0 0 0 16,-9 12-1-16,0-2 0 0,-10 8 2 0,3 3-3 15,-2 0 0-15,0 4-5 0,0-2 2 0,4 4 3 16,4-2 0-16,2 0-1 0,5 0 5 0,3 2-2 15,8-2-4-15,4-1 4 0,7-5-14 0,8-2-42 16,7-5-61-16,18-4-97 0,10-3-362 0,29-5-623 16,1-11 276-16</inkml:trace>
  <inkml:trace contextRef="#ctx0" brushRef="#br0" timeOffset="5932.58">8148 3916 49 0,'0'0'156'0,"0"0"0"15,0 0-6-15,0 0-2 0,0 0-6 0,0 0 0 16,0 0-3-16,0 0 1 0,0 0-1 0,0 0-3 15,0 0-11-15,0 0-13 0,0 0-10 0,0 0-10 16,0 0-12-16,22-7-8 0,-3 3-6 0,-1-1-10 16,18 0-3-16,1-2-7 0,15-3-2 0,5 0-7 15,4 4-3-15,-1-6-6 0,4 3-3 0,-3 0-2 16,-6 2-3-16,-13 4 0 0,-3 1-5 0,-8-2-8 16,0 2-21-16,-12 0-23 0,-2 1-30 0,-6 1-40 15,2 1-7-15,-9-1-11 0,0 1-31 0,-4-1-167 16,0 0-349-16,-23 10 154 0</inkml:trace>
  <inkml:trace contextRef="#ctx0" brushRef="#br0" timeOffset="6335.87">8465 3910 32 0,'0'0'252'0,"0"0"-6"16,-5-4-4-16,5 4-10 0,0 0-10 0,0 0-18 15,0 0-18-15,0 0-16 0,0 0-20 0,0 0-18 16,0 0-15-16,0 0-21 0,0 0-14 0,0 0-7 16,-4 10-13-16,4-1-4 0,0 7-6 0,0 2-6 15,-1 7-4-15,-4 4-1 0,1 8-3 0,0-2 0 16,-1 12-2-16,4 3 0 0,-3-1-3 16,1 0-3-16,3-1-2 0,0-12-1 0,0 13-3 0,3-13-3 15,-2 14 6-15,-1-14-7 0,3-1 0 0,-6-2 1 16,3-2-4-16,-1 2-1 0,-3-7 1 0,-1-6-2 15,0-4 1-15,-2 1-1 0,-3-2 0 0,0-2-2 16,-4-3 8-16,-3-2 7 0,1-3-4 16,-6-1 4-16,-6-4-1 0,0-1 8 0,0-3 1 0,-3 0 9 15,3-1 16-15,2-2 3 0,5 1 4 0,0 0-6 16,3 1-11-16,2-2 1 0,3 3-1 0,1 1-6 16,2-1-4-16,5 1 0 0,-1 2-7 15,-2-1-4-15,4 0-3 0,4 2-23 0,-5-3-28 0,5 3-38 16,-4-2-41-16,4 2-24 0,0 0-5 0,0 0-20 15,0 0-15-15,0 0-20 0,8 9-51 0,-3-5-254 16,5-3-531-16,2 3 236 0</inkml:trace>
  <inkml:trace contextRef="#ctx0" brushRef="#br0" timeOffset="6833.87">8780 4595 314 0,'0'-5'345'0,"0"5"-16"0,0 0-32 0,0 0-30 15,-2-5-20-15,2 5-33 0,0 0-23 16,0 0-25-16,0 0-17 0,0 0-17 0,0 0-13 0,0 0-17 16,0 0-9-16,2 16-11 0,-5-6-6 0,0 3-6 15,0 4-8-15,-1-1-5 0,-4 10 3 16,0-2-9-16,-1 3-4 0,2-3-6 0,-5 0 0 16,2 3-6-16,4-11-1 0,-1 1-5 0,0 1-3 15,3-6-3-15,0-3-1 0,0 0 1 0,3-3-3 0,-3 0 3 16,3-2 40-16,-2-1 23 0,3 1 25 0,0-4-10 15,0 0-12-15,0 0-10 0,13-18-9 0,-4 5-7 16,4-1-5-16,-3 1-3 0,6-9-24 16,0 1 10-16,-1 5-3 0,-3 2-3 0,-1 0-8 15,6 2-5-15,-9 2 0 0,-1 4-8 0,-2 1 0 16,-1-1-2-16,2 2-2 0,1 3-12 0,-7 1-7 0,12 4 8 16,0 0-6-16,-4 0-2 0,2 3 1 15,0 1-2-15,3 2-15 0,-3-1-21 0,-1 1-21 0,1 0-29 16,-1 0-39-16,-1-1-37 0,0 3-41 15,-2-3-48-15,2-1-368 0,-2-7-679 0,0 5 301 0</inkml:trace>
  <inkml:trace contextRef="#ctx0" brushRef="#br0" timeOffset="7419.44">9767 4079 30 0,'0'0'191'0,"0"0"-27"0,7-1-7 0,-7 1-21 0,0 0 0 16,2 7-11-16,-2-3-9 0,0 2-3 0,-1 4-3 15,0 2-10-15,-6 3-3 0,2-1-7 0,-5 6-11 16,-2 3-5-16,-7 2-7 0,0 2-4 16,-8-1-6-16,-5 8-3 0,5-11-6 0,-2 0-6 0,2-3-1 15,-1-2-5-15,4-3-2 0,5-4-4 0,-1-1 0 16,4-2 9-16,4-3 4 0,2 0 19 0,0-2 24 16,4 1 26-16,-1-1 15 0,1-3-1 0,2 1-2 15,4-1 3-15,-10-8 4 0,7 3-11 0,2 0-6 16,1-3-17-16,0 1-10 0,1 0-4 15,2 2-16-15,-2-5-2 0,3 4-8 0,0 2-9 0,-2-1-5 16,2 1-9-16,1-1 3 0,0 2-16 0,2 2 10 16,4 0-13-16,-2 1-4 0,4 1-2 0,6 0 1 15,-2 2-11-15,3 4-21 0,-1-1-28 0,8 3-32 16,1 1-36-16,-2 0-30 0,-8-2-42 16,7 3-57-16,-7-2-87 0,-3-1-169 0,2 0-539 0,-4-2 238 15</inkml:trace>
  <inkml:trace contextRef="#ctx0" brushRef="#br0" timeOffset="7850.2">10015 4235 5 0,'7'3'207'0,"0"0"-14"15,2 0-13-15,-1 3-13 0,-2 0-16 16,3 1-11-16,0 3-7 0,-4-1-14 0,0 2-9 16,-1 2-8-16,-1-1-10 0,-2 4-8 0,-4 0-8 0,1 0-4 15,-1-1-6-15,-1-1-5 0,-3 1-6 0,-2-3-3 16,1-4-3-16,0 1-3 0,1-2-2 16,-3 0-3-16,2-1 6 0,3 1 7 0,1-6 17 15,0 5 18-15,-1-4 17 0,5-2-8 0,0 0-2 16,0 0-4-16,-6-9-6 0,7 1-11 0,4-1-9 15,0 0-5-15,4-6-7 0,1 0-9 0,6 0-2 0,2-2-10 16,3-4 0-16,1 5-3 0,-3 0-2 0,-1 4-9 16,-5 0-1-16,1 3-2 0,-4 2-4 15,-1 2 4-15,-1-1-10 0,-3 4-2 0,0 0-3 16,-1 0-15-16,-4 2-8 0,9 3 5 0,-7 0 1 16,-1 2 2-16,1 4 5 0,-1-1-1 0,-1 5 0 15,0 3 2-15,-1 4 4 0,-1-4 4 0,2 3-5 0,0-2 5 16,2 0 1-16,-1 1 0 0,3-1-21 15,-1 0-18-15,0-5-16 0,0-2-13 0,3 1-18 16,3-3-32-16,-1 1-51 0,0-4-67 0,-1-3-205 16,6-1-474-16,-1-2 209 0</inkml:trace>
  <inkml:trace contextRef="#ctx0" brushRef="#br0" timeOffset="8082.65">10435 4116 56 0,'-1'-4'250'0,"1"4"-29"0,0 0-22 15,0 0-22-15,0 0-11 0,13 8-8 0,-5-1-4 16,4 5-11-16,1 3-1 0,4 9-8 0,-2-1-8 16,0 3-4-16,-2 4-7 0,-5 1-9 0,-3 1-7 15,-5 2-7-15,-5 1-9 0,-8 10-13 0,-2-12-14 16,-12 6-14-16,1-11-25 0,-8 5-33 0,3-13-29 15,-12 6-31-15,-3-4-51 0,10-6-74 0,-16 1-177 16,2-6-408-16,-2-7 180 0</inkml:trace>
  <inkml:trace contextRef="#ctx0" brushRef="#br0" timeOffset="8419.99">9420 3923 75 0,'-7'-2'194'16,"0"2"-15"-16,-2 3-14 0,-5 3-17 0,-1 5-11 15,-6 8-19-15,-5 5-8 0,-3 17-3 0,-4 0-11 16,1 5-8-16,2 5-8 0,-11 21-3 0,17-25-11 16,5 4 0-16,9 0-3 0,2 0 39 0,8-1-2 15,8 1 9-15,7-8-6 0,11-1-5 0,8-4-7 16,16-6-7-16,7-2-21 0,34 0-41 0,1-10-58 16,-2-5-81-16,2-9-281 0,1-6-432 0,-30-2 192 15</inkml:trace>
  <inkml:trace contextRef="#ctx0" brushRef="#br0" timeOffset="9238.41">11115 3882 149 0,'0'0'166'0,"0"0"-18"0,0 0-3 16,0 0-6-16,-6 1-8 0,6-1-8 15,0 0 3-15,0 0-8 0,0 0-8 0,0 0-2 16,-5-3-7-16,5 3-5 0,0 0-13 0,0 0-5 16,0 0-10-16,0 0-1 0,0 0-6 0,0 0 0 15,0 0-5-15,0 0 7 0,0 0-3 0,0 0-6 16,0 0-6-16,0 0-4 0,0 0-3 0,0 0-5 16,20-2-5-16,-2-3 0 0,10-1-6 0,4 2 2 15,5-1-6-15,17-4-5 0,2 1 2 0,0 4 2 16,-1-3-9-16,-3-1 0 0,-1 2 2 0,-16 2-3 15,-1 1-10-15,-5-1-6 0,-9 1-24 0,2 1-14 16,-10 2-31-16,-6 0-22 0,1 0-14 0,-7 0-12 16,0 0-25-16,0 0-35 0,0 0-134 0,-38 7-342 15,18-3 152-15</inkml:trace>
  <inkml:trace contextRef="#ctx0" brushRef="#br0" timeOffset="9632.77">11334 3892 104 0,'0'0'224'16,"0"0"-6"-16,0 0-7 0,0 0-9 0,0 0-7 15,0 0-9-15,0 0-13 0,0 0-17 0,0 0-15 16,0 0-16-16,0 0-13 0,0 0-17 0,0 0-16 16,0 0-17-16,7 7-5 0,-5-2-6 0,-1 5-6 15,-1 2-4-15,3 6-1 0,-3 10-5 0,0 4-1 16,0 3-4-16,1 14 1 0,0-3-6 0,-1 4 3 15,0 0 0-15,-1-4-6 0,3-1 1 0,1 1 5 16,-2-10-9-16,2 0-1 0,-2 1 3 0,3 0-5 16,-1-4 0-16,-1 1-1 0,-2-7 2 0,0 2-4 15,-2-12-1-15,-4 1 2 0,-1-2-3 0,0 0 3 16,-4-2-3-16,-1-3 3 0,-3-2-2 0,-3-1-1 16,-2-5-2-16,-1 1 3 0,-12-4 3 0,5-3 1 15,-4 0 2-15,0-1-3 0,-1-3 7 0,1 0 9 16,0-1 8-16,3 4 8 0,2-2-3 0,9 2-2 15,1-1-2-15,4 3-7 0,1-1-9 0,3 1 2 16,1 1-8-16,4 0-6 0,4 1-26 0,-7-3-35 16,7 3-15-16,0 0-16 0,0 0-21 0,0 0-24 15,0 0-38-15,15 10-67 0,-2-8-216 0,6-1-482 16,2 1 213-16</inkml:trace>
  <inkml:trace contextRef="#ctx0" brushRef="#br0" timeOffset="10069.91">11725 4640 298 0,'0'0'331'0,"0"0"-29"0,0 0-30 16,0 0-28-16,0 0-25 0,0 0-29 0,0 0-18 16,0 0-25-16,0 0-13 0,0 0-14 0,0 0-12 15,0 14-9-15,1-7-12 0,-1 3-9 0,-1 2-7 16,0 3-4-16,-2 0-6 0,2 3-4 0,-3 0-9 16,-1-1-4-16,-2 0-6 0,7 0-1 0,-1-6-3 15,-1 2 0-15,-2-3-8 0,0-3-4 0,4 0 4 16,-3 0 0-16,2-5 18 0,1 3 27 0,0-5 34 15,0 5 31-15,0-5-2 0,0 0-12 0,0 0-15 16,4-12-9-16,4 5-11 0,-1-2-5 0,1 0-9 16,-3-2-5-16,8-1-11 0,-4 0-7 0,1 1-5 15,-1 2-9-15,1 3 5 0,-1-2-14 0,-1 3-15 16,2-1 5-16,-1 1 0 0,0 1-1 0,0 2-3 16,1 0-6-16,2 1-2 0,-5 2-16 0,6 1-11 15,-3 0-37-15,3 0-30 0,0 4-37 0,-3-3-28 16,4 2-44-16,-2 1-35 0,-1-1-61 0,2 0-319 15,-3-3-664-15,2 3 294 0</inkml:trace>
  <inkml:trace contextRef="#ctx0" brushRef="#br0" timeOffset="10431.67">12397 4170 74 0,'0'-7'300'0,"0"1"-10"0,-1-1-15 0,1 3-17 16,-1 0-22-16,2 0-28 0,-1 4-24 0,0-6-19 15,0 6-21-15,-1-3-13 0,1 3-26 0,0 0-9 16,0 0-9-16,0 20-10 0,-3-7-8 0,3 3-6 15,-1 5-9-15,1 3-3 0,-3 5-2 0,2-1-8 16,-2 1 0-16,2 0-5 0,-3 1-5 0,7 0-5 16,-6-1 3-16,6-3 0 0,-2 3-3 0,-1-10-3 15,1 8-2-15,1-10 1 0,-1-1-5 0,0-4-18 16,-1-1-16-16,0 0-20 0,0 0-19 0,0-4-10 16,0 0-14-16,0-2-4 0,0 0 5 0,-1-2-9 15,1-3-44-15,0 0-57 0,0 0-217 0,-18-8-438 16,14 2 194-16</inkml:trace>
  <inkml:trace contextRef="#ctx0" brushRef="#br0" timeOffset="10865.65">12430 3995 99 0,'0'-6'248'16,"3"1"-23"-16,-1 0-23 0,1 0-19 0,-1 1-21 15,2 0-17-15,4 0-18 0,2 3-6 0,2 1-11 16,1 0-8-16,3 3-10 0,2 3-11 0,1-1-5 16,-1 4-11-16,-4-1-7 0,3 3-9 0,-4-1-4 15,-3 5-4-15,2-4-6 0,-4 4-7 0,0-1-6 16,-2 2-7-16,-5-1-1 0,-1-3-3 0,-1 0-1 16,-5-1 0-16,-2 4 1 0,0-5 2 0,-4 2-2 15,3-3-1-15,-4 0-3 0,3-1 3 0,1-1 3 16,0 0-4-16,0-1 1 0,1-5-5 0,4 4 3 15,-1-2-2-15,1 1 0 0,3-3 1 0,-3 2-1 16,4-3-4-16,-1 5 1 0,1-1 3 0,0 1-3 16,3 0 2-16,3-2-2 0,0 3 3 0,6 0-3 15,-2 0-3-15,-1 0 5 0,10 3-4 0,-3-2 1 16,-1 4 2-16,-2-2 5 0,1 0-7 0,-4-1-1 16,-2 1 2-16,2 0-2 0,-3 1-12 0,-1-3 0 15,-2 3-1-15,-2 0-1 0,-1-4 2 0,-2 0 5 16,-1 0-2-16,-1 0 5 0,-5 3-3 0,0-2 0 15,-4-3 1-15,0 1 5 0,-4 0-7 0,3-2-3 16,-1-2-21-16,-3 3-43 0,3-4-45 0,1-1-59 16,-3-2-165-16,4 0-371 0,5 1 163 0</inkml:trace>
  <inkml:trace contextRef="#ctx0" brushRef="#br0" timeOffset="11284.38">12995 4132 109 0,'5'-2'214'16,"-1"0"-25"-16,2 1-19 0,1 1-18 0,-7 0-9 16,10 3-11-16,-5 1-13 0,4 4-11 0,-1-1 0 15,-3 3-11-15,-1 1-10 0,0 2-4 0,-2-1-7 16,-2 4-5-16,-2 0-9 0,-1 1-3 0,-5 1-6 15,1-1-4-15,-5 0-7 0,2 0-6 0,-2 0 4 16,-3-6-2-16,2 0-6 0,-1 0 1 0,5-6-3 16,1 3 6-16,1-1 9 0,3-5 8 0,-1 2 20 15,1-2 31-15,2 0 32 0,2-2 28 0,0 0-13 16,0 0-19-16,0 0-11 0,-2-9-11 0,6 3-15 16,3-4-10-16,0 3-3 0,7-5-12 0,-1-4-5 15,1 1-8-15,0 3-8 0,0-1-3 0,-1 2-8 16,2 0 0-16,-6 3-10 0,-1 2-4 0,-2 2 0 15,1 1-2-15,-4-1-4 0,3 1-7 0,-3 2-7 16,1 0-17-16,-4 1-7 0,0 0 9 0,12 2-8 16,-7 3 3-16,0 0-4 0,0 3 8 0,-1 1-6 15,1 0 2-15,3 3-3 0,-1 3-17 0,1-1-19 16,1 0-18-16,-3 2-21 0,2-5-25 16,-1 2-32-16,0-3-35 0,2-2-67 0,-5-2-261 0,1-1-556 15,0-3 245-15</inkml:trace>
  <inkml:trace contextRef="#ctx0" brushRef="#br0" timeOffset="11548.65">13308 3966 67 0,'0'0'226'0,"5"-3"-24"16,-5 3-20-16,0 0-8 0,18 12-7 0,-9-3-18 15,10 10-1-15,0 3-9 0,-2 4-4 0,-3 6-3 16,0-1-10-16,4 14-4 0,-13-8-6 0,0 11-8 16,-2 1-6-16,-8-12-8 0,-7 12-6 0,-3-4-8 15,-8-1-4-15,-2-1-3 0,-7-7-7 0,6-10-9 16,-1-3-12-16,-14 5-8 0,5-10-47 0,-9 4-34 16,0-2-44-16,7-8-39 0,0-3-80 0,-17-4-183 15,0-1-425-15,0-8 188 0</inkml:trace>
  <inkml:trace contextRef="#ctx0" brushRef="#br0" timeOffset="11917.72">12048 3812 6 0,'0'0'231'0,"-1"-3"-24"0,1 3-28 16,0 0-23-16,0 0-20 0,0 0-12 15,0 0-14-15,-7 18-9 0,1 0-7 0,2 5-13 16,-3 9-5-16,-2 14-2 0,-4 3-6 0,4 3-6 0,1 4-7 16,-2-5-2-16,5 2-1 0,2-3-10 0,3-3 5 15,7 0 16-15,7 0 9 0,3-3 3 16,7-2 2-16,8-5 0 0,7-2-4 0,6-6-6 16,2-6-21-16,8-3-44 0,4-6-63 0,5-1-94 15,-3-5-227-15,3-4-413 0,1-3 182 0</inkml:trace>
  <inkml:trace contextRef="#ctx0" brushRef="#br0" timeOffset="12781.67">14284 4300 98 0,'4'-4'284'0,"0"-1"-16"0,-4-1-23 16,1 1-24-16,2-1-22 0,-7 2-17 15,0-2-44-15,-1 3-11 0,-5-2-17 0,-7 1-9 0,-2 2-14 16,-4 0-9-16,-6 2-3 0,-1 2-11 0,1 3-7 16,2-2-6-16,8 2-4 0,-3 3-2 15,3-1-5-15,1 1-5 0,-1 2 0 0,2 0-10 16,3 0-2-16,1 2 2 0,1-1-3 0,5 0-4 16,2-2-3-16,1 3 3 0,3-2 1 0,2 1-3 0,5 0-3 15,0-2 3-15,4 0-3 0,2-2 0 0,4 1 7 16,1-2-8-16,3 1-1 0,-2-7 1 15,5 3-3-15,-5-3 2 0,0-3-3 0,1-4 12 16,-3 1 10-16,1-3 8 0,-4-5 3 0,1 1 6 16,-2-4 2-16,2-5 10 0,-4-5-3 0,0 0-2 15,0-5-9-15,-2 0-3 0,-1-14-3 0,-2-2-11 0,-4 4 8 16,3 7 5-16,-4-10 3 0,-3 15 9 16,1-1 11-16,-1 4 6 0,3 2 3 0,-4 9 0 15,2-1 12-15,0 9-3 0,2 2-14 0,-1 0-12 16,-1 1-4-16,2 2-26 0,0 0-26 0,-2 2-31 15,2 3-15-15,0 0 4 0,0 0 6 0,-4 20 3 0,2-3 2 16,-1 9 6-16,0 3 3 0,0 4 3 16,3 2 2-16,1 9 3 0,-1-8 5 0,5-1 0 15,2 0-16-15,-3 0-8 0,3-2-11 0,0-4-24 16,4 0-18-16,-6-3-28 0,4-2-23 0,-5-4-25 16,2-4-29-16,-2-4-41 0,-4 0-244 0,4-4-515 15,-4-1 229-15</inkml:trace>
  <inkml:trace contextRef="#ctx0" brushRef="#br0" timeOffset="13201.4">14462 4088 129 0,'10'0'203'0,"-1"1"-15"0,1 3-19 16,3 1-9-16,4 2-12 0,-2 4-8 0,2 1-13 15,-2 0-9-15,-2 2-11 0,0 3-6 0,-3 0-12 16,-4 2-6-16,-1-2-9 0,-1 2-7 0,-4-2-6 16,-1 3-5-16,-4-1-4 0,-3-2-4 0,0 0-5 15,-1-1-5-15,-3-2-2 0,-1-1-4 0,0-1-4 16,-1-3 3-16,4-1-5 0,-3-6 2 0,5 4 7 16,3-2 19-16,-1-1 23 0,2-1 29 0,-1 0 23 15,5-2-4-15,0 0-10 0,-8-4-2 0,8-2-12 16,2 0-14-16,1-2-13 0,6-4-3 0,4-2-9 0,5-6-5 15,0-1-7-15,5 1-6 0,-1 0-10 16,1 1 1-16,0 0-5 0,-9 6-2 0,1 1-1 16,-6 3-5-16,1 2-5 0,-1 0-1 0,-4 2 4 15,-1 3-18-15,0 1-20 0,1-2-20 0,-5 3 1 16,0 0 2-16,5 6 4 0,-8 3 0 0,-3 1 4 16,1 3 3-16,0 5 5 0,-3 0 0 0,0 1 5 15,2 0 3-15,-1 5 0 0,4 0 2 0,2-2-9 16,3 2-14-16,5-6-19 0,5 3-27 0,5 1-41 15,6-7-78-15,9-2-319 0,4-7-559 0,16-2 247 16</inkml:trace>
  <inkml:trace contextRef="#ctx0" brushRef="#br0" timeOffset="13518.45">15552 4172 222 0,'0'0'368'0,"0"0"-24"16,-4-2-23-16,4 2-32 0,0 0-31 0,0 0-28 0,10-7-23 16,3 7-21-16,5-5-27 0,1 4-37 15,12-5-43-15,1 5-46 0,2 0-45 0,-2 1-52 16,0-3-63-16,0 3-73 0,-9 0-203 0,-2 0-436 16,-2 0 193-16</inkml:trace>
  <inkml:trace contextRef="#ctx0" brushRef="#br0" timeOffset="13649.83">15639 4328 77 0,'-4'2'200'0,"4"1"20"15,0-3-5-15,12 6-10 0,8 0-20 0,9-5-18 16,7 2-32-16,17-2-58 0,3 0-82 0,0-1-124 0,1-2-96 16,-1-1-243-16,-4-2 107 0</inkml:trace>
  <inkml:trace contextRef="#ctx0" brushRef="#br0" timeOffset="14697.7">17964 3663 152 0,'-3'-2'143'0,"3"2"-11"0,-10-4-13 0,8 3-8 16,2 1-17-16,-9-1-7 0,9 1-7 0,-9 1-7 15,0 0-8-15,3 1 0 0,-2 2-1 0,-2 0-6 16,-1 3-4-16,-4 3-3 0,3 2-11 0,-2 1 1 16,-2 3-4-16,-3 2 0 0,3 3-1 0,0 0-4 15,2 3 0-15,0-3-10 0,0 0-3 0,6 6 3 16,3-10-2-16,0 1-3 0,1-1 17 0,4 1 11 16,0 0-3-16,4-2 7 0,1 2 6 0,4-1 6 15,4-1 7-15,1 0 8 0,9-2 1 0,4-2 4 16,2-2-6-16,2-4-5 0,5-3-5 0,2-3-7 15,-1-2 11-15,0-5 3 0,-1 1 1 0,-2-5 2 16,0-1-5-16,-2-2 8 0,-3-6-5 0,-2 2-6 16,-3-4-2-16,-3 1-2 0,-2-2 1 0,-5-1-11 15,-4-1-1-15,-4-1-2 0,-3 0-3 0,-3 1-7 16,-6 1-8-16,-2 7 2 0,-5 1-10 0,-5-2-9 16,-5 2-8-16,-5 5-9 0,0 1-10 0,-4 5-7 15,1 1-15-15,-1 5-27 0,-2 0-32 0,2 2-34 16,-3 9-43-16,6-4-53 0,2 6-268 0,2 1-531 15,3 2 236-15</inkml:trace>
  <inkml:trace contextRef="#ctx0" brushRef="#br0" timeOffset="15234.96">17021 4443 100 0,'-6'-1'198'0,"6"1"-15"0,0 0-11 0,-5 3-21 16,5-3-13-16,0 0-17 0,0 0-11 0,0 0-11 15,0 0-11-15,0 0-12 0,0 0-6 0,0 0-5 16,0 0-9-16,0 0-5 0,0 0-2 0,0 0-4 16,0 0-4-16,0 0-4 0,0 0 1 0,0 0-3 15,0 0 4-15,0 0 1 0,0 0 1 0,0 0-4 16,0 0-3-16,0 0 0 0,0 0-5 0,0 0 7 15,0 0 5-15,0 0 2 0,27 1 0 0,2-1 2 16,7-3-5-16,24-1 4 0,36-1 9 0,6-1 1 16,9 1 2-16,11 2 9 0,4 0 3 0,11-1 2 15,7 5-6-15,3-5-24 0,0 2-4 0,-6 6-4 16,-8-6-1-16,-4-2 0 0,-12 3-3 0,-5-1-6 16,-13 1-1-16,-34-1 0 0,-3-4-9 0,-6 1-2 15,-17 1 5-15,-4 0-14 0,-7-1 1 0,-9 3 2 16,-1-1 5-16,-5 0-2 0,-4-1-3 0,-4 1-2 15,0-2-2-15,-5 1-1 0,4 2-1 0,-4 2-9 16,-10-5-21-16,1 1-25 0,-4 2-24 0,0 2-41 16,-6 0-60-16,-8 3-275 0,-1 0-495 0,-3 1 220 15</inkml:trace>
  <inkml:trace contextRef="#ctx0" brushRef="#br0" timeOffset="15798.64">17562 5129 43 0,'-4'-5'294'0,"4"1"-1"0,0-4-17 16,0 3-11-16,-1-2-7 0,1 2-18 16,-3 1-17-16,2 0-22 0,1 4-23 0,0-7-20 15,0 7-17-15,0-2-23 0,0 2-26 0,0 0-26 16,0 0-9-16,0 0-1 0,-1 12-5 0,-2 0-7 0,-2 4-4 15,4 2-8-15,-6 6-1 0,1 3 0 0,1 2-3 16,1-3-3-16,0 3 0 0,3 3-5 0,-3-1 0 16,2-4 1-16,0-1-2 0,0-2-3 15,0 3 0-15,2-10 1 0,-1 2-23 0,1-6-12 16,0 1-21-16,-2-2-19 0,2-4-18 0,-3-1-9 0,3 1-14 16,0-2-10-16,0-1 2 0,0-5-50 15,-2 2-76-15,2-2-169 0,0 0-435 0,-7-12 193 16</inkml:trace>
  <inkml:trace contextRef="#ctx0" brushRef="#br0" timeOffset="16215.67">17506 5056 292 0,'2'-10'291'0,"-2"3"-24"0,4-1-31 0,0-1-16 15,1 2-30-15,4-1-18 0,1 1-22 0,7 0-13 16,2 5-17-16,0-1-11 0,11 0-11 0,-1 3-9 0,-10 0-11 15,3 3-12-15,-2 0-16 0,-2 3-17 0,0 1-15 16,-4-4-9-16,-4 7-13 0,2-4-9 0,-4 5-4 16,-3-3-6-16,0 1 1 0,-5 1 4 15,-4 0 0-15,0-1 2 0,-1 2 2 0,-4-2 0 16,-6 0 4-16,-2 2 3 0,3-7 2 0,1 1 2 0,-2 0 5 16,2-3 4-16,2 3 3 0,-2-4 1 0,5 2 2 15,2-1 0-15,-2 1 3 0,4-3 0 0,4 0 2 16,-5 3 6-16,5-3-8 0,-4 2-3 0,4-2-1 15,0 0 0-15,3 7 2 0,2-4 1 0,3 0 0 16,-2-1-2-16,3 4 2 0,1-3-3 0,2 2-3 16,1 0 0-16,1 2-2 0,-3-2 3 0,-1 1-3 15,3 3 0-15,-4-2 0 0,0-1 1 0,1 3-4 16,-2-1-1-16,0 0 5 0,-6-1-5 0,1 1 1 16,-2-3 2-16,-1 1-1 0,0 2 2 0,-4-4-3 15,-1 4-1-15,-3-3 5 0,-2-2-3 0,-3-1-7 16,0 1-13-16,-3 1-16 0,-4-7-24 0,3 3-32 15,5-1-50-15,-2-4-66 0,0-3-172 0,0 1-408 16,7 2 181-16</inkml:trace>
  <inkml:trace contextRef="#ctx0" brushRef="#br0" timeOffset="16520.22">17953 4782 223 0,'1'-4'359'0,"3"0"-32"15,-3-1-28-15,3 2-35 0,-4 0-28 0,0 3-27 16,4-4-16-16,1 3-28 0,-5 1-17 0,9 5-18 16,0-2-9-16,-1 5-16 0,1 0-12 0,-3 2-12 15,3 7-8-15,-4-1-6 0,0 5-9 0,-5-3-6 16,0 7-8-16,-1-6-4 0,-3 1-2 0,-2 3-4 15,-2-3-1-15,3-5-6 0,1-1 3 0,3-5-4 16,-2 2-6-16,1 0-1 0,-1-6-18 16,2 1-9-16,1 1 0 0,0-4 0 0,1 2 1 0,4-3-2 15,2 2-5-15,4-3-21 0,3-1-28 0,8-1-36 16,6-1-43-16,3-2-64 0,-3 0-280 16,1 1-527-16,-3-1 233 0</inkml:trace>
  <inkml:trace contextRef="#ctx0" brushRef="#br0" timeOffset="16739.89">18432 5235 327 0,'0'0'304'0,"-4"1"-34"0,4-1-32 0,0 0-24 0,0 0-25 16,31-5-28-16,-11 3-43 0,10-2-50 16,6 3-66-16,3-3-79 0,16-3-103 0,-1 0-93 0,1 2-295 15,-5-4 131-15</inkml:trace>
  <inkml:trace contextRef="#ctx0" brushRef="#br0" timeOffset="17315.64">19286 4975 27 0,'1'-4'292'0,"4"2"-26"0,-5 2-24 16,0 0-28-16,0 0-19 0,1-5-27 0,-1 5-17 15,0 0-19-15,0 0-15 0,0 0-10 0,0 15-11 16,-1-6-6-16,-1 1-6 0,-2-1-7 0,-4 8-7 16,-1 0 2-16,-10 3-13 0,-4 4-3 0,-1-2-9 15,-17 9-3-15,-1-1-2 0,-4-2-4 0,2-3-3 16,-2-1 0-16,14-7-6 0,2 0-1 0,2-4-2 16,3-1-3-16,7-6-1 0,8 1-2 0,-3-2 1 15,4-1 25-15,4-3 35 0,5-1 6 0,-12-2 19 16,12 2 0-16,-6-13-6 0,8 6-8 0,-2-3 0 15,2 1-6-15,7-3-15 0,0-3-6 0,1 2-4 16,4-1-17-16,-1 2 8 0,4 1 7 16,-2 1-27-16,2 1-2 0,-2 3-8 0,-2 1 2 0,0 0-7 15,-3 1-4-15,5 4-7 0,-3 2 2 0,4-1-1 16,-2 3-7-16,4 3-4 0,-1 0-5 16,-1 1-20-16,2 1-20 0,0-1-29 0,0 1-24 0,0 1-39 15,-1 0-39-15,-3-1-46 0,4-2-77 16,-7-4-216-16,3 2-561 0,-2-3 248 0</inkml:trace>
  <inkml:trace contextRef="#ctx0" brushRef="#br0" timeOffset="17584.77">19477 4853 151 0,'4'-5'322'0,"0"-1"-30"0,1 3-35 15,-1 2-25-15,-4 1-22 0,14 0-18 0,-5 3-14 16,0 4-14-16,1 0-12 0,-1 3-14 0,-1 0-11 16,0 5-8-16,-2 3-9 0,-2-1-8 0,-2 9-12 15,-2-6-7-15,-2 0-7 0,-3-4-7 0,-3 11-7 16,2-11-2-16,-1-2-11 0,1-3-1 0,2 1-3 16,-1-4-9-16,1 0-4 0,3-2 1 0,-2-2-2 15,3 1-6-15,0-2 0 0,0-3-2 0,3 4-2 16,3-4-12-16,8-1-18 0,4-2-24 0,1-2-39 15,11-4-46-15,-1 1-73 0,4-1-106 0,1-6-178 16,3 1-512-16,9-7 227 0</inkml:trace>
  <inkml:trace contextRef="#ctx0" brushRef="#br0" timeOffset="17917.66">20611 4317 89 0,'-4'-1'344'0,"4"1"-13"16,0 0-14-16,0 0-23 0,-4-5-5 0,4 5-31 15,0 0-21-15,0 0-17 0,0 0-41 0,0 0-24 16,9-5-33-16,0 2-30 0,10 1-31 0,3 0-34 16,6 3-47-16,3-1-44 0,-2-1-55 0,-2-2-72 15,-4 3-247-15,-5-3-473 0,0 0 211 0</inkml:trace>
  <inkml:trace contextRef="#ctx0" brushRef="#br0" timeOffset="18080.66">20606 4407 171 0,'9'1'211'0,"1"1"-17"15,9-4-23-15,1 2-17 0,10-1-22 0,3 4-34 16,4-3-29-16,-1 0-50 0,6-2-65 0,-4 0-150 15,14-2-212-15,-15 2 94 0</inkml:trace>
  <inkml:trace contextRef="#ctx0" brushRef="#br0" timeOffset="18382">21544 4129 115 0,'0'-2'212'0,"0"-3"-20"0,-3 1-24 0,3 4-14 16,-7-1-21-16,7 1-1 0,-13 7-17 0,1-1-6 16,1 6-10-16,-1 0-11 0,-2 2-11 0,1 3-6 15,-1 7-5-15,4-3-7 0,2-1-3 0,3-2-8 16,5 9-3-16,0-9-2 0,4 2 7 0,5 2 13 16,9 2 9-16,0-3-3 0,6-4 3 0,4-2 5 15,2-7-5-15,0-2 1 0,2-3-1 0,0-3 9 16,-5 0 7-16,0-8 4 0,-7-1-2 0,-4-1 0 15,0-2-5-15,-4-1-5 0,-4-3-8 0,-3-3-10 16,-5-9-14-16,-5 2-2 0,-6-2-14 0,-8 1-12 16,-3-2-31-16,-16-11-35 0,-3 6-40 0,-5 7-35 15,-1 4-37-15,11 11-62 0,-14 0-255 16,13 4-514-16,5 6 228 0</inkml:trace>
  <inkml:trace contextRef="#ctx0" brushRef="#br0" timeOffset="19450.07">24817 3977 180 0,'0'0'194'0,"2"-5"-17"0,-2 5-16 0,0 0-24 0,0 0-24 16,0 0-12-16,0 0-13 0,0 0-9 0,1 12-9 16,-4 0 0-16,-4 5-10 0,-6 3-1 15,-2 6-5-15,-4 3-7 0,-15 7-3 0,-3 3 0 0,-2-2-5 16,-4 2-4-16,-4-3-4 0,-3 0 4 0,-1-2-7 16,-4-3-2-16,4-1-3 0,4-6-4 0,12-8-3 15,2-3 3-15,4-4-6 0,8-2 13 0,2 0 21 16,8-6 31-16,-3 0 19 0,2-2 7 15,2-4 9-15,1 2 8 0,5-6 2 0,-1 0-10 0,5-3-6 16,0-4-10-16,7-2-14 0,1 0-6 0,6-7-9 16,7 3-4-16,-2 0-10 0,3 2-7 15,-1 2-9-15,-4 9-1 0,-2-2-9 0,2 2-1 16,1 2-5-16,2 2 0 0,0 3-5 0,0 2-2 16,12 3-3-16,-5 6 4 0,1-2-3 0,1 5-1 0,2 0-7 15,-2 5-18-15,3-3-23 0,-1 7-31 0,-3 0-44 16,0 1-47-16,1-1-78 0,-7-1-268 0,5-1-546 15,-4-3 241-15</inkml:trace>
  <inkml:trace contextRef="#ctx0" brushRef="#br0" timeOffset="19934.27">25652 4245 102 0,'0'0'120'16,"-6"0"-5"-16,6 0-10 0,-4 3-1 0,4-3-2 15,0 0-1-15,0 0 10 0,0 0 2 0,0 0-9 16,0 0 0-16,0 0 4 0,0 0 10 0,0 0-3 15,25 0-5-15,-4-2-8 0,8 2-10 0,6-1-1 16,4 0-4-16,14 1-5 0,3-2-6 0,-1-1-4 16,2 2-3-16,1-2-7 0,-1 2-3 0,-5 0-6 15,-12-2-5-15,-4 0-4 0,-4 2-6 0,-10 0-4 16,-4 1-10-16,-4 0-13 0,-4 1-15 0,0-1-16 16,-4-1-20-16,1 0-15 0,-7 1-20 0,4-1-28 15,-4 1-21-15,0 0-32 0,0 0-41 0,-30 0-120 16,19 0-344-16,-3-2 152 0</inkml:trace>
  <inkml:trace contextRef="#ctx0" brushRef="#br0" timeOffset="20215.48">25740 4500 256 0,'-4'1'272'0,"4"-1"-12"0,0 0-18 15,0 0-25-15,0 0-25 0,0 0-16 0,36-9-21 16,-8 6-19-16,4-1-11 0,7 1-10 0,12-4-9 16,2-2-5-16,-3 2-11 0,2-2-9 0,2 0-9 15,-16 3-8-15,14-2-8 0,-17 3-7 0,0 0-12 16,-6-2-18-16,-10 2-19 0,-2 2-17 0,-4-1-31 15,-4-1-41-15,-3 0-67 0,-1 1-55 0,-7-2-173 16,-1-1-415-16,-5-1 184 0</inkml:trace>
  <inkml:trace contextRef="#ctx0" brushRef="#br0" timeOffset="20467.95">26155 4021 73 0,'2'-8'269'0,"-1"2"5"0,-1 0-8 15,1 1-25-15,0 0-16 0,1 1-32 0,0 1-19 16,-2 3-23-16,0-4-25 0,0 4-19 0,0 0-16 16,0 0-6-16,-4 28-13 0,-1-1-6 0,-5 21-2 15,-4-2-8-15,-1 5-7 0,-1 0 0 0,0-3-8 16,-1 8-2-16,3 1 0 0,4 0-2 0,-2-5-22 15,2 0-30-15,5-4-33 0,1 0-39 16,-1-13-25-16,3-2-65 0,-1-4-218 0,-1-1-425 0,8-7 188 16</inkml:trace>
  <inkml:trace contextRef="#ctx0" brushRef="#br0" timeOffset="20979.44">27102 4156 136 0,'4'-6'255'0,"-4"2"-14"0,1 0-1 16,3 0-14-16,-4 0-18 0,3 2-19 0,-3 2-18 0,0 0-16 16,4-4-20-16,-4 4-24 0,0 0-19 0,0 0-12 15,0 0-9-15,0 0-9 0,1 18-7 0,-2-6-7 16,-2 1-9-16,3 5 1 0,-4 9-5 0,3 1 0 16,-3 2-5-16,0-1-2 0,0 0-3 15,0-4-1-15,-2 6 1 0,1-2-4 0,1-1 2 0,0-2-5 16,3 0-8-16,-3-7-12 0,0 0-16 0,3-2-20 15,-4-2-15-15,1-3-21 0,3 0-13 0,-3-2-25 16,4-4-26-16,0 0-34 0,-4-2-184 0,4-1-386 16,0-3 172-16</inkml:trace>
  <inkml:trace contextRef="#ctx0" brushRef="#br0" timeOffset="21396.57">27157 4013 228 0,'4'-8'221'16,"0"-1"-17"-16,4 0-22 0,-1 1-17 0,3 1-14 16,1-1-18-16,3 4-15 0,2-1-8 15,7 2-15-15,-3 0-10 0,9 0-9 0,-2 5-8 16,1-1-2-16,-6 2-10 0,6 0-7 0,-7 1-9 0,-3 1-4 15,1 1-1-15,-6-2-8 0,-1 1-10 0,-1 0-9 16,-3 0-3-16,-2 1-1 0,-1-2-7 0,-1 4 2 16,-4-2 0-16,0 1-1 0,-4 1 0 15,-4-1-1-15,1 4 2 0,-1-3 0 0,-1 1 3 16,-1 1-3-16,1-4-1 0,0 0 4 0,-2 2-3 16,3-1-2-16,2 0 0 0,1-2 0 0,-2 1 4 0,4 0-2 15,0 0 1-15,3 3 0 0,1 1 3 0,-1-1 3 16,4 0 2-16,4 7 8 0,1-3 5 0,0 0 2 15,3 3-1-15,1-2 7 0,2 2-1 16,-2 0 5-16,1 4 2 0,0-5-2 0,-2 2-6 16,-1-2 2-16,-2 1-7 0,-5 1 4 0,0-4-3 0,-3 1-10 15,-6-4 4-15,-4 5-9 0,-9-2-2 0,-10 1-23 16,-6-3-52-16,-3-2-89 0,-21-4-232 0,3-2-423 16,16-6 187-16</inkml:trace>
  <inkml:trace contextRef="#ctx0" brushRef="#br0" timeOffset="36462.47">3456 7463 95 0,'1'-5'188'0,"-1"5"-7"0,4-5-9 16,-1 2 5-16,-3 3-15 0,4-4-8 0,-3 0-13 15,3 1-5-15,-3-1-5 0,3 1-5 0,-4 3-5 16,4-4-19-16,-3 1-12 0,-1 3-10 0,0 0-11 16,1-3-11-16,-1 3-12 0,0 0-10 0,0 0-4 15,-6 11-1-15,-3-2-4 0,-4 5 0 0,-9 4-5 16,-2 5-3-16,-10 11-2 0,-2 0 1 0,-4 0 1 16,-2 3-4-16,-3-1-3 0,3 2-2 0,3-4-1 15,-1 0 2-15,12-13 0 0,0 1-4 0,1-4 0 16,1-1 0-16,12-5-3 0,2-5 3 0,5-3 3 15,-1 2 18-15,3-2 29 0,-1-2 38 0,1-1 4 16,5-1-12-16,-10-7-15 0,7-4-6 0,0-2-5 16,5-4-6-16,0-3-13 0,3-4 0 0,7-2-4 15,-2-2-3-15,2 4-7 0,-1 5-3 0,-2 5-2 16,0-1-3-16,1 5-9 0,-2 0-2 0,-2 3-1 16,3 3-2-16,4 0-7 0,-3 1 2 0,4 5-7 15,2 3-2-15,3 2-4 0,-1 3-3 0,7 2 0 16,-1 6-6-16,-1 0-9 0,2 6-20 0,-1-2-31 15,-1-1-32-15,4 3-35 0,-2-1-33 0,2-2-97 0,1-3-145 16,-1-2-458-16,1-6 203 0</inkml:trace>
  <inkml:trace contextRef="#ctx0" brushRef="#br0" timeOffset="36720.69">3805 7639 99 0,'-5'1'299'0,"5"-1"-11"0,0 0-13 15,0 0-20-15,0 0-29 0,0 0-21 0,0 0-32 16,0 0-31-16,0 0-26 0,15-6-25 0,-2 3-26 15,6-3-30-15,-1 2-33 0,1-2-48 0,4 2-58 16,4-3-36-16,-7 5-191 0,-2-1-357 0,3 0 158 16</inkml:trace>
  <inkml:trace contextRef="#ctx0" brushRef="#br0" timeOffset="36894.04">3815 7803 102 0,'-3'3'175'0,"3"-3"-5"0,-1 1-7 0,1-1-11 16,0 0-13-16,0 0-12 0,26-4-8 0,-10 1-14 16,6-2-12-16,6 0-14 0,-2 0-23 0,5 1-17 15,-1-4-38-15,3 1-43 0,1-1-37 0,0 3-155 16,-2-3-252-16,0 4 111 0</inkml:trace>
  <inkml:trace contextRef="#ctx0" brushRef="#br0" timeOffset="37128.35">4496 7492 257 0,'0'-4'297'15,"0"-2"-10"-15,0 3-18 0,0 3-19 0,0-6-23 16,0 3-22-16,0 3-23 0,0-5-19 0,0 5-13 16,2-4-23-16,-2 4-16 0,0 0-19 0,0 0-25 15,0 0-3-15,0 0-11 0,0 0-7 0,0 20-5 16,0-11-4-16,-3 7-3 0,3 0 5 0,-4 3-11 15,4 10 1-15,-4-3-7 0,2-7-3 0,-1 6-18 16,0 0-15-16,-3 0-7 0,2 0-13 0,1-5-7 16,-1-2-21-16,2-2-16 0,-4 1-8 0,1-1-9 15,-1-1-12-15,0-5-23 0,0-1-38 0,2-5-210 16,0 0-408-16,-1-3 182 0</inkml:trace>
  <inkml:trace contextRef="#ctx0" brushRef="#br0" timeOffset="37498.11">4471 7336 16 0,'7'-12'236'0,"-3"1"-18"15,0 1-13-15,1 1-20 0,0 0-16 0,3 1-19 16,2 1-14-16,-2 0-15 0,2 2-15 0,0 0-8 16,3 2-12-16,2 2-8 0,-3 0-6 0,1 1-8 15,-2 1-13-15,-1 0-5 0,1 5-10 0,-3 0-7 16,1-1-2-16,-2 3-8 0,-3-1-10 0,-2 1-5 15,0-2-4-15,-2 3-4 0,-2 1-2 0,0-2 0 16,-3 1 2-16,1-1 0 0,-3 3 4 0,2-5-6 16,-4 3 5-16,4-5 2 0,1 0 0 0,0 0-8 0,2 3 4 15,-1-3 1-15,1-2-7 0,2 3-2 0,-2 1 3 16,2-6 2-16,4 6 5 0,1 1-4 0,3 0-2 16,0-1 4-16,6 5 2 0,1-1-2 15,1-1-2-15,-1 4 2 0,0-1 4 0,-1 1-1 16,4-2 4-16,-6 6 3 0,-1-1 0 0,-2 0 1 0,-5-7 7 15,1 4-6-15,-2-4 5 0,-2 3 0 0,-5 0-4 16,-1-2-1-16,-4 3 5 0,-5-1-3 0,-8 4-5 16,-1 2-8-16,-2-5-37 0,-1 0-42 15,1-4-74-15,-6 0-164 0,13-4-345 0,-2-1 153 0</inkml:trace>
  <inkml:trace contextRef="#ctx0" brushRef="#br0" timeOffset="38029.18">3005 8228 169 0,'-8'1'252'0,"3"-1"-26"16,-4 0 6-16,4 2-6 0,5-2-8 0,-8 0-10 15,8 0-19-15,-6 0-18 0,6 0-17 0,0 0-12 16,-9 0-11-16,9 0-15 0,0 0-8 0,0 0-8 16,0 0-14-16,-5 2-8 0,5-2-9 0,0 0-8 15,0 0-5-15,0 0-7 0,0 0-7 0,0 0-1 16,0 0-6-16,0 0-4 0,0 0-4 0,0 0-1 15,0 0-7-15,0 0 1 0,0 0-3 0,-6 1-2 16,6-1-1-16,0 0-3 0,0 0 0 0,0 0 0 16,0 0 1-16,0 0-6 0,0 0 7 0,0 0-7 15,0 0 0-15,0 0-2 0,0 0 1 0,0 0 2 16,25 0 1-16,-8-3 7 0,16 0 5 0,25-4 4 16,34-6 6-16,11 1 1 0,11-2 0 0,7 0 5 15,4 2 0-15,6-3 8 0,3 3-7 0,5-3 6 16,7 2 0-16,-4 2-1 0,-7 0-6 0,-7 5-4 15,-12-3 1-15,-10 1 4 0,-15 3-7 0,-31 1-5 16,-1 1-7-16,-21 0 7 0,-2 1-1 0,-7-1-5 16,-11 2-5-16,0 1-9 0,-8 0 2 0,3 0 3 15,-8 0-8-15,3 0 4 0,-8 0-23 0,9-3-23 16,-9 3-25-16,0 0-57 0,0 0-64 0,0 0-82 16,-31 0-314-16,13 3-629 0,-5-3 280 0</inkml:trace>
  <inkml:trace contextRef="#ctx0" brushRef="#br0" timeOffset="59221.99">4695 8828 143 0,'0'0'229'0,"-1"-3"-6"0,1 3-8 16,0 0-8-16,0 0-14 0,0 0-3 0,0 0-14 15,0-6-9-15,0 6-12 0,0 0-1 0,0 0-23 16,0 0-8-16,0 0-11 0,0 0-13 0,0 0-6 16,0 0-12-16,0 0-10 0,0 0-9 0,0 0-1 15,0 0-2-15,0 0-18 0,0 0-11 0,0 0-16 16,0 0-27-16,0 0-18 0,0 0-3 0,0 0 5 16,0 19 1-16,-5-3 0 0,1 4 3 0,1 7 4 15,-4 2 2-15,-2 5 4 0,-1 0 1 0,1 10 2 16,0-9-1-16,3-1 1 0,-3-1 2 0,2-2-4 15,3 0 6-15,-1-2-1 0,0-3 1 0,3-5 5 16,-3-3 0-16,3-6-2 0,1 0-1 0,-1 0 3 16,-1-2 0-16,3-2 2 0,-1-2 1 0,1-1 3 15,-2 1-2-15,1-2 2 0,1-1 11 0,0-3 20 16,0 7 11-16,0-7 2 0,0 4 7 0,0-4-1 16,0 0-4-16,0 4-4 0,0-4 3 0,0 0-10 15,-1 4-4-15,1-4-4 0,0 0 0 0,0 0-5 16,0 0 0-16,1 2-9 0,-1-2-14 0,0 0-11 15,0 0-21-15,0 0-27 0,0 0-28 0,0 0-35 16,0 0-33-16,0 0-109 0,0 0-162 0,0 0-459 16,0 0 203-16</inkml:trace>
  <inkml:trace contextRef="#ctx0" brushRef="#br0" timeOffset="59773.86">4600 9392 87 0,'0'0'145'0,"0"0"-7"16,0 0-4-16,0 0-5 0,0 0-22 0,0 0-11 16,-8 0-11-16,8 0-7 0,0 0-11 0,0 0-2 0,0 0-11 15,0 0 0-15,0 0-13 0,-5 1 10 0,5-1-11 16,0 0-9-16,0 0 0 0,0 0-3 15,0 0-3-15,0 0-4 0,0 0 1 0,0 0 2 16,0 0-3-16,0 0 1 0,0 0-7 0,0 0 9 0,0 0-3 16,0 0 1-16,0 0 9 0,0 0 5 0,0 0-8 15,0 0-3-15,0 0 1 0,0 0-1 0,16 1 8 16,-5-1 7-16,7 0 10 0,2-1 5 16,10-2 6-16,1 1 4 0,5-1 0 0,5 0-2 15,-4 2-7-15,-2-2-6 0,-2 1-3 0,0-1-5 0,-2 2-4 16,-8-1 2-16,-3 0-7 0,1-1-7 15,-3 3-1-15,-6 0-3 0,-2 3-4 0,-2-3-2 16,0-3-5-16,-3 3-6 0,-5 0-6 0,10 0-10 16,-10 0-2-16,7 0-6 0,-7 0 3 0,0 5-2 0,0-5 8 15,0 0-10-15,-11 5-12 0,3-2-21 0,-1 1-8 16,-2 1-28-16,1-2-47 0,1 1-51 16,0-1-154-16,4-1-370 0,1 0 165 0</inkml:trace>
  <inkml:trace contextRef="#ctx0" brushRef="#br0" timeOffset="60941.84">5446 9407 48 0,'0'0'153'0,"0"0"-16"15,0 0-18-15,0 0-5 0,0 0-4 0,0 0-11 16,0 0-11-16,15-5-10 0,-9 4-6 0,3-1-6 15,3 0-18-15,-1-1-2 0,2-1 0 0,4-1 5 16,-1 1-14-16,-3 0-1 0,1-1-10 0,1-2-1 16,-3 2-6-16,2 1-1 0,-4-1 1 0,3-3 10 15,-4 3 0-15,-1-1 2 0,-3 0 7 0,0 1 4 16,-4 0 7-16,3-1 4 0,-3-1-3 0,-1 1 0 16,-2-1-8-16,-5 0-4 0,1 0-4 0,0 2-5 15,-6 0-8-15,-1 4 7 0,0 1-7 0,-3 0 1 16,-1 0-4-16,-2-1-3 0,-3 5-2 0,3 1-1 15,0 0-1-15,2 2-2 0,0-2 0 0,0 4-3 16,3-1-3-16,-1 4 0 0,2 0 2 0,4-4-1 16,-3 7-1-16,7-4 1 0,0 4 1 0,1-5-1 15,3 3-2-15,3 2 6 0,5 2 5 0,4-4-1 16,2 0 0-16,5-3-1 0,9 1-1 0,2-2-1 16,6-6 1-16,-1 1 1 0,6-4-5 0,-3-2-7 15,5-3-3-15,-5 0-10 0,2-5-5 0,-4 3-7 16,2-7 14-16,-1 4 0 0,-4-7 2 0,0 4-2 15,-4-3 6-15,-5-1 6 0,1 0 8 0,-1 0 11 16,-6 5 15-16,-4-2 19 0,-3 2 19 0,0 2 8 16,-1 0 6-16,-5 2 9 0,0 0 0 0,0 2 3 0,-3 2-4 15,4-1-8-15,-5 0-10 0,3 2-9 16,-2-1-5-16,-1 4-12 0,4-4-3 0,-3 1-6 16,-1 3-1-16,0 0-5 0,3-5-6 0,-3 5 11 15,0 0-20-15,0 0-4 0,1-3-7 0,-1 3-1 16,0 0-7-16,1-4 1 0,-1 4-4 0,0 0 4 15,0 0-4-15,0 0 4 0,0 0 12 0,0 0-10 0,0 0-6 16,0 0 1-16,0 0 3 0,0 0 5 0,0 0-4 16,0 0-4-16,0 0 2 0,0 0-1 15,0 0 4-15,3-2 0 0,-3 2 10 0,0 0-10 0,0 0-2 16,0 0 2-16,0 0-4 0,0 0 0 0,0 0 3 16,0 0-5-16,0 0 4 0,0 0-2 15,0 0 2-15,0 0-4 0,0 0 11 0,0 0-10 16,0 0 4-16,0 0-3 0,0 0-6 0,0 0 17 0,0 0-13 15,0 0 1-15,0 0 5 0,0 0 4 0,0 0 1 16,0 0 4-16,0 0 1 0,0 0 7 0,0 0 8 16,0 0-2-16,-2-6 9 0,2 6-14 0,-1-6 3 15,-1 2-6-15,2 0 16 0,-3-1 5 0,3-3 0 16,-4-1 14-16,4-1 2 0,0 0 5 0,-1-2-4 16,0-5-5-16,1 0 8 0,-3 0 5 0,3 1 5 15,0 0-9-15,0 3-1 0,0 1-6 0,-2 0-7 16,-1-1-7-16,3 2 2 0,0 1-8 15,0-1 1-15,0 5 1 0,3-2-5 0,-6 3-7 0,6 1-3 16,-1-2-1-16,-4 2-3 0,2 4-3 0,-3-5 5 16,3 5-10-16,0 0-11 0,3-5-13 0,-3 5-17 15,0 0-29-15,2-4-32 0,-2 4-14 0,0 0 15 16,0 0 3-16,-5 17 10 0,4-5 8 0,-3 4 7 16,0 4 5-16,0 5 3 0,-1 3 14 0,-4 1 3 15,4-1 5-15,0 2-2 0,1-3 7 0,-1-1 4 16,1-6 5-16,1 0-6 0,2-2 3 0,-4 0 5 15,5-2 2-15,-1-3 3 0,1 0 3 0,-3-2 1 16,2 1 0-16,2-4 1 0,-2 1 1 0,1-2-1 16,0-2 3-16,0 2-1 0,0-2-2 0,0 0 8 15,0-1 0-15,0 0 1 0,0 0 2 0,0-4 2 16,1 2-1-16,-1-2 0 0,0 0 1 0,3 6 1 16,-3-6-3-16,0 2 2 0,0-2-4 0,10 2 10 15,-2-2-3-15,5-3-12 0,7-1-34 0,8-1-55 16,3-2-81-16,6-3-101 0,-3-5-268 0,3 3-587 15,12-8 261-15</inkml:trace>
  <inkml:trace contextRef="#ctx0" brushRef="#br0" timeOffset="61440.03">5933 9172 135 0,'-6'2'189'0,"6"-2"-17"0,0 0-14 0,0 0-13 16,-3 2-11-16,3-2-11 0,0 0-6 0,0 0-8 15,0 0-8-15,0 0-12 0,0 0-6 0,0 0-5 16,9 5 0-16,-1-3-4 0,5-4-7 0,6 2-4 15,12 0-11-15,1-1-1 0,5-2-3 0,17 1-7 16,-2-1-6-16,-1 0-4 0,0-1 2 0,-11 4-4 16,-3-1-5-16,-1-3-3 0,-2 4 0 0,-3-2-5 15,-3 1 5-15,-11 2-5 0,-3-1-1 0,-1 0-4 16,-1-1-4-16,0 2-5 0,-7-2-7 0,1 1-10 16,-6 0-9-16,10 1-4 0,-10-1 3 0,0 0-2 15,0 0-5-15,0 0-19 0,-16 11-28 0,12-11-45 16,-2 3-72-16,-1-1-102 0,0 0-321 0,4 1 142 15</inkml:trace>
  <inkml:trace contextRef="#ctx0" brushRef="#br0" timeOffset="62043.88">8316 9042 78 0,'0'0'257'0,"0"0"-15"16,5-3-10-16,-5 3-21 0,0 0-21 0,2-1-20 16,-2 1-19-16,0 0-16 0,0 0-14 0,0 0-21 15,0 0-13-15,0 0-16 0,0 0-5 0,-4 10-7 16,-2-2-4-16,-7 1-6 0,-3 4-3 0,-6 6-6 15,-5-1-2-15,-1 2-3 0,-4 0-5 0,-10 9-2 16,0-3 1-16,6-6-15 0,-5 4 0 0,7-2-1 16,0-3 1-16,2 0-3 0,3-2 2 0,1-4-2 15,4-1 0-15,6-3 5 0,6-3 10 0,3-1 10 16,-1-3 10-16,5 2 19 0,-3-1 25 0,3-1 31 16,1-1 53-16,4-1 19 0,0 0-13 0,-10-6-23 15,10 0-5-15,0-2-17 0,1-4-17 0,7-2-11 16,-2-2-8-16,2-2-15 0,5 0-6 0,-3 4-12 0,7-8-7 15,-6 6-7-15,-1 1-6 0,-3 5-8 16,0 0-16-16,-1 5 8 0,-3 0-4 0,4 1-19 16,1 4 7-16,-1 0-2 0,3 3-6 0,2 3 3 15,4 5-4-15,4-2-6 0,1 8 1 0,2-1-1 0,0 4 6 16,3-3-8-16,-3 3 3 0,3-2 3 0,-1 0-38 16,2-1-48-16,-2-1-37 0,0-3-67 15,-1-1-100-15,4-5-411 0,2-2-754 0,-2-4 334 16</inkml:trace>
  <inkml:trace contextRef="#ctx0" brushRef="#br0" timeOffset="62991.36">9199 9327 122 0,'0'0'151'0,"0"0"-8"15,0 0 2-15,0 0 4 0,0 0 5 0,0 0 1 16,0 0-3-16,0 0-7 0,20-5-11 0,-12 4-8 16,-1-3-2-16,6-3-1 0,-4 0-9 0,4-4-4 15,2 0-1-15,-2-2-4 0,1-2-3 0,3-6-4 16,-2-1-8-16,3 0-9 0,-2-4-7 0,0-3-4 15,0 0-17-15,-1 0-10 0,0-4-6 0,3-10-4 16,-7 9-2-16,2 4-3 0,-3-2-1 0,-2 3 2 16,-6 1 1-16,2 10 5 0,-1-2 4 0,-2 2 0 15,-2 6-4-15,-2 2 0 0,3-2-6 0,-1 4-2 16,1 2-2-16,0 0-9 0,0 1-15 0,-3 1-19 16,3 4-5-16,0 0 9 0,-12 8-6 0,4 3 1 15,-1 7 3-15,-6 5-1 0,-3 9-1 0,1 2 5 16,-1 9-1-16,-1 3 4 0,6-12 2 0,-2 12-1 15,6-12 4-15,4 12-2 0,1-13 3 0,7-1 7 16,-2-5 2-16,4 1 2 0,-1-3 1 0,1-8 1 16,-1 0 3-16,2-8 6 0,-2 1 9 0,0-5 13 15,0 2 26-15,1-3 35 0,-1 1 7 0,1-5 9 16,-5 0 1-16,11-2-8 0,-4-2-11 0,0-3-4 16,2 2-10-16,-1-4-4 0,-3 0-11 0,4 0-6 15,-4-6-10-15,0 3 1 0,-1 2-9 0,-1-2-5 16,-1 0-11-16,-1 3-10 0,2 0-8 0,-2 3-6 0,-1 1-18 15,2-1 2-15,-1 2-39 0,-1 0-26 16,1 1-32-16,-1 3-36 0,0 0-44 0,0 0-31 16,0 0-19-16,0 0-36 0,0 0-286 0,-11 6-604 15,9-2 267-15</inkml:trace>
  <inkml:trace contextRef="#ctx0" brushRef="#br0" timeOffset="63442.34">9734 9266 37 0,'0'0'227'0,"5"-5"-33"0,-5 5-8 16,12-2-18-16,-6 0-18 0,4-2-15 0,2 2-12 0,-2-2-9 15,4 1-15-15,0 1-6 0,4-5-9 0,0 0-10 16,-1 1-2-16,-1-1-8 0,2-2 9 0,-3-1 10 15,-2 2 0-15,2-4 9 0,-6 1 7 0,-1 1 3 16,-3 2 15-16,4-1 1 0,-5 2-5 0,-3-3-10 16,2 4-12-16,-2 0-8 0,-5-2-10 0,3 1-9 15,-4 3-11-15,-5 0-7 0,-2 0-4 0,-7 3-4 16,1 2-7-16,-2 2-3 0,-2 1-7 0,-6 4-2 16,3 1-5-16,5 1-2 0,0 6 0 0,2 2-5 15,1 3 4-15,7-3-5 0,2-1-1 0,-1 7 4 16,8-5-3-16,1 0 1 0,5 0-1 0,1 1-1 15,10 2 2-15,3-3 4 0,-5-6-6 0,4-2 4 16,7 2 0-16,-5-4 3 0,7 2 2 0,3-5 9 16,-2-1-6-16,4-1 24 0,3-3-15 0,-7 1 4 15,-8-2 7-15,-2 0 13 0,-5 0 19 0,-2 0-3 16,-2 0 2-16,-1 0 8 0,-2 0-8 0,2-2 0 16,-8 2-17-16,7-1 10 0,-7 1-13 0,7-1-17 15,-7 1-25-15,0 0-26 0,0 0-35 0,9 0-43 16,-9 0-50-16,0 0-62 0,4 1-81 0,-4-1-305 15,0 0-645-15,0 0 286 0</inkml:trace>
  <inkml:trace contextRef="#ctx0" brushRef="#br0" timeOffset="64440.68">11451 8987 173 0,'3'-2'271'0,"1"-2"-20"0,1 1-16 0,-3-2-19 0,2 0-19 16,0 2-22-16,1 2-17 0,2-5-16 16,-1 4-18-16,-1 0-12 0,0 0-15 0,2 1-7 15,-1-1-14-15,-6 2-9 0,14 4-10 0,-9-1-4 0,4 2-4 16,0-1-9-16,-3 6-1 0,2 1-6 0,-4 1 1 15,0 3-6-15,0 3-3 0,-3 2-3 0,3 5-2 16,-4 0 3-16,-4 2-1 0,1-2-7 16,0-1 6-16,-1-5-9 0,-1-2-1 0,-2-2 3 0,3 1 0 15,-2-4-2-15,0-3-1 0,0 2 6 0,4-5 3 16,-2-1 15-16,1 0 23 0,2 0 26 0,-1-3 34 16,-2 2 48-16,4-4 0 0,0 0-16 0,0 0-17 15,-4-17-7-15,4 7-13 0,0-5-10 0,3-2-11 16,2-9-3-16,1 1-12 0,2-1-8 0,1-1-7 15,1 1-9-15,1-1-7 0,2 4-4 0,-3 5-2 16,1 2-7-16,-5 0 1 0,2 5-4 0,-2 2-4 16,-1 0-6-16,0 0-2 0,-1-1-5 0,0 8-11 15,0-4 1-15,-2 2-13 0,2 2-30 0,-4 2-36 16,4-3-16-16,-4 3 7 0,0 0-5 0,9 5-17 16,-8 2-3-16,2-3-18 0,-2 6-17 0,3 0-16 15,-4-1-14-15,0 0-19 0,1 4-21 0,4-4-39 16,-5-2-263-16,0 4-558 0,0-1 247 0</inkml:trace>
  <inkml:trace contextRef="#ctx0" brushRef="#br0" timeOffset="65256.33">12093 9039 300 0,'0'-7'284'15,"-3"5"-22"-15,3 2-25 0,0 0-21 0,-1-6-23 0,-1 4-19 16,2 2-21-16,0 0-16 0,0 0-15 16,-7-1-16-16,7 1-9 0,-9 3-12 0,-2 3-7 15,3 0-11-15,-1 0-12 0,-2 0-3 0,2 2-4 16,0 0-3-16,-4 4-6 0,4-3-6 0,-1 3-4 15,-3 2 0-15,4 0-6 0,5-3-2 0,-5 5 1 0,4-6-4 16,3 2-1-16,-2 3-3 0,1-5 2 0,2 2-1 16,1-1-1-16,1-2 7 0,3-1-8 15,-1 0 3-15,1-4 4 0,2-1 1 0,0 0 6 16,3 0 2-16,2-3 6 0,2 1 4 0,-1-5 2 0,2 1 4 16,-1-2 3-16,3-2 0 0,-2-3-1 0,0 0-3 15,-1-3-8-15,1-2-5 0,-5 2 0 16,-1 1-5-16,-2-4-6 0,-2 5-8 0,0 0 1 15,-3-2-3-15,-1 1-13 0,-5 3 8 0,4-2-11 0,-3 2 2 16,-4 1-5-16,3 2 4 0,-7-1 0 0,1 2-4 16,2-2 5-16,-3 4-4 0,1-2 2 15,2 3 0-15,-3 0-3 0,1-1-6 0,5 1-2 16,-1 1-13-16,1 0-12 0,6 1-10 0,-7-1-15 0,7 1-13 16,0 0 8-16,0 0 5 0,0 0 12 0,0 0 7 15,0 0 3-15,29 7 1 0,-9-7-1 0,10 0-1 16,3 1-4-16,0-1-2 0,6 0-4 0,-2-1 0 15,2 1 2-15,2 1 5 0,-4-1 5 0,3 0 6 16,-5-1-1-16,-3 0 3 0,-1 0 7 0,-3-1 4 16,-10 1 4-16,1 0 10 0,-6 1 7 0,0-1 19 15,-7 1 10-15,2 0 12 0,-8 0 6 0,10 0 7 16,-6 0-5-16,-4 0-3 0,5-2-4 0,-5 2-5 16,0 0 2-16,0 0-9 0,0 0-4 0,-20 4-1 15,8-1-6-15,-2 2 0 0,1 0-4 0,-2 2-2 16,-2 0 0-16,1 0-2 0,2 1 3 0,3 0-5 15,0 1-1-15,1 0 0 0,2-1 0 0,-1 1-3 16,4 0-1-16,-1 2 2 0,3-2 3 0,0-1 1 16,2 1 2-16,1-1 1 0,1-4 5 0,5 2 3 15,-1 2 14-15,4-5-1 0,3 0-1 0,5-3-2 16,2 0-1-16,0-1-1 0,1-3 1 0,0-1-1 0,0 0 15 16,-3-4-10-16,2-3-4 0,-6 4 0 15,5-1 4-15,-8 1-9 0,-1-2-2 0,0 1-8 16,-1-1-3-16,-1 0 2 0,-3 1-11 0,-1-3-15 15,-3 3-16-15,-1 3-6 0,-2-3-15 0,-2 3-12 0,-4-1-15 16,-4 2-5-16,-1 0-7 0,-1 0-14 0,-2-1-17 16,-2 3-12-16,6 1-29 0,4 0-16 0,-5-1-183 15,6 1-392-15,2 2 174 0</inkml:trace>
  <inkml:trace contextRef="#ctx0" brushRef="#br0" timeOffset="65825.17">12982 8764 191 0,'1'-6'291'0,"2"-1"-14"0,-2 2-17 0,3 0-20 15,-4 0-28-15,0 1-22 0,3 2-16 0,-3 2-21 16,1-5-22-16,-1 5-15 0,4-3-23 0,-4 3-20 15,0 0-13-15,0 0-6 0,0 12-2 0,0-2-9 16,-3 2-6-16,2 7 0 0,-4 5-5 0,1 3-6 16,-1-1-3-16,-3 2 4 0,3-2-7 0,0 0 0 15,1 3 0-15,0-5-5 0,-1 1 5 0,3-5-2 16,-2-3-5-16,0 1-1 0,4-2 1 0,-2-5-5 16,0-1 4-16,1-1-5 0,-2-2 3 0,2-2 0 15,1 3 1-15,-2-6 0 0,2-2 6 0,-2 5 12 16,2-1 7-16,0-4 12 0,-2 3-11 0,2-3 2 15,0 0-9-15,0 0-4 0,0 0-1 0,-10-10-4 16,5 6-8-16,-2-4-6 0,-1 0-3 0,1-1-6 16,-3 0 3-16,-1-1 1 0,1 4-3 0,-4-6-1 15,1 7 0-15,-1-3 1 0,0-1 9 0,0 4-10 16,4 1-1-16,-2-2 0 0,-3 3 2 0,6-1 2 16,0 1-4-16,0 0 3 0,1 3 2 0,3-5-1 15,1 3-1-15,-2 0 1 0,6 2 10 0,-6-2-5 16,6 2-2-16,0 0-3 0,0 0 1 0,18-3 4 15,0 1-2-15,3 2-1 0,11-3-3 0,7 1 5 16,13-2-2-16,5 2-7 0,1-2 6 0,-2 1-1 16,5 3-2-16,-4 0-2 0,0-2 1 0,-16 1 4 15,10 1 3-15,-14-1 3 0,-7 1-5 0,-10-3 1 16,-1 3-1-16,-5 3 3 0,-5-6 1 0,0 3-1 16,-1 0 1-16,-2 0 1 0,-6 0 3 0,10 0-2 15,-10 0-4-15,6 0-5 0,-6 0-14 0,0 0-18 0,0 0-35 16,0 0-44-16,-26 5-49 0,16-3-81 15,-2-2-233-15,-2 1-512 0,4 0 228 0</inkml:trace>
  <inkml:trace contextRef="#ctx0" brushRef="#br0" timeOffset="66723.58">14963 9008 183 0,'0'0'264'0,"0"0"-16"16,0 0-19-16,0 0-16 0,0-5-20 0,0 5-20 15,0 0-9-15,0 0-21 0,0 0-16 0,0 0-15 16,0 0-2-16,0 0-22 0,0 0-6 0,-8 0-13 16,8 0-9-16,-10 4-4 0,2-3-11 0,3 1 0 15,-4 4-8-15,-1 2-9 0,1-5 1 0,-3 4-7 16,1 3-2-16,-3 2-2 0,1-3-4 0,6 1 0 16,-1 0-1-16,0-1-2 0,1 1 0 0,2 1 0 15,2-1 0-15,0 2 1 0,2 0 3 0,2-1 10 16,1 0-5-16,3-3 3 0,0 1 1 0,4-4 9 15,0 0 10-15,1 0 5 0,1-4 1 0,2-1 3 16,1 0 10-16,0-1 5 0,4-4 2 0,-8 1 23 16,2-1-2-16,2-3-6 0,-1-1 4 0,-2-3-13 0,1 0-7 15,-2-1-6-15,0-3-6 0,-2 0-7 0,-3-2-17 16,0 2-7-16,-1 0-8 0,-3-1-1 16,-1 2-13-16,-3 1-2 0,0 4-9 0,-3-2-8 0,-1 0-13 15,-3 3-2-15,-3-3-14 0,3 7-4 0,-8-3-8 16,5 4-9-16,-1 0-15 0,1 1-21 0,-2 2-22 15,2 0-33-15,1 2-31 0,3 0-36 16,2 2-70-16,1-2-152 0,3 2-482 0,3-3 213 16</inkml:trace>
  <inkml:trace contextRef="#ctx0" brushRef="#br0" timeOffset="67141.78">15323 8695 76 0,'3'-5'313'0,"-2"0"-26"15,2 1-30-15,-1 1-26 0,0 1-30 0,-2 2-26 16,2-5-40-16,-2 5-20 0,0 0-16 0,0 0-12 16,0 17-10-16,-4 2-12 0,-1 4-3 0,-3 5-7 15,-2 3-4-15,1 0-3 0,-4 6-11 0,-2 7 1 16,2-1-3-16,3-9-4 0,2-4-2 0,1 1-2 15,-1-1-5-15,4 2 1 0,2-2-1 0,1-6 1 16,1-5-4-16,1 0 4 0,1-2 8 0,2-1 6 16,1-6 7-16,-1 1 13 0,1-2 13 0,2-1 9 15,-2-4 16-15,2-2 9 0,0 1 13 0,2-5 1 16,-3 0-9-16,6-2-10 0,-3-2-10 0,0-4-7 16,1-4-10-16,-3-1-19 0,-1-4-22 0,-1-1-18 15,-8-6-5-15,1 2-9 0,-5-6-6 0,-3 5-3 16,-5 2 8-16,-1-3-13 0,0 6 4 0,-5 0 0 15,8 6 13-15,-2-1 4 0,4 4 5 0,0 0-5 16,1 5 6-16,1-1-2 0,5 2 8 0,2 2-14 16,-2-1-7-16,1 2 0 0,3 2-7 0,16-3 1 15,12 3-22-15,10 2-32 0,20 0-57 0,3 2-60 16,35-4-76-16,-30-3-296 0,26 6-597 0,-25-6 264 16</inkml:trace>
  <inkml:trace contextRef="#ctx0" brushRef="#br0" timeOffset="68010.78">17208 8533 67 0,'-5'-2'194'0,"0"-1"-6"0,0 1-13 0,5 2-11 15,-8-2-11-15,8 2-10 0,-6-3-18 0,6 3-8 16,0 0-16-16,-7-1-9 0,7 1-10 0,0 0-8 15,-5-2-9-15,5 2-6 0,0 0-6 0,0 0 2 16,0 0 6-16,0 0-3 0,0 0 3 0,0 0-7 0,0 0-2 16,0 0 3-16,0 0 5 0,-5-2-4 15,5 2 0-15,0 0-1 0,0 0-2 0,0 0-5 16,0 0-6-16,0 0-1 0,0 0-6 0,0 0-3 16,0 0-3-16,0 0-3 0,0 0-3 0,0 0-5 0,0 0 1 15,0 0-3-15,0 0-1 0,0 0-2 0,0 0-4 16,0 0 0-16,0 0 0 0,0 0-4 15,0 0 0-15,0 0 4 0,0 0-4 0,0 0-1 16,0 0 1-16,0 0 0 0,0 0-5 0,0 0 0 0,0 0 2 16,0 0-1-16,0 0 1 0,0 0 5 0,23 4-2 15,-3-4-2-15,9 0 6 0,5 0-5 16,3 1-3-16,14-2-1 0,4 1 4 0,0-4 1 16,-2 3 0-16,3 1-3 0,-3-4 4 0,-3 6-2 0,-13-4-1 15,-4 2-1-15,1 0 4 0,-6 0-5 0,-8 0 3 16,-2 0-4-16,-5 0-12 0,-3-3-15 0,-2 3-13 15,-2 0-14-15,-2 3-4 0,-4-3 2 16,0 0-3-16,0 0-15 0,0 0-19 0,-28 7-14 0,10-2-17 16,-5-3-5-16,-5 1-3 0,5 0-3 0,5 1 8 15,-5-2-24-15,3 3-13 0,-1-2-84 0,2-1-267 16,0 4 118-16</inkml:trace>
  <inkml:trace contextRef="#ctx0" brushRef="#br0" timeOffset="68375.83">17510 8594 20 0,'0'0'219'0,"0"0"-4"0,0 0-5 16,0 0-1-16,0 0-7 0,0 0-10 0,0 0-14 16,0 0-14-16,0 0-15 0,0 0-20 0,0 0-15 15,0 0-11-15,-7 0-17 0,7 0-16 0,0 0-11 16,-5 7-7-16,5-2-6 0,-4 4-8 0,2 4-4 16,-1 4-5-16,-3 2-2 0,3 4-1 0,-3 4-4 15,0 3 3-15,-1 1-1 0,1 2-4 0,1-1-2 16,1 0 3-16,0 0-2 0,4 0-4 0,-2 0-1 15,2-2 2-15,0-2-5 0,0 2 3 0,0-1-4 16,-2-10 1-16,1 1-1 0,0 6 0 0,-2-9 5 16,0 2-6-16,0-4 0 0,0-3 0 0,-2 0 4 15,-3 2 0-15,-2-4-1 0,1-2 2 0,-6 1 0 16,-2 1 0-16,2-4-1 0,-3-2 4 0,-3-2 4 16,2 0 3-16,0-2-6 0,-3 0 6 0,2-3-1 15,2 1 0-15,-2-2 0 0,-1-1-1 0,3 3-1 16,7-2-4-16,-3 0-1 0,2 3 1 0,2 1-8 15,5-4 1-15,-3 4 10 0,3-1-10 0,1 0-4 16,4 1-12-16,0 0-1 0,-10-3-15 0,10 3-18 0,0 0-13 16,0 0-16-16,0 0-29 0,0 0-39 15,30 0-46-15,-13 0-263 0,4-2-482 0,-3 4 213 16</inkml:trace>
  <inkml:trace contextRef="#ctx0" brushRef="#br0" timeOffset="69060.14">17791 9137 60 0,'0'0'266'16,"1"-2"-15"-16,-1 2-22 0,0 0-13 0,0 0-14 15,3-4-22-15,-3 4-18 0,0 0-17 0,0 0-15 16,0 0-16-16,0 0-15 0,0 0-13 0,0 0-6 15,0 0-11-15,0 0-11 0,0 0-9 0,0 0-3 16,0 12-6-16,-3-7-5 0,3 1 1 0,0 5-7 16,0-2-2-16,0 3-3 0,0-1-2 0,0 1-5 15,-4 0 1-15,4 5-5 0,-1 1 4 0,-2-1-2 16,2-2-2-16,1-1-2 0,0-1 0 0,-1-3 5 16,-2 1-9-16,2-3 3 0,1-1-2 0,0-2-2 15,-3 0 2-15,2-1 17 0,-3 1 22 0,4-5 26 16,0 5 30-16,0-5 28 0,4 3 32 0,-4-3 17 0,0 0 14 15,0 0-11-15,0 0-15 0,0 0-12 16,0 0-20-16,14-14-18 0,-5 6-14 0,-1 2-3 16,1-2-12-16,-3 2-10 0,2-1-8 0,-3 3-11 0,2 0-6 15,-1 0-8-15,-1 1-6 0,-1-1-3 0,0 2-9 16,-1-1-5-16,-3 3-6 0,8-2-4 16,-8 2-6-16,0 0-2 0,9 4-2 0,-7-1-2 15,1 2-5-15,0-1-16 0,1 2-4 0,-2 1 4 0,3 0-3 16,-4 2 3-16,2 2-4 0,-1-2 4 0,2 0 6 15,-4 1-5-15,2-3 8 0,-1-2 0 16,0 2 3-16,0-2 6 0,1-1-12 0,-1 1 8 16,-1 1 0-16,0-6 6 0,1 5-1 0,-1-5 2 0,0 4-4 15,0-4 6-15,0 3-3 0,0-3 4 0,0 0-5 16,0 0-1-16,2 5-2 0,-2-5-10 0,0 0-10 16,0 0-14-16,0 0-13 0,0 0-41 0,0 0-64 15,8-10-57-15,-4 5-50 0,3-4-52 0,-1 0-330 16,3-2-697-16,2-3 308 0</inkml:trace>
  <inkml:trace contextRef="#ctx0" brushRef="#br0" timeOffset="69772.64">18522 8695 143 0,'5'-3'189'0,"1"1"-13"0,0 2-12 16,0-3-14-16,1 1-14 0,5 2-13 16,-1 2-12-16,0-2-11 0,-1 3-7 0,1 0-11 15,1 1-4-15,-1 3-16 0,-2 0-3 0,0 3-4 16,0-1-3-16,-1 5-1 0,-2 1-3 0,1 1 1 0,-5-1-2 15,1 1-3-15,-4 3-2 0,-3-1-3 0,0-3 2 16,-4 2-5-16,0 1 3 0,-3-2-1 16,-2 0-2-16,4-4-2 0,-5 2 1 0,3-1 1 0,-1-6 1 15,3 3-5-15,0-4-3 0,3 0-4 0,0-2 0 16,0 1-2-16,2-2 9 0,2-1 20 16,-2 1 9-16,1 0 17 0,3-3 23 0,-3 1 22 15,3-1 17-15,0 0 7 0,0 0 1 0,0 0-12 0,0 0-14 16,0 0-8-16,7-12-21 0,0 5-7 0,2-3-4 15,3-2-10-15,1 0-9 0,3-2-8 0,-1-1-9 16,0 2 1-16,-1 0-3 0,4-1-4 0,-5-1-6 16,4 2 7-16,-2 1-20 0,-2 0 0 0,-2 3-4 15,-2-2 6-15,-1 5-6 0,-2-2-5 0,-1 3 7 16,0 1-5-16,-1 1-9 0,0-1 2 0,0 1 8 16,-2 1-20-16,2-1-1 0,-4 3-7 0,0 0-8 15,4-2-13-15,-4 2-22 0,0 0-11 0,0 0-5 16,0 0 4-16,5 7 6 0,-5 0 12 0,2-2-5 15,-2 7 2-15,0-4 10 0,0 4 4 0,-2-3 14 16,4 4-8-16,0-2 4 0,-1 6 9 0,2-5-3 16,2 1 6-16,3 0 5 0,-2 0 1 0,4-1 1 15,7 0 13-15,-3 0-44 0,5-2-61 0,-1-2-83 16,9 0-102-16,-5-4-256 0,-2-2-586 0,-1 0 259 16</inkml:trace>
  <inkml:trace contextRef="#ctx0" brushRef="#br0" timeOffset="70806.07">19201 8582 118 0,'0'-5'248'15,"2"2"-12"-15,-1-2-15 0,0 0-19 0,3 3-22 16,1-2-23-16,-2 3-13 0,3-1-15 0,-6 2-21 15,14 2-10-15,-9 1-14 0,6 2-9 0,0 5-9 16,-1 4-7-16,6 6 2 0,-1 6-2 0,-5 3-3 16,0 0-2-16,-2 3 1 0,-4 3-5 0,-3 2 1 15,0-1-3-15,-4 0-4 0,-8 9-4 0,-1-12-4 16,-1 3 1-16,-13 5-3 0,5-11-8 0,-13 10-13 16,-1-2-6-16,-4-8-22 0,7-8-25 0,-14 5-44 15,13-8-49-15,-3-5-90 0,-1-1-161 0,0-5-415 16,0-4 183-16</inkml:trace>
  <inkml:trace contextRef="#ctx0" brushRef="#br0" timeOffset="71239.89">18749 8430 40 0,'0'-4'245'0,"0"0"-12"0,0 4-16 16,-1-5-21-16,1 5-18 0,-2-4-15 0,2 4-17 16,-3-2-17-16,3 2-11 0,0 0-18 0,-17 6-9 15,2 3-9-15,-6 7-10 0,-8 6-9 0,-12 11 9 16,4 3-21-16,-4 5-6 0,0 0-6 0,-2 8 2 16,2-3-6-16,0 0 0 0,5-1-3 0,7-2-6 15,3-3 0-15,11-10-1 0,6-1 3 0,0-2 12 16,4 1 2-16,6-2-2 0,3 1 3 0,10-2 0 15,4-2-3-15,9 1-6 0,6-3 0 0,18 1-26 16,4-2-36-16,5-3-54 0,30 1-73 0,-28-8-101 16,2-3-133-16,1-2-421 0,-1-1 187 0</inkml:trace>
  <inkml:trace contextRef="#ctx0" brushRef="#br0" timeOffset="71747.28">20110 8860 171 0,'0'0'286'16,"0"0"-9"-16,0 0-16 0,0 0-16 0,0 0-14 15,0 0-18-15,0 0-19 0,0 0-17 0,0 0-11 16,0 0-30-16,0 0-10 0,0 0-17 0,15-6-7 15,-3 4-15-15,-1 0-13 0,2 2-15 0,9-1-17 16,-2 0-28-16,11-2-31 0,-3 2-31 0,4 0-26 16,-1 0-34-16,-1 1-43 0,1-2-35 0,-4 2-212 15,-8-4-431-15,1 4 190 0</inkml:trace>
  <inkml:trace contextRef="#ctx0" brushRef="#br0" timeOffset="71924.67">20143 9013 9 0,'0'1'237'0,"0"-1"-17"0,0 0-22 0,0 0-20 16,22-1-18-16,-4-2-15 0,2 3-16 0,12-3-12 16,0 3-14-16,1-4-19 0,3 3-34 0,4-2-33 15,13 1-51-15,-2 0-45 0,-1-3-177 0,-10 2-277 16,-3 1 123-16</inkml:trace>
  <inkml:trace contextRef="#ctx0" brushRef="#br0" timeOffset="72460.03">21436 8720 115 0,'-5'-1'158'0,"5"1"-13"0,-5-2-8 16,5 2-11-16,0 0-10 0,-16 3-7 0,9-1-5 15,1 0-2-15,-3 1-9 0,-3 2-7 0,3 1-9 16,-2-1-1-16,-1 3 5 0,1 1-5 0,-6 3-11 16,3-2-3-16,-1 5-3 0,2-1-4 0,-1-1-8 15,4 1-1-15,-2 1 2 0,2-3 13 0,2 4-2 16,3 0-1-16,0-5-7 0,3 1 7 0,0 3-4 15,2-1 11-15,2-2 1 0,5 5 9 0,2-9 11 16,5 5 11-16,2-2 7 0,7 3-4 16,5-6 0-16,1 1 2 0,6-4-5 0,-1-2-2 0,-2-1 6 15,5-4 3-15,-1-1-14 0,-4-4-2 0,-2-1 1 16,1-1-13-16,-4-3 5 0,-4 0 13 0,0-3-23 16,-9 1-11-16,3-6-6 0,-7 3-16 0,-1-1 3 15,-8 0-20-15,-1-1-6 0,-2 0-15 0,-7 1-20 16,-7-4-24-16,-7 1-31 0,-6 5-27 0,-18-5-30 15,-4 5-41-15,-3 6-61 0,4 2-91 0,12 6-214 16,1 0-583-16,7 1 259 0</inkml:trace>
  <inkml:trace contextRef="#ctx0" brushRef="#br0" timeOffset="73909.7">23552 8543 184 0,'-1'-3'210'0,"0"-1"-16"0,1 4-23 0,-7-5-15 0,0 3-18 15,-1 1-15-15,-3 4-8 0,-7 2-17 0,0-1-11 16,-8 3-6-16,6 3-17 0,-7 4-5 0,0 0-5 16,2 2-5-16,2-2-8 0,0 6-2 0,2-1-2 15,1 1-8-15,3-1 1 0,4-2-7 0,2-2 2 16,2 1 0-16,4-1 3 0,1-6 1 0,0 4-1 16,3-6 8-16,2-1 11 0,3 0 11 0,1-2 6 15,0-2 11-15,7 3-3 0,-1-4 1 0,8-2 0 16,-1-1 3-16,1-1 5 0,-2-1-3 0,2-1-5 15,-1-3-1-15,-3 3-10 0,-2 0 3 0,3-3-4 16,-5 5-6-16,-2-2-10 0,1 1-2 0,-2 1-8 16,-3 1-5-16,0 0-5 0,-1 1-6 0,-4 1-5 15,10-1-1-15,-10 1-6 0,9 1 2 0,-9-1-2 16,7 3 0-16,-4 2-5 0,2-2 2 0,-2 2 2 16,1 1-2-16,-2 2 0 0,2-4 1 0,1 4 1 15,-1 1-4-15,0 1 1 0,2-4 2 0,-3 0-5 16,1 1 3-16,0-2 0 0,-2 0 5 0,1-1-5 15,-1-1 3-15,1 2 5 0,0-3 25 0,-3-2 27 16,10 1 14-16,-5-1 28 0,-5 0-11 0,11-5 4 16,1-1-2-16,1-1-3 0,0-2 0 0,3-3-6 15,0-1 1-15,8-2-11 0,-8 1-5 0,3-5-11 16,2 0-1-16,-1-1-10 0,-6 8-5 0,3-2-11 16,-4 4 3-16,-3 1-2 0,-2 1-8 0,1 0 6 15,-2 4-13-15,-1 0-2 0,1 1-6 0,-2 0-1 16,-1 0-10-16,-4 3-13 0,11 0-8 0,-7 0-9 15,4 5 0-15,-2-2 7 0,1 2-15 0,0 4 1 16,1-2-2-16,-3 4-5 0,3-2 8 0,1 1-12 16,-4 0 3-16,0-1-7 0,0 1-9 0,-1-2-8 15,0 0-14-15,-2-2-17 0,0-1-14 0,1 0-18 16,0 0-24-16,-2-1-25 0,0 1-41 0,1 0-27 16,0-2-301-16,0 0-594 0,-2-3 263 0</inkml:trace>
  <inkml:trace contextRef="#ctx0" brushRef="#br0" timeOffset="74676.14">25672 8404 130 0,'2'-8'326'0,"0"2"-9"16,-2-1-18-16,0 2-17 0,1 0-5 0,1 0-23 0,-2 1-20 16,1-2-28-16,-1 6-15 0,3-5-21 15,-5 1-20-15,2 4-20 0,0 0-16 0,3-3-18 16,-3 3-27-16,0 0-9 0,0 0-9 0,0 0-7 0,0 19-4 16,-1-6-7-16,-2 6 0 0,0 8-6 15,-3 0 1-15,-3 4-5 0,3 2-15 0,-2 13 0 16,0-15-2-16,1-1 0 0,2 1-4 0,-2 1 2 15,1-3 3-15,1-1-2 0,1-2-3 0,-1 0 3 0,2-9 3 16,1 0-9-16,-2-5 6 0,1 0 0 0,-1-1-2 16,3 0 12-16,0-4-11 0,-2 1 3 0,3-3-1 15,-4 2 0-15,2-4-2 0,2 1 6 16,-1-1-11-16,1-3-8 0,-3 4-1 0,3-4-8 0,-1 5-9 16,1-5-3-16,0 0-3 0,0 0-43 0,0 0-51 15,0 0-55-15,-4-10-46 0,4 1-267 0,0-1-536 16,4-2 237-16</inkml:trace>
  <inkml:trace contextRef="#ctx0" brushRef="#br0" timeOffset="75155.63">25708 8286 234 0,'1'-10'222'0,"1"3"-8"16,0 1-14-16,-2 0-12 0,0 1-17 0,0 1-19 15,0 1-19-15,0 0-14 0,5 1-12 0,1-1-9 16,2 0-11-16,1 2-9 0,6 1-12 0,5 1 1 16,0 0-14-16,7 4-4 0,1-2-15 0,-7 2 6 15,6 1-5-15,-7 2-4 0,-1-1-4 0,0 0-1 16,0 3-5-16,-2 1-6 0,-3 0 0 0,-4-4-9 16,-2 5-1-16,2-4 3 0,-5 3-4 0,-1-1-6 15,-4-1-1-15,0 2 1 0,-2-2 4 0,-5 1 4 16,1-3-1-16,-2 2-2 0,-2-1 4 0,-3-2 1 15,3 0 0-15,-7 2 0 0,5-3 0 0,1 2 1 0,-1 1 3 16,0-6-4-16,2 2 0 0,1 1 0 0,1-1-3 16,3-1-1-16,-1 0 1 0,2-1-4 15,-1 2-1-15,2 2 5 0,3-1-2 0,2-3 0 16,-1 5-2-16,4-2 1 0,3 2-1 0,1 1 1 0,5 2 1 16,-2 0-1-16,4-1 4 0,-1 1-2 15,4 0-3-15,-5 0-3 0,0 1 0 0,-1-1 4 16,-4-1-1-16,1-1-2 0,-2 1-2 0,-3-2 3 15,0 1 0-15,-2-4 1 0,-2 3 6 0,-1-1 2 0,-1-1 0 16,-3 2 1-16,-4-1-3 0,-1 0-1 0,-2-1 1 16,-2-1-1-16,-1 1 0 0,-7-2-4 0,2 0 1 15,0 1-6-15,0-2-3 0,0 1-13 0,2-1-21 16,-1-2-19-16,4 0-26 0,2-2-36 0,1-2-63 16,2 1-183-16,4 0-396 0,5 0 175 0</inkml:trace>
  <inkml:trace contextRef="#ctx0" brushRef="#br0" timeOffset="76422.56">27254 8419 162 0,'0'-6'313'0,"0"0"-3"0,0 0-11 0,2 1-15 16,-2-1-23-16,0 3-18 0,2-1-25 0,-2 0-21 15,0 4-23-15,3-3-18 0,-3 3-19 0,0 0-17 0,2-3-12 16,-2 3-18-16,0 0-16 0,0 0-12 16,0 0-9-16,-2 12-6 0,0-5-5 0,1 5-2 15,-1-1-5-15,0 6-5 0,0 2-5 0,-1-2-2 16,1 1-1-16,0 9-5 0,-3-9-1 0,2-1-2 0,0 0-1 16,3 0 0-16,-1 0-2 0,-1-3 3 15,0-4-5-15,0 2 3 0,1-5-2 0,0 0 2 16,0-2-7-16,1 2 3 0,0-3-2 0,-2 2-2 0,2-2 4 15,-1 0 3-15,1-4-1 0,-1 6-1 0,1-6 0 16,0 3-1-16,0-3 3 0,0 0 5 0,0 0 0 16,1 4 0-16,-1-4-1 0,0 0 10 0,0 0 2 15,0 0 2-15,0 0-1 0,0 0-2 0,0 0-14 16,0 0-30-16,-4-13-41 0,4 3-40 0,0 0-56 16,-2-2-44-16,2-7-58 0,1 2-273 0,3-2-574 15,-3 1 254-15</inkml:trace>
  <inkml:trace contextRef="#ctx0" brushRef="#br0" timeOffset="76583.42">27279 8156 52 0,'2'-5'297'16,"-1"0"-22"-16,1 0-25 0,0 3-26 0,0-4-27 15,0 4-15-15,-1-1-22 0,-1 3-23 0,4-6-33 0,0 6-31 16,-4 0-31-16,5-2-35 0,-5 2-38 15,10 4-27-15,-3-3-45 0,-2 3-199 0,0-2-326 16,1 3 144-16</inkml:trace>
  <inkml:trace contextRef="#ctx0" brushRef="#br0" timeOffset="77138.95">27861 8306 45 0,'0'0'242'0,"0"0"-22"15,0 0-21-15,0 0-21 0,0 0-19 0,-2-5-16 16,2 5-15-16,0 0-12 0,0 0-18 15,0 0-5-15,0 0-11 0,0 0-6 0,0 0-12 0,0 0-4 16,-17 7-8-16,12-7-7 0,-1 3-1 0,-2 0-3 16,-1 1-7-16,1 0-2 0,-1-1-5 0,-2 0-1 15,3 1-3-15,-1 3-2 0,-1-1-6 0,1-2-1 16,4 4 3-16,0-4-5 0,1 4-1 0,0 1-3 16,-1-2 6-16,5 3-8 0,0-1 3 0,5 0 2 15,0 2-6-15,3-3 5 0,2 4-3 16,4 3 1-16,2-6-2 0,2 4 1 0,-2 1-4 0,2-2 4 15,-1 1-2-15,-2-2 1 0,0 3-5 0,-1-1 1 16,-1-2 4-16,-3-1-3 0,-1-3-2 0,0 3 0 16,-4-3-3-16,0 0-1 0,-1-2 7 0,-4 2 2 15,0-1 5-15,0-2 3 0,-5 3 4 0,-4-1-2 16,-4-2 2-16,-2 1-1 0,2 2 2 0,-4-3 1 16,-1 0 4-16,0 1 5 0,1-3 3 0,-1 1 0 15,0 0 2-15,4-2-4 0,5 1-6 0,-2 0-1 16,3-1 0-16,3-1-1 0,-3 0-3 0,8 0 7 15,-8 2 14-15,8-2 11 0,-7 2 2 0,7-2-6 16,-4 1 2-16,4-1-5 0,0 0-8 0,0 0 0 16,0 0-6-16,0 0-5 0,0 0-19 0,15-6-14 15,-8 4-44-15,-2 0-37 0,0 1-34 0,8-3-64 16,-3 1-72-16,2-1-174 0,0 1-470 0,5 0 208 16</inkml:trace>
  <inkml:trace contextRef="#ctx0" brushRef="#br0" timeOffset="77905.66">29089 8418 99 0,'2'-5'273'0,"-2"-1"-15"15,0 0-18-15,-2 1-23 0,2 1-23 0,-2-1-19 16,-1 0-18-16,2 1-13 0,-4-1-20 0,-2 1-15 16,-3 0-14-16,0 2-9 0,-2 0-5 0,-3-1-13 15,-2 3-7-15,0 0-5 0,-2 3-7 0,6 0-7 16,-6 1-6-16,2 1-4 0,0 4-4 0,2 2-5 15,-3-2-2-15,4 3-1 0,-4 0-3 0,7 4-4 16,-2-2-11-16,-4 8 2 0,7-6-2 0,2 1 0 16,1 0 2-16,1-2 6 0,4-1 6 0,1 3-1 15,-1-6-2-15,4 1 8 0,1-1 4 0,1-1 6 0,2-1 9 16,-1-4 9-16,1 4 12 0,4-3 9 16,-1-4 14-16,-4 1 10 0,4-2 18 0,1-1 3 15,-1-2 14-15,-1 0-9 0,6-2 2 0,-2-4 5 16,0 3-11-16,-1 0-2 0,-1-4-9 0,4-3-6 0,-1 0 1 15,-3 4 1-15,-2-2-6 0,1 1-8 16,-3 2 6-16,3-1-6 0,-4-2-3 0,1 5-7 0,0-1-5 16,-3 3-8-16,1 0-9 0,1 2-7 15,-5-3-8-15,0 4-8 0,3-4-6 0,-3 4-6 0,0 0-6 16,6-1-14-16,-6 1-25 0,0 0-14 0,0 0-4 16,0 0 10-16,0 9-7 0,0-5 7 0,-4 4 9 15,4 1 1-15,0 1-2 0,-2 0 4 16,-1 1 11-16,3 3-3 0,-5-3-2 0,5 3 11 0,-2-1-8 15,0-2 1-15,2-3-4 0,0 3 10 0,-2-4 0 16,4-1-2-16,-2 1 9 0,0-3-12 0,2-1 13 16,-2 2 14-16,2 0 6 0,0-4 13 15,2 1 8-15,2 0 1 0,5-2-6 0,12-3-3 0,8-1-2 16,6-4-35-16,18-2-87 0,4-6-125 0,2-7-175 16,24-15-395-16,-24 11-846 0,19-16 374 0</inkml:trace>
  <inkml:trace contextRef="#ctx0" brushRef="#br0" timeOffset="80087.89">4618 10797 221 0,'0'0'250'16,"0"-4"0"-16,1 0-6 0,0-1-16 0,-1 1-5 15,1 0-1-15,-1 4 3 0,3-7-2 0,-3 7-9 16,3-5-13-16,-2 1-11 0,-1 4-8 0,4-6-9 16,-3 4-21-16,-1 2-3 0,0-5-16 0,0 5-16 15,0 0-20-15,4-1-9 0,-4 1-10 0,0 0-16 16,0 0-20-16,0 0-21 0,0 0-27 0,0 0-22 15,0 0 0-15,5 9 0 0,-4-4 1 0,0 3 2 16,3 2 2-16,-2 6 0 0,0 1 2 0,3 3 5 16,-1-1 0-16,1 6-1 0,0-1 7 0,0 3 1 15,-1-7 0-15,0-1 1 0,0 1-1 0,2-2 4 16,-2-2 1-16,-1-5-2 0,-1 2 4 0,2-5 4 16,-3 3-3-16,2-6 1 0,-2 3 5 0,0-5 18 15,2 2 19-15,-3-2 31 0,0-3 37 0,1 4 28 16,-1-4 34-16,5 0 18 0,-5 0 3 0,0 0-22 15,13-10-19-15,-5 1-14 0,2-4-15 0,-1-3-9 16,5-8-13-16,3 1-8 0,-2 0-14 0,-1-3-4 16,0-1-9-16,3 2-7 0,-3 3-6 0,1-2-6 15,-3 7-2-15,-5 0-7 0,3 3-3 0,-2-1-5 16,-1 6-8-16,-4 0 5 0,2 2-6 0,-2 2-2 16,2-1-4-16,-4 4-21 0,2-2-19 0,-2 0-34 15,-1 4-32-15,0 0-36 0,5-6-24 0,-1 5-7 16,-4 1-12-16,13 5-9 0,-4 1-9 0,0-2-13 15,1 5-24-15,4 2-24 0,0 1-25 0,-1-2-39 16,0 2-308-16,2-2-671 0,1 1 298 0</inkml:trace>
  <inkml:trace contextRef="#ctx0" brushRef="#br0" timeOffset="80472.17">5636 10839 236 0,'0'-4'262'0,"0"-2"-17"0,-1 1-18 0,-2 3-22 16,1-2-19-16,-1-2-23 0,2 4-13 0,1 2-17 15,-8-3-12-15,0 1-15 0,2 2-12 0,-7 2-10 16,0 1-8-16,-2 5-8 0,-2-2-11 0,0 4-4 16,-6 2-8-16,0 4 0 0,0 1-8 0,-3 1-5 15,2 2-2-15,1-2-4 0,5-1-2 0,-2 3-1 16,5-6-6-16,3 3 2 0,1-5-3 15,4 0-2-15,-1-4-2 0,3 3 1 0,3-7-1 0,-1 4 7 16,2-4 3-16,2 1 13 0,2-4 14 0,0 3 6 16,7-4 8-16,2 0 6 0,2-4-2 0,3 0 6 15,3-2 1-15,-2-2 3 0,0 1 3 0,-1-1-5 16,-1 1-10-16,3-3-2 0,-5 4-6 16,-1 0 1-16,-1 3 6 0,-3-3-19 0,1 2-4 0,-4 1-5 15,1-1-5-15,-2 4-7 0,1-1-14 0,0 0-12 16,-6 1-14-16,13 1-27 0,-6 0-22 15,-1 2-21-15,4 1-29 0,-5-1-23 0,0 2-28 16,2 0-38-16,-2-1-45 0,0 0-252 0,0 1-541 0,0-1 241 16</inkml:trace>
  <inkml:trace contextRef="#ctx0" brushRef="#br0" timeOffset="81037.39">5839 10851 14 0,'12'-12'281'0,"-3"1"-8"16,-3 2-8-16,4 1-19 0,-3 2-12 0,-1 2-22 16,-2-1-24-16,1 2-21 0,-1 0-18 0,3 3-15 15,-7 0-8-15,15 3-19 0,-9-2-12 0,4 5-4 16,-2-1-13-16,-2 2-7 0,2 3-11 0,-1-3-4 16,1 4-2-16,-4 0-4 0,1 1-11 0,0 4-1 15,2 2-2-15,-5-3-4 0,-1 2-6 0,-1 0 1 16,0-2-3-16,-1 2 1 0,1-1-7 0,-4-4 2 15,2-1-4-15,1 1 1 0,-1-6-6 0,2 1 1 16,0-2 4-16,-1-2-1 0,1-1 1 0,0-2 4 16,0 8 3-16,0-8 21 0,0 4 22 0,0-4 14 15,0 0-9-15,0 0-13 0,17-14-7 0,-5 3-6 16,5-1-1-16,7-8-7 0,-2 2-9 0,4-2-8 16,-1 2 0-16,-1-2-9 0,2 1-1 0,-3 4 12 15,1-3-14-15,2 3 0 0,-10 4 0 0,1 3-1 16,0-1 0-16,-6 2 20 0,-1 2-8 0,2 0-1 0,-7 0 1 15,1 2 2-15,-2 2-8 0,0-4-7 16,1 5 1-16,-1-3-8 0,-4 3-6 0,5-1-2 16,-5 1-4-16,0 0-2 0,6 6 0 0,-4-2-2 15,0 3 2-15,0-1-1 0,0 5-1 0,-1-1 7 0,-1 1-1 16,4 0-1-16,-6 4 4 0,4 0-4 0,-1-1 3 16,1 1 6-16,-4 2-1 0,1-5 0 15,1 0 3-15,0-2 1 0,0-1-2 0,0 1 17 16,0-3-18-16,0 0-2 0,0-2 11 0,0 2-4 15,1-2 11-15,-1-2-11 0,0-3 4 0,-1 5-3 0,2-1 4 16,-1 0 1-16,0-4 0 0,0 0 14 0,-3 4-2 16,3-4-12-16,0 0 2 0,0 0-1 15,0 0-2-15,-2 3-4 0,2-3 5 0,0 0-2 16,0 0-7-16,0 0-17 0,0 0-48 0,-5-17-55 0,1 11-62 16,2-11-79-16,-1 2-315 0,1-2-625 0,0 0 277 15</inkml:trace>
  <inkml:trace contextRef="#ctx0" brushRef="#br0" timeOffset="81198.39">6387 10640 277 0,'0'-7'294'0,"0"0"5"15,-1-1 6-15,1 2-5 0,-1 0 7 0,1 0-3 16,-1 3-23-16,-1-2-17 0,2 0-21 0,0 5-22 16,-1-7-22-16,2 6-19 0,-1 1-19 0,0 0-25 15,0-5-33-15,0 5-49 0,0 0-49 0,2-4-50 16,-2 4-38-16,0 0-46 0,11 8-40 0,-7-6-61 15,2 3-317-15,-1 0-591 0,4 2 262 0</inkml:trace>
  <inkml:trace contextRef="#ctx0" brushRef="#br0" timeOffset="82376.5">6920 10867 290 0,'3'-7'312'0,"-3"0"-24"0,0 3-27 0,-3-1-24 16,2 1-24-16,-3 0-29 0,3-1-16 15,-6 5-20-15,0-2-11 0,-1 1-16 0,-3 2-12 16,-6 4-13-16,-1 1-11 0,2 3-5 0,-4 2-8 16,2 0-9-16,-5 3-6 0,3 6-8 0,-2-2-4 0,3-1-4 15,5-2-4-15,0-1-5 0,2-1-6 0,5-5 2 16,1 3-3-16,0-4-3 0,2-2-4 15,1 1-1-15,0 0-1 0,2-2 10 0,1-3 10 16,0-1 16-16,7 2 11 0,0-4 11 0,-7 2 9 0,19-1-3 16,-9-5 11-16,3 0 6 0,-3 0-8 0,6-2-6 15,-5 1-9-15,2 1-2 0,-4 1-5 16,1-3-4-16,2 3-10 0,-5 1-3 0,1-1-4 16,-3 2-11-16,1 0 0 0,-2 1-4 0,1 0-10 0,-1 0-3 15,-4 2-20-15,8-1-14 0,-8 1-12 0,6 0 13 16,-6 0-14-16,8 5-3 0,-3 0 4 0,5 0-2 15,-3 2 13-15,0 0-14 0,1 0 8 0,2 0-3 16,-1 1 6-16,0 1-1 0,1-2 0 0,-1 1 1 16,0-3 2-16,5 2 15 0,-5 0-10 0,2-4 3 15,-1 2 0-15,-4 0 2 0,2-3 5 0,-2-1 2 16,3-1 3-16,0-2 3 0,1 0 1 16,0-7 13-16,-1 4 4 0,2-4 5 0,1-2 5 0,1-4-3 15,2-3 2-15,-2 1-9 0,5-5 6 0,-5-5-7 16,5-2-10-16,-3-3 4 0,8-11-2 0,4 2 1 15,-17 10-7-15,5 1 2 0,-2-1-2 0,-1 5-8 16,1 2 14-16,-7 9 13 0,-1 3 2 0,-2 0-2 16,-1 4 10-16,3 1-19 0,-1 3 0 0,-4-3-6 15,1 3-17-15,3 1-27 0,-4 0-34 0,0 3-26 16,0 0 5-16,0 0 2 0,1 11 5 0,-4-1 12 16,0 8 6-16,-6 8 11 0,4 3 3 0,-4 2 5 15,1 0 7-15,0-1 2 0,1 4 3 0,3-5 5 16,0 3 1-16,2-6 18 0,2 3-11 0,-1 0 1 15,3-4 8-15,1-7 0 0,-1-1 0 0,3-2 5 16,-1-3 7-16,3-2 8 0,-1-1 3 0,0 1 11 16,2-5 10-16,2-1 10 0,-1 2 23 0,-1-5 18 15,1-1 13-15,1-2 7 0,-1-3 2 0,0 1-5 16,-3-2-7-16,2-5-12 0,5 0-13 0,-8 0-9 16,2-1-9-16,-1 2-5 0,-2-2-12 0,-3-1-15 0,0 3-7 15,-1-1-14-15,-1 2-3 0,0 0-16 0,-3 1-15 16,0 3-5-16,-5-3-5 0,5 4 2 15,-5 4-5-15,3-1-17 0,-3-2-18 0,1 3-17 16,2 0-15-16,-2 1-10 0,3 2 4 0,-3-3-12 16,2 3 2-16,2 2 1 0,0 0 10 0,4-1 11 0,0 3 14 15,4-4 10-15,3 3 7 0,5 0 8 16,1-2 7-16,9-1 4 0,6 0-6 0,0-2-1 16,0-2 4-16,0-2 10 0,0-1 0 0,-1-2 9 0,0-4 7 15,0 1 3-15,-3-1 19 0,-5-1 12 0,3-4 15 16,-5-1 10-16,1-3 7 0,-2-2 12 0,-3 0 15 15,-2-6 11-15,0 0 2 0,-4 3 8 0,2-1 19 16,-5 5 6-16,1 2 9 0,-1-2 13 0,0 6-9 16,-3 2 0-16,-1 2-4 0,1 2-14 0,2 0-15 15,-3 0-6-15,0 6-8 0,0-4-16 0,0 2-28 16,0 4-26-16,0-5-34 0,0 5-21 0,0 0 3 16,0 0 1-16,0 0 9 0,-9 22-2 0,5-11 10 15,-1 7 0-15,-5 4 2 0,0 4 7 0,1 5 7 16,1 0-1-16,-1 0 5 0,3-1 3 0,0-3-4 15,1 0 7-15,-1-1 3 0,2-6-1 0,2-1-25 16,-1-4-11-16,1-3-28 0,0 0-29 0,1-3-22 16,0-1-9-16,-1 0-17 0,2-1-15 0,0 0-16 15,3-3-58-15,0-1-184 0,-3-3-454 0,11 0 200 16</inkml:trace>
  <inkml:trace contextRef="#ctx0" brushRef="#br0" timeOffset="82808">7836 10960 201 0,'0'0'223'0,"3"3"-3"0,-3-3 0 0,0 0-17 15,0 0-12-15,0 0-16 0,4 1-13 0,-4-1-10 16,0 0-5-16,0 0 3 0,13 1-3 0,-7-1-7 16,4-1-11-16,2 0-1 0,1-1-10 0,0 1-9 0,2 1-11 15,2-5-7-15,0 2-9 0,2-3-4 0,-2 0-3 16,2 0-2-16,0-2-7 0,-2 0-14 0,2-1 2 15,-4-1-8-15,2 3-5 0,-3-5 0 16,-3 4 5-16,-3 1 26 0,1 2-1 0,-2-2-1 16,0-2-2-16,-4 4-12 0,-1 2-11 0,-2-1-5 0,0 0-7 15,0 4-13-15,-9-4-4 0,-1 4-4 0,-4 0-3 16,-4 5 0-16,0 1-3 0,-2 1-3 16,-1 2 1-16,2 2-5 0,4 2-6 0,-7 3 4 15,12-1 0-15,-2 1 1 0,4 1-3 0,5 1 0 0,3 0 7 16,6 1 1-16,5 5 2 0,5-3 14 15,7 0-12-15,4-3 9 0,8 0 5 0,14-7-1 0,4 5-2 16,2-3 1-16,0-5-3 0,-2-1 10 0,2-1 6 16,-5-1-9-16,-9-3 5 0,-5-1 8 0,-6 2 18 15,-8-3 13-15,-4 0 15 0,-7 0 13 0,1 0 3 16,-7 0 4-16,4 0-13 0,-4 0-4 16,3 0-11-16,-8 0-18 0,0 0-22 0,9 0-38 15,-9 0-59-15,0 0-63 0,0 0-83 0,0 0-107 0,0 0-108 16,-17-5-269-16,3 3-749 0,3-1 333 0</inkml:trace>
  <inkml:trace contextRef="#ctx0" brushRef="#br0" timeOffset="88739">10743 10772 275 0,'3'-3'264'0,"2"1"-9"16,-5-3-3-16,0 5-4 0,4-6-7 0,-3 2-3 15,1-1-10-15,0 4-6 0,1-4-14 0,-1 1-4 16,-2 4-5-16,1-7-14 0,-1 5-11 0,0 2-19 0,0-6-18 16,0 6-13-16,0-7-23 0,0 7-18 15,0-3-8-15,0 3-17 0,-6-2-15 0,6 2-15 16,-9 1 0-16,0 0-12 0,-1 2-8 0,-5 6 0 0,-3-1-6 16,1 4-7-16,-7 1-4 0,7-1-10 0,-6 4 5 15,8-3-11-15,1-1-1 0,-3 2-1 16,4-2-1-16,4-3-16 0,1 1 5 0,1-1 5 0,-1 1 2 15,3-5 3-15,0-1 0 0,2 4-7 0,0-5 6 16,2 0 1-16,-2 1 8 0,3 0 6 0,0-4 17 16,4 4 12-16,2-3 6 0,3-2 6 0,2-2 10 15,0 1 0-15,8-5-8 0,-4 0-1 0,2-1 0 16,1 3 0-16,-4-5-6 0,5 4-3 0,-3-2-4 16,0 1-7-16,-4 4 5 0,0 0-5 0,0 2-4 15,0-2-1-15,-1 2 5 0,1-2-7 0,0 3-2 16,-2 2 13-16,2-1-14 0,-1 0 4 0,1 2-11 15,2 2 2-15,-4-3-13 0,3 3-20 0,1-1-22 16,0 1-40-16,3-1-36 0,-2 3-47 0,-2-3-69 16,-2-1-260-16,2-2-555 0,-1-1 245 0</inkml:trace>
  <inkml:trace contextRef="#ctx0" brushRef="#br0" timeOffset="89438.83">11298 10478 102 0,'0'-5'246'15,"3"0"-17"-15,-3 1-30 0,0 0-19 0,0 4-27 16,0-4-20-16,0 4-7 0,0 0-22 0,-4 15-8 16,0-3-12-16,0 12-5 0,-1 3-10 0,-4 6-3 15,3 2-5-15,-6 16-1 0,1-1 0 0,-1 4-10 16,-1-1 1-16,1-2-6 0,0-2-3 0,3 1-8 0,0-16-1 15,4 0-6-15,-3-2 0 0,3-3-2 16,-1-1-2-16,2-9 0 0,2-2-4 0,-1-2-2 16,2-3 2-16,-2 0-4 0,3-7 1 0,-1 2 1 0,0 0-4 15,1-1 3-15,-2-5 2 0,2 4 12 0,0-5 4 16,-1 6 1-16,1-6 5 0,-1 4-6 0,1-4-2 16,0 2-2-16,0-2-3 0,0 0-10 15,0 0-48-15,0 0-43 0,0 0-49 0,-4-12-30 0,4 6-47 16,1-3-180-16,0-2-411 0,2 0 183 0</inkml:trace>
  <inkml:trace contextRef="#ctx0" brushRef="#br0" timeOffset="89771.03">11261 10682 164 0,'0'-4'178'0,"0"4"-13"15,1-4-8-15,-1 4-2 0,0 0-19 0,17 3 7 16,-7 2-8-16,3 2-11 0,3 0-10 0,0 3-7 16,2-1-7-16,1 4-10 0,-4-2-12 0,0 4-7 15,0-1-9-15,-4 1-6 0,1-1-9 0,-1-1-6 16,-7-1-14-16,0 1-10 0,-2-3-5 0,-4 1-4 16,-5-2 2-16,-2 5-1 0,-6-2-2 0,-3-4-1 15,-2 2-3-15,-7-2 1 0,0-1 5 0,4-3-3 16,3-1-1-16,-3 0 4 0,2-2-4 0,-2 0-2 15,4-1 1-15,1 0 4 0,3-1-1 0,3 0 5 16,2 0 2-16,2 1 6 0,2-3 3 0,2 2-3 16,2-2-23-16,2 3-10 0,5-8-15 0,1 4-11 15,6-1-14-15,6-3-34 0,7 3-20 0,3-6-54 16,-4 1-153-16,7-1-339 0,0 3 150 0</inkml:trace>
  <inkml:trace contextRef="#ctx0" brushRef="#br0" timeOffset="90073.78">11697 10579 194 0,'1'-11'298'0,"2"3"-16"15,-3-2-6-15,2 4-20 0,-4-2-11 0,2 4-23 16,2-1-25-16,-2 2-20 0,0 3-22 0,0-6-17 16,0 3-22-16,0 3-26 0,0 0-8 0,0 0-14 15,1 11-8-15,-2-1-3 0,-4 10-9 0,0 4-2 16,0 7-6-16,-3 13-1 0,-5 2-6 0,4 0-4 15,-3 3-2-15,0-5-1 0,1 5-4 0,-3-5-2 0,5 0-3 16,1-11 8-16,1-1-11 0,1-2 0 0,1-2-5 16,1-2 1-16,0-8 9 0,1-1-9 15,1 0-2-15,0-6-3 0,-1 0 0 0,2-1 1 16,0-3 3-16,-1-2 1 0,1-1 1 0,-1 0-2 0,0 0 3 16,2-4-1-16,-1 6 1 0,1-6 5 0,-1 3-2 15,1-3-15-15,0 0-15 0,0 0-32 16,2-13-22-16,-2 9-30 0,4-8-33 0,-1 2-67 15,2-7-56-15,0-2-192 0,5-3-482 0,-2 4 213 16</inkml:trace>
  <inkml:trace contextRef="#ctx0" brushRef="#br0" timeOffset="90353.81">11697 10732 197 0,'0'-3'224'0,"0"1"-25"16,0 2-20-16,1-4-20 0,-1 4-18 0,0 0-24 15,0 0 3-15,0 0-10 0,0 0-8 0,18 7-6 16,-9 1-3-16,6 1-2 0,-2 6-10 0,4-3-2 16,-3 3-6-16,1-1-7 0,-3 2-3 0,0 0-6 15,1 0-4-15,-3 0-4 0,-1 0-7 0,-2 1-2 16,-1 0-5-16,-5-1-2 0,-1-1-4 0,-1-3-6 16,-2 0 5-16,-4-2-7 0,-3 3-3 0,-3-3 1 15,-2-1-2-15,-5 0-5 0,0-2 2 0,-7 2 0 16,4-4-4-16,-3-2-1 0,-2 1 3 0,1 1-4 15,-1-5-3-15,8 0-4 0,2-4-10 0,-1 3-17 16,4 0-27-16,3-2-28 0,0 2-47 0,4-6-60 16,3 1-188-16,2 2-407 0,6-4 180 0</inkml:trace>
  <inkml:trace contextRef="#ctx0" brushRef="#br0" timeOffset="90681.59">11998 10729 217 0,'7'-2'256'15,"-1"-3"-18"-15,0 0-15 0,3 0-22 0,-1 4-13 16,4 0-22-16,-1 1-12 0,0 0-17 0,2 2-5 16,5 3-14-16,-4 5-13 0,3 1-8 0,-4 0-7 15,0 7-7-15,-1-5-5 0,-1 4-10 0,-5 0-6 16,4 1-7-16,-4 1-5 0,-3 2 1 0,0 4-8 0,-3-5-6 15,-2-3 2-15,-2 1-8 0,-1-1 3 16,1-2-9-16,-3-2-1 0,1-2 2 0,-1-2-5 16,-2 1-1-16,2-7 0 0,0 2 0 0,1 1 2 15,-1-4-5-15,2-1 5 0,-4-2-2 0,9 1 4 0,-10-8-5 16,6 1 1-16,4-4-9 0,0-1-2 16,4-4-12-16,1-1-12 0,9-7-28 0,4 0-26 15,4-3-37-15,1-2-35 0,10-4-41 0,3-1-52 16,-9 9-180-16,2 4-448 0,2 3 199 0</inkml:trace>
  <inkml:trace contextRef="#ctx0" brushRef="#br0" timeOffset="91170.19">12697 10771 136 0,'0'0'235'0,"0"-7"-8"0,0 4-14 0,0 3-11 16,0-6-18-16,0 2-18 0,0 0-16 0,0 4-14 16,0 0-11-16,-2-5-13 0,2 5-11 0,-3-4-9 15,3 4-16-15,0 0-4 0,-8 0-2 0,8 0-13 16,0 0-5-16,-15 3-3 0,8 2-6 0,-2-4-6 15,-3 7-5-15,1-2 2 0,2 1-9 0,-5 5-4 16,1-2-1-16,-1 5-2 0,2-1-1 0,3 1-4 16,-2-1 0-16,2 0 1 0,1 2-3 0,0-1-4 15,2 1 1-15,1-1-1 0,1-4 1 0,2 1-3 16,0-2 3-16,2 2 6 0,0-3 3 0,4 2 7 16,0-4 11-16,1 2 11 0,4-4 9 0,-3 0 13 15,6-1 7-15,2-1 6 0,-1-3 3 0,1-3 2 16,1-2-1-16,3-1 0 0,-1-1-2 0,-3-2-6 15,2-2-7-15,0-1-5 0,2-6-8 0,-4 3-8 16,-3-2-9-16,1-1-6 0,-1-4-8 0,-3 4-10 16,-6 2 0-16,1 3-10 0,-2 0-8 0,-1 4-8 15,-1-1-9-15,-3 0-12 0,-5 3-8 0,0 0-6 16,-4 2-15-16,1 1-12 0,-2-1-16 0,-3 3-22 16,-2 4-24-16,2 0-30 0,-2 2-44 0,9 0-45 15,-3-2-224-15,4 3-515 0,0 1 229 0</inkml:trace>
  <inkml:trace contextRef="#ctx0" brushRef="#br0" timeOffset="91590.86">13235 10772 111 0,'0'-4'307'0,"0"-2"-22"0,3-1-21 0,-3 3-21 16,-3 0-20-16,6 0-23 0,-3 4-19 0,-4-6-20 0,0 2-20 15,4 4-10-15,-14 5-13 0,5-1-14 0,-5 5-10 16,-4 0-11-16,0 3-8 0,-5 5-8 16,0-1-6-16,2 3-9 0,0 1-3 0,-2-1-4 15,3 0-5-15,2-1-4 0,4-1-5 0,2-4 1 0,2 3-4 16,2-7-3-16,2 1 0 0,-1-3-2 0,4-1-6 15,-1 1 2-15,1-3 0 0,2 0 8 0,2-1 8 16,-1-3 22-16,10 3-4 0,2-6-1 0,-2 1 2 16,8-3 7-16,1 0-8 0,1-4 1 0,0 1-6 15,0 1-2-15,0-2 0 0,-1 1-9 16,-1 0-8-16,0 1 2 0,1 2-4 0,-8 0 3 16,-2 1-9-16,4 1-5 0,-8 2 5 0,3-1-8 15,-2 0 5-15,3 2-1 0,-4 2-6 0,7 0-5 0,-2 2-9 16,0 0-6-16,-1 2-18 0,2 1-33 0,0 1-24 15,-1-1-30-15,5 2-44 0,-6-3-55 0,2 2-88 16,-1-2-230-16,1-2-575 0,-6 1 254 16</inkml:trace>
  <inkml:trace contextRef="#ctx0" brushRef="#br0" timeOffset="92452.78">13666 10807 115 0,'0'0'198'16,"0"0"-16"-16,0 0-9 0,0 0-19 0,0 0-15 16,0 0-17-16,0 0-14 0,0 0-5 0,0 0-12 15,0 0-7-15,27 5-12 0,-17-5-9 0,3 3-3 16,0-3-7-16,0 0-9 0,2 0-1 0,0 2-6 0,2-2-3 16,0-5-4-16,-4 4-6 0,1 0-1 15,-3-2-4-15,0 1 0 0,2-3 0 0,-4-1-1 16,-3 5 6-16,2-2 8 0,-3 1 7 0,-1-2 1 15,-3 0 2-15,-1 4-7 0,0-6-5 0,0 3-2 0,0 3-3 16,-10-4-2-16,2 4-3 0,-5 0-2 16,3 0 2-16,-8 1-2 0,-1 4-2 0,2 0 3 15,2 1-3-15,-3 0 0 0,2 5-3 0,0-1-3 16,0 1 4-16,0 2-5 0,1 0 0 0,2-1 3 0,-1 3-5 16,4 1 1-16,1-2-2 0,0-1 2 15,5 3 3-15,3-4-4 0,1-1 1 0,1 1 0 16,7 3 2-16,2-3-3 0,4 0 1 0,4-1-2 15,8 0-7-15,0-2-6 0,0-1-10 0,6-4-7 0,1 3-1 16,-1-6-1-16,-1 0-1 0,-2-3 3 16,2-6 2-16,-2 2 0 0,-2-5 1 0,-3 1 7 15,3-5 0-15,-5-1 5 0,-3-4-4 0,-2-1 6 16,-3-2 6-16,1-4-2 0,-3 0 6 0,0-2 6 16,-3 1 16-16,2-3 15 0,0 2 25 0,-5 1 22 0,2 5 28 15,-3 3 13-15,3 1 18 0,-4 3 0 0,0 5 1 16,-2 0 3-16,3 3-4 0,-5 1-9 15,2 0-18-15,0 4-12 0,-2-1-16 0,1 0-2 16,1 0-16-16,-2 4-15 0,0-5-32 0,0 5-34 0,0 0-10 16,0 0-3-16,0 0-1 0,0 13 9 0,-3-2-3 15,-1 6 2-15,-1 6 0 0,1 4 1 16,-5 5 9-16,-1 0-2 0,0 2-2 0,0 0-1 0,1 1 4 16,-4 11-2-16,3-14 5 0,0 0 2 0,0-1-6 15,4-4 4-15,-4-1-6 0,6-7 10 0,2-4 14 16,-1-4-12-16,-1-2 0 0,3-1 11 0,1-2 4 15,0 0 23-15,-3-2 23 0,3-2 26 0,0-2 24 16,0 4 10-16,0-4-6 0,0 0-6 0,12-1-16 16,-3-4-7-16,2-2-12 0,1 0-9 0,4 0-3 15,0-3-13-15,0 2-3 0,-4 3-6 0,0-1-8 16,0 0-7-16,-3 3-5 0,1-4-8 0,0 6-8 16,-2-2-11-16,-3 3-25 0,4 0-19 0,3-1-19 15,-3 2-29-15,2-1-26 0,-2 3-14 0,0 4-54 16,4-3-36-16,-6 2-60 0,3-1-105 0,-3-1-259 15,-1-2-701-15,1 0 310 0</inkml:trace>
  <inkml:trace contextRef="#ctx0" brushRef="#br0" timeOffset="92805.03">14730 10880 143 0,'0'0'268'0,"3"-3"-13"16,-3 3-13-16,0 0-16 0,4-3-18 15,-4 3-14-15,0 0-22 0,2-6-20 0,-2 6-17 0,0 0-14 16,0 0-19-16,0 0-9 0,0 0-10 0,0 0-11 15,0 12-2-15,-2-3-10 0,-1-1-8 0,2 3-7 16,-2 0-2-16,1 1-3 0,-5 4-4 16,4 1-3-16,0-2-1 0,-1 2-6 0,-1-1-2 0,1 1 0 15,3-4-1-15,1-4-1 0,-4 2-3 0,2 0-2 16,0-3 0-16,1 0 1 0,1-1-17 0,0-3-19 16,-3-1-16-16,2 1-6 0,1-4-2 0,0 6-13 15,0-6-48-15,0 0-137 0,0 0-183 16,-9-20-458-16,4 10 203 0</inkml:trace>
  <inkml:trace contextRef="#ctx0" brushRef="#br0" timeOffset="92951.53">14765 10662 197 0,'4'-5'316'0,"-3"-1"-18"0,0-2-28 16,3 4-19-16,-1-1-25 0,-2 1-24 0,0 2-22 15,-1 2-21-15,4-5-31 0,-4 5-34 0,0 0-32 16,6 1-32-16,-6-1-36 0,6 11-54 0,-3-3-55 15,-2 2-257-15,1 1-403 0,-2-1 178 0</inkml:trace>
  <inkml:trace contextRef="#ctx0" brushRef="#br0" timeOffset="93603.67">14909 10908 226 0,'2'4'266'0,"-2"-4"-23"0,0 0-27 0,0 0-19 0,-2 5-21 16,2-5-17-16,0 0-15 0,4 5-12 16,-6-1-13-16,2 0-12 0,0 2-10 0,0 1-10 15,2-2-1-15,-2 2-13 0,0-1-8 0,4 1-3 16,-4-1-6-16,4-2-13 0,-2 2-7 0,2-1-2 0,0-1-5 16,1-2-4-16,0-1-5 0,3 0-4 15,2-3-2-15,-1 1 0 0,0-3 1 0,4 0-5 16,-4-1-1-16,1-1 1 0,1-1-6 0,-2-1 4 15,4 1 0-15,-3 0 0 0,-1 1-1 0,-1 0 4 0,1 0-5 16,-3 2-2-16,1 1 3 0,-1 0-7 0,-3 2 0 16,0-2 1-16,-3 3-1 0,9 0 2 15,-9 0-12-15,0 0-4 0,8 5-3 0,-7-1-1 16,3-1-1-16,-4 0-7 0,2 2-7 0,0-1-1 0,-2-2-4 16,5 1-2-16,-4 1 7 0,1 0 3 0,0-2 3 15,2 0 1-15,-4-2 5 0,9 2 3 16,-4-2-1-16,-5 0 5 0,14-2 9 0,-9-1 12 15,4-2 12-15,0 4 14 0,0-6 11 0,0 1-1 16,-1-1 15-16,2 0 5 0,-1 2 3 0,0-3-2 0,0 1-1 16,-2 4-2-16,0-1-7 0,-1 1 0 0,2-3-13 15,-3 5-6-15,0 1-8 0,-5 0-2 0,12 3-3 16,-6 3-4-16,0 0 0 0,1 6-4 16,1 2 2-16,-3 3-6 0,3 8-1 0,-2 2 2 0,0-1-1 15,-2 3-3-15,-4-1 5 0,-3 0-1 0,2 1-5 16,-7 0 6-16,-2 0 0 0,1-2-3 0,-5-1 5 15,-2-1-5-15,-1-4 2 0,-4-3 0 0,-2 0-2 16,1-3-4-16,6-5 14 0,-3-3-10 0,1-2-1 16,0-3 1-16,4-2-3 0,0 0 18 0,2-3 14 15,1-5 18-15,2 2 9 0,3-4 26 0,2 2 7 16,3-9 3-16,-1-1 6 0,6 0 3 0,9-7-13 16,3-3-11-16,5 1-6 0,17-14-11 0,-2 3-5 15,0 1-2-15,4 3-18 0,-1-2 3 0,-10 11-8 16,2 3-10-16,-4 2 1 0,1 3-15 0,-4 3-21 15,-4 3-35-15,-5 6-39 0,-2-1-38 0,-6-2-51 16,0 6-70-16,-3 1-45 0,-2 0-365 0,-2 1-701 16,0 0 310-16</inkml:trace>
  <inkml:trace contextRef="#ctx0" brushRef="#br0" timeOffset="94938.15">16809 10560 61 0,'3'-12'285'0,"-1"-1"-22"15,0 0-17-15,0 2-6 0,1 0-12 16,-1 0-3-16,0 0-15 0,-1 6-16 0,-1-1-21 16,3 0-21-16,-1 1-16 0,1 1-16 0,-3 4-29 0,1-5-34 15,-1 5-30-15,0 0-5 0,0 0-5 0,-4 15 0 16,-1 1-2-16,1 4-5 0,-2 9-1 0,-3 6 0 16,-5 14 0-16,2 1 2 0,-4 4-3 15,0-1-1-15,-2-2 3 0,4-2-3 0,-1 0 2 0,2-6-3 16,4-10-2-16,4-1 3 0,-1-7-1 0,-1 1 7 15,4-6 0-15,1-9 6 0,1 1-5 0,-3-1 3 16,0-2-1-16,3-3 8 0,1 0 21 0,0-1 22 16,0 0 14-16,-2-1 19 0,0-1 15 0,2-3 1 15,0 0-1-15,-4 3-24 0,4-3-8 0,0 0-12 16,-9-13-12-16,4 6-22 0,-5-2-13 0,-1 1-12 16,-2-7-12-16,-4 3-10 0,-4-2-5 0,4 2-2 15,-7-2 4-15,3 5 1 0,3-2 0 0,-6-1-1 16,2 6 1-16,6-2 12 0,-2 1-8 0,5 4-1 15,2-1 2-15,-1 2 0 0,3-2-1 0,1 2-2 16,3-1 3-16,0 1-4 0,1 0-17 0,4 2-6 16,-6-2 4-16,6 2 3 0,0 0 4 0,0 0 0 15,24-1 4-15,6 1 4 0,5 0-1 0,1 1 2 16,18-1 3-16,0 2-17 0,4-2-5 0,1 0-1 16,1 0 2-16,4 0-2 0,-4 1-2 0,0-4-4 15,-5 2-2-15,-16 1-2 0,1-3 1 0,1 3 4 16,-5-1-2-16,-3-2 7 0,-1 0 7 0,-4 0-5 15,-7-1 11-15,-6 1 10 0,-2 1 20 0,-3-2-2 16,-1 2 17-16,-3 1-1 0,-1-4 12 0,-1 2-2 16,0 1-7-16,-3-2 8 0,2 1-7 0,-3 3-5 15,0-4-1-15,0 4-3 0,0-5-2 0,0 5-5 16,-9-3-1-16,9 3-3 0,-14 0-1 0,6 2 7 16,-2 1-7-16,0 0-3 0,-3 1-3 0,2 3-2 15,-6 0 3-15,3 5-1 0,-4 0 1 0,5 2-1 0,-1 1-4 16,4-2 0-16,0 3 1 0,1 1 0 15,4-2 6-15,2-3-1 0,-1 3-2 0,4 1 9 16,4-3-4-16,1 2 5 0,9-2 4 0,-1 0 10 16,6-3 8-16,8-3-1 0,5-2 11 0,1-1-8 15,4-4-6-15,-2-1-1 0,-2-5 1 0,-2-1-2 16,-3 0 0-16,-3-4 2 0,-7 0-3 0,-4-1-7 16,2-8-3-16,-9 3-9 0,-3-2-16 0,-4 0-7 15,-4-10-13-15,-10 5-16 0,-2 2-25 0,-9-2-36 16,-7 5-39-16,-15-1-65 0,-3 3-319 0,-1 5-572 0,-4 5 254 15</inkml:trace>
  <inkml:trace contextRef="#ctx0" brushRef="#br0" timeOffset="96602.65">19111 10590 73 0,'0'0'215'0,"2"-3"-28"0,-2 3-15 16,0-5-24-16,0 5-23 0,0 0-20 0,0 0-15 16,0 0-9-16,-12 15-5 0,1-2-5 0,-4 1-8 0,-7 6-10 15,-6 5 4-15,-10 7-8 0,-4 6-5 0,1-1-3 16,-5-3-5-16,-2 2-1 0,1-2-1 16,2-2-6-16,-2-1-1 0,1-2-2 0,1-5 2 15,10-7-3-15,3-1-2 0,1-2 2 0,3-5 6 0,6 0 9 16,4-3 6-16,4-2 28 0,4-2 21 0,-4 0 21 15,5-2 20-15,1 0 10 0,1-3 10 0,0-2 30 16,2-2-32-16,-1-3-7 0,3-1-9 16,3-1-18-16,3-7-17 0,3 0-11 0,3-3-7 0,6-2-15 15,3 2-3-15,-1-2-11 0,6 6-2 0,-3-1-7 16,-3 7-10-16,3 3-8 0,-4 1 0 0,2 3-8 16,0 3-3-16,2 4-5 0,2 1 13 15,-3 4-23-15,10 5 4 0,2 2 1 0,-3 4-1 0,3 1-8 16,-2 4-12-16,2-2-14 0,10 10-17 0,-11-8-38 15,0 2-30-15,-1 0-42 0,-1-1-43 0,2-2-58 16,-7-2-305-16,2-3-607 0,-6-2 269 0</inkml:trace>
  <inkml:trace contextRef="#ctx0" brushRef="#br0" timeOffset="96872.81">19536 11056 5 0,'8'-4'427'0,"-8"4"-16"0,4-2-26 0,-4 2-23 16,4-3-33-16,-4 3-26 0,2-1-50 0,-2 1-30 16,0 0-69-16,3-3-80 0,-3 3-95 0,0 0-133 15,0 0-305-15,0 0-496 0,0 0 219 0</inkml:trace>
  <inkml:trace contextRef="#ctx0" brushRef="#br0" timeOffset="102166.72">21159 10123 157 0,'-4'-3'179'0,"-2"1"-18"0,-3 2-17 0,-3 0 2 15,-4 5-11-15,-2 5-2 0,-6 7-25 16,-6 4-4-16,-6 11-12 0,1 6-5 0,-1 6-17 16,-1 2-3-16,4 4-6 0,5 1-6 0,3 2-8 0,6 2-6 15,3 2 2-15,7 27-3 0,7-27 0 0,11-2 10 16,9 3 4-16,15 19-3 0,-3-27-5 16,6 1-8-16,1-4-16 0,5-4-24 0,1-1-40 15,-1-6-53-15,-2-2-244 0,1-8-367 0,-8-10 162 0</inkml:trace>
  <inkml:trace contextRef="#ctx0" brushRef="#br0" timeOffset="105050.61">22521 10374 39 0,'4'-5'201'0,"-3"1"-11"16,3 0-25-16,-1 3-18 0,-3 1-18 0,2-5-19 15,-2 5-13-15,0 0-13 0,0 0-8 0,-1 12-5 16,-3-2-4-16,-3 2-5 0,-6 2-3 0,-4 10-6 15,-4-4-7-15,-6 2-1 0,2 3-6 0,-13 8-3 16,1 0-7-16,-7 3-3 0,4-3-1 0,-1 0 0 16,0 0-2-16,-4-1-1 0,13-12-5 0,1 1 3 15,3-3-3-15,4-3-6 0,7-5-2 0,1-2 2 16,7-1-3-16,0-2 4 0,0 0 25 0,3-2 31 16,2 1 29-16,0-1 27 0,0-1 10 0,4-2-17 15,0 0-13-15,9-9-18 0,1 4-8 0,6-5-7 16,-2 0-7-16,2 1-5 0,3 0-6 0,-2 3-6 15,2 0-7-15,-1-2-9 0,0 5 0 0,-5-1-5 16,6 2-7-16,-1-1-1 0,-3 3-5 0,3 3-11 16,-1-3-5-16,1 4-6 0,0-1-6 0,1 3 1 15,0-1-9-15,0 3 1 0,0 0-7 0,8 1-5 16,-9-1-6-16,2-2-2 0,-1-1-5 0,1 2-2 16,-2-3 1-16,-2 0-1 0,-2-2 4 0,-1-2 7 0,0 2 5 15,-2-4 3-15,1-1 3 0,-1-4 0 16,1 2 4-16,-1-7 4 0,1 0 5 0,-3-2 8 15,1-3 5-15,-2 1 11 0,1-9 8 0,1 1 3 16,-3-1 5-16,1-1 0 0,0-1 5 0,2-1 2 0,-1 1 3 16,-1-1 7-16,-2 2 8 0,3 2-2 15,-3 5-1-15,-3 5 9 0,1 1 2 0,-2 3-5 0,1 1-7 16,-2 3-3-16,2-1-3 0,-2 3-14 16,1-2-18-16,2 4-29 0,-4 2-8 0,0 0 0 0,0 0 4 15,-2 17 1-15,-2-2 1 0,-1 3 2 0,0 7 3 16,-2 4 2-16,0 0 5 0,-2 5 0 15,2-2-1-15,2-1 3 0,1 3-1 0,0-5 10 16,1 1-6-16,-2-1 0 0,2-8 4 0,2-1-3 0,0-4 3 16,-2 1 2-16,2-4-1 0,-2-2-2 0,3-3-6 15,-2 1-7-15,-1-6-10 0,2 2-4 0,1 1 2 16,-2-1 1-16,1-4 3 0,1-1 1 0,-4 4-7 16,4-4-41-16,0 0-41 0,-11-5-36 0,6 0-47 15,-2-6-197-15,2 2-425 0,-5-4 188 0</inkml:trace>
  <inkml:trace contextRef="#ctx0" brushRef="#br0" timeOffset="105181.81">22491 10650 77 0,'-2'-3'167'0,"2"3"-16"0,0-4-17 0,0 4-13 16,0 0-8-16,0 0-12 0,13 0-8 0,1 0 3 16,4 0-9-16,13 0-16 0,2 0 0 0,6 1-19 15,0 0-15-15,17-1-22 0,-1 0-41 0,-4 2-70 16,-13-4-115-16,1 1-228 0,-3-3 100 0</inkml:trace>
  <inkml:trace contextRef="#ctx0" brushRef="#br0" timeOffset="105499.82">23535 10449 54 0,'0'-5'258'0,"0"1"-12"16,0 4-23-16,1-5-20 0,0 2-23 0,-1 3-23 16,0 0-25-16,0 0-11 0,0 0-13 0,0 0-15 15,0 15-11-15,-1-3-6 0,1 5-5 0,-3 2-9 0,0 10 0 16,-1-2-4-16,-4 2-8 0,-2 5-5 16,3-3-4-16,1 1-1 0,0-1-6 0,-1-1-3 15,0-1-3-15,1-2 0 0,3-6-4 0,-1-2 0 16,0-3-4-16,3-4-1 0,-2 1-12 0,2-3-11 0,-3-1-17 15,4-4-6-15,-1 4-1 0,-2-5 6 0,3 1-1 16,-1-4 3-16,1-1 0 0,-4 3-19 16,4-3-54-16,0 0-31 0,-1-12-31 0,-2 0-179 15,2 0-362-15,-2-6 161 0</inkml:trace>
  <inkml:trace contextRef="#ctx0" brushRef="#br0" timeOffset="105849.93">23524 10439 185 0,'7'-14'223'0,"-2"-1"-3"0,-1 3-11 15,1 3-11-15,0-1-19 0,1 0-16 0,1 3-14 16,3 2-23-16,0-1-9 0,0 0-13 0,4 4-10 16,2-1-11-16,3 1-5 0,-2 3-10 0,-3-1-7 15,-2 4-7-15,1-3-11 0,0 3-2 0,-3 3-12 16,0-2-9-16,-2 4-8 0,0-2-2 0,-4 6-4 16,1-6 1-16,-5 5 0 0,-2-2-7 0,-4 1 0 15,-2-1-1-15,-1 2 5 0,-3 1-4 0,-1-4 2 16,2-2-2-16,-1 2-2 0,3-4 3 0,0 2-3 15,-1-1 0-15,3-3 4 0,2 2-4 0,0-1 1 16,1-1-2-16,-1-1-2 0,4 2 4 0,1 1 0 16,-3 1-1-16,7-1-2 0,2 2 4 0,2 0 1 15,1 2 0-15,5 3 4 0,2-1 4 0,0 1 0 16,-2 3-1-16,3-3-1 0,-4 2-4 0,1-2 8 16,-4 2-6-16,0 0 1 0,0 1-2 0,-5-5 6 15,3 0-4-15,-7 1-7 0,1-5-1 0,0 3-1 16,-2-4 2-16,-4 3 1 0,3-1-5 0,-7 0 4 15,-2-2-2-15,1-1-6 0,-1 0-22 0,0 1-23 16,1-1-20-16,1-3-13 0,3-1-47 0,5 0-225 16,-13-4-388-16,13 4 172 0</inkml:trace>
  <inkml:trace contextRef="#ctx0" brushRef="#br0" timeOffset="106178.99">24170 10694 118 0,'0'0'231'15,"-5"-2"1"-15,5 2-11 0,-4-3-19 0,4 3-21 16,0 0-19-16,14-3-17 0,-2 3-16 15,8-1-10-15,1 2-15 0,14-1-11 0,-2 0-7 16,7 3-9-16,8 0-7 0,-8-3-7 0,12 0-4 16,2 0-9-16,-21 1-7 0,1 0-6 0,-4-1-3 0,-2 2-3 15,-10-3-3-15,-4 2-3 0,-1-2-6 0,-7 1-7 16,3-1-9-16,-2 1-11 0,-7 0-11 0,0 0-14 16,1-2-16-16,-1 2-9 0,0 0-24 15,-22-6-8-15,10 6-28 0,1-1-20 0,-2-1-193 0,-1-2-356 16,2 2 158-16</inkml:trace>
  <inkml:trace contextRef="#ctx0" brushRef="#br0" timeOffset="106451.87">24674 10528 197 0,'4'-4'225'0,"-4"4"-21"0,2-2-18 0,-2 2-21 15,0 0-16-15,0 0-18 0,0 0-14 0,0 0-8 16,11 5-9-16,-6 1-11 0,-1 0-4 0,2 1-9 16,2 5-7-16,1 0-6 0,4 3-7 0,-3-3 3 15,1 5-9-15,-3-1-3 0,1-1-4 0,-2 0-6 16,-1-1 2-16,-4-2-8 0,1 2-6 0,-3-2-2 16,0 1-5-16,-1-1-1 0,-6-2-3 0,2 4-1 15,-2-4-3-15,-4-1-10 0,-3 4-21 0,3-4-26 16,-2-1-32-16,-4-1-46 0,3-2-65 0,4 0-142 15,-3-1-357-15,6-4 158 0</inkml:trace>
  <inkml:trace contextRef="#ctx0" brushRef="#br0" timeOffset="106970.04">25642 10514 186 0,'0'0'166'0,"0"0"-10"0,4-3-24 0,-4 3-12 15,0 0-10-15,0 0-12 0,0 0-9 0,0 0-9 16,-12 15-14-16,6-9-5 0,-2 4 2 0,-5 3-8 16,-2-1-6-16,-11 8 1 0,0-1-15 0,-4 1 3 0,-13 6-9 15,-2 0 4-15,0-1-8 0,2 1 5 0,7-9-5 16,3 1-6-16,1-3 3 0,3-1-6 15,4-4 4-15,7-3-2 0,3 1-2 0,3-4 8 16,6-2 11-16,-2 0 30 0,2 0 37 0,2-1 16 0,4-1-13 16,-8-5-9-16,7 0-2 0,2 0-6 0,3-4-9 15,4-6-5-15,0 1-5 0,3-1-10 16,8-4-8-16,-1 1-3 0,-4 4 8 0,2 2-4 16,0 0 1-16,-4 2-6 0,-1 3-5 0,1 2 1 15,-2 1-4-15,-1 1-8 0,4 1-9 0,1 4 5 0,4 1-10 16,-2 5-4-16,2 1 6 0,5 9-3 0,1 5-2 15,-2 2-10-15,1-1-17 0,-1 3-38 16,-4 1-68-16,3 0-112 0,-5-3-269 0,-1-4-541 16,0-9 240-16</inkml:trace>
  <inkml:trace contextRef="#ctx0" brushRef="#br0" timeOffset="110519.02">25694 9869 1 0,'0'0'149'0,"0"0"-3"16,3-5-7-16,-3 5-10 0,0 0-3 0,0 0-12 16,0 0-12-16,0 0-3 0,-3-4-20 0,3 4-1 15,0 0-7-15,0 0-6 0,0 0-15 0,0 0-9 16,0 0-18-16,0 0-8 0,0 0-2 0,10 13-3 16,-5-3-9-16,6 14 4 0,3 8-6 0,6 11-2 15,3 6 0-15,1 6 3 0,12 25-1 0,-2 0-2 16,-4 0 1-16,-7-24 2 0,7 23 12 0,-9 0-9 15,-7-22 6-15,0 23 6 0,-9-20 0 0,-5-3 1 16,-3 0 2-16,-4 2 0 0,-2-6 1 0,-12-2-6 16,-5-1 2-16,-10-7 4 0,-7-2-7 0,-12-7-5 15,-28 10-7-15,-2-10-10 0,-13-8-29 0,4-2-93 16,-5-5-111-16,5-11-262 0,4-1 117 0</inkml:trace>
  <inkml:trace contextRef="#ctx0" brushRef="#br0" timeOffset="62621.03">21266 7979 58 0,'0'0'89'16,"0"0"-17"-16,0 0-10 0,0 0 0 0,0 0-11 0,0 0 11 16,0 0-1-16,0 0-15 0,0 0-2 15,0 0 2-15,0 0 8 0,0 0-3 0,0 0-13 16,0 0 2-16,0 0-3 0,0 0 4 0,0 0-5 16,0 0-1-16,0 0-1 0,0 0-3 0,0 0-1 0,0 0 5 15,4-2-15-15,-4 2 3 0,0 0-1 0,0 0 3 16,0 0-3-16,0 0-6 0,0 0 4 15,0 0-7-15,0 0 10 0,0 0-15 0,0 0-1 16,0 0 5-16,0 0 0 0,0 0-5 0,0 0 0 0,0 0 1 16,0 0-4-16,0 0-1 0,0 0 3 0,0 0 1 15,0 0-8-15,0 0 14 0,0 0-8 0,0 0-2 16,0 0 2-16,0 0-3 0,0 0 1 0,0 0-3 16,0 0-5-16,0 0 7 0,0 0-2 0,0 0-2 15,0 0 6-15,0 0-6 0,0 0 9 0,0 0 3 16,0 0-10-16,0 0 0 0,0 0-5 0,0 0 6 15,0 0-4-15,0 0 4 0,0 0-1 0,0 0 4 16,0 0-10-16,0 0 6 0,0 0-5 0,0 0 2 16,0 0 5-16,0 0-3 0,0 0 0 0,0 0 0 15,0 0 4-15,0 0-3 0,0 0 2 0,0 0-1 16,0 0-6-16,0 0 8 0,0 0 3 0,0 0-7 16,0 0 2-16,0 0-4 0,0 0 2 0,0 0 3 15,0 0-10-15,0 0 11 0,0 0-8 0,0 0 8 16,0 0-4-16,0 0 3 0,0 0 0 0,0 0-3 15,0 0 1-15,0 0-1 0,0 0-3 0,0 0 4 16,0 0 6-16,0 0-2 0,0 0-2 0,0 0 0 16,0 0-8-16,0 0 13 0,0 0-11 0,0 0 10 15,0 0-4-15,0 0 4 0,0 0-10 0,0 0 2 0,0 0 6 16,0 0-4-16,0 0 0 0,0 0 4 16,0 0-9-16,0 0 6 0,0 0-5 0,0 0 3 15,0 0 8-15,0 0-8 0,0 0-2 0,0 0 14 16,0 0-14-16,0 0-1 0,0 0-4 0,0 0 14 0,0 0-8 15,0 0-2-15,0 0 4 0,0 0-5 0,0 0-8 16,0 0 9-16,0 0 6 0,0 0 1 16,0 0 2-16,0 0-2 0,0 0 1 0,0 0 4 15,0 0 2-15,0 0-3 0,3-3-5 0,-3 3 2 0,4-2-8 16,-4 2 10-16,9-4 4 0,2 1-12 0,2 0 10 16,5-2-7-16,0 0 2 0,10-2 1 15,1 0-4-15,4 0 3 0,3-1-4 0,18-4-2 16,1 1 7-16,-2 1-3 0,10-2-1 0,-3 2 8 0,5-2-12 15,-2 0 5-15,2 0-2 0,25-5-2 0,-28 8 2 16,-2-2 6-16,2 2-12 0,-4 1-2 0,2-3 3 16,-6 2-2-16,-3 0-1 0,-13 4 9 0,2-2-8 15,-4-2-3-15,1 3-2 0,1-5 4 0,-6 6-2 16,3-6 6-16,-1 2 0 0,-2 1-1 0,-1 0 4 16,0-2 7-16,-3 1 8 0,0 1-6 0,0 0 5 15,2 1 4-15,1-3 2 0,-3 3-1 0,4-2-2 16,-1 2-6-16,1-1 10 0,-2 0-6 0,1-1 6 15,-4 4-11-15,0-2 4 0,0 2-6 0,-9 0-1 16,2 0 8-16,0 1-11 0,0 1 6 0,-4-4-1 16,2 5 5-16,-6-1 0 0,-1 1-10 0,-1 1-2 15,-1-1 11-15,-4-1 5 0,2 1 2 0,-2-1-1 16,-5 3 3-16,9-1 0 0,-9 1 1 0,6 0-3 16,-6 0-9-16,0 0 4 0,5-3 5 0,-5 3-10 15,0 0 5-15,0 0-5 0,4 0-3 0,-4 0 0 16,0 0 3-16,0 0-5 0,0 0-2 0,0 0 3 15,0 0 0-15,7-1-3 0,-7 1-1 0,0 0-8 16,0 0-8-16,0 0-12 0,0 0-12 0,0 0-22 0,0 0-13 16,0 0-16-16,0 0-20 0,0 0-28 15,0 0-78-15,0 0-233 0,0 0 104 0</inkml:trace>
  <inkml:trace contextRef="#ctx0" brushRef="#br0" timeOffset="63093.06">23228 7311 148 0,'0'0'133'0,"0"0"-15"16,0 0-10-16,0 0-14 0,0 0-19 0,0 0 14 15,22 5-18-15,-11 0 0 0,2-1-13 0,5 3-4 16,9 1-6-16,-1 4-1 0,3-2-4 0,1 2-2 0,1 3-6 16,-2-2-7-16,1-2 0 0,-2 0-3 15,-3 4 4-15,-2-1-15 0,-9-2 0 0,1 1 4 16,-3-1-3-16,0 1-3 0,-7 0-4 0,0-2-1 16,-4 2-4-16,-6 4 6 0,-1 0-3 0,-6 0 4 0,-7 7-5 15,-4-5 0-15,-4 0 4 0,-2 0 0 16,-2-1-7-16,2 0-1 0,-2 2 3 0,3-2-22 15,1-1-26-15,4-2-83 0,5-4-91 0,4-1-236 16,5-5 105-16</inkml:trace>
  <inkml:trace contextRef="#ctx0" brushRef="#br0" timeOffset="63908.9">24185 7039 11 0,'0'0'107'0,"-4"-1"-12"0,4 1-8 15,0 0 1-15,0 0-22 0,-7-1-5 0,7 1-2 16,0 0-1-16,0 0-12 0,0 0 2 0,0 0-18 16,0 0 5-16,-4-3-5 0,4 3-7 0,0 0 4 15,0 0 7-15,0 0 5 0,0 0 4 0,0 0-3 16,0 0 7-16,0 0-1 0,0 0-1 0,0 0 8 16,0 0 3-16,7-6-3 0,-7 6 2 0,20-3-1 0,1-2 2 15,7-2 10-15,7 2 3 0,3-3 7 16,17-3-4-16,1 1-4 0,0-2-5 0,3 1-10 15,-9 0-3-15,4-1-7 0,-16 6-1 0,-3-1-8 0,0 1 0 16,-4-1-6-16,-2 3-8 0,-11 2-4 0,-1-2-7 16,-5 2-8-16,-1 2-7 0,-5 0-11 0,-1-5-9 15,1 5-13-15,-2-1-26 0,-4 1-16 0,0 0 2 16,0 0-14-16,-25 6-1 0,7-4-23 0,-3 0-23 16,-8 1-107-16,0 1-267 0,4-3 118 0</inkml:trace>
  <inkml:trace contextRef="#ctx0" brushRef="#br0" timeOffset="64308.68">24507 6962 84 0,'0'0'141'0,"0"0"-20"0,0 0-6 15,0 0-15-15,-9 0-13 0,9 0-6 0,0 5-11 16,0 2-2-16,0 1-2 0,-1 4-12 0,-2 4 0 15,3 2-11-15,-1 7 9 0,1 5-8 0,0 0-4 16,1 2-4-16,-1 0-1 0,0 2 5 0,3 3-9 16,-2-2-2-16,0 0 0 0,2-1-5 0,-2 0-1 15,3 0-6-15,-4 0 4 0,1 1-2 0,-2 0 2 16,1-2-5-16,-4 1-2 0,0-5 5 0,2-2-9 16,-5-2 6-16,2-1-4 0,-4-5 4 0,4-5-9 15,-2-2 12-15,-4 0-12 0,1-4-1 0,-3-2 4 16,-1 1 4-16,-1-3-3 0,-2-1 9 0,1-2 10 15,-3-2-4-15,1-2 0 0,-3 0 11 0,2-1-6 0,1-2 1 16,-1-1 4-16,-1 1 11 0,4-1 1 16,2 1 12-16,3 0-7 0,0 2-1 0,1-1-6 15,4 4-5-15,-1-2-3 0,2 1-4 0,0-1-4 16,2 0-7-16,-3 1-4 0,6 2-1 0,-5-2-18 0,5 2-24 16,-4-2-27-16,4 2-20 0,0 0 0 15,0 0-24-15,0 0-29 0,0 0-67 0,0 0-116 0,16-3-334 16,-5 0 148-16</inkml:trace>
  <inkml:trace contextRef="#ctx0" brushRef="#br0" timeOffset="65141.71">24849 7536 245 0,'0'-5'249'0,"0"5"-22"0,0-4-19 15,0 4-13-15,0 0-16 0,2-6-15 0,-2 6-16 16,0 0-17-16,0 0-11 0,0 0-12 0,0-3-10 15,0 3-21-15,0 0-8 0,2-4-21 0,-2 4-19 16,0 0-7-16,0 0-2 0,0 0-2 0,2 10-5 16,-1-3-2-16,0 1 2 0,0 2-1 0,3 1-4 15,-4 4 1-15,0 2 2 0,0-1-8 0,2 1 0 16,-1 1 6-16,-1-1-3 0,0 0-4 0,-3 0 2 16,3 0-2-16,-2 0 3 0,0 0 2 0,2-5-3 15,-1 0 0-15,0 1 1 0,-2-2-5 0,2-4 3 16,0 0 3-16,1 1-5 0,-2-2 0 0,2-3 1 15,0 3 2-15,0-6 2 0,0 6 10 0,-2-2 15 16,2-4 19-16,0 4 16 0,0-4 17 0,0 5 15 16,0-5 19-16,0 0 7 0,0 0 9 0,0 0-19 15,0 0-16-15,0 0-7 0,4-17-11 0,1 6-8 0,1-4-11 16,-3 1-16-16,7-3-1 0,0-6-10 16,1 7-4-16,5-5-1 0,-6 2-8 0,3 3-2 15,0 1-4-15,-3 2 0 0,-1 1 1 0,1 4 1 16,-2-1 9-16,-3 3-15 0,2 0 0 0,-3 3-5 0,-1-1-2 15,1 2-5-15,-2-1-12 0,-2 3-12 0,6-3-7 16,-6 3 3-16,0 0 4 0,14 6-3 16,-8-2 6-16,0 4-9 0,2 1 2 0,0 6 1 15,-1-4 1-15,1 2 1 0,1 2 3 0,-1-1 4 0,-1 2-1 16,1-1 3-16,-3-4 3 0,-1 0 0 0,2-2 4 16,-2-1-2-16,1-1 2 0,-1-1 4 0,-3-2 4 15,3 1-4-15,-4-2 4 0,3 0 2 0,-2 1 6 16,0-2-5-16,-1-2 9 0,0 0 10 0,3 5 1 15,-3-5 8-15,0 0 1 0,1 3-1 0,-1-3 9 16,4 3-13-16,-4-3 0 0,0 0-15 0,0 0-20 16,0 0-13-16,4-10-19 0,-3 6-23 0,0-2-26 15,-1 2-31-15,4-3-49 0,-1 1-35 0,1 1-53 16,-2-5-220-16,1 2-518 0,1-5 229 0</inkml:trace>
  <inkml:trace contextRef="#ctx0" brushRef="#br0" timeOffset="65790.88">25786 6970 50 0,'0'0'198'0,"5"-5"-21"0,-5 5-17 0,0 0-19 0,0 0-15 16,0 0-16-16,0 0-19 0,0 0-9 0,0 0-12 16,0 0-6-16,0 13-11 0,0-7-3 0,0 6-5 15,-5 3-1-15,0 6-10 0,-3 3-3 0,-5 3 5 16,0 3-10-16,-2 1-3 0,-9 9 1 0,4-9-2 15,-1 0-3-15,-10 5-3 0,7-10-2 0,1-1-2 16,-1-1 0-16,1-3 1 0,1 0 1 0,1-3-6 16,2-7 3-16,6 0-3 0,0-4 3 15,3-1 6-15,2 0 19 0,3-1 26 0,0-3 22 0,-2 0 8 16,2-2-5-16,5 0 6 0,-10-2 5 0,5-2 1 16,1-1 0-16,-1-1-3 0,1-3-4 0,0-3-7 15,4-2-9-15,0-2-11 0,4-6-4 0,0 5-6 16,2-3-6-16,2 3-4 0,0 2-5 0,-2 2-6 15,0 1-6-15,2 2-1 0,-1 2 0 0,-2 0-8 16,1 4-9-16,3-1-5 0,1 3 3 0,1 2-11 16,2 3-3-16,4 4-1 0,0 0-3 0,4 3-6 15,1 5 2-15,1 2-2 0,0 1 1 0,1-1 0 16,-3 3-10-16,1 1-19 0,-1-3-23 0,-8-4-19 16,2 1-26-16,-2-2-29 0,1-4-55 0,-7-1-240 15,0-2-471-15,-1-3 209 0</inkml:trace>
  <inkml:trace contextRef="#ctx0" brushRef="#br0" timeOffset="66075.37">26043 6873 109 0,'0'0'175'0,"5"-2"-21"0,-5 2-18 15,8 6-16-15,-1 1-5 0,1 1-18 0,0 7-5 0,2 2-10 16,4 8-20-16,-6 0 14 0,3 5-13 0,-3 3-7 16,-2 1-7-16,-3 2-2 0,1 10-6 0,-6-10-1 15,-1-1-8-15,-5 13-4 0,-2-16 1 0,-4-1-2 16,-7 2-8-16,-8 5-23 0,1-15-45 0,-2 1-50 15,-14 1-151-15,9-11-271 0,-13 1 121 0</inkml:trace>
  <inkml:trace contextRef="#ctx0" brushRef="#br0" timeOffset="66476.14">25455 6810 51 0,'1'-5'126'0,"-1"5"-15"0,0 0-9 16,0 0-19-16,0 0-3 0,-23 15-6 0,12-1-15 15,-4 6-5-15,-6 10 0 0,3 1 3 0,-10 16 7 16,-1 1-5-16,-1 7-7 0,2-3 0 16,3 1-9-16,3-2-3 0,5-2-8 0,7-14-20 0,1-1 13 15,4 1 5-15,5-3-4 0,3-3 1 0,3-3 0 16,4-1 1-16,7-1 8 0,2-5 0 0,6 4 0 15,7-5-1-15,17-3-6 0,5-1 1 0,-2-6-50 16,3-1-73-16,-4-6-151 0,-9-2-262 0,-3-5 116 16</inkml:trace>
  <inkml:trace contextRef="#ctx0" brushRef="#br0" timeOffset="66874.09">26506 7048 45 0,'0'0'287'16,"-4"-3"-20"-16,4 3-26 0,0 0-17 0,0 0-29 15,2-6-27-15,2 2-37 0,3 2-28 0,5-7-24 16,6 2-19-16,3 1-34 0,9 0-30 0,0 0-39 16,3 1-48-16,-4-1-72 0,-2-3-92 0,-5 5-275 15,-4-1 123-15</inkml:trace>
  <inkml:trace contextRef="#ctx0" brushRef="#br0" timeOffset="67045.23">26545 7207 110 0,'17'-3'205'0,"4"0"-21"0,1-3-20 0,11 1-23 0,-1-1-28 16,4-1-39-16,0 1-43 0,14-4-76 0,-16 1-119 15,-1-1-175-15,2-3 77 0</inkml:trace>
  <inkml:trace contextRef="#ctx0" brushRef="#br0" timeOffset="67457.42">27344 6782 48 0,'0'0'165'0,"0"0"-19"0,-3-3-15 15,3 3-16-15,0 0-10 0,0 0-13 0,-10 5-1 16,2-1-16-16,3 4-2 0,-3-1-3 0,1 3-4 16,-1 5-10-16,1-1-2 0,0 4-7 0,-2 0-1 15,2 1-5-15,1-2-8 0,3 1-1 0,-1-1-8 16,1 1 2-16,4-1 0 0,-1-1-1 0,4 1-6 15,0-1 15-15,3-2-5 0,5-2 24 0,-3-1 17 16,4-2 18-16,6-2 13 0,0-2 2 0,11-3 3 16,-2-4 0-16,3-1 5 0,2-6-4 0,-3-1-13 15,-3-2-4-15,4-5-6 0,-7 4-7 0,1-4-14 16,-4-1-4-16,-4-3-3 0,-1 0-8 0,-8 4-7 16,-3-2-8-16,-3-8-3 0,-4 8-10 0,-4 0-2 15,-8-1-13-15,-9-1-14 0,-3 3-26 0,-6 2-26 16,-4 3-25-16,-1 2-23 0,-12 0-31 0,-2 3-35 15,12 5-79-15,-12 0-141 0,15 2-425 0,4 0 188 16</inkml:trace>
  <inkml:trace contextRef="#ctx0" brushRef="#br0" timeOffset="74523.92">28126 6479 163 0,'2'-5'160'0,"0"1"-1"0,0-1 3 16,-2 0-11-16,3 1-9 0,-3-2-3 0,2 1-5 15,-2 2-5-15,0-1-1 0,0 4-7 0,2-8-10 16,-4 5-14-16,2-3-7 0,0 6-8 0,0-7-17 16,0 7 0-16,0-8-5 0,-2 5-10 0,-1-1-11 15,1 0 0-15,-2-2-4 0,-2 1-6 0,-2 0-6 16,-3-2-3-16,-4 1 0 0,2-1-3 0,-4 1-2 16,-10-3-6-16,6 3-8 0,-6-3-3 0,-1 1-7 15,-2 3-8-15,0-1 4 0,-4 0-2 0,-2 0-9 16,-2 1 2-16,-2-1 2 0,0 1-5 0,1 1 3 15,-11-5 1-15,13 6-9 0,0 0 10 0,-1-1-2 16,4-1 3-16,-2 0 1 0,3 2 4 0,5-1 3 0,-1-1 0 16,-1 2-9-16,-2-2 14 0,4 1-3 15,-1 0 1-15,6 3 3 0,-4-3-10 0,-1 0 10 16,6 2 0-16,-6-1-1 0,-3-1 3 0,3 0-2 16,-1 1 4-16,0-1-4 0,-1 0 1 0,-2 0 4 15,0 2-5-15,0-1 1 0,-2-1 0 0,-1 0-5 0,1 0 8 16,1 1-6-16,-6-1 1 0,6 1-2 0,-3-1-2 15,-2-2 3-15,1 4-4 0,-1-3 4 16,-15-2 2-16,16 5-4 0,-14-4 2 0,17 3 1 16,-5-1-1-16,3 0 3 0,-1 1 1 0,2 1 2 0,-1-2 2 15,0-2-1-15,-1 6 8 0,0 0-12 0,1-3 1 16,0 3-3-16,2-2 4 0,-1 0 1 0,1 2-4 16,-1 1-1-16,-2 0 8 0,2 1-8 15,-1-5 2-15,0 7 5 0,0-4-2 0,-1 2 0 0,1-2-1 16,-1 0-4-16,0 4 1 0,0-2 3 0,0 1-4 15,0-1 1-15,0-1 3 0,-3 2-6 0,-12-3 5 16,2 4-4-16,12 3 5 0,-15-4 1 0,15 0-4 16,-2-1 7-16,-11 6-7 0,10-4-1 0,3-1 7 15,-1 3-8-15,0-3 9 0,1 2-3 0,-2-2 1 16,2 2 0-16,-2-1 3 0,-2 1-11 0,3 2 9 16,-11-2-5-16,10 0 3 0,-10 4 2 0,9-4-1 15,-11 2 3-15,2 1-9 0,-4 1 8 0,3 0 2 16,3-3-1-16,-5 5-6 0,15-5 3 0,-14 3-1 15,1-1-1-15,13 1 2 0,-14-2 0 0,16-2-2 16,3 1 4-16,-1 0-2 0,-1-2-12 0,6 0 11 16,1 0 8-16,-2 2-4 0,2-2-2 0,5-1-2 15,1 2 1-15,2-1 6 0,-2 0-4 0,2 1-2 16,1 1-3-16,-3-1-1 0,0-3 2 0,4 3-3 16,-2 0 0-16,-2 1 5 0,4 1-5 0,-11-2 6 15,7 1-2-15,-3 2-8 0,-2 3 7 0,6-6-2 16,2 0 3-16,0 2-2 0,2-1 3 0,2-4 0 15,3 4-5-15,3-5 12 0,1 2-11 0,1-2 2 16,1 2-10-16,1-2 19 0,1 0-4 0,0 2-7 16,-2-2 1-16,2 0 1 0,4-1 1 0,-9 3 1 15,5-1 0-15,4-2 0 0,-6 1 1 0,6-1-2 16,-8 1 1-16,8-1 3 0,-4 3-6 0,4-3 9 16,0 0-4-16,0 0-5 0,-5 1 6 0,5-1 1 15,0 0-4-15,0 0 5 0,0 0-4 0,0 0 3 16,0 0 0-16,0 0-4 0,0 0 0 0,-8 0 2 15,8 0-7-15,0 0 2 0,0 0 4 0,0 0-2 0,0 0-4 16,-4 2 3-16,4-2 0 0,-6 2-6 16,6-2 4-16,-5 4 0 0,5-4-2 0,0 0-1 15,-2 3 0-15,2-3-4 0,0 0 3 0,0 0 1 0,-3 2-9 16,3-2-1-16,0 0-3 0,-1 4-8 16,1-4 10-16,-3 1-1 0,2 3 7 0,1 1-9 15,-3 1 9-15,1-1 0 0,0-1-9 0,0 1 12 16,-1 2 6-16,3 0 8 0,0 0-16 0,-1 1-3 15,1 2 5-15,1-1 1 0,-2-3-3 0,2 1 4 0,-1 2-2 16,3-1-5-16,-1 1-5 0,0-1 12 16,-2 2 3-16,2-1-6 0,1-3 8 0,-2 0-4 15,2 2 2-15,-1-1-3 0,0 1-1 0,1 0 10 16,4 0-1-16,-4 0 0 0,1 0-2 0,1 0-6 0,-1 2 9 16,1-4-7-16,2 3 9 0,-1-2-7 0,1 3 1 15,-1-1 4-15,0 1 0 0,2-1-2 0,0 1-3 16,-1 5 5-16,1-4 4 0,-2-1-9 15,-1 5 3-15,3 1-4 0,-3 1 3 0,-1-4 4 0,1 2-5 16,2 2-3-16,-1-3 7 0,-1 2-1 0,0-1 0 16,-1 1-7-16,5 0 9 0,-4 0-3 0,3-1 3 15,-2 0 1-15,-2-4 0 0,5-1-1 0,-4 2-5 16,0-1 6-16,2 1 0 0,0-3-1 0,1 1 1 16,-2-1-3-16,-1 3 0 0,1-3-2 0,-1-1 9 15,0 2-9-15,0-1 3 0,0-1-9 0,-1 2 4 16,1-3 6-16,0 0 1 0,1 0-1 0,1 1-1 15,-1-1-2-15,1 1 4 0,0-2-7 0,2 2 7 16,0-1 0-16,0 1 2 0,0 1-8 0,-4-3-2 16,4 2 8-16,-4 0-5 0,5 1 1 0,-6-2 0 15,4 1-2-15,-3 2 4 0,0-2 4 0,4 2-7 16,-4 1 2-16,2-4-4 0,-1 4 3 0,0-3 3 16,5 2 0-16,-4-1-16 0,1 2 15 0,2-2 1 15,-1-1 3-15,-1 1-8 0,0 0 3 0,0-2 3 16,1 0-2-16,0 0 3 0,-1 2-8 0,2-2 2 15,-5 0 5-15,4 1-3 0,0-2 3 0,-4 2-3 16,4 3-2-16,0-6 7 0,0 3-8 0,0 0 4 16,0-3 2-16,4 4 1 0,-2 3-3 0,3-2-4 15,-5-3 9-15,2 2 2 0,2 0-11 0,-2 2 2 16,0-1-3-16,1-1-3 0,-3 1 3 0,0 3 10 16,1 2-8-16,-4-6 4 0,3 5 2 0,-1 1-13 15,-2-1 7-15,-1 2-1 0,0-2-3 0,2 3 10 16,-6-2-5-16,4 1-3 0,3 0 5 0,-7-3 3 15,0 3-7-15,3 2 0 0,0-2 1 0,-1 1-3 16,-2-5 4-16,0 3-4 0,2 1 4 0,-2-3-5 16,3-2-2-16,-4 0 6 0,4 0 9 0,-2 0-12 15,2 1 2-15,0-3 3 0,0 1 4 0,0 0-6 16,1-1 5-16,0 0 10 0,0-1-15 0,0-1 3 16,-1 0 5-16,0-2-6 0,1 0 4 0,-1 1-8 0,2-1 6 15,-1 0-2-15,-1-1 4 0,1 2-8 16,-1-3 0-16,2 2 8 0,1-1-5 0,-2 0-3 0,1 0 9 15,-1 1-8-15,3-2 4 0,-2 1-6 16,1-1 8-16,3 2-6 0,-5-1 11 0,0-1-10 0,4 0 5 16,-2 1-7-16,-1 1 14 0,-1-1-6 0,4 0-6 15,-4-2-1-15,0 4 2 0,3-2-2 0,-3 0 4 16,4-2 9-16,0 3-12 0,-1-2 6 16,3 1-3-16,-1-1-4 0,2 2 1 0,1-3 2 0,-2 1-1 15,3-1 2-15,0 3-4 0,5-5 4 0,-3 3-2 16,4 0-3-16,-2 0 3 0,0 0-1 0,1-2-2 15,-1 1 2-15,4 0-5 0,-1 0 1 0,0-1 2 16,-1-1-3-16,-1 0 0 0,-2 2 3 0,4-2 4 16,-5 1 0-16,7-1 0 0,-5-1-6 0,-1 2 10 15,3-2-7-15,2 2 5 0,-3-1-2 0,3 0-2 16,-3-1-2-16,0 1 0 0,2-2-3 16,0 2 1-16,-4 2 13 0,1-2-11 0,-5 1-1 15,1-1 5-15,-3 0-4 0,4 1 10 0,-2-1-1 0,-2 1-10 16,2-1 6-16,0 2-7 0,-1 0 0 0,-1-2 13 15,2 0-5-15,-2 1-11 0,2-1 5 0,1 1 1 16,-2-1 3-16,-2-1-3 0,4 2-1 0,-2 0 5 16,2-1-1-16,-4 0-3 0,0 2 7 0,3-2-5 15,-2 0 3-15,1 0 0 0,-1 0-1 0,0 1 0 16,3-1-1-16,-3 1-3 0,-2-2 6 0,5 1 0 16,-5-1-5-16,5-1 1 0,-4 2 5 0,3-1-9 15,4 0 6-15,-2 0-1 0,4-1-4 0,-1 0-9 16,0 0 18-16,1-1-1 0,0 2-4 0,-1 0-4 15,1-1 1-15,-2-2 11 0,-3 4-8 0,0-3-5 16,-1 2 5-16,-3 0-2 0,3-1 1 0,-3 2 2 16,2-2-4-16,0 1 8 0,-1 1-6 0,-4 0-8 15,6-1 15-15,-3 1-2 0,2 0-12 0,-2-1 5 16,0 1 2-16,1 0 1 0,-3 0 3 0,3 0-4 16,-5-2-2-16,3 4 4 0,-3-2-1 0,2-2 2 15,1 1-3-15,-4-1 0 0,5 2-3 0,-2-2 3 16,-3 1 1-16,4 1-3 0,0-2-2 0,0 1 6 15,-1 0-3-15,3-1-2 0,-2 0 7 0,1 1 2 16,2-1-1-16,-3 0-7 0,1 1-1 0,1-2 9 16,-3 2-4-16,1 0-3 0,2-2 0 0,-3 2 3 0,1-2-1 15,0 0-6-15,1-1 6 0,-1 1-8 16,0-1 3-16,4 1 1 0,-3-2-3 0,-1 1 1 16,0 0-2-16,3 1 6 0,-6 0 0 0,4 0 5 15,0-1-4-15,-3 1 1 0,2 1-2 0,-2-1 3 0,1 1-2 16,-3 1-4-16,2 0 6 0,-1-4-1 0,-1 5-3 15,0-2 2-15,0 1 1 0,-5 1 0 16,9-4-10-16,-5 3 9 0,2-1 0 0,-2 1-4 16,0 0 3-16,-4 1 5 0,7-6-8 0,-3 5 3 15,1 0-4-15,0-1 12 0,-3-1 0 0,3 1-13 0,-1 0 13 16,1 0-8-16,-1-1 3 0,0 1-5 0,-4 2 1 16,8-3 1-16,-5 2 0 0,4 0 5 0,-7 1-3 15,6-3 1-15,-2 0 0 0,2 0-2 16,1 3 8-16,-2-4-12 0,0 2 3 0,0 0 2 0,4-1-5 15,-4-1 10-15,2 2 0 0,-1 0-4 0,1-2 5 16,-1 1-4-16,0 2-6 0,-1-2 5 0,-1-1 0 16,1 2-4-16,0 0 4 0,2 0-2 0,-2-2 3 15,-1 1-1-15,0 2-2 0,1-1 4 0,-5 2 2 16,6-2-14-16,0 0 15 0,-3 0-3 0,3 1-4 16,-2-2 0-16,-1 1 7 0,3-1-12 0,-2 2 3 15,2-5 7-15,-2 6-7 0,1-1 5 0,-1-2 2 16,1 1-2-16,0 1-7 0,0-1 10 0,-1-3-8 15,4 4 8-15,-3-2 5 0,3 0-6 0,-1 2-8 16,1 0 8-16,0 1-3 0,3-4 10 0,-3 1-12 16,1 1 8-16,1-1-4 0,3 2-4 0,-2-2-1 15,3 2-1-15,-2-2 4 0,0-1 5 0,0 3-6 16,0-1-4-16,-1 0-2 0,1-1 5 0,-1 1-1 16,-1-2 0-16,2 0 4 0,-2 2-2 0,3-2 2 15,-3 0 2-15,3 1-2 0,-4 1 2 0,2-2 3 16,1 1-3-16,-1-1 2 0,1 0 1 0,-1 2 1 15,1-2-4-15,1 1 1 0,-2-1 3 0,3 0-1 16,-2 1 0-16,3 0-7 0,-4-1 0 0,2 0 4 16,1 0 0-16,-1 1-2 0,0-1 2 0,1 2-5 15,-2-1 2-15,0 1-3 0,-2-4 3 0,1 4 1 16,1-1-9-16,0-1 17 0,1 2-6 0,0-4-3 16,-2 2 0-16,6-1 4 0,-4 1-5 0,3 2-3 15,-2-4 7-15,5 1-1 0,-1 0 1 0,-2 1 4 16,3-2-3-16,-1 0 3 0,-1 2 1 0,2-3-2 15,1 3-7-15,0-1 7 0,-2 0 4 0,3-1-7 16,-1 0 4-16,-3 1-6 0,3-2-3 0,-1 2 9 16,0-2-5-16,2 2 4 0,-2-2-1 0,-1 1-3 15,2 2-2-15,-6-1 1 0,4-2-7 0,-5 2 7 16,-2 1 0-16,2 1 0 0,5-2-2 0,-5 2-5 0,1-2 5 16,-1 1 1-16,0 2 0 0,3-6-3 15,-3 5 3-15,5-3-3 0,0 2 3 0,-2-2-4 16,2 1-3-16,-1-1 0 0,-2 2 8 0,2-3 4 15,-2 3-2-15,-1 0 0 0,4 0 1 0,-1-2-1 0,-1 1-2 16,2 1 3-16,-2-3-5 0,1 1 4 16,-1 2-2-16,-2-1 1 0,1-1 1 0,4 3-3 0,-1-4 0 15,-1 2-1-15,0-2 0 0,2 1 3 16,-2 2-7-16,0-5 2 0,-3 5 1 0,2-3 2 16,1-2-3-16,-2 5 0 0,-3-3 4 0,2 0 2 0,-2 0-3 15,3-2-1-15,-1 2-4 0,-1-1-6 0,1 1 11 16,3 0 3-16,-6 2-6 0,4-2 12 0,-3 0-10 15,3 0-4-15,-3 0 3 0,-2 1 1 16,1-1-3-16,2 0 1 0,-4 2 3 0,7-7 4 0,-5 7-5 16,1-4 12-16,-1 3 1 0,-1-3 0 0,7 0-8 15,-3 1 2-15,1-2 3 0,0 0-4 0,-2 1-1 16,3-1 4-16,-1 3 4 0,-2-4 3 0,2 2-2 16,-1 2-1-16,-4 0 7 0,5-2 3 0,-4 1-3 15,4-2-2-15,-7 3 5 0,3-3 0 0,0 4-6 16,-2-2 9-16,-3 1-5 0,4-3-1 0,-3 4 2 15,-1-1-4-15,2 3-2 0,-2-3 2 0,-1 2-6 16,2-3-1-16,-3 1 12 0,1 2 1 0,-1-2-3 16,0 2-3-16,2-4-2 0,-3 4-4 0,1-4 2 15,3 2-2-15,-3-2-2 0,1 2 4 0,0-2-1 16,0 0 2-16,-1 0 1 0,0 3-6 0,-2-4 3 16,1 3-5-16,1-4 3 0,-1 2 4 0,0 1-6 15,-1 2 0-15,-2-2 1 0,2 1-3 0,-2-2-2 16,0-1 2-16,0 2-3 0,-2 1 1 0,2 1-2 15,0-2-1-15,-2 3 0 0,1-5-1 0,-1 3 4 16,-1 0-5-16,1-1-1 0,2-1 4 0,-4 2-4 16,2-1-1-16,-1 0 0 0,-2 0 1 0,1 1 0 15,0 1 1-15,-2-3-2 0,1 1 3 0,0-1-1 16,0 1-4-16,0 0 5 0,-1 0-4 0,0 0 5 16,1 1-4-16,0 0-1 0,1 0 0 0,0 1 0 15,0-1 3-15,0 3-1 0,0-1 1 0,1-1-3 16,-1 1 6-16,2 1-2 0,-1-2 4 0,-1 0-2 15,3 3-2-15,-2-2 8 0,2 1-6 0,-3 1 7 16,4 3 2-16,-1-4-1 0,-3-1-1 0,4 2 1 0,0 3 0 16,-4-5-4-16,4 5 0 0,-1-7-1 0,0 6 3 15,1 1 0-15,-3-7-3 0,2 6 0 0,-2-4 0 16,3 5-4-16,-1-4 2 0,-3 1 1 16,4 3 0-16,0-5-4 0,0 5 0 0,-4-5 0 15,3 2-1-15,1 3 0 0,-4-4 1 0,4 4-2 0,-5-5 4 16,5 5-4-16,0-5-1 0,-4 1 0 0,3 1 2 15,-3-1-1-15,3 0 2 0,-2-1-3 0,-2-2 1 16,1 3 0-16,-2-4 0 0,2-1-3 16,-3 3 2-16,0-3-2 0,-3 2 1 0,-2-3-12 0,0 0-10 15,-5 1-21-15,-1-1-31 0,-7 3-41 0,-2-3-83 16,-3 4-208-16,1-3-442 0,-2 0 196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4:44:22.21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3508 2094 76 0,'0'0'223'0,"0"-3"-6"16,0 3-6-16,0 0-6 0,-1-6-4 0,1 6-8 16,0 0-11-16,-2-4-7 0,2 4-13 0,-3-1-5 15,3 1-5-15,0 0-7 0,0 0-9 0,0-6-15 16,0 6-11-16,0 0-11 0,0 0-11 0,0 0-5 15,0 0-12-15,0 0-9 0,0 0-7 0,0 0-12 16,0 0-13-16,0 0-31 0,0 0-28 16,0 0-21-16,0 0-4 0,0 0 2 0,3 20 6 15,-5-5 1-15,1 5 11 0,-1 6 1 0,-1 4 5 16,0 0 3-16,-3 1 4 0,5 3 6 0,-7 0 8 0,2 0-3 16,1 2 6-16,-2-2-5 0,6-5 1 15,-3 0 2-15,-1-4 5 0,1-6-4 0,4 0 6 16,-5-3-3-16,5 0 5 0,-4-2-4 0,3-6 5 15,1 4-2-15,-3-7 2 0,2 5 1 0,1-4-1 16,0-1 1-16,-1 0 3 0,-2 0 3 0,3-2-7 16,-1 1 6-16,1-4-5 0,0 5 4 0,0-5-6 15,0 0 4-15,0 5-2 0,0-5 1 0,0 0-1 16,-3 2-4-16,3-2-3 0,0 0-1 0,0 0-2 16,0 0-13-16,0 0-50 0,0 0-57 0,-5-9-60 15,-1 4-27-15,2-4-155 0,0 1-395 0,0-4 175 16</inkml:trace>
  <inkml:trace contextRef="#ctx0" brushRef="#br0" timeOffset="203.65">3307 2043 170 0,'-2'-12'240'0,"2"0"-23"0,3 2-15 16,1-2-28-16,1 2-12 0,1-1-20 15,7-2-8-15,-2 1-21 0,5 2-12 0,-1 0-6 16,4 1-15-16,4 2-4 0,-2 2-25 0,7 1-21 16,0 0-30-16,0 4-28 0,-5 3-28 0,-3 2-31 0,0 2-19 15,0 3-20-15,-7 0-138 0,2 4-286 0,-7 3 126 16</inkml:trace>
  <inkml:trace contextRef="#ctx0" brushRef="#br0" timeOffset="373.03">3249 2664 157 0,'-1'4'216'0,"1"-4"-6"0,-4 4-15 0,4-4-11 16,0 0-19-16,0 0-11 0,17 0-21 0,-3-3-8 16,6-1-20-16,11-1-12 0,-2 1-34 0,4-4-59 15,4 3-84-15,-2-4-202 0,-1 0-309 0,1 1 137 16</inkml:trace>
  <inkml:trace contextRef="#ctx0" brushRef="#br0" timeOffset="1134.08">3814 2351 140 0,'-3'-5'248'0,"3"5"-21"0,0 0-28 16,0 0-20-16,0 0-18 0,0 0-24 15,0 0-12-15,0 0-20 0,0 0-7 0,0 0-8 16,0 0-11-16,1 17-3 0,2-10-7 0,-3 3-3 15,3 2-12-15,-1 3-4 0,-2 2-4 0,0 0 1 16,0 2-10-16,0 0 1 0,0-2-8 0,0 0-2 16,0 0 0-16,0-1-3 0,0 1-4 0,0-4-2 15,0-1 0-15,0 1-2 0,-2-4-5 0,2 2 1 16,-2-3 2-16,2 1-4 0,-1-3 0 0,2 1-3 16,-1-7 5-16,0 7-3 0,0-5 3 0,0-2 30 15,0 0 35-15,-4 8 6 0,4-8 31 0,0 0 19 16,0 0 15-16,0 0 29 0,0 0 11 0,-4 2 3 15,4-2-22-15,0 0-16 0,0 0-19 0,4-22-15 16,0 13-8-16,1-1-14 0,3-5-12 0,0 1-2 16,-4 2-14-16,2 0-10 0,-1 1-4 0,-1 2-9 15,1 1-6-15,0-1-5 0,0 4 6 16,0-2-13-16,-1 5-6 0,0-4-3 0,0 2-4 16,-4 4-6-16,5-5 0 0,-5 5-9 0,4-4-3 15,-4 4-1-15,0 0-7 0,0 0 3 0,0 0 2 0,16 8-7 16,-13-2-6-16,1 1 0 0,0 2-1 15,0 2-1-15,1-1 2 0,-2 3 1 0,0 0 6 16,1-3-3-16,-2 4 6 0,0 3-3 0,-1-5-8 16,-1 0 12-16,1-1-4 0,2-2 7 0,-2 0 1 15,-1 0-1-15,1-3 5 0,-1-6 1 0,-1 9-11 16,1-9 9-16,1 6 6 0,-1-6 0 0,0 0 3 16,2 7 2-16,-2-7 3 0,0 0-12 0,28-9-48 15,-3-4-64-15,9 1-80 0,13-12-115 0,-14 6-411 0,11-10-776 16,-11 9 343-16</inkml:trace>
  <inkml:trace contextRef="#ctx0" brushRef="#br0" timeOffset="1900.71">5483 2106 158 0,'0'0'228'0,"0"0"-21"16,0 0-23-16,0 0-20 0,0 0-16 0,0 0-12 15,-13 9-11-15,8-3-19 0,-4 6-6 0,0-2-9 16,-1 6-7-16,-7 2-12 0,3 3-5 0,-5 1 1 16,3 0-13-16,0-3-5 0,3-1-2 0,-1 3-8 15,-1 0-4-15,4-4 0 0,-1-2-6 0,0 0 1 16,0-1-2-16,1 1-2 0,4-6-16 0,-1 3-7 15,-1-7-16-15,3 5-9 0,-1-5-10 0,2-3-13 16,1 0-11-16,-3-2-23 0,7 0-28 0,-8-4-13 16,3 1-5-16,1-4 13 0,0-1 8 0,3-5 12 15,-2 2 2-15,3-5 13 0,0-1 10 0,0-2 22 16,0 2 18-16,3-1 38 0,-2-1 22 16,-1 2 31-16,4 0 19 0,-3 5 21 0,2 2 18 15,-6 1 25-15,7-1 11 0,-4 5 12 0,3-3-1 0,-2 4-9 16,-1 0-15-16,1 1-20 0,2 0-15 15,-3 3-11-15,0-4-13 0,0 4-13 0,0 0-9 0,5-3-12 16,-5 3-2-16,6 8-9 0,1 1 0 0,-1 1-7 16,3 4 4-16,4 0-5 0,2 7-6 15,0 1 2-15,0 2-2 0,1-3-1 0,-6-3-2 16,7 0 1-16,-6-1-4 0,2 4-2 0,0-6-5 16,-4 0-14-16,-4-5-10 0,4 3-26 0,-3-4-15 15,-2 1-25-15,0-4-19 0,-4 2-18 0,1-4-28 16,2 2-2-16,-6-2-23 0,3-4-60 0,-6 0-201 15,6 0-460-15,-12 0 203 0</inkml:trace>
  <inkml:trace contextRef="#ctx0" brushRef="#br0" timeOffset="2385.21">5083 2334 9 0,'-8'1'216'0,"8"-1"-17"0,0 0-15 15,-9-1-12-15,9 1-14 0,0 0-16 16,0 0-13-16,-5 2-14 0,5-2-12 0,0 0-13 0,0 0-6 16,0 0-8-16,0 0-8 0,0 0-9 0,0 0-2 15,-4 3-7-15,4-3-8 0,0 0 0 0,0 0 4 16,0 0 8-16,0 0 3 0,0 0-6 16,0 0-2-16,0 0-1 0,0 0-3 0,0 0-3 15,0 0-1-15,0 0 0 0,21-4 3 0,-7 3-6 16,6-2-2-16,7-1-4 0,5 2-2 0,1-3-2 15,8-1 6-15,9-1 11 0,-11 3-3 0,-2-1 2 16,-2 2-6-16,0-4 1 0,-6 6 1 0,-9-1 0 16,1-1 4-16,-5-3-4 0,-4 6-3 0,-2-3 3 15,-1 3 5-15,-4-2 1 0,0 2 3 0,-5 0-9 16,13 0 5-16,-9-1-7 0,-4 1-4 0,5-1-11 16,-5 1-1-16,0 0-13 0,0 0-22 0,0 0-22 15,0 0-28-15,5 2-21 0,-5-2-50 0,0 0-41 16,-10 5-59-16,3-2-229 0,7-3-500 0,-10 4 221 15</inkml:trace>
  <inkml:trace contextRef="#ctx0" brushRef="#br0" timeOffset="3068.76">5470 1990 50 0,'-5'-2'144'0,"5"2"-11"0,-13 0-4 0,5 0-5 16,-2 0-20-16,0 0 1 0,0 0-18 0,-2 3-12 16,2 1 7-16,-4-1-6 0,-3 4-9 15,1 2 3-15,-1 1-18 0,-2-3-6 0,-4 10 6 0,0 0-10 16,1 3 2-16,-1 2-5 0,0 4 5 0,3 0-7 16,-2 1 1-16,2 1-5 0,4 2-5 0,0-3 1 15,3 4-4-15,0-2 10 0,5-4 4 16,3 0 1-16,1 0 8 0,3-5 4 0,2 6 6 15,2-7-2-15,2-1 0 0,2 1 9 0,2-1 6 16,10 0 1-16,-3-6 2 0,7 5 2 0,5-2 0 16,3-5-2-16,1-3 0 0,10-3 2 0,-4 3-7 15,16-7 2-15,-4 1 2 0,1-8 8 0,-15 2 1 0,-2-2 7 16,2-6-3-16,-3-1 0 0,-1-3-1 16,-1-1-3-16,-3-3-3 0,-6-3-12 0,0-3 0 15,-5-4-8-15,0-1-9 0,-3-13-11 0,-9 14-3 16,-5-1 6-16,-4 4-2 0,-4-1-10 0,-4 2 1 15,-8-1-8-15,-5 6 5 0,-6 1-25 0,-14-2 0 16,-5 6-12-16,-2 3-8 0,0 2-30 0,1 7-38 16,1 1-56-16,9 4-70 0,6 1-82 0,-1 4-274 15,3 0-612-15,3 1 271 0</inkml:trace>
  <inkml:trace contextRef="#ctx0" brushRef="#br0" timeOffset="4171.46">7074 2084 22 0,'0'0'307'0,"-2"-4"-11"0,2 4-13 15,-1-5-23-15,1 5-27 0,0 0-19 0,0 0-25 16,0-5-25-16,0 5-19 0,0 0-17 0,0 0-19 15,0 0-30-15,0 0-15 0,0 0-11 0,0 0-7 16,0 17-7-16,3-5-1 0,-3 5-7 0,2-2 2 16,-2 12-3-16,-2 0-4 0,4-2 1 0,-2 1-5 15,1 3 1-15,-1-9-4 0,3-2 3 0,-2-1-7 16,1-2 0-16,0-4 1 0,-2 2 0 0,0-5 2 16,1 0-7-16,-1-3 6 0,4 0 3 15,-4-1 22-15,0-1 41 0,0-3 25 0,3 4 53 16,-3-4 13-16,0 0-11 0,0 0-16 0,13-14-12 15,-7 7-22-15,4-4-14 0,0-5-13 0,2 2-2 16,3-7-14-16,-2 5-4 0,-3 1-12 0,2 1-5 16,-5 2-6-16,1 7-7 0,-2-5-2 0,-2 4-4 15,0 1-11-15,0 2-5 0,0-1-10 0,-4 4-27 16,6-3-6-16,-6 3-7 0,0 0 2 0,13 10 2 16,-7-4-1-16,2 2 2 0,0 2 1 0,1 1 9 15,0-2-4-15,0 5 4 0,1 1 5 0,-3-5 5 16,1 1 2-16,1-5 1 0,-3 3-3 0,-2-4 5 15,1 2 5-15,2-5 2 0,-5 4-2 0,1-5 26 16,2 2 37-16,-4-1 41 0,-1-2 15 0,0 0-8 16,12-5-9-16,-8-2-14 0,1 0-8 0,1-5-7 15,-1-3-6-15,3-3 8 0,-3 0-11 0,5-8-1 16,-2 3-4-16,-2 3 1 0,-1-5-7 0,-2 7 4 16,2 2 8-16,-2 4 4 0,0 4-4 0,0-3-5 15,-3 6-6-15,1-2-11 0,2 2-8 0,-3 1-28 16,0 4-43-16,1-4-53 0,-1 4-65 0,1-7-71 15,-1 7-12-15,0 0-6 0,0 0-29 0,13 12-40 16,-5-4-35-16,-1 1-349 0,1 1-755 0,1 4 334 16</inkml:trace>
  <inkml:trace contextRef="#ctx0" brushRef="#br0" timeOffset="4617.54">7728 2317 97 0,'0'0'323'0,"-3"2"-18"0,3-2-11 0,0 0-19 16,0 0-18-16,0 0-28 0,0 0-19 0,0 0-18 15,0 0-26-15,0 0-14 0,10 0-14 0,-1-5-20 16,5 4-8-16,3-5-10 0,5 2-11 0,-3-1-7 16,4-2-9-16,1-2-9 0,3-3-5 0,-5 6-4 15,0-9-8-15,1 1-2 0,-3 2-8 0,-6-1-2 16,1 1-7-16,1-2 10 0,-5-1-13 15,-2 1 0-15,-1 4 11 0,-3 0 10 0,0-1 13 16,-3 6-11-16,-2-5-2 0,-1 3-2 0,-2-1-12 0,-3 3-1 16,-4 1-2-16,0 3-3 0,-8 1-13 0,-5 2 4 15,-5 6-3-15,-1 4-6 0,4 0 0 0,-3 1-6 16,9-1 3-16,5 3-7 0,-4 4 3 16,8-2 2-16,-4 6-7 0,6-5 4 0,4 1 2 15,4 0-4-15,0-1 2 0,8 1 6 0,1-2-2 16,10 2 1-16,4-1 1 0,6-2-2 0,3-4 6 15,8-3 3-15,11-3-3 0,2-4-1 0,-13 3-2 16,-1-3 4-16,13-5-8 0,-15 3 5 0,-2-2 2 16,-6 0 1-16,-7 2-4 0,-9 0 3 0,1 0 2 15,-4-3-4-15,-4 3 3 0,1 0 1 0,0 0 11 16,-7 0-9-16,8 0-12 0,-8 0-15 0,8-2-29 16,-8 2-32-16,0 0-70 0,0 0-69 0,0 0-83 15,0 0-298-15,0 0-644 0,0 0 285 0</inkml:trace>
  <inkml:trace contextRef="#ctx0" brushRef="#br0" timeOffset="5414.67">9616 1894 104 0,'-1'-4'270'0,"1"4"-14"0,0-6-25 16,-1 3-24-16,1 3-20 0,0-4-23 16,0 4-26-16,0 0-13 0,0 0-14 0,0 0-17 15,-5 19-5-15,1-2-13 0,0 1-6 0,-1 14-7 16,-1 0-13-16,-2 12 2 0,-3 8-5 0,2 3-2 15,1 0-2-15,-1-3-5 0,1-2-1 0,3-2-3 16,4-14-3-16,-3 1 0 0,0-3-6 0,3-3 0 16,-2 0 3-16,3-9-2 0,-1-1-1 0,-4 0-2 15,4-9-1-15,-2 0-3 0,3 1-1 0,0-5 1 16,-1-2-2-16,1 3 3 0,-3-3 18 0,3-4 11 16,-1 6 3-16,1-6 8 0,0 0 5 0,-3 5-5 15,3-5-6-15,0 0-4 0,0 0-27 0,0 0-47 16,0 0-39-16,-6-12-43 0,3 3-45 0,2 0-51 15,1-7-72-15,-2-4-142 0,4-6-450 0,3 0 200 16</inkml:trace>
  <inkml:trace contextRef="#ctx0" brushRef="#br0" timeOffset="5716.99">9620 2135 146 0,'-1'-6'242'0,"1"6"-23"0,0 0-17 15,0-6-24-15,0 6-19 0,0 0-20 0,0 0-14 16,0 0-11-16,13 1-12 0,-13-1 1 0,23 6-11 16,-5-1-4-16,2-2-5 0,-1 6-11 0,3-1-5 15,-4 0-5-15,1 1-11 0,7 5-2 0,-12-2-10 16,0-1-4-16,-4-3-9 0,-2 2-6 0,-2-2-4 16,-1 1-7-16,-4 1 4 0,-1 2-4 0,-7-2 4 15,-2 1-3-15,-7-2-2 0,-8 4 1 0,-1-2-1 16,-6-1 1-16,4-5-1 0,-1 3-1 0,-1 0 3 15,2-3-2-15,0 2-5 0,6-6 5 0,0 2-5 16,2 0 1-16,6 0 1 0,1-1 1 0,1-1-2 16,3 0-4-16,0-1-18 0,8 0-27 0,0 0-39 15,0 0-54-15,-11-5-60 0,11 5-152 0,15-9-380 16,-2 5 169-16</inkml:trace>
  <inkml:trace contextRef="#ctx0" brushRef="#br0" timeOffset="6300.64">10010 2185 312 0,'0'0'324'0,"0"0"-39"0,3-4-28 16,-3 4-28-16,0 0-26 0,0 0-24 0,0 0-22 15,0 0-17-15,0 0-2 0,0 0-24 0,1 17-11 16,-1-6-10-16,-1 7-1 0,-2-3-13 0,2 2 0 15,-3 3-14-15,3-2-9 0,-3-2-2 0,4-3-9 16,1-1-8-16,-1-2-7 0,4-2-6 0,-4 0-3 16,0-2-2-16,1 1 6 0,-1-7 2 0,3 8 4 15,-3-8 14-15,0 0 11 0,0 0-11 0,0 0 0 16,23-12 1-16,-12 3-6 0,5-3 0 0,-4 2 0 16,0-3-4-16,3-2-12 0,-1 2 3 0,1 0-3 15,-3-4-5-15,1 5 4 0,2-1-7 0,-6 4 2 16,0 2-5-16,-1-1-1 0,-2 1-10 0,1 5 1 15,-2-1-2-15,2-1 1 0,-7 4-1 0,14 2-5 16,-14-2 1-16,22 7-4 0,-12 1 0 16,6 0 2-16,-6 0-3 0,3 4-1 0,5-4 2 15,-4 3 8-15,3-1-12 0,0-2-3 0,0 2-3 16,-1-1 6-16,-3-3-3 0,1-2-3 0,-1 0 4 16,-4-3-1-16,1 1 8 0,3-5-3 0,-4 1 4 0,1-3-2 15,-1-4 4-15,0 1 8 0,-4-1 4 16,5-3 0-16,-5 0 9 0,1-8 5 0,-1 3 10 15,1-8 8-15,0 2 2 0,-1-3 2 0,-1 2 3 16,-2 4 10-16,1-5 7 0,0 6 25 0,-2 5 19 16,2-1 3-16,-2 6 9 0,-1 1-10 0,2 3-12 15,-2-1-5-15,0 1-16 0,0 5-13 0,0-8-34 16,0 8-36-16,3-5-45 0,-3 5-21 0,0 0 6 16,0 0 6-16,0 0 7 0,-5 24 14 0,1-7 2 15,0 3 5-15,-2 4 1 0,2 3-15 0,-1-1-22 16,0 1-1-16,3-1-30 0,-1-1-12 0,0-7-14 15,1 0-17-15,1-1-23 0,-1-5-25 0,0 2-16 16,-2-3-38-16,1-5-48 0,-2-3-165 0,5-3-493 16,0 0 219-16</inkml:trace>
  <inkml:trace contextRef="#ctx0" brushRef="#br0" timeOffset="6558.81">10409 2181 167 0,'-13'3'254'0,"13"-3"-13"16,0 0-9-16,-9 0-12 0,9 0-4 0,0 0-10 16,0 0-19-16,0 0-17 0,0 0-16 0,0 0-11 15,0 0-13-15,24-7-11 0,3 4-10 0,9-1-12 16,4 1-8-16,13-5-8 0,2 4-8 16,0 0-8-16,0-2-6 0,-19 3-9 0,2-1-4 15,-1 3-3-15,-6-1-2 0,-3-3-8 0,-9 4-1 16,-7 1-6-16,-3-1-2 0,2 1-2 0,-11 0-7 15,12-2-11-15,-12 2-16 0,10 2-13 0,-10-2-12 16,0 0-12-16,0 0-42 0,0 0-40 0,0 0-54 16,0 0-74-16,-26 9-168 0,19-8-462 0,7-1 204 15</inkml:trace>
  <inkml:trace contextRef="#ctx0" brushRef="#br0" timeOffset="7514.6">12296 2000 23 0,'-2'-4'334'0,"2"4"-14"0,-2-6-25 0,0 4-31 0,2 2-28 15,0 0-28-15,-3-4-22 0,3 4-25 0,0 0-28 16,0 0-19-16,0 0-8 0,0 0-14 0,-1 14-13 15,2-3-5-15,-1 2-5 0,-1 6-7 0,1-2-8 16,1 11-3-16,-2-1-9 0,1 0 3 0,-3 3-7 16,3-2-4-16,0-4-2 0,0 1-4 0,0 1 0 15,1-8-3-15,2 0-2 0,0-1-1 0,-1-7-4 16,0 2 1-16,0-2-3 0,-1-5 0 16,1 1 6-16,0 0 6 0,-2-1 23 0,0-5 33 15,2 6 34-15,-2-6 17 0,0 0-5 0,0 0-20 16,21-13-12-16,-12 4-13 0,5-3-3 0,-1-4-7 15,2-3-6-15,2-5-4 0,2 0-8 0,-2-4-7 16,-1 2-1-16,0 0 3 0,0-1-2 0,-4 3-3 16,-1 7 3-16,-6 0 10 0,3 2 18 0,-3 6 5 15,-1-2-6-15,1 5 7 0,-2-1 5 0,0 2-7 16,0 0-5-16,-2 0-6 0,2 0-11 0,-3 3-8 16,1-1-12-16,-1 3-16 0,0 0-25 0,1-6-24 15,-1 6-26-15,0 0-42 0,0 0 7 0,0 0 11 0,0 0 5 16,3 21 7-16,-6-12 7 0,2 3 5 15,0-2 5-15,-3 5 5 0,0 2 3 0,2 0 6 16,2-1 8-16,-3 1 2 0,0-5 5 0,-1 3-3 16,4-3 8-16,-2 0 1 0,2 0 0 0,0-3 3 15,0-1-6-15,0-3 10 0,0 2-4 0,2-2 4 16,-2-5 0-16,2 9-2 0,-2-5 4 0,0-4 4 16,2 7 4-16,1-4 4 0,2 0 5 0,5 0 3 15,8 0 3-15,4-3-5 0,15 2-40 0,-1-4-67 16,4 2-106-16,11-1-139 0,2-7-360 0,4-2-754 15,-8-7 333-15</inkml:trace>
  <inkml:trace contextRef="#ctx0" brushRef="#br0" timeOffset="8146.35">13317 2092 167 0,'0'0'285'0,"0"0"-11"0,0 0-11 15,0 0-11-15,0 0-12 0,-5 2-17 0,5-2-16 16,0 0-18-16,0 0-17 0,0 0-15 0,0 0-12 16,0 0-22-16,0 0-5 0,0 0-14 0,0 0-13 15,26-3-27-15,-11 3-17 0,5-2-44 0,2 0-41 16,5 1-47-16,2-1-56 0,-7-1-64 0,0 3-238 15,-2 0-479-15,-1-1 212 0</inkml:trace>
  <inkml:trace contextRef="#ctx0" brushRef="#br0" timeOffset="8297.75">13433 2227 125 0,'-6'3'255'0,"2"-3"6"16,3 2-15-16,1-2-18 0,0 0-21 0,0 0-20 15,20 3-20-15,2-3-15 0,5-4-40 0,8 0-67 16,5 2-95-16,-3-3-273 0,3-1-349 0,1 2 155 16</inkml:trace>
  <inkml:trace contextRef="#ctx0" brushRef="#br0" timeOffset="9430.68">14310 1760 109 0,'0'0'169'16,"-8"-2"-13"-16,8 2-13 0,-5-1-15 0,5 1-9 15,0 0-9-15,-4-2-14 0,4 2-1 0,0 0-15 16,0 0-2-16,0 0-15 0,0 0-2 0,0 0-5 16,-5-3-6-16,5 3-8 0,0 0 2 0,0 0-4 15,0 0-7-15,0 0 1 0,0 0-9 0,0 0 0 16,0 0-5-16,0 0 4 0,0 0 3 0,0 0-4 15,0 0 1-15,0 0 0 0,0 0 1 0,0 0-7 16,0 0 3-16,0 0-3 0,0 0 2 0,0 0 5 16,0 0 2-16,32 1-4 0,-11-2 5 0,8 0-11 15,7 1 2-15,14-3-4 0,7 1 2 0,2-1-6 16,5-2-2-16,1 1 4 0,-2 1-10 0,-1-1 0 16,-3 3 7-16,-8-2-3 0,-14 2-2 0,-1 0 1 15,-5-1-1-15,-8 2 4 0,-4 0-9 0,-3 0-17 16,-3 0-24-16,-3 0-16 0,-10 0-21 15,13 0 9-15,-13 0 2 0,0 0 4 0,0 0-39 16,-23 8-18-16,4-4-5 0,1-1 0 0,-5-2-7 16,1 2-78-16,-4-2-227 0,3 3 101 0</inkml:trace>
  <inkml:trace contextRef="#ctx0" brushRef="#br0" timeOffset="9865.75">14737 1791 117 0,'-4'-2'239'0,"4"2"-1"0,-4-4-5 16,4 4-12-16,-4-4-8 0,4 4-7 0,-4-3-10 15,4 3-10-15,-3-3-19 0,3 3-9 0,0 0-19 16,-3-2-8-16,3 2-15 0,0 0-18 0,0 0-13 16,0 0-22-16,0 0-9 0,-4 8-11 0,1 0-1 15,1 4 2-15,-3 6-16 0,1 5-2 0,-1 4-4 16,-1 0-2-16,4 7 0 0,-3-1-4 0,2 1 2 15,1 0-1-15,-3 12-3 0,2 1 0 0,2-11 2 16,-1 0-2-16,0-2 1 0,1 1-5 0,-4-2 3 16,4-4-3-16,-1 0 3 0,-2-1 0 0,0-3-4 15,-3-8 2-15,1 0-7 0,-3 0 4 16,-1-2 0-16,-1-3 3 0,0-1-2 0,-5 0 7 16,0-7 2-16,-3 1-1 0,-3-3 5 0,-5 0 4 15,-1-5 8-15,7-1 7 0,-5-1 5 0,-2-2 13 16,7 2 11-16,3-1 11 0,-1-2 11 0,1 3 5 15,8 1 9-15,5 0 19 0,-3 2-13 0,3-3-6 16,5 5-14-16,-13-4-2 0,13 4-8 0,-9-3-9 16,9 3-17-16,0 0-22 0,-5-2-15 0,5 2-26 15,0 0-34-15,-9-4-37 0,9 4-32 0,0 0-36 16,0 0-31-16,0 0-32 0,0 0-32 0,0 0-43 16,27-1-57-16,-27 1-197 0,23-4-584 0,-10 4 259 15</inkml:trace>
  <inkml:trace contextRef="#ctx0" brushRef="#br0" timeOffset="10330.57">14896 2376 129 0,'0'0'352'0,"0"0"-13"0,0 0-20 16,-4-6-29-16,4 6-33 0,0 0-26 15,0 0-26-15,0 0-25 0,0 0-23 0,0 0-20 16,0 0-19-16,0 0-10 0,0 0-12 0,0 0-13 16,0 0-4-16,-4 19-10 0,2-7-6 0,-2 5-3 15,1-3-13-15,-3 5 1 0,-1 5-1 0,-2-1-6 16,3 1-4-16,-1-5-3 0,2-4-3 0,1 2-5 15,-1-5 0-15,0-4-1 0,4 1-5 0,-2-3 1 16,2 2-1-16,1-5 1 0,0-3 9 0,-4 8 22 16,3-4 45-16,1-4 31 0,0 0 22 0,0 0-18 15,0 0-17-15,0 0-15 0,16-17-10 0,-8 8-3 16,1-3-15-16,4 2-8 0,-3-3-6 0,0 0-8 16,0 5-4-16,1 0-6 0,-2-1-5 0,-3 4-10 15,4 0-1-15,-5 1-7 0,-1 1-7 0,5 1-2 16,-9 2-3-16,14 0-8 0,-6 0-13 15,-8 0 0-15,16 5-5 0,-5 0-3 0,-2-1-10 0,2 1-12 16,1 2-15-16,-2 0-24 0,2-1-19 16,-1-1-31-16,0 2-33 0,3-1-39 0,-5 0-60 15,5-2-58-15,-5-6-282 0,4 4-657 0,1-4 291 16</inkml:trace>
  <inkml:trace contextRef="#ctx0" brushRef="#br0" timeOffset="10932.94">15806 1852 146 0,'4'-1'174'0,"-4"1"-17"15,0 0-21-15,0 0-12 0,0 0-8 0,4 12-16 16,-4-6-1-16,-3 1-10 0,2 5 1 0,-4 5-6 16,-4 0-5-16,-4 7 3 0,-2 1-10 0,-4 1-1 15,-4 3-8-15,-10 5-3 0,-1 0-6 0,-3 5-4 16,-1-5-1-16,2 0-2 0,9-11-10 0,-1-5-2 15,4-1-1-15,2-2-1 0,6-4 9 0,4-8 6 16,2 5 17-16,0-2 27 0,2-3 29 16,0-1 35-16,8-2 42 0,-10 0-16 0,10 0-9 15,-8-7-7-15,7 0-19 0,0 1-17 0,2-5-17 0,0-1-11 16,6-3-5-16,-1-3-15 0,2 6-9 0,2 1-14 16,-1-3-4-16,0 5-3 0,-4 4-12 15,3-3 8-15,2 0-18 0,-5 4-10 0,1 1 0 0,6 1 10 16,-1 2-17-16,-11 0-6 0,28 3-4 15,-11 3-21-15,0-1-22 0,8 7-24 0,-3 3-25 16,1-5-22-16,3 2-41 0,-3 2-39 0,-5-4-49 16,2 0-69-16,-3-5-230 0,2 4-583 0,-1-4 258 15</inkml:trace>
  <inkml:trace contextRef="#ctx0" brushRef="#br0" timeOffset="11401.22">16048 1996 81 0,'5'-1'213'0,"-5"1"-26"0,10-4-23 15,-10 4-14-15,13 2-19 0,-7 1-5 0,-2 1-15 16,6-1-8-16,-3 6-5 0,-1-2-12 15,-2 5-8-15,1 0-9 0,-2 1 4 0,-3-1-12 16,1 2-5-16,-2 5-5 0,-3-8-4 0,-1 7 1 0,-5-1-6 16,1 7 4-16,0-9-5 0,-4 1-1 0,0-4 0 15,4 4-1-15,-4-5-6 0,7-3 2 0,-2-1 9 16,3-4 4-16,-4 4 18 0,5-3 21 16,4-4 28-16,-9 4 38 0,9-4 42 0,-5 2 43 15,5-2-14-15,0 0-28 0,0 0-17 0,4-23-24 16,1 12-15-16,4-4-9 0,0-2-15 0,9-4-14 15,-5 6-11-15,1-1-9 0,1 1-9 0,-3 1-7 16,-3 5-6-16,1-2-8 0,-3 5-8 0,1 0-9 16,-3 0-1-16,-1 1-3 0,0 1-9 0,-4 4-5 15,6-5-15-15,-6 5-25 0,7-3-37 0,-7 3 3 16,0 0 5-16,0 0 4 0,10 10-3 0,-6-5 3 16,2 5 0-16,-1-2 5 0,-2 5-1 0,3-3-11 15,-1 3-14-15,1 3-19 0,2 1-27 0,0-1-29 16,-3-2-38-16,0-3-47 0,4-1-38 0,-5-5-304 15,0-1-618-15,1-1 273 0</inkml:trace>
  <inkml:trace contextRef="#ctx0" brushRef="#br0" timeOffset="11640.26">16372 1905 239 0,'0'0'236'0,"0"0"-32"0,10 1-11 16,-4 3-12-16,0 1-12 0,3 4-11 15,5 4-8-15,-4 2-10 0,4 9-5 0,-2 1-9 16,-2 1-13-16,-4 2-9 0,-2 2-8 0,-4 5-5 16,-4-2-8-16,-6 0-6 0,1 1-22 0,-6-1-22 15,-3 1-9-15,-4-7-22 0,-11 10-33 0,4-15-44 16,-2-1-48-16,-14 4-53 0,7-13-192 0,0-3-397 15,-2-2 175-15</inkml:trace>
  <inkml:trace contextRef="#ctx0" brushRef="#br0" timeOffset="12162.68">15702 1702 163 0,'-3'-1'220'0,"3"1"-24"0,0 0-19 16,-12 1-17-16,6 2-16 0,-8 4-13 0,0 4-15 16,-10 7-9-16,-6 4-11 0,-7 12-7 0,0 4-14 15,-1 3-7-15,-1 3-2 0,1 0-9 0,5 5-2 16,-3-2-8-16,9 0 0 0,6 3-5 0,3-6 12 15,10-9 21-15,4-2 5 0,5-2 9 0,5-1 1 16,5-1 2-16,6-4 8 0,6-3 2 0,6 0 3 16,3-7-3-16,4 2-2 0,17 2 5 0,-3-7-6 15,0-2 4-15,-10-3-1 0,-7-2-4 0,-1 0-15 16,-10-1-5-16,-3-3-9 0,-6 1 11 0,-1-1-23 16,-1 0-1-16,-5 2 1 0,-6-3-6 15,13 0 2-15,-13 0-1 0,0 0-13 0,11 0-3 0,-11 0-17 16,0 0-19-16,0 0-28 0,9 1-38 15,-9-1-40-15,0 0-60 0,4 3-90 0,-4-3-98 16,0 0-197-16,0 0-598 0,0 0 265 0</inkml:trace>
  <inkml:trace contextRef="#ctx0" brushRef="#br0" timeOffset="14914.56">18327 1906 99 0,'-1'-5'242'15,"0"0"-2"-15,-1 0-21 0,0 3-17 0,-2-2-25 16,-1 0-19-16,0 3-17 0,-4 0-20 0,-4 1-10 15,-6 2-11-15,-9 6-11 0,-4 4-10 0,-3 0-5 16,1 5-11-16,0-2-5 0,2 4-8 0,2 1-1 16,1 1-11-16,2 0-2 0,3-1-6 0,3 1 1 15,5-2-7-15,3-3 3 0,3 1-5 0,0-1 4 16,2-3-7-16,5-1-1 0,1-2-2 0,0-3 7 16,5 0 5-16,-1-3 10 0,5 0 5 0,3-2 8 15,2-4-5-15,7-2 3 0,-3 0 2 0,3-5-2 16,1 1 8-16,0-2-3 0,-2 0 2 0,4-2-1 15,-7-2-4-15,1 2-2 0,-3 2 0 0,0-3 11 16,-3 4-10-16,-1 2 3 0,-1 0 11 0,-3 1-5 16,1 1-1-16,0 1-7 0,-3 2-5 0,1-2-7 15,-4 4-7-15,6-4-11 0,-6 4-19 0,0 0-21 16,7-2-2-16,-7 2 3 0,0 0 3 16,2 10 4-16,2-5-5 0,0 2 9 0,0 0-5 0,5 3 1 15,-4-1 14-15,4-1-10 0,5 6-9 0,-2-2-2 16,3-4-4-16,3 4 1 0,-1-4 1 15,2-1 1-15,0-1-2 0,0-2 0 0,1 0-2 16,1-4 9-16,2 2-1 0,-3-4-4 0,1-2 9 16,-2-1-4-16,3-2 18 0,-6-2 7 0,2 0 13 15,0-3 7-15,0 4 16 0,-1-3 25 0,-6 1-4 16,-2 4 23-16,3 0 13 0,-5-1 12 0,1-1 4 0,-3 3 1 16,0 2-10-16,0-1-10 0,-1 2-10 15,-4 2-10-15,5-3-13 0,-5 3-17 0,4-2-13 16,-4 2-36-16,0 0-15 0,0 0-3 0,0 0 1 15,0 0-2-15,5 14 6 0,-5-6 2 0,-4 1 3 16,3 3-1-16,-3 0 2 0,0 0-2 0,3 1 6 16,-2-1-5-16,3 5 5 0,-1-8 4 0,0 2-4 15,1-5-19-15,0-6 8 0,-3 13-4 0,3-13 9 0,4 8-6 16,-4-8 14-16,1 6 13 0,-1-6 34 16,3 5 14-16,-3-5 20 0,0 0-16 0,0 0-3 15,0 0-2-15,23-17-14 0,-14 9-3 0,3-3-6 16,0-2-5-16,2 0-11 0,0 0-3 0,-2-1-9 15,1 3 0-15,-3 1-2 0,-2-1 5 0,-1 6-6 16,-1-1-3-16,0 0-8 0,-2 3-8 0,-2-2-18 16,3 1-31-16,-5 4-25 0,5-3-30 0,-5 3-8 15,0 0 10-15,0 0 14 0,0 0 7 0,8 9 13 16,-3-3 1-16,-4 1 5 0,3 3-9 0,4 0 6 16,-2-3-2-16,8 7-6 0,-1 0 4 0,6-4-3 15,8 2-9-15,6 0-11 0,1 1-10 0,5-4-6 16,12-4-1-16,2-1-2 0,-2 4 9 0,4-12 10 15,-15 0 7-15,-1 3 13 0,-2-8 6 0,-2 1 12 16,-2-1 12-16,-4 1 13 0,-5-4 22 16,-7 2 22-16,1-2 7 0,-4-1 20 0,-1-1 8 0,-7 6 11 15,1-3 7-15,-1 1 11 0,-2 0-5 0,-4 0-4 16,-3 1-11-16,-3-1-3 0,1 1-3 0,-3 1-8 16,-6 1-2-16,-3 1-3 0,-2-1-6 0,1 4 4 15,-3 1-5-15,0 1 4 0,1 1-12 0,-8 1-3 16,6 5 2-16,0-1-3 0,7 1 1 0,-6 0-7 15,7 4 1-15,0-5 1 0,4 2-8 16,2 3-14-16,2-3 1 0,-2 2-17 0,6 1 5 16,-1 0-1-16,5-5 1 0,0 6 2 0,5-1 6 0,1-3-2 15,6 3 4-15,-2-3-2 0,7-4 0 0,0 0-4 16,-1-1 2-16,4-5-4 0,-2 1 4 16,0-3 5-16,0-4 6 0,5-1 13 0,-6-2 11 15,2-5 5-15,-6 4 13 0,-2-3 9 0,5-7 8 16,-4 1 1-16,0-3 12 0,-2-6-4 0,-2 1 4 15,0-1 12-15,-1-5 4 0,-2 2 26 0,-2 0 21 16,-1 0 15-16,2 6 22 0,-5 0 14 0,2 4-2 16,-3 8-1-16,1 4-6 0,0 1-9 0,3 2-10 0,-4-1-9 15,0 4-16-15,1 2-19 0,1 0-13 0,-2 4-21 16,0 0-34-16,0-8-32 0,0 8-40 16,0 0-50-16,0 0-12 0,0 0 13 0,0 0 5 15,-4 32 14-15,0-12 11 0,-3 9 0 0,-3 1 11 16,3 1 3-16,-1 1 11 0,2 0-7 0,-2 2 2 15,4-1 9-15,-5-1 3 0,7-1 4 0,-5-2 0 16,6-2 4-16,2 0 3 0,-2-10 4 0,1 0 2 16,0-1-4-16,1-2-2 0,-6-6 8 0,5 4 5 15,0-7-2-15,0 1-1 0,0-6 2 0,0 9 18 16,0-2 8-16,0-7 15 0,0 0 12 0,0 9 13 16,0-9 6-16,0 0 8 0,0 0 4 0,0 5 1 15,0-5-2-15,0 0-7 0,0 0-9 0,14-4-5 16,3 1-22-16,14-4-30 0,4-2-65 0,20-9-80 15,36-6-106-15,1 0-135 0,0 0-383 0,2-3-821 16,-3-4 364-16</inkml:trace>
  <inkml:trace contextRef="#ctx0" brushRef="#br0" timeOffset="15715.04">21344 1862 259 0,'0'0'356'0,"-1"-5"-12"0,2 0-19 0,-1 5-27 15,0 0-37-15,0 0-22 0,0-4-34 16,0 4-21-16,0 0-19 0,0 0-21 0,0 0-24 16,0 0-9-16,0 0-22 0,0 0-5 0,4 14-13 15,-1-5-7-15,-2 1-8 0,3 2-4 0,-3 5-12 16,0 0 5-16,2 2-7 0,-1-1-3 0,0 2 4 16,-1-1-16-16,2 7 2 0,-3-9-4 0,1 1 5 15,0-1-9-15,2 1 4 0,-2-8-6 0,0 1-2 16,1-1 2-16,0-2-2 0,-2-3 1 0,0 0 1 15,0 2 19-15,0-7 25 0,0 5 49 0,2-2 44 16,-2-3 44-16,0 0 34 0,0 0-2 0,0 0-23 16,8-8-22-16,-3-1-19 0,3 0-18 0,6-7-13 15,-4-1-13-15,7-7-13 0,2-1-18 0,-1-1-10 16,-1-1-8-16,1-2-9 0,-3 1-5 0,0 2-7 16,-2 5-3-16,-3 4 5 0,-2 3-4 0,-2 2 5 15,-1 3 0-15,-1 1-4 0,0 3-6 0,1-2-3 16,-2 4-13-16,-1 0-8 0,1-1-20 0,-2 1-21 15,-1 3-34-15,3-4-42 0,-3 4-41 0,0 0-34 16,2-3-34-16,-2 3 1 0,0 0 14 0,0 0-7 16,4 8-6-16,-4-2-15 0,0 0-6 0,1-2-24 15,-1 3-32-15,2-3-55 0,0 1-53 0,-2 0-201 16,0-1-639-16,0-4 282 0</inkml:trace>
  <inkml:trace contextRef="#ctx0" brushRef="#br0" timeOffset="16205.69">22239 1901 320 0,'0'0'384'16,"0"0"-26"-16,0 0-21 0,0 0-26 0,0 0-30 15,0 0-19-15,0 0-43 0,0 0-21 0,13-5-28 16,-2 2-24-16,6 0-27 0,1 1-27 0,2-1-42 16,2 2-40-16,1-2-49 0,4 3-47 0,-7-1-55 15,8-3-58-15,-7 3-47 0,-5 3-179 0,2-2-459 16,-5 3 203-16</inkml:trace>
  <inkml:trace contextRef="#ctx0" brushRef="#br0" timeOffset="16347.53">22307 2044 108 0,'-3'2'216'0,"-1"0"-3"16,2 1 2-16,2-3-7 0,0 0-6 15,0 0-21-15,20 2-14 0,-1-3-22 0,9 2-28 0,4-3-62 16,4 2-89-16,-1-3-120 0,-3-2-120 0,1 0-295 16,-5-2 131-16</inkml:trace>
  <inkml:trace contextRef="#ctx0" brushRef="#br0" timeOffset="17529.84">23628 1564 28 0,'0'0'191'0,"0"0"-17"0,0 0-16 0,0 0-14 0,0 0-10 15,0 0-15-15,-4-2-9 0,4 2-11 0,0 0-9 16,0 0-6-16,-9 0-6 0,9 0-15 15,0 0-3-15,0 0-5 0,0 0-3 0,0 0-4 16,0 0 14-16,0 0 6 0,0 0 9 0,0 0 2 16,-5-2 6-16,5 2-1 0,0 0 1 0,0 0-4 0,0 0 4 15,0 0-9-15,0 0-6 0,0 0-5 0,0 0-4 16,0 0-10-16,0 0 0 0,0 0-5 16,0 0-5-16,0 0-7 0,0 0 0 0,0 0-5 15,0 0 3-15,0 0-5 0,0 0 3 0,0 0 0 16,0 0 0-16,0 0-5 0,0 0-2 0,15-5-1 15,-1 5-4-15,3 0 2 0,11-5-7 0,5 3 6 16,4-3 3-16,0 4-9 0,18-3-3 0,-3 0-2 16,0-4-1-16,0 5 1 0,-1-3-2 0,-1 5 0 15,-14-3-1-15,-3 1 0 0,-1 0 10 0,-11 3-16 16,-2-5-1-16,-3 4-11 0,-3 1-2 0,-5 0-12 16,-2 0-6-16,1 0-12 0,0-1-17 0,-7 1-8 15,0 0-13-15,0 0-11 0,0 0-10 0,0 0-6 16,-23 1-11-16,12 3 8 0,-6-2-19 0,-2 0 11 15,6-1-1-15,-5 3-7 0,4-1 13 0,0-1-6 16,0 1 6-16,2 0 9 0,-1 1 5 0,0-1 15 16,0 1 8-16,3-1 6 0,-3 2 8 0,4-2 14 15,0 1 6-15,-1-2 7 0,2 2 13 0,3-3 14 16,-3 4 17-16,5-4 14 0,3-1 13 0,-10 0 16 16,6 1 15-16,4-1 4 0,0 0 8 0,0 0-1 15,0 0 5-15,-11 0-16 0,11 0 10 0,0 0-10 16,-5 3-10-16,5-3-6 0,0 0-2 0,0 2-11 15,0-2-3-15,0 0-5 0,-7 8 2 0,4-4-4 16,-1 6 6-16,-1 0 0 0,0 6-2 0,-1 2-6 16,-2 9 7-16,2-1 7 0,-1 5 2 0,-1 1-5 15,3 1 0-15,-2 0-6 0,2 2 2 0,1-3 2 16,-1 4-4-16,-2-3-6 0,1 2 3 0,0-2-6 16,-1 1 8-16,5-2-9 0,-5 1 0 0,3-5-1 15,-1 0 0-15,-1-3-4 0,-2 1 2 0,3-9-2 16,-3-2 0-16,0 2 5 0,-2-6-4 0,0 2 20 15,-4-6 4-15,3 0 15 0,-7 1 1 0,0-4 2 16,-3-3 3-16,0-3-5 0,-6-2-7 0,-1-3 15 16,2 0 12-16,4 0 2 0,0-6 11 15,5 5-2-15,2-1-7 0,0 0 15 0,4 4 6 0,2 1 9 16,4 1-11-16,-3-2-6 0,3 0-13 16,1 3-3-16,4 2-20 0,-5-6-16 0,5 6-10 15,-5-1-27-15,5 1-27 0,0 0-38 0,-5-3-29 0,5 3-36 16,0 0-29-16,0 0-37 0,0 0-41 0,0 0-42 15,0 0-222-15,0 0-538 0,38 4 238 16</inkml:trace>
  <inkml:trace contextRef="#ctx0" brushRef="#br0" timeOffset="17916.89">24093 2256 277 0,'0'0'366'0,"0"0"-38"0,0 0-35 15,0 0-32-15,0 0-32 0,5-4-23 0,-5 4-23 16,0 0-24-16,0 0-15 0,3 9-14 0,-5 0-11 16,0-3-15-16,-2 6-8 0,1 1-12 0,-4 3-6 15,2 1-2-15,-3 0-12 0,3-4-7 0,-2 3-8 16,1-5-5-16,2-1-5 0,3-2-6 0,-3 1-2 15,2-6-1-15,0 2-2 0,2 1 1 0,0-6 7 16,-4 6 38-16,4-6 37 0,0 0 34 0,0 0 9 16,0 0-17-16,0 0-12 0,0 0-13 15,0 0-9-15,9-19-20 0,-1 9-10 0,-2 2-7 0,2-2-9 16,1 0-5-16,0 4-8 0,4-2-3 0,-7 1-5 16,-2 0-11-16,1 2 6 0,-1 3-11 0,4-2-5 15,-3 1 0-15,2 2-12 0,1-1-22 0,4 1-28 16,-1 2-27-16,2 4-26 0,0-3-26 0,6 3-33 15,-1-2-39-15,3 4-38 0,2-2-49 16,-3-4-61-16,0 4-239 0,-1 1-632 0,2-5 279 16</inkml:trace>
  <inkml:trace contextRef="#ctx0" brushRef="#br0" timeOffset="18249.37">24835 1863 355 0,'-1'-11'337'0,"2"6"-16"0,-1-1-26 0,0 2-28 16,2 0-31-16,-2 4-33 0,0-7-12 0,0 7-33 15,-2-3-32-15,2 3-23 0,0 0-9 0,0 0-12 16,-2 15-10-16,-1-5-4 0,-1 6-8 15,1 1-4-15,-1 3-7 0,-5 6-7 0,1-1-2 0,3 2-5 16,0-3 3-16,0 0-7 0,-1 2-1 0,2-2-1 16,1 1-3-16,-1 2 1 0,-1-9-2 0,3-1-1 15,-1 0-6-15,-1 0-7 0,-1-5-21 16,4-2-22-16,0 0-17 0,-1-4-26 0,1 0-21 16,1-1-18-16,-1 0 5 0,1-5-31 0,-7 5-26 15,7-5-66-15,0 0-173 0,0 0-438 0,-19-16 194 16</inkml:trace>
  <inkml:trace contextRef="#ctx0" brushRef="#br0" timeOffset="18712.88">24849 1729 157 0,'0'-10'307'0,"2"4"-15"0,-2-2-14 15,1 4-25-15,-1-2-25 0,1 2-23 0,1 1-22 16,1-1-17-16,4 1-20 0,-1 2-13 0,6-1-20 15,1 4-9-15,-1-1-14 0,6 3-6 0,0-1-16 16,-4 4-5-16,3 0-15 0,-3 3-2 0,-2-5-12 16,-1 4-5-16,2 3-4 0,-3-2-15 0,-4-1-3 15,-1 3-5-15,0-1-2 0,-2 0-3 0,-4 1-2 16,1 1 2-16,-4-1-5 0,-4 2 2 0,-1-4-4 16,-1 2 8-16,-2 1-7 0,-1-1 6 0,-2 0 0 15,0-3-1-15,2 1 1 0,-2 1 3 0,2-7 0 16,4 5 3-16,-3-4-4 0,3 0 2 0,2-2 6 15,1 3-10-15,-2-1-1 0,4-2 3 0,-1 2 2 16,1-1-1-16,2 0-3 0,0 0 3 0,2-1 3 16,2 2-3-16,0 0 3 0,2-1 2 0,3 0-4 15,1 1 10-15,5-2-8 0,-4 2 6 0,3 0-7 16,0-1 0-16,1 1-1 0,0 1-4 0,-3-2 4 16,3 1 1-16,-4 1-2 0,0 0 0 0,-2-4-3 15,0 3 5-15,-2-1-8 0,0-1-2 16,-1 1-14-16,-1 0 2 0,-2 0 1 0,-1-1 1 0,-3 3 2 15,1-3 2-15,-3 2 0 0,-3-2 3 0,-1 1 6 16,-5 2-6-16,-4-4 4 0,4 5-3 0,0-5 3 16,-4 3-7-16,5-3-25 0,-5-1-25 0,-1 4-33 15,6-5-38-15,-2 0-53 0,5 0-200 0,10 0-420 16,-16 0 186-16</inkml:trace>
  <inkml:trace contextRef="#ctx0" brushRef="#br0" timeOffset="19167.39">25326 1809 298 0,'0'0'277'0,"4"-3"-31"15,-4 3-26-15,6-2-21 0,-6 2-23 0,9 5-20 16,-4-2-13-16,4 5-13 0,0-2-11 0,0 3-12 16,-4 1-10-16,3 0-10 0,-2 6-4 0,-2-2-14 15,-1-1-4-15,-1 3-5 0,-2 1-8 0,-2 0 3 16,-5-1-13-16,0-1-8 0,-2-1-3 0,-3 2-5 16,2-4 0-16,1-3-1 0,-2 0 1 0,0-2-3 15,2-1 7-15,2-1-6 0,0 1 9 0,0-4 15 16,4 2 22-16,3-4 35 0,-6 3 42 0,6-3-13 15,0 0-19-15,0 0-2 0,-3-14-17 0,3 14-15 16,9-14 0-16,1 4-12 0,-1-2-8 0,4 0-5 16,1 0 1-16,3 2-6 0,-2-2-8 0,-2 2-5 15,-3 3-14-15,-2 1 14 0,-2 2-15 0,1-1-12 16,-4 2 0-16,2-1-13 0,-5 4 8 0,8-2-11 16,-8 2 5-16,0 0-1 0,10 9-2 0,-6-5-9 15,-1 1-8-15,2 1-3 0,-3 5 2 16,1-1-27-16,-1 1-19 0,1 1-24 0,1-1-30 0,1 2-25 15,-1-2-38-15,-1 2-40 0,-1-4-40 0,2 1-271 16,-3-5-578-16,0 1 256 0</inkml:trace>
  <inkml:trace contextRef="#ctx0" brushRef="#br0" timeOffset="19402.52">25763 1768 43 0,'0'0'269'16,"6"0"-23"-16,-6 0-16 0,12 9-5 0,-2-2-24 15,-2 4-7-15,-2 5-14 0,3 1-9 0,0 7-16 16,-5 4-13-16,-3-1-16 0,-3 3-7 0,-7 3-13 0,-3-1-9 16,-4-3-18-16,-9 14-10 0,2-13-26 0,-11 6-19 15,-1 0-29-15,6-14-37 0,-12 7-32 0,-4-5-33 16,10-11-50-16,0-1-60 0,-13 2-137 15,12-7-382-15,-3-3 170 0</inkml:trace>
  <inkml:trace contextRef="#ctx0" brushRef="#br0" timeOffset="19816.75">24894 1376 34 0,'-4'-3'188'0,"4"3"-19"15,-7-2-16-15,7 2-13 0,-10 0-14 0,1 5-13 16,-2-2-4-16,-5 3-10 0,-2 5-9 0,-9 10 2 16,-2 2-4-16,-15 14-4 0,-1 3 1 0,-20 23-5 15,4 1-2-15,16-20-6 0,-5 23-3 0,8-21-7 16,8 3 26-16,2-3-7 0,6-3-2 0,8 3 12 15,8-12 1-15,5-1-5 0,6 2 1 0,8-1 3 16,18 14-7-16,6-12-6 0,18-2 0 0,32 7-28 16,7-7-53-16,-1-7-83 0,6-8-111 0,-6 1-242 15,-27-11-475-15,0-4 209 0</inkml:trace>
  <inkml:trace contextRef="#ctx0" brushRef="#br0" timeOffset="21965.91">12283 3935 230 0,'1'-5'237'0,"1"-1"-6"16,-2 0-10-16,0 2-11 0,1-1-12 0,-1 2-29 15,1-2-19-15,-1 5-20 0,0 0-14 0,4-2-16 16,-4 2-8-16,0 0-11 0,4 11-10 0,-3-3-5 16,1 4-1-16,0 3-14 0,0 4-3 0,0 1-6 15,-2 8 1-15,5-5-7 0,-5 5-4 0,3-3-5 16,-1-1-1-16,2-4-4 0,0-2 1 0,-2 0-5 15,2 1 1-15,0-5-3 0,0 3-2 0,2-7 3 16,-2 0-3-16,0-2 3 0,1-1 3 0,-2-2 16 16,3-1 24-16,-2-2 19 0,6 0 9 0,-1-4 6 15,5-1-2-15,-2-3 1 0,3-4-2 0,3-1-6 16,3-5-1-16,-2-2-3 0,2 0 2 0,-3-2-3 16,-4-4-10-16,5 0 6 0,-2 1 3 0,-2-1 1 15,-3 2-1-15,-1 2-1 0,-2 3 1 0,-1 1 8 16,-3 4 5-16,0 3 11 0,1-1-1 0,-2 2-2 15,-1 1-8-15,-1 3-11 0,0 0-9 0,-1 0-9 16,0 1-9-16,-1 3-10 0,2-6-11 0,0 5-23 16,-2 1-21-16,0 0-26 0,0 0-7 0,0 0 2 15,0 0 7-15,1 18 0 0,-3-7-3 0,1 2 12 16,-2 5 3-16,-1-1-4 0,-4 10 12 0,2-3-5 16,1-3 8-16,0-2-3 0,-2 5 2 0,1 0 8 15,2-5-9-15,2 0 4 0,-1-8 6 0,1 2 1 16,-1-1-7-16,3-2 8 0,-1-3-4 0,1 0 0 15,-1-2 6-15,-1 0 7 0,2-1 4 0,-1 0-2 16,1-4 6-16,0 5 2 0,0-5 3 0,3 5 3 16,-1-4-2-16,8-1 1 0,3 1-4 0,9-3 1 15,8 0-31-15,7-4-51 0,17 0-87 0,-17-1-114 16,19-3-159-16,-1-7-276 0,-3-2-756 0,0-8 335 16</inkml:trace>
  <inkml:trace contextRef="#ctx0" brushRef="#br0" timeOffset="22515.51">13193 3506 112 0,'0'-4'286'15,"1"1"-7"-15,-1 3-13 0,-1-6-16 0,1 2-27 16,0 4-23-16,0 0-15 0,0 0-29 0,0-5-19 0,0 5-18 15,0 0-13-15,0 0-13 0,-14 16-9 16,8-6-7-16,-3 0-8 0,-5 4-5 0,2 0-8 16,-2 1-3-16,1-1-3 0,-1 2-7 0,4 0-5 15,-2-1 0-15,0-1-5 0,0-2-5 0,5-1 2 16,-1-2-5-16,3-1-1 0,-3 1-3 0,6-3-4 16,-2-3-6-16,0 0-22 0,1 1-15 0,1 2-20 15,-3-2-23-15,5-4-15 0,-3 3-26 0,3-1-23 16,0-2-44-16,-1 5-57 0,1-5-147 0,0 0-412 15,0 0 182-15</inkml:trace>
  <inkml:trace contextRef="#ctx0" brushRef="#br0" timeOffset="22796.73">13611 4018 243 0,'0'0'269'16,"0"-5"-27"-16,0 5-23 0,10-8-26 0,-5 4-19 15,4 2-23-15,5-2-33 0,4-2-41 0,0-1-50 16,11 0-61-16,1 4-69 0,-11 1-160 0,9-1-285 16,-7 2 127-16</inkml:trace>
  <inkml:trace contextRef="#ctx0" brushRef="#br0" timeOffset="22960.77">13688 4282 99 0,'-3'2'294'0,"3"-2"-32"0,0 0-28 16,0 0-28-16,0 0-23 0,24-7-26 0,-8 1-35 15,3-1-49-15,10 0-48 0,1 0-55 0,4-4-69 16,2 3-156-16,0-2-276 0,2 1 124 0</inkml:trace>
  <inkml:trace contextRef="#ctx0" brushRef="#br0" timeOffset="23378.73">14813 3825 211 0,'0'0'265'15,"4"-5"-29"-15,-4 5-28 0,0 0-22 0,0 0-24 16,0 0-22-16,2 10-9 0,-5-3-16 0,-1 2-10 16,-4 0-10-16,-3 9-7 0,-7 4-9 0,-5-1-6 15,-5 5-10-15,-8 7-2 0,-8 2-6 0,1-3-7 16,1-1-6-16,0-5-5 0,10-7-6 0,1-3-6 16,3 1 1-16,0-5-4 0,10-1-1 0,2-2-3 15,0-4 6-15,5-1 8 0,2 1 26 0,4-5 16 16,-2-1-4-16,0 0 3 0,4-6-3 0,-2 2 6 15,5-6-4-15,0 2-8 0,1-4-2 0,7-3-5 16,1 3-2-16,1-3-10 0,-1 6-6 0,1 0 1 16,-1 2-11-16,0 2-3 0,-1-1-4 0,-1 3-9 15,0 3-1-15,1-1-2 0,4 2 6 0,-1 5-9 16,0 0 0-16,8 3 0 0,-2 2-4 0,7 5 1 16,-1 1-16-16,0 0-22 0,3 1-47 15,-1 0-53-15,1 0-76 0,5-3-96 0,-1-2-167 0,2-3-511 16,1-3 227-16</inkml:trace>
  <inkml:trace contextRef="#ctx0" brushRef="#br0" timeOffset="23718.46">15328 3843 115 0,'0'0'262'0,"0"0"-28"15,0 0-20-15,0 0-23 0,0 0-19 0,23-6-18 16,-10 3-17-16,9 0-14 0,7 2-12 0,4-1-11 15,5-2-11-15,1 3-9 0,11 0-11 0,4-1-9 16,-16 2-9-16,-2-3-15 0,3 3-16 0,-12 0-19 16,-4 0-20-16,-5 0-15 0,-8 0-18 0,4 0-24 15,-7 0-12-15,-3 0-8 0,-4 0-15 0,0 0-14 16,0 0-145-16,-30-1-292 0,11 2 129 16</inkml:trace>
  <inkml:trace contextRef="#ctx0" brushRef="#br0" timeOffset="24082.02">15543 3820 245 0,'0'0'261'0,"0"0"-2"0,-6 0-2 0,6 0-5 15,0 0-15-15,-3-4-14 0,3 4-23 0,0 0-17 16,0 0-17-16,0 0-21 0,0 0-18 0,0 0-18 16,0 0-14-16,0 0-22 0,-4 6-12 0,3-3-1 15,0 3-5-15,-4 4-13 0,2 8 1 0,-1 1-6 16,-2 7-3-16,-1 1-5 0,2 2 2 0,0 3-3 15,0 1-5-15,1 1 6 0,0 0-5 0,2-2-2 16,1 1-1-16,-2-2-2 0,2-2-2 0,-2 3-3 16,2-7 4-16,-3-5-5 0,2-2 3 0,-1-1 2 15,2-5-2-15,-2 0-10 0,2 0-9 0,-2-3 0 16,2-3 0-16,-2 1 5 0,0-3 3 0,-1-1 3 16,-2 2 3-16,-3-5-5 0,-2 0 3 0,0 0-4 15,-2-5 17-15,-5 1 6 0,4-3 14 0,1 2 9 16,1-3 8-16,2 4 3 0,3-2-10 15,-2 0 7-15,3 2-4 0,2 2-4 0,-1-1-12 16,1 2-7-16,0-5 1 0,-1 4-16 0,5 2-13 0,-4-3-11 16,4 3-27-16,-4-1-30 0,4 1-34 0,0 0-35 15,0 0-30-15,0 0-35 0,0 0-55 0,21 0-281 16,-11-1-578-16,4 1 256 0</inkml:trace>
  <inkml:trace contextRef="#ctx0" brushRef="#br0" timeOffset="24448.12">15785 4380 215 0,'0'0'322'0,"2"4"-35"15,-2-4-28-15,0 0-32 0,0 0-24 0,0 0-27 16,0 0-19-16,0 4-15 0,0-4-19 0,0 4-8 15,-2-1-11-15,2 4-13 0,-2-2-6 0,2 2-12 16,-1 2 0-16,-3-2-11 0,2 4-3 0,0-6-6 16,2 3-7-16,-2-1-1 0,-1-2-7 15,2-1-3-15,1 0-1 0,0 0 4 0,0-4 7 0,0 5 29 16,0-5 30-16,0 0 1 0,0 0-12 0,0 0-8 16,15-8-16-16,-7 4-3 0,2-1-8 0,-4 2-1 15,2-1-13-15,4-1-7 0,-5 3-5 0,1-1 0 16,1-1-6-16,0 1-13 0,1 2 4 15,-2 0 1-15,0 0-3 0,2 1-7 0,1 1-8 0,0 1 0 16,1 1-20-16,1-2-27 0,2-1-30 0,-4 0-41 16,1 3-44-16,2-3-58 0,-1 0-74 0,2-3-227 15,-3 3-563-15,1-5 249 0</inkml:trace>
  <inkml:trace contextRef="#ctx0" brushRef="#br0" timeOffset="24831.69">16057 3506 232 0,'1'-4'336'0,"2"2"-20"16,-3 2-37-16,0 0-27 0,1-5-29 0,-1 5-23 0,1-3-24 15,-1 3-28-15,0 0-21 0,0 0-10 0,0 0-12 16,-5 11-12-16,4-1-12 0,-2 4-5 16,-2 1-19-16,1 3-38 0,-5 6-40 0,4-2-37 15,-4 6-59-15,4-2-64 0,-4-8-229 0,4 8-445 16,1-7 197-16</inkml:trace>
  <inkml:trace contextRef="#ctx0" brushRef="#br0" timeOffset="25360.89">16679 3873 77 0,'0'0'174'0,"5"5"-4"16,-5 0-9-16,-4 1-5 0,3 1-8 0,0 3-10 16,-6 1-8-16,1 5-12 0,-7-3 0 0,-3 8-13 15,-5-1-4-15,-2 1-10 0,-3-1-5 0,0 1-9 0,-5-2-9 16,-1-2-3-16,4 3-9 0,1-7-4 0,6-3-3 16,4-4-6-16,2 1 6 0,3-2 8 15,3-1 7-15,1 0 30 0,5-1 32 0,-3-2 41 16,6-1 4-16,0 0-16 0,-10-8-9 0,8 4-4 15,0-1-18-15,4-2-10 0,-1 0-13 0,1 0-9 0,2-2-10 16,0 1-10-16,0 1-8 0,0 4-8 0,1-2-12 16,3 0-6-16,-2 1-1 0,2 2-4 0,3 0-5 15,3 2-3-15,-2 1-21 0,3 0-28 16,3 3-21-16,1 4-35 0,3 1-41 0,-4-1-49 16,1 2-66-16,5 1-89 0,-5-4-220 0,-1 1-590 0,1-1 261 15</inkml:trace>
  <inkml:trace contextRef="#ctx0" brushRef="#br0" timeOffset="25732.37">16884 3942 215 0,'3'-3'228'0,"-3"3"-22"0,0 0-22 15,0 0-16-15,13 9-15 0,-9-2-12 0,0 1-13 16,-3 1-11-16,0 1-15 0,2 7-7 0,-3-3-11 16,0 1-5-16,-4 3-8 0,0-1-5 0,3-6-6 15,-3 4-7-15,0-4-7 0,-1 0-3 0,4-4-5 16,-2-1-4-16,2 2-6 0,1-6 2 0,0 4 5 16,0-6 41-16,-2 6 37 0,2-6 30 0,0 3 35 15,0-3 1-15,0 0-28 0,0 0-3 0,13-8-15 16,-5 1-13-16,1 0-19 0,1-2-2 0,2 2-11 15,1-2-12-15,-2 0-3 0,-1 1-15 0,2 0 1 16,-1 2-12-16,0 1-8 0,-2-2-1 0,-2 4-7 16,0-1-4-16,-2 2-7 0,1 1-15 0,-1-1-9 0,-5 2-6 15,12 0-10-15,-6 3-8 0,3-2-17 16,-5 2-27-16,3 2-25 0,1 2-34 0,-4-2-31 16,1 2-49-16,0-1-51 0,0 1-299 0,-1-2-608 15,1-1 269-15</inkml:trace>
  <inkml:trace contextRef="#ctx0" brushRef="#br0" timeOffset="25957.42">17300 3883 316 0,'0'-5'292'15,"1"2"-32"-15,1-1-30 0,-2 4-28 0,2-3-23 0,-2 3-20 16,0 0-15-16,8 14-15 0,-5-7-13 15,0 10-8-15,-2 0-7 0,-1 8-9 0,-1 2-7 0,-2 2-7 16,-4 2-4-16,-2 2-1 0,-1-1-12 16,-7 0-13-16,-1-1-21 0,-1 1-19 0,-4-6-20 15,-1-1-31-15,-3 0-42 0,-2-5-41 0,-2-2-73 0,0-4-188 16,-1-4-418-16,2-1 186 0</inkml:trace>
  <inkml:trace contextRef="#ctx0" brushRef="#br0" timeOffset="26447.73">16625 3661 83 0,'-12'1'175'0,"-5"4"-1"16,-2 1-24-16,-7 2-6 0,0 10-12 0,-4 1-2 15,-7 13-8-15,-3 3 3 0,2 3-9 0,-2 2-10 16,5 3-9-16,3 3-7 0,2-6-11 0,6 2-3 16,11-8-7-16,4-4 13 0,-1 1 4 0,8-1 6 15,4-2-8-15,2 1 4 0,5-2 4 0,6-4 3 16,4-4 5-16,4 3-4 0,7-4-2 0,2-4-8 16,5 1-5-16,-1-1-13 0,3-4-5 0,-3-2-7 15,-3 0-3-15,-2 0-4 0,-11-5-2 0,-2 0-5 16,-6 1-3-16,-1-3 9 0,-3 0 7 0,-1-1 11 15,-1 3 4-15,-1-2 7 0,-5-1 0 0,9 2-2 16,-9-2-5-16,5 0-6 0,-5 0-18 0,6 0-9 16,-6 0-12-16,0 0-39 0,0 0-54 0,0 0-55 15,0 0-102-15,0 0-383 0,0 0-656 0,0 0 290 16</inkml:trace>
  <inkml:trace contextRef="#ctx0" brushRef="#br0" timeOffset="27881.19">21250 3650 57 0,'-3'-5'246'0,"3"3"-26"15,-1-3-10-15,-2 0-2 0,2 2-12 0,1 3 1 16,0-6-3-16,0 6 3 0,0-6-11 0,0 6-14 16,0-4-20-16,0 4-17 0,0 0-11 0,4-4-17 15,-4 4-15-15,0 0-12 0,0 0-9 0,0 0-9 0,0 0-5 16,5 11-8-16,-2-5-7 0,2 5-4 15,1 3 0-15,-1 1-4 0,3 0-5 0,-3 3 1 16,4 12-4-16,1-5-3 0,-1 0-3 0,-2-6 2 16,1 5-4-16,0-6 1 0,-3 3 0 0,0-3-2 15,1-2-6-15,-4-3 4 0,4-4-4 0,-3 0 0 0,1 2 3 16,-3-6-4-16,0 0 2 0,1 0 19 16,-1-2 46-16,0 0 51 0,-1-3 39 0,0 0 41 15,5 1-10-15,-5-1-20 0,12-12-19 0,-5 2-18 16,4-2-11-16,1-2-12 0,3-9-12 0,1 0-11 15,-2-2-12-15,3 1-8 0,-2 0-5 0,3-1-9 16,-3-1-10-16,2 6-3 0,-7 4-3 0,-1 1-6 0,1 1-6 16,-3 3-1-16,-1 2-7 0,-1 1 0 15,-1 1-3-15,1 3-1 0,-4-1-9 0,3 2-23 16,-2 0-19-16,-2 3-39 0,3-3-36 0,1 0-37 16,-4 3-37-16,4-3-29 0,-4 3 1 0,0 0-13 0,0 0-22 15,9 8-22-15,-7-7-39 0,2 3-32 0,-2-1-254 16,-2-3-639-16,6 4 283 0</inkml:trace>
  <inkml:trace contextRef="#ctx0" brushRef="#br0" timeOffset="28270.64">21937 3238 329 0,'0'-8'318'0,"3"3"-11"0,-2 0-22 15,2 1-21-15,-2 0-27 0,-1 4-29 16,3-5-25-16,-3 5-22 0,0-4-16 0,0 4-23 16,0 0-41-16,0 0-8 0,0 0-10 0,0 0-9 15,-3 18 0-15,-1-8-8 0,3 3-5 0,-4 6-4 16,-3-2-2-16,2 1-4 0,-2 5-2 0,0 1-1 15,1-7 0-15,-1 1-6 0,3-2 1 0,-2-2-5 16,2-1 0-16,0-3-1 0,4-1-5 0,-1-3 2 16,0 0-1-16,-2-1-1 0,3-1-2 0,1-2 3 15,-2 1 3-15,2-3-1 0,0 7 10 0,0-7 16 16,-2 3 4-16,2-3-4 0,0 0 4 0,-2 4-4 16,2-4-6-16,0 0-4 0,0 0 1 0,0 0-9 15,0 0-21-15,0 0-23 0,0 0-27 0,0 0-37 16,0 0-41-16,0 0-47 0,-3 2-59 0,3-2-275 15,0 0-549-15,0 0 244 0</inkml:trace>
  <inkml:trace contextRef="#ctx0" brushRef="#br0" timeOffset="28516.6">22322 3780 356 0,'0'0'377'0,"0"0"-24"0,0 0-36 0,0 0-31 16,-4-12-43-16,9 8-31 0,3-1-39 0,1 1-27 15,6 0-43-15,6-2-47 0,4-1-52 0,5 2-65 16,-1 2-73-16,4-2-94 0,-5 1-140 0,3-1-398 15,-11 2 177-15</inkml:trace>
  <inkml:trace contextRef="#ctx0" brushRef="#br0" timeOffset="28666.2">22429 3933 60 0,'-2'5'245'0,"-2"-2"-6"0,0-1-12 0,0 0-7 0,4-2-18 16,0 0-18-16,10 3-19 0,3-5-16 0,9 2-24 15,7-3-43-15,3-1-63 0,0 0-94 0,4-1-232 16,-3-1-334-16,1-1 148 0</inkml:trace>
  <inkml:trace contextRef="#ctx0" brushRef="#br0" timeOffset="29729.34">23492 3573 50 0,'0'-6'249'0,"-1"2"-6"15,2-3-3-15,1 0-7 0,-2 3-12 0,0 0-12 16,1-3-14-16,-1 3-16 0,0 4-18 0,1-3-23 16,-1 3-13-16,2-7-17 0,-2 7-30 0,0 0-9 15,0 0-14-15,0 0-5 0,3 17-6 0,-3-8-2 16,0 8 3-16,0 4-11 0,-3 4 0 0,-1 5-4 16,-3 1 0-16,2 3-5 0,-5 0 0 0,1 11-1 15,3-11-3-15,-3-2 0 0,1-1-2 0,3-2-4 16,-3 0 1-16,4-8-1 0,2-3 2 0,-6 0-3 15,4-1-2-15,3-8-2 0,0 2-1 0,-2-5 3 16,2 2 0-16,-2-3-2 0,2 1 7 0,1-3-1 16,0-3 0-16,-2 6-1 0,2-6 0 15,-2 2-24-15,2-2-43 0,0 0-31 0,0 0-24 0,-4-16-24 16,-1 11-26-16,5-3-25 0,4-3-25 0,-8-1-175 16,8-5-413-16,-3 0 182 0</inkml:trace>
  <inkml:trace contextRef="#ctx0" brushRef="#br0" timeOffset="30178.4">23528 3380 229 0,'0'-10'276'16,"0"3"-10"-16,2 1-10 0,-2 1-23 0,-2 0-30 16,4 1-24-16,-1 0-12 0,5 0-22 0,4 3-17 15,2 0-13-15,2 2-13 0,5 2-17 0,0 2-9 16,-1 1-14-16,1 1-10 0,-1 1-8 0,-2 1-4 15,1 1-9-15,-2 3-7 0,-2 1-3 0,0-1-5 16,1 3-7-16,-5-2-3 0,-2 0-3 0,-2 1 0 16,-3 2-1-16,-2-5 1 0,-2 2-4 0,-1-4 7 15,-3 5-10-15,1 2 1 0,-2-8 4 0,-2 1-1 16,3 0 3-16,-2-1 6 0,1-3-5 16,-2 2-2-16,2 0 3 0,1-4-5 0,2-1 0 15,0 2 0-15,1-4-2 0,0 3 1 0,0-2-2 0,3-2 3 16,-2 5-3-16,3 0 6 0,2-1-2 0,1-1-1 15,4 1 4-15,-1 1 3 0,4 1-11 0,1-2 8 16,-1 2-1-16,6 2-3 0,-7-3 0 16,2 4 6-16,-1-2-4 0,-1 0-3 0,-2 2 0 15,2-2 2-15,-5 1-4 0,3 0 2 0,-4-3 0 16,-1 1 5-16,-1-1 4 0,-2 0 7 0,0 1 0 0,-4-3 0 16,0 4 1-16,-5 0 0 0,2-1-2 0,-5 0-1 15,-1-4 0-15,-3 5-2 0,3-4 0 0,0 1-4 16,0-3 0-16,-2 1-4 0,4 0-14 15,0 0-14-15,3 1-18 0,0-3-26 0,8 0-48 16,-10-6-56-16,8 3-78 0,2 3-131 0,9-12-413 16,2 6 183-16</inkml:trace>
  <inkml:trace contextRef="#ctx0" brushRef="#br0" timeOffset="30577.77">24467 3448 185 0,'-5'-1'194'0,"0"0"-19"0,5 1-19 0,-9-1-19 15,9 1-9-15,-5-2-16 0,5 2-13 0,0 0-11 16,-4-1-8-16,4 1-7 0,0 0-7 0,0 0-7 0,0 0-5 15,0 0-5-15,-7 0 7 0,7 0 4 16,0 0 4-16,0 0 7 0,0 0-2 0,0 0 0 16,0 0-2-16,0 0 3 0,0 0-7 0,0 0 1 15,0 0 0-15,0 0-15 0,21-7-2 0,-3 6-4 16,9-1-5-16,8-3-1 0,0 3 0 0,15-5-6 16,6 2-8-16,3 0 0 0,4-3-4 0,1 4 0 15,2 1 7-15,-6-2-9 0,-4-1-3 0,-17 6-2 16,0-2 2-16,-7 0-11 0,-11 1-8 0,-2 1-18 15,-9 0-17-15,0 0-25 0,-3 0-21 0,-3 0 15 16,-4 0-18-16,0 0-15 0,0 0-21 0,-35 5-16 16,15-3-1-16,-10 2-9 0,2 0 5 0,-2-1-2 15,1 0-100-15,0 2-269 0,1-2 118 0</inkml:trace>
  <inkml:trace contextRef="#ctx0" brushRef="#br0" timeOffset="30947.51">24802 3448 23 0,'-5'3'204'0,"5"-3"-2"0,0 0 5 0,0 0 3 16,-5 1-12-16,5-1-15 0,0 0-8 0,0 0-15 16,0 0-18-16,0 0-11 0,-4 3-18 0,4-3-12 15,0 0-8-15,0 0-9 0,0 0-14 0,-4 4-13 16,3 1-2-16,-1 2-8 0,0 0-1 0,-3 4 0 16,3 6-5-16,-5 3-3 0,3 5 1 0,-3 4-2 15,4-3 0-15,-1 3-6 0,2 3 0 0,-1 2-2 16,2 2 0-16,-2-2-4 0,6 1 1 0,-2-1-5 15,-1-3 1-15,3 2-2 0,-3-3 0 0,1-3-2 16,0 1-2-16,-2-4 8 0,1 0-12 0,-4-5 2 16,0-4 2-16,2-2-2 0,-5-3 2 0,1 2 1 15,2-4 2-15,-5 1 3 0,0-2 12 0,-1 0-4 16,1-4 8-16,-6-2 11 0,3 0 0 0,-3-2-2 16,-2-1-9-16,-2-3-1 0,-3 0-7 0,3-1 2 15,0-1-5-15,-3 0-5 0,3 1-1 0,5-1 1 16,0 3-6-16,1 0 0 0,6 0-2 0,0 3-1 15,-2-4-3-15,4 3-1 0,1 0-11 0,2-1-9 16,-2 0-28-16,4 3-16 0,-6 0-22 0,6 0-25 16,0 0-30-16,0 0-41 0,12-5-49 0,-7 4-57 15,-5 1-162-15,20-3-477 0,-9 3 211 16</inkml:trace>
  <inkml:trace contextRef="#ctx0" brushRef="#br0" timeOffset="31345.49">24953 4020 284 0,'0'0'316'0,"0"0"-30"0,0 0-29 15,0 0-27-15,0 0-27 0,0 0-23 0,0 0-24 16,0 0-16-16,0 0-14 0,0 0-13 0,1 10-15 15,-1-6-5-15,0 4-13 0,0 1-5 16,-5 3-9-16,4 0-4 0,-3 4-8 0,0-1-1 0,-2 2-8 16,2-1-4-16,0-5-4 0,0 2-3 0,3-4-3 15,-3 1-5-15,2-4 0 0,0 1-2 16,1-2 2-16,-2-3-4 0,2 5 37 0,1-4 29 16,0-3 43-16,0 4 42 0,0-4 0 0,0 0-18 15,0 0-18-15,14-15-7 0,-5 9-21 0,0-4-11 16,0 5-13-16,3-5-7 0,-2 3-7 0,-1 0-9 0,0 0-8 15,1 1-6-15,-5 2-5 0,0-1-7 0,-1 3-8 16,0-1 0-16,0 1-23 0,-2-1-28 16,-2 3-8-16,9 0-1 0,-9 0-17 0,9 6-11 15,-1 1-34-15,-3-3-20 0,4 1-29 0,-3 3-45 16,1 1-44-16,-1-6-66 0,-1 6-321 0,1-4-670 16,-2-2 296-16</inkml:trace>
  <inkml:trace contextRef="#ctx0" brushRef="#br0" timeOffset="32001.57">25660 3053 235 0,'1'-4'291'0,"-1"2"-15"0,3-2-20 15,-3 4-26-15,1-8-25 0,-1 6-27 0,0 2-18 16,0 0-20-16,0 0-23 0,0 0-22 0,0 0-8 15,0 0-15-15,0 0-8 0,-12 17 4 16,6-5-18-16,-3 2-1 0,-1 3-8 0,1 0 2 0,-8 4-4 16,8-3-6-16,-4 6 0 0,2-6-5 0,-1 3-3 15,3-7-2-15,-1 2 1 0,3-4-4 0,1 2 1 16,1-5-1-16,-3 2-1 0,2-3-20 16,2-2-31-16,1 1-20 0,-1-2-24 0,0 0-15 15,1-1-31-15,1 1-33 0,-2-2-48 0,-1-1-166 0,5-2-399 16,-5 2 177-16</inkml:trace>
  <inkml:trace contextRef="#ctx0" brushRef="#br0" timeOffset="32413.84">25959 3520 207 0,'2'-7'278'15,"0"3"-9"-15,0 0-15 0,-2-1-25 0,0 5-21 16,3-5-23-16,0 3-21 0,-3 2-18 0,0 0-21 15,0-4-24-15,0 4-14 0,0 0-8 0,-3 11-6 16,1-2-9-16,1 2-5 0,-7 6-7 0,3 2-3 16,-3 5-4-16,-2 2-4 0,3 0-2 0,-1-2-4 15,-1 4-5-15,1 4 1 0,3-5-3 0,1 1 0 16,-2-3-3-16,2-1-1 0,2-4-4 0,0-2 0 16,0-3-1-16,1-3 0 0,1 0-1 15,-2 0 0-15,4-3-1 0,-2-1-17 0,0 0-11 0,0-4-21 16,1 1-12-16,-1 0-10 0,-1-1-3 0,1-4-3 15,0 0-51-15,0 0-55 0,0 0-37 0,0 0-189 16,-9-17-423-16,6 7 187 0</inkml:trace>
  <inkml:trace contextRef="#ctx0" brushRef="#br0" timeOffset="32829.26">25979 3456 247 0,'3'-7'257'0,"0"0"-15"0,1 0-14 0,0 2-19 0,1 0-22 16,0 1-19-16,0-1-21 0,3 2-12 0,1-1-14 16,1 3-16-16,2-2-9 0,1 4-9 0,-1 2-5 15,1 1-8-15,5-1-13 0,-5 2 1 0,3 1-3 16,-1 2-12-16,0 0-4 0,-4 0-13 0,-3 0-3 16,0-1-10-16,-1 3-3 0,-3-1-3 0,1 0-8 15,-3 2 0-15,-2 0-4 0,-2 0-1 0,-2-1 2 16,-1-2 0-16,0 1 1 0,-1 0 4 0,-2-1 6 15,-1 1-8-15,-1-1 2 0,-1 0-2 0,3-2-1 16,0 1 0-16,3-2 0 0,-3-1-2 0,5 1 4 16,-1-1-1-16,1 0 1 0,-1-1-4 15,3 1 0-15,0-1 6 0,1-3-1 0,0 7-1 0,2-5 6 16,2 4-9-16,1-1 4 0,4 1 0 0,-1 0-3 16,2 1 2-16,-1 0 5 0,0 1-6 0,1-3-1 15,-1 4-2-15,1-2 2 0,-5 0-1 0,3 3-1 16,-3-1-2-16,4 1 7 0,-5-3-11 0,-3-2 3 15,3 2 1-15,-3-2-2 0,-2 1 4 0,1 0-2 16,-4-1 2-16,0 1 0 0,-2 0 0 0,-3-4-4 16,-4 2-11-16,3-1-22 0,-3 0-31 0,-4 0-26 15,4-3-48-15,1 0-58 0,-2-3-182 0,4 0-414 16,-1 0 184-16</inkml:trace>
  <inkml:trace contextRef="#ctx0" brushRef="#br0" timeOffset="33263.64">26448 3584 118 0,'9'-2'279'0,"-3"2"-21"16,3-2-19-16,2-1-23 0,-5 3-21 15,2 3-22-15,-2-3-16 0,3 2-13 0,0 1-16 0,0 5-8 16,-1-1-9-16,-2 2-11 0,1-3-8 0,-4 5-12 15,0 1-9-15,-5 0-4 0,2 0-7 0,-4 0-3 16,1 7-7-16,-5 1 4 0,-1-3-12 0,1 0-4 16,0-1-2-16,-3-4-12 0,5-2 6 15,-2-3-6-15,2 0-4 0,2-1 3 0,0-2-2 16,0 0 4-16,2 0 12 0,-1-1 33 0,3-3 42 0,0 0 21 16,0 0 10-16,0 0-10 0,0 0-22 0,0 0-5 15,9-13-17-15,-1 4-4 0,2 0-7 0,0-3-18 16,4 1-2-16,0 0-12 0,-1-2-2 15,1 3-6-15,-1 0 1 0,-4 1-4 0,-1 6-7 16,-3-3-3-16,0 1 4 0,-1 2-22 0,1 2 1 16,-3-2-10-16,1-1-21 0,-3 4-7 0,0 0 1 0,10 5 1 15,-9-2 1-15,3 1 2 0,0 5-6 0,0-2 1 16,0 4 2-16,-1 1 0 0,1 0-7 16,1 4-20-16,2-1-27 0,-2 2-29 0,1-2-28 15,-2-4-44-15,1 1-40 0,-1-3-58 0,1 3-249 16,-1-7-573-16,-1-2 253 0</inkml:trace>
  <inkml:trace contextRef="#ctx0" brushRef="#br0" timeOffset="33509.98">26882 3512 104 0,'0'0'304'0,"0"0"-36"0,4-3-25 0,-4 3-33 16,0 0-12-16,9 7-22 0,-2 1-13 0,-1 2-2 16,4 6-18-16,2 9-10 0,-3-1 0 0,-3 2-19 15,-3 2-8-15,-3 10-2 0,-10 9-8 0,-1-14-10 16,-12 13-10-16,-5-4-14 0,0-2-10 0,2-13-5 16,-16 7-28-16,1-4-24 0,-3-3-32 0,0-2-35 15,-4-3-33-15,0-2-56 0,11-11-73 0,-2-2-164 16,-17 0-430-16,4-7 190 0</inkml:trace>
  <inkml:trace contextRef="#ctx0" brushRef="#br0" timeOffset="34074.83">26021 3139 89 0,'-1'-2'255'0,"1"2"-28"15,0 0-27-15,0 0-22 0,0 0-18 0,-15 11-20 16,3 3-17-16,-6 7-7 0,-5 6-8 0,-9 11-6 15,-7 6-10-15,-1 5-7 0,-16 19-6 0,16-22-3 16,-12 26-6-16,17-24-6 0,2 1-4 0,6 1-5 16,9 1 31-16,4-3 4 0,5-1-3 0,8-13 2 15,5 0 0-15,1-1 4 0,10-2 4 0,3-2 0 16,7-3 2-16,5-1-9 0,15 2 8 0,2-7-4 16,-1-1 3-16,-9-8-3 0,-1 0-4 0,0-3 7 15,-3-2-26-15,-3 1-3 0,-9-3 0 0,-2-3-4 16,-7 2 2-16,-2-2 8 0,-1 2 6 0,-3-5 7 15,-2 5-6-15,3-3 2 0,-7 0 3 0,6 2-12 16,0-1-7-16,-6-1-8 0,0 0-20 0,7 1-40 16,-7-1-51-16,0 0-60 0,0 0-69 0,0 0-97 15,0 0-123-15,0 0-234 0,0 0-688 0,0 0 305 16</inkml:trace>
  <inkml:trace contextRef="#ctx0" brushRef="#br0" timeOffset="39809.6">1610 7390 174 0,'0'0'166'0,"0"0"-15"0,-8 0-15 15,8 0-17-15,0 0-8 0,0 0-13 0,0 0-9 16,0 0-9-16,-4 3-9 0,4-3 4 0,0 0 4 15,0 0-1-15,0 0-6 0,0 0 1 0,0 0 1 16,0 0-3-16,0 0-1 0,0 0 2 0,0 0-3 16,0 0-8-16,0 0 0 0,0 0-2 0,0 0-6 15,0 0-1-15,0 0-4 0,0 0-7 0,0 0-2 16,0 0 3-16,0 0-1 0,0 0-2 0,0 0-5 16,0 0-1-16,0 0 1 0,0 0-5 0,-3 3-2 15,3-3-5-15,0 0 0 0,0 0-1 0,0 0-2 16,0 0-4-16,0 0-2 0,0 0-1 0,0 0-4 15,0 0 1-15,0 0 0 0,0 0 0 0,0 0-3 16,0 0 10-16,22 2-14 0,-9-2 6 0,6 0-4 16,3-2 0-16,11 4 0 0,3-4-1 15,5 0-1-15,9-2 1 0,-11 4 0 0,1-1 0 0,-3-2 2 16,0 2 2-16,-5-1-5 0,-3 2 1 0,-6-1-1 16,-1 1-2-16,-4-4 3 0,-8 4 3 0,3 0-3 15,-3-1-1-15,-2 1 2 0,-3 0-7 0,-5 0 8 16,8 0-5-16,-8 0 0 0,0 0-2 0,10 0-1 15,-10 0-6-15,0 0-12 0,0 0-18 0,0 0-24 16,0 0-25-16,-23 8-32 0,16-7-39 16,1 2-59-16,-3-2-142 0,4-1-389 0,-3 3 173 0</inkml:trace>
  <inkml:trace contextRef="#ctx0" brushRef="#br0" timeOffset="40215.5">1718 7631 179 0,'-5'1'223'0,"5"-1"-1"0,0 0-3 0,0 0-8 16,-6 1-15-16,6-1-19 0,0 0-18 15,0 0-17-15,0 0-15 0,0 0-14 0,24-2-14 16,-6-4-5-16,1 6-12 0,3-3-8 0,7-3-10 16,3 1-6-16,0 2-3 0,0 1-7 0,0-2-4 0,-4 2-8 15,-5 1-4-15,0 1-2 0,-5-3-2 0,0 3-3 16,-7 0-4-16,-2-1-2 0,0 1-4 0,-4-1 0 15,3 3-7-15,-8-2-1 0,9-1-12 16,-9 1-1-16,5 1 5 0,-5-1-2 0,0 0-1 16,0 0-7-16,-14 4-5 0,6-2-9 0,-1 0-20 15,3 1-21-15,-6-2-29 0,2 4-33 0,1-4-26 0,0 1-224 16,-1-2-408-16,10 0 180 0</inkml:trace>
  <inkml:trace contextRef="#ctx0" brushRef="#br0" timeOffset="40813.32">2064 7320 183 0,'-1'-3'335'0,"1"-1"-18"0,0 4-24 16,-2-6-28-16,2 6-28 0,0 0-23 0,-2-4-28 15,2 4-22-15,0 0-24 0,0 0-14 0,0 0-12 16,0 0-13-16,0 0-9 0,17 12-11 0,-11-6-8 16,7 2-6-16,0 2-8 0,-3-2-4 0,3 2-4 15,5 4-8-15,0-3-3 0,0 1-2 0,-1 0-7 16,0-3 1-16,2 3-18 0,-1-4-6 0,-1 2-6 16,-1-3 1-16,-3-1-2 0,-4 0-2 0,5-3 2 15,-9 1 0-15,3-2-2 0,-3-1 12 0,-5-1 19 16,9 5 15-16,-9-5 29 0,9 2 16 0,-9-2 10 15,0 0 3-15,0 0 4 0,0 0 11 0,10-6 4 16,-10 6-2-16,4-4-7 0,-1 1-8 0,-3 0-7 16,0 3-8-16,0 0-9 0,0 0-10 0,0 0-12 15,0 0-11-15,0 0-26 0,0 0-36 0,0 0-35 16,0 0-12-16,0 0 4 0,-8 13 4 0,0-1 20 16,-7 12-17-16,-3 2 15 0,-9 13 5 0,0 3 15 15,-2-3-13-15,1 1 0 0,1 0 9 0,4-11 0 16,-3 9 0-16,6-6-2 0,-3-3 13 0,5-1 1 15,-1 0-1-15,2-6 2 0,2 0-3 0,5-9 2 16,2-3 1-16,0-1-3 0,3-1 9 0,0-4-1 16,0 2 7-16,1-1 24 0,3-3 33 0,-2 1 26 15,1-2 23-15,2-1 20 0,-4 6 16 0,4-6 12 16,0 0 15-16,0 0-7 0,-1 2-6 0,1-2-8 16,0 0-11-16,0 0-11 0,0 0-11 0,0 0-17 15,0 0-10-15,0 0-10 0,0 0-7 0,0 0-9 16,0 0-8-16,0 0-7 0,0 0 2 0,0 0-9 15,0 0-6-15,0 0-9 0,-8 0-14 0,8 0-18 16,0 0-22-16,0 0-33 0,0 0-78 0,0 0-108 16,6-10-89-16,-3 3-94 0,1-3-524 0,2 0-1028 15,1-1 455-15</inkml:trace>
  <inkml:trace contextRef="#ctx0" brushRef="#br0" timeOffset="176789.89">4016 7335 62 0,'0'0'158'0,"-4"-3"-12"15,4 3-13-15,0 0-11 0,0 0-6 0,0 0-8 16,0 0-17-16,0-4-5 0,0 4-8 0,0 0-5 16,0 0-2-16,0 0-10 0,-1-5 5 0,1 5 1 15,0 0-6-15,0 0-7 0,0 0-3 0,0 0-5 16,0 0 9-16,0 0-3 0,0 0-4 0,0 0-1 16,0 0 4-16,0 0 1 0,1-5-6 0,-1 5-4 15,0 0-7-15,0 0-1 0,0-5 6 0,0 5 1 16,0-7 1-16,1 4-5 0,-1-1 0 0,0 0-7 15,0-1-1-15,0-2-2 0,0 2 4 0,0 0-1 16,-1-1 4-16,2 1 2 0,-1-1-6 0,0 0-2 16,0-3-1-16,0 6 5 0,0-3 8 0,0 1-1 15,0 0 3-15,0 5-4 0,0-5 0 0,0 5-6 16,0-7 7-16,0 7-11 0,0-3-6 0,0 3-3 16,0 0 1-16,0 0-6 0,0-5-2 0,0 5-1 15,0 0-14-15,0 0-20 0,0 0-19 0,0 0-22 16,0 0 1-16,0 0 11 0,-9 19 3 0,5-1 4 15,-6 8 4-15,1 5-1 0,-1 15 6 0,-5 6 3 16,2 7 4-16,-5 24 5 0,4 1 4 0,3-1 7 16,-1 2-3-16,3-25 1 0,-1 24 8 0,3-26-2 15,1 4 0-15,0-2 2 0,-1 22 2 0,1-25 5 16,-1 0 0-16,1 0 1 0,2 2-3 0,-4-6 5 16,-2-2-5-16,3-5 5 0,-2-14-2 0,0 1 0 15,0-3-1-15,-1-2 4 0,0-1-4 0,0-4 2 0,3-7 5 16,-2-1 20-16,0-6 27 0,4 1 0 15,0-1 19-15,1-1 20 0,-1-6 5 0,-3 2-9 16,2-3-7-16,-6-1-8 0,1-1 3 0,-2-1-22 16,-7-1 12-16,4-3 11 0,-2 0 7 0,7 2 15 0,-3-1 12 15,3 0-11-15,0 1-5 0,1-3-14 16,-1 2-4-16,1 0-11 0,0 1-8 0,4 1-7 16,1 1 0-16,-2-1-15 0,2 0-2 0,0 3-18 15,5 0-30-15,-9-2-22 0,9 2-13 0,-9 5-11 16,4 0-15-16,-4 2-19 0,4 3-19 0,-3-1-23 0,-1 3-34 15,0 4-36-15,4-3-36 0,0 2-279 0,1-4-563 16,3 2 249-16</inkml:trace>
  <inkml:trace contextRef="#ctx0" brushRef="#br0" timeOffset="177287.58">3874 9019 54 0,'-5'-9'222'0,"5"9"-29"0,0 0-13 0,0 0-19 0,0 0-22 16,0 0-16-16,-12 12-10 0,7-4-8 0,-4 1-11 16,3 1-8-16,-6 4-10 0,3 1-11 0,-1 1-4 15,0 6-5-15,2-3-8 0,0 4-3 0,2-4-5 16,2-2-4-16,2 3 4 0,-1-4 5 0,3 1-3 15,0 0 5-15,3-5-5 0,-1-1 1 0,4 2 0 16,-2-3 10-16,3-1 5 0,2-4 17 0,3-2 11 16,1 1 7-16,7-8 2 0,0-1 1 0,-1-1 3 15,3-3-5-15,1-4 1 0,-3-3-1 0,1-1-2 16,-10 0 2-16,6-6-5 0,-6-1-2 0,-1 1-9 16,-5 3-6-16,0 1-9 0,-3-1-5 0,-2 2-8 15,0-1-8-15,-6 1-17 0,1 4-12 0,-4-2-17 16,-4 5-21-16,-5-1-23 0,-1 5-31 0,-9 0-31 15,1 4-41-15,0 1-52 0,5 2-69 0,-1 2-230 16,5-2-543-16,5 0 241 0</inkml:trace>
  <inkml:trace contextRef="#ctx0" brushRef="#br0" timeOffset="178265.56">4457 6786 194 0,'0'-5'262'0,"-2"1"1"0,2-2-1 0,0 1-19 16,-1 0 0-16,1 5-3 0,1-7-19 15,-1 7-4-15,-1-5-19 0,1 5-11 0,-1-4-19 0,1 4-20 16,0-5-20-16,0 5-7 0,0 0-18 0,0 0-17 16,0-3-14-16,0 3-12 0,0 0-29 15,0 0-17-15,0 0-1 0,-3 13-2 0,2-2-3 0,-4 6 1 16,2 8-3-16,-1 1 2 0,-1 4-8 0,0 0 14 15,1 1-15-15,0-1 5 0,0-3-4 0,2-8 2 16,1 0-1-16,-2 0-1 0,2-2 3 0,-1-2 0 16,0-4 25-16,1-2-6 0,0 1-4 0,1-3 5 15,0-2-4-15,0 0 4 0,0-1 1 0,-2-1 20 16,2-3 9-16,0 7 2 0,-1-5 5 0,1-2 4 16,0 0-5-16,-1 3-11 0,1-3-1 0,0 0 1 15,0 0-30-15,0 0-35 0,0 0-44 0,0 0-55 16,0 5-81-16,0-5-91 0,0 0-298 0,1 5-636 15,-1-1 282-15</inkml:trace>
  <inkml:trace contextRef="#ctx0" brushRef="#br0" timeOffset="179553.53">4610 7803 6 0,'1'-6'234'15,"-1"4"-24"-15,0 2-22 0,3-7-13 0,-1 4-15 16,1 0-18-16,1-1-15 0,0 0-12 0,2-1-17 16,-1 3-9-16,1 0-15 0,1 0-3 0,-1 0-11 15,3-1-1-15,-2 3-6 0,0 0-11 0,5 0-5 16,-3 6-7-16,1-3-1 0,0 4-1 0,-1 1-11 16,0 2 2-16,-4 0-1 0,4 5 0 0,-4 1-6 15,-1 3 7-15,4 4-5 0,-7-3-1 0,-1 0-5 16,-1 5 1-16,-2-1 0 0,-2-6 4 0,-3 2-5 15,1-2 1-15,-1 1-1 0,-1-4 3 0,0 1-3 16,-1-2 1-16,2-1 8 0,-1-3 2 0,0 0-1 16,3-3-1-16,1-1 0 0,0-1-3 0,2-1 3 15,-1 0 14-15,3-1 19 0,-3-1 24 0,4-2 24 16,-1 3 20-16,1-3 3 0,0 0 12 0,0 0-19 16,0 0-8-16,0 0-11 0,11-15-8 0,-3 5-12 15,2-4-9-15,6-1-8 0,4-7-3 0,-1 3-7 16,2-5-9-16,-6 3 1 0,3 0-1 0,1 1-8 15,-2 1 0-15,-3 4-12 0,-4 3 10 0,0-1 11 16,-1 2 7-16,-1 5 2 0,-2-2 9 0,-2 4-4 16,0-1-10-16,-1 1-10 0,-1 1-4 0,2 1 1 15,-4 2-16-15,2-6-11 0,2 5-22 0,-4 1-21 16,0 0-7-16,0 0 12 0,0 0-10 0,-10 17 7 16,4-5 6-16,-2 5 1 0,-1 1 3 0,-2 6 4 15,2-1-1-15,1 2 4 0,4-7 3 0,0 2-5 16,3-1 10-16,2-2-1 0,4 2 1 0,2-2 3 15,3-4-6-15,10 3-10 0,3-3-30 0,8-2-55 16,5-3-74-16,19-3-105 0,-3-5-244 0,1-1-577 16,0-11 256-16</inkml:trace>
  <inkml:trace contextRef="#ctx0" brushRef="#br0" timeOffset="180237.39">5673 7604 5 0,'0'0'169'0,"-5"-4"-10"0,5 4-10 0,-4-1-6 15,4 1-6-15,0 0-13 0,-6-3-4 0,6 3-10 16,0 0-8-16,0 0-10 0,0 0-2 0,-8 0-4 15,8 0-3-15,0 0-9 0,0 0-4 0,0 0-7 16,0 0-9-16,0 0-4 0,0 0-4 0,0 0-6 16,0 0-2-16,0 0-4 0,0 0-6 0,0 0-3 15,0 0 0-15,0 0-3 0,0 0-2 0,0 0 4 16,-6 0-2-16,6 0 0 0,0 0 0 0,0 0 9 16,0 0 4-16,0 0 0 0,0 0-5 0,0 0-3 15,0 0-3-15,0 0-1 0,0 0-1 0,20-4-3 0,-7 3-3 16,7-1 2-16,10-1-3 0,4 0-12 15,2-1 1-15,15 0 2 0,0-1-1 0,-11 3 1 16,11-3-5-16,-12 2 1 0,-1 0 3 0,-3-1-4 16,0 3 1-16,-4-2-1 0,-5 2-2 0,-4-2-1 0,-6 2-7 15,-3 1-6-15,-1 0-15 0,-4 0-20 0,-1 0-20 16,0-1-15-16,-7 1-13 0,0 0-8 0,0 0-20 16,0 0-32-16,-22 6-148 0,8-6-330 15,0 3 147-15</inkml:trace>
  <inkml:trace contextRef="#ctx0" brushRef="#br0" timeOffset="180665.65">6016 7606 98 0,'0'0'240'15,"-6"-6"-7"-15,6 6-8 0,-3-1-13 0,3 1-19 16,0 0-16-16,0 0-14 0,0 0-23 0,0 0-11 15,0 0-18-15,0 0-11 0,0 0-13 0,0 0-12 16,0 0-9-16,0 0-8 0,-9 9-7 0,5 1-4 16,1 1-6-16,-2 5-3 0,-1-1-8 0,1 3-2 15,-1 10-1-15,-2-1-3 0,3 3-4 0,-2-1-1 16,2 3 1-16,1 1-2 0,-3 2 0 0,1 1-8 16,4-3 3-16,-1 2-1 0,1-3 0 0,-2-3-1 15,1-2-1-15,1-1 0 0,-1-7-1 0,1-1 0 16,-5-2-4-16,3-2 0 0,1-5 2 0,-3 2-1 15,0-1-2-15,1-1 13 0,0-1 15 0,0-3 10 16,-3 0 10-16,2 1 20 0,-6-4-9 0,2 1 7 16,1-3-2-16,-5 0 12 0,2-2 35 0,2-1-10 15,-2 0 3-15,1-2-5 0,-1 1-4 0,3 0 5 16,1 0 0-16,0 2 6 0,2-3-14 0,-1 3-14 16,2-2-3-16,0 1-12 0,1 1-6 0,-2-3-5 15,6 5-10-15,-5-2-6 0,5 2-14 0,-4-3-7 16,4 3-30-16,0 0-35 0,0 0-37 0,-5-1-35 15,5 1-39-15,0 0-42 0,0 0-49 0,0 0-41 16,0 0-18-16,0 0-239 0,0 0-590 0,0 0 262 16</inkml:trace>
  <inkml:trace contextRef="#ctx0" brushRef="#br0" timeOffset="181309.08">6169 8125 233 0,'-1'-3'293'0,"1"3"-14"0,0 0-20 16,-2-4-17-16,2 4-21 0,0 0-20 0,0 0-27 16,0 0-18-16,0 0-17 0,0 0-17 15,0 0-15-15,0 0-13 0,0 0-15 0,0 0 3 16,0 0-16-16,2 15-8 0,-4-5-6 0,0 0-7 0,-1 1-8 15,-1 4 2-15,-2 3-2 0,-2-1-6 0,2 0-6 16,0 0 1-16,-1 2-5 0,1-3 0 16,-2 2 3-16,3-6-11 0,2-1 2 0,0-3 0 15,-1 0-5-15,1-2 3 0,1-3-1 0,-1 4 2 0,3-2 5 16,0-5 43-16,-5 3 38 0,5-3 42 16,0 4 42-16,0-4 21 0,0 0-14 0,0 0-19 0,0 0-18 15,9-19-18-15,-4 11-12 0,4-6-13 16,5-2-11-16,-1 1-18 0,5-5-5 0,-6 7-11 0,4 1-7 15,-5 1-4-15,-3 2-5 0,1 3-7 0,-1 0-7 16,-2 2-5-16,-1 0-10 0,-1 1-21 0,-3 1-24 16,-1 2-4-16,9-2-6 0,-9 2 3 0,9 3 1 15,-5 1 5-15,2 0-2 0,-2 2 4 0,5 1 2 16,-1 2-2-16,-2-1-2 0,1 1-1 0,-1 0 8 16,-1-2-4-16,0-1 6 0,2 3-5 0,-4-4-4 15,0 1-22-15,1-1-8 0,-2-3 0 0,3 3 5 16,-3-2-1-16,0 0-11 0,1-2 3 15,-3-1 4-15,4 5-3 0,-3-2-4 0,-1-3-5 0,0 0-11 16,0 0-19-16,0 0-46 0,0 0-47 0,12-8-43 16,-4 1-52-16,-3 2-284 0,4-1-615 0,0-2 273 15</inkml:trace>
  <inkml:trace contextRef="#ctx0" brushRef="#br0" timeOffset="181895.72">7090 7677 9 0,'4'-3'213'0,"-4"3"-13"0,3-3-20 0,-3 3-17 0,0 0-22 15,2-3-15-15,-2 3-13 0,0 0-18 0,0 0-9 16,4 9-2-16,-4-5-11 0,0 4-5 0,0-3-2 16,-3 7-11-16,2 2 2 0,-7 2-5 0,-2 6-3 15,-3 4-7-15,-2 1 3 0,-2 1-4 0,-3 1-6 16,-3 0 0-16,0-1-7 0,-1-2-1 0,2-3-4 16,-1-1 1-16,5-4-3 0,2-5 17 0,4-3 10 0,1-1 10 15,3-2 15-15,2-3 21 0,-1 0 28 16,2-1 26-16,-1-1 34 0,2-1 23 0,4-1-19 15,0 0-10-15,-10-6-2 0,7-1-13 0,0 0-15 0,2-4-17 16,0-1-11-16,2-4-10 0,2-1-17 16,-2 3-8-16,3 1-10 0,-2 2-8 0,2 3-7 15,-1 1-7-15,-1 1-8 0,0-1-16 0,0 5 3 16,1-4-6-16,-1 5-21 0,-2 1 0 0,9 0-11 0,-9 0-1 16,16 8 6-16,-6 0-14 0,5 5-29 0,3-1-28 15,0 5-20-15,5-1-23 0,-4 5-23 0,3 0-34 16,-3-1-34-16,-1-1-51 0,1 0-70 15,-8-7-236-15,0-2-613 0,-3-2 271 0</inkml:trace>
  <inkml:trace contextRef="#ctx0" brushRef="#br0" timeOffset="182373.8">7343 7790 42 0,'4'-1'209'15,"0"0"-25"-15,-4 1-17 0,9 0-18 0,-3 2-11 16,-2 3-21-16,1-3-8 0,-1 4-13 0,1 3-8 16,-1 1-5-16,2 3-6 0,-3 4-5 0,-3-1-7 15,-2 1-5-15,0 0-7 0,-3 0 0 0,1 2-3 16,-2-1-7-16,-2 0-3 0,-2-3-3 0,2-1-1 15,3-2 10-15,0-2 1 0,-2 0 4 0,0-3-1 16,3 0 1-16,0-3 16 0,3 1 16 0,-2-2 30 16,2 1 33-16,1-4 30 0,-3 4 29 0,3-4 16 15,0 0-1-15,0 0-29 0,0 0-26 0,4-13-14 16,4 3-15-16,1-1-20 0,0-4-6 0,1-2-3 16,8-3-21-16,0-1-8 0,0 2-14 0,1 1-7 15,-5 1-3-15,3 4-8 0,-3 0-3 0,-3 3-8 16,1 0-4-16,-3 4-1 0,-3-1-11 0,2 3-4 15,-2 2-2-15,-3-1-48 0,0 2-24 0,-3 1-12 16,0 0-7-16,10 2-5 0,-8 5 1 0,-2 1 9 16,5-1 0-16,-4 8 7 0,-1 1 0 0,0 1 11 15,0 1 7-15,0 2 4 0,0-2 2 0,3 0 8 16,-2-1-8-16,-1 1-13 0,1-3-14 0,2-3-19 16,-2 2-32-16,3-4-36 0,0 1-31 0,4-3-60 15,-6-3-273-15,7-2-563 0,-1 0 249 0</inkml:trace>
  <inkml:trace contextRef="#ctx0" brushRef="#br0" timeOffset="182636.9">7766 7706 51 0,'0'0'320'0,"0"-6"-27"0,0 6-36 15,-2-6-20-15,2 6-30 0,0 0-24 0,0 0-22 16,0 0-16-16,0 0-20 0,0 0-16 0,11 18-10 16,-7-5-12-16,5 4-9 0,-3 2-6 0,2 5 4 15,0 4-13-15,-2-1-4 0,2 5-5 0,-5-4-7 16,-1 4 0-16,-4 0-2 0,0 0-1 0,-7-3-3 16,0 0-6-16,-4-1-14 0,-2-2-11 0,-6-2-23 0,-3 0-25 15,-3-2-30-15,-3-3-42 0,-5-1-61 16,-17 1-257-16,-6-6-464 0,5-3 206 0</inkml:trace>
  <inkml:trace contextRef="#ctx0" brushRef="#br0" timeOffset="183037.4">6832 7582 225 0,'0'-4'259'0,"0"4"-30"0,0 0-25 0,0 0-24 16,0 0-23-16,0 0-18 0,0 0-16 0,-12 12-12 15,4 5-12-15,-6 5-9 0,-4 6 3 0,-9 13-7 16,0 5-7-16,-4 0-11 0,-2 4-2 0,6 2-5 16,4-2-8-16,3-3-7 0,11-13-4 0,1-1-2 15,2-1 1-15,6-2-5 0,5 0 7 0,3-1 2 16,7-2-2-16,7-3 3 0,7-1-4 0,17 3-2 15,7-6-26-15,4 1-55 0,8-11-91 0,-2-6-307 16,4-1-473-16,-5-3 210 0</inkml:trace>
  <inkml:trace contextRef="#ctx0" brushRef="#br0" timeOffset="184125.46">8285 7510 206 0,'0'0'226'0,"-8"-3"-10"16,8 3-9-16,0 0-7 0,-10 0-7 0,10 0-21 0,0 0-17 16,0 0-16-16,0 0-12 0,-5-1-12 0,5 1-16 15,0 0-4-15,0 0-10 0,0 0-9 0,0 0-8 16,0 0-6-16,0 0-3 0,0 0-11 15,0 0-3-15,0 0-4 0,0 0-6 0,0 0-3 0,-9 0-2 16,9 0-8-16,0 0 4 0,0 0-1 0,0 0-5 16,0 0-2-16,0 0 0 0,0 0-9 0,0 0 3 15,0 0-2-15,0 0 0 0,-4 4-3 0,4-4 0 16,0 0 0-16,0 0-1 0,0 0-1 0,0 0 1 16,0 0-5-16,0 0 5 0,0 0-2 0,0 0-4 15,0 0 6-15,0 0-5 0,0 0 1 0,26-4 1 16,-16 1 3-16,9 2-10 0,2-1 7 0,9-2 0 15,2 0 0-15,3 1-5 0,2-1 5 0,-2 1-6 16,4-1 6-16,1 1-3 0,-1 1 0 0,-2 0-2 16,-5-1 0-16,-3 2 0 0,-7 0 1 0,-4 1-10 15,-4-1-18-15,-2 2-19 0,-6-1-24 0,2 1-15 16,-2-1 0-16,-3 3 4 0,-3-3-13 0,0 3 4 16,0-3-1-16,-16 8-15 0,5-4-10 0,-4 0-5 15,-3 2-12-15,-2-2-39 0,0 0-95 0,-2 0-291 16,6 0 129-16</inkml:trace>
  <inkml:trace contextRef="#ctx0" brushRef="#br0" timeOffset="184522.64">8493 7545 121 0,'-5'-5'215'0,"5"5"-14"0,0 0-1 0,0-1-5 16,0 1-8-16,0 0-8 0,0 0-10 15,0 0-18-15,0 0-13 0,0 0-18 0,0 0-17 16,0 0-10-16,0 0-14 0,0 0-21 0,0 0-6 15,0 0-6-15,-6 10-7 0,2-1-3 0,-1 10 0 0,1 6-5 16,-5 4 2-16,0 1-7 0,0 3 0 16,-1 13-4-16,0-12 1 0,-2 11-4 0,7 1 2 15,-4-11-4-15,2 11-3 0,1-13 2 0,0-1-3 16,1 2-1-16,0-4 0 0,-2 2 0 0,2-4-2 0,0-3 1 16,0-7-3-16,0 1 2 0,-3-2 1 0,2-3-1 15,-1-2 4-15,0-2 6 0,0 1 12 0,0-3 10 16,-1-1 16-16,0 0 6 0,2-4 5 15,-5 0 2-15,-1-2-4 0,-2-1-6 0,-4-1-3 0,-1-5 1 16,0 3 22-16,2-3 9 0,-2-3 15 0,4 4-9 16,1-3 11-16,2 2-9 0,0 0 9 0,2 0-2 15,3 1-7-15,-1 2-10 0,3 0 4 0,1 0-19 16,-2 1-8-16,2-1-3 0,0 1-13 0,0 0-28 16,4 2-10-16,-5-3-30 0,5 3-32 0,0 0-28 15,0 0-23-15,-4-4-41 0,4 4-39 0,0 0-15 16,0 0 14-16,0 0-23 0,0 0-32 0,7 14-42 15,-7-14-230-15,9 5-552 0,-3-3 244 0</inkml:trace>
  <inkml:trace contextRef="#ctx0" brushRef="#br0" timeOffset="185049.61">8732 8147 53 0,'0'0'326'0,"0"0"-21"16,1-7-19-16,-1 7-10 0,0 0-22 0,0 0-17 15,0 0-8-15,2-1-35 0,-2 1-20 0,0 0-20 16,0 0-14-16,0 0-19 0,0 0-13 0,0 0-6 15,0 0-25-15,0 0-11 0,0 0-6 0,0 0-6 16,-2 12-5-16,1-5-11 0,0 0 1 0,-4 3-3 16,4 1-5-16,-2 0-2 0,-2 5-4 0,1-1 8 15,-1-3-13-15,1 5-1 0,0-4-7 0,-2-1 2 16,2 0-4-16,2-3 4 0,-1 2-3 0,2-5-4 16,-2 1 2-16,3-2 0 0,-1 0 2 0,1-1 3 0,0 0 17 15,0-4 34-15,-3 2 44 0,3-2 25 16,0 0 19-16,0 0-6 0,0 0-15 0,0 0-7 15,0 0-10-15,16-15-14 0,-10 7-10 0,2-1-8 16,-2 1-12-16,2-1-5 0,2 0-8 0,-2 1-7 0,-1 1-6 16,1 1-3-16,-2 1-9 0,-1 0-7 0,1 1-4 15,-3 1-10-15,1 0-1 0,0 2-4 16,-4 1-6-16,11 1-1 0,-3 2-8 0,-4-1-6 0,3 2-12 16,0 2-3-16,-1 1 0 0,0 0-3 0,0 2-1 15,-1 1-7-15,4-3-4 0,-4 4-16 0,3-2-7 16,-6-4-22-16,2 2-11 0,0-1-21 0,0 0-25 15,-4-4-18-15,2 5-21 0,1-2-19 16,-2-2-19-16,-1 1-15 0,0-4-16 0,0 0-58 0,0 0-182 16,0 0-534-16,0 0 237 0</inkml:trace>
  <inkml:trace contextRef="#ctx0" brushRef="#br0" timeOffset="185555.61">9389 7636 52 0,'1'-2'255'16,"-1"2"-4"-16,0-6-13 0,0 6-12 0,0-3-16 15,0 3-21-15,0-4-20 0,0 4-22 0,0 0-17 0,2-4-18 16,-2 4-11-16,0 0-12 0,0 0-13 15,2 16-3-15,-3-6-10 0,0 4-11 0,-1 6-1 16,2 5-4-16,-5 1-4 0,3 4-5 0,-2-2-4 16,1 0 1-16,1 2-3 0,-1 0-7 0,0-4 2 0,-1 2-3 15,1-9-3-15,0 1-2 0,3-4-1 0,-1 1-2 16,0-5 1-16,0 1-3 0,1-3 0 16,0-1-2-16,-3-4-2 0,3 2-2 0,0-2 2 15,-1-1-1-15,1 0 4 0,0-4-2 0,0 6 1 0,0-6 2 16,-3 3-3-16,3-3 0 0,0 0 7 0,0 4-8 15,0-4 1-15,0 0-9 0,0 0-8 16,0 0-11-16,0 0-44 0,0 0-81 0,0 0-55 16,-5-13-245-16,1 5-477 0,3 0 211 0</inkml:trace>
  <inkml:trace contextRef="#ctx0" brushRef="#br0" timeOffset="186003.7">9418 7535 208 0,'4'-11'239'0,"1"3"-14"0,-2 2-11 0,1-1-14 15,0 3-17-15,-2 0-20 0,3-2-16 0,2 2-16 16,1 2-14-16,1 0-13 0,3-1-9 0,-2 4-11 16,3 1-2-16,1-1-17 0,-5 2-4 0,4 1-9 15,-2 2-7-15,-2 1-5 0,-1 1-4 0,2 1-8 16,-2-1-2-16,-3 4-6 0,0-2-4 0,-2 1 4 15,-1 2-3-15,-1-1-3 0,-2 2-2 0,0-5-1 16,-4 3-1-16,0 1 2 0,-2-1-1 0,0-3 0 16,-1 2-2-16,2-2 3 0,-1 2-5 0,1-6 2 15,-2 1-4-15,3 1 1 0,1-2 0 0,-1-1-3 16,2 2 3-16,2-4-2 0,-3 2-2 0,3-1-3 16,1-3 6-16,-4 5-4 0,4-1-1 0,0-4 3 15,5 6 0-15,-1-2-2 0,0 2 1 0,4 0 2 16,-2 1-2-16,4-1 0 0,-1 2-2 0,-1-1 2 15,2 2-3-15,-2 0-2 0,1 0 2 0,-3 2 1 16,2-2 0-16,-3 1 0 0,1 0 2 0,-2-1-4 16,0 2 2-16,-3-2 0 0,1 1 0 0,-2-3 1 15,-2 1 2-15,0 0 2 0,-2-2 0 0,-1 2 1 0,-2-1 3 16,-2 2 0-16,-1-3-3 0,-4-1-13 16,3 1-14-16,-2-3-12 0,-1 1-20 0,1-1-22 15,-1-1-22-15,1-2-31 0,5 0-43 0,1-4-204 16,-2-1-406-16,5 2 181 0</inkml:trace>
  <inkml:trace contextRef="#ctx0" brushRef="#br0" timeOffset="186437.23">9886 7662 76 0,'5'-2'256'0,"-2"-2"-27"0,1 2-22 15,-4 2-21-15,6-1-20 0,-1 0-16 0,-5 1-11 16,9 4-12-16,-4 0-11 0,0 0-8 0,0 0-5 16,3 2-12-16,1 5-7 0,-4-5-8 0,0 6-3 15,-2 0-6-15,2 5-7 0,-5-3-6 0,0 3 0 16,-4-1-6-16,3 0-4 0,-6 0-4 0,2-3-1 16,0 2-5-16,-1-5-1 0,-2-1-2 0,3 1-2 15,1-4-2-15,-1-1 5 0,2 2 1 0,2-2 14 16,-4-1 21-16,3 0 31 0,-1-1 35 0,3-3 28 15,-3 4 25-15,3-4 4 0,0 0-2 0,0 0-14 16,0 0-20-16,0 0-17 0,9-17-13 0,-1 7-13 16,1 1-15-16,1-3-9 0,0 2-14 0,3-2-3 15,-5 3-9-15,2 1-6 0,-1 1-2 0,0-1-13 16,-1 3-5-16,-2 2-4 0,-1 0-5 0,2-1-11 16,-4 1 0-16,0 1-19 0,3 1-24 0,-6 1-13 15,7 0-12-15,-7 0-5 0,7 5-1 0,-4-3-10 16,1 3 1-16,0 2-1 0,1 2 6 0,-2 1-3 15,1 1 2-15,-1 2 0 0,1 2-25 0,0 2-23 16,-1-5-16-16,-1-1-26 0,0 0-25 0,3 2-31 16,-2-4-35-16,-1-2-69 0,0-2-212 0,0-1-569 15,2-2 252-15</inkml:trace>
  <inkml:trace contextRef="#ctx0" brushRef="#br0" timeOffset="186686.84">10323 7552 287 0,'0'-7'335'0,"1"2"-27"0,-1 1-32 15,2 3-28-15,-2 1-30 0,2-7-24 16,-2 7-25-16,0 0-12 0,0 0-27 0,0 0-16 0,10 8-12 16,-6-3-12-16,0 10-11 0,5 2-4 0,5 10-3 15,-5 6-5-15,4 12-3 0,-8-8-4 0,4 9-8 16,-4 0 5-16,-4 3-10 0,-2-16-5 15,0 2-2-15,-7-3-7 0,-1 1-19 0,0-4-21 0,-5 2-16 16,-4-5-17-16,-5-1-31 0,-2-3-30 16,-5 0-54-16,0-5-77 0,-6-1-219 0,-13-3-487 0,-4-6 216 15</inkml:trace>
  <inkml:trace contextRef="#ctx0" brushRef="#br0" timeOffset="187103.62">9339 7356 195 0,'0'0'199'0,"0"0"-23"15,0 0-16-15,-14 10-13 0,5-4-14 0,0 11-12 16,-10 2-21-16,0 9 0 0,0 2-9 0,-11 14-12 15,3 3 0-15,1 4-2 0,4-2-2 0,8 2-1 16,1-1-5-16,4-1-6 0,8 0-7 0,2-15-2 16,7 1 11-16,5-2-10 0,2-1 4 0,18 6-3 15,4-5-2-15,5-4-6 0,8-7-29 0,4-3-58 16,9-2-102-16,-2-7-230 0,-1-4-402 0,-1-2 179 16</inkml:trace>
  <inkml:trace contextRef="#ctx0" brushRef="#br0" timeOffset="188420.44">11134 7788 114 0,'-6'-6'201'0,"-3"-1"-23"0,-1 1-9 0,-3 2-12 16,2 0-13-16,-2-1-17 0,0 1-10 0,-1 1-4 16,1 0-12-16,1 3-13 0,-1 3-10 0,0-3-4 15,3 3-5-15,-4 2-13 0,1-1-2 0,4 2-8 16,-2 1-6-16,2 1-1 0,-1 0-5 0,2 1-1 0,3-1-10 16,1 3 3-16,1-2-5 0,1 3-3 0,-1-2-4 15,3 1 3-15,0-1-2 0,5 2-4 16,-1-4 2-16,-1 1 2 0,0-1 1 0,1-2-3 15,1-1-3-15,-4 1 7 0,1-2 17 0,0-1 26 0,1 0 30 16,-2-1 27-16,-1-2 23 0,0 0-1 16,0 0-9-16,12-5-12 0,-6-3-16 0,0-2-7 15,1-4-7-15,3-3-15 0,-2-8-4 0,1 0-7 16,-2-1-2-16,1-2-4 0,0 0-20 0,-1-4 3 16,1-4 0-16,0 1-1 0,-1 1-2 0,1 0 9 15,-3 4-11-15,3 1 9 0,-3 1 9 0,-1 9 25 16,-3 2-7-16,-1 6-5 0,0-1-4 0,1 6 1 15,2-1-7-15,-2-1-7 0,-1 3-9 0,0 1-11 0,0 0-15 16,0 4-29-16,4-6-29 0,-4 6-28 0,0 0-4 16,0 0 9-16,0 0 1 0,0 20 12 0,0-4 2 15,-4 8 8-15,-1 5 4 0,4 5 8 0,-4 11 8 16,1 2 2-16,3-12 2 0,-2-1 0 0,2-1 1 16,-2-1 15-16,6-3-8 0,-6 1 0 0,7-7-1 15,-4-3-2-15,0-3 6 0,0 0 3 0,0-6-2 16,3-1 17-16,-3-3-19 0,1-2 8 0,0 1 2 15,-2 0 2-15,1-1 17 0,1-2 15 0,-1 0 6 16,0-3 23-16,0 0 20 0,0 6 5 0,0-6-4 16,0 0-8-16,0 5-5 0,0-5-5 0,0 0-6 15,0 0-8-15,0 0-4 0,0 0-4 0,0 0-10 16,0 0 1-16,0 0-5 0,0 0 0 0,0 0-7 16,0 0-2-16,0 0-15 0,0 0-7 0,0 0-4 15,0 0-6-15,0 2-11 0,0-2-17 0,0 0-5 16,0 0-11-16,0 0-13 0,0 0-9 0,0 0-9 15,8 2-4-15,-8-2-10 0,10-2-20 0,2 2-33 16,3-1-42-16,5-2-72 0,1-4-305 0,7 2-620 16,-1-3 274-16</inkml:trace>
  <inkml:trace contextRef="#ctx0" brushRef="#br0" timeOffset="189751.6">11352 7739 60 0,'1'-6'217'0,"3"1"-21"0,0 1-13 16,0-2-11-16,3 0-19 0,0 2-10 0,3 2-20 16,1 2-17-16,-1 0-7 0,3 0-15 0,0 2-6 15,1 0-9-15,-1 3-11 0,-3 2-5 0,4 3-6 16,0 2-4-16,-1 0-2 0,0 1 4 0,-4 2-5 16,-3 2-7-16,-1-1-1 0,0 0-5 0,-2 3 1 15,-4-3 1-15,-1 2-6 0,-3-1 2 0,0 1-2 16,0-1-4-16,-4-2 7 0,-1 0 1 0,4-1 1 15,-2-3 5-15,0-1 7 0,-2-3 1 0,2 1 4 16,3-2 2-16,0-1 3 0,1 1 9 0,0-2 15 16,2-2 22-16,-1 2 22 0,3-4 41 0,-1 4 40 15,1-4 21-15,0 0 4 0,0 0-17 0,0 0-20 16,0 0-18-16,1-21-16 0,7 8-17 0,1-4-18 0,4-7-10 16,3 1-15-16,1-3-13 0,2 0-12 15,0 4 0-15,-1 1-12 0,-5 4-5 0,1-1-1 16,-6 4-10-16,-1 6-4 0,0 1-2 0,-2-2-5 15,-1 1-6-15,0 4-6 0,-2 0-14 0,-1 2-19 0,-1 2-20 16,4-4-35-16,-4 4-2 0,0 0 0 0,0 0 12 16,3 14 20-16,-1-4-14 0,-2 6 12 15,-2 1 1-15,0 1 4 0,4 6 8 0,0-5 5 0,2 6-6 16,1-6 12-16,4 5-4 0,5-1 5 0,3-3-18 16,3 1-10-16,7-3-47 0,5-1-42 0,1-2-53 15,16-1-76-15,-11-4-119 0,16-3-221 0,-16-3-654 16,0-4 289-16</inkml:trace>
  <inkml:trace contextRef="#ctx0" brushRef="#br0" timeOffset="190402.74">12715 7878 167 0,'-9'1'228'0,"9"-1"-7"0,0 0-6 0,0 0-9 0,0 0-11 16,-9 0-15-16,9 0-10 0,0 0-13 15,0 0-10-15,0 0-9 0,0 0-8 0,0 0-7 16,-6 0-7-16,6 0-9 0,0 0-11 0,0 0-5 0,0 0-8 16,0 0-8-16,0 0-11 0,0 0-6 0,0 0-4 15,0 0-7-15,0 0-2 0,0 0-3 0,0 0-6 16,0 0-2-16,0 0-3 0,0 0-3 16,-1 6 4-16,1-6-1 0,0 0 1 0,0 0-2 0,0 0 8 15,0 0 2-15,0 0 2 0,0 0-9 0,0 0 2 16,0 0-3-16,19-6-6 0,-8 5-4 0,7-2 0 15,1 2-9-15,8-3 2 0,4 4-3 16,0-2 2-16,3-1 0 0,4 1 5 0,-2 1-10 0,14 0-3 16,-10 1 0-16,-6 0-3 0,-1-1 2 0,-3-1-5 15,-9 2 6-15,0-1-4 0,-2 0 1 0,-9 1 3 16,3 0 0-16,-5 0-4 0,-2 0 7 0,-2-3-4 16,-4 3 12-16,10 0-16 0,-4 0-2 0,-6 0-19 15,0 0-11-15,7 0-15 0,-7 0-27 0,0 0-27 16,0 0-30-16,0 0-27 0,-32 3-38 0,19-2-33 15,-1 0-255-15,1-1-521 0,2 2 231 0</inkml:trace>
  <inkml:trace contextRef="#ctx0" brushRef="#br0" timeOffset="190786.52">12784 8066 94 0,'0'0'203'0,"-5"1"-8"16,5-1-2-16,0 0-3 0,0 0-10 0,-5 2-4 15,5-2-9-15,0 0-14 0,0 0-6 0,0 0-11 0,0 0-5 16,0 0-2-16,0 0-10 0,0 0-8 15,0 0-10-15,0 0-6 0,24 0-8 0,-7-2-8 16,5 1-8-16,10 0-7 0,5-1 2 0,1 0-17 16,13-1-1-16,5 2-6 0,-2 0 3 0,-14 1 8 0,13-3 0 15,-17 2-1-15,1 2-2 0,-4-3-1 0,-3 0-3 16,-11 2 9-16,-2-2 3 0,-4 2 1 16,-4-1 0-16,4 0-8 0,-5 1-2 0,-3 1 0 15,-5-1-3-15,9-1-12 0,-5 0-14 0,-4 1-14 0,6-2-24 16,-6 2-40-16,0 0-52 0,0 0-69 15,-18-5-60-15,8 4-304 0,-4 0-588 0,1 2 260 0</inkml:trace>
  <inkml:trace contextRef="#ctx0" brushRef="#br0" timeOffset="195221.49">15226 7128 112 0,'4'-7'183'0,"-2"3"-10"0,0-2-2 0,2 1-8 0,-2-1-8 15,1 2-1-15,-1 1-10 0,1-1-9 0,0 1-8 16,-1 0-11-16,2-1-18 0,-4 4-6 16,2-5-12-16,-2 5-12 0,3-2-8 0,-3 2-13 0,0 0-9 15,0 0-3-15,0 0-8 0,-9 14 2 0,4-5 2 16,-7 6-7-16,-5 4-3 0,-4 4 0 0,-6-1-2 15,-1 5-3-15,-8 5 1 0,-6-2 0 0,1 1-1 16,0-4 0-16,9-8 0 0,-2 1-4 16,2-3 1-16,1 0-1 0,2-3-2 0,4-2 8 0,8-4 14 15,0-1 7-15,3-2 17 0,5 0 17 0,0-4 26 16,3 2 21-16,-1-2 34 0,2-1-2 16,5 0-16-16,-8-8-12 0,6 1-6 0,4-3-26 0,2-7-4 15,2 0-13-15,4 0-10 0,5-5-3 0,2-2-10 16,2 3-10-16,-1 4 12 0,2 0-20 0,-6 5-5 15,0 1-4-15,3 2-3 0,-6 4 6 0,1 4-19 16,3 1-2-16,2 1-6 0,2 3-1 0,5 6 1 16,3 5-2-16,-1 2-8 0,-2 0-14 0,0 4-13 15,1-1-20-15,-3 2-21 0,-1 5-46 0,2-1-54 16,-1 1-74-16,-7-3-336 0,4 0-637 0,-5-3 282 16</inkml:trace>
  <inkml:trace contextRef="#ctx0" brushRef="#br0" timeOffset="198103">16113 6890 76 0,'-7'-2'148'0,"7"2"-8"0,-8-1-11 0,4-1-13 16,4 2-2-16,-8-1-18 0,8 1-9 0,-4-1-2 16,4 1-14-16,0 0-7 0,-5-3-9 0,5 3-7 15,0 0 0-15,0 0-5 0,0 0 5 0,0 0 0 16,0 0 2-16,0 0 3 0,-10 0-1 0,10 0 1 15,0 0-4-15,-9 0 2 0,9 0 2 0,0 0 5 16,-5-2 4-16,5 2 3 0,0 0 1 0,0 0 0 16,0 0-1-16,0 0 2 0,-8 2-4 0,8-2 3 15,0 0 1-15,0 0 0 0,0 0-6 0,0 0-7 16,0 0-6-16,0 0-5 0,0 0-4 0,18-3-2 16,1 1 1-16,4 0-9 0,10-1-5 0,7-1 0 15,16-1-2-15,7 2-13 0,0-1 0 0,-1 3-1 16,-2-3 1-16,-2-2-4 0,-6 5-1 0,-15 1 3 0,-1-1-5 15,-7-2 2-15,2 6-7 0,-12-2 3 0,-2 0-12 16,-5-1-24-16,0 1-22 0,-4 1-17 0,-3-2-6 16,0 3 2-16,-5-3-6 0,0 0-12 15,-11 6-8-15,0-1-8 0,-4 0-13 0,-3-3-3 0,-2 2 1 16,-3-1-10-16,2 0-17 0,2 2-103 0,-4-3-279 16,4 3 124-16</inkml:trace>
  <inkml:trace contextRef="#ctx0" brushRef="#br0" timeOffset="198486.93">16446 6927 115 0,'0'0'189'0,"0"0"-9"0,0 0-3 0,0 0 3 15,0 0 3-15,-6-6 1 0,6 6-2 0,0 0-17 16,-5-1-11-16,5 1-1 0,0 0-9 0,-4-3-9 16,4 3-15-16,0 0-11 0,0 0-13 0,0 0-9 15,0 0-13-15,0 0-11 0,0 0-8 0,0 0-7 16,0 0-6-16,-5 10-7 0,2-4-3 0,2 6-2 15,-1 8-4-15,-4 3-4 0,1 6-2 0,-1 1 1 16,-2 1-4-16,1 3 6 0,-1 0-8 0,0-1-6 16,2-1 0-16,0 1 0 0,0-2-1 0,-2-1 0 15,2-2 0-15,0-4-2 0,0 4 1 0,-1-5 2 16,0-6-2-16,0 2-2 0,1-5 2 0,-3-1-1 16,0-2-4-16,1-3 6 0,3 4-4 0,-4-7 11 15,0 4-1-15,0-4 4 0,0-2-1 0,-5 0 13 16,1-2-8-16,0-1 0 0,0 0 1 0,-5-1 6 15,1-2 5-15,3 0 2 0,3 2 14 0,-1-3 5 16,2 1 24-16,2 1 7 0,3 1-3 0,0-2-12 16,-4 2-3-16,9 1-19 0,-5-3 2 0,5 3-1 15,-6-1-11-15,6 1-12 0,-3-2-20 0,3 2-17 16,0 0-36-16,0 0-36 0,-8-1-47 0,8 1-32 16,0 0-18-16,0 0-33 0,0 0-38 0,21 7-266 15,-10-6-559-15,1 2 247 0</inkml:trace>
  <inkml:trace contextRef="#ctx0" brushRef="#br0" timeOffset="198935.92">16671 7463 59 0,'0'0'296'0,"0"0"-26"0,0 0-27 15,-1-5-28-15,1 5-23 0,0 0-22 0,0 0-21 16,0 0-17-16,0 0-15 0,0 0-14 0,0 0-10 16,-1 10-12-16,1-5-8 0,0 1-2 0,-3 1-14 15,3 3-6-15,0 0 0 0,-4 3-5 0,3-1-9 16,-3 2-1-16,-1 1-8 0,0 3 0 0,0-7-1 15,1-1-3-15,2-1-3 0,0-2-4 0,0 0 2 16,0-1 0-16,1-1-1 0,1 0 12 0,0 0 21 16,-2-2 33-16,2-3 36 0,0 5 49 0,0-5 10 15,0 3 7-15,0-3 4 0,0 0-26 0,0 0-13 16,7-9-17-16,1-2-13 0,-2 5-14 0,3-4-11 16,-1 3-11-16,1-1-7 0,-3 0-14 0,3 2-8 15,0 2-8-15,-5 1-11 0,1-1-2 0,4 0-9 16,-4 3-21-16,2 0-14 0,-1 1-12 0,4 0-19 15,0 2-18-15,-1 1-12 0,4 2-12 0,-1-2-22 16,4 4-21-16,3 3-24 0,-1-4-52 0,-1 1-62 16,2 0-86-16,-5-4-233 0,4 0-630 0,0-3 279 15</inkml:trace>
  <inkml:trace contextRef="#ctx0" brushRef="#br0" timeOffset="199566.91">17176 6477 72 0,'0'0'276'15,"3"-3"-10"-15,-3 3-10 0,1-5-17 0,-1 5-18 16,0 0-17-16,1-4-23 0,-1 4-18 0,0 0-17 15,1-4-18-15,-1 4-14 0,0 0-16 0,0 0-18 16,0 0-24-16,0 0-8 0,0 0-11 0,-6 10-4 16,1 0-3-16,-6 3-3 0,0 1-3 0,1 0-3 15,-4 2-1-15,1 0-1 0,1 0-2 0,1-3 0 16,-2 4-1-16,3-2-5 0,-1-2-1 0,4-3 1 16,0 1-3-16,2-5 3 0,-1 1-3 0,4-2-1 15,-2-1 3-15,0 1 1 0,2-2 1 0,0 0-1 16,1-1 1-16,1-2-2 0,-5 5 1 0,4-2 1 15,1-3-12-15,-3 3-5 0,3-3-18 0,0 0-31 16,-1 4-35-16,1-4-36 0,0 0-36 0,10 3-74 16,-5-3-144-16,2 2-410 0,-1-1 181 0</inkml:trace>
  <inkml:trace contextRef="#ctx0" brushRef="#br0" timeOffset="200266.71">17700 6895 183 0,'0'0'231'0,"0"0"-12"16,1-5-13-16,-1 5-18 0,0 0-14 0,0 0-18 15,0 0-18-15,0 0-12 0,0 0-16 0,0 0-17 16,0 0-8-16,0 0-12 0,0 0-7 0,0 0-10 15,0 0-6-15,0 0-5 0,-6 12-4 0,3-4-6 16,-3 1-2-16,-2 0-4 0,1 6-8 0,-2-1-2 16,-5 8-4-16,-3-2 3 0,-2 3-2 0,0 0-1 15,-2 1-3-15,-6 1 0 0,1-2 0 0,0-1-1 16,-1 2-3-16,1-5 0 0,2-2 2 0,6-6-7 16,3-1 5-16,0-2 1 0,3-1 10 0,6-3 10 15,-3-2 21-15,5 2 17 0,-1 0 22 0,1-3 16 0,0-1 26 16,4 0-2-16,0 0-16 0,-10-9-17 15,10 4-3-15,2-2-15 0,1-2-7 0,1-1-13 16,1-1 2-16,0 0-10 0,3 1-7 0,1 2-7 16,-3-1-3-16,2 1-5 0,1 1 0 0,1 2-7 0,-2 0-4 15,-1 3-11-15,0-3 3 0,3 5-5 0,0 3-2 16,2 1 4-16,1 2-2 0,3 4-9 16,-2 1-20-16,2 0-18 0,7 4-21 0,-7-2-25 15,-2 2-37-15,9 3-32 0,-2-3-44 0,-6-3-69 16,-2-1-234-16,-3-5-546 0,-1 1 242 0</inkml:trace>
  <inkml:trace contextRef="#ctx0" brushRef="#br0" timeOffset="203931.7">17991 6720 189 0,'0'0'232'0,"3"-5"-18"0,-3 5-24 0,0 0-18 16,5-4-18-16,-5 4-21 0,12 4-15 0,-2-1-11 15,-1 4-13-15,5 5-9 0,1 3-15 0,5 11 2 16,0 4 0-16,-2 3-11 0,2 13 4 0,-6 1-6 16,-4 3-3-16,-4 0-5 0,-3-3-4 0,-6 0-2 15,-3-12-6-15,-4 12-3 0,-4-13 0 0,-3-1-3 16,-11 6-2-16,5-12-8 0,-14 7-19 0,8-9-17 15,-20 2-27-15,1-6-39 0,-3-1-67 0,-7-6-223 16,8-1-399-16,11-10 177 0</inkml:trace>
  <inkml:trace contextRef="#ctx0" brushRef="#br0" timeOffset="204385.41">17530 6688 96 0,'0'0'222'0,"0"0"-28"0,0 0-22 16,0 0-17-16,0 0-20 0,-20 12-5 0,4 1-14 16,-4 8-12-16,-7-1-4 0,-8 19-10 0,1 0-10 15,1 2-10-15,4 2-4 0,-1 2-2 0,8-2-5 16,1 3-15-16,6-2 4 0,9-10-3 0,4-1-5 16,5 1 0-16,9 3-1 0,13 4-2 0,7-3-3 15,9-4 1-15,8-7-35 0,2 0-59 0,5-6-93 16,0-4-182-16,-3-5-363 0,-3-5 161 0</inkml:trace>
  <inkml:trace contextRef="#ctx0" brushRef="#br0" timeOffset="-195332.98">5844 2044 165 0,'-2'-3'167'0,"2"3"-3"0,0-7-13 0,0 7-11 16,0-5-7-16,0 5-6 0,-4-4-14 0,4 4-14 15,0-4-10-15,0 4-8 0,0 0-13 0,0 0-12 0,0 0-20 16,0 0-9-16,0 0 4 0,0 0-9 0,-13 18-2 15,0-5-9-15,-5 10 8 0,-2 5-6 0,-14 14 6 16,-1 4-5-16,-3-2 0 0,-6 0 2 16,6 1 2-16,-1-2-4 0,0-4 3 0,5-2-3 15,-1 0 3-15,12-12-1 0,1-3-3 0,0-3-1 16,3 0-2-16,7-4 1 0,-2-5-1 0,7 0-3 16,-2-5 2-16,3 3 1 0,1-4-4 0,-2-1 2 15,4 1 4-15,0-2 0 0,0 2 17 0,3-4-5 0,-5 1-2 16,5-1 3-16,-2 3 1 0,2-3-10 15,0 0-38-15,0 0-51 0,-6-9-48 0,6 3-55 16,-2-5-118-16,0 1-318 0,0-3 141 0</inkml:trace>
  <inkml:trace contextRef="#ctx0" brushRef="#br0" timeOffset="-195024.86">5158 2034 98 0,'-2'-3'183'0,"2"3"-20"16,0-4-23-16,0 4-14 0,0 0-19 0,0 0-1 15,16 12-21-15,-3-3-6 0,6 8-7 0,5 4-8 16,5 5-1-16,6 7-15 0,3 3 3 0,-3 1-5 16,-3 1-5-16,0-1-2 0,-5-9-3 0,5 9-2 15,-8-10-2-15,2-3-8 0,-5 4 0 16,1-8-1-16,-4 3 3 0,-8-10-6 0,3-1 2 15,-5-2-9-15,-2-2 4 0,2-1-3 0,-4-3 0 16,1 1 0-16,-4-3 17 0,4 1 10 0,-1 1 8 16,-3-1 7-16,2-1 5 0,-3-2 3 0,2 2-3 0,-2-2-8 15,0 0-3-15,0 0-17 0,0 0-43 0,0 0-57 16,-5-11-54-16,-1 4-39 0,1 0-168 16,-3-3-355-16,4-1 157 0</inkml:trace>
  <inkml:trace contextRef="#ctx0" brushRef="#br0" timeOffset="-194702.52">5047 2082 3 0,'-5'0'174'16,"5"0"-20"-16,0 0-13 0,0 7-16 0,2-2-15 16,6 4-9-16,7 3-7 0,4 8-12 0,6 0-5 15,4 4-12-15,16 7-6 0,-3-2 0 0,4 0-8 16,-2-1-6-16,4-3 2 0,-7 0-5 16,-6-6-7-16,-7 1-3 0,1-2 0 0,-3-2-6 15,-9-4-2-15,0-2-4 0,-3 1 1 0,-5-5-14 16,0 0-12-16,-4 2-12 0,4-4-5 0,-5 1 2 0,-3-2 1 15,0 0 5-15,-1-3-26 0,-6 4-48 0,-8-3-38 16,-3-1-87-16,-3-3-230 0,0-2 101 0</inkml:trace>
  <inkml:trace contextRef="#ctx0" brushRef="#br0" timeOffset="-193236.66">5613 2082 85 0,'-19'10'125'16,"-8"5"-20"-16,-4 6 3 0,-8 8-13 0,-1 3-14 16,-3 4-4-16,-1 4-11 0,3 0-1 0,2 3-8 15,3-2 2-15,10-11-17 0,6 0 6 0,2-5-3 16,3-3-5-16,7-4-12 0,-1-2 3 0,5-4 3 15,3-2-4-15,1-1 0 0,0 0 2 0,1-6-1 16,7 0 9-16,2-5-7 0,12-2 4 16,11-6-9-16,16-6-5 0,1-8-3 0,-2 2-6 15,-2-4-9-15,1 0 4 0,-3-2-10 0,-2-4-11 16,-5-1-3-16,3-1-2 0,-12 8-2 0,-3 2 0 0,0 2 9 16,-5 2-1-16,-8 6 4 0,-5 2 0 0,-3 2 4 15,-5 3 2-15,1 3-3 0,-7 0 9 0,-5 2-2 16,-8 4-12-16,-9 2 5 0,-5 5 2 15,-15 10-4-15,-4 3 5 0,-3 4 1 0,-1 5 0 16,-25 7 9-16,31-11-5 0,0 1 2 0,11-1 3 16,11-8-3-16,2-2-2 0,9-3 3 0,5-4 4 15,3-1-5-15,2-1 1 0,3-1 8 0,3-2-1 0,3-3 15 16,4 1 6-16,9-3-3 0,18-9-7 16,4 1 0-16,21-12-6 0,1-1-2 0,-2-1 1 15,3 4-2-15,-4-8-10 0,-3 7-6 0,-6-8-4 16,-1 3 0-16,-17 5 0 0,-2 2-2 0,-4 2-1 15,-5 6 16-15,-6 1-4 0,-3 4 7 0,-2-1-2 16,-1 2-1-16,-5 3-4 0,0 0 2 0,0 0-3 16,-30 9 1-16,0 4 1 0,-5 2-5 0,-12 9 5 15,-3-2-4-15,-1 2 4 0,0 1-4 0,1 1 4 16,3-5 0-16,16-3-3 0,2-1-3 0,4-3 5 16,9-2-1-16,2-3-17 0,2-1 11 0,3-3-16 15,3 2 2-15,5-5 1 0,2 3 12 0,-1-5-4 16,19 3 1-16,12-8-1 0,3-4-2 0,21-6-9 15,-1-2-10-15,1-1-4 0,-4-1-21 0,-1 0 10 16,-15 7 16-16,1 0-7 0,-1 0 10 0,-4 4-2 16,-11 0-1-16,-1 4 8 0,-7 2-12 0,-2-2 15 15,-4 3-3-15,-6 1 13 0,0 0 0 0,0 0-1 16,0 0 6-16,-23 10 9 0,3-2-3 0,-7 2-2 16,-1 1 2-16,-4 3-3 0,0-2 7 0,0 1-5 15,3 3 3-15,0-5-1 0,5 0 4 0,5-1-8 16,9-3 4-16,-3-2-2 0,4-3 1 15,4 3 8-15,-1-3-1 0,3-1-3 0,3-1 7 0,13-10-12 16,2-2 4-16,8-4-7 0,6 0 6 0,1-8-4 16,12-2 3-16,-14 4-3 0,3 2-4 15,-4-2-11-15,2 2 16 0,-3 2-8 0,-5 1 12 16,-7 5-8-16,-2 7 12 0,-3-3-2 0,-3 4 1 0,-2 1-7 16,-4 3 6-16,0 0-2 0,0 0 3 15,0 0-10-15,-42 19 10 0,14-4-5 0,-3 2-3 16,-2-1 4-16,-2 3-4 0,2-1 5 0,-12 4-6 15,13-2 5-15,6-3-3 0,0 0 4 0,1-5-6 16,9-1 1-16,7-6-5 0,0-1-7 0,4 1 1 16,4-4 2-16,1-1-1 0,0 0 0 0,18-9-1 15,-3 1 2-15,15-7-6 0,-1-2-2 0,3-2-5 16,0-2-2-16,9-8-4 0,-11 9 9 0,0-3-1 16,-2 2 8-16,-2 2-7 0,-5 2 18 0,-4 3 5 15,-7 7 10-15,-2-1 15 0,2 1 2 0,-6 3-8 16,-4 2-1-16,0 2-9 0,0 0 5 0,-17-4-7 15,0 8 6-15,-2 2-6 0,-8 5 1 0,-2 4-2 16,0-2 0-16,-1 4-3 0,1 0-5 0,-2 3 7 16,2 2-4-16,1-1-4 0,5 0 0 0,0 0-2 15,6-1-3-15,7-7-3 0,2-2-10 0,4-3-2 16,2 1 7-16,7-5 2 0,0 1-1 0,8-4 7 16,6-6-9-16,10 1 5 0,2-8-5 0,0 2 3 15,2-5 1-15,0-2-2 0,-5 0 2 0,2 1-4 16,-2-4 6-16,-1 3-1 0,-7 1-4 0,-5 6 3 15,-6 2 1-15,1 1 7 0,-4 4-1 0,-4 2 2 16,-2 1-4-16,0 0 4 0,0 0-5 0,-24 13 2 16,4 2 2-16,-4 2-2 0,-1 3 2 0,-2 2 0 15,-1-1 4-15,1 6-8 0,-7 7 7 0,9-8-4 16,9-1 2-16,-3-1 0 0,10-7 0 0,0-1-9 16,4-5-5-16,1 2 4 0,3-7 2 0,3 5 6 15,2-10 1-15,7 3-2 0,7-6 3 0,9-3-3 16,5-7 6-16,0-2 0 0,0-3-12 0,0-3 6 15,-1-4-3-15,9-7-2 0,-16 7 4 0,1-1 8 16,-2-1-7-16,0 1-9 0,-9-1 5 16,0 2 10-16,-9 8 9 0,-1 6 6 0,-4 4 0 15,-4-3-8-15,-1 3-3 0,-9 2 6 0,-4 3-7 16,-13 6-1-16,-3-2-1 0,-2 9 3 0,-11 3 0 0,-3 2-4 16,17-3 0-16,-17 7 3 0,13-6-3 0,0 0 2 15,9-1-3-15,1-4-1 0,13-2-1 16,0-3-9-16,5-1 1 0,1-3 4 0,6 1-3 15,2-2 6-15,15-10-6 0,12-4-4 0,1-2 2 16,1-6 6-16,5 4-3 0,-2-1-2 0,-3-1 3 16,-4 1 4-16,-4 2 8 0,-3 5 21 0,-9 4 33 15,1-2 14-15,-2 3 9 0,-7 0-10 0,3 0-5 16,-4 0-7-16,-4 3-7 0,-5 0-5 0,-5 0-6 16,-9 4-4-16,-8 2-10 0,-3 3-8 0,-1 1-14 15,0 5-25-15,0 0-39 0,2 4-40 0,3-1-66 16,1 0-193-16,11-5-381 0,3-1 169 0</inkml:trace>
  <inkml:trace contextRef="#ctx0" brushRef="#br0" timeOffset="-191915.45">6188 1551 24 0,'0'0'126'0,"0"0"1"16,0 0-9-16,0 0 0 0,0 0-9 0,0 0-2 15,0 0-3-15,0 0-4 0,-5-1-11 0,5 1-1 16,0 0-2-16,0 0-8 0,0 0-11 0,0 0 2 15,0 0-3-15,0 0-5 0,0 0-2 16,0 0-6-16,0 0-5 0,0 0-2 0,0 0-9 0,0 0-7 16,0 0 4-16,10-4-12 0,-10 4 5 0,13-1-4 15,0-2-6-15,-2 2-7 0,4-2 0 0,1 3 4 16,3 0 0-16,-5 0-3 0,3 0-4 16,-3 2-1-16,4 0-2 0,-2 1-3 0,-2 0 1 15,-2 0 3-15,1 1-9 0,-2 1-10 0,-2-1-6 16,1 3 3-16,-5 1-8 0,1-1 2 0,-3 3-2 15,0-1 4-15,-7 0-1 0,0 4 0 0,-1-4 5 16,-5 5 3-16,-2-2 3 0,2-4 0 0,-3 3-1 16,3-2 2-16,0-3 0 0,0 3 3 0,1-5-3 15,1 4 5-15,2-4-3 0,-1-1 2 0,4 2 0 16,-1-3-5-16,0 2-5 0,0-1-2 0,4 0 1 16,0-3 9-16,0 7-7 0,5-4 1 0,-1-2 7 15,5 3-7-15,1-2 10 0,0 3 5 0,2-1-8 16,1-1 2-16,-2 2-3 0,7 1 3 0,-6-2 0 15,0 0 1-15,1 2-4 0,1 0-1 0,-5 1 2 16,1-4-1-16,-1 5 2 0,-1-3-3 0,-3 1 5 16,0 1 2-16,-5-2 1 0,0 0 4 0,0 0-7 15,-1 6 4-15,-4-7 6 0,-3 4 3 0,-6-2-6 16,-3 1 3-16,-2-1 2 0,-2 1-2 0,-6-1-1 16,0 0 11-16,0-2 7 0,4-2 7 0,5 2 3 15,0-4 2-15,4 1 10 0,1 2-10 0,3 0 2 16,0-2 0-16,2-1-9 0,3 0 4 15,0 1 0-15,0 1-6 0,5-2 5 0,-9 1 5 16,9-1 1-16,-4 1-2 0,4-1 3 0,0 0-1 0,0 0-3 16,0 0-6-16,0 0-15 0,0 0-23 15,0 0-38-15,-8-5-73 0,8 5-221 0,2-7-369 16,-2 7 163-16</inkml:trace>
  <inkml:trace contextRef="#ctx0" brushRef="#br0" timeOffset="-191220.19">6256 1364 38 0,'-11'3'95'0,"6"-2"-12"0,5-1 0 15,-14 3-21-15,4 2-4 0,0 0-5 0,-5 6-2 16,-2 2 3-16,0 5-8 0,-3 5 10 16,-2 0-9-16,-1 7-5 0,-5 13 0 0,-3 1-2 15,3 4 0-15,3 3-4 0,-2-2-5 0,4-1 3 16,6-2-4-16,5-12-1 0,0-2-7 0,9-1-4 16,3 0 7-16,3-3 0 0,2 0 0 15,9-4-2-15,4 0-1 0,8-3 1 0,6-3 2 0,17-2-19 16,8-5-41-16,-2-2-77 0,0-9-75 15,-3-7-201-15,-1-5 89 0</inkml:trace>
  <inkml:trace contextRef="#ctx0" brushRef="#br0" timeOffset="-190752.84">6514 1381 89 0,'0'0'161'0,"5"-1"-17"15,-5 1-11-15,13 3-13 0,-1-1-21 0,6 6-1 16,3 1-12-16,8 8-6 0,1 4-1 0,12 11-17 16,-5 2-3-16,-1 5-5 0,-4 5-2 0,-8 2-4 15,-1 4-7-15,-4 1-1 0,-7 2-2 0,-6-2-7 16,-1 0 9-16,-13-1-4 0,-6-3-16 16,-11 1-3-16,-7 1-9 0,-31 14-36 0,16-22-32 15,-26 12-77-15,-7-7-98 0,22-21-256 0,2-4 114 0</inkml:trace>
  <inkml:trace contextRef="#ctx0" brushRef="#br0" timeOffset="-186035.55">19019 6672 47 0,'0'0'159'16,"-7"-2"-14"-16,4-1-12 0,3 3-4 0,-6-2 0 15,6 2-8-15,-2-2-2 0,2 2-10 0,0 0-5 16,-5-3-10-16,5 3-12 0,0 0-10 0,-4-2-3 16,4 2-10-16,0 0-6 0,0 0-5 0,0 0 0 15,0 0-6-15,0 0-7 0,0 0-11 0,-5-3 4 16,5 3-5-16,0 0 1 0,0 0-4 0,0 0 0 16,0 0-3-16,0 0-5 0,0 0-1 0,0 0 0 15,0 0 1-15,0 0-3 0,0 0 5 0,0 0-8 16,0 0 4-16,0 0-2 0,0 0-2 0,0 0 0 15,0 0 1-15,0 0-3 0,0 0-10 0,0 0 14 16,0 0 3-16,0 0-11 0,-12 2-2 0,12-2 2 0,-5 3 3 16,5-3-4-16,0 0 3 0,-6 1 3 15,6-1-4-15,0 0 5 0,0 0 5 0,-4 2 0 16,4-2-6-16,0 0 2 0,0 0 3 0,0 0 4 16,19 2 2-16,0-2 1 0,9 2 5 0,8-2 6 15,1 3 0-15,2-3 0 0,16 0-4 0,-4 0-3 16,-12 0-6-16,11 0 3 0,-13 0-9 0,-2 0 6 15,-3 0-8-15,-2 0-7 0,-7 0-2 0,-1 0-8 16,-5-3-8-16,-3 3-13 0,-4 0-11 0,-2 0-12 16,-3-2-18-16,-5 2-28 0,3 0-4 0,-3 0-13 0,0 0-14 15,-21-3-42-15,3 2-85 0,-3 0-280 16,2-2 124-16</inkml:trace>
  <inkml:trace contextRef="#ctx0" brushRef="#br0" timeOffset="-185637.49">19267 6670 4 0,'-7'0'201'0,"7"0"1"0,0 0-4 0,0 0-8 0,0 0-8 15,0 0-13-15,0 0-19 0,0 0-13 0,0 0-14 16,0 0-13-16,-5 1-14 0,5-1-18 0,0 0-11 16,0 0-19-16,0 0-8 0,0 8-3 0,0-3-8 15,-2 2-8-15,-1 4 5 0,-1 5-6 0,-1 9-1 16,-3 1 6-16,-4 5 0 0,0 15-7 0,-1 0 1 15,-1 2-2-15,4 0-3 0,-3 1 4 0,0 0-4 16,0-3 1-16,4-10-7 0,-2-2 0 0,4 0 1 16,2 0 2-16,-3-5-6 0,0 0 2 0,-1-5-2 15,4-7 0-15,0 0-3 0,-3-3 5 0,3-3 0 16,1-2-2-16,-4-1 9 0,2-1 12 0,1-2 9 16,0 0 5-16,-6-1 2 0,-1-3-2 0,1-1 4 15,-5-1 2-15,1-3 7 0,-3-1 6 0,0-3-1 16,3 1-1-16,-3-1 2 0,4-1 9 0,1 4 5 15,3-4 7-15,1 4 2 0,-2-2 7 0,5 2-23 16,1 0 5-16,0 3-8 0,1-1-11 0,-1-2-4 16,2 3-7-16,3 2 2 0,-6-4-5 0,6 4-25 15,-2-3-20-15,2 3-20 0,0 0-24 0,-3-1-31 16,3 1-14-16,0 0 0 0,0 0-25 0,0 0-20 16,14 5-43-16,-7-2-42 0,0-2-234 0,1 0-499 15,3 3 221-15</inkml:trace>
  <inkml:trace contextRef="#ctx0" brushRef="#br0" timeOffset="-185218.93">19370 7321 195 0,'0'0'303'0,"0"0"-24"0,0 0-19 16,-1-4-34-16,1 4-25 0,0 0-21 15,0 0-23-15,0 0-19 0,0 0-16 0,0 0-13 16,0 0-13-16,-3 7-10 0,2-3-9 0,0 1-6 0,-1 1-9 16,1 1-8-16,-3 3-5 0,2 2-3 0,-3-3-3 15,1 3-7-15,-1 1-3 0,0-2-3 0,1 1-3 16,0-2-4-16,1 0-1 0,1-5-3 15,-2 1 0-15,4-1-1 0,-4-1 1 0,4-1 7 0,0 1 14 16,0-4 20-16,0 6 43 0,0-6 15 0,0 0 24 16,0 0 0-16,0 0-10 0,0 0-24 0,10-11-7 15,-2 5-13-15,0-1-7 0,0 2-7 0,-1-3-14 16,-1 4 10-16,1 0-20 0,-2 0-12 0,1 0-3 16,3 2-4-16,-4 1-7 0,2-1 4 0,1-1-34 15,0 3-27-15,3 0-18 0,0 0 0 16,3 3-35-16,-1-3-28 0,2 4-30 0,-2 1-40 0,6-1-46 15,-1 0-56-15,-5-1-275 0,4 1-608 0,0-2 269 16</inkml:trace>
  <inkml:trace contextRef="#ctx0" brushRef="#br0" timeOffset="-184784.92">20179 6793 84 0,'1'-5'262'0,"2"-1"-10"0,-2 1-11 15,2-1-16-15,-2 2-6 0,0-1-21 0,2 3-19 16,-3 2-16-16,1-6-24 0,2 4-12 0,-3 2-18 16,0 0-25-16,0 0-20 0,0 0-8 0,0 0-10 15,0 0-3-15,1 17-7 0,-1-5-2 0,0 3-8 16,1 4 2-16,-2 8-5 0,0 1 1 0,-2 3-6 16,-1-3 0-16,2 3 1 0,-1-5-5 0,2 1 0 15,-2-2 0-15,2-7-3 0,0 0-1 0,-2-1-2 16,2-5 2-16,-3 0-2 0,4 0 4 0,0-3-4 15,0 0-3-15,-1-4 2 0,-2 1 1 0,3-1 1 16,0 0-1-16,-1 0 1 0,0-3-1 0,1-2 0 16,1 6-1-16,-1-6 3 0,-4 5-15 0,4-5-10 0,0 0-7 15,0 0-14-15,-4 0-71 0,4 0-99 0,-1-10-213 16,-3 3-455-16,3 1 202 0</inkml:trace>
  <inkml:trace contextRef="#ctx0" brushRef="#br0" timeOffset="-184319.33">20216 6678 191 0,'3'-7'244'0,"2"1"-26"15,0 3-19-15,5-2-18 0,-2 1-18 0,5 1-14 16,-1-1-11-16,6 4-14 0,0-1-10 0,1 4-9 15,-1-1-10-15,0 1-10 0,-1 4-10 0,-1-2-8 16,-3 0-6-16,-3 0-10 0,3 2-6 0,-1 0-4 16,-1 0-7-16,-2 1-7 0,-1-1-13 0,-2 2 4 15,-1-1-5-15,-4-1 0 0,1 3-3 0,-5-5-2 16,0 1-4-16,0 3-2 0,-5 0 1 0,0-2 5 16,-2-2-4-16,-1 2 0 0,0-1 1 0,1-2-3 15,3 0 0-15,0 0-3 0,2-2 5 0,0 0-1 16,1 0-2-16,-1 1-4 0,0-2 4 0,1 2-3 15,4-3 2-15,0 5-6 0,-4-2 6 0,4-3 1 16,4 4-1-16,0-1 1 0,2 1 0 0,-1 3-1 16,3-1 0-16,1 3-1 0,1-2-1 0,2 1 2 15,-2 0-1-15,3 3 1 0,0 1-2 0,-1-1-1 16,0 1-1-16,-3 0 6 0,0-1-7 0,-2-1 7 16,-2 1-2-16,-1-2 2 0,0 0 0 0,-1 1-3 15,-2-3 2-15,-1 1 4 0,0-1-2 0,-3-1 6 16,0 0-8-16,-4 1 5 0,-1-1-2 0,-3 0-3 15,2 1 1-15,-1-3-7 0,-2 0-13 0,1-1-27 16,1-1-29-16,-3-2-27 0,3 0-57 0,-3-1-199 16,0-6-385-16,3 5 170 0</inkml:trace>
  <inkml:trace contextRef="#ctx0" brushRef="#br0" timeOffset="-184053.29">20773 6643 135 0,'10'1'180'0,"-10"-1"-14"0,9 6-8 16,-1 2-19-16,2-1-10 0,-1 6-12 0,3 2-8 0,-2 1-5 15,3 7-6-15,-4 4-10 0,-1 3-6 0,0 2-4 16,-5 3-8-16,-3-1-7 0,-3 14-5 0,-2-15-3 15,-4 1-9-15,-5-1-1 0,-2 0-7 16,-4-1 1-16,-12 3-7 0,-2-1-6 0,4-13-13 16,-13 7-30-16,10-9-38 0,-2-3-47 0,2-5-74 0,-3-1-111 15,-2-5-310-15,5-2 137 0</inkml:trace>
  <inkml:trace contextRef="#ctx0" brushRef="#br0" timeOffset="-183638.12">20260 6498 62 0,'-11'2'160'0,"2"5"-15"16,-7 1-12-16,-8 9-10 0,-6 0-8 0,-7 12-14 15,-8 5-13-15,-3 7-5 0,-19 15-9 0,5 6-2 16,23-16-6-16,0 3-7 0,7 4-4 0,5-2-5 16,8-1 22-16,2 0-2 0,12-3 5 0,5-11 6 15,5-2-9-15,8 0-2 0,15 8-6 0,6-5-5 16,10-6-4-16,10-2-21 0,3-4-45 0,2-8-77 16,2-4-236-16,-1-4-350 0,-8-5 156 0</inkml:trace>
  <inkml:trace contextRef="#ctx0" brushRef="#br0" timeOffset="-180910.05">21969 6895 36 0,'-14'0'150'0,"4"0"-11"0,0 0-19 0,2 2-5 0,2-2-11 16,6 0-9-16,-12-2-7 0,12 2-10 0,-10 2-5 15,10-2-12-15,0 0-3 0,-5 1-6 0,5-1-2 16,0 0 2-16,0 0 7 0,-8 0 12 0,8 0 3 16,0 0 8-16,-4-3 8 0,4 3 2 0,0 0-1 15,0 0-1-15,0 0-6 0,0 0-2 0,0 0-6 16,0 0-8-16,-5-3 2 0,5 3 0 0,0 0-3 15,0 0-4-15,0 0-1 0,0 0 0 0,0 0-2 16,0 0-1-16,0 0-1 0,0 0-7 0,0 0 1 16,0 0-8-16,0 0-5 0,0 0-4 0,0 0-6 15,0 0-2-15,0 0 4 0,0 0-7 0,0 0-4 16,0 0 3-16,0 0-6 0,0 0-1 0,0 0 4 16,0 0 0-16,0 0-6 0,0 0 1 0,0 0-1 15,14-5 0-15,-10 3-2 0,-4 2-1 0,9-1-4 16,-5 0 1-16,-4 1-3 0,6-3 0 0,-3 1-1 15,-3 2-3-15,0 0 1 0,9-1 3 0,-5-1-2 16,-4 2-2-16,7-1-1 0,-7 1 2 0,0 0 2 0,0 0-4 16,7-1 2-16,-7 1 2 0,0 0-2 0,0 0 0 15,0 0 3-15,0 0-3 0,0 0 0 16,0 0-1-16,0 0-1 0,0 0 0 0,6 0 0 16,-6 0 1-16,0 0-2 0,0 0 1 0,0 0-2 0,0 0 0 15,0 0 2-15,0 0-1 0,0 0 0 16,0 0 1-16,0 0 1 0,0 0-1 0,0 0 0 0,0 0 1 15,0 0-1-15,0 0-2 0,0 0-1 0,0 0 3 16,0 0 0-16,0 0 0 0,0 0 2 0,3 4-5 16,-3-4 4-16,0 0-1 0,0 0 1 0,0 0-2 15,0 0 3-15,0 0-1 0,0 0-3 0,0 0 0 16,0 0 2-16,0 0-2 0,0 0-1 0,0 0 0 16,0 0 3-16,0 0-1 0,0 0-1 0,0 0 0 15,0 0-1-15,0 0 2 0,0 0-4 0,0 0 4 16,0 0-2-16,0 0-1 0,0 0 1 0,0 0-1 15,0 0 2-15,0 0 2 0,0 0 0 0,0 0-5 16,0 0 1-16,0 0 0 0,0 0 1 0,0 0-3 16,0 0 7-16,0 0 0 0,0 0 0 0,0 0-2 15,14 0 8-15,-4 0-8 0,8 1 2 0,2-1 1 16,12-3-1-16,0 3-2 0,6-2-2 0,2 2 2 16,12-2 2-16,0-4 0 0,-13 6 1 0,11 0-2 15,-9-5 3-15,-5 5-3 0,-1 0 2 0,-3-2 3 16,-3 0-4-16,-9 1 0 0,-5 0 2 0,-1 1-7 15,-3-1-6-15,-5 1-2 0,0 0-1 0,1-1 1 0,-7 1-5 16,7 1-6-16,-7-1-8 0,7 0-6 16,-7 0-10-16,0 0-2 0,0 0-5 0,0 0-16 15,0 0-15-15,0 0-21 0,-8 8-26 0,8-8-31 0,-6 4-48 16,2-3-169-16,0 1-411 0,4-2 183 0</inkml:trace>
  <inkml:trace contextRef="#ctx0" brushRef="#br0" timeOffset="-180486.3">23090 6695 40 0,'0'-4'315'0,"0"-1"-9"15,-1-2-21-15,2 3-21 0,-2 0-4 0,1 4-17 16,1-6-20-16,-1 3-25 0,0 3-19 0,0 0-15 16,1-5-20-16,-1 5-3 0,0 0-35 0,0 0-23 15,0 0-27-15,0 0-26 0,0 0-7 0,0 0-11 16,0 0-1-16,-2 13 0 0,0-4-4 0,0 4-2 16,-2 6 3-16,0 5-3 0,-2 3-3 0,-1 4 2 15,2 0 2-15,-1 0-3 0,2 3 1 0,0-2 0 16,3-3 0-16,-3 0 1 0,4-2-4 0,-1-1-3 15,-1-8 5-15,2-2 1 0,2 0 2 0,-2-4-4 16,-2 0 3-16,2-3-4 0,0-3 1 0,-1 1 3 16,1-1-1-16,0-2 1 0,0 2 0 0,0-4 6 15,-1 2-6-15,1-4 0 0,0 0 3 0,0 5-3 16,0-5 3-16,1 4-10 0,-1-4-5 0,0 0-11 16,0 0-10-16,0 0-11 0,0 0-11 0,0 0-13 15,0 0-8-15,0 0-82 0,0 0-110 0,0 0-161 16,4-18-458-16,0 9 202 0</inkml:trace>
  <inkml:trace contextRef="#ctx0" brushRef="#br0" timeOffset="-179876.04">23104 6609 139 0,'-1'-6'201'0,"1"2"-8"0,0-2-7 0,0 2-7 0,1-2-15 16,-1 4-9-16,0-2-8 0,0 4-12 0,0-7-19 16,1 2-9-16,2 4-12 0,3-2-9 15,-1 1-9-15,4-1-6 0,0 1-8 0,5-1-12 0,4 1-1 16,0 2-7-16,-1-3-8 0,3 3 0 0,2 3-6 15,-3-3-3-15,0 1-1 0,0 2-9 0,-2-1-1 16,-4 1-2-16,-2 0-8 0,-2 0-4 16,-1 1-3-16,-2 0 0 0,-1 2-4 0,-1-1-3 0,-3 1 7 15,-1 2-4-15,-1-3-3 0,-7 4 2 0,1-1 2 16,-3 0-1-16,-1 1 3 0,0-4 2 0,-4 4-2 16,-2-2 2-16,7-2 4 0,-3 0 0 15,0-2-6-15,3 2 2 0,1-1 5 0,0-1-2 0,3-1-5 16,-1 1 1-16,6-1 1 0,-3 1-4 0,0-1 4 15,3 0-2-15,1-2 5 0,1 7 0 0,6-4 6 16,2 2-8-16,2-1 2 0,6 2-1 0,1 1 3 16,2-1-5-16,-1 0 1 0,7 3 1 0,-7-2 0 15,1-1-1-15,-2 3 1 0,0 1 2 0,-4-1-5 16,-1 4-2-16,-4-3 0 0,0-2 4 0,-5 0-3 16,1 0 2-16,-4-1 6 0,-2 2 2 0,-2-2 8 15,-3 0-3-15,-7-1 7 0,0-1 1 0,-3 1 0 16,-3-1 2-16,-2 1 6 0,2-4 0 0,0 0 2 15,-2 0 3-15,3-1 1 0,1-1-1 0,5 1-3 16,-1 0-3-16,4-1-4 0,2 2 2 0,-1-2-3 16,8 0-5-16,-10 0 1 0,6 1 4 0,4-1 0 15,0 0 1-15,0 0-7 0,-9-1-3 0,9 1 2 16,0 0-1-16,0 0-1 0,0 0-11 0,0 0-14 16,14 6-27-16,-9-4-31 0,-5-2-35 0,10 2-58 15,-6-1-66-15,-4-1-170 0,0 0-431 0,0 0 192 16</inkml:trace>
  <inkml:trace contextRef="#ctx0" brushRef="#br0" timeOffset="-177687.99">24138 6504 126 0,'0'0'163'0,"-8"0"-4"0,8 0-11 15,0 0-8-15,-6-1-12 0,6 1-7 0,0 0-7 0,0 0-4 16,-8 0-7-16,8 0-5 0,0 0 1 0,0 0-5 16,0 0 1-16,0 0-3 0,0 0-4 0,0 0-4 15,0 0-4-15,0 0-1 0,0 0-8 0,-4-3-5 16,4 3-4-16,0 0-6 0,0 0-3 0,0 0-4 15,0 0 0-15,0 0-4 0,0 0-3 0,0 0-3 16,0 0-3-16,0 0-2 0,0 0-3 0,0 0-2 16,0 0-7-16,0 0 3 0,0 0-3 0,0 0-2 15,0 0-1-15,0 0-6 0,17-4 2 0,-4 2 0 16,7-2-5-16,9 0-1 0,7 1 3 0,-3-1-1 16,8 1-6-16,-2-2 4 0,11-1-3 0,-10 2-3 15,-3 2-1-15,-1-1 0 0,3 1 1 0,-6 0-8 16,-13-1-12-16,1 1-14 0,-2 0-11 0,-6 2-17 15,-4-2-25-15,3 1-24 0,-7 1-9 0,-5 0-5 16,4 3 8-16,-4-3-15 0,0 0-25 0,-13 4-184 16,-2-3-365-16,-4 1 161 0</inkml:trace>
  <inkml:trace contextRef="#ctx0" brushRef="#br0" timeOffset="-177303.49">24381 6490 144 0,'-7'0'195'0,"7"0"-9"0,0 0-19 0,0 0-12 16,0 0-17-16,-4 3-12 0,4-3-16 0,0 0-9 16,0 0-11-16,0 0-6 0,0 0-12 0,-1 5-5 15,1-3-8-15,-1 3-2 0,-3 5-6 0,0 0-3 16,2 1-3-16,-2 6 2 0,-1 1-3 0,-3 6-5 16,0 3-1-16,1 0-7 0,-1 3-2 0,3 0 0 15,-2 0-4-15,0 2-2 0,3 0-2 0,-1 1 2 16,-2-3-4-16,2 1-6 0,1-7 3 0,3 3-2 15,-4-4 0-15,1-5-2 0,0-2-4 0,3-4 3 16,-3-1 0-16,0 1-1 0,1-4 3 0,1-2 3 16,0 1 7-16,-1-2 11 0,-2 0-1 0,0-4 4 15,-1 1-1-15,-3-2-4 0,-5 0 1 0,-1-2 4 16,-4-1 5-16,1-4 0 0,1-1 10 0,-2 1-1 16,3-1-3-16,-2 2-1 0,5 0-2 0,-1 0-6 15,5 1 0-15,0 0 7 0,4 3-3 0,-1-2-5 16,0 2-4-16,3-2-3 0,-1 4-8 0,4 0 2 15,-6-3-27-15,6 3-23 0,-3-4-28 0,3 4-30 16,0 0-37-16,0 0-38 0,0 0 15 0,0 0-12 16,0 0-20-16,9 12-49 0,-4-8-139 0,4-2-392 0,5 1 174 15</inkml:trace>
  <inkml:trace contextRef="#ctx0" brushRef="#br0" timeOffset="-176884.53">24548 7016 110 0,'0'0'319'0,"0"0"-29"0,0 0-32 0,0 0-29 16,0 0-23-16,0 0-27 0,0 0-19 15,0 0-17-15,0 0-16 0,0 0-17 0,0 0-11 16,0 0-12-16,-1 11-7 0,-1-4-9 0,1 1-11 0,-3 2-3 16,2 4-3-16,-1-2-6 0,-3 3 1 0,-1-2-10 15,5-4-4-15,-2 3-6 0,-1-3-2 0,1 0-2 16,3-2-1-16,-2-3-3 0,3 1 1 16,-1-1 5-16,-2-1-2 0,3-3 31 0,-1 4 27 0,1-4 30 15,0 3 23-15,0-3 25 0,0 0 20 0,0 0-16 16,0 0-24-16,0 0-15 0,5-12-4 0,-1 8-22 15,-3-2-9-15,7 2-8 0,-4 0-12 0,-2 0-7 16,1 0-5-16,2 1-11 0,-2 1-7 0,-3 2-10 16,5-3 8-16,-1 2-21 0,-4 1-8 0,0 0-23 15,12 1-20-15,-4 2-5 0,0 1-34 0,2-1-19 16,0 4-17-16,0-3-26 0,2 3-24 0,-1 1-28 16,1-2-31-16,2 2-36 0,-3-2-46 0,-1-2-260 15,2 0-603-15,-2-2 267 0</inkml:trace>
  <inkml:trace contextRef="#ctx0" brushRef="#br0" timeOffset="-174452.11">25395 6631 134 0,'1'-4'234'16,"3"1"-5"-16,-1 0-12 0,-2-1-18 0,-1 4-19 16,5-2-19-16,-5 2-16 0,3-4-18 0,-3 4-25 15,0 0-16-15,0 0-12 0,0 0-5 0,0 0-11 16,-3 13-3-16,2-8-8 0,-7 4-2 0,-3 6-6 16,-6 2 0-16,-5 4-7 0,-1 3 1 0,-3-1-4 15,-1 0-2-15,-3 0-1 0,1-2-3 0,-2 2-2 16,2-7-1-16,2 1-5 0,1-4-1 0,11-2 1 15,4-4-2-15,4 0 18 0,1-4 6 0,-2 1 29 16,4 0 42-16,1-3 45 0,-1 0 36 0,4-1 9 16,0 0-21-16,-8-9-14 0,9 4-18 0,2-5-19 15,1-1-9-15,1-1-14 0,6 0-8 0,-4 1-19 0,4-2-1 16,-6 4-11-16,4 1-13 0,-2-1 8 16,-1 5-18-16,-1-1-5 0,-1 0-8 0,2 2 12 15,3 0-23-15,-1 3-5 0,2 0-15 0,0 1-21 16,2 1-27-16,2 1-11 0,0 6-14 0,-2-4-17 0,5 4-17 15,1 0-24-15,-2 4-30 0,0 2-36 0,-2-3-33 16,4 0-52-16,-4 2-262 0,0-3-592 16,-1-2 261-16</inkml:trace>
  <inkml:trace contextRef="#ctx0" brushRef="#br0" timeOffset="-174205.22">25560 6598 29 0,'1'-5'308'0,"1"-1"-26"0,0 2-32 16,-1 1-27-16,3 1-25 0,-4 2-22 0,0 0-21 15,13 3-15-15,-7 3-18 0,3 2-6 0,5 6-14 16,-2 1-9-16,4 6-7 0,-3 4-1 16,1 0-12-16,-2 3-11 0,-3 3-2 0,1 1-4 0,-5-1-6 15,0 1-3-15,-2-4-4 0,-5 1-22 0,-1-1-25 16,-4-1-14-16,-2-4-12 0,-4 2-9 0,-4-7-17 15,-5 0-30-15,-1-6-54 0,-8 1-88 0,0-11-135 16,-2 0-393-16,3-5 174 0</inkml:trace>
  <inkml:trace contextRef="#ctx0" brushRef="#br0" timeOffset="-173902.72">25283 6332 75 0,'-2'-8'274'0,"-2"0"-20"0,1 2-32 0,-1 3-26 16,-1-1-22-16,-3 4-16 0,-2 1-18 0,-9 6-15 15,-4 8-13-15,-5 4-15 0,-12 15-9 0,0 3-8 16,-2 6-10-16,3 2-7 0,0 4-4 0,3 0-11 15,7 2 0-15,3-2-6 0,11-2-2 0,6 2-3 16,4-4 1-16,6-10 5 0,8 9-1 0,5-10 3 16,7-4-8-16,12 5 2 0,9-3-1 0,13-3-22 15,3-8-33-15,4-1-51 0,2-6-77 0,1-5-267 16,26-3-446-16,-30-8 198 0</inkml:trace>
  <inkml:trace contextRef="#ctx0" brushRef="#br0" timeOffset="-173156.03">26183 6403 83 0,'0'0'154'0,"-6"-2"-11"0,6 2-6 16,0 0-13-16,0 0-9 0,-4-2-11 15,4 2-11-15,0 0-13 0,0 0 3 0,0 0-11 16,0 0-7-16,0 0-4 0,0 0-10 0,0 0-3 0,0 0-7 16,0 0 2-16,0 0 1 0,0 0 4 0,0 0-4 15,0 0 4-15,0 0 13 0,0 0 2 0,0 0 7 16,0 0-4-16,0 0-3 0,0 0-9 16,0 0 3-16,0 0-2 0,0 0-4 0,19-3 2 15,-6 2-2-15,9 0-5 0,7-5-4 0,5 2-3 0,3-1-3 16,14-2-9-16,-13 5 0 0,4-2 0 15,-5 1-3-15,0 0-7 0,-2 0 2 0,-6 0-4 16,-6 2-2-16,-4-2-2 0,-5 3-7 0,-2 0-18 16,-2 0-24-16,-5-1-21 0,3 2-14 0,-8-1 0 0,0 0-18 15,0 0-29-15,-22 3-32 0,9-2-22 0,-6 2-139 16,1-2-340-16,-5 1 151 0</inkml:trace>
  <inkml:trace contextRef="#ctx0" brushRef="#br0" timeOffset="-172787.7">26374 6388 101 0,'0'0'209'16,"0"0"-7"-16,-3 3-2 0,3-3-8 0,0 0-10 16,0 0-9-16,0 0-16 0,0 0-17 0,0 0-17 15,0 0-11-15,0 0-12 0,-4 3-15 0,4-3-12 16,-2 2-6-16,0 2-10 0,0 2-4 0,2 4-8 16,2 2 0-16,-4 5-5 0,0 3 1 0,-1 8-3 15,-2-1-4-15,1 4 2 0,-1 1-2 0,1 5-4 16,-3-3-5-16,1 3-1 0,-3 10-1 0,4-11-4 15,0 10 1-15,0-13-3 0,1-2 0 0,2 2-2 16,-2-2 3-16,1-5-6 0,1-6 1 0,-1-1 0 16,-2-4-2-16,-1 4-3 0,2-5 9 0,0-4-5 15,-1 1 7-15,0-3 6 0,-2 0 5 0,-3-3 6 16,0 0 0-16,-3-3 4 0,-5-2-1 0,1 0-2 16,-2-4 4-16,0 1 4 0,3-4 3 0,-3 0-6 15,1 0 17-15,4-3-8 0,2 4 25 0,1-1 3 0,0 2 14 16,2 3-12-16,3 0-2 0,2-1-18 15,-1-2 1-15,1 3-10 0,0 0-13 0,4 2-15 16,-3-4-15-16,1 3-19 0,2 1-24 0,-5-5-30 16,5 5-29-16,0 0-35 0,0 0-24 0,0 0 1 0,0 0-23 15,0 0-27-15,0 0-24 0,17 6-243 16,-11-5-506-16,2 1 224 0</inkml:trace>
  <inkml:trace contextRef="#ctx0" brushRef="#br0" timeOffset="-172306.41">26554 7023 25 0,'0'0'323'0,"0"0"-10"0,0 0-8 16,0 0-15-16,0 0-9 0,0 0-27 15,0 0-24-15,0 0-24 0,0 0-21 0,0 0-24 0,-3-3-11 16,3 3-21-16,0 0-16 0,0 0-14 0,0 0-28 16,0 0-15-16,0 0-9 0,0 0-8 0,-1 13-8 15,0-6 0-15,0 5-1 0,-3 0-7 0,1 3 5 16,-2 5-8-16,-1-2-3 0,1-1 8 0,-1 1-5 15,2 0-13-15,0-6 1 0,-1-1 1 0,2-2 1 16,-1 0-3-16,3-1 1 0,0-3 3 0,-1 0 0 16,1-1 8-16,1 1 28 0,0-5 22 0,-1 3 44 15,1-3 3-15,0 0-10 0,0 0-9 0,11-8-13 16,-2-1-14-16,1 4-1 0,5-8-8 0,-2 0-14 16,0 4 0-16,3-1-10 0,-4 1 0 0,-3 3-6 15,5 1-6-15,-5 1-5 0,3 0-3 0,-1 4-10 16,1-2-11-16,2 3-15 0,-1 0-17 0,3 3-5 15,2 1 7-15,1 1-14 0,-1 0-8 0,1 2-11 16,-2 1-20-16,-2 2-23 0,3-2-27 0,-5 2-35 16,2-4-47-16,-1 0-63 0,-4-3-282 0,-2-1-610 15,1-3 270-15</inkml:trace>
  <inkml:trace contextRef="#ctx0" brushRef="#br0" timeOffset="-171746.55">27106 5992 137 0,'0'0'288'0,"0"0"-12"16,4-4-12-16,-4 4-22 0,0 0-20 0,0 0-24 16,0 0-25-16,0 0-17 0,0 0-20 0,0 0-18 15,0 0-30-15,0 0-19 0,0 0-8 0,0 0-6 16,-9 11-3-16,-1-3-6 0,0 6-19 0,-1 1-20 16,-4 4-24-16,-2 3-22 0,0 2-23 0,0 3-26 15,-1-2-41-15,2-1-48 0,1-1-174 0,5 1-379 16,3-6 167-16</inkml:trace>
  <inkml:trace contextRef="#ctx0" brushRef="#br0" timeOffset="-171272.01">27422 6532 263 0,'0'-5'324'16,"1"2"-18"-16,0-1-14 0,-1 4-27 0,2-5-28 15,-2 2-23-15,0 3-25 0,0 0-25 0,0 0-25 16,2-5-32-16,-2 5-31 0,0 0-8 0,0 0-7 16,0 0-5-16,-2 22-10 0,0-10-3 0,1 3-2 15,-1 3-6-15,-2 3-3 0,-1 4-3 0,-1 0 1 16,2 1-4-16,1-6-4 0,-2 6-1 0,2-6-4 15,1 5-1-15,-1-4 1 0,0-5-4 0,1 0 5 16,1-3-4-16,-1-2 0 0,1-1 1 0,0 1-5 16,1-3-12-16,-3-1-12 0,3 0-9 0,0-4-2 15,0 1-2-15,0-4-3 0,-2 6-6 0,0-3 6 16,2-3-55-16,0 0-70 0,-10-8-39 0,5 3-240 16,0-3-469-16,1-2 208 0</inkml:trace>
  <inkml:trace contextRef="#ctx0" brushRef="#br0" timeOffset="-170887.55">27409 6406 251 0,'1'-6'255'0,"2"0"-23"16,1-1-22-16,2 2-24 0,3-3-17 0,0 1-16 16,1 3-18-16,2 1-16 0,-1 0-11 0,4 3-11 0,-2 0-13 15,0 1-5-15,2 3-11 0,-3 0-10 0,-1 0-10 16,1 5-1-16,-3-2-12 0,1 2-6 15,-2 0-3-15,-2 1-6 0,-1 3-3 0,-2-5-2 16,-4 4-2-16,1-2-6 0,-4 2-2 0,-1-3-3 0,-2-1-1 16,1 1-2-16,-2-1 4 0,-1 0 0 0,3-2-2 15,-2 1-4-15,-1-2 2 0,5-2 1 0,2 2 1 16,-2-1 3-16,0 0-3 0,0 0 1 16,3 0-3-16,-2 1 3 0,3 0-1 0,3-3 1 0,-2 5-3 15,4-1 2-15,-1-2 2 0,5 3-4 0,1-1 4 16,-1 1-2-16,2 1-3 0,1 1 0 0,0 1 2 15,3 1 3-15,-6-2-2 0,3 4-1 0,-4-3 3 16,0 0 5-16,-3 0-5 0,0 2 0 0,-1-1 2 16,0-3-1-16,-4 1-1 0,0-1-1 0,-2 1 0 15,0-2 1-15,-4-1-1 0,-1 2-4 0,-3-1 4 16,-1-2-4-16,-1 1-4 0,-4-1-22 0,-1-3-33 16,-1 2-32-16,5-5-52 0,-1-1-221 0,1-3-396 15,2 2 176-15</inkml:trace>
  <inkml:trace contextRef="#ctx0" brushRef="#br0" timeOffset="-170618.97">27879 6350 37 0,'2'-5'303'16,"1"2"-27"-16,-2-1-31 0,-1 4-27 0,2-2-27 15,-2 2-21-15,0 0-15 0,6 0-19 0,-6 0-16 16,9 10-14-16,-5 1-10 0,4 8-11 0,-1 6-5 16,2 5-6-16,-3 3-6 0,-3 2-4 0,2 10-3 15,-10 3-4-15,2-2-9 0,-4-12-5 0,-5 14 1 16,-5-1-2-16,1-3-6 0,-2-13 1 0,-1 0-5 16,-3-2-15-16,-11 8-13 0,-4-5-17 0,5-8-30 15,-10-1-36-15,-4-1-52 0,12-6-78 0,-2-6-186 16,-4-5-429-16,1-2 190 0</inkml:trace>
  <inkml:trace contextRef="#ctx0" brushRef="#br0" timeOffset="-170288.96">27281 6229 174 0,'-2'-2'242'16,"2"2"-28"-16,0 0-25 0,0 0-23 0,-18 10-15 15,7 2-18-15,-12 12-9 0,2 5-16 0,-12 10-7 16,-2 9-8-16,-12 22-9 0,12-21-11 15,2 4-3-15,4-3-10 0,5 2-7 0,7 0 9 0,8-1 12 16,5-2-4-16,8-3 0 0,9 0-2 0,7-3-1 16,9-1-6-16,10-6-6 0,8 0-13 15,8-7-48-15,27 7-58 0,-21-16-115 0,26 3-214 0,-23-10-425 16,1-9 188-16</inkml:trace>
  <inkml:trace contextRef="#ctx0" brushRef="#br0" timeOffset="-167939.22">16252 8301 149 0,'0'0'167'0,"0"0"-25"0,0 0 3 0,0 0-24 0,0 0-9 16,0 0-15-16,0 0-11 0,9-5-7 0,-9 5-10 15,8 0-3-15,-8 0-8 0,10-3-3 0,3 3-11 16,-3-1-4-16,2 1-8 0,2 0 3 0,2-2-5 16,2 5-6-16,1-3 4 0,1 0 0 0,1 1-5 15,2-1-5-15,5 3-4 0,-7-3 4 0,7 2-6 16,0 0 2-16,0-2-4 0,0 0 0 0,0 0-3 16,0 2 5-16,3-2-3 0,0 0-6 0,-1 0 4 15,0 0 0-15,0 0-6 0,4 0 8 0,0-2-6 16,1 2-1-16,-2 0 6 0,3-2-7 0,-2 2 3 15,1-2 7-15,-1 2-9 0,-2-1-1 0,3-3 3 16,-2 5-2-16,3-1-3 0,1-1 4 0,-3 1-4 16,3-3 2-16,-2 3-1 0,-2-3 0 0,2 3 2 15,0-1 4-15,0-2-10 0,-2 1 9 0,-4 1-5 16,5-3-2-16,-2 3 4 0,-1-1-11 0,3-1 8 16,-1 2 3-16,-4-2 0 0,2 1-5 0,-3 1 3 15,2-1-3-15,-4 0 1 0,2 1 5 0,0-2-4 16,1 2 3-16,-9-1 1 0,11-1-2 0,-3 1-4 15,1 1 6-15,1-4 0 0,2 5 0 0,-3-5-9 16,3 4 4-16,-1 0 4 0,2 0-1 0,1-3 1 16,-1 4-2-16,3-3 1 0,-2 1-2 0,1 0-5 0,0 0 14 15,-1 1-10-15,6-1-1 0,-2 1 5 0,-1 0-4 16,2 1-2-16,-1-1 5 0,0 1 9 16,-2-2-11-16,1 2 0 0,1 0-2 0,2 0 4 15,-1 0 2-15,0 0 0 0,1-3-5 0,11 3 3 0,-13 0-3 16,1 0 1-16,-2-1 10 0,0 0-11 0,2 1 2 15,-2-4-3-15,3 1 5 0,-1 1-4 0,14 1 1 16,-15 0-4-16,13-3 3 0,-11 2 1 0,0-1-4 16,-2 2 2-16,14-2-5 0,-2 0 6 0,-9 2-4 15,11-2 5-15,-13 1-1 0,13-1-2 0,-15 1 7 16,4-1-4-16,-1-1-3 0,11 3 5 0,1-1-5 16,-15 1 6-16,16-5 1 0,-15 6-1 15,14-4-4-15,-15 3-1 0,17-4 10 0,-14 4-8 0,11 0-1 16,-1-3 1-16,-10 0-4 0,13 1 6 0,-2-1-1 15,1 0 2-15,-2 3-3 0,-9-3 1 0,0 2 4 16,0-1-2-16,8 1-1 0,4 1 1 0,-16-3 5 16,2 1-3-16,13-1-1 0,-14 3-1 0,16-2 1 15,-17 1-3-15,18 0 8 0,-14-2 1 0,10 1-3 16,4 0-4-16,0 0 0 0,0 3 11 0,-3-2-11 16,2-1 0-16,1 2 4 0,-2-2 3 0,-3 1-5 15,-9-1 1-15,9 0-2 0,4 3 5 0,-3-1-14 16,0 0 7-16,-9-1 5 0,9 1-3 0,-12 0-1 15,14-2 0-15,-3 3 2 0,4-2-4 0,-2 2 5 16,-1-2-7-16,-10 1 3 0,12 1-2 0,-1-2 4 16,0 1-5-16,-11 0 4 0,13 1 1 0,-14-1 0 15,14-1 3-15,-1 0 1 0,-14 2 2 0,19-3-2 16,-7-1-2-16,0 3-1 0,4-3-1 0,0 1 0 16,-1-2 3-16,1 4-5 0,2-3 3 0,-7 1 0 15,6-2-3-15,-5 3 0 0,1 0 0 0,0-2 3 16,0 0-2-16,2 0-2 0,-3 0 1 0,0 1 5 15,3 1-2-15,-3-1-2 0,3 1 3 0,-1-1-1 16,0-1 1-16,-1 2-2 0,0 0 4 0,3-1-6 16,0-1 3-16,-1 2-3 0,-3-1 5 0,4-1 0 15,4 4-2-15,-6-2 2 0,6-1 2 0,-5 1 1 0,4-1 0 16,-1 1-2-16,3-2-1 0,3 3 1 16,-3-2 4-16,2 1-3 0,2-4-3 0,-1 4 5 15,1-2-2-15,-2 1 6 0,2 1-1 0,-1-1-2 0,1 0-2 16,-2 2 6-16,5 1-1 0,-3 0 1 0,-2-2-3 15,6 1 0-15,-3 2-6 0,0-2 6 0,-2 1-1 16,1 1-3-16,-2-1 1 0,1 2-1 16,-3-4 0-16,-2 4 2 0,-1-4-1 0,2 0-2 0,-2-1 10 15,1 0 3-15,-1 1 5 0,0 0 1 0,2-4-1 16,-3 2-6-16,-1 2 1 0,1-1 0 0,0-4 0 16,-5 4-5-16,4 1-2 0,-1-3 1 0,-16 0-1 15,14 0-2-15,-14 1-1 0,0-2 0 16,0 2-1-16,1-1-3 0,-1 2 2 0,0-1-2 0,4 1 0 15,-2 0-3-15,-3-1 1 0,4 3 0 0,-3-1-2 16,-3 1 1-16,-2 1 1 0,3 1-3 0,-2-1 2 16,-4 0 3-16,-10-1-3 0,2 0 2 0,-1 0-5 15,-1 0 6-15,0 0 5 0,-1-2 7 0,-6 2-1 16,-3 1 6-16,7-2-1 0,-4 2 2 0,-2-3-2 16,-4 1 9-16,2 0-9 0,-3 1-3 0,4 0-2 15,-3-1 8-15,-2 2-9 0,0-1 3 0,-5 1 3 16,10-3-4-16,-10 3 0 0,6 0-2 0,-2 0-2 15,-4 0-7-15,0 0-10 0,0 0-27 0,0 0-28 16,7-3-26-16,-7 3-28 0,0 0-41 0,0 0-43 16,-28 0-213-16,10-1-441 0,-3 1 196 0</inkml:trace>
  <inkml:trace contextRef="#ctx0" brushRef="#br0" timeOffset="-166623">19746 9038 135 0,'2'-9'200'0,"-2"1"-1"0,4-3-1 0,-4 3-10 16,3 0 6-16,-3 0-4 0,4 0-9 0,-2-2-14 16,1 3-11-16,-2 0-12 0,2 2-10 0,-2 3-13 15,0-3-12-15,0 0-11 0,-1 3-11 0,0 2-12 16,2-5-12-16,-2 5-13 0,0 0-20 0,0 0-9 15,0 0-3-15,0 0-8 0,5 17-3 0,-5-6 2 16,-4 9-3-16,1 5 5 0,0 2-9 0,-4 3 2 16,2 4 1-16,-3 3-3 0,-2-4 5 0,4 2-4 15,-1-2 2-15,2 1-6 0,-4-2 4 0,4-6 3 16,1 1-2-16,3-10-2 0,1 0-1 0,-2-5 5 16,2 0-3-16,0-3 1 0,-2 1-1 0,2-3 0 15,0-2 0-15,0 2 3 0,0-2 0 0,0-5-1 16,-1 5 3-16,1-5 8 0,0 5-9 0,-3-2 0 0,3-3 3 15,0 0 2-15,0 4 4 0,0-4-6 16,0 0-1-16,0 0 1 0,0 0 0 0,0 0-40 16,0 0-37-16,0 0-8 0,-1-15-9 0,1 9 0 15,0-5-17-15,0 0-15 0,1-5 0 0,3 0-2 0,-2-3-3 16,1-6 15-16,1-1 6 0,0 1 7 0,0-4-1 16,-3 1 14-16,4-3 9 0,-1 1-1 15,0-1 17-15,-3-3 6 0,3 4 26 0,0 0 23 16,-3 3 24-16,3 1 27 0,-4 1 3 0,0 4 20 0,6 1 9 15,-6 3 4-15,3 3 5 0,-2 2 0 0,2 2 4 16,-1 0-7-16,1 0-4 0,-2 3-12 0,2 2-8 16,-1-2-9-16,2 2-4 0,0 0-8 15,3 2-4-15,4-1-3 0,-2 0-1 0,5 1-11 16,-3 3-2-16,7 3-3 0,0-1-2 0,1 3-3 0,0-3 1 16,-2 5-3-16,-2 1 0 0,2 1-4 0,-4-3-2 15,1 5 0-15,0 1-2 0,-7-1-2 0,4 1 1 16,-3 1-2-16,-2 0 0 0,-2-1 0 15,-2-2 0-15,-1 1 1 0,-1 2-5 0,-2-6 1 0,1 3 0 16,-2-3 0-16,-2 2-4 0,1-2 3 0,-1 1 0 16,3-1 2-16,-1-4-3 0,-1 1 1 0,1 0 7 15,1-2-6-15,-2 2-2 0,4-4 0 0,-5 5 1 16,5-5 1-16,0 3-1 0,0-3 1 0,0 0 0 16,5 7 0-16,-5-6 3 0,5 2-3 0,-1-2-4 15,3 3 4-15,0-1 1 0,3 2-1 0,1 0 0 16,-2-1-2-16,1 1 3 0,0 2 0 0,0 1-2 15,-1-3 2-15,0 4-1 0,0-2 1 0,-2 1 2 16,1 2-1-16,-4-3-4 0,1 2 6 0,-1-4-4 16,-3 2 2-16,2 1-4 0,-2-3-3 0,-1 2 5 15,-1 0-1-15,-2-2-1 0,2 0 2 0,-4 3-4 16,-3-2 2-16,2 0-7 0,-3 0-14 0,0-1-25 16,-4 0-25-16,3-2-35 0,-1-1-30 0,-1-1-46 15,4-2-167-15,2-4-381 0,1 3 169 0</inkml:trace>
  <inkml:trace contextRef="#ctx0" brushRef="#br0" timeOffset="-166137.85">20286 8564 126 0,'2'-3'307'0,"0"-1"-20"0,-2 4-37 15,0-4-24-15,0 4-19 0,0-5-28 16,0 5-16-16,0 0-18 0,2-3-21 0,-2 3-14 16,0 0-10-16,0 0-13 0,0 0-10 0,12 7-7 15,-9-2-11-15,3 2-9 0,3 3-3 0,-4 0-4 16,4 4-6-16,-4 1-6 0,-1 3-1 0,0-2-1 15,-3 3-5-15,-1 2 0 0,-4-1-7 0,3-2 3 16,-3-1-1-16,0 0-6 0,1-1 1 0,-4-2-6 16,2-4 4-16,0 2 1 0,1-4-4 0,2-1-5 15,-2-2 2-15,2 0-1 0,1 1 1 0,-3-4 3 16,2 2-4-16,2 0 2 0,0-4 9 0,-3 3 7 16,3-3 4-16,0 0 2 0,9 3 8 0,0-4-6 15,5 1-4-15,4-4-1 0,10-1-2 0,-1-1-4 0,2 2-2 16,-2-1-1-16,-9 4-2 0,3-3 11 15,-4 1-11-15,-2 2-8 0,-3-2 0 0,1 2-4 16,-4 0 5-16,0 1-1 0,-4-1-3 0,-5 1-5 16,10-2-5-16,-3 2-3 0,-7 0-12 0,0 0-13 0,7 0-12 15,-7 0-7-15,0 0-4 0,0 0-14 0,0 0-23 16,-6 9-38-16,-2-3-38 0,6-4-73 0,-5 0-166 16,6 3-441-16,-3-3 195 0</inkml:trace>
  <inkml:trace contextRef="#ctx0" brushRef="#br0" timeOffset="-165317.43">21132 9162 111 0,'-6'0'202'0,"-1"-2"-12"0,7 2-10 0,-10 4-3 15,10-4-4-15,-6 0-2 0,6 0 0 0,-7 2-9 16,7-2-11-16,0 0-12 0,-5 0-6 0,5 0-7 15,0 0-6-15,0 0-11 0,0 0-11 0,0 0-6 16,0 0-13-16,0 0-8 0,0 0-8 0,-7-2-3 16,7 2-1-16,0 0-10 0,0 0-9 0,0 0-2 15,0 0 5-15,0 0-12 0,0 0 0 0,0 0-6 16,0 0 4-16,0 0-5 0,0 0-4 0,0 0-2 16,0 0-4-16,0 0-1 0,0 0-1 0,0 0 2 0,0 0-3 15,0 0-3-15,0 0 1 0,0 0-1 0,0 0 0 16,0 0-4-16,0 0 2 0,0 0-3 15,0 0 2-15,0 0 0 0,0 0 0 0,0 0-1 16,0 0 0-16,0 0 0 0,0 0-1 0,0 0-3 0,0 0 0 16,0 0 4-16,0 0-2 0,0 0-2 0,0 0 2 15,0 0 1-15,-5 3-4 0,5-3 4 0,0 0-4 16,0 0 0-16,0 0 2 0,0 0-2 16,0 0 3-16,0 0-1 0,0 0-1 0,0 0 1 0,0 0-1 15,0 0-1-15,0 0 2 0,0 0 1 0,0 0 0 16,0 0-3-16,0 0 2 0,0 0-3 0,0 0 3 15,0 0-2-15,0 0 0 0,0 0 2 0,0 0-1 16,24-3-1-16,-11-1 0 0,6 4-1 0,8-7 3 16,-1 3 1-16,5-1 1 0,4-2-5 0,1 3 5 15,3-1-3-15,-1 0 2 0,12-3 3 0,-10 7-6 16,-3-6-3-16,3 3 3 0,-5 0 0 0,-4-1 1 16,-3 4-2-16,-9 0 4 0,0-1-1 0,-7 1 0 15,-3 1-1-15,0-2 1 0,-3 2 3 0,1 0-3 16,-2-1 1-16,-5 1-5 0,0 0-6 0,10 0-11 15,-10 0-16-15,5-1-11 0,-5 1-13 0,0 0-23 16,0 0-21-16,0 0-26 0,0 0-27 0,0 0-46 16,0 0-215-16,5-3-451 0,-5 3 200 0</inkml:trace>
  <inkml:trace contextRef="#ctx0" brushRef="#br0" timeOffset="-164788.38">22382 8826 172 0,'3'-2'242'0,"-3"2"-20"0,0 0-18 15,5-4-25-15,-5 4-17 0,0 0-20 0,0 0-16 16,3-2-13-16,-3 2-20 0,0 0-12 0,0 0-15 16,0 0-10-16,-1 13-8 0,0-9 1 0,-5 7-14 15,-2 3 3-15,-2 2-5 0,-7 7 4 0,-1 1-6 16,-5 2-1-16,-9 10-5 0,5-8-4 0,-8 6 1 15,-4 4-4-15,1-8 3 0,1 4-5 0,7-12 1 16,6-2-2-16,1-2-4 0,7-6 0 0,0-1 2 16,6-4 3-16,2-2 0 0,2 0 26 0,1-1 24 15,0 0 38-15,1 0 27 0,0-1 40 0,4-3 22 16,0 0-1-16,0 0-24 0,-5-10-13 0,6 5-9 16,2-4-32-16,2-1-4 0,1-7-20 0,4 1-6 15,-1 2-6-15,-1 0-7 0,4 0-12 0,-5 7-8 16,1 1-6-16,-2-1-5 0,2 3-10 0,-3-3-4 15,2 4-15-15,2 2 12 0,-1 1-14 0,3 1 1 16,0 6-15-16,3-3-16 0,0 6-6 0,4-2-11 16,-4 4-14-16,8 3-23 0,0 2-30 0,-7-5-32 15,-1 0-41-15,1 2-36 0,1-2-51 0,-3-2-316 16,-4-3-629-16,3 0 279 0</inkml:trace>
  <inkml:trace contextRef="#ctx0" brushRef="#br0" timeOffset="-164189.4">22666 8644 228 0,'5'-7'289'0,"-3"5"-27"16,1-3-25-16,-1 2-25 0,2-1-24 0,-2 1-19 0,-2 3-19 16,6 0-21-16,-6 0-11 0,0 0-15 0,13 8-15 15,-7-1-6-15,-3 0-9 0,3 3-7 0,-5 3-8 16,4 0-5-16,-3 4 4 0,0 0-12 0,-4 1-5 16,0 1-3-16,1 0-4 0,-4-2-3 0,1-1-1 15,0-1-2-15,1 0-3 0,1-6-2 0,-2 1-2 16,2-2 1-16,-1-1-7 0,1 2-1 0,0-6 0 15,0 2-1-15,1-1-1 0,-1 0 5 0,2-1-4 16,0-3 16-16,-2 5 20 0,2-5 14 0,-1 3 9 16,1-3 13-16,0 0 2 0,0 0-3 0,0 0 9 15,0 5-7-15,0-5-8 0,0 0-10 0,0 0-5 16,0 0-8-16,0 0-9 0,0 0 0 0,0 0-3 16,0 5-15-16,0-5 4 0,0 0-6 0,0 0-2 15,0 0 3-15,0 0-6 0,0 0-3 0,0 0 1 16,0 0 6-16,0 0-1 0,0 0 13 0,0 0 1 15,0 0 7-15,0 0-1 0,0 0-7 0,6 0 1 16,-6 0-6-16,22-3 0 0,5-1-5 0,6-1 4 16,6 0-10-16,19-1-1 0,9-3-7 0,27-1 4 15,0 1-2-15,0 2-2 0,-4-1 3 0,-30 5-1 16,3 1-5-16,-8-3 2 0,-4 3 0 0,-18 1 2 16,-2 0-4-16,-8 1-3 0,-5 0 7 0,-5-3 3 15,-2 3 12-15,-2 0 5 0,0 0 5 0,-4 0 6 16,1 0 3-16,-6 0 1 0,9-2-5 0,-9 2-7 15,0 0-14-15,8-1-35 0,-8 1-27 0,4-1-44 16,-4 1-51-16,0 0-49 0,0 0-64 0,0 0-129 16,0 0-301-16,0 0-734 0,-28 1 325 0</inkml:trace>
  <inkml:trace contextRef="#ctx0" brushRef="#br0" timeOffset="-146839.56">1528 12811 31 0,'0'0'166'0,"0"0"-12"15,0 0-14-15,0 0-6 0,0 0-1 0,0 0-10 16,0 0 1-16,0 0-11 0,0 0-6 0,0 0-3 16,0 0-5-16,0 0-2 0,0 0-11 0,0 0 0 15,0 0-6-15,0 0-5 0,0 0-8 0,-4-1-8 16,4 1-3-16,0 0-9 0,0 0 4 0,0 0-11 16,0 0-5-16,0 0-4 0,0 0 0 0,0 0 0 15,0 0-5-15,0 0 2 0,0 0-1 0,0 0-6 16,0 0-2-16,0 0 0 0,0 0-6 0,14-1 4 15,-6-2-6-15,5 2-3 0,6 0 3 0,2-5-3 16,11 2-2-16,1 2 0 0,2-1 0 0,2 1 2 16,-4-2 0-16,2 1-2 0,-3 0-1 0,-3 1 1 15,2-1-3-15,-12 3-1 0,-5 0 3 0,-4 0 2 16,3-2-1-16,-5 2-15 0,-2-2-8 16,2 2-5-16,-8 0-8 0,9 0-19 0,-9 0-9 0,4 2-11 15,-4-2 8-15,0 0-4 0,0 0 5 0,-9 6-7 16,1-2-12-16,-2 0-20 0,-3 1-27 0,0-2-24 15,-5 1-121-15,4 0-292 0,-1 0 129 0</inkml:trace>
  <inkml:trace contextRef="#ctx0" brushRef="#br0" timeOffset="-146524.9">1496 13004 197 0,'0'0'197'0,"0"0"-21"16,0 0-16-16,0 0-15 0,0 0-11 0,22-4-18 15,-2 1-17-15,1 0-3 0,11-1-9 16,2 1-8-16,3 0-8 0,0-1-2 0,0 4-9 0,-1-2-6 16,-4 0-10-16,-3 2-18 0,-1-1-19 0,-9-1-11 15,-3 2-23-15,-2 0-30 0,-4 0-23 0,0 2-29 16,-2-2-14-16,-4 1-114 0,-4-1-255 0,0 0 113 16</inkml:trace>
  <inkml:trace contextRef="#ctx0" brushRef="#br0" timeOffset="-145941.12">1911 12654 53 0,'-1'-8'315'0,"-2"4"-13"0,2 1-12 0,1 3-26 16,0-8-30-16,0 4-23 0,0 4-23 0,0 0-28 15,-3-2-26-15,3 2-32 0,0 0-30 0,0 0-26 16,0 0-11-16,0 0-3 0,0 0-1 0,17 8-6 0,-8-2 0 16,1 2-8-16,6 3 3 0,-1-1-9 15,4 2-6-15,-4 1-8 0,7 3-5 0,-1-3-8 16,-5-2-12-16,1 2-1 0,-2-4-1 0,-2 1-1 15,-3-3-1-15,-1 0 2 0,0 1 4 0,1-4 3 16,-3-2 5-16,-2 2 1 0,-1 0-3 0,-3-1 18 16,-1-3 12-16,5 2 18 0,0 0 18 0,-5-2 9 15,0 0 5-15,3 2-7 0,-3-2-6 0,0 0-4 16,0 0-2-16,0 0-12 0,0 0-2 0,0 0-6 16,0 0-5-16,-8 8-4 0,2 0-2 0,-7 4-2 15,-8 6-9-15,-2 5 5 0,-2 3-5 0,-11 10 2 16,-1-1-2-16,2 5 4 0,1-1-3 0,2 0 0 15,1 0 0-15,11-8-3 0,0-4 0 0,2 0 1 16,0-3 2-16,6 0-2 0,2-10-4 0,1 3 6 16,4-5 5-16,0-5-6 0,1 0 0 0,0-1 11 15,1-2 12-15,0 2 13 0,3-2 10 0,-4-3 17 16,4-1 9-16,-1 4 17 0,1-4 11 0,-3 5-1 16,3-5 5-16,0 0 1 0,-1 2-2 0,1-2-9 15,0 0-6-15,0 0-17 0,-4 3 0 0,4-3-11 16,0 0-5-16,0 0-12 0,0 0-16 0,0 0-18 15,0 0-28-15,0 0-22 0,0 0-34 0,0 0-25 16,0 0-55-16,0 0-78 0,0 0-90 0,0 0-202 16,28-10-569-16,-18 5 252 0</inkml:trace>
  <inkml:trace contextRef="#ctx0" brushRef="#br0" timeOffset="-144304.31">3179 12574 179 0,'1'-2'226'0,"-1"2"-21"0,3-5-21 15,-3 5-21-15,0 0-20 0,2-3-25 16,-2 3-36-16,0 0-20 0,0 0-12 0,0 0-5 0,1 17-6 16,-1-7-8-16,-1 4-1 0,-4 6-4 0,1 6-7 15,-10 1 7-15,1 2-7 0,-4 2-5 0,-3 1-8 16,-8 9 5-16,0-2 0 0,1-10 0 15,7 0 1-15,-6 0-1 0,7-5-1 0,-4 0-1 0,5-3 2 16,4-7-6-16,1-2 2 0,3-3 4 0,4-2 14 16,-2-1 9-16,2 0 15 0,2-3 24 0,0 0 33 15,-1 1 27-15,4-2 28 0,1-2 20 0,0 0-13 16,0 0-13-16,0 0-15 0,-4-11-14 0,5 5-15 16,-1 0-7-16,4-4-18 0,2 2-10 0,0 0-6 15,0 0-8-15,-1 2-6 0,0 2-9 0,-1-1-4 16,0 2-14-16,0-1 3 0,1 1-15 0,1 1-23 15,0 2-2-15,-6 0-6 0,16 1-3 0,-5 3-6 16,2 0-10-16,-2-1-3 0,2 4-2 0,5 3-3 16,-1 2-1-16,-2 0-7 0,2 0 2 0,1 0-7 15,3 3-3-15,-3-3 0 0,-1 0 2 0,-2-2-2 16,2-1 7-16,-2-2 3 0,-1 0 1 0,-5-5 9 16,1 1 6-16,3-2-1 0,-4-1 10 0,0-4 1 15,4-2 9-15,-4 0 4 0,-3-3 17 0,7-4 3 16,-5 2 3-16,-2-5 2 0,2-1 4 0,-2-1 1 15,3-8-1-15,-3 7-6 0,2-8 0 0,0-2 21 16,-3 2-2-16,0 0 5 0,0 3 9 0,1-2 7 16,-3 9 16-16,2-3 10 0,-4 6 8 0,2-1 14 15,-2 5 2-15,0-1-12 0,2 1-2 0,-2 3-28 16,1 2 8-16,-2-2 0 0,2 2-9 0,-2 2-6 16,0 3-27-16,1-7 8 0,1 4-11 0,-2 3-29 15,1-4-28-15,-1 4-27 0,0 0-30 0,0 0-22 16,0 0 6-16,0 0 13 0,0 12 3 0,0-4 11 15,-1 4 6-15,1 0 6 0,-2 3 8 0,1 5 7 16,-1-1 5-16,0 1 3 0,0 0 5 0,-1 6 4 16,1-2 3-16,0 0 4 0,1-4 3 0,-1-2 4 15,0 3-2-15,4-3 5 0,-2 0 3 0,2-3 2 16,-2-3 0-16,1 0 5 0,-1-3-2 0,2-2 5 16,-2 1 0-16,0-2 0 0,0 0-1 0,1-4 2 15,-2 3 2-15,2-2 2 0,0 1 4 0,-1-4-8 16,1 5 4-16,-1-5-1 0,2 5 0 0,-2-5 2 0,1 3-1 15,-1-3 3-15,5 2 1 0,-1-2 3 16,-4 0-31-16,13 2-38 0,-3-4-57 0,2 0-79 16,0-3-257-16,2-3-491 0,3-1 217 0</inkml:trace>
  <inkml:trace contextRef="#ctx0" brushRef="#br0" timeOffset="-144120.43">3275 12966 58 0,'0'0'287'0,"-7"0"-16"0,7 0-11 16,0 0-25-16,0 0-24 0,0 0-30 0,25-8-29 16,4 1-42-16,9 0-53 0,13 2-68 0,8-8-89 15,0 7-186-15,-3-5-308 0,-1 5 136 0</inkml:trace>
  <inkml:trace contextRef="#ctx0" brushRef="#br0" timeOffset="-142954.07">3027 13665 267 0,'1'-3'293'0,"-1"3"-24"0,0-5-21 0,0 5-25 16,0-7-23-16,0 7-24 0,0-4-19 0,0 4-20 16,0 0-29-16,0 0-33 0,0 0-33 0,0 0-37 0,0 0-7 15,0 0-2-15,0 0-1 0,-1 21-2 0,-2-8 1 16,-2 7 0-16,0 6-2 0,-3 3 7 16,3 5-3-16,0-2 1 0,-4 1 0 0,4 1-1 15,-3-3-1-15,3 1 3 0,0-3-13 0,-2-1-2 16,3 1 0-16,1-2 7 0,-2-10 2 0,2 0 4 0,1-5-2 15,-1-2-2-15,3 2 6 0,-2-5 2 0,2-1-8 16,0-1 8-16,-2-1-1 0,1 0 6 16,1-4 15-16,0 6 19 0,0-6 10 0,-1 6 12 15,1-6 10-15,0 3 5 0,0-3 2 0,0 0 3 16,0 0-3-16,-3 5 2 0,3-5-6 0,0 0 5 16,0 0-5-16,0 0-21 0,0 0-34 0,-5-16-6 0,3 8 2 15,-2-2-16-15,1-2-23 0,1-8-31 0,-2-4-17 16,0-2 0-16,1-3-5 0,0-3-8 15,3-1 5-15,2-2 3 0,1-1 4 0,-1-12 5 16,-1 12 17-16,2 2 8 0,1 2 19 0,1 3 26 16,-2 2 18-16,1 2 14 0,-2 5 10 0,2 3 6 15,0 0 8-15,-1 2 1 0,1 1-8 0,0 2-4 0,1 3-5 16,3-2-6-16,-2-1-5 0,3 5-1 16,4-3-5-16,1 1-3 0,-5 4-4 0,9-2-1 15,-4 5-3-15,4-1-6 0,-4 3 0 0,0 0-10 16,4 2-12-16,-3 1-4 0,1 3-9 0,0-1-6 15,-3 4-2-15,1 0-4 0,-5 0 0 0,1 6-4 0,-4-5 5 16,1 3-2-16,-3-2 7 0,-3 5 0 16,-1-3 2-16,0 4 3 0,-5-5-3 0,-2 2 9 15,0-2 1-15,-2-4 3 0,3 2 3 0,-3 0 5 16,1-2 1-16,-1 0 0 0,0-2 6 0,0 2-4 16,3-4 0-16,2 1 0 0,-1-1 3 0,1 0-4 15,4-4 5-15,-5 4-1 0,5-4-3 0,-8 4 7 0,8-4-13 16,-2 4 5-16,2-4-2 0,2 8 12 15,3-6-5-15,2 3 1 0,-2 0 2 0,4 0 3 16,2 0-1-16,3 2-9 0,-1 2 9 0,5 2 0 16,-5-2-6-16,-2 3 3 0,-2-4-2 0,0-2 4 15,0 5-2-15,-4-2-2 0,2 0 0 0,-5-2-2 16,2-1-4-16,-1 1 8 0,-2-1-1 0,3 0 3 16,-8-1 0-16,3 1 6 0,-3 0 6 0,-1 0-1 15,-2 0-2-15,-2-1-3 0,-2 0 5 0,-2-1-5 16,-1-1 1-16,2 0 1 0,2 1-5 0,-3-3-6 15,3 3-22-15,0-3-23 0,2 0-34 0,3 0-43 16,5-1-40-16,-8 2-132 0,8-2-320 0,0 0 142 16</inkml:trace>
  <inkml:trace contextRef="#ctx0" brushRef="#br0" timeOffset="-142458.09">3468 13901 139 0,'-7'1'197'0,"7"-1"-11"16,0 0-11-16,0 0-11 0,0 0-8 0,-5 3-16 15,5-3-8-15,0 0-12 0,0 0-17 0,0 0-5 16,0 0-11-16,0 0-10 0,0 0-3 0,0 0-11 16,0 0-6-16,0 0-4 0,0 0-5 0,0 0-9 15,0 0-2-15,-5 1-6 0,5-1 0 0,0 0-3 16,0 0-3-16,0 0-4 0,0 0-2 0,0 0 3 16,0 0-5-16,0 0-5 0,0 0 4 0,0 0-4 15,-4 3 2-15,4-3-2 0,0 0 2 0,0 0 5 16,0 0 1-16,0 0 4 0,0 0 0 0,0 0 1 15,0 0-4-15,0 0 0 0,0 0-2 0,0 0-6 16,0 0 1-16,0 0 1 0,22-2-3 0,-8 1 2 16,-1 0-3-16,7-2-3 0,2 2 0 0,8 0 2 15,-3-2-2-15,4-1-3 0,-4 3 0 0,-4-1 2 16,-4 2-4-16,-1 0 4 0,-2 0-2 0,-5-1 1 16,1 0 1-16,-4 0 11 0,-3 1 0 0,2-2 4 15,-7 2 2-15,8-1 4 0,-8 1-10 0,8 1-2 16,-4-3-3-16,-4 2-15 0,0 0-19 0,0 0-14 15,0 0-27-15,0 0-25 0,0 0-24 16,0 0-64-16,0 0-228 0,-22-3-436 0,22 3 194 0</inkml:trace>
  <inkml:trace contextRef="#ctx0" brushRef="#br0" timeOffset="-142091.93">3778 13706 261 0,'0'0'263'0,"0"0"-18"15,0 0-15-15,0 0-18 0,0 0-21 0,5-5-20 16,-5 5-18-16,0 0-18 0,0 0-18 0,0 0-8 16,5 0-12-16,-5 0-13 0,0 0-8 0,13 5-8 15,-3 1-5-15,0 0-11 0,2 1-3 0,3 1-5 16,2-1-7-16,-3 3-5 0,0 1-4 0,0-3-3 15,-5 2-3-15,4 4-2 0,0 0-3 0,-7-3-2 16,-1 0-2-16,2 5-2 0,-1-6-6 16,-5 3-5-16,0-3-4 0,-3 0-2 0,-1 2 1 15,-3 0 2-15,0-2 2 0,-6 3 2 0,1 0-1 16,-1-1 1-16,-2-1 1 0,-4 0 1 0,3-2 2 0,-1-1-1 16,6-3-1-16,-4 3 0 0,5-4-2 0,-3 1-5 15,4 2 8-15,1-5-4 0,1 1-2 0,2-1-24 16,-1 1-30-16,1-1-29 0,0 0-42 15,4-2-25-15,0 0-24 0,0 0-196 0,0 0-401 16,0 0 179-16</inkml:trace>
  <inkml:trace contextRef="#ctx0" brushRef="#br0" timeOffset="-141525.63">4624 13680 53 0,'-3'7'149'0,"0"2"-8"0,-5 0-8 15,-2 7-8-15,-4 1-11 0,-5 4-10 0,-2 1-10 16,-3 4-5-16,-6 0-12 0,4 0-6 16,-10 11-5-16,-4-7-6 0,11-6-13 0,2-4 3 15,0-3-10-15,2 2 2 0,9-7-7 0,0-2 6 0,5-4 13 16,3 0 22-16,0-1 26 0,3 0 37 0,-2-5 35 16,2 2 40-16,5-2 13 0,-7-1-22 0,7 1-10 15,-6-9-16-15,5 2-19 0,1-2-14 0,3-1-4 16,-2 1-17-16,3-2-15 0,1 2-21 15,-1-1-2-15,1 2-13 0,-1 1-5 0,-1 2-11 0,3 1-17 16,0 2-1-16,0 1-15 0,2 1 19 0,4 3-29 16,4 4 2-16,-2 4-12 0,4 1-4 0,5 5-23 15,1 1-22-15,2 3-30 0,-2 4-40 16,2-3-65-16,-2 2-84 0,0-2-97 0,-4-3-188 0,-4-6-594 16,-2-2 262-16</inkml:trace>
  <inkml:trace contextRef="#ctx0" brushRef="#br0" timeOffset="-139773.96">5720 12342 61 0,'0'0'171'0,"-1"-3"0"16,1 3 0-16,0-5-11 0,0 5-8 0,-1-5-11 16,1 5-11-16,0 0-10 0,0 0-16 0,-3-4-8 15,3 4-9-15,0 0-9 0,0 0-6 0,0 0-13 16,0 0-5-16,0 0-14 0,0 0 2 0,0 0-8 16,0 0-6-16,-9 14-1 0,3-5-5 0,-4 9-4 15,-1 4-1-15,0 7-3 0,-3 4-3 0,-4 18-3 16,-1-2-3-16,-4 6 2 0,1 1 1 0,0 2-8 15,-4 21 5-15,9-20 0 0,-4 23-2 0,8 1 5 16,0-4-3-16,7-18 3 0,-1-2-2 0,2 25-5 16,4-27 3-16,1 2 2 0,0-3-3 0,-3 0-1 15,2-5 3-15,-2-1 0 0,2-18-3 0,-3 2 1 16,0-4-3-16,-1-5 1 0,-1-1-1 0,-2-5-1 16,-1-4 5-16,-1 0 3 0,-3-1-4 0,0-2 5 15,-5-4-1-15,-1 1 1 0,0-7 7 0,0 3 4 16,-1-3 5-16,-1-2 1 0,2-4-2 0,-3 1 10 15,4 1 1-15,-1-3 3 0,6 3-5 0,-1 0-4 16,3-2-5-16,0 0-1 0,3 4-3 0,1 0-4 16,-1 0-1-16,-3 0-2 0,2 3-2 0,3-1-7 15,-1 2-14-15,1 1-26 0,-3 2-33 0,1 1-29 16,2 1-31-16,-1 0-36 0,0 7-183 0,3-4-378 16,1-2 168-16</inkml:trace>
  <inkml:trace contextRef="#ctx0" brushRef="#br0" timeOffset="-139311.03">5513 14301 258 0,'0'0'288'0,"0"0"-24"16,0 0-24-16,0 0-29 0,-1-6-20 15,1 6-21-15,0 0-18 0,0 0-22 0,0 0-26 16,0 0-23-16,0 0-13 0,0 0-4 0,-8 9-11 15,3 0-5-15,-1 1-4 0,-2 2-6 0,-1 3-6 0,3 1-4 16,0 0-1-16,0-1-3 0,0 1-3 16,1-6-1-16,2 4-1 0,2-2 2 0,0-2-2 15,2 1 6-15,0-3-4 0,2-3 8 0,2 0 9 16,-1 0 28-16,0-3 20 0,1-2 14 0,-5 0 13 16,18-7 9-16,-9 2 9 0,1-2 11 0,0-3-8 0,-1 1 3 15,1-6-10-15,-3 0-7 0,0-1-5 0,-4-2-9 16,-1 4-11-16,-2-3-11 0,0 0-9 15,-5 2-12-15,1-1-16 0,-2 6-32 0,-3-4-43 16,-1 2-50-16,-3 1-50 0,-1-1-63 0,-5 1-91 16,3 1-369-16,0-1-703 0,3 0 311 0</inkml:trace>
  <inkml:trace contextRef="#ctx0" brushRef="#br0" timeOffset="-138587.15">6356 11743 208 0,'0'-4'301'0,"0"4"-13"0,1-4-10 0,-1 0-8 16,0 4-20-16,0-6-20 0,0 6-29 0,0-3-23 16,0 3-20-16,0 0-21 0,0 0-20 0,0 0-13 15,0 0-19-15,-3 12-13 0,-1-3-4 0,-2 9-12 16,-1 8-5-16,-3 5-16 0,1 3-28 0,-3 11-41 15,-1 0-42-15,0 1-42 0,5 2-58 0,-3-1-273 16,6-13-485-16,-2 3 214 0</inkml:trace>
  <inkml:trace contextRef="#ctx0" brushRef="#br0" timeOffset="-137778.56">6500 12768 23 0,'4'-5'245'0,"0"0"-27"0,-2 2-17 16,6-1-24-16,-2 2-22 0,1 1-17 0,-1 1-20 16,4 1-7-16,2 3-11 0,-1 1-11 0,1 3-10 15,-2-2-8-15,2 9-9 0,-1-1-5 0,-5 3-8 16,2 0 3-16,-5 3-11 0,0 1-6 0,-6 3-3 16,-1 2-2-16,-4 2-4 0,-5-2 0 0,2 0 2 15,-3 0-6-15,-4 0-3 0,1-5 0 0,2 1-3 16,1-7 0-16,1-1-6 0,4-2 2 0,1-6-1 15,3 2 9-15,-1-2 22 0,2-2 21 16,3-1 27-16,-2 0 5 0,3-3-6 0,0 0-11 0,0 0-5 16,9-13-11-16,5 1-3 0,2-3-11 0,3-4 0 15,5-2-7-15,1-1-1 0,0-2-6 0,13-8-3 16,-10 8-6-16,0-1 3 0,-2 2-6 0,0 3-3 16,-6 1 1-16,-5 5 16 0,-3 3 8 0,-3 2 7 15,-2 2 4-15,0 2 2 0,-2 1-16 0,-1-1-11 16,0 4-16-16,-2-2-8 0,-2 3-3 0,0 0 0 15,-6 11-1-15,0-2-4 0,-2-1 4 0,0 7-5 16,0 2 15-16,1 1-12 0,0 2-1 0,3-2-1 16,4 9 6-16,3 0-3 0,3-10-13 0,8 7-28 15,5-4-34-15,5-3-48 0,5 1-66 0,9-7-84 16,11-2-222-16,1-4-534 0,2-5 236 0</inkml:trace>
  <inkml:trace contextRef="#ctx0" brushRef="#br0" timeOffset="-137205.21">7675 12555 96 0,'-9'0'204'0,"9"0"-6"0,-5-2-2 0,5 2-4 16,0 0-4-16,0 0-8 0,0 0-15 0,0 0-9 16,0 0-21-16,0 0-14 0,0 0-10 0,16-5-6 15,0 4-16-15,5-2-10 0,9 2-9 0,5-4-6 0,1 2-6 16,2 0-3-16,13-2-10 0,2 1-2 0,-14 0-8 16,17 0 0-16,-5 2-3 0,-1-3-5 15,-13 1-1-15,-2 1-2 0,-7 0-6 0,-4-1 2 16,-7 3-8-16,-3 0-12 0,-3 1-14 0,-4-1-17 0,-1 1-23 15,-1-2-31-15,-5 2-23 0,0 0-27 0,0 0-24 16,-25 3-207-16,4-3-396 0,1 0 176 16</inkml:trace>
  <inkml:trace contextRef="#ctx0" brushRef="#br0" timeOffset="-136808.68">7970 12582 43 0,'0'0'230'16,"-10"-3"-19"-16,10 3-20 0,0 0-22 0,0 0-19 15,0 0-14-15,0 0-14 0,0 0-16 0,3 8-7 16,-3-2-10-16,0 4-8 0,0 2-8 0,-3 4-9 16,2 7-5-16,-3 1-6 0,0 5-5 0,-1 2 1 15,0 3-3-15,-4-1-7 0,0 12-4 0,3-9 1 16,-2 8-3-16,1-9-3 0,-2 0-4 0,4-2-4 15,-3 0-2-15,0-2 0 0,1 0-3 0,0-3 0 16,2-2-4-16,-2-7 2 0,-1 5-4 0,0-7 5 16,3 0-2-16,-4-3 0 0,0-4 13 0,0 0 12 15,0-5 9-15,-5 3 6 0,0-5 2 0,-4 0-4 16,-1-4-5-16,-2-3 3 0,-5-3-5 0,-1 1-6 16,7-4 4-16,0 2 8 0,1-2 2 0,1 2-2 15,4-4 2-15,0 3-8 0,4 1 2 0,0 1-5 16,3 3-2-16,0-1-2 0,4 2-6 0,-1-2-3 15,0 3-14-15,2-1-7 0,2 3-24 0,-5-2-41 16,5 2-45-16,0 0-53 0,0 0-6 0,0 0-8 16,0 0-38-16,0 0-216 0,10 10-458 0,-1-7 204 15</inkml:trace>
  <inkml:trace contextRef="#ctx0" brushRef="#br0" timeOffset="-136261">8130 13138 120 0,'0'0'197'0,"0"0"-19"15,0 0-23-15,0 0-13 0,0 0-11 0,0 0-21 16,-2 21-6-16,-2-14-8 0,1 5-9 0,-2 0-11 0,0 3-5 16,0 2-4-16,-3 0-13 0,1 4 2 15,-1-3-11-15,0-1-6 0,-2 4 3 0,3-5-12 16,1-4 4-16,0-2-4 0,5-2-3 0,-3 1 0 16,3-5 14-16,-2 1 44 0,2-1 27 0,1-1 25 0,0-3 18 15,0 0 11-15,0 0-8 0,0 0-16 0,0 0-10 16,14-12-16-16,-4 4-12 0,-1-1-19 15,4-3 7-15,1 0-18 0,-1 1-7 0,-4 2-6 16,2 1-9-16,-3 0-2 0,-1 4-13 0,1 0-6 16,-3-1-4-16,0 3-8 0,-1-1-1 0,-4 3-3 0,10 0-7 15,-3 3-12-15,-1 2 1 0,-1 2-24 16,3 0-23-16,-3 5-15 0,5 2-34 0,-1 1-41 16,-2 0-56-16,-2-1-81 0,1-3-231 0,-1 0-548 15,3-4 243-15</inkml:trace>
  <inkml:trace contextRef="#ctx0" brushRef="#br0" timeOffset="-135061.41">9118 12634 37 0,'0'0'205'0,"5"-3"-16"15,-5 3-29-15,0-4-12 0,0 4-17 0,0 0-16 16,0 0-8-16,0 0-12 0,0 0-8 0,0 0-3 0,-2 16-9 16,-6-5-5-16,2 3-3 0,-6 2-5 15,-6 3-8-15,-3 4-2 0,-5 0-5 0,-2 0-5 16,-12 9-2-16,-2-3-5 0,0 0 0 0,-3-4 1 15,3 0-7-15,8-8-1 0,0-2-5 0,4 1 0 16,5-5 3-16,10-4 17 0,2-3 18 0,3 1 22 0,1-2 27 16,1 0 24-16,3-2 28 0,-1 0 13 15,2-1 10-15,4 0-19 0,-6-7-14 0,4-1-14 16,4 0-14-16,0-3-22 0,5 1-7 0,4 0-11 16,-2-4-7-16,5 4-14 0,1 1-4 0,-3 2-9 0,3-1-3 15,2 3-20-15,-3 3 9 0,-1-1-12 16,2 3-1-16,2 0-8 0,2 5-13 0,-1 3-16 15,0-1-13-15,7 5-10 0,-7-1-35 0,-3 2-30 16,3-1-27-16,-1 10-27 0,-2-6-36 0,-2 0-37 0,2-1-71 16,-4 1-214-16,-2-3-557 0,-4-2 248 15</inkml:trace>
  <inkml:trace contextRef="#ctx0" brushRef="#br0" timeOffset="-134625.83">9324 12739 104 0,'11'-2'185'16,"-3"-1"-20"-16,1 3-13 0,0 0-18 0,1 3-16 15,-4-1 1-15,5 5-5 0,-2 0-12 0,-3 0-1 16,0 5-10-16,0-1-5 0,-3 0-9 0,1 6-9 15,-2-1-1-15,-4 0-7 0,1 0-4 0,-4 1-4 16,0-2 0-16,-3-1 0 0,-2-1-11 0,1 2 1 16,1-5 2-16,0-2 1 0,0 2 9 0,0-3 5 15,4 0 1-15,-1-4 14 0,1-1 10 0,0 3 19 16,1-2 16-16,0-1 29 0,3-2 12 0,0 0-9 16,0 0-24-16,-4-10-7 0,7 5-16 0,2-5-16 15,5-4-9-15,2 2-8 0,1-5-5 0,7 0-13 16,0 0 4-16,-2 5-10 0,-1 0-7 0,-1 0-4 15,-2 4-10-15,0-2 0 0,-2 4-4 0,-6 1-15 16,2 3 10-16,-2-1-9 0,2-1 0 0,-3 4-8 16,-5 0-14-16,13 1-5 0,-7 5-13 0,-2-2-3 15,0 1 0-15,0 2-2 0,0 3-2 0,-3-1 0 16,2 1 1-16,-2 3-19 0,-1 1-17 0,0 1-19 16,0-2-27-16,-1 3-28 0,-2-2-39 0,2-4-16 15,-3 1-83-15,0-3-162 0,0-3-485 0,0-2 215 16</inkml:trace>
  <inkml:trace contextRef="#ctx0" brushRef="#br0" timeOffset="-134393.58">9834 12634 209 0,'6'3'211'0,"-1"-1"-11"0,5 1-10 0,-2 6-21 15,1-1-9-15,1 5-13 0,0 3-7 0,-2 1-7 16,1 8-13-16,-3 0 1 0,-3 3-13 0,-3 0-8 16,-4 5-8-16,-6-1-10 0,-3 0-4 0,-11 10-10 15,4-12-2-15,-14 9-25 0,1-3-13 0,5-11-20 16,-13 6-25-16,-4-4-25 0,1-4-48 0,6-8-62 16,-14-1-210-16,12-6-392 0,1-3 173 0</inkml:trace>
  <inkml:trace contextRef="#ctx0" brushRef="#br0" timeOffset="-133791.75">8920 12346 14 0,'-9'1'154'0,"-1"3"-2"0,-7 3-8 0,-2 1-10 0,-5 11-12 16,-5 0 6-16,-7 14-11 0,-3 2-6 0,-4 6-2 15,3 1 1-15,7 3-15 0,-3-1-5 0,2 2-8 16,6 1-3-16,5-1-5 0,1-2-7 0,9-9 5 15,8-1-4-15,1 2-3 0,8-2-3 0,1 0-3 16,8-2-5-16,10 8-3 0,8 1 1 0,4-6-9 16,7-4-17-16,6-2-29 0,2-3-56 0,3-5-74 15,-1-3-224-15,1-2-386 0,-17-8 170 0</inkml:trace>
  <inkml:trace contextRef="#ctx0" brushRef="#br0" timeOffset="-133079.78">10499 12560 45 0,'0'0'171'15,"-7"-1"-14"-15,7 1-16 0,0 0-18 0,-7-2-9 16,7 2-14-16,0 0 0 0,0 0-3 0,0 0-4 15,-7-2 4-15,7 2-6 0,0 0 4 0,0 0-1 16,0 0 5-16,0 0 1 0,0 0 4 0,0 0-6 16,0 0-12-16,0 0-4 0,0 0-10 0,0 0-8 15,19-5-8-15,-5 5-4 0,8-3-7 0,7 0-2 16,-1-1-4-16,4 0 1 0,0 3-10 0,4-2-5 16,0 1-2-16,3 0-5 0,-6 0 1 0,2-1-3 15,-4 1 1-15,-10 0-4 0,-1 2-9 0,-3 0-17 16,-5 0-22-16,1 0-23 0,-7 0-26 0,0 0-10 15,-6 0-34-15,8-1-23 0,-8 1-45 0,0 0-122 16,0 0-344-16,-29 0 153 0</inkml:trace>
  <inkml:trace contextRef="#ctx0" brushRef="#br0" timeOffset="-132729.94">10768 12543 26 0,'0'0'221'0,"0"0"-10"0,0 0-8 15,-3-7-12-15,3 7-16 0,0 0-16 0,0 0-23 16,0 0-10-16,0 0-17 0,0 0-11 0,0 0-14 16,0 0-8-16,-2 8-7 0,-2-2-8 0,0 4-1 0,0 1-8 15,-4 7-5-15,3 1-3 0,-3 6-2 16,0 1-8-16,-2 1-1 0,0 1-4 0,0 2-5 16,1 1 1-16,2-1-4 0,-3 0 5 0,2 0-6 15,-2 1-3-15,0-2-2 0,-1 1-5 0,5-3 6 0,-2 0-4 16,-1-2-8-16,4-1 11 0,-3-7-6 15,3 0 2-15,0 0-3 0,-4-8 2 0,2 3-1 16,-2-2 8-16,1-2 0 0,-1-1 10 0,0 0-1 16,-1-2 7-16,0-1 0 0,1-1 2 0,-3-1 5 15,-1-2-5-15,2-3 2 0,-3 1-4 0,4-3-1 0,-2 1 1 16,2 1 6-16,1-1-2 0,1 1-2 16,2-1-8-16,2 3 2 0,-1 1-8 0,1-3-14 15,4 3-19-15,-5-2-22 0,5 2-30 0,-4-3-38 16,4 3-46-16,0 0-18 0,0 0-32 0,0 0-204 0,0 0-434 15,17 8 192-15</inkml:trace>
  <inkml:trace contextRef="#ctx0" brushRef="#br0" timeOffset="-132344.12">10807 13072 186 0,'0'0'270'0,"0"0"-28"16,3-1-28-16,-3 1-24 0,0 0-23 0,0 0-17 15,0 0-15-15,0 0-15 0,0 0-13 0,5 9-10 16,-5 2-13-16,0-3-5 0,-4 4-9 0,3 3-7 16,-3-3-7-16,0 4-5 0,0-1-4 0,-1 3-5 15,-1-2-6-15,0-2-1 0,0-2-4 0,3-2-1 16,0-2-2-16,0-1 1 0,2-1-8 0,1-2 3 15,-5 0 25-15,4 1 30 0,1-5 26 0,0 0 17 16,0 0-10-16,0 0-2 0,0 0-6 0,0 0-13 16,16-14-9-16,-8 6-9 0,3-1-9 0,2-1-6 15,-1-1-5-15,-1 1-9 0,5 2-2 0,-5 1-8 16,-2 1-6-16,3-1-5 0,0 3-6 0,-1 1-1 16,-1 1-13-16,3 1-20 0,-2 2-13 0,1 1-18 15,0 1-14-15,0 0-27 0,2 2-38 0,0 1-38 16,0 4-46-16,0-5-47 0,-1 2-227 0,1-1-524 15,-1-2 232-15</inkml:trace>
  <inkml:trace contextRef="#ctx0" brushRef="#br0" timeOffset="-132007.47">11570 12688 69 0,'3'-5'253'16,"-2"0"-16"-16,0 2-19 0,-1-1-21 0,2 1-25 16,-2 3-23-16,0 0-14 0,5-3-18 0,-5 3-14 15,0 0-11-15,-4 12-9 0,1-4-6 0,-2 4-8 16,-1 5-7-16,-2 0-9 0,-1 2-5 0,0 6-6 15,-1 0-6-15,0 1 2 0,4 0-9 0,-5 0-4 16,6-8-1-16,0 8-1 0,-1-6-3 0,-1-1 0 16,3-2 0-16,-1 7-3 0,1-6-1 0,2-6 0 15,-1 0-1-15,-2-2-1 0,4 1-3 0,-3-4 2 16,4 1-7-16,-1-1-21 0,-3-2-14 0,1 0-15 16,2-1-19-16,1-4-11 0,-4 5 2 0,4-5-129 15,0 0-137-15,0 0-364 0,0 0 162 0</inkml:trace>
  <inkml:trace contextRef="#ctx0" brushRef="#br0" timeOffset="-131590.06">11523 12678 12 0,'1'-10'249'0,"2"-2"-6"15,-2 3-19-15,3 1-22 0,0-1-19 0,4 1-18 0,-1 6-18 16,1-8-19-16,2 5-12 0,4 3-11 0,-2-1-11 15,0 2-8-15,2 1-11 0,-1 2-10 16,5 2-9-16,-4 0-4 0,1 4-9 0,2-3-9 16,-3 6 1-16,-5-3-10 0,4 2-5 0,-7-2-6 0,1 1 0 15,-4 1-4-15,0 1-7 0,-3-2 2 0,0 0-6 16,-3 0 1-16,0 1 2 0,-1-3-1 16,-4 1 0-16,1-1 1 0,-1-1-2 0,0-1-2 15,0 2 3-15,2-1 3 0,1-3-2 0,1-1-1 16,-1 3-4-16,1 0 1 0,0-3 2 0,-1 1 1 0,4-1-3 15,1 2 2-15,0-4 2 0,0 8-2 16,0-3-2-16,5-1 0 0,-2 2 2 0,4 1-4 16,-2 0 4-16,3 1 1 0,5-3 0 0,-3 3-1 15,3 0-2-15,-3 0 2 0,-1-1 2 0,4 2-1 0,-4-1-1 16,0 0-3-16,-2 0 6 0,1 0-11 0,-2-1 8 16,0 0 0-16,-3 0-6 0,0-4-1 0,-2 4-5 15,-1-3-6-15,0 1 12 0,-2-2 2 0,-2 0-3 16,-1 2-5-16,-1-1-5 0,0-2-9 0,-3-1-18 15,-2 1-33-15,2-4-51 0,-4 1-212 0,0-3-367 16,2 2 163-16</inkml:trace>
  <inkml:trace contextRef="#ctx0" brushRef="#br0" timeOffset="-131177.53">12099 12680 125 0,'8'2'168'0,"-3"-1"-12"0,-1 1-17 15,1 3-1-15,-1 0-12 0,1 0-6 0,-1 2-15 16,-3 2-3-16,0 1-7 0,-1 2-12 0,-1-2-4 16,-3 7-5-16,-5-3-2 0,4 0-11 0,-4 2 1 15,0-3-8-15,-5 0-3 0,3 0-6 0,1-2-3 16,1-5-5-16,1 3-4 0,3-1-1 0,0-3 9 15,0 1 8-15,1-5 13 0,0 3 28 0,1-2 21 16,1 1 22-16,2-3 28 0,0 0 3 0,0 0-18 16,0 0-13-16,0 0-13 0,7-10-8 0,1 1-10 15,1 1-23-15,1-1-7 0,5-2 1 0,1-1-11 16,-1 0-5-16,2 2-9 0,-3-1-3 0,0 4-10 16,-5-1 0-16,1 4-6 0,-2 1-3 0,-3-2-7 15,4 1-4-15,-3 1 1 0,-1 2-10 0,0 0-3 16,-5 1-8-16,0 0-15 0,12 2 10 0,-8 3-16 15,0 0-5-15,-1 0-7 0,1 1 2 0,-1 5 2 16,-1 1-3-16,1-3-16 0,-2 1-23 0,-1 2-21 16,2 0-34-16,-2-2-45 0,0-1-37 0,0 2-77 15,-2-5-172-15,2 2-500 0,2-4 221 0</inkml:trace>
  <inkml:trace contextRef="#ctx0" brushRef="#br0" timeOffset="-130929.09">12423 12561 32 0,'1'-2'229'0,"-1"2"-18"0,4-4-29 16,-4 4-19-16,7 7-14 0,-3-2-7 0,0 6-14 16,4 4-3-16,-1 2-8 0,3 10-7 15,-4 1-6-15,-2 2-4 0,-3 3-6 0,-1-2-2 16,-3 3-7-16,-5 3-6 0,-4-3-5 0,-6 10-10 15,-5 2-5-15,-4-3-5 0,-2-6-3 0,-6 0-4 0,7-14-17 16,-10 10-17-16,4-13-20 0,-9 4-29 16,10-6-40-16,-3-2-53 0,0-4-75 0,-1-4-143 0,-1-4-377 15,3-3 167-15</inkml:trace>
  <inkml:trace contextRef="#ctx0" brushRef="#br0" timeOffset="-130528.98">11410 12364 168 0,'-13'4'178'15,"1"3"-18"-15,-2 3-17 0,-8 7-7 0,-2 5-7 16,-3 0-13-16,-5 17-12 0,-1 3-10 0,-3 1-10 15,-2 3 27-15,7-1-6 0,-1 5 14 0,-1-3-7 16,7-1-7-16,7-2-13 0,4 1-7 0,9-12 1 16,4 1-1-16,6-2-10 0,6-1-3 0,3 0-5 15,9-2-7-15,11 6 0 0,11-5-24 0,5-2-36 16,6-6-51-16,3-4-82 0,-2-5-267 0,5 0-433 16,-10-5 192-16</inkml:trace>
  <inkml:trace contextRef="#ctx0" brushRef="#br0" timeOffset="-129509.43">13230 12755 129 0,'-5'-4'185'0,"-5"-1"-21"0,-3 2-17 0,-1 1-11 15,-4-1-12-15,-2 3-10 0,-2 1-4 16,0 1-18-16,-7 3 0 0,1 0-6 0,2 2-12 16,-2 2-2-16,9-1-4 0,1 4-6 0,-2-3-11 0,3 4 0 15,2-1-4-15,3 1-7 0,-1 0-5 0,6 1-3 16,2-3-1-16,2 1-1 0,2 4-1 16,2-4-5-16,4 2 2 0,2-1-1 0,3-5-1 15,2 5 0-15,6-2-2 0,-2-2 0 0,4-2-5 0,2-2 0 16,6-2 5-16,-6-1 15 0,-2-4 2 0,3 0 3 15,3-6 8-15,-6 1 8 0,4-7 7 16,-7 1 3-16,6-1 0 0,-5-6 1 0,-4-3-8 16,1 0-1-16,-3-1-8 0,-3-5 0 0,1 0-5 15,-5-7-3-15,2-12-8 0,-1 2 0 0,-2-1-1 0,1 1 1 16,-4 12 12-16,0 3 19 0,1 1 21 0,-2 2 7 16,0 11 13-16,0 1-5 0,-2 3 0 0,2 3-11 15,-1 3-14-15,1 0-20 0,1 2-7 16,-1 1-41-16,-1 0-42 0,1 4-12 0,0 0 7 0,0 0 2 15,-5 18 5-15,0-1 2 0,1 2 1 0,-1 8 0 16,0 4 17-16,0 2-9 0,1 0 4 0,0 3 4 16,2-2 1-16,2 0-1 0,-3 0 7 15,6-3-6-15,-3-1-12 0,2-1-18 0,-2-1-16 0,4 0-18 16,-4-7-26-16,0-3-19 0,-4-1-32 0,4-4-22 16,-1-3-32-16,0 1-45 0,-3-5-174 0,1 1-458 15,-2-2 202-15</inkml:trace>
  <inkml:trace contextRef="#ctx0" brushRef="#br0" timeOffset="-129061.9">13530 12609 127 0,'16'-1'199'16,"-2"2"-16"-16,-1 2-20 0,1 1-13 0,-3 2-12 15,2 5-10-15,1 0-8 0,-5 4-10 0,0 1-12 16,0 1-8-16,-7 2-6 0,1 0-12 0,-3 5-7 16,-3-3-3-16,-3 2-6 0,-4 4-6 0,-2-5-3 15,2-4-11-15,-3-1 1 0,0 5-5 0,1-6-1 16,1-2-3-16,1-2-4 0,0-3-3 0,1-1-3 16,3 0 6-16,0-3 12 0,2-1 7 0,-2 1 20 15,3-1 23-15,0 0 25 0,0-2 26 0,3-2 20 16,-6 2-2-16,6-2-11 0,0 0-21 0,0 0-11 15,9-19-20-15,-4 12-3 0,6-8-11 0,0 1-9 16,3-3-7-16,5-4-7 0,1-1-20 0,1-1-13 0,-1 1-4 16,2-2-4-16,-8 8 0 0,0 2 0 15,-4 3 0-15,-1 1 0 0,-1 3 1 0,-3 1-4 16,-1 1-10-16,1 2-2 0,-2-1-14 0,-1 0-20 16,-2 4-6-16,0 0 5 0,0 0 1 0,0 0 2 15,-10 16 4-15,6-6 5 0,-6 3 1 0,1 4 1 16,3-1 3-16,-1 2 4 0,0 1-2 0,3 0 6 15,1 4-1-15,3-2-3 0,7 1-15 0,3 2-25 16,5 1-27-16,3-6-43 0,7 0-65 0,4-4-98 16,5-3-183-16,3-3-510 0,17-1 226 0</inkml:trace>
  <inkml:trace contextRef="#ctx0" brushRef="#br0" timeOffset="-128521.51">14779 12715 122 0,'0'0'190'16,"0"0"-3"-16,0 0-5 0,0 0 5 0,0 0-4 15,0 0-1-15,0 0 0 0,0 0-4 0,-8-1-6 16,8 1-9-16,0 0-15 0,0 0-17 0,0 0-15 16,16-5-12-16,-7 1-11 0,5 2-15 0,6 1-20 15,-1-1-24-15,9-1-34 0,3 3-30 0,-3-2-38 16,3 1-30-16,-2 2-40 0,2-2-44 0,-11 0-181 16,-1-2-393-16,2 5 175 0</inkml:trace>
  <inkml:trace contextRef="#ctx0" brushRef="#br0" timeOffset="-128338.38">14857 12855 43 0,'-4'2'254'16,"2"0"0"-16,2-2-13 0,0 0-25 0,19 2-19 16,-3-2-18-16,7 0-18 0,9-2-20 0,7 2-34 15,-3 0-64-15,-1 0-68 0,3-3-97 0,-2 2-160 16,-4-2-305-16,-1-1 136 0</inkml:trace>
  <inkml:trace contextRef="#ctx0" brushRef="#br0" timeOffset="-124379.49">16652 12097 115 0,'0'0'155'16,"0"-5"-16"-16,0 5-23 0,0 0-10 0,0 0-10 0,0 0-18 16,-5 12-7-16,0-1-1 0,-1 3-8 15,-5 0-7-15,-5 11 0 0,-1 3-5 0,-3 1-2 16,-11 10-1-16,-1 2-4 0,-4-4-6 0,-2 6 5 16,-2-4-11-16,2 1-1 0,-4 1-5 0,2-6 6 0,3-1-9 15,9-12-3-15,1 3 0 0,0-7 5 0,7-3 0 16,5-3 4-16,3-5 13 0,2 0 23 15,1-2 26-15,5-1 31 0,0-1 33 0,-2 0 24 16,1-1 18-16,5-2-15 0,0 0-16 0,-5-12-23 0,5 4-9 16,1-3-13-16,4-4-11 0,5-2-16 0,-1 0-4 15,6-4-13-15,2-3-12 0,0 4-4 0,-4 5-15 16,-2 3 2-16,3 0 1 0,-5 3-8 16,2 1-7-16,-3 1 5 0,-3 5-19 0,3-3-4 0,0 2-8 15,-1 1-6-15,2 4-2 0,5 3 1 0,2 0-8 16,0 5 19-16,1 1-19 0,-2 2-1 0,2 0-16 15,2 4-4-15,-1 2 3 0,1 0 10 16,0-1-12-16,-3-2-10 0,4 1-5 0,-2 1-6 16,-3-5-1-16,2-2-4 0,-4-1 1 0,-2-4 2 0,2 1 15 15,0-5-5-15,-1 1 2 0,1-3 1 0,0-3 5 16,2-3 4-16,1 0 1 0,-1-7 5 0,0 0 2 16,3-4 2-16,0-4 3 0,-4-2 5 0,0 1 2 15,-1-4 0-15,0-1-2 0,1-2 6 0,-1-2 0 16,4-13 2-16,-5 14 2 0,-2-2 1 0,3 2 2 15,-4-1 10-15,1 6 19 0,-3 1 0 0,0 6 4 16,-3 3 12-16,0 5 5 0,-1-1-5 0,0 3-2 16,1 2-4-16,-4 1-2 0,1 0-10 0,2 0-3 15,-2 1-11-15,-1 4-12 0,0-4-21 0,0 4-25 16,0 0-6-16,0 0 5 0,0 0 4 0,-1 18 3 16,-3-7 4-16,0 7 2 0,-2 7 2 0,2 4 9 15,-5-1-3-15,3 4 1 0,-4 0 4 0,4 4 3 16,0-2 1-16,0 1-2 0,2 3 6 0,-2-7-1 15,3 0 3-15,0 1 3 0,1-5 0 0,2-1 2 16,-1-9 8-16,3 0-7 0,-3-4 2 0,1-2 1 16,1-1 0-16,2-1 4 0,-2-4-2 0,-1 0 1 15,1 0 4-15,-1 0 11 0,0-5 4 0,2 5 5 16,-2-5-5-16,8 0-6 0,-8 0-15 0,18-7-17 16,-6 0-23-16,3-1-48 0,3-3-56 0,1-6-78 15,4-1-239-15,-1-1-497 0,-1-1 221 0</inkml:trace>
  <inkml:trace contextRef="#ctx0" brushRef="#br0" timeOffset="-123897.89">16604 12464 103 0,'0'0'168'0,"-7"-1"-17"0,7 1-2 0,0 0-8 0,0 0-3 15,0 0 0-15,0 0 0 0,0 0-9 0,0 0-10 16,0 0-7-16,0 0-8 0,0 0-10 16,0 0-11-16,18-5-9 0,-4 5-8 0,9-3-5 15,4 1-5-15,6-5-4 0,6 4-8 0,0-1-2 16,16 1-3-16,0-3-2 0,-5 2-3 0,2-1 2 0,-16 0-5 15,0 4-2-15,-8-2-1 0,0 2-4 0,-9-3 0 16,-6 4-2-16,0-3-6 0,-6 3 0 0,0-1-4 16,-1 0-8-16,-6 1-21 0,10 0-9 0,-10 0-13 15,0 0-16-15,0 0-22 0,-16 5-32 0,3-2-40 16,-5 1-192-16,3-2-368 0,-3 3 163 0</inkml:trace>
  <inkml:trace contextRef="#ctx0" brushRef="#br0" timeOffset="-123345.77">16242 13306 125 0,'0'-4'287'0,"0"4"-21"16,0-7-12-16,0 7-28 0,0-5-23 0,0 5-19 15,0-5-20-15,0 5-20 0,0 0-16 0,0 0-16 16,0-5-20-16,0 5-23 0,0 0-23 0,0 0-19 16,0 0-11-16,0 0-3 0,-4 17 3 0,4-7-9 15,-4 7-2-15,0 3 1 0,-2 7 0 0,-1 3 1 16,-3 2-1-16,3 2-7 0,-3-1 5 0,1 0 5 15,2 0-4-15,-3-2 1 0,1-2 0 0,4 0-2 16,-1-1 1-16,-1-3-3 0,0-4 3 0,0 2 0 16,3-3 1-16,-1-1-1 0,1-3 2 0,0-1-2 15,1-4-2-15,0 1 0 0,2-3-1 0,0-2 4 16,-1 0-3-16,0-2 1 0,2 2 1 0,-1-4-6 16,-1-1-4-16,2 2-8 0,0 3-3 0,0-7-2 0,0 0 1 15,0 4 0-15,0-4-2 0,0 0 1 0,0 0-34 16,0 0-41-16,0 0-49 0,-1-15-27 15,1 10-153-15,3-9-348 0,0-2 155 0</inkml:trace>
  <inkml:trace contextRef="#ctx0" brushRef="#br0" timeOffset="-122928.02">16215 13251 6 0,'0'-14'244'0,"0"2"-20"16,2 0-14-16,0 2-20 0,2 0-17 0,0-1-18 15,2 3-15-15,-1 0-16 0,4 3-15 0,5-1-13 16,3-1-2-16,4 6-18 0,2-1-7 0,6 4-6 16,-4-1-8-16,-2 5-5 0,-2-1-4 0,4 5-5 15,-4 0-14-15,-2 1-6 0,-4 0-6 0,2 1 1 16,-3 0-11-16,-3 2-5 0,0-2 0 0,-3 3 5 16,-3-1-9-16,-2-4 3 0,-2 0-5 0,-1 2 2 15,-2-1 1-15,-3-1 2 0,-3 0-1 0,0 0 3 16,-2-2-6-16,-4 2 5 0,0-1 1 0,-1-2-2 15,3 0 0-15,2-2 4 0,-3 0-5 0,7 0 3 16,-4 0-2-16,3-1 2 0,2-1-1 0,0 3-3 16,2-3 4-16,2 2 1 0,1 3-3 15,4-1 2-15,1 0 0 0,5 3 2 0,3-1-2 0,2 3 1 16,2-2 0-16,1 2 3 0,-1 0-2 0,0 0-1 16,-1-1-1-16,0 0-1 0,-4 1 0 0,1-1-1 15,-3-1 1-15,-2 1-3 0,-2-4 1 0,0 2-4 16,-4-3 5-16,-2-1 2 0,0 0-4 0,-4 2 6 15,-2-5 0-15,-4 3 0 0,1-1-1 0,-4-1-4 16,-3 1-3-16,-2-1-6 0,2-1-19 0,-4-2-26 16,8 3-39-16,-6-5-15 0,6 1-32 0,-2 0-158 15,8 0-324-15,-1-1 144 0</inkml:trace>
  <inkml:trace contextRef="#ctx0" brushRef="#br0" timeOffset="-122493.13">16821 13580 115 0,'0'0'165'0,"0"0"-16"15,-7 0-15-15,7 0-6 0,0 0-12 0,0 0-9 16,0 0-13-16,-6 0-4 0,6 0-15 0,0 0 0 0,0 0-9 16,0 0-10-16,0 0 1 0,0 0-10 15,0 0-3-15,0 0-3 0,0 0-5 0,0 0 0 16,0 0-2-16,0 0 1 0,0 0-7 0,0 0 1 16,-7-1-10-16,7 1-2 0,0 0 2 0,0 0-2 0,0 0-2 15,0 0-5-15,0 0 11 0,0 0 7 16,0 0 1-16,0 0 1 0,25 1-2 0,-14-1-4 15,6 3 1-15,2-3-3 0,4 0-3 0,5-3-2 16,-2 3-1-16,3 0-3 0,0-1-2 0,-3 1 3 16,-3-2-4-16,-4 1-2 0,2-2 1 0,-6 2-2 0,-3 0 1 15,-2 1 0-15,-1 0-6 0,-3 0 3 16,1 0 0-16,-7 0 0 0,6-3-3 0,-6 3-10 16,0 0-14-16,0 0-22 0,0 0-16 0,0 0-24 15,-19 0-15-15,6-2-21 0,4 2-33 0,0 0-119 0,-1-2-295 16,-2 1 131-16</inkml:trace>
  <inkml:trace contextRef="#ctx0" brushRef="#br0" timeOffset="-122216.09">17134 13404 161 0,'0'0'188'0,"0"0"-19"15,0 0-21-15,0 0-26 0,0 0-1 0,0 0-10 0,10 9-11 16,-5-4-8-16,2 5-9 0,-1-1 1 0,5 4-13 16,0 2-1-16,-2-1-5 0,2 1-6 0,-2 1-3 15,-2-1 0-15,3 1-5 0,-4-1-7 0,-1 0-1 16,-2 1-1-16,-2-1-4 0,-1-1 0 0,-2-3 2 16,-1 1-8-16,-1-2 1 0,-2-1 1 0,-3 1-7 15,-1-1 2-15,1-2-2 0,-4 1-14 0,0-1-5 16,2-5-8-16,-1 5-14 0,2-4-28 0,-3-1-32 15,3-2-47-15,1-1-59 0,0 0-124 0,5-2-330 16,0-1 146-16</inkml:trace>
  <inkml:trace contextRef="#ctx0" brushRef="#br0" timeOffset="-121779.44">17829 13372 154 0,'0'0'158'0,"0"0"-6"15,0 0-18-15,0 0-5 0,8 10-8 0,-8-3-12 16,0-1-10-16,1 0-1 0,-1 5-1 0,-5-1 0 15,2 2-8-15,-3 4-9 0,-3 1 7 0,-6 6-7 16,-3-2-6-16,-6 1-4 0,-1 1-5 0,-3 1-7 16,-5-4-8-16,2-1-3 0,-2 2-8 0,1-3 4 15,5-3-8-15,-5-1-3 0,7-2-2 0,7-6 2 16,5 0 12-16,0-3 12 0,2 1 22 0,3-1 27 16,2-2 36-16,1-1 2 0,5 0 6 0,-10-6-8 15,8-1-13-15,4-2-16 0,2-2-15 0,4-3-7 16,1-1-7-16,6 1-15 0,-2 0-3 0,4 1-11 15,-2 5-4-15,4-2-12 0,-2 6-16 0,-2-1 8 16,2 1-11-16,1 4-1 0,2 5-2 0,-1 2-1 16,7 4-4-16,-2 4-2 0,2 3 1 0,1 3-41 15,-2 1-38-15,2 0-47 0,-4 4-59 0,0 3-76 16,-5-4-318-16,5-4-615 0,-4-3 273 0</inkml:trace>
  <inkml:trace contextRef="#ctx0" brushRef="#br0" timeOffset="-74266.64">18979 12097 66 0,'0'0'130'0,"5"-4"-1"0,-5 4-7 15,7-5-9-15,-4 3-8 0,1-1-7 0,-1 0-7 16,-1 1-1-16,2-2 0 0,0 2-7 0,-1-2 6 16,-1 1-5-16,3 1 5 0,-5 2 2 0,4-5-4 15,1 1-5-15,-1 1 8 0,-3 0 3 0,-1 3 2 16,4-4 1-16,-4 4-9 0,4-3-7 0,-3 1-5 16,-1 2-8-16,5-3-5 0,-5 3-11 0,0 0-4 15,0 0-7-15,2-4-10 0,-2 4-14 0,0 0-27 16,0 0-18-16,0 0 4 0,0 0 1 0,-7 14 0 15,0-5-1-15,-2 5 5 0,-10 7 6 0,-3 3-3 16,-13 8 1-16,-2 3 3 0,3 2 4 0,-9-1 0 16,4 1-2-16,-1-2 7 0,2-1-7 0,9-9 5 15,-1-3-2-15,2 0 1 0,1-3-1 0,2-4 3 16,9-6-1-16,4-1 6 0,1-1 0 0,1-2 13 16,4-3 33-16,-1 2 43 0,2-1 18 0,5-3-1 15,-7-7-19-15,4 0-22 0,-1-4-6 0,7-7-9 16,1 1-5-16,7-10-7 0,6 0-2 0,-1 1-5 15,3 2-2-15,-1 0-6 0,4 4 1 0,-7 6 1 16,-2 1-8-16,0 2-5 0,0 4-8 0,-3 3 2 16,0 0-8-16,2 4-2 0,-1 1-12 0,1 5-2 0,3 1 0 15,2 4-11-15,2 7-1 0,1 3-1 16,1 0-6-16,-2 5-21 0,1-1-32 0,3 1-33 16,3-3-49-16,-6 0-253 0,3 0-461 0,0-7 203 15</inkml:trace>
  <inkml:trace contextRef="#ctx0" brushRef="#br0" timeOffset="-73235.5">19752 11735 153 0,'0'-4'167'0,"0"4"-3"0,0 0-23 15,0 0-16-15,0 0-4 0,0 0-13 0,0 0-6 16,0 0-12-16,0 0-13 0,0 0-4 0,0 0-4 16,-1-5-8-16,1 5-8 0,0 0-6 0,0 0-2 15,0 0-7-15,0 0-4 0,0 0-6 0,0 0-3 16,0 0-5-16,0 0 6 0,0 0-4 0,14 4 2 15,-1-4 1-15,6 1-2 0,3-1-6 0,11 0 6 16,3-1 1-16,16-3-1 0,2 4 12 0,-2-4 1 16,1 1-2-16,-1-2 3 0,-14 3-2 0,-1-2-3 15,-3 1-4-15,-2 0-6 0,-4-1-5 0,-7 3 3 16,-3 0-15-16,-5-2-7 0,-3 2-14 0,-2 1-25 16,-2 0 0-16,-2-3-15 0,-4 3 3 0,0 0-10 15,0 0-20-15,0 0-7 0,-23 3-19 0,5 1-4 16,0-3-34-16,-3 0-93 0,-1-1-259 0,0 3 116 15</inkml:trace>
  <inkml:trace contextRef="#ctx0" brushRef="#br0" timeOffset="-72872.47">20044 11740 159 0,'0'0'223'0,"0"0"-14"15,-3-1-20-15,3 1-15 0,0 0-15 0,0 0-19 16,0 0-15-16,0 0-18 0,0 0-15 15,0 0-33-15,0 0-21 0,0 0-3 0,-3 8-10 16,3-1 4-16,-2 4-3 0,-1 7-12 0,-1 7 3 0,-2 4-4 16,-1 1-2-16,-4 1 0 0,1 1 0 0,-1 2 0 15,-2 0-1-15,0 0-4 0,4-2 6 0,-3 1-6 16,1-4 2-16,2 3-2 0,0-4-1 16,0-3 2-16,-4 0-3 0,3-8 2 0,1 0 1 0,0-1 2 15,0-5 4-15,-1 0 2 0,0-2-2 0,-2-4 5 16,1-1 4-16,-2-1 0 0,0-1 2 0,-6-6-5 15,0-1 3-15,1 1-2 0,-1-6 8 0,2 5 6 16,1-5 2-16,3 0-3 0,0 2 5 0,3 0-2 16,2 0 1-16,-2 1 5 0,4 0-1 0,0 0 3 15,1 4-2-15,1-2-6 0,-2 1-1 0,4 1-10 16,2 3-18-16,-4-5-29 0,1 3-31 0,3 2-46 16,0 0 1-16,0 0-14 0,0 0-26 0,0 0-37 15,0 0-153-15,19 7-356 0,-8-4 158 0</inkml:trace>
  <inkml:trace contextRef="#ctx0" brushRef="#br0" timeOffset="-72499.78">20258 12254 47 0,'-2'-4'243'16,"2"4"-27"-16,0 0-27 0,0 0-18 0,0 0-21 16,0 0-20-16,0 0-13 0,0 0-14 0,-2 16-6 0,1-9-16 15,1 1-4-15,-1 2-9 0,-3 3-6 16,0 3-9-16,-1-2-5 0,1 0-2 0,-1-1-3 16,1-1-11-16,0 0-1 0,2-3 0 0,-2-2 0 15,3-1-7-15,-1 1 1 0,2-4 4 0,-2 1 16 0,2-4 24 16,-1 5 31-16,-1-1 23 0,2-4 31 15,0 0-8-15,0 0-16 0,0 0-12 0,0 0-18 16,16-13-8-16,-5 7-11 0,-3-1-7 0,2 1-5 16,-1 2-12-16,0-2-3 0,0 3-10 0,-1 0-7 0,2-2-3 15,-4 3-6-15,-3-2-6 0,5 4-13 16,-1 0-8-16,3 0-13 0,-1 2-5 0,5 0-12 16,-2 0-21-16,-2 3-17 0,3-1-29 0,0 3-36 0,1-3-34 15,-2-1-60-15,-1-1-264 0,0 1-530 0,1-3 235 16</inkml:trace>
  <inkml:trace contextRef="#ctx0" brushRef="#br0" timeOffset="-72102.14">20690 11305 101 0,'0'0'262'0,"3"-4"-23"0,-3 4-24 15,0-4-20-15,0 4-28 0,0 0-14 16,0 0-16-16,1-4-19 0,-1 4-35 0,0 0-5 16,0 0-11-16,-5 12-10 0,-1-4-2 0,2 2-6 0,-5 6-29 15,0 0-7-15,-3 8-14 0,2 2-10 0,0 1-21 16,-4 5-24-16,1-3-51 0,-1 4-194 15,1-4-325-15,5-5 144 0</inkml:trace>
  <inkml:trace contextRef="#ctx0" brushRef="#br0" timeOffset="-71587.88">21291 11807 47 0,'0'3'122'0,"-3"5"-4"0,-2-1-2 0,-1 4-14 15,-5 1-10-15,-1 3-12 0,-4 4 6 0,-7 0-13 16,2 3-5-16,-5-2-8 0,2 1-10 16,-8 1-9-16,6-3-2 0,2 1-2 0,6-8 2 0,0-1-6 15,4-1-9-15,5-3 13 0,1-1-11 0,2-3 26 16,1 0 37-16,1 0 35 0,-1-1 36 0,1 1 30 15,4-3 16-15,0 0-23 0,0 0-20 0,-2-13-21 16,5 5-14-16,3-2-8 0,0-1-13 0,5-3-9 16,1 0-11-16,-3 0-11 0,5 2-3 0,-5 2-16 15,-1 3-6-15,2-1-6 0,-4 2 5 0,2 1-23 16,-3 2-19-16,3 0-9 0,-3 0-11 0,2 6-7 16,4-2-7-16,-2 3-4 0,0 2-1 0,1 2-14 15,0 1-9-15,-2 2-8 0,3 4-16 0,1-1-17 16,-1 2-24-16,0-1-26 0,-1-1-34 0,1-2-58 15,-6-4-163-15,0 0-431 0,-1 1 191 0</inkml:trace>
  <inkml:trace contextRef="#ctx0" brushRef="#br0" timeOffset="-71377.08">21499 11763 80 0,'4'-5'207'0,"-1"3"-24"0,0 1-26 16,-3 1-13-16,0 0-13 0,14 9-14 0,-9-2-10 0,1 4-14 16,0 4-6-16,0 2-14 0,-3 5-5 15,1 2-4-15,-4 5-7 0,-4 3-4 0,-1-2-7 16,-5-2-2-16,1 1-10 0,-4 2-14 0,-5-4-5 16,-1-2-13-16,-3-2-6 0,-4 0-20 0,-2-5-30 0,-1-1-40 15,0-2-174-15,-5-4-290 0,1-3 129 0</inkml:trace>
  <inkml:trace contextRef="#ctx0" brushRef="#br0" timeOffset="-71019.78">20952 11594 91 0,'-13'7'117'0,"-3"7"-7"0,-2 6-10 15,-3 3-17-15,0 6-4 0,-7 14-3 0,-3 2-14 16,2 2-5-16,3 0-15 0,3 2 5 0,4-5-22 16,5 2 23-16,6-13-12 0,8-1 4 0,5-1 15 15,7 3 4-15,7-2-1 0,5-5 1 0,18 3-11 16,3-4 4-16,10-6-6 0,-1-2-46 0,4-6-61 16,-3-7-161-16,3-3-240 0,-1-2 107 0</inkml:trace>
  <inkml:trace contextRef="#ctx0" brushRef="#br0" timeOffset="-70621.58">22103 11725 90 0,'0'0'233'0,"0"0"-7"16,0 0-2-16,0 0-9 0,0 0-17 0,0 0-19 15,0 0-18-15,0 0-13 0,13-6-20 0,0 5-11 16,6-3-13-16,3 3-5 0,7-4-28 0,5 2-6 16,2 1-5-16,4-1-7 0,11-1-4 0,-10 1-7 15,-4 0-18-15,2 1-7 0,-4-1-9 0,-4 2-11 16,-5 0-12-16,-7-2-11 0,-5 3-10 0,-5-1-18 16,-2 1-12-16,-3 0-17 0,-1-4-27 0,-3 4-16 15,0 0-13-15,-17 0-171 0,-2-3-334 0,1 2 148 16</inkml:trace>
  <inkml:trace contextRef="#ctx0" brushRef="#br0" timeOffset="-70288.75">22305 11715 154 0,'0'0'234'0,"0"0"-27"0,0 0-16 0,0 0-17 15,0 0-20-15,0 0-18 0,0 0-21 0,0 0-13 16,0 0-14-16,-4 3-10 0,4 1-13 0,0 4-4 15,-1 1-11-15,-1 6-7 0,-1 4-6 0,-1 6 1 16,0 3-9-16,-1 1 0 0,0 2-7 0,1 1 2 0,-1 0 0 16,0-3-4-16,-1 2-2 0,3 0-5 0,3-4 3 15,-4 2 0-15,0-5-1 0,3-4-1 16,0-1-5-16,-2 2-1 0,-3-4 1 0,4 0 2 16,-4-2-2-16,1 0 0 0,1-5 1 0,-1 0 0 0,0-3 3 15,-4 0-1-15,0 0 1 0,-1-5-4 0,-4 1 3 16,4-3-2-16,-7-2-1 0,3-1-1 15,-8 0 1-15,4 0 3 0,-1-1-7 0,2 0 3 16,0-1-2-16,4 3-1 0,0-1 1 0,3 0-1 0,0 1 0 16,1-2-3-16,1 2-9 0,3 1-19 0,5 1-36 15,-11-2-44-15,8 1-40 0,3 1-49 16,0 0-114-16,0 0-333 0,0 0 147 0</inkml:trace>
  <inkml:trace contextRef="#ctx0" brushRef="#br0" timeOffset="-69889.86">22569 12206 64 0,'0'0'179'15,"0"0"-14"-15,0 0-22 0,0 0-15 0,0 0-13 16,0 0-14-16,0 0-9 0,-3 13-8 0,3-6-9 16,-1 2-7-16,-2 1-10 0,-1-1-4 0,3 3-4 15,0 1-2-15,-3 1-12 0,0-2 3 0,0-2-3 16,4 0-10-16,-4-1-7 0,-1-4 6 0,4-1 1 16,1 1-8-16,-1 0 24 0,-2-3 36 0,3-2 29 15,0 6 30-15,0-6 23 0,0 0 18 0,0 4 13 16,0-4 6-16,0 0-22 0,0 0-16 0,0 0-19 15,14-11-14-15,-6 8-13 0,-3 0-14 0,0-2-10 16,-1 4-9-16,6 0-11 0,-3-1-18 0,0-2-7 16,0 4-3-16,0-3-13 0,1 3-23 0,0 3-15 15,3-1-15-15,-2 0-24 0,3 2-27 0,-1 4-31 16,-1-4-40-16,-1 4-50 0,3-3-56 0,-5-2-263 16,1 2-559-16,-3-4 247 0</inkml:trace>
  <inkml:trace contextRef="#ctx0" brushRef="#br0" timeOffset="-69194.94">23096 11329 96 0,'0'0'284'0,"2"-5"-11"0,-2 5-17 0,0 0-25 0,0 0-24 16,0 0-22-16,2-2-22 0,-2 2-17 0,0 0-21 16,0 0-22-16,0 0-22 0,0 0-9 15,0 0-9-15,0 0-7 0,-6 8-7 0,2-2-4 0,-1 0-5 16,1 2-5-16,-2 3-3 0,-1-1 2 0,-1 0-6 15,-2 5-22-15,0-4-19 0,0 4-22 0,-3-1-27 16,4 3-25-16,0-1-15 0,-6 5-44 16,3-4-216-16,5-2-390 0,-1 1 173 0</inkml:trace>
  <inkml:trace contextRef="#ctx0" brushRef="#br0" timeOffset="-68606.11">23472 11816 41 0,'0'-4'260'0,"1"0"-15"0,-1 4-3 0,2-6-10 0,-1 2-16 16,0 0-10-16,-1 4-13 0,1-4-14 16,-1 4-16-16,4-3-17 0,-4 3-22 0,0 0-11 0,3-2-13 15,-3 2-18-15,0 0-21 0,0 0-19 0,0 0-18 16,0 0-4-16,0 0-7 0,-3 15 0 0,-1-7 1 15,2 4-3-15,-2 5-2 0,-2 1 1 0,-1 2-1 16,2 3-2-16,-4-3 1 0,4-1-1 0,-3 6-3 16,3-8 0-16,0 1 0 0,-1-2 1 0,-2 0 0 15,4-2 1-15,-1-3 1 0,3-1-22 0,-1-3-8 16,0 2-16-16,3-3-9 0,-5 0-9 0,4-1-5 16,1-2-2-16,-2 1 1 0,0 0 3 0,2-4 10 15,-1 4 2-15,1-4 5 0,-4 2-27 0,4-2-100 16,0 0-166-16,4-16-363 0,-4 6 160 0</inkml:trace>
  <inkml:trace contextRef="#ctx0" brushRef="#br0" timeOffset="-68221.91">23487 11703 154 0,'5'-13'215'0,"-1"4"-18"0,1-2-4 0,2 1-14 15,-1 2-10-15,0-2-14 0,2 3-15 0,0 1-21 16,3 1-9-16,-2 0-13 0,2 4-7 0,1-2-12 15,1 3-6-15,2 0-10 0,-2 0-7 0,1 3-8 16,0 0-4-16,-1 1-8 0,0 1-9 0,-4 1-8 16,-1 0-10-16,2-1-7 0,-5 5 0 0,1-3-4 15,-3 0 6-15,-2 3-6 0,0-2 2 0,-3 0 1 16,-2 0-2-16,0 5 1 0,-2-5-1 0,-4 1 5 16,2-1-3-16,0 0-4 0,-1-2 3 0,2 2 0 15,0-4-3-15,3 2 5 0,-1-1-1 0,1 0-3 16,3-4-2-16,-3 3-4 0,-1-1 10 0,5 1-3 15,-1 0-3-15,1-4 0 0,1 8 5 0,-1-3-2 16,5 0-1-16,0 1 4 0,2 2 5 0,2-1-5 16,1 3 2-16,-1-2 2 0,4 3 1 0,-3-1-2 15,0 3 2-15,-2-4-1 0,-2 1-6 0,3 1 3 0,1 2-3 16,-5-5 2-16,2 2-3 0,-2-1-2 16,-3-1 1-16,1-2-4 0,-2 2-3 0,-1-4 1 15,-2 1 3-15,-3 2-2 0,-2-3-7 0,1-3-11 16,-3 4-32-16,0-3-17 0,0-1-44 0,-1-2-200 15,3-1-345-15,0-3 152 0</inkml:trace>
  <inkml:trace contextRef="#ctx0" brushRef="#br0" timeOffset="-67969.13">23998 11655 243 0,'2'-3'255'0,"0"1"-20"0,-2 2-22 0,0-4-28 0,0 4-25 16,0 0-18-16,0 0-19 0,0 0-10 0,9 6-17 15,-5 4-7-15,-1 1-14 0,1 8-8 0,-1 7-9 16,2 3-8-16,-5 2-1 0,-5 5-5 0,0 0-1 16,-3-2-7-16,-2 0-1 0,-2-2-2 15,-3 1-4-15,-1-8-11 0,-2 6-5 0,-1-5-4 0,-3-5-10 16,-2 1-9-16,-6-1-17 0,-3-7-33 0,1 1-19 15,-6-2-50-15,2-9-223 0,-1 1-380 16,0-6 168-16</inkml:trace>
  <inkml:trace contextRef="#ctx0" brushRef="#br0" timeOffset="-67639.25">23481 11446 84 0,'0'0'180'0,"-3"-6"-21"16,3 6-17-16,0 0-26 0,-15 11-9 0,1 2-18 15,0 3-1-15,-8 8-8 0,0 6-13 0,-16 15-11 16,0 2-2-16,-15 24-5 0,18-20-5 0,0-1-16 16,4 3 6-16,7-6-1 0,4-2 1 0,8-12-10 15,5 4 0-15,3-4 4 0,2-1 3 0,4-1-6 16,3-1-4-16,8 2 6 0,4-2-5 0,5-5-36 16,6 0-61-16,-2-6-185 0,5-1-281 0,-1-3 125 15</inkml:trace>
  <inkml:trace contextRef="#ctx0" brushRef="#br0" timeOffset="-66622.95">19350 12856 8 0,'0'0'127'0,"-8"0"-14"16,8 0-7-16,0 0 0 0,0 0-9 0,0 0-6 16,0 0-6-16,0 0-10 0,0 0-10 0,0 0-4 15,0 0-2-15,0 0-5 0,0 0-14 0,0 0 4 16,0 0-7-16,0 0-5 0,0 0-4 0,0 0-1 16,0 0-4-16,0 0 12 0,0 0-11 0,0 0 1 15,0 0-3-15,0 0-6 0,0 0 2 0,0 0-2 16,0 0-3-16,0 0-8 0,0 0 7 0,0 0 3 15,23 8-6-15,-13-7-1 0,3 1 2 0,0 1 1 16,7 1-6-16,12-2 0 0,0 1-1 0,5 0-1 16,21-1 8-16,6 1 11 0,34-2-12 0,4 4 9 15,8-5 1-15,6 1 5 0,11-1 6 0,8-1 3 16,17 2-2-16,11 1 9 0,1-4-16 0,5 4 1 16,5 0-2-16,9 1-6 0,-2-1-7 0,3-1 5 15,-11-1 2-15,-5 1-2 0,7-5-1 0,-2 2-2 16,-12 1-3-16,-8 1 1 0,-7-4 1 0,-12 1-3 15,-5 0 2-15,-14 2-4 0,-11-7 0 0,-14 5 9 16,-30 1-5-16,-4-1 15 0,-3-3 8 0,-16 2 15 16,-5-2 7-16,-4-1 21 0,-9 4 17 0,-6 0 31 15,-1 0 25-15,-2 1-3 0,-4-1-10 0,1 2-12 16,-2-2-18-16,0 3-13 0,-1-3-27 0,-4 3-29 16,6-1-30-16,-6 1-38 0,0 0-45 0,0 0-49 0,0 0-46 15,0 0-36-15,-20 2-258 0,2 0-503 0,-4 0 222 16</inkml:trace>
  <inkml:trace contextRef="#ctx0" brushRef="#br0" timeOffset="-65940">20764 13234 121 0,'0'0'203'15,"-4"-4"-4"-15,4 4 0 0,0 0 2 0,0 0-3 16,0 0-5-16,2-5-26 0,-2 5-18 0,6-4-21 16,-2 1-11-16,1 0-14 0,6-2-13 0,1 0-6 15,-1 4-12-15,2-3-7 0,5 3-7 0,0 0-6 16,2 1-3-16,-1 1-12 0,0 1-6 0,0 2-6 16,-3 2-1-16,2 1-5 0,-5 2-9 0,2 1-5 15,-6 3-4-15,0 1-8 0,0 2-6 0,-4 2 1 16,-5 10-4-16,-5 1-6 0,-9 3-1 15,-4-1 0-15,-13 10 3 0,-3-2 3 0,-3-3-1 0,-4-2 2 16,0-2 4-16,9-10 0 0,3-4-1 0,1-1 0 16,2-2 1-16,2-3 4 0,5-2-1 0,5-3 2 15,1-3 7-15,4 2 3 0,4-1 28 0,-3-3 31 16,4 1 29-16,-2-3 19 0,2 1 14 0,4-1-6 16,0 0-14-16,0 0-9 0,0 0-22 0,0 0-4 15,10-8-7-15,-1 5-8 0,4-2-4 0,6 3-9 16,-1-1-6-16,5 2-7 0,5-2-8 0,-1 3-21 15,1 0-21-15,4 0-18 0,4 2-25 0,-3 0-31 16,5 1-38-16,11 6-42 0,-9-6-53 0,-2-3-227 16,-1 0-494-16,15 5 219 0</inkml:trace>
  <inkml:trace contextRef="#ctx0" brushRef="#br0" timeOffset="-65606.13">21792 13430 196 0,'0'-9'302'0,"1"1"-20"0,-1 1-21 15,1 2-21-15,0 0-16 0,-1 1-20 0,0-1-21 16,0 5-20-16,2-5-21 0,0 2-16 0,-2 3-34 0,0-4-30 16,0 4-14-16,0 0-8 0,0 0-6 15,-2 16-4-15,0-6-2 0,1 7-2 0,-3-1-6 16,-1 5 1-16,1 3-3 0,-2 2 4 0,0-2-8 15,0-4-4-15,0 4 0 0,1 3-1 0,-3-4-4 0,3-5 1 16,3-1 0-16,-3 2 1 0,2-2 1 16,-1 1-3-16,0 0 0 0,-2-1 2 0,5-2 3 15,-2-5-27-15,1 3-17 0,-1-2-11 0,2-2-30 16,-2-4-6-16,3 1-13 0,0 0-3 0,-1 0-1 0,-2-2 8 16,3 1 2-16,-1-3 4 0,1-2 6 0,0 5-10 15,0-5 2-15,0 0-3 0,0 0-198 0,0 0-312 16,-4-19 139-16</inkml:trace>
  <inkml:trace contextRef="#ctx0" brushRef="#br0" timeOffset="-65203.67">21845 13319 96 0,'4'-8'213'0,"-3"-3"-5"15,3 3-24-15,0 0-17 0,1 1-15 0,5 1-13 16,-1 1-20-16,0 0-11 0,5 3-11 0,-1-2-7 16,10 3-5-16,-5 1-8 0,4 1-5 15,-1 3-3-15,-1-2-6 0,-1 5-14 0,-1 0-8 0,-3-2-16 16,0 5 0-16,-6-2-4 0,0 1-10 0,-1-2 2 16,-7 1-6-16,4 1 0 0,-5 1-3 0,-1-1-2 15,-3 1-2-15,-5 1 2 0,3-4 2 0,-7 2-1 16,-1-1-2-16,1-2-1 0,-5 2 0 0,4-1 2 15,3-2-2-15,1-1 1 0,1-2 0 0,1 1 0 16,3-3-2-16,0 3-2 0,0-1-1 0,1 2 1 16,4-4 2-16,0 6 0 0,0-6-2 0,7 7 7 15,3 0-4-15,1-1 0 0,4 2-3 0,4 1 2 16,-2 0 6-16,6 5 1 0,-4-3-4 0,-1 0 0 16,0-1 6-16,-4 4-8 0,0-3-1 0,-2 0 4 15,-2-1-2-15,-4 0-5 0,-1-3 6 0,-2 2 4 16,-3-1 6-16,-3-1 1 0,-3 0 1 0,-9 3-3 15,-6-3-1-15,-11 0-5 0,-3-1-36 0,-4-2-53 16,1-1-74-16,-16 1-170 0,18-9-355 0,-1 0 157 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4:50:47.12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3496 3995 86 0,'0'0'229'0,"0"0"-11"0,-5 1-14 0,5-1-2 16,0 0-16-16,0 0-13 0,0 0-7 0,0 0-14 16,0 0-12-16,0 0-16 0,0 0-15 0,0 0-9 15,0 0-13-15,0 0-8 0,0 0-8 0,26 0-6 16,-3-4-18-16,8 1-25 0,6-2-30 0,0 0-48 15,4 0-46-15,11-2-77 0,-17 6-174 0,0-6-382 16,-5 3 169-16</inkml:trace>
  <inkml:trace contextRef="#ctx0" brushRef="#br0" timeOffset="160.9">3561 4244 9 0,'-3'2'205'0,"3"-2"-20"0,0 0-19 16,0 0-17-16,0 0-11 0,18 2-16 0,-4-5-15 16,14 0-26-16,7-4-46 0,3 2-58 15,-1-4-173-15,-1 0-212 0,1-2 94 0</inkml:trace>
  <inkml:trace contextRef="#ctx0" brushRef="#br0" timeOffset="648.11">3788 3854 143 0,'-4'-3'298'0,"0"1"-30"0,0 2-27 0,4 0-18 16,-6-4-33-16,4 2-23 0,2 2-17 0,0 0-34 16,0 0-29-16,0 0-16 0,0 0-12 0,0 0-8 15,8 17-6-15,-1-11-2 0,2 3-3 0,3 4-2 16,4 0-2-16,-2 0-1 0,8 3-3 0,2-2 7 15,-1 1-12-15,-6-7-8 0,10 5-5 0,-11-6-5 16,0 2-4-16,-2-5-4 0,-4 1 6 0,-2-2-2 16,-2 2 0-16,0-5 22 0,-1 3 24 0,-1-3 21 15,1 1 22-15,-5-1 18 0,6 3 16 0,-6-3 4 16,0 0 2-16,6 0 1 0,-6 0-12 0,0 0-23 16,0 0-7-16,0 0-12 0,0 0-14 0,0 0-19 15,0 0-19-15,0 0-14 0,-3 10-7 0,-3-2-5 16,-7 8 2-16,-7 9 3 0,-3 5-5 15,-10 10 0-15,-2 3-3 0,-1 3 7 0,3 2-7 0,-2-4 5 16,1 2 1-16,6-1-2 0,1 0 4 0,4 0 1 16,8-15 5-16,2-1-5 0,1-4 0 0,1-1 3 15,6-9-4-15,1-2 3 0,0-3 20 0,-1-1-5 16,5-4 16-16,-5-1 24 0,5 1 18 0,0-1 24 16,0-4 27-16,-4 4 15 0,4-4 11 0,-1 3 5 15,1-3-2-15,0 0-7 0,0 0-16 0,0 0-13 16,0 0-16-16,0 0-12 0,0 0-10 0,0 0-26 15,5-12-37-15,0 6-58 0,0 4-64 0,-1-2-75 16,2-4-71-16,5 0-76 0,3-3-88 0,-1-1-384 16,2 1-854-16,2 0 378 0</inkml:trace>
  <inkml:trace contextRef="#ctx0" brushRef="#br0" timeOffset="1797.32">5963 3255 169 0,'-4'-7'204'0,"1"3"-17"0,-1-1-13 0,2 3-13 0,0-4-16 16,0 3-16-16,2 3-12 0,0 0-17 0,-2-4-14 16,2 4-15-16,0 0-16 0,0 0-6 0,0 0-8 15,-15 15-3-15,10 0-4 0,-6 6 2 16,-1 8-11-16,-1 5 1 0,-5 16-6 0,-4 4-1 16,-1 24-1-16,0 6-2 0,-1 7 5 0,3 5 0 15,-4 1 2-15,2 2-4 0,4-2 1 0,2-1-3 0,-2-12 0 16,1 6 4-16,5-3 15 0,3 1 2 15,-4-9-3-15,5-19-2 0,-9 18-2 0,2-22-1 16,-4-3-1-16,2-2-2 0,-2-8 1 0,0-1-4 16,2-13-1-16,0-1 2 0,-3-6 3 0,2-2 6 15,0-3 17-15,5-3 6 0,-4-4 12 0,3 0 13 16,-4-1 0-16,2-4 9 0,-1-2 3 0,0-1-1 0,2-2 5 16,-4 0-7-16,8-1 4 0,-5 0 9 0,4-2 7 15,2 0-1-15,-2 1-4 0,4 2-10 0,0-3-7 16,4 1-3-16,-1-1-14 0,6 3-11 15,-9-1-8-15,9 1-11 0,0 0-25 0,-10 0-33 16,10 0-40-16,0 0-18 0,-7 0-22 0,4 4-28 16,1 1-31-16,2-5-34 0,-4 10-47 0,3-3-37 15,-1-2-250-15,1 2-564 0,1 0 250 0</inkml:trace>
  <inkml:trace contextRef="#ctx0" brushRef="#br0" timeOffset="2198.23">5711 5353 53 0,'-6'-2'312'0,"6"2"-30"0,-5-2-27 0,5 2-28 16,0 0-25-16,0 0-21 0,0 0-18 0,-14 10-19 16,10 0-12-16,-5 6-13 0,-4 6-13 0,3 1-9 15,0 5 9-15,0-2-7 0,1 1-10 0,1-1-9 16,4 4-10-16,4-5-3 0,0 4-9 0,4-9 6 16,0-1 3-16,1-1-8 0,5-1 8 0,-1-3 4 15,4-2 8-15,2-3 3 0,-2-3 4 0,7-6 6 16,1-4 0-16,3-7-11 0,-1-3 1 0,1-3 11 15,-7-5-4-15,1 0-6 0,0-7-2 0,-8 3-10 16,-2-2-2-16,-3 1-6 0,-5-2-12 0,-4 1 3 16,-1 3-1-16,-4 0-11 0,-5 3-9 0,-3 2 0 15,-6 4-11-15,9 3-14 0,-6 3-17 0,-1 3-26 16,1 1-26-16,-2 3-28 0,3-2-50 16,1 5-53-16,-1 0-68 0,6-1-378 0,3 0-690 0,1-4 305 15</inkml:trace>
  <inkml:trace contextRef="#ctx0" brushRef="#br0" timeOffset="2812.17">6459 2830 254 0,'-3'-5'338'0,"3"1"-10"0,-1-2-7 0,1 6-8 15,0-6-27-15,0 2-27 0,0 4-29 0,-3-4-25 16,3 4-25-16,0 0-27 0,-2-3-13 0,2 3-24 16,0 0-15-16,-4 19-10 0,0-2-14 0,1 11-1 15,-4 1-8-15,-1 23-59 0,0 1-31 0,1 1-61 0,2 0-78 16,2 2-117-16,1-5-223 0,1-16-541 16,-1-4 239-16</inkml:trace>
  <inkml:trace contextRef="#ctx0" brushRef="#br0" timeOffset="3883.27">6914 3921 25 0,'2'-4'205'0,"2"-1"-18"15,4-1-19-15,-3 4-14 0,8-1-11 0,-3-1-21 16,4 3-14-16,-2 0-7 0,5 2-14 0,0 3-11 15,0 1-2-15,-2 3 0 0,2 4-21 0,-2 2 5 16,-4 3-2-16,2 6-4 0,-5 2-6 0,2 4-2 16,-6-3-3-16,-3 3-8 0,-5-3 2 0,0 3-3 15,-6 0-2-15,1-2-5 0,-1-1-5 0,-4-3 7 16,1-3-6-16,1-3-1 0,0-2 0 0,2-2 11 16,-2-1 6-16,5-3 12 0,0-2 13 0,2-2 22 15,0-1 16-15,1-2 28 0,0 2 25 0,2-3 13 16,2-1-24-16,0 0-8 0,0-12-18 0,4 0-12 15,3-3-14-15,7-7-5 0,3-3-17 0,3-3-7 16,3-1-4-16,8-10 7 0,-8 10-23 0,8-7-8 16,-12 11-1-16,1 2-5 0,-8 7-2 15,-1 3 2-15,-4 5-4 0,-1-1-6 0,1 3 0 16,-3 0-16-16,0 2-24 0,-1 0-31 0,-3 4-9 16,0 0 1-16,3 11 8 0,-5-2 7 0,-2 8 6 0,-2 9 6 15,0-1 3-15,2 0 10 0,0 3 0 0,1 1 2 16,6-3 6-16,1 0-2 0,1-1-15 0,8-1-15 15,2-3-34-15,6-3-36 0,1-4-57 16,10-4-75-16,4-5-238 0,4-3-526 0,14-4 233 16</inkml:trace>
  <inkml:trace contextRef="#ctx0" brushRef="#br0" timeOffset="4797.71">8155 3680 2 0,'0'0'179'0,"0"0"-3"16,-9 1-9-16,9-1-8 0,0 0-7 0,0 0-11 16,0 0-18-16,0 0-4 0,0 0-13 0,0 0-15 15,27-3-5-15,-14 2-7 0,8 1-6 0,7-4-9 0,4 1-7 16,0 0-4-16,4 2-6 0,-1-2-7 16,5 1-3-16,-3 0-5 0,4 0-2 0,-3 0-2 15,-2-3-6-15,-2 5-5 0,-4-1-8 0,-11 1-6 16,-1-1-4-16,-4-1-12 0,-3 4-15 0,-5-4-9 15,0 1-2-15,-3 0 3 0,-3 1-10 0,0 0-8 0,0 0-11 16,-22 2-5-16,9 0-2 0,-5-1 1 16,-1 0 8-16,3 2 2 0,-3 0-3 0,0 0 4 15,0 1 7-15,0-1 10 0,1 1-5 0,4-1-1 16,1 1 5-16,1-3 10 0,2 1 5 0,2-1 5 16,0 0 18-16,3 1 1 0,0 1 13 0,5-3 25 15,-9 1 15-15,9-1 11 0,-5 0 16 0,5 0 8 16,0 0 16-16,0 0 5 0,-13-1 12 0,13 1 1 15,-4-3 8-15,4 3 4 0,-1-3 9 0,1 3 8 16,0 0 11-16,0 0-6 0,-4-2-10 0,4 2-12 16,0 0-9-16,0 0-15 0,0 0-13 0,0 0-7 15,-4-2-19-15,4 2-16 0,0 0-19 0,0 0-19 0,0 0-5 16,-1 10-5-16,-3-1 1 0,0 8-4 16,-1 7 2-16,-1 5 1 0,-2 1-2 0,0 6 6 15,-2 14-2-15,5-1 0 0,-1-1 4 0,5 1-2 16,-2-1-1-16,0-2-1 0,5-10 2 0,-4 1 2 15,1-2-6-15,0-3 3 0,0 1 5 0,-1-3-3 16,2 0 1-16,-2-1-2 0,-2-5 1 0,0-5 2 16,0-3 0-16,-1-2 0 0,0-4 0 0,-1 3 2 15,-2-4 0-15,0 1 0 0,-1-7 3 0,-3 1-5 16,-1-3-1-16,-5-3 1 0,0-2-1 0,-1 2 1 16,-4-6 2-16,-1 0 10 0,3 0 4 0,1-1 0 15,2-1 13-15,-1 0-1 0,4 4 13 0,3-2-16 16,2 5 4-16,1-2-2 0,1 2-7 0,2-1 0 15,2 1-2-15,-3 1-8 0,6 0-5 0,1 2-18 16,-9-3-5-16,9 3-20 0,-1-2-16 0,1 2-1 16,0 0-17-16,0 0-17 0,10 12-30 0,-2-8-29 15,1 0-37-15,6 5-29 0,-2-4-52 0,1-2-227 16,4 0-524-16,-2 1 232 0</inkml:trace>
  <inkml:trace contextRef="#ctx0" brushRef="#br0" timeOffset="5379.8">8542 4375 74 0,'0'0'297'0,"1"-4"-24"15,-1 4-23-15,0 0-32 0,0 0-21 0,0 0-24 16,0 0-20-16,0 0-18 0,0 0-16 0,0 0-4 16,0 0-19-16,0 14-11 0,0-7-9 0,-1 4-5 15,1 0-9-15,-3 7-6 0,1 0 0 0,-2 10-3 16,-1-5-8-16,-2 4-3 0,2 0-2 0,-4-2-6 16,2-1 2-16,0-5-5 0,1-1-4 0,0-4 2 15,3-2-9-15,-1-4 3 0,2 0-3 0,-1-3 2 16,2 3 15-16,-2-4 45 0,3-1 35 0,0-3 36 15,-1 3 29-15,1-3-15 0,0 0-18 0,10-13-17 16,-1 5-16-16,6-6-7 0,1 0-15 0,4-6-6 16,-1-1-11-16,2-2-9 0,3 3-10 0,-4 2-8 15,-4 1-5-15,-1 5-2 0,-3 3-5 0,-2-1-7 16,-4 7 3-16,1 0-20 0,-2-1-7 0,0 2-16 16,2-1-2-16,-7 3-10 0,11 4-7 0,-6 1 19 15,3 3-13-15,-2 1-9 0,0 1-8 0,2 0-8 16,-2 2-25-16,2-2-29 0,-2 2-32 0,0 0-43 15,-1-3-53-15,2-1-68 0,0 0-302 0,-2-4-650 16,-1 0 288-16</inkml:trace>
  <inkml:trace contextRef="#ctx0" brushRef="#br0" timeOffset="6185.26">9415 3853 54 0,'2'-4'260'0,"-2"4"-17"0,4-4-13 0,-3 2-18 16,-1 2-23-16,0 0-17 0,2-5-20 0,-2 5-18 15,0 0-15-15,0 0-15 0,0 0-8 0,0 0-12 16,2 13-6-16,-4-4-7 0,-4 2-6 0,1 7-8 15,-6 5-2-15,-3 0-1 0,-6 6-7 0,-1 2-4 16,-10 8-3-16,-1 2-1 0,0-3-4 0,5-11-5 16,2-1 0-16,1-3-2 0,-2 0-3 0,3-4-1 15,5-6-3-15,4-2 1 0,4-4-3 0,6-1 7 16,-1-1 24-16,-2-1 38 0,5-1 23 0,-6-1 44 16,7 0 11-16,1-2-16 0,0 0-8 0,-8-9-20 15,11 4-6-15,-2-5-21 0,3-2-4 0,6-2-7 16,-1-2-7-16,4-1-19 0,6-2 3 0,-5 3-12 15,-1 3-12-15,2 2-6 0,-5 3-8 0,2 1 2 16,-1 2-2-16,1 0 8 0,0 4-20 0,2 1-3 16,6 2-2-16,-2 3-20 0,1 1-12 0,-1 2-24 15,0 1-24-15,0 3-28 0,4 4-35 0,-3 5-38 16,-1-4-49-16,-2-3-64 0,-4-1-309 0,2 0-646 16,-1-4 286-16</inkml:trace>
  <inkml:trace contextRef="#ctx0" brushRef="#br0" timeOffset="6713.04">9771 3841 3 0,'9'-4'243'0,"-5"-2"-19"0,1 4-18 16,3-2-15-16,-3 3-20 0,1 0-22 0,1 1-14 15,1 1-16-15,-1 0-14 0,-1 2-3 0,3 1-11 16,0 5-5-16,-4-1-7 0,2 5-7 0,-3-4-7 15,1 8-6-15,-4-1-3 0,-1 1-5 0,-1-3-6 16,-2 4-2-16,-1 1-1 0,-5-1-6 0,-1 0-6 16,4-1 2-16,-3-5-2 0,4 0-6 0,-2-4-3 15,0-1 0-15,4 0 1 0,-1-2 4 0,2-2 15 16,-2 1 20-16,2-2 31 0,0 1 35 0,-2 0 42 16,4-3-10-16,0 0-9 0,0 0-23 0,4-13-9 15,0 6-11-15,1-2-20 0,1-2 0 0,6-2-11 16,-6 5-5-16,4-4-20 0,-2 7 5 0,1-5-4 15,-3 3-15-15,0 3-2 0,-3 1-5 0,1-2-3 16,1 2-16-16,-1 1 8 0,-4 2-13 0,8 0-12 16,-8 0-9-16,7 5-6 0,-1 1-3 0,1 0 0 15,-2 2-9-15,3 1 0 0,-3 3-10 0,0 5-16 16,4-2-26-16,-5 1-24 0,0-1-27 0,-2-4-39 16,2 1-33-16,0-1-51 0,-1-1-266 0,-2-3-567 15,-1-3 251-15</inkml:trace>
  <inkml:trace contextRef="#ctx0" brushRef="#br0" timeOffset="6945.44">10133 3737 260 0,'2'-4'245'0,"-2"4"-28"0,0 0-25 16,0 0-17-16,11 6-10 0,-4 1-16 0,2 6-5 15,0 2-8-15,3 11-4 0,0 3-10 0,-1 1-4 16,-5 3-7-16,0 1-11 0,-6 11-7 0,-6-11-6 16,1 13-7-16,-3-11-8 0,-2-2-5 0,-12 7-18 15,3-9-17-15,-3-6-23 0,-5 1-24 0,-1-3-39 16,-4-6-51-16,-15 3-67 0,1-4-230 16,5-6-435-16,-7-1 193 0</inkml:trace>
  <inkml:trace contextRef="#ctx0" brushRef="#br0" timeOffset="7312.07">9149 3667 184 0,'-13'13'170'0,"-7"7"-8"0,0 12-8 16,-8 10 6-16,-5 1-9 0,1 6-4 0,0 6-14 15,-13 16-11-15,16-17-8 0,6-4-11 0,2-1-10 16,9-2 16-16,5-12-1 0,6 0-8 16,5-2 8-16,5 0-4 0,10-5-3 0,4 1-3 0,13 3-12 15,5-6-3-15,-4-10-19 0,17 0-44 0,3-3-53 16,1-6-89-16,0-7-105 0,1-3-155 0,-4-5-415 16,-4-1 184-16</inkml:trace>
  <inkml:trace contextRef="#ctx0" brushRef="#br0" timeOffset="7911.4">9250 3183 306 0,'2'-3'288'0,"-2"3"-29"0,0 0-26 16,4-3-24-16,-4 3-26 0,9 0-18 0,-9 0-22 16,14 1-15-16,-9 1-15 0,-1 0-11 0,1 1-12 15,-1 3-10-15,1-2-11 0,0 1-4 0,-1 6-7 0,1 0-11 16,-2 4-3-16,-3 3-2 0,-4-2-3 15,0 1-3-15,-1 0-4 0,-4 1 0 0,0-4-3 16,0-1 3-16,0 0-7 0,4-2-3 0,1-4-5 16,-1 1-5-16,1-2 3 0,2-3 4 0,0 2-4 15,1-2 2-15,1 1 11 0,0-4 25 0,5 3 23 16,6 0 4-16,11-3 11 0,12-3-19 0,4 0 2 0,17-2-5 16,-1-1-3-16,3 2 5 0,-4-4-5 15,-13 3 3-15,14 1-14 0,-17 3-2 0,-1-2-7 16,-4-1 2-16,-4 1-5 0,-8 3-14 0,-7-1 8 15,-1-1-4-15,-1 2-17 0,-3-1-18 0,-3 1-19 16,2 0-33-16,-7 0-34 0,6 1-7 0,-6-1-32 16,0 0-51-16,-15 10-73 0,-1-6-304 0,0 0-600 15,3 1 266-15</inkml:trace>
  <inkml:trace contextRef="#ctx0" brushRef="#br0" timeOffset="8896.12">11491 4030 49 0,'-4'-2'268'0,"4"-5"-22"0,-1 3-11 0,1 0-21 16,0 4-13-16,-4-9-25 0,0 4-19 0,-1 1-17 16,-3-1-16-16,-3-1-15 0,-6 3-10 0,-2 1-12 15,1 2-11-15,-11 2-6 0,1 1-4 0,1 0-10 16,-4 5-8-16,6-2-2 0,-1 6-7 16,2 0-3-16,7-2-4 0,1 4-1 0,-4 3-5 0,6-4-4 15,3 3-1-15,2 1-7 0,1 0 1 0,3 0 4 16,4 0-5-16,1 2 4 0,3-2-5 0,3-2 1 15,3-1-1-15,0-4 3 0,4 2-1 0,3-4-5 16,2-2 0-16,1 0 5 0,2-5-1 16,-1 0 0-16,3-5 7 0,4-2 11 0,-2-3 3 0,0-5 7 15,-3 0 8-15,-2-2 7 0,-1-6 5 0,-1-2-8 16,-3-5-4-16,-2 0 2 0,1-17-5 0,-4-1-8 16,1-4-7-16,0-1-2 0,-2 2-2 0,-2-3 6 15,-2 6 11-15,-4 13 3 0,-1 2 17 0,0 3 9 16,0 4 23-16,-1 9 16 0,-2-1 2 15,3 8-13-15,-1 0-12 0,0 3-10 0,1 1-15 0,0-1-27 16,0 2-58-16,0 4-44 0,0 0 4 0,0 0 1 16,0 0 9-16,-3 25 5 0,3-5 2 0,-4 9 12 15,4 4 0-15,-4 14 11 0,4 0 10 0,3 1-6 16,-2-14 4-16,2 15 0 0,1-14 2 16,-2-2 4-16,2-1-1 0,2-1 10 0,-3-4-9 0,-2-8 6 15,3-1-5-15,-2-2-6 0,-2-4-14 0,2-2-14 16,-1-2-14-16,0-2-6 0,-1-1-5 0,-1 0-10 15,1 1-2-15,0-2-5 0,-4-4-57 0,4 0-64 16,0 0-49-16,-15-3-234 0,6-3-526 16,1-2 234-16</inkml:trace>
  <inkml:trace contextRef="#ctx0" brushRef="#br0" timeOffset="9326.78">11777 3867 249 0,'7'-1'265'0,"-1"-2"-18"16,0 3-23-16,-1 0-25 0,3 0-19 0,-8 0-18 15,13 0-16-15,-5 4-8 0,-2 4-16 0,2 0-8 16,-2 2-12-16,-1 1-8 0,-2 1-9 16,1 5-9-16,-2 0-9 0,-2 0 1 0,-2 8-11 15,-2-4-4-15,-4 1-4 0,0-1-6 0,-3 1-2 0,0 2-4 16,0-8-4-16,2 0-1 0,-2-1 3 0,1-1-11 15,3-6-4-15,2 1-1 0,-3-2 1 16,5-2-3-16,-1 0 5 0,1-1-4 0,1 0 37 0,-1 0 35 16,3-4 33-16,-3 3 32 0,3-3 22 15,0 0-17-15,0 0-20 0,7-12-13 0,2 1-11 16,5 0-14-16,4-10-13 0,4-2-7 0,3 1-12 0,-1-1-8 16,-2 0-4-16,-3 2-6 0,3-3-6 0,-4 4-6 15,-3 9-8-15,-5 1-5 0,-2 3-1 0,2 0-8 16,-6 3-13-16,1 1-12 0,-1-1-32 15,0 4-25-15,-4 0-2 0,0 0 11 0,3 7 4 0,-5 3 7 16,-2 2 4-16,1 4 3 0,-4 4 8 0,-3 5 0 16,1-2 4-16,5 3 3 0,2-7-1 0,-1 6 8 15,3-6 12-15,0 2-10 0,5-4 12 0,2 1-20 16,5-1-26-16,8-1-25 0,6-2-47 0,5-2-62 16,20 0-92-16,-1-5-333 0,2-5-656 15,1-4 290-15</inkml:trace>
  <inkml:trace contextRef="#ctx0" brushRef="#br0" timeOffset="10046.61">13270 3999 4 0,'0'0'167'0,"0"0"-7"0,0 0-10 0,0 0-10 15,0 0-10-15,0 0-5 0,0 0-2 0,0 0-8 16,0 0-2-16,0 0-3 0,0 0-1 0,0 0 0 16,0 0 7-16,0 0-9 0,0 0 1 0,0 0-4 15,0 0-4-15,0 0-1 0,0 0-5 0,0 0-13 16,0 0-7-16,0 0-4 0,27-3-12 0,-12 2-7 0,4 1-7 15,11 0-2-15,0-4-6 0,2 4 0 16,0-2-10-16,1 0-10 0,-1-1-14 0,3 1-27 16,-5 1-21-16,1-1-22 0,-12 2-22 0,3-2-25 15,-5 2-16-15,-3 0-35 0,-4-2-197 0,-5 0-394 16,1 1 174-16</inkml:trace>
  <inkml:trace contextRef="#ctx0" brushRef="#br0" timeOffset="10397.53">13275 4197 180 0,'-4'2'275'0,"4"-2"6"16,0 0-9-16,-5 1-14 0,5-1-13 0,0 0-25 15,0 0-21-15,0 0-21 0,37-4-19 0,-9 0-14 16,4 1-12-16,5 2-13 0,1 1-18 0,2-4-6 16,0 3-14-16,0 0-6 0,0-1-7 0,-7 2-2 15,2 0-10-15,-7 0-5 0,-8 0-3 0,-7-2-6 16,-1 2-3-16,-2 0-2 0,-4 0-1 0,1 0-6 15,-1 0 4-15,-6 0-29 0,8-3-23 0,-8 3-25 16,0 0-39-16,0 0-51 0,0 0-69 0,-21 3-311 16,10-3-555-16,1 0 245 0</inkml:trace>
  <inkml:trace contextRef="#ctx0" brushRef="#br0" timeOffset="20947.91">15280 3534 28 0,'-1'-3'227'0,"2"-1"-7"0,-1-2 1 16,1 2-11-16,0 0-8 0,-1 0 1 15,0 0-13-15,3-1-13 0,-3 5-11 0,0-5-6 16,0 2-14-16,0 3-15 0,2-4-12 0,-2 4-7 16,0 0-11-16,2-4-20 0,-2 4-14 0,0 0-13 0,0 0-23 15,0 0-3-15,0 0-6 0,-2 15 0 0,0-4-4 16,-1 6-2-16,-2 1-1 0,1 9-1 16,-1 0 0-16,0 4-4 0,-1 1-2 0,1 2 5 15,-2 3 0-15,3-2-2 0,2-3-1 0,-3-2 4 16,3-5-9-16,-1 3 2 0,0-11 0 0,2 0 0 0,-4-6-3 15,5 0 3-15,-1-1-1 0,1-3 0 0,-2-1-1 16,1-1 12-16,1 0 11 0,0-2 9 16,0 1 7-16,0-4 4 0,0 5 8 0,0-5-9 15,0 0 8-15,1 5-15 0,-1-5 2 0,0 0-7 16,2 2-16-16,-2-2-23 0,0 0-41 0,0 0-76 16,0 0-66-16,0 0-49 0,0 0-265 0,1-12-542 0,1 10 239 15</inkml:trace>
  <inkml:trace contextRef="#ctx0" brushRef="#br0" timeOffset="21393.38">14793 4146 151 0,'0'0'183'0,"0"0"-11"15,-9 0-19-15,9 0-16 0,0 0-9 0,-4 0-16 0,4 0-9 16,0 0-3-16,0 0-18 0,0 0-7 16,0 0-10-16,0 0-3 0,0 0-8 0,-9 0-2 15,9 0-17-15,0 0 4 0,0 0-3 0,0 0-4 16,0 0 6-16,0 0 7 0,0 0 12 0,0 0 7 15,0 0 7-15,-1 4 0 0,1-4 3 0,0 0-1 16,0 0-4-16,0 0-6 0,20-1-7 0,0-2 3 16,11 0-14-16,7 2-4 0,15 0-3 0,10 0-6 15,-2 1-2-15,31-1 14 0,-28 1 6 0,33 2 2 16,-29-1 4-16,-4-1-2 0,2 3-6 0,-2-6 0 16,-6 4-6-16,-20-1-4 0,0 2-4 0,-3-1-5 15,-7-1 0-15,-9 0-3 0,-5 0-7 0,-5 3-1 16,0-6-2-16,-1 3-16 0,-2 0-15 0,-6 0-14 15,5 0-6-15,-5 0-8 0,0 0-16 0,0 0-25 16,-28 0-30-16,9 3-42 0,-8-3-39 0,5 2-234 16,-6 0-464-16,8-1 206 0</inkml:trace>
  <inkml:trace contextRef="#ctx0" brushRef="#br0" timeOffset="22025.02">15069 4333 163 0,'6'-3'197'0,"1"1"-21"0,0-1-2 15,5-2-19-15,-1 1-15 0,2 1-9 0,5 1-9 16,0 2-9-16,1 0-12 0,0 2-5 0,1 1-12 16,-1 1-5-16,1 1-6 0,-3 0-11 0,-1 3-5 15,-4 0-6-15,-2 0-1 0,0 2-11 0,-3 4-2 16,-1-3-3-16,-6 7 1 0,-6 0-7 15,-3 9 0-15,-5 4-1 0,-4-2-1 0,-14 6 0 0,5-8-2 16,-11 7-3-16,-2-4-5 0,-1 0-2 16,9-12 0-16,3-1 5 0,1-2-7 0,0 1 3 0,2-4 13 15,4-5 6-15,7-1 5 0,2 1 15 0,4-4 15 16,2 1 19-16,0-2 30 0,-2 1 33 16,4-3 36-16,1 2 35 0,4-2-19 0,0 0-23 15,-2-10-21-15,4 3-14 0,6-3-15 0,2-3-16 16,4 0-4-16,0-1-21 0,7-4-10 0,-6 7-14 15,2-2-6-15,-1 3-4 0,-4 4-12 0,0 1 0 0,0 2-13 16,0 1-1-16,2-1-9 0,5 6-5 0,-4 2 0 16,4 0-1-16,1 4 1 0,1 0-2 15,-2 1-5-15,3 5 1 0,-5-5-4 0,-1 4 2 16,6 1 1-16,-7-2-2 0,-1-2 10 0,3-2-5 16,-2 1-2-16,1-2-1 0,0-1-5 0,2-1-3 15,-1 0 4-15,-2-4-9 0,-1-2 8 0,0 0-7 0,6-2-1 16,-7 0-8-16,0-2-5 0,1-1 8 15,-2 4-20-15,-1-6-13 0,-2 1-14 0,2-1-16 16,-1 3-25-16,-3-1-35 0,2-3-52 0,-1 1-60 16,0-1-91-16,-1 1-314 0,-2 0-703 0,3-1 311 15</inkml:trace>
  <inkml:trace contextRef="#ctx0" brushRef="#br0" timeOffset="23009.2">16881 3618 58 0,'-9'0'153'16,"9"0"-14"-16,-8-3-5 0,8 3-25 0,0 0 0 16,-5-1-2-16,5 1-4 0,0 0-4 0,0 0-2 15,-5-1 0-15,5 1-2 0,0 0 3 0,0 0-2 16,0 0 1-16,0 0 1 0,0 0-2 0,0 0-7 16,0 0-4-16,0 0-6 0,0 0-6 0,0 0-14 15,0 0-2-15,0 0-7 0,0 0-4 0,0 0-4 16,0 0-4-16,0 0 2 0,0 0 0 0,0 0 1 15,0 0 0-15,0 0-1 0,0 0-6 0,0 0-1 16,24-4-2-16,-5 1-6 0,11 2 0 0,3-2-2 16,5-2-3-16,17 1-4 0,4 0-1 0,1 0 1 15,0 1-2-15,2 1-5 0,-6-1 4 0,-17 1-2 16,0 0 1-16,-5 1-3 0,-4 0-3 0,-1-3 1 16,-14 4 5-16,-2 0-10 0,0-1-20 0,-8-2-11 15,3 3-20-15,-8 0-7 0,0 0-14 0,0 0-21 16,0 0-9-16,-31 7-17 0,9-7-22 0,-7 2 3 15,0-1-4-15,-2 1 4 0,2 3-7 0,1-2-22 16,-2-1-94-16,0 2-279 0,10-4 124 0</inkml:trace>
  <inkml:trace contextRef="#ctx0" brushRef="#br0" timeOffset="23376.96">17158 3627 56 0,'0'0'217'16,"0"0"5"-16,0 0-2 0,0 0-3 0,0 0-2 15,0 0-13-15,0 0-12 0,0 0-16 0,0 0-19 16,0 0-15-16,0 0-17 0,0 0-13 0,0 0-22 16,0 0-30-16,0 0-5 0,-5 6-10 0,5 0-6 15,-4 8-4-15,-1 4-6 0,-1 7 0 0,-2 6 1 16,2 2-1-16,-5 12-2 0,5-12-6 0,-3 4 3 16,1 9-4-16,5-11 1 0,0 0-5 0,-1 2 1 15,0-5 0-15,-1 2-1 0,5 0 1 0,-1 0-4 16,1-7 5-16,-4 0-6 0,-1-1 1 0,5-7 0 15,-4 0 0-15,-4-3-1 0,2-1-3 0,-1-3 2 16,0-2 5-16,-2-1-4 0,-2-1 10 0,-5-2 4 16,-1 0 1-16,-2-2-2 0,-2-4 2 0,-1-3 3 15,-6-1-1-15,-3-1 6 0,5 0 8 0,0-5 0 16,5 5-1-16,1 1 4 0,2-3 3 0,5 2-2 16,1 0 3-16,0 3-10 0,6-1 2 0,-2-1-7 15,4 1-5-15,-1 2-19 0,0 0-30 0,5 1-29 16,-8-3-44-16,8 3-25 0,0 0-24 0,0 0-52 15,0 0-51-15,0 0-213 0,27 8-496 0,-13-5 220 16</inkml:trace>
  <inkml:trace contextRef="#ctx0" brushRef="#br0" timeOffset="23991.97">17451 4264 26 0,'0'0'278'0,"-3"-2"-12"0,3 2-11 16,-1-4-11-16,1 4-21 0,0 0-21 0,0 0-23 15,0 0-18-15,0-3-17 0,0 3-14 0,0 0-12 16,0 0-20-16,0 0-12 0,0 0-9 15,0 0-12-15,0 0-5 0,-3 16-11 0,2-9-1 0,1 1-7 16,-3 2-5-16,-1 3-4 0,-2 3-1 0,0 4-3 16,-2-3-1-16,2 2-6 0,-4 5 2 0,-1-2-2 15,5-6-6-15,-1 2 7 0,0-4-6 0,1 2 0 16,2-6-4-16,0 2 4 0,0-4-5 16,3-5 12-16,-3 6 7 0,4-4 16 0,-1-5 30 0,-2 7 33 15,3-7 38-15,-1 2 39 0,1-2 16 0,0 0-15 16,0 0-19-16,9-9-20 0,-3 1-14 0,3-1-13 15,2 0-17-15,2-4-5 0,0-1-12 16,3 3-12-16,-2 0-6 0,-3 2-14 0,-2 4-3 0,0-2-6 16,-4 4-5-16,1-1-11 0,-2 1-7 0,1 3-9 15,-1-2-1-15,-4 2-5 0,13 2 0 0,-7 1-2 16,2 2-2-16,-1 1-15 0,0 0 0 0,3 1-3 16,-2 2-11-16,0 1-20 0,2 0-23 0,-1 1-27 15,-4-3-32-15,4 2-22 0,-1-1-35 0,-3-2-43 16,-1-2-44-16,1-5-63 0,-4 4-305 0,-1-4-690 15,9 1 305-15</inkml:trace>
  <inkml:trace contextRef="#ctx0" brushRef="#br0" timeOffset="24709.02">18008 3034 105 0,'0'0'238'0,"0"-3"-3"0,0 3-8 0,0 0-5 16,0 0-13-16,0 0-11 0,0 0-17 15,0 0-17-15,3-4-15 0,-3 4-20 0,0 0-12 16,0 0-14-16,0 0-12 0,0 0-24 0,0 0-25 16,0 0-6-16,0 0-7 0,-11 14 1 0,6-5-4 15,-6 7-3-15,-2-1-3 0,-5 8-1 0,1-2-1 0,0 3-2 16,1 0-5-16,-3-2 1 0,6 0 3 16,-5-2-6-16,8-3 2 0,-1-1-3 0,-1-2-1 15,3-1 0-15,-1-4 2 0,4 1-2 0,-2-3 0 16,4 0-2-16,0-3 2 0,0 3 2 0,-1-4 22 15,4 0 12-15,-3 0 19 0,4-1 22 0,0-2-6 16,-5 5 14-16,5-5 0 0,-4 0-1 0,4 0-9 16,-4 3-3-16,4-3-9 0,0 0-7 0,0 0 6 15,0 0-22-15,0 0 0 0,0 0-14 0,-4 2-26 16,4-2-24-16,0 0-36 0,0 0-30 0,0 0-61 16,0 0-86-16,0 0-48 0,0 0-237 0,21-7-555 15,-15 7 245-15</inkml:trace>
  <inkml:trace contextRef="#ctx0" brushRef="#br0" timeOffset="25478.17">18508 3762 149 0,'1'-3'258'0,"-1"3"-20"0,0 0-13 0,1-4-17 0,-1 4-25 16,4-3-21-16,-4 3-23 0,0 0-9 0,3-2-16 15,-3 2-14-15,0 0-11 0,0 0-13 0,0 0-6 16,2 9-4-16,-3-2-13 0,-2 1-6 0,-1 3-3 16,-3 4-2-16,-3 2-5 0,-7 7-1 0,-1 1-4 15,-1 1 0-15,-3 0-5 0,-5 1-3 0,-7 8-1 16,7-10-3-16,-2 2-1 0,2-5 1 0,3-2-3 16,-2-5-3-16,4 1 3 0,7-9-2 0,3 1 2 15,2-1 10-15,5-4 21 0,-3 1 25 0,3 0 34 16,0-3 35-16,0-1-17 0,5 0-7 0,-8-5-4 15,5 1 6-15,1-5 1 0,2 1-14 16,0-2-2-16,2-2-15 0,-1-1-4 0,3 2-11 0,0 0-8 16,3 1-6-16,-2-2-7 0,-1 6-11 0,1-4-1 15,-1 5-8-15,1-1 5 0,0 2-6 0,-4 1-21 16,7 3-5-16,-3 0 9 0,3 3-9 0,2 2-10 16,3 0-1-16,2 4-18 0,2 3-15 0,-1 1-24 15,5 4-20-15,-1 0-35 0,2-2-46 0,-3 2-51 16,-1-7-76-16,-2 1-316 0,0-2-656 0,2-2 291 15</inkml:trace>
  <inkml:trace contextRef="#ctx0" brushRef="#br0" timeOffset="26191.86">18812 3696 182 0,'2'-1'247'0,"-2"-3"-15"0,4 0-24 0,-4 4-25 15,5 0-17-15,-5 0-19 0,0 0-15 0,14 1-17 16,-9 6-13-16,3-2-11 0,1 11-4 0,1 0-7 15,-1 7-3-15,0 2-8 0,-1 6 0 0,-2-1-7 16,-2 4-5-16,-5 1-1 0,-2 1-5 0,-3 10-1 16,-4 0-3-16,-1-11-4 0,-8 6-2 0,1-12-18 15,-5-1-19-15,-2 0-35 0,-12 3-35 0,6-8-41 16,-1-8-80-16,0-1-185 0,-5-1-403 0,3-7 178 16</inkml:trace>
  <inkml:trace contextRef="#ctx0" brushRef="#br0" timeOffset="26591.1">18085 3566 54 0,'0'-4'235'16,"0"4"-29"-16,0 0-19 0,0 0-25 0,0 0-19 15,0 0-12-15,-17 5-18 0,7 8-7 0,-8 6-10 16,-1 5-6-16,-4 3-10 0,-8 18-5 0,4 2-5 16,2 2-5-16,-1 3-6 0,2 2-6 0,3-3 0 15,9 0-9-15,5-1 0 0,6-5 11 0,2-10-2 16,4-1 3-16,9-1-3 0,2-3 0 0,7-4-23 16,5-4-41-16,5-3-78 0,3-1-124 0,1-6-130 15,1-3-370-15,-1-7 164 0</inkml:trace>
  <inkml:trace contextRef="#ctx0" brushRef="#br0" timeOffset="27976.52">18731 2781 267 0,'3'-4'244'0,"-1"3"-25"16,5-3-23-16,-1 3-20 0,-1-1-18 0,2 2-18 15,3 0-11-15,3 1-13 0,-2 1-16 16,-2 2-15-16,3 4-7 0,-3-1-10 0,0 0-4 15,3 5-7-15,0 3-6 0,-6 2-6 0,3 0-2 16,-5 0-2-16,0 2-3 0,-2 7-3 0,-2-5-6 0,-1 2 0 16,-3-4 0-16,-2-1-6 0,-2-1 3 15,3-1 0-15,-3-1 10 0,3-4 0 0,-3 0 4 16,2-2-2-16,1 1-3 0,1-7-8 0,0 4 0 16,3 0-6-16,-3-5 0 0,4 2 1 0,0-4-1 15,-5 8-2-15,5-8 6 0,0 5 19 0,0-5 4 16,0 0 4-16,-5 3 0 0,5-3-1 0,0 0-4 15,0 0-5-15,-4 5 4 0,4-5-2 0,0 0-3 16,0 0-1-16,0 0-6 0,0 0-15 0,0 0 13 16,0 0-3-16,0 0-8 0,-5 3 7 0,5-3-6 15,0 0 0-15,0 0 10 0,0 0-3 0,0 0 9 16,0 0-2-16,0 0 8 0,0 0 8 0,0 0-6 16,0 0-1-16,0 0 12 0,0 0 4 0,0 0 7 15,0 0 5-15,0 0 5 0,0 0 0 0,0 0 0 16,0 0-1-16,0 0-16 0,23-8-8 0,-4 1-4 15,8 1-10-15,7-1 3 0,2-2-11 0,19-3 0 16,-1 0 1-16,2 5-2 0,4-5-8 0,-1 4-7 16,5 1 0-16,-4-1-4 0,-5 1 2 0,-17 2-1 15,13 0 2-15,-16 2-4 0,-7 2 5 0,-8 0-9 16,-3 0 5-16,-4-2-5 0,-6 3 3 0,0-3-12 16,-7 3 5-16,0 0-27 0,14 0-26 0,-14 0-41 15,6 0-25-15,-6 0-49 0,0 0-52 16,0 0-70-16,-42 9-389 0,24-6-731 0,-3 0 324 15</inkml:trace>
  <inkml:trace contextRef="#ctx0" brushRef="#br0" timeOffset="92202.24">19543 4020 86 0,'0'0'140'16,"0"0"-8"-16,-3-4 5 0,3 4 0 0,0 0-1 15,0 0-4-15,0 0-8 0,0 0-8 0,-4-3-11 16,4 3-13-16,0 0-5 0,0 0-2 0,0 0-10 16,0 0-7-16,0 0-6 0,0-3-3 0,0 3-8 15,0 0-6-15,0 0-3 0,0 0-1 0,0 0 5 16,0 0-13-16,0 0-4 0,0 0-2 0,0 0-2 15,0 0-3-15,0 0-8 0,0 0 3 0,-1-5-1 16,1 5-5-16,0 0 0 0,0 0-2 0,0 0-1 16,0 0-1-16,0 0 0 0,0 0-1 0,0 0-5 15,0 0 4-15,0 0-2 0,0 0 3 0,0 0 4 16,0 0-4-16,0 0-2 0,0 0 7 0,0 0 9 16,0 0-1-16,0 0-2 0,17 2-1 0,-6-2 3 15,10-2-1-15,0 1-3 0,10-3-2 0,2 3 3 16,4 1 0-16,-5 0 2 0,9 0-5 0,-7-3 2 15,2 3 0-15,-2 0-6 0,-4 0 5 0,-2-1-5 16,-6 1-3-16,-4-4 4 0,-4 4-5 0,-2-1 3 16,-5 1-2-16,1-1-3 0,-2 2 4 0,-1-2-7 15,-5 1-8-15,9-2-13 0,-9 2-4 0,0 0-20 16,0 0-15-16,0 0-9 0,-23 4-29 0,12 0-11 16,-2-4-17-16,-5 1-25 0,5 2-163 15,-6-1-340-15,6 1 151 0</inkml:trace>
  <inkml:trace contextRef="#ctx0" brushRef="#br0" timeOffset="92682.24">19536 4205 146 0,'0'0'135'16,"0"0"-8"-16,0 0 6 0,0 0-28 0,-7 2-11 15,7-2-9-15,0 0-9 0,0 0 0 0,0 0-14 16,0 0-2-16,0 0-8 0,0 0 0 0,0 0-2 15,0 0 6-15,0 0-5 0,0 0-4 16,0 0 0-16,0 0 3 0,-7-3-3 0,7 3 0 0,0 0 1 16,0 0 3-16,0 0 3 0,0 0 0 0,0 0 6 15,0 0-8-15,0 0-7 0,22 0 4 0,-11-2-5 16,10 1-2-16,7 2-9 0,5-2 0 0,8 0-9 16,14 0 4-16,3-2 3 0,3 2 12 15,0-2 5-15,2 0 5 0,-4 2-4 0,-6-2 4 0,2 1-3 16,-18 2-3-16,-1-3 1 0,-3 3-3 0,-5-2 3 15,-7 2-2-15,-10-4 5 0,2 2 2 0,-5 1-1 16,-2 1 2-16,3-1-8 0,-5 1 0 0,-4 0 2 16,11-2-13-16,-11 2-16 0,8 0-15 15,-8 0-18-15,0 0-45 0,0 0-37 0,0 0-49 0,0 0-46 16,-27-2-256-16,18 2-483 0,2 0 213 0</inkml:trace>
  <inkml:trace contextRef="#ctx0" brushRef="#br0" timeOffset="94432.59">21581 3563 30 0,'0'0'205'0,"0"-7"7"15,1 1-9-15,-1 2 2 0,0-1-9 0,1-2-6 16,1 1 5-16,-1 2-21 0,-1-3-4 0,1 4-7 16,-1-2-6-16,0 1 1 0,0-1-12 0,0 5-8 15,1-6-11-15,-1 6-14 0,0-5-12 0,0 5-11 16,0 0-11-16,0 0-13 0,2-4-17 0,-2 4-30 15,0 0-26-15,0 0-31 0,0 0 3 0,0 0 6 16,-2 14 2-16,1-6 3 0,-1 5 3 0,-2 1 3 16,1 3 3-16,-1 4-2 0,2-1 3 15,0 3 4-15,-1-4-1 0,0 2 6 0,3 5 1 16,0-1 1-16,-1-6 3 0,1 1-3 0,0-3 4 16,-1-2-2-16,1-4 1 0,0-3 0 0,0 1 3 0,-2-3-3 15,4-1 2-15,-2-1 1 0,0 3 3 0,1-4 14 16,-1-3 5-16,-1 4 10 0,1-4 5 15,0 4 0-15,0-4 3 0,0 0-6 0,0 0-3 0,0 0-3 16,0 0-1-16,0 7-3 0,0-7-5 16,0 0 0-16,0 0 1 0,0 0-13 0,0 0-13 15,0 0-23-15,0 0-27 0,0 0-35 0,0 0-46 0,0 0-60 16,0 0-46-16,4 0-197 0,-4 0-474 0,0 0 211 16</inkml:trace>
  <inkml:trace contextRef="#ctx0" brushRef="#br0" timeOffset="94866.35">21302 4034 14 0,'0'0'151'0,"0"0"-13"0,-6 1-9 15,6-1-5-15,0 0-19 0,0 0-5 0,0 0-9 16,0 0 0-16,0 0 2 0,0 0-3 0,0 0-1 16,-8 3-3-16,8-3 0 0,0 0-8 0,0 0-6 15,24 1 2-15,-4-2-7 0,8-3-5 0,6 3-11 16,3 0-1-16,18-3-5 0,4 1-7 0,2-1 9 15,4 0 6-15,-2 3 6 0,2-2 1 0,-5 3-2 16,-1-3-2-16,-7 0-7 0,-16 0-3 0,-2 2-2 16,-6-2-2-16,-7 2 2 0,-3 1-1 0,-4-3 3 15,-2 3-1-15,-6 0-3 0,2 0 0 0,-2 0 0 16,-6 0-6-16,9 0-7 0,-9 0-4 0,7-1-6 16,-7 1-13-16,0 0-10 0,0 0-16 0,0 0-23 15,0 0-25-15,-20 1-27 0,20-1-29 0,-24 3-28 16,10-3-34-16,1 2-176 0,0 1-390 0,-1 0 173 15</inkml:trace>
  <inkml:trace contextRef="#ctx0" brushRef="#br0" timeOffset="95418.86">21661 4162 54 0,'0'0'165'16,"0"0"-15"-16,0 0-18 0,0 0-6 0,0 0-3 15,0 0-6-15,8 5-5 0,-3-2-7 0,3-1-9 16,-2 4-10-16,7-4-9 0,-4 1 2 0,4 2-15 15,-2 2-7-15,1-1-8 0,0 2-6 0,1 1 0 16,1 0-4-16,-5 2-7 0,0-3-3 0,-2 3-3 16,-2 2-4-16,-2 2 2 0,-3 0-1 15,-1 2-4-15,-6 0-1 0,-4 0-2 0,-5 3-1 0,-5-2 6 16,-3 1-4-16,-3 1-4 0,0-5 8 16,3 1-1-16,-8-2 6 0,5-4 4 0,2 4 8 15,-1-4 3-15,1 1 1 0,8-3 3 0,4-3-7 0,3-1 0 16,0 2-4-16,2-2-3 0,4-2-4 15,-2 1 6-15,6-3 13 0,-8 5 7 0,8-5 3 16,-9 1 10-16,9-1 2 0,-4 4-9 0,4-4 3 16,0 0-6-16,0 0-1 0,31-2-6 0,-8 2-1 15,6-1-8-15,3 1-4 0,5-2-2 0,3 3-3 0,11-2 2 16,-12 1-2-16,1 0 11 0,-1 0-16 16,-5-2-1-16,-2 4-5 0,-1-2 7 0,-4 0-8 15,-7 2 0-15,-8-2-7 0,-1-1 3 0,-5 2-2 16,-6-1-2-16,12 1 11 0,-12-1 3 0,0 0 4 0,14 0-2 15,-14 0-1-15,0 0 0 0,0 0-4 0,10-2-6 16,-10 2-6-16,0 0-12 0,0 0-25 0,0 0-26 16,0 0-33-16,0 0-19 0,0 0-30 15,0 0-43-15,0 0-53 0,0 0-252 0,0 0-523 16,0 0 233-16</inkml:trace>
  <inkml:trace contextRef="#ctx0" brushRef="#br0" timeOffset="96315.03">22945 3495 76 0,'0'0'126'0,"0"0"-7"0,0 0-9 0,-3-1-1 16,3 1-10-16,0 0 0 0,0 0-4 0,0 0-6 16,0 0-1-16,0 0-8 0,0 0-6 0,0 0-5 15,0 0-3-15,0 0-10 0,0 0-4 0,0 0-9 16,0 0-5-16,0 0-3 0,0 0-7 0,0 0 1 15,0 0-4-15,0 0-1 0,0 0-4 0,0 0 3 16,0 0 3-16,0 0 5 0,0 0-3 0,0 0 1 16,0 0 6-16,0 0-1 0,0 0 5 0,0 0 1 15,0 0-2-15,0 0-3 0,20 0-1 0,-1 0-6 16,8 0 0-16,4 0-2 0,6 0-2 0,15-2-6 16,3-1 4-16,4 2-5 0,-5 1-4 0,-1-1-2 15,-12 1 2-15,-1-2-5 0,-3 2 4 0,-1-1-3 16,-6-1 1-16,-7 1-3 0,-4 0 0 0,-2-2 1 15,-6 2-3-15,1 1-4 0,-4-1-5 0,-2-1-9 16,-1 2-6-16,-5 0-16 0,5-2-15 0,-5 2-12 16,0 0-5-16,0 0-1 0,-27-5-7 0,12 5-5 15,-1 0-11-15,-2 0-5 0,2 1-5 0,-4 0-5 16,0 2-4-16,3-1-113 0,-4 0-239 0,1-1 106 16</inkml:trace>
  <inkml:trace contextRef="#ctx0" brushRef="#br0" timeOffset="96732.04">23224 3560 44 0,'0'0'247'16,"0"0"3"-16,-1-4 3 0,1 4-17 0,0 0-19 16,0 0-26-16,-4-5-16 0,4 5-22 0,0 0-13 15,0 0-19-15,-4-3-11 0,4 3-21 0,0 0-18 16,0 0-22-16,0 0-20 0,0 0-5 0,0 0 1 15,3 15-13-15,-2-7 1 0,-1 3-8 0,1 4-1 16,-1 6 0-16,0 5 6 0,0 4-5 0,0 8 4 16,0-7-1-16,3 18 1 0,-6-4-4 15,3-9 4-15,0 9-1 0,0-8 1 0,0-5 0 0,0 2-3 16,0 1 5-16,-5-3-3 0,5-3 0 0,-4-3-3 16,-1 1 3-16,0-8 0 0,0-1 5 0,-4-2-6 15,-4-1-4-15,4-1 4 0,0-6 1 0,-6 2 9 16,-2-2 4-16,-3-2 6 0,-3-2 7 0,2-2 5 15,-7-4 5-15,0-1 2 0,-1 2 12 0,-1-6 8 16,10 2 13-16,-1-1 11 0,2 0 5 16,2 1 4-16,5 0 2 0,0 0-2 0,1 1-2 15,5 1-8-15,0 0 4 0,0 2-22 0,6 1-7 0,-9-4-9 16,7 2-5-16,2 2-25 0,0 0-21 0,-7-1-28 16,7 1-32-16,0 0-27 0,0 0-7 0,0 0-23 15,0 0-25-15,12 11-45 0,-1-8-65 0,2-1-280 16,4 1-571-16,1 1 254 0</inkml:trace>
  <inkml:trace contextRef="#ctx0" brushRef="#br0" timeOffset="97563.15">23526 4175 216 0,'0'-4'265'0,"1"-1"-22"0,-1 2-2 16,0-4-1-16,1 2-4 0,-1 3-12 15,0-4-14-15,2 3-1 0,-2 3-18 0,0-6-11 16,0 6-17-16,1-4-16 0,-1 4-19 0,0-3-14 16,0 3-16-16,0 0-10 0,1-4-16 0,-1 4-28 15,0 0-5-15,0 0-6 0,0 0-2 0,0 18-5 16,0-8 2-16,1 6-10 0,-3 1 4 0,2 0-4 16,-1 3 2-16,-2 5-5 0,0 2-1 0,1-8 0 15,-2 0 0-15,0 7-1 0,-1-8-6 0,3 1 4 16,0-4 2-16,0 1-3 0,0-7 2 0,0 1-2 15,1 0-1-15,-1-4 3 0,1 0 1 0,1-3-2 0,-1 1 30 16,1-4 28-16,0 6 46 0,0-6 36 16,0 0 12-16,0 0-26 0,0 0-18 0,7-13-11 15,0 3-12-15,0-1-9 0,5-2-12 0,0-1-6 16,5-8-14-16,1 2-5 0,0 2-6 0,-3 5-5 16,-3 1 3-16,-3 2-10 0,-2 2 2 0,1 2-11 15,-3 1-6-15,-1 1-2 0,3-1-8 0,-5 3-4 0,3-1-31 16,-2 1-34-16,-3 2 10 0,0 0 7 15,10 7 0-15,-7 0-2 0,-1 0 13 0,1 3-1 16,1 0 11-16,-1 1-4 0,1 2 8 0,-1-1 0 16,0-1-19-16,-1 4-11 0,0-5-26 0,2 2-23 0,-2 0-21 15,0-3-22-15,-1 1-35 0,2-2-34 16,1 2-45-16,2-6-69 0,-1-1-238 0,0 0-611 16,6-3 271-16</inkml:trace>
  <inkml:trace contextRef="#ctx0" brushRef="#br0" timeOffset="97881.4">24007 4394 131 0,'-5'0'223'0,"5"0"-17"0,0 0-17 0,0 0-18 16,-10 3-9-16,10-3-17 0,0 0-4 16,0 0-14-16,0 0-7 0,0 0-10 0,0 0-6 15,0 0-5-15,0 0-9 0,0 0-7 0,0 0-4 0,0 0-6 16,0 0-6-16,0 0-5 0,0 0-6 0,0 0-8 16,28-5 2-16,-9 5-6 0,0 0-6 15,11 0-6-15,-3 0-2 0,4 0-3 0,-2-1-3 16,0 2-2-16,-1-1-8 0,-9 1-14 0,3-2-14 15,-9 1-17-15,-3 0-25 0,0 0-21 0,-2-1-44 0,-3-2-71 16,-1 0-188-16,-4 3-410 0,-4-6 181 0</inkml:trace>
  <inkml:trace contextRef="#ctx0" brushRef="#br0" timeOffset="98113.45">24098 4256 239 0,'0'-4'304'0,"-1"0"14"0,1 4-6 0,-3-5-19 16,3 5-14-16,0-5-25 0,0 5-29 0,0-4-23 16,0 4-24-16,0 0-23 0,0 0-15 0,0 0-22 15,0 0-24-15,0 0-11 0,0 0-6 0,-1 14-7 16,1-4-10-16,1 6-7 0,-1 0-5 0,3 2-6 16,-2-1-2-16,0 4 1 0,3-1-6 0,-1 5-21 15,-2-6-19-15,3 0-24 0,0 1-33 0,1-2-29 16,-1-1-36-16,1 1-52 0,-1-4-64 0,-3-4-247 15,3-1-530-15,-2-3 234 0</inkml:trace>
  <inkml:trace contextRef="#ctx0" brushRef="#br0" timeOffset="98367.75">24544 4320 133 0,'1'-4'409'0,"3"1"-24"16,-4-1-34-16,4 2-22 0,-4 2-39 0,3-4-35 15,-3 4-31-15,0 0-26 0,0 0-42 0,0 0-20 16,0 0-12-16,0 0-12 0,2 13-13 0,-2-4-10 16,0 5-13-16,1 2-2 0,-2 3-9 0,1 0 0 15,1 0-11-15,-1 1-17 0,4-2-24 0,-2 2-29 16,0-3-32-16,2 2-47 0,-4-4-59 0,1-2-76 15,-1-2-293-15,0-1-564 0,-1-5 250 0</inkml:trace>
  <inkml:trace contextRef="#ctx0" brushRef="#br0" timeOffset="98949.56">25055 3663 177 0,'0'0'172'15,"0"0"-25"-15,0 0-7 0,0 0-25 0,0 0-14 16,0 0-6-16,-7 19-11 0,0-6-12 15,-3 2 1-15,-5 0-7 0,-8 3-5 0,-3 10-3 16,-6-7-2-16,-11 11-7 0,-2-1-2 0,-5 2-6 16,0-7 1-16,0 2-4 0,3-8-2 0,14-5 2 0,1-3-1 15,10-5 10-15,3 0 16 0,-3-2 22 0,11 0 11 16,-2-5 25-16,1 0 10 0,1-1-4 16,6-4 8-16,-3-3 3 0,3 0-7 0,3-3-5 15,0-2-9-15,6-2-10 0,3-2-13 0,0-1-6 16,11-4-16-16,-4 2-7 0,8 0-8 0,-8 6-5 15,-1 2-7-15,2 0-5 0,0 4-4 0,0 1-10 0,-4 4-1 16,2-1-5-16,-2 3-10 0,5 3 0 0,1 2-9 16,0 5-1-16,-2-1-2 0,7 9-8 15,0-1 1-15,-2 5-7 0,-2 0-1 0,0 3-16 16,-2-1-13-16,3 1-27 0,-7 0-22 0,4-1-38 0,-3-3-50 16,-1-3-53-16,-5-4-258 0,-1-2-533 0,4-5 237 15</inkml:trace>
  <inkml:trace contextRef="#ctx0" brushRef="#br0" timeOffset="99290.13">25297 3631 125 0,'1'-5'199'0,"-1"5"-16"0,0 0-28 15,0 0-8-15,6 9-12 0,-4-1-10 0,1 2-9 0,1 7-9 16,5 8-8-16,-5-2-4 0,1 9-5 15,0-2-9-15,-1 2-4 0,-3 1-8 0,2 0-6 16,-2-2-2-16,-5-2-5 0,1 0-5 0,-5 0-10 16,-2-3-14-16,-2-1-24 0,-8-1-28 0,-3-6-35 15,-3-2-63-15,-3-5-194 0,-2-3-342 0,-2-3 152 16</inkml:trace>
  <inkml:trace contextRef="#ctx0" brushRef="#br0" timeOffset="99667.34">24580 3496 176 0,'0'0'176'0,"-9"0"-19"0,9 0-16 15,-18 7-12-15,0 3-20 0,0 4-5 0,-5 4-8 16,-4 0-13-16,-6 18-8 0,0-2-3 0,0 10-3 15,3-3-4-15,5 5-1 0,3 0-6 0,8-2-5 16,5-9 9-16,9 1 3 0,10 9-1 0,3-12-2 16,15 10-1-16,8-8-12 0,10-4-18 0,3-3-50 15,4-5-99-15,1-11-196 0,-2 0-341 0,-2-4 151 16</inkml:trace>
  <inkml:trace contextRef="#ctx0" brushRef="#br0" timeOffset="103146.49">23923 2870 150 0,'1'-5'207'0,"5"2"-12"16,-4 0-16-16,3-2-19 0,0 2-13 0,0-1-21 15,0 4-13-15,2-1-15 0,-1 1-9 0,-6 0-13 16,13 3-8-16,-5 1-4 0,-2 3-12 0,4 2 0 16,-3 0-8-16,-1 5-4 0,1 1-5 0,0-2-1 15,-6 5-1-15,3-1-8 0,-4 3 2 0,0-3-6 16,0 0-4-16,-4 0 0 0,3-5 4 0,-4 0-5 16,3-1 1-16,-2 0 5 0,1-3 13 0,-3 1-5 15,2-4-1-15,1 4-5 0,-1-6-1 0,1 1 0 16,0 0 5-16,2-1 8 0,0 2 11 0,1-5 12 15,-2 5 13-15,2-5 12 0,-4 3 5 0,4-3 1 16,0 0 4-16,0 4-7 0,0-4-2 0,0 0-1 16,0 0-8-16,0 0-7 0,16-3-5 0,4-1-3 15,11 0-18-15,21-2 1 0,2-1-6 0,7 1-2 16,3 2-7-16,3-2-5 0,30-4 12 0,-35 5-15 16,2 2-2-16,-1-2-1 0,-9 0-4 0,-14 5-2 15,-8-2 1-15,-11 1-1 0,-3 0-1 0,-7 0-3 16,1-1 12-16,-3 1 2 0,-3 1-3 0,0 0 1 15,-6 0-3-15,11-1-12 0,-8 1-11 0,-3 0-18 16,0 0-54-16,0 0-41 0,0 0-63 0,-24 2-77 16,9 2-283-16,1 2-586 0,2-4 260 0</inkml:trace>
  <inkml:trace contextRef="#ctx0" brushRef="#br0" timeOffset="105625.76">26723 3626 76 0,'2'-2'185'0,"0"-1"-7"16,-2 3-13-16,6-5-15 0,-5 3-21 0,-1 2-10 15,4-2-16-15,-4 2-17 0,0 0-9 0,0 0-11 16,0 0-4-16,0 0-8 0,-11 19-1 0,4-11-5 16,-2 2-7-16,-2 3-14 0,-10 4 12 0,1 0-1 15,-1 3-6-15,-2-3-12 0,-1 1-14 0,0-1-16 16,1 0-23-16,6-6-12 0,1 0-16 0,0 2-27 15,1-4-11-15,2-4-35 0,4-1-80 0,-1-1-233 16,5-3 103-16</inkml:trace>
  <inkml:trace contextRef="#ctx0" brushRef="#br0" timeOffset="105807.17">26497 3638 160 0,'2'-6'230'15,"-2"1"-8"-15,0-1-15 0,3 3-14 0,-2-1-29 16,2 0-17-16,-3 4-18 0,1-4-16 15,-1 4-18-15,0 0-8 0,0 0-6 0,0 0-11 16,5 9-4-16,0-3-9 0,0 4 0 0,2 1-7 0,2 3-6 16,2 3-4-16,3 6-12 0,1-2-24 0,-1 4-17 15,2-5-34-15,-1 0-28 0,-2-4-35 0,1-2-43 16,-4 1-155-16,4-4-334 0,-5-3 149 16</inkml:trace>
  <inkml:trace contextRef="#ctx0" brushRef="#br0" timeOffset="106121.27">26387 3721 87 0,'0'0'201'0,"0"0"-20"16,0 0-27-16,10-5-6 0,-4 5-20 15,7 0-12-15,5 0-15 0,0 1-8 0,10 3-9 16,4 0-6-16,4 1-27 0,-1-2-39 0,1 3-46 15,1 1-67-15,-1-1-116 0,1-2-235 0,-5-1 105 16</inkml:trace>
  <inkml:trace contextRef="#ctx0" brushRef="#br0" timeOffset="106470.63">27497 3693 141 0,'0'0'186'0,"1"-5"-14"0,-1 5-24 16,0 0-21-16,2-4-13 0,-2 4-18 0,0 0-8 16,0 0-13-16,-11 9-2 0,5-3-8 0,-5 3-13 15,-5 0-1-15,2 1-5 0,-2 2-5 0,-1 1 2 16,-5 3-5-16,6-3-9 0,-6 2-14 0,4-2-5 16,4 0-18-16,-4-3-16 0,5 3-19 0,-1-4-16 15,0 0-21-15,1-2-30 0,-1 1-105 0,4-3-232 16,1-4 103-16</inkml:trace>
  <inkml:trace contextRef="#ctx0" brushRef="#br0" timeOffset="106658.9">27272 3713 122 0,'5'-4'208'0,"-3"-2"-4"16,0 2-8-16,3 1-24 0,-5 0-16 0,0 3-20 15,4-5-15-15,-4 5-17 0,5-1-7 0,-5 1-17 16,4 8-7-16,1-7-2 0,0 4-5 0,3 6-15 15,-2 2-3-15,2 4-5 0,1 0-5 0,0 0-14 16,1 1-7-16,-1 0-24 0,-1 0-17 0,1-2-24 16,-3 1-34-16,2 0-26 0,-2-4-43 0,-5-1-118 15,3-3-289-15,-1-2 129 0</inkml:trace>
  <inkml:trace contextRef="#ctx0" brushRef="#br0" timeOffset="106853.47">27231 3824 2 0,'0'0'265'0,"-7"0"-15"0,7 0-19 0,0 0-28 16,0 0-19-16,0 0-22 0,18-1-22 0,1 1-29 15,11 0-40-15,6 4-39 0,18 1-55 0,3 1-65 16,-2 1-169-16,5-2-279 0,-7-2 124 0</inkml:trace>
  <inkml:trace contextRef="#ctx0" brushRef="#br0" timeOffset="108714.32">3663 8161 95 0,'1'-4'206'0,"3"-2"-13"0,0 2-5 16,-3-3-3-16,3 3-10 0,-1 0-1 0,-2 0-1 15,2 0 13-15,-2 0-17 0,-1 4-10 0,1-6-17 16,-1 6-12-16,5-3-13 0,-5 3-15 0,0-3-13 15,0 3-13-15,0 0-22 0,0 0-20 0,0 0-35 16,0 0-10-16,0 0 0 0,0 0 0 0,0 0 1 16,-14 16 2-16,9-8 0 0,0 1 3 0,-5 7 2 15,-1-3 1-15,2 2-6 0,-2-1-7 0,2 1-15 16,-3-1-8-16,1 3-11 0,1-2-4 16,0-1-10-16,-2-2-15 0,2 5-20 0,2-6-1 15,-1-1-36-15,3-2-184 0,-3 0-345 0,4-1 153 0</inkml:trace>
  <inkml:trace contextRef="#ctx0" brushRef="#br0" timeOffset="108906.29">3484 8173 216 0,'0'0'231'0,"0"-5"-22"0,0 5-24 15,0 0-25-15,0-5-21 0,0 5-29 0,0 0-20 16,0 0-11-16,0 0-6 0,10 7-6 0,-3-2-13 15,0 2 8-15,2 5-15 0,6-2-4 0,-2 5-4 16,0-2-19-16,9 3-14 0,-3 3-20 0,-3-6-23 16,6 4-25-16,0-1-39 0,-5-5-169 0,-2 0-292 15,-2-2 130-15</inkml:trace>
  <inkml:trace contextRef="#ctx0" brushRef="#br0" timeOffset="109216.45">3392 8293 167 0,'0'-4'218'0,"0"4"-25"0,3-4-17 0,1 1-20 0,2 0-16 16,5-1-17-16,2 1-21 0,6-1-18 0,7-1-27 16,5 2-26-16,2-4-34 0,-1 8-49 0,1-4-54 15,-4-2-109-15,-1 4-232 0,2-1 103 0</inkml:trace>
  <inkml:trace contextRef="#ctx0" brushRef="#br0" timeOffset="109592.11">4292 8132 93 0,'0'-4'245'0,"0"4"-15"0,0 0-27 0,0 0-10 15,1-4-28-15,-1 4-19 0,0 0-16 16,0 0-15-16,0 0-31 0,0 0-18 0,0 0-10 16,0 0-6-16,-9 11-3 0,1-6-7 0,1 3 0 15,-1 1-5-15,-1-1-5 0,0 5-16 0,-2-1-6 16,2 1-13-16,-2 2-12 0,0-4-7 0,2 5-9 16,-1-4-5-16,0-4-7 0,3 2-18 0,0-3-9 15,-1 3-25-15,-1-1-36 0,0-3-112 0,5-2-263 16,-2 0 117-16</inkml:trace>
  <inkml:trace contextRef="#ctx0" brushRef="#br0" timeOffset="109794.79">4140 8194 110 0,'0'0'261'16,"0"-5"-21"-16,0 5-27 0,0 0-20 0,0-7-22 0,0 7-21 15,0 0-15-15,1-1-17 0,-1 1-16 0,0 0-16 16,0 0-18-16,0 0-4 0,0 0-5 15,8 9-9-15,-3-4-6 0,-1 1 1 0,3 1-23 16,0 1-14-16,1 2-15 0,-1-2-4 0,5 5-21 16,-1 0-14-16,-3-3-29 0,3 2-18 0,1 0-30 0,-5-3-169 15,0 2-317-15,-1-2 140 0</inkml:trace>
  <inkml:trace contextRef="#ctx0" brushRef="#br0" timeOffset="110051.89">4141 8232 272 0,'0'0'268'0,"0"0"-18"0,0 0-20 15,0 0-17-15,0 0-21 0,0 0-18 0,0 0-22 16,5-4-16-16,-5 4-13 0,8-3-24 0,2 3-22 16,4-1-23-16,8 0-23 0,7 1-33 0,3 0-37 15,5 0-57-15,4 1-48 0,-9 0-188 0,4 2-360 16,-2-3 160-16</inkml:trace>
  <inkml:trace contextRef="#ctx0" brushRef="#br0" timeOffset="110795.13">3411 8574 121 0,'0'0'187'0,"0"0"-6"0,0 0-16 0,0 0-13 16,-6-2-12-16,6 2-11 0,0 0-8 0,0 0-16 16,0 0-11-16,0 0-8 0,0 0-10 0,0 0-9 15,0 0-10-15,0 0-2 0,27 2-7 0,1-2-3 16,6-2-2-16,17-1-6 0,7-1-4 0,3 1 2 16,31 1-3-16,-28-1 0 0,4-4-4 0,23 2 3 15,-30 3-10-15,2-1-6 0,-8 0-8 0,-2 1 1 16,-14-2 0-16,-5 1 0 0,1 3-2 0,-6-3 2 15,-7 2 1-15,-5-2-6 0,-4 2 5 0,-4-1-5 16,0 0-2-16,-4 1 0 0,2 1-11 0,-7 0-15 16,7 1-10-16,-7-1-11 0,0 0-41 0,0 0-39 0,0 0-188 15,-18 10-338-15,10-8 150 0</inkml:trace>
  <inkml:trace contextRef="#ctx0" brushRef="#br0" timeOffset="114076.96">6432 8122 130 0,'0'0'129'0,"-6"-2"-13"16,6 2-13-16,0 0-25 0,0 0 4 0,0 0-2 16,0 0-15-16,0 0-9 0,0 0 4 15,0 0-3-15,0 0-7 0,0 0-3 0,0 0 6 16,0 0 12-16,0 0-12 0,0 0-4 0,0 0 1 16,0 0-1-16,0 0-8 0,0 0-1 0,0 0-2 0,0 0-1 15,19 0-4-15,-12 0 0 0,6-1-3 0,9 0 9 16,5-4-6-16,3 0 5 0,6 1 1 15,1 1 4-15,-1-3 2 0,1 1 4 0,0 0-3 16,-1 1-1-16,-1-2-5 0,-3 1-3 0,-6 0-1 0,-4 1-6 16,-4 1-2-16,-3 2-10 0,-3 0-4 0,-3-2-14 15,0 2-5-15,-3 0-13 0,-6 1-20 0,5-2-29 16,-5 2-26-16,0 0-9 0,0 0-13 0,0 0-22 16,-25 7-135-16,5-5-294 0,0 3 130 0</inkml:trace>
  <inkml:trace contextRef="#ctx0" brushRef="#br0" timeOffset="114494.01">6661 8120 70 0,'0'0'199'16,"0"0"-14"-16,-8-2-15 0,8 2-10 0,0 0-18 16,0 0-10-16,0 0-17 0,0 0-11 0,0 0-13 15,0 0-14-15,0 0-9 0,0 0-29 0,-4 4-9 16,4-4-8-16,-1 8-4 0,1-2 9 0,-4 5-10 15,2 0-7-15,-1 8 3 0,2 5-7 0,-7 1-2 16,3 3 6-16,3 1-2 0,-2 6-1 0,-1 0 3 16,1 0-2-16,-2 1-3 0,2-1 7 0,-3 0-3 15,3-1-5-15,2-2 8 0,-1-1-8 0,-6-2 0 16,2 2 2-16,-1-4 1 0,-2-3-2 0,-3-2 0 16,4-5 0-16,0-2 2 0,-5-1 2 0,1-2 1 15,-2 0-3-15,-1-3 11 0,0-1 0 0,-1-3 2 16,-2-1 5-16,-3 0 9 0,4-3 8 0,-1-2 10 15,0-3 5-15,0 2-3 0,1-1 3 0,0-3 4 16,3-1-6-16,-2 2-2 0,-1-3 1 0,6 4 12 16,0-3-5-16,3 1-6 0,-1 2-7 0,0 0-3 15,3 0-6-15,1 0-2 0,-1 1 2 0,2-1 8 16,0 2-1-16,5 2 5 0,-6-4-11 0,6 4-4 16,-5-2-4-16,5 2-1 0,-4-3-7 0,4 3-1 0,0 0-7 15,-4-3-12-15,4 3-30 0,0 0-32 0,0 0-46 16,0 0-17-16,0 0-6 0,0 0-19 15,5 13-42-15,0-8-217 0,4 0-437 0,3-2 195 16</inkml:trace>
  <inkml:trace contextRef="#ctx0" brushRef="#br0" timeOffset="115057.39">6786 8768 31 0,'0'0'278'16,"0"0"-19"-16,0 0-20 0,0-5-17 0,0 5-24 0,0 0-21 16,0 0-21-16,0 0-18 0,0 0-12 15,0 0-26-15,0 0-28 0,0 0-22 0,0 0-13 16,0 0-9-16,0 0-1 0,-2 15-5 0,0-7 0 15,2 3-5-15,-2 3-8 0,-1 3 12 0,1 0-4 16,-4 1-5-16,0 1-1 0,3 2 6 0,-5 3-3 16,3-4-6-16,-2-3 2 0,4-6-3 0,1-1 4 15,-2-3-4-15,4 0 3 0,-1-1 0 0,-2-1 6 16,3-3 37-16,-1 2 29 0,1-4 31 0,-5 5 25 0,5-5 1 16,0 0-19-16,0 0-6 0,0 0-17 0,6-14-6 15,-2 9-19-15,0-2 1 0,0-2-6 16,1 4-7-16,-1-1-11 0,0-1-1 0,2 3-4 15,-2-3-6-15,-3 3-10 0,4 0 5 0,-2 2-15 16,-1 2-14-16,-2 0-11 0,8 0 0 0,-8 0-6 0,14 2-6 16,-6 1-13-16,-2 1-7 0,3 4-2 0,0-3-31 15,-1 4-10-15,1-1-17 0,-1 1-37 16,0-1-31-16,1 1-41 0,-5-4-282 0,1 2-530 16,-2-6 234-16</inkml:trace>
  <inkml:trace contextRef="#ctx0" brushRef="#br0" timeOffset="115850.67">7383 7596 86 0,'0'0'226'16,"1"-2"-11"-16,-1 2-17 0,0 0-19 0,0-4-17 16,0 4-19-16,0 0-13 0,0 0-17 0,0 0-13 15,0 0-11-15,0 0-18 0,0 0-15 0,0 0-17 16,0 0-7-16,0 0-5 0,0 0-4 0,-5 12-3 16,1-3-1-16,-1-2-2 0,1 4-1 0,-5 5-1 15,3-4-1-15,-2 1-3 0,0-1-2 0,-2 2 1 16,5-2 2-16,0-2-5 0,1 0-2 0,-1 2-1 15,1-3 0-15,-2-1 3 0,2-2-6 0,2-2-1 16,-2 2-2-16,2-4 4 0,1 2-7 0,-1 0 9 16,2-4 1-16,-3 5 7 0,3-5 18 0,-1 2 10 15,1-2 9-15,-2 5 7 0,2-5 4 0,0 0-1 0,0 0-3 16,-1 2-2-16,1-2-7 0,0 0-4 16,0 0-3-16,0 0-3 0,0 0-4 0,0 0-7 15,0 0-21-15,-1 4-35 0,1-4-49 0,0 0-58 16,0 0-73-16,-4 3-167 0,4-3-406 0,-2 3 180 0</inkml:trace>
  <inkml:trace contextRef="#ctx0" brushRef="#br0" timeOffset="118060.77">7550 8306 152 0,'4'-5'180'0,"0"2"-18"0,-2-1-16 16,2 2-14-16,4-1-11 0,1 0-15 0,-4 0-12 15,7 1-7-15,-1 1-12 0,0 1-6 0,1 2-8 16,2 2-12-16,1 3-2 0,-2-1-5 0,0 3-8 16,1 3-8-16,-6-4 2 0,1 6-4 0,-2 0-3 15,2 1-1-15,-5 4-7 0,-4-5-1 0,0 4 3 0,-4-1-1 16,0 0-5-16,-2 2 5 0,-4-3-6 0,-1 1 1 16,-1-1-3-16,-1 0 2 0,-1-3-3 15,1-2-1-15,-1 0 0 0,4-4 2 0,0 1 1 16,2-2-5-16,-2-1 2 0,5 0 4 0,-2-2 7 0,5-1 31 15,-2 2 28-15,0-4 30 0,-1 3 19 0,5-3 16 16,0 0-17-16,0 0-5 0,0 0-15 0,0-12-14 16,5 3-7-16,0-2-8 0,4-3-4 0,3-3-12 15,3-7-8-15,-2 8-2 0,5-4-8 0,-3 0-5 16,-2 4 2-16,0 0-6 0,-1 3-3 0,0 0 0 16,-2 4-8-16,-2-1 2 0,-2 4-2 0,-3 0-6 15,3 1 2-15,-2 2-3 0,-3-1-5 0,4 0-4 16,-4 2-14-16,2-1-16 0,-3 3-22 0,3-4-16 15,-3 4 1-15,0 0 6 0,0 0 7 0,2 9 4 16,-1-3 0-16,-1 4 9 0,3 1 5 0,-3 0 2 16,0 1 3-16,0 1 2 0,4 2-8 0,-3 1-10 15,3 0-6-15,5 1-23 0,-7-6-20 0,6 5-28 16,-4-4-52-16,1-3-206 0,2-1-409 0,3-1 181 16</inkml:trace>
  <inkml:trace contextRef="#ctx0" brushRef="#br0" timeOffset="118326.17">7991 8231 109 0,'0'0'209'0,"1"-3"-23"0,-1 3-23 0,0 0-16 16,0 0-18-16,13 1-11 0,-4 4-14 0,3 3-14 15,4 2-4-15,-3 2-7 0,9 5-13 0,-5 3-3 16,0 2-5-16,0 2-7 0,-6 3-9 0,0-3-2 16,-3 5-7-16,-2 3-1 0,-8-4-2 0,-5 3 4 15,-5 1-6-15,-3-1-2 0,-12 8-6 0,-8-5-8 0,-4 2-16 16,-5-7-30-16,-3-5-45 0,2-3-59 0,-3-4-146 16,-1-4-306-16,12-6 135 0</inkml:trace>
  <inkml:trace contextRef="#ctx0" brushRef="#br0" timeOffset="118677.3">7555 8107 14 0,'-4'-4'153'0,"4"4"-10"0,-10-1-20 16,10 1-13-16,-14 6-9 0,1 0-11 0,-4 5-11 15,-8 5-6-15,0 7-12 0,-3 2-2 0,2 2-4 16,-11 10-8-16,5 6-7 0,1-2 0 0,10 0-12 15,5-7 7-15,1 10-9 0,6-13-8 0,4 5 10 16,2-6-7-16,5 1 3 0,3-1-4 0,6 0 5 16,5-5 2-16,4 1-5 0,8-1-1 0,13 2 3 15,5-6-32-15,4-7-50 0,-12-5-183 0,16-1-259 16,2-4 115-16</inkml:trace>
  <inkml:trace contextRef="#ctx0" brushRef="#br0" timeOffset="119133.93">8569 8482 158 0,'0'0'265'0,"0"0"1"0,-2-4-11 0,2 4-10 16,0 0-12-16,0 0-14 0,0 0-19 15,0 0-20-15,0 0-14 0,0 0-19 0,0 0-16 16,0 0-17-16,7-6-38 0,4 4-28 0,0 0-28 15,8-1-29-15,0 2-33 0,4 2-43 0,-3-1-50 0,3 0-63 16,-10 0-178-16,6 0-407 0,-6 0 180 0</inkml:trace>
  <inkml:trace contextRef="#ctx0" brushRef="#br0" timeOffset="119276.01">8541 8618 10 0,'0'0'188'0,"0"0"-12"16,21 2-22-16,0-4-15 0,8 2-27 0,7-3-50 16,4 2-67-16,-5-4-135 0,5-1-150 0,-2 2 66 15</inkml:trace>
  <inkml:trace contextRef="#ctx0" brushRef="#br0" timeOffset="121294.47">9720 7931 124 0,'0'0'169'0,"1"-7"-2"0,2 2-14 16,-3 2-12-16,0 3-9 0,1-5-5 0,0 1-7 16,-1 4-10-16,0-7-8 0,4 6-4 0,-4 1-10 0,1-4-3 15,-1 4-9-15,4-4-9 0,-4 4-8 16,0 0-6-16,0-4-12 0,0 4-5 0,0 0-13 16,0 0-16-16,0 0 1 0,0 0-1 0,0 12-4 15,-1-3-1-15,-3 0-5 0,0 7 8 0,3 1-6 0,-4 1-1 16,1 0 4-16,-1 3-2 0,-3 1 4 15,2 3-3-15,2-6 0 0,-1-2-3 0,1 1-1 16,2 2 0-16,-1-8 3 0,2 1-1 0,-2-2 2 16,3 0-2-16,-4-4 4 0,3 2-2 0,1-3 1 0,-1 0 3 15,1-2 1-15,0 0 26 0,0-4 38 16,-3 5 39-16,3-5 25 0,0 4 28 0,0-4 15 16,0 0 6-16,0 0-22 0,0 0-15 0,0 0-13 15,13-17-27-15,-4 6-4 0,0-3-10 0,2-3-10 0,1 0-23 16,6-5 3-16,-4 0-16 0,4 0-7 0,-4 1-6 15,4 0-4-15,-5 5-3 0,-1 2-4 16,-1-2 1-16,-4 7-7 0,-1 0 3 0,0 4-7 16,-1 0-1-16,-1 1-11 0,-2 0-21 0,1 2-35 15,-1 0-24-15,-2 2-29 0,0 0 1 0,0 0 12 0,13 10 6 16,-10-3 11-16,0 4 9 0,3 5 2 0,-4 1 11 16,2 1 5-16,1 9 3 0,-5-8 6 0,6 4 2 15,-2 1 9-15,0-6 2 0,0 0 2 16,-4 2 6-16,3-4 2 0,-3-3 2 0,2-2 4 0,-2-1 1 15,0 0 4-15,0-3-2 0,0 0-18 0,-2-1-18 16,2 1-12-16,-2-2-14 0,2-1-4 16,0-1-10-16,0-3-3 0,-1 8-11 0,1-7 9 0,-3 3-14 15,3-4-34-15,-1 6-46 0,1-6-114 0,-9 1-324 16,9-1 144-16</inkml:trace>
  <inkml:trace contextRef="#ctx0" brushRef="#br0" timeOffset="122011.27">9361 8520 56 0,'0'0'187'0,"0"0"-11"0,-4-4-8 16,4 4-13-16,0 0-10 0,0 0-10 15,-2-2-15-15,2 2-5 0,0 0-10 0,0 0-6 16,0 0-12-16,0 0-7 0,0 0-2 0,0 0-11 16,-3-3-9-16,3 3-7 0,0 0-3 0,0 0-7 0,0 0-5 15,0 0 1-15,0 0-7 0,0 0-8 0,0 0 5 16,0 0-4-16,0 0-4 0,0 0 0 16,0 0-1-16,0 0 1 0,0 0-5 0,0 0 1 15,0 0 0-15,0 0 6 0,0 0 1 0,0 0-2 0,0 0 0 16,0 0 1-16,0 0-5 0,0 0-1 0,12-4-4 15,-1 1-1-15,2 1 2 0,7-1-4 0,10-1-2 16,0 0 0-16,10-1-1 0,11 1 0 16,5-1 1-16,4-2-1 0,0 1 1 0,3 1 2 0,-2-1-3 15,3 0 1-15,-6 0 0 0,-5 1-3 0,-16 2 3 16,-3 0 0-16,-2 0-1 0,-6 0 1 0,-4-1 0 16,-9 3 1-16,0-1-1 0,-3-1 0 0,-2 2-6 15,-2 0 3-15,0 0 2 0,-6 1-2 0,9 0-2 16,-9 0-8-16,7 0-6 0,-7 0-7 0,0 0-17 15,0 0-17-15,0 0-24 0,-23 6-29 0,11-3-30 16,1 2-66-16,-6 2-116 0,2 0-345 0,3 0 152 16</inkml:trace>
  <inkml:trace contextRef="#ctx0" brushRef="#br0" timeOffset="122593.8">9711 8668 22 0,'5'-3'180'0,"-1"2"-22"0,6-2-17 0,-2 0-15 16,2 2-13-16,-1-2-12 0,5 3-11 0,-1 0-11 16,1 4-2-16,-3-1-14 0,2-3-13 0,-1 4-1 15,-3 4 0-15,2-3-9 0,-2 2-8 0,-2 3-6 16,-1 0-10-16,-2 0 10 0,-1 5-3 0,-1-2-3 16,-4 0-9-16,-2 3 4 0,-3 1 0 0,-2 0 0 15,-3-3 5-15,-3 8-10 0,-4-4 1 0,8-4-4 16,-2-2 5-16,0-1 1 0,3-2-4 0,2-2 15 15,-1-1-7-15,4 0-3 0,0-3 4 0,0 1 4 16,2-1 14-16,-2-2 10 0,0 2 30 0,5-3 26 16,-1 4 24-16,-3-3 20 0,4-1 12 0,0 0-14 15,0 0-18-15,0 0-10 0,6-14-15 0,3 4-5 16,4-2-3-16,0-2-20 0,1 0-4 0,5-6-10 16,2 0-6-16,0-2 9 0,1 1-21 0,-1 4-4 15,-4-3 0-15,-3 7-4 0,-1 1 4 0,-4 3-4 16,0 0-1-16,0 3 4 0,-4 0-12 0,0 1 2 15,-1 1-3-15,-1 0-3 0,-2 2-8 0,4-1-5 16,-5 3-22-16,4-2-6 0,-4 2-7 0,0 0 3 16,0 0 3-16,1 11-1 0,-2-4 3 0,-2 3 1 15,3 2 2-15,-5 4 0 0,4-1 4 0,2 4 1 16,3 0 0-16,0-2 4 0,1 0-1 0,3 1 0 16,8 1-3-16,5 0-31 0,4-2-50 0,5-3-68 0,4-2-106 15,-2-4-225-15,5-4-532 0,-1-4 236 0</inkml:trace>
  <inkml:trace contextRef="#ctx0" brushRef="#br0" timeOffset="125059.14">11089 7860 58 0,'-7'-2'86'15,"7"2"9"-15,0 0-14 0,0 0 4 0,0 0-3 16,0 0-9-16,0 0-4 0,0 0-6 0,0 0-4 15,0 0 2-15,0 0 1 0,0 0-4 0,0 0-3 0,0 0 5 16,0 0 4-16,0 0-5 0,0 0 7 16,0 0 1-16,0 0 7 0,0 0 2 0,0 0-13 0,0 0 11 15,0 0 1-15,0 0-6 0,0 0-4 16,17-1-10-16,-6 1-3 0,7-1-1 0,3 1-7 0,9-4-3 16,8-3 0-16,1 3-4 0,-3 2-8 0,1-1-8 15,-1 0 8-15,-4 0-5 0,-2 0-4 0,-3 0-1 16,-4 3 0-16,-5-3 0 0,-4 3-7 15,-1-2-2-15,-3 1-4 0,-2 0-4 0,-2 1-5 0,2-2-10 16,-3 1-7-16,-5 1-22 0,0 0-11 0,7 1-17 16,-7-1-17-16,0 0-1 0,0 0-2 0,-19 6-19 15,8-5 4-15,-3 4-11 0,-3-1-37 0,-2-2-78 16,1 5-249-16,1-6 111 0</inkml:trace>
  <inkml:trace contextRef="#ctx0" brushRef="#br0" timeOffset="125444.93">11339 7870 31 0,'0'0'185'0,"0"0"1"16,-9-2-8-16,9 2-6 0,0 0-7 0,0 0-9 16,0 0-18-16,-1-5-14 0,1 5-12 0,0 0-14 15,0 0-13-15,0 0-10 0,0 0-12 0,0 0-13 16,0 0-2-16,-3 10-11 0,2-5-1 0,-3 4-5 16,-2 7-5-16,-2 4 2 0,-1 4-3 0,-1 6-3 15,-3 0-5-15,0 2-1 0,3 2 5 0,0 0-2 16,1-1-1-16,-3 1 0 0,1 11-5 0,5-13 4 15,0 0 0-15,1 0-6 0,-1 0 0 0,2 0-1 16,-2-4 1-16,2-2-2 0,-1 0 3 0,1-7-6 16,-1 0-3-16,0-3 8 0,1-1-3 0,1-3-2 15,-2 0 0-15,0-3 2 0,1-5 3 0,-5 5 2 16,4-6 5-16,-5 1-2 0,-3-3 9 0,-1-1 5 16,0-1 6-16,-1-4 5 0,-2-2 17 0,4 1-2 15,-1-2 6-15,0-2-4 0,1-2-2 0,3 4-1 16,3-2 0-16,-2 3-4 0,1-2-5 0,-1 4-3 15,4-2-2-15,0 2 4 0,0 1-11 0,2 0-4 16,-1 0-3-16,3 2-3 0,-4-2-3 0,5 4-1 0,-5-3-6 16,5 3-8-16,-1-5-14 0,1 5-24 15,0 0-31-15,-3-3-26 0,3 3-9 0,0 0 0 16,0 0 2-16,0 0-19 0,9 10-16 0,-3-8-28 16,-1 1-79-16,-1 1-130 0,4-1-397 0,3 0 175 0</inkml:trace>
  <inkml:trace contextRef="#ctx0" brushRef="#br0" timeOffset="126025.04">11401 8435 174 0,'0'0'243'0,"0"-6"-7"0,2 3-11 0,-2 3-10 0,2-4-15 16,-2 4-18-16,0-4-18 0,0 4-19 0,0 0-15 15,0 0-16-15,0 0-14 0,0 0-14 0,4-4-21 16,-4 4-19-16,0 0-10 0,0 0-7 0,0 0-1 16,0 17-3-16,-2-7-2 0,-1 0-3 0,2 3-6 15,-2 3 0-15,-4 1 1 0,3-1-3 0,0 2-1 16,-1 1-1-16,0-2 0 0,0 0 0 0,0-3-3 16,2-3 1-16,2 0 0 0,-2-3 0 0,2-1 2 15,0-3-1-15,-1 2-1 0,1-4 3 0,0 2 15 16,1-4 32-16,-2 6 29 0,2-6 29 0,0 0 22 15,0 0-8-15,0 0-10 0,0 0-14 0,9-10-11 16,-3-1-13-16,2 3-6 0,3-6-9 0,0-1-12 16,3 2-4-16,-5 4-4 0,-1 1-7 0,2 0 0 15,-4 1-4-15,1 1-9 0,-2 3-4 0,-1-2-10 16,1 3-15-16,-3 0-19 0,-2 2-10 0,8-1 14 16,-8 1-15-16,9 3 5 0,-6 1-2 0,-2 1 6 15,5 2-9-15,-2 2-9 0,1 2 0 0,-1-1-10 16,0 0-9-16,0 2 1 0,-3 0-12 0,3 0-19 15,0 0-14-15,-1-2-14 0,-1 3-12 0,-1-2-14 16,-1 0-16-16,0-2-12 0,0-1-76 0,0-2-150 16,-1-3-429-16,2-1 191 0</inkml:trace>
  <inkml:trace contextRef="#ctx0" brushRef="#br0" timeOffset="126762.31">12021 8020 8 0,'5'0'131'0,"-5"0"-10"0,16 2-15 15,-9-1-11-15,1 3-4 0,2-2-16 0,-3 5-4 0,2 1-8 16,-3 1-12-16,1-1-5 0,0 4-5 0,-3-1-3 16,-3 5 2-16,0-1-6 0,-2 1 4 0,0 1-13 15,-3 0 6-15,-3 0 0 0,0-2-6 0,-2 3-7 16,0-4 0-16,0 0 5 0,2-5-5 0,-1 1 6 16,1-2 4-16,-1-1-7 0,1-1 1 0,3 0 7 15,0-3 7-15,1 1 18 0,1-1 23 0,-2 1 31 16,3-1 26-16,1-3 29 0,-5 1 15 0,5-1-8 15,0 0-19-15,0-10-18 0,5 5-9 0,-1-4-18 16,4 1-7-16,1-5-17 0,2-2-5 0,3 1-5 16,0 0-13-16,4-6-4 0,-3 7-6 0,1 0-9 15,-1-2 2-15,-2 5-11 0,-4 2-1 0,1 0-4 16,-1 1-4-16,-5 4-3 0,2-2-12 0,-3 2-15 16,3 0-24-16,-3 2-20 0,-1-2-9 0,-2 3 2 15,0 0 5-15,8 5 1 0,-5-2 9 0,1 4 10 16,-1 0 2-16,2 0-2 0,-1 3-11 0,0 1-7 15,0 0-8-15,0 0-14 0,0 2-18 0,-2-1-21 16,3-1-40-16,0 2-80 0,-2-4-138 0,-1-1-401 16,0-5 178-16</inkml:trace>
  <inkml:trace contextRef="#ctx0" brushRef="#br0" timeOffset="127028.39">12468 7919 12 0,'10'2'144'16,"-10"-2"-10"-16,9 7-17 0,-3-1-12 0,1 5-18 16,2 2 3-16,-1 3 0 0,1 8-25 0,-3 1-5 15,1 3-1-15,-6-1-6 0,-1 5-8 0,-1-6 1 0,-3 3 5 16,-2 1-14-16,-4-1 1 0,-1-3-8 15,-2 1 2-15,-3-1-9 0,0-1-1 0,-5-2 2 16,-2 1-6-16,0-6-39 0,0-4-26 0,-3-1-68 16,-2-3-86-16,-3-1-216 0,3-5 97 0</inkml:trace>
  <inkml:trace contextRef="#ctx0" brushRef="#br0" timeOffset="127344.5">12060 7763 169 0,'0'0'159'0,"0"0"-23"0,0 0-14 16,0 0-13-16,-17 12-11 0,6 2-15 0,-6 4-3 16,-3 10-13-16,-9 11-3 0,0 3-11 0,1 3 0 15,6 0-13-15,3-2 2 0,6-10-5 0,2 0-2 16,6-1-6-16,5 0 1 0,3 2-5 16,5-4 2-16,6-1 1 0,2 0 0 0,5 0-3 0,6-2 4 15,13 6-29-15,-8-13-54 0,-2-1-199 0,4-4-273 16,-4-6 121-16</inkml:trace>
  <inkml:trace contextRef="#ctx0" brushRef="#br0" timeOffset="130823.73">13082 8225 87 0,'-7'-1'162'0,"7"1"-6"0,0 0-10 0,0 0-13 0,0 0-4 16,0 0-16-16,-3-3-10 0,3 3-9 0,0 0-8 15,0 0-12-15,0 0-3 0,0 0-2 0,0 0-5 16,-5-2 4-16,5 2-4 0,0 0-2 0,0 0 2 15,0 0 1-15,0 0 0 0,0 0 1 0,0 0 0 16,0 0 4-16,0 0-7 0,0 0-4 0,0 0-4 16,0 0-12-16,0 0-2 0,23-4-3 0,-3 4-4 15,13-1-2-15,4 0-17 0,16-1-14 0,0-1-25 16,0 3-34-16,3 0-40 0,-1-1-46 0,-17-2-212 16,3 2-386-16,-1-3 172 0</inkml:trace>
  <inkml:trace contextRef="#ctx0" brushRef="#br0" timeOffset="131874.97">14058 7785 73 0,'0'0'169'15,"0"0"-10"-15,0 0-9 0,0 0-8 0,0 0-8 16,0 0-14-16,0 0-11 0,0 0-12 0,14-2-7 15,-5 1-8-15,4 0-13 0,6-1-3 0,10 2-9 16,1-1-6-16,2 1-8 0,1-3 4 0,0 3-8 16,3-1-3-16,0-2-4 0,0 1-4 0,-3 2-3 15,-4-2-6-15,1 0 1 0,-10 1-8 0,2 1 5 16,-6-1-3-16,-3-1-4 0,-1 2-1 0,-3 0-3 16,-4-3-6-16,-5 3-11 0,10 0-20 0,-10 0-17 15,0 0-8-15,0 0 0 0,0 0-15 0,0 0-4 16,-32-1-1-16,18 2-4 0,0-2 4 0,-3 2 11 15,-2-1 4-15,1 3 7 0,2-3 4 0,2 2-1 16,2-1 7-16,1-1 5 0,-1 0 4 0,2 1 6 16,3-1 6-16,1 1 3 0,6-1 16 0,-11 1 12 15,11-1 27-15,-7 0 3 0,7 0 18 0,0 0 12 0,-9-1 5 16,9 1 6-16,0 0 17 0,0 0-9 16,0 0-2-16,-10-1-7 0,10 1 1 0,0 0-9 15,0 0-6-15,0 0-12 0,0 0-1 0,0 0-6 16,-4-1-9-16,4 1-7 0,0 0-4 0,0 0-17 0,0 0 4 15,-1 9-6-15,0-4-1 0,-2 3-5 0,2 5 9 16,-3 3-7-16,-4 9 1 0,-2 3 0 16,1-1 3-16,1 3-1 0,-2 1-1 0,1 2 6 15,-1 0-1-15,1-2-3 0,2 0 0 0,-2-1-1 0,2-1 2 16,3 0-5-16,-6-4 3 0,4 3 2 0,-1-10 0 16,0 6 0-16,-2-6-3 0,0 0-1 0,-2-1 1 15,0-2 3-15,-2-1 3 0,-2 0-3 0,2-2-1 16,-6-2 2-16,1-3-1 0,-1-3 3 0,-4-2 4 15,-4 0 1-15,0-1 4 0,-1-5-5 0,0 0 3 16,1-2 3-16,-1-3 19 0,9 4 5 0,2-4 0 16,-1 2 7-16,6-1 8 0,0 3 5 0,3-2 7 15,1 1 8-15,1 0-2 0,1 3 3 0,0-4-2 16,4 6-6-16,-2-3-11 0,3 2-5 0,-2 0-10 16,3 2-1-16,-3-5-9 0,3 5-10 0,-3-2-21 15,3 2-22-15,0 0-35 0,0 0-28 0,0 0-9 16,0 0-19-16,0 0-25 0,16 4-30 0,-4-1-35 15,-1-1-222-15,2 3-454 0,-1-4 201 0</inkml:trace>
  <inkml:trace contextRef="#ctx0" brushRef="#br0" timeOffset="132342.04">14415 8345 137 0,'0'0'229'0,"0"0"-28"0,0 0-20 16,0 0-16-16,0 0-20 0,0 0-14 0,0 0-18 15,0 0-17-15,0 0-21 0,0 0-5 0,0 0-9 0,0 0-1 16,-3 13-6-16,1-6-6 0,-1 3-7 0,-1 2-3 16,-1 3-5-16,1-3-4 0,-2 4 0 15,-1 0-2-15,4-2-5 0,-1-4-3 0,-1 2 4 16,2-2-2-16,1-3-6 0,0 0 0 0,0-2-1 0,0-1 4 16,1-1 3-16,1 2 37 0,-1-2 28 0,1-3 47 15,0 0 5-15,0 5-9 0,0-5-13 16,0 0-10-16,0 0-8 0,13-15-7 0,-7 7-13 15,2-1 4-15,-2 1-18 0,1-2-11 0,0 1-4 0,2 1-9 16,-4 3 1-16,0-1-7 0,1 0-6 0,-3 1-6 16,1 2-4-16,-1-3-7 0,0 3-12 0,0 0-10 15,-3 3-3-15,6-1-5 0,-6 1 0 0,8 6-15 16,-4-2-6-16,2-1-7 0,-2 2-13 0,0 4-21 16,2-1-15-16,1 1-28 0,-2-1-29 0,1 0-57 15,-2 3-240-15,1-9-487 0,-1 3 216 0</inkml:trace>
  <inkml:trace contextRef="#ctx0" brushRef="#br0" timeOffset="134140.29">14790 8492 121 0,'0'0'121'15,"0"0"-1"-15,0 0-13 0,0 0-14 0,0 0-3 16,0 0 4-16,0 0-15 0,0 0-10 0,0 0-2 15,0 0-5-15,0 0-10 0,0 0 0 0,0 0 0 16,0 0 3-16,0 0-1 0,0 0 2 0,0 0 2 16,0 0 9-16,0 0 4 0,0 0-5 0,0 0-2 15,0 0 0-15,0 0 1 0,0 0-6 0,0 0-6 16,14-5-8-16,-2 4-3 0,2 1-3 0,3-1-5 16,3-2-6-16,-1 3-1 0,4-4-2 0,-1 3-5 15,5-2 2-15,-8 1-10 0,0 0-7 0,-6 2-11 16,6-2-7-16,-9-1-17 0,-1 3-10 0,-1-1-10 15,-3 0-14-15,-5 1-22 0,9 0-9 0,-9 0-14 16,0 0-36-16,0 0-117 0,0 0-285 0,0 0 126 0</inkml:trace>
  <inkml:trace contextRef="#ctx0" brushRef="#br0" timeOffset="134359.01">14900 8436 79 0,'0'-3'233'0,"0"3"-6"0,0-8-2 16,2 5-1-16,-2 3-2 0,0-9-2 0,0 6-9 15,-2 0-10-15,2 3-15 0,0-7-12 16,0 7-16-16,2-4-15 0,-2 4-19 0,0 0-15 16,0 0-14-16,0 0-15 0,0 0-24 0,2-3-18 0,-2 3-24 15,0 0-21-15,0 0-9 0,0 0-2 0,0 0 0 16,0 14 1-16,0-8 8 0,1 5-11 0,-1 1-1 16,3 3-2-16,-2 2-18 0,-1-3-20 0,2 5-8 15,-2-2-26-15,2 2-17 0,-1-2-30 0,2-2-17 16,-3-3-207-16,1-1-395 0,4-2 175 0</inkml:trace>
  <inkml:trace contextRef="#ctx0" brushRef="#br0" timeOffset="134599.24">15277 8402 169 0,'0'-5'287'0,"0"5"-28"0,0-2-31 16,0 2-28-16,0 0-22 0,0-5-23 0,0 5-32 15,0 0-20-15,0 0-12 0,0 0-9 0,0 14-9 16,-1-5-6-16,0 2-9 0,1 4 1 0,-2 2-9 16,0-3-17-16,2 2-13 0,-1 2-14 0,1-1-35 15,-2 0-13-15,2 2-38 0,-2-2-19 0,-1 0-70 16,1-7-135-16,-2 2-329 0,0-5 146 0</inkml:trace>
  <inkml:trace contextRef="#ctx0" brushRef="#br0" timeOffset="135391.04">15652 7872 97 0,'5'0'117'0,"0"2"-4"0,0 2-12 15,4 0-7-15,1 1-11 0,-2 2-10 0,-3 3-11 16,0 0 6-16,-1 1-16 0,1 0-5 0,-4 2-1 0,-2 2-8 16,0 1-2-16,-4 1-2 0,-2-2-4 15,0 0 1-15,-1 0-2 0,0-4-15 0,-2-1 9 16,2 0 2-16,1-2-2 0,-1-1 1 0,2-2 4 16,-1-1 3-16,5 0 11 0,-2-1 18 0,1 0 33 15,-2 0 26-15,5-3 28 0,-1 3 13 0,1-3-11 0,0 0-11 16,0 0-20-16,6-12-10 0,-2 6-6 15,4-4-18-15,1 0-8 0,3-1-5 0,0-1-10 16,6-3-6-16,-3 2-7 0,2-1-5 0,3-2-4 16,-4 4-2-16,-5 2-9 0,1 1 0 0,-5 3-1 15,2 0-3-15,-5 1-5 0,1 2-3 0,-1 0-2 16,-2 1-14-16,1-1-12 0,-3 3-21 0,8-1 0 16,-8 1 6-16,5 6 0 0,-4-1 3 0,3 2 2 15,1 2 2-15,0 2 3 0,-1 0-6 0,-1 2-6 16,2 2 1-16,0-2-16 0,0 3-8 0,1-2-20 0,-2-3-19 15,3 2-24-15,-2-5-49 0,-1 2-74 16,-3-4-121-16,1-1-390 0,2-1 173 0</inkml:trace>
  <inkml:trace contextRef="#ctx0" brushRef="#br0" timeOffset="135601.84">16058 7836 100 0,'9'3'144'16,"-9"-3"-14"-16,5 4-5 0,3 1-22 0,-3 4-6 15,1 2-3-15,1 6-6 0,0-2-12 0,0 4-4 16,-1 7-9-16,-3-2-5 0,-1 1-3 0,-2 4-5 16,-5-3-6-16,1 0 1 0,-4 0-8 0,-3-1-3 15,-4-2-17-15,-7-2 3 0,-1 0-36 0,-2-4-44 16,0-1-170-16,-2-6-248 0,-3-1 110 0</inkml:trace>
  <inkml:trace contextRef="#ctx0" brushRef="#br0" timeOffset="135923.01">15483 7702 108 0,'-24'21'119'0,"-3"5"-10"15,-5 11-10-15,5 4-11 0,5 2-11 0,3 0-6 16,10-9-1-16,7 2-9 0,2 1-5 0,9 9-1 16,7-2-6-16,6-3-2 0,6 0 0 0,8-2 3 15,6-6-38-15,0-4-114 0,5-4-68 0,2-8-183 16,1-5 81-16</inkml:trace>
  <inkml:trace contextRef="#ctx0" brushRef="#br0" timeOffset="145477.17">6496 10698 10 0,'0'0'208'0,"-4"-3"-13"0,4 3-9 16,0 0-14-16,-1-3-11 0,1 3-14 0,-3-6-16 16,3 6-10-16,0 0-15 0,-4-1-9 0,4 1-10 15,0 0-9-15,0 0-6 0,0 0-8 0,0 0-7 16,0 0-7-16,-1-4-6 0,1 4-5 0,0 0-5 15,0 0-5-15,0 0-2 0,0 0-2 0,0 0-1 16,22 4-2-16,0-6 0 0,10 4 1 0,5-2-8 16,18 0 1-16,2-2-9 0,7-2 5 0,-1 3 4 15,-2 1-5-15,-2-6 1 0,-3 3-4 0,-19 2 2 0,-2-3-1 16,-5 1-1-16,-8 2 1 0,-3-2 0 16,-6 3-5-16,-3-2 2 0,-1 2-1 0,-3-2-2 15,1 2-10-15,-7 0-11 0,4-3-14 0,-4 3-22 0,0 0-13 16,-18-3-12-16,0 3-5 0,-5 0-5 0,2 3 2 15,-7-2 9-15,5 1-7 0,-2 2 18 16,3-1 4-16,3-3 4 0,0 2 4 0,1 0 4 0,1-1 9 16,3 2 4-16,3-2-2 0,-1-1 7 0,2 3 9 15,5-3 12-15,1 0 16 0,-4 0 19 0,8 0 18 16,-7 0 18-16,7 0 8 0,-8 2 9 0,8-2 11 16,0 0 4-16,-8-5 5 0,8 5-2 0,-5 0 3 15,5 0 7-15,0 0-9 0,-5-2-8 0,5 2-10 16,0 0-6-16,0 0-7 0,-4-2-12 0,4 2-10 15,0 0-11-15,0 0-26 0,0 0-4 0,-7 9-2 16,5-2-3-16,0 4 3 0,-2 9 0 0,0 6 1 16,0 3 0-16,3 2 0 0,-2 2 3 0,-1 1-1 15,2 15-4-15,3-2-1 0,-1-1 2 0,0-11-3 16,0-1 2-16,1 2 3 0,-1-5-1 0,-1 0-3 16,0-1 2-16,1-3-2 0,-5-1-1 0,1-6 7 15,2 0-2-15,-4-4 1 0,-1 1-2 0,-1-1 5 16,-3-3-1-16,-2-3 3 0,-5 2-1 0,1-4 4 15,-15-1-2-15,4-3 7 0,-3-3-2 0,1-2 6 16,-3-2-2-16,-3-1 0 0,7-3 3 0,-2 2 0 0,2 0 10 16,9-4-2-16,1 3 5 0,1-2 5 15,2 2 1-15,4 3 7 0,1-2 1 0,6 1-4 16,-2 1-4-16,2 1-4 0,0 1-5 0,0-3-9 16,5 4-15-16,-7-2-29 0,7 2-36 0,0 0-16 0,0 0-3 15,0 0-13-15,0 0-30 0,16 12-28 16,-6-7-56-16,3 2-190 0,6-4-428 0,3 1 190 15</inkml:trace>
  <inkml:trace contextRef="#ctx0" brushRef="#br0" timeOffset="146078.35">7214 11351 35 0,'0'0'229'0,"0"0"-23"16,0 0-19-16,0 0-19 0,0 0-19 16,0 0-17-16,0 0-16 0,0 0-15 0,0 0-15 0,0 0-9 15,0 0-8-15,0 0-6 0,0 0-7 0,0 18-10 16,0-7-1-16,-1 2-4 0,-3-3-6 0,0 6-6 15,0 1 3-15,1 3-4 0,-3 4-3 0,0 0-6 16,1-5 0-16,0 1 0 0,-3-1-2 0,3-1-4 16,1-2 0-16,-1-5 1 0,1 0-2 0,-1-4 1 15,4 0-4-15,-3-3 17 0,4 1 55 0,-1 0 31 16,-2-1 30-16,3-4 21 0,0 0-27 0,0 0-19 16,0 0-8-16,8-10-11 0,-2 2-12 0,3-6-5 15,3-1-2-15,-1 1-16 0,1 0-10 0,-1 1-6 16,2-2 0-16,-3 2-9 0,1 5-5 0,-4-1-4 15,-2 6-6-15,-1-2-7 0,1 0-5 0,0 2-2 16,2 2-6-16,-7 1 6 0,9 0-6 0,-4 3-4 16,-1 2 4-16,1 1-8 0,2 0-4 0,-3 3 1 15,1-3-4-15,-1 2-8 0,1 2-8 0,-1-3-17 16,-3-2-20-16,2-1-22 0,2 3-33 0,-4-2-26 16,0 0-30-16,2-2-35 0,-3 0-64 0,0 1-144 15,0-4-454-15,0 0 202 0</inkml:trace>
  <inkml:trace contextRef="#ctx0" brushRef="#br0" timeOffset="146732.47">7619 10100 169 0,'1'-4'211'0,"-1"4"-21"0,2-3-22 0,-2 3-18 15,0 0-18-15,0 0-15 0,0 0-11 0,0 0-18 16,0 0-6-16,-8 13-7 0,3-7-13 0,-4 5-5 16,0 4-3-16,0 1-7 0,-6 6-9 0,-2-1 1 15,2 4-7-15,-2-6 0 0,-1 3-4 0,4 0-2 16,0-7-4-16,1 1-2 0,2-4 1 0,2 3-6 15,1-6 0-15,2-1-2 0,0-1 2 0,1-2 3 0,1 0 18 16,1-1 10-16,1-1 15 0,-1 2 14 16,3-5 12-16,-4 2 14 0,4-2 8 0,-1 4 0 15,1-4-1-15,-3 3-2 0,3-3-10 0,0 0-11 16,0 0-6-16,-6 2-9 0,6-2-4 0,0 0-10 0,0 0-10 16,0 0-3-16,0 0-18 0,0 0-22 0,-4 3-27 15,4-3-25-15,0 0-42 0,0 0-46 0,0 0-44 16,0 4-63-16,0-4-211 0,0 0-490 15,0 0 216-15</inkml:trace>
  <inkml:trace contextRef="#ctx0" brushRef="#br0" timeOffset="147374.29">8129 10842 53 0,'0'0'165'0,"0"0"-22"0,0 0-13 0,0 0-11 0,3 8-17 16,-3-8-6-16,-4 12-7 0,-1-2 0 15,-4 3-4-15,-2 1-5 0,-4 8-4 0,-1-3-8 0,-4 5-5 16,0 1-12-16,-3-2 1 0,-4 2-9 0,-1 2-3 16,-1-1-10-16,1-3 5 0,-1-2-3 0,3-4-3 15,9-5-2-15,-1-1-4 0,4-2 4 0,1-2 9 16,3-1 16-16,4-5 22 0,0 4 36 0,0-3 26 15,1 0-6-15,5-2-7 0,-9-6-8 0,5 3-3 16,4-4-8-16,-2-4-12 0,2 0-9 0,2-4-7 16,2-2-10-16,1 0-3 0,3 0-8 0,2 3-5 15,-5 2-8-15,3 3-5 0,-2-1-5 0,3 0-8 16,-1 5-1-16,-3 0-4 0,3 3-7 0,-2 2-3 16,5 0 3-16,1 4 1 0,-1 3-19 0,4-2-17 15,-2 8-11-15,2-1-18 0,-2 0-14 0,0 2-18 16,-1 1-28-16,1-1-24 0,-2 0-31 0,3-1-41 15,-6-2-219-15,1-1-462 0,-4-4 204 0</inkml:trace>
  <inkml:trace contextRef="#ctx0" brushRef="#br0" timeOffset="147637.54">8323 10771 143 0,'8'0'148'0,"3"3"-17"0,0 3-11 15,0 2-14-15,2 2 3 0,1 4-11 0,1 8 4 16,2 0-12-16,-3 1-7 0,-5 6-3 0,4-1-11 16,-8 4-4-16,0-1-10 0,-5 0-1 0,0 3-1 15,-8-5-4-15,2 1-11 0,-8 0 4 0,-4-4-7 16,-3-1 2-16,-4 0-5 0,-4-4-3 0,-12 4-11 15,-5-5-34-15,-8-3-45 0,4-3-83 0,-5-5-118 16,2-3-282-16,-1-6 125 0</inkml:trace>
  <inkml:trace contextRef="#ctx0" brushRef="#br0" timeOffset="147975.51">7693 10710 122 0,'-3'-4'175'0,"3"4"-21"0,0 0-15 15,0 0-17-15,-12 5-4 0,6 6-17 0,-6 4-10 16,-3 9-3-16,-4 3-12 0,-7 13-9 0,3 4-1 16,0 3-9-16,0 2-9 0,0 0 0 0,2-4-8 15,9-10-4-15,2 0-6 0,6-3 0 0,2 0 0 16,6-3-7-16,3-2 5 0,3-2-4 0,5-1 4 16,4-3-8-16,7-2 3 0,6 0-5 0,16-3-37 15,7-6-66-15,-2 0-198 0,3-8-308 0,-1-3 137 16</inkml:trace>
  <inkml:trace contextRef="#ctx0" brushRef="#br0" timeOffset="148333.06">9038 11056 243 0,'-2'-6'329'0,"2"6"-34"15,0 0-27-15,2-4-24 0,0 0-30 0,-1 1-22 0,5-1-23 16,0 1-15-16,8 0-39 0,1-1-41 0,7 1-43 16,10-1-57-16,-4 1-62 0,3 2-71 15,-10 0-184-15,7-1-371 0,-7 2 164 0</inkml:trace>
  <inkml:trace contextRef="#ctx0" brushRef="#br0" timeOffset="148487.34">9063 11200 19 0,'-5'2'170'0,"1"4"7"16,3-4 0-16,1-2 8 0,0 0-12 0,14 4-16 15,5-4-13-15,13 3-26 0,9-3-51 0,10-3-87 16,-9 0-209-16,7-4-246 0,-8 3 109 0</inkml:trace>
  <inkml:trace contextRef="#ctx0" brushRef="#br0" timeOffset="149354.31">10009 11130 55 0,'-8'0'152'16,"3"1"-2"-16,5-1-5 0,0 0-2 0,-9-1-4 16,9 1-8-16,0 0-5 0,0 0-4 0,-9 0-11 15,9 0-4-15,0 0-6 0,0 0-7 0,0 0-3 16,0 0-4-16,0 0-2 0,0 0-1 0,0 0-1 16,0 0-1-16,0 0-5 0,0 0-1 0,0 0-10 0,0 0-8 15,0 0-2-15,0 0-14 0,0 0 1 16,0 0-3-16,0 0-7 0,36-3-2 0,-7 1-4 15,4-1-1-15,5 0-15 0,15-1-1 0,5 3 6 16,-1-3-5-16,-1 4 3 0,-2-5-3 0,-14 3 1 0,-5 0-1 16,-3 1 4-16,-4-1-5 0,-9 2-4 0,-6 0 0 15,3 0 2-15,-6 0-1 0,-5 0-1 0,3-1 1 16,-3 1-3-16,-5 0-2 0,10 0-5 16,-10 0-9-16,5-1-6 0,-5 1-15 0,0 0-20 0,0 0-20 15,0 0-29-15,-24 0-24 0,16-3-28 0,0 3-222 16,1-3-408-16,7 3 181 0</inkml:trace>
  <inkml:trace contextRef="#ctx0" brushRef="#br0" timeOffset="149805.35">11230 10621 28 0,'0'0'203'0,"-1"-4"-8"0,1 4-12 16,0 0-11-16,0 0-16 0,0 0-18 0,23-5-11 16,-5 4-14-16,5-1-7 0,8-1-16 0,3 1-7 15,3-1-13-15,17-1-3 0,-3 3-8 0,0-1-10 16,-11 0-5-16,12 0-4 0,-14 2-5 0,-2-2-8 15,0 2-13-15,-3-1-6 0,-5 1-9 0,-6-2-14 16,-8 2-5-16,-2-3-18 0,-1 3-6 0,-7 0-12 16,1-2-26-16,-5 2-8 0,0 0-5 0,0 0-4 15,0 0-14-15,-31 0-15 0,16 0-77 0,-5 0-221 16,0 0 98-16</inkml:trace>
  <inkml:trace contextRef="#ctx0" brushRef="#br0" timeOffset="150139.88">11655 10580 312 0,'-12'0'44'0,"-1"0"13"0,6 0 19 0,-1 0 8 16,8 0 10-16,-11 0 7 0,5-1 6 0,6 1-3 15,-6 0 6-15,6 0 6 0,0 0-1 0,-9 0 1 0,9 0-7 16,0 0-7-16,0 0-12 0,0 0-9 16,-8 0-13-16,8 0-9 0,0 0-8 0,0 0-8 15,-3 1-5-15,3-1-6 0,0 9-5 0,0-1-4 16,-3 2-4-16,0 2 0 0,1 13 3 0,-3 3-2 0,-2 3 3 16,1 4-1-16,1 1-1 0,-2 12 1 0,1 1-4 15,2-2 2-15,-2 0 0 0,6-13-8 0,-1-1 0 16,1 2-3-16,-3-4 3 0,2 1-4 0,2-4-2 15,-1 1-2-15,0-2 1 0,0-1 4 0,-5-2-5 16,1-7 0-16,-1 0 1 0,-3-2 4 0,2-4 7 16,-3 0 5-16,-4 1 3 0,-1-4 1 0,-3 1 3 15,-3-4-3-15,-5 2 3 0,-5-4-2 0,0-3 6 16,0 0-1-16,1-3-3 0,-1-1 1 0,2-1 0 16,8 5-7-16,-1-5-7 0,2 0 5 0,2 2 0 15,4 0-4-15,4-1-1 0,1 4-1 0,0-1-2 16,2-1 9-16,1 0-12 0,5 2-7 0,-8-2-16 15,8 2-17-15,-5 0-26 0,5 0-26 0,0 0-32 16,0 0-43-16,29 0-71 0,-11-3-156 0,5 2-415 16,5 0 184-16</inkml:trace>
  <inkml:trace contextRef="#ctx0" brushRef="#br0" timeOffset="150687.43">11871 11281 20 0,'0'-5'292'0,"0"5"-19"16,2-4-20-16,-2 4-16 0,1-3-20 15,-1 3-20-15,0 0-22 0,0 0-16 0,0 0-20 0,3-4-12 16,-3 4-22-16,0 0-14 0,0 0-19 0,0 0-17 16,0 0-6-16,0 0-4 0,0 14-6 0,0-7-7 15,0 5-2-15,0 0-5 0,-4 1 0 0,-1 4-6 16,1 3 1-16,-2-1-5 0,-2 7 2 0,2-1-4 15,-2 0-1-15,2-6 1 0,2-2 1 0,-4-1-5 16,3-5-1-16,3 0 0 0,-2-2-1 16,2-1 2-16,0-2-1 0,2 0 4 0,-3-2 1 0,3 2 34 15,-1-2 36-15,0-1 38 0,1-3 24 0,0 0 20 16,0 0-16-16,0 0-16 0,0 0-15 0,7-15-9 16,2 1-16-16,4 1-5 0,-1-3-12 0,0 1-9 15,2 0-4-15,3 2-10 0,-3 0-3 0,-1 3-11 16,-2 2-4-16,0 1-4 0,-5 2-11 0,1 0-13 15,0 2-19-15,-2 2-29 0,-1-2-2 0,2 3-1 16,-6 0-3-16,10 7-9 0,-4-2 1 0,-1 0-9 16,-1 2-7-16,0 1-15 0,-2 1-8 0,3 6-16 15,-2-3-18-15,2 6-18 0,-4-2-31 0,0-1-19 16,2-1-49-16,-3-2-244 0,4-2-529 0,-2-2 234 0</inkml:trace>
  <inkml:trace contextRef="#ctx0" brushRef="#br0" timeOffset="150929.4">12246 11490 52 0,'-5'-3'263'0,"5"3"-14"0,0 0-13 0,0 0-13 15,0 0-19-15,0 0-18 0,-2-2-17 0,2 2-17 16,0 0-15-16,0 0-15 0,20-6-11 0,-8 5-18 16,7 1-18-16,10-3-32 0,-1 1-28 0,3 0-27 15,-2 2-23-15,1-2-35 0,-2 1-41 0,-9-2-50 16,5 0-163-16,-6-1-350 0,-5 2 154 0</inkml:trace>
  <inkml:trace contextRef="#ctx0" brushRef="#br0" timeOffset="151166.96">12342 11368 292 0,'0'0'306'0,"-5"-4"-32"0,5 4-23 0,-1-3-15 16,1 3-34-16,0 0-21 0,0 0-23 15,0 0-20-15,-3-4-22 0,3 4-25 0,0 0-14 16,0 0-15-16,0 0-5 0,4 18-8 0,-4-10-3 15,0 2-2-15,-1 4-5 0,1 2-7 0,-3 3-3 0,3 7-15 16,-1-3-1-16,-3 3-12 0,4-8-21 16,0 2-21-16,-5 4-39 0,1-5-21 0,-2-2-25 15,3 3-44-15,-2-8-192 0,1 1-392 0,2-4 173 16</inkml:trace>
  <inkml:trace contextRef="#ctx0" brushRef="#br0" timeOffset="151450.74">12775 11381 28 0,'0'-5'312'0,"3"-2"-19"0,-2 5-20 0,-1-3-21 15,0 5-19-15,4-5-26 0,-3 1-23 0,-1 4-24 16,3-3-21-16,-3 3-30 0,0 0-18 0,0 0-8 16,4 10-9-16,-4-3-7 0,0 2-7 0,-3 4-7 15,3 5-2-15,0 1-15 0,0 1-9 0,0 5-26 16,3 1-27-16,-3-3-37 0,0-1-29 0,-3-4-32 16,3-1-53-16,-4 0-199 0,4-5-406 0,0 0 180 15</inkml:trace>
  <inkml:trace contextRef="#ctx0" brushRef="#br0" timeOffset="152155.03">13233 10655 110 0,'-7'9'121'0,"-3"5"10"0,1 3-17 16,-10 5-2-16,1 3-4 0,-5 0-10 0,-4-2-8 15,-10 11-12-15,0-5-7 0,9-4-6 0,0-6-5 16,1 2-8-16,0-4 1 0,9-6-4 0,2-2-1 0,4-1 9 15,1-2 12-15,3-1 9 0,2-1 27 16,0-1 25-16,0-2 20 0,6-1-6 0,-7-1-10 16,3-3 2-16,2-4-9 0,2 0-10 0,2-2-10 15,2-5-4-15,1-2-17 0,3 2-10 0,3-4-5 0,0 5-10 16,2-1-7-16,-1 3-6 0,-3 3-6 16,-1 0-9-16,1 2-1 0,-1 2-10 0,2 1-2 15,-1 1-4-15,2 3-4 0,1 3-1 0,0 1-11 16,4 6-5-16,-3-2-7 0,5 4-2 0,-4 2-9 0,5 5-18 15,-6-5-16-15,4 6-10 0,-2 0-26 0,2 1-17 16,-6-5-23-16,-1 0-30 0,3-1-60 16,-4-4-187-16,0-2-445 0,1-1 197 0</inkml:trace>
  <inkml:trace contextRef="#ctx0" brushRef="#br0" timeOffset="152397.96">13488 10604 133 0,'2'-3'178'0,"3"2"-9"16,-2-2-22-16,-3 3-19 0,9 4-10 0,-3 0-14 16,1 5-12-16,2 0-7 0,1 6-8 0,-1 2-9 15,3 7 1-15,-5 7-4 0,1-2-13 0,-3 4 0 16,0 2-4-16,-11 0-3 0,2 1-5 0,-5-2-6 15,-9 11 3-15,3-12-6 0,-5-4-4 0,-15 9-13 16,8-15-4-16,-2 0-34 0,-15 2-24 0,11-10-51 16,-6-2-177-16,-10-1-298 0,8-6 132 0</inkml:trace>
  <inkml:trace contextRef="#ctx0" brushRef="#br0" timeOffset="152693.32">12869 10420 173 0,'-3'-2'183'0,"-1"-1"-16"0,4 3-20 15,0 0-19-15,-20 10-14 0,6 2-10 0,-7 10-14 16,-2 3-10-16,-9 15-17 0,2 3 3 0,-5 9 0 16,-5 22-8-16,19-20-2 0,3-3-8 0,5 2-1 15,9 0-2-15,8 0-2 0,9-3-8 0,9 1 3 16,6-6-3-16,8-5-37 0,3-4-49 0,6-3-97 16,6-10-117-16,1-6-285 0,3-6 126 0</inkml:trace>
  <inkml:trace contextRef="#ctx0" brushRef="#br0" timeOffset="153971.04">14960 10588 247 0,'-1'-6'285'0,"1"3"-15"16,-1-1-6-16,-2-1-21 0,3-1-12 15,-1 3-21-15,1-1-20 0,0 4-20 0,-3-6-17 0,3 6-8 16,0-3-22-16,0 3-16 0,0-5-28 0,0 5-37 16,0 0-37-16,0 0-43 0,-2-4-41 0,2 4-37 15,0 0-11-15,0 0-26 0,0 0-28 0,15 6-164 16,-11-3-374-16,1-1 165 0</inkml:trace>
  <inkml:trace contextRef="#ctx0" brushRef="#br0" timeOffset="154195.06">15650 10571 129 0,'3'-4'328'0,"-2"0"-17"0,2 2-25 16,-1-2-26-16,0-2-18 0,0 4-23 0,-1-1-22 16,-1 3-23-16,3-4-16 0,-3 4-21 0,4-3-39 0,-4 3-41 15,1-4-52-15,-1 4-58 0,0 0-44 16,0 0 2-16,0 0-20 0,0 10-13 0,0-5-52 16,-1 2-143-16,-3-1-349 0,3 2 155 0</inkml:trace>
  <inkml:trace contextRef="#ctx0" brushRef="#br0" timeOffset="154401.01">15281 11243 3 0,'-4'3'372'0,"2"-2"1"0,2-1-4 16,0 0-2-16,-5 3-14 0,5-3-25 0,0 0-34 0,0 0-35 15,0 0-18-15,-2-10-24 0,2 10-26 0,2-6-44 16,-1 2-58-16,1 0-77 0,1 0-74 16,0-1-86-16,0 2-104 0,2-1-274 0,1 0-570 15,-3-2 253-15</inkml:trace>
  <inkml:trace contextRef="#ctx0" brushRef="#br0" timeOffset="156720.01">16693 10565 160 0,'-4'-2'146'0,"4"2"-9"0,0 0-9 0,-4-2-12 16,4 2-6-16,0 0-4 0,0 0-4 0,0 0-9 16,0 0 2-16,0 0-10 0,0 0-13 0,0 0-1 15,0 0-8-15,0 0-8 0,0 0-4 0,20-3-8 16,-4 2-3-16,7 1-6 0,14-1 3 0,16 0-4 15,-1 1-4-15,2-4 6 0,-1 3-1 0,5 1 8 16,2-2-10-16,-6-1-8 0,1 1-15 0,-4 1 14 16,-13-2-4-16,-2-1-3 0,-4 1-1 0,-3-1 1 15,-7 2-3-15,-4 0-1 0,-7 2 0 0,0-2-10 16,-4-1-19-16,-2 2-21 0,-4-1-18 0,-1 2-10 16,0 0-6-16,-13-6-8 0,1 6-12 0,-6-3 2 0,-1 1-4 15,-2 2-9-15,-1 0-10 0,2 0-103 16,0 0-232-16,-2 0 104 0</inkml:trace>
  <inkml:trace contextRef="#ctx0" brushRef="#br0" timeOffset="157120.51">17085 10532 49 0,'0'0'183'0,"-9"0"-9"15,9 0-9-15,0 0-10 0,0 0-16 0,0 0-12 0,0 0-8 16,0 0-10-16,0 0-15 0,0 0-12 0,0 0-12 15,0 0-10-15,-2 3-12 0,2-3-6 0,-3 7-5 16,3 0-6-16,0 4 0 0,-1 4 4 0,1 4-12 16,-4 8-2-16,2 4-2 0,-1 2 1 0,1 0-1 15,-5 16 6-15,4-14-5 0,-3 12-4 0,1-13-4 16,-1 12 2-16,2-11 6 0,0 0-10 0,0-4-3 16,-3 3 2-16,3-5-2 0,-1 0-5 0,-1-3 3 15,1 1-1-15,-1-6-2 0,0-3 0 0,-1 1 3 16,0-4 1-16,-1 0 0 0,-5-1-3 0,4-1 5 15,-4-2 1-15,3-2 4 0,0-1 2 0,-3-3 5 16,-1-3 7-16,-2 2 11 0,0-3 2 0,-4-1 4 16,2-1 4-16,0-3 3 0,-1 0 5 0,6-2 6 15,-5 1 0-15,7 0-3 0,-1-2 3 0,1 2 4 16,-1 1-8-16,4-1-9 0,2 1 4 0,1-1 2 16,1 2-3-16,0 0-7 0,-1 1-8 0,1 0-5 15,0 0-3-15,4 2-13 0,-5-3-21 0,5 3-28 16,-3-3-27-16,3 3-39 0,0 0-26 0,0 0-37 15,17 3-41-15,-4-6-205 0,1 3-442 0,4 0 196 16</inkml:trace>
  <inkml:trace contextRef="#ctx0" brushRef="#br0" timeOffset="157706.67">17345 11162 54 0,'0'0'223'15,"1"-5"-19"-15,-1 5-13 0,0-4-23 0,0 4-17 16,0 0-16-16,0 0-15 0,0 0-16 0,4-2-23 0,-4 2-9 16,0 0-14-16,0 0 0 0,0 12-12 0,-4-6-4 15,3 5-1-15,-3 2-5 0,0-2-5 0,3 4-2 16,-3 4-5-16,-1-2 0 0,-2 0-5 15,1 0-3-15,1 0-5 0,-3 1 2 0,4-3-2 0,-1 0 3 16,-1-2 5-16,2-1-8 0,0-5-4 0,3 4 1 16,-3-5 1-16,2-1 4 0,2 0-7 0,-2-1 26 15,0-2 33-15,0 1 38 0,2-3 32 0,-1 4 20 16,1-4 15-16,0 0-14 0,0 0-17 0,0 0-12 16,7-11-17-16,0 4-13 0,1-3-6 0,2 1-9 15,3-4-10-15,2 4-9 0,1-5-7 0,-4 5-5 16,1 1-12-16,-4 1-5 0,1 1 0 0,-3 2-9 15,-2 0-11-15,0 1-14 0,0 2-15 0,-5 1-3 16,12 1-1-16,-7 0-5 0,-1 4 5 0,1-1 2 16,-1 0-11-16,0 2-7 0,2 3 1 0,-1 0-2 15,-1 1-12-15,0-3-14 0,-2 5-9 0,3-6-17 16,-2 6-18-16,0-4-10 0,-1 0-16 0,0-2-18 16,0 1-19-16,0-1-37 0,-1-2-212 0,2 0-452 15,2-1 199-15</inkml:trace>
  <inkml:trace contextRef="#ctx0" brushRef="#br0" timeOffset="158253.04">18409 10693 20 0,'0'13'112'0,"-1"-5"-3"0,-3 5-8 16,-1 1-8-16,-3 4-4 0,-1-1-11 0,-5 7-4 15,1 2-1-15,-2 1-11 0,-2 0-9 0,-3 2-2 16,-4-2-1-16,0 1-6 0,-8 7 5 16,2-9-6-16,4-4-4 0,1 2-9 0,1-6-7 15,2-2 3-15,8-6-4 0,1-3 4 0,4 2 14 0,3-5 25 16,1 0 32-16,-1-3 41 0,2 2 28 0,-1-2-2 15,5-1-15-15,0 0-4 0,-11-8-14 0,11 2-10 16,0-5-8-16,3-1-15 0,1-5-11 0,2 2 2 16,3-3-17-16,1-2-12 0,1 5-5 0,1 1-4 15,-3 1-6-15,-2 4-3 0,0 2-8 0,-2 3-7 16,0-2-4-16,-1 4-5 0,0-2-3 0,1 2-5 16,-5 2 0-16,11 4-9 0,-4 0-15 0,2 2 1 15,1 3 1-15,4 2 3 0,-1 2-21 0,0 2-7 16,-3 1-11-16,3 2-18 0,1-3-20 0,-2 2-18 15,1-1-25-15,-2-2-27 0,2-1-44 0,-3-3-206 16,0-4-438-16,-1 2 194 0</inkml:trace>
  <inkml:trace contextRef="#ctx0" brushRef="#br0" timeOffset="158508.12">18611 10712 157 0,'0'-2'184'0,"0"2"-26"0,0 0-18 0,0 0-14 16,0 0-17-16,0 0-13 0,9 15-9 0,-8-3-7 16,4 3-12-16,-1 12-10 0,-3 4 4 0,2-2-7 15,-3 9-2-15,0 7-5 0,-5-10-2 0,-4 0-1 16,0 1-10-16,1-3 0 0,-3-1-5 0,-4 1-2 0,-2-3-2 15,-4-3-17-15,-1 0-9 0,-5-4-26 0,-4-3-50 16,0-1-197-16,-1-5-294 0,0-2 130 16</inkml:trace>
  <inkml:trace contextRef="#ctx0" brushRef="#br0" timeOffset="158838.4">18127 10590 76 0,'-17'7'110'0,"-2"5"-21"15,-4 2 7-15,-4 3 1 0,-1 10-8 0,-8 12-8 0,3 2-1 16,4 2-6-16,-1 2-7 0,2 0-3 0,4 4-8 16,2-3-4-16,3-2-8 0,10-12-4 0,1 1-3 15,2 0 2-15,6-4-11 0,5 0 2 0,0-3 1 16,4-1 6-16,3 0-12 0,7-4 4 16,5-3-1-16,7 2 2 0,3-7-40 0,16 1-48 0,-13-4-170 15,13-4-245-15,1 1 110 0</inkml:trace>
  <inkml:trace contextRef="#ctx0" brushRef="#br0" timeOffset="159108.37">18982 10938 222 0,'1'-5'297'0,"-1"1"-20"0,1 1-18 16,-1 3-30-16,5-9-25 0,-1 6-20 0,1-1-22 16,2-1-15-16,4 0-12 0,1 2-27 0,3 2-29 15,3-1-29-15,1 1-31 0,-1 2-38 0,1-1-45 16,-1 2-35-16,2-1-44 0,1 1-199 0,-2 0-369 15,0 3 163-15</inkml:trace>
  <inkml:trace contextRef="#ctx0" brushRef="#br0" timeOffset="159264.91">19016 11067 70 0,'-5'1'189'0,"5"-1"-3"16,0 0-4-16,0 0-20 0,10 5-16 0,3-3-11 15,6-1-14-15,12-1-14 0,-2 3-34 16,4-1-56-16,3 0-36 0,1-2-52 0,1 0-146 0,2-2-234 16,0 1 104-16</inkml:trace>
  <inkml:trace contextRef="#ctx0" brushRef="#br0" timeOffset="159672.93">19888 10752 170 0,'0'-5'173'0,"-2"4"-18"0,2 1-14 16,-1-7-15-16,1 3-10 0,0 4-15 0,0 0-14 15,0 0-6-15,-6-2-8 0,6 2-11 0,-9 6-13 16,1 1-1-16,-1-2-1 0,-1 4-9 0,-3 3-3 15,-1 0-5-15,-4 7-2 0,0 0-3 0,-1 2-2 16,6-4-5-16,-2 3 0 0,2 4-3 0,3-7-4 16,2 0 5-16,3 0-7 0,0 0-7 0,2-3 8 15,2 1 3-15,-2-4 9 0,6 0 22 0,-3-2 19 16,4 2 16-16,1-4 20 0,4 1 12 0,4-4-6 16,5 1-8-16,10-5-10 0,1-3-3 0,2-2-9 15,0-4-7-15,-2 0-3 0,-1-3-4 0,-1-3-6 16,-3-2-4-16,-2-2-7 0,-1-2-3 0,-2-1-8 15,-4-2 4-15,-2-2-9 0,-4 1-10 0,-5 1-4 16,-4 3-3-16,-6-4-6 0,-6 2 3 0,-4 3-18 16,-8 3-18-16,-5 1-24 0,-7 3-30 0,-4 4-21 15,-11-1-34-15,11 6-54 0,-12 2-230 0,15 3-455 16,1 3 202-16</inkml:trace>
  <inkml:trace contextRef="#ctx0" brushRef="#br0" timeOffset="161073.97">14987 10032 127 0,'0'0'151'0,"-1"-4"-16"0,1 4-5 0,-3-5-5 16,3 5-10-16,0-4-12 0,0 4-8 0,0 0-8 16,0 0-9-16,0-5-5 0,0 5-9 0,0 0-8 15,0 0-6-15,0 0-6 0,0 0-3 0,-16 7-9 16,4-2-6-16,-2 4-5 0,-6 5 2 0,-3 6-6 16,-4 2-8-16,-6 16-2 0,-5 2 2 0,-5 7-7 15,-17 20-1-15,8 2 0 0,15-20 0 0,-13 26 5 16,1-5-6-16,17-19 4 0,-5 29 0 0,14-27 1 15,7 6-1-15,0-3 0 0,7 3-1 0,4 1 4 16,3-2-4-16,2-4 3 0,10-2 4 0,1-1-3 16,9-4 0-16,10-4 9 0,3-1 6 0,16-3 4 15,30 16-7-15,12-12 3 0,5-5 1 0,7-7-8 16,1 3-30-16,8-5-49 0,1-4-63 0,-3-2-145 16,1 0-295-16,-8-15 131 0</inkml:trace>
  <inkml:trace contextRef="#ctx0" brushRef="#br0" timeOffset="162138.57">19900 9924 92 0,'0'0'131'0,"0"0"-9"0,0 0-8 0,0-3-6 16,0 3 0-16,0 0-6 0,0-6-1 0,0 6-5 16,0 0-8-16,0-4-2 0,0 4-8 0,0 0-4 15,0 0-9-15,0-4-3 0,0 4-3 0,0 0-3 16,0 0-4-16,0-4 0 0,0 4-5 0,0 0-3 0,0 0-6 15,0 0-6-15,0 0-6 0,0 0-3 16,0 0-5-16,0 0-6 0,0 0 2 0,0 0-8 16,17 8-1-16,-7 0 4 0,8 1-8 0,9 8 1 0,4 6 9 15,11 8-6-15,4 5 1 0,0 6 1 0,20 21-2 16,-9 4-3-16,-4 5 3 0,-7 2-3 16,-9 6-2-16,-6 5-6 0,-14 6 5 0,-7 3 7 15,-10 5-4-15,-12-2-2 0,-6-2 1 0,-7-8 2 0,-14-5 5 16,-4-7-1-16,10-27-3 0,-26 20 3 15,-5 0-2-15,-9-10 2 0,-5 0-13 0,-6-4-12 0,-3-9-8 16,-7 3-34-16,-6-1-66 0,-5-4-170 0,-1-9-320 16,5-7 142-16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5:07:53.01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3442 1930 83 0,'0'0'83'0,"0"0"-13"0,0 0-9 0,0 0 0 15,0 0-6-15,0 0-7 0,0 0-4 0,0 0-10 16,0 0 10-16,0 0-7 0,0 0-6 16,0 0 3-16,0 0-7 0,0 0 7 0,0 0 2 15,0 0-13-15,0 0 6 0,0 0 7 0,1-5-3 0,-1 5 5 16,0 0-2-16,0 0 1 0,0 0 2 0,0 0-4 16,0 0-2-16,0 0 4 0,0 0 3 0,0 0 0 15,0 0-1-15,0 0 6 0,0 0-2 0,0 0-2 16,0 0 4-16,0 0-1 0,0 0 4 15,0 0 2-15,0 0-2 0,0 0 3 0,0 0 2 16,0 0 2-16,0 0 2 0,0 0-3 0,0 0 3 16,4-6 1-16,-4 6-1 0,0 0-5 0,0 0-7 15,0 0-1-15,0-2-4 0,0 2-6 0,0 0-5 16,0 0-3-16,0 0 0 0,0 0-3 0,0 0-10 16,0 0-15-16,0 0-26 0,0 0-6 0,0 0-3 15,-5 14 2-15,1-1 7 0,0 6-1 0,-2 9 6 16,-2 5 7-16,-7 12-6 0,-1 9 7 0,3-2 0 15,-3 3 7-15,3-2 5 0,-1-2-5 0,2 0 5 16,-2-4 1-16,2-2 4 0,6-12-2 0,-3 1-1 16,4-2 9-16,-3-1-4 0,2-1 4 0,-2-2-2 15,4-1-1-15,0-8 5 0,0-2-3 0,2 0-3 16,-1-2 6-16,-2-3 0 0,5-2 0 0,-1 0 1 16,1-4-6-16,0 1 6 0,-4-2 5 15,4-1 11-15,-1 2 5 0,1-6 16 0,-3 5 3 16,3-5 9-16,0 0 3 0,-1 6 9 0,1-6 0 0,0 0 5 15,0 0-4-15,0 0 5 0,0 0-5 0,0 0 0 16,0 0-3-16,0 0-4 0,0 0-2 0,0 0-5 16,0 0-5-16,0 0-8 0,0 0-4 0,0 0-4 15,0 0-6-15,0 0 1 0,0 0-7 16,0 0 0-16,-4 6-5 0,4-6-7 0,0 0 4 16,0 0-2-16,0 0 0 0,0 0-2 0,0 0-1 15,0 0-9-15,0 0 2 0,0 0-10 0,0 0-3 16,0 0-10-16,0 0-8 0,0 0-10 0,0 0-11 15,4-17-17-15,-4 17-19 0,-3-7-16 0,2 2-29 16,1 5-14-16,0-10-36 0,-1 5-34 0,-2 0-236 16,3 5-483-16,3-13 215 0</inkml:trace>
  <inkml:trace contextRef="#ctx0" brushRef="#br0" timeOffset="1187.08">3452 1952 59 0,'0'0'103'0,"0"0"-9"15,0 0-3-15,0 0-11 0,0 0 5 0,0 0-17 16,0 0 1-16,0 0-4 0,0 0-6 0,0 0 1 16,0 0-7-16,0 0 7 0,0 0-7 0,0 0-1 15,0 0 1-15,0 0-2 0,0 0-7 0,0 0-6 16,0 0-3-16,0 0-2 0,0 0-9 0,0 0 5 15,0 0-4-15,21 0-5 0,-7 0-3 0,7 0 5 16,14 1 3-16,3-1 8 0,2 0 6 0,16-2-2 16,-1 3 3-16,-4-1-5 0,-14-1 0 0,-1 1 2 15,-4 0-10-15,0-2-2 0,0 1 0 16,-4 1-1-16,-8 0-1 0,0 0-10 0,-3 1-19 0,-4 1-35 16,-3-2-27-16,-2 1-27 0,-4 1-23 0,-3 0-138 15,-1-2-276-15,0 0 122 0</inkml:trace>
  <inkml:trace contextRef="#ctx0" brushRef="#br0" timeOffset="1987.07">3340 2767 7 0,'0'0'89'0,"0"0"-12"0,0 0-15 0,0 0-2 16,2 5-18-16,-2-5 13 0,2 4-22 0,-2-4-12 15,0 0 0-15,2 1-15 0,-2-1-9 0,3 4-14 16,-3-4-59-16,0 0-82 0,6 1 36 0</inkml:trace>
  <inkml:trace contextRef="#ctx0" brushRef="#br0" timeOffset="2417">3335 2780 100 0,'0'0'107'0,"-4"4"-16"0,4-4-4 0,0 0-14 15,0 0 1-15,0 0-10 0,0 0 1 0,0 0-3 16,0 0 4-16,0 0 0 0,0 0-4 16,0 0 6-16,0 0 0 0,-8 0-1 0,8 0 11 15,0 0-12-15,0 0-3 0,0 0-2 0,0 0-1 16,0 0-4-16,0 0 2 0,0 0-10 0,0 0-2 15,0 0 1-15,0 0-2 0,0 0-3 0,0 0-3 16,0 0-6-16,0 0-3 0,0 0-1 0,0 0 1 16,0 0-3-16,0 0-1 0,0 0-2 0,0 0-1 15,0 0-5-15,0 0 5 0,0 0-3 0,28-4-4 16,-9 0 2-16,3 3-8 0,11-3 7 0,2 0-2 16,2 3-2-16,14-7-3 0,4 7 3 0,-5-4 9 15,1 3 0-15,-10-1-1 0,0-1 1 0,11 1 1 16,-15 1-2-16,-1 1 0 0,-5-4-7 0,-10 5 3 15,-3-2-6-15,-3 2 5 0,-4-2-3 0,0 2-2 16,-2-1 1-16,-2 1 0 0,-1-2 4 0,-6 2-8 16,6 0 8-16,-6 0-1 0,8-1-7 0,-8 1-7 15,0 0-15-15,0 0-29 0,0 0-17 0,-29 3-31 16,15-2-43-16,2-1-46 0,-6-1-158 0,4-1-365 16,1 0 161-16</inkml:trace>
  <inkml:trace contextRef="#ctx0" brushRef="#br0" timeOffset="2942.87">3437 2462 8 0,'0'0'209'0,"0"0"-9"0,-4 1-4 0,4-1-7 0,0 0-13 16,0 0-17-16,0 0-12 0,0 0-18 0,0 0-9 16,0 0-15-16,0 0-9 0,22 0-6 0,-3 0-11 15,10-3-7-15,10 0-6 0,13 1-4 16,3-3-8-16,0-3-5 0,-1 6-4 0,0 0-5 0,-16 1-6 15,-1 1-3-15,-1-2 2 0,-7 2-6 0,-1-3-3 16,-9 2-1-16,-1 1-1 0,-4 0-4 0,-5 0-4 16,-4 0-1-16,2-3 0 0,0 3 0 0,-7 0-1 15,9 3 4-15,-9-3 3 0,9-3 1 0,-9 3-5 16,0 0-10-16,0 0-15 0,0 0-18 16,0 0-24-16,0 0-44 0,0 0-27 0,-23 10-60 15,15-8-176-15,8-2-388 0,-6 2 172 0</inkml:trace>
  <inkml:trace contextRef="#ctx0" brushRef="#br0" timeOffset="9681.31">4771 2501 92 0,'0'0'144'0,"0"0"-6"0,0 0-2 0,3-5-5 16,-3 5-4-16,0 0-8 0,0 0-7 0,0 0-7 16,0 0 1-16,0 0-10 0,2-3-1 0,-2 3 1 15,0 0-6-15,0 0-10 0,0-4-8 0,0 4-7 16,0 0-8-16,0-5-5 0,0 5-5 0,0-4-5 16,0 4-4-16,0-6 0 0,0 2 6 0,0 4-6 15,0-6 0-15,0 6 5 0,0-6 13 0,0 6 10 16,0 0 6-16,0-6 5 0,0 6-2 0,0-3-7 15,0 3-5-15,0-6 4 0,0 6 0 0,0 0-7 16,0-5-1-16,0 5 2 0,0-3 0 0,0 3-4 16,0-4 3-16,0 4 1 0,0 0-5 0,0 0-6 15,0-5-2-15,0 5-10 0,0 0-3 0,0 0-3 16,0 0-7-16,0 0-9 0,0 0-12 0,0 0-26 16,0 0-31-16,0 0-23 0,0 0-1 15,4 12 10-15,-5 2 8 0,-2 3 7 0,3 10 2 0,-5 0 10 16,1 3 3-16,0 4 7 0,2-4-2 0,-5 4 6 15,1 0 14-15,1-3-7 0,1 0 3 0,0-2 3 16,-1 3 2-16,1-4-1 0,0-1 6 0,-1-2-2 16,4-5 1-16,-2-3 2 0,1-4 1 15,2-2 4-15,-3-2-6 0,2 0 5 0,1-3 1 0,0 1-2 16,0-3 20-16,0-4 5 0,-3 8 9 16,3-8 8-16,3 5 10 0,-3-5 10 0,0 0 11 15,-3 5 12-15,3-5 10 0,0 0 26 0,0 0 3 16,0 0 12-16,0 0-4 0,0 0-9 0,0 0-15 0,0 0-13 15,3-22-9-15,1 9-16 0,-3-4-12 0,3-3-12 16,1-5-17-16,0-6-8 0,0 1-25 16,-1 1 3-16,0-2-6 0,0 0-1 0,-3-1 1 15,3 0-3-15,-4 3 6 0,0 0-2 0,0 1 13 16,-4 1-1-16,-1 0-3 0,1 4-2 0,-1 5 3 16,1 1-1-16,-1-2-2 0,-5 2 3 0,3 5-5 15,1 4 0-15,-4-6-3 0,2 9 2 0,-1-4-1 16,0 5-3-16,-2-2-9 0,1 3-8 0,-3 3-2 15,0 4 2-15,-2 2 2 0,-3 4-4 0,-4 7 1 16,3-1 2-16,0 1-12 0,1 5-11 0,5 1 4 16,0-1-10-16,6 1 2 0,4-4 3 0,-1 0 3 15,4-1-2-15,4 3 1 0,1-4-4 0,7 2-1 16,7 0-16-16,8-4-34 0,6-5-67 0,6-3-119 16,13-7-215-16,0-4-545 0,-1-7 241 0</inkml:trace>
  <inkml:trace contextRef="#ctx0" brushRef="#br0" timeOffset="10928.42">5083 2424 94 0,'0'0'356'0,"-1"-5"-18"16,1 5-11-16,0-6-16 0,0 6-21 0,-2-4-29 15,2 4-25-15,0 0-28 0,0 0-25 0,0 0-20 16,0 0-19-16,-1-3-28 0,1 3-32 16,0 0-19-16,0 0-20 0,0 0-8 0,1 15 1 0,-1-3-7 15,-1-2-4-15,0 11-5 0,-1-1 3 0,2 5-3 16,0-7-5-16,0 9 1 0,-1-3-2 0,2-2-1 16,-1 2-1-16,2-5-3 0,0-2 3 0,-2-4 0 15,2 3-2-15,-1-4-5 0,2-3 13 16,-1-1-11-16,0-2-4 0,0 1 4 0,-2-3 4 15,1-1 14-15,0 0 25 0,-1-3 40 0,-1 6 47 16,2-3 41-16,-1-3 33 0,0 0 33 0,0 0-25 16,0 0-18-16,8-12-24 0,-3 1-15 0,0 0-18 15,4-6-17-15,0-1-12 0,1-7-16 0,3 3-12 16,-4-4-4-16,1 3-8 0,-2 6-15 0,-2-3-6 16,2 2-8-16,-3 2-3 0,-1 0-6 0,2 7-3 15,1 0-3-15,-5 0-4 0,1 2-4 0,-2 5-8 16,3-3-8-16,-3 1-12 0,0 1-21 0,-1 3-28 15,2-4-32-15,-2 4-33 0,1-5-45 0,-1 5-29 16,0 0 12-16,4 10 26 0,-4-4 17 0,0 4 15 16,0 3 7-16,0 3 12 0,0 3 9 0,3 1-7 15,1 0 2-15,-1 5 3 0,1-5-3 0,4-1-14 16,1 5-5-16,6-3-1 0,0 1-2 0,6-5-9 16,4 0-2-16,3-7-28 0,4-2-26 0,0 1-12 15,1-6-18-15,4-3-3 0,-2 0 0 0,3-5 17 16,-2-2 21-16,-4-1 21 0,-1-2 37 0,-5-4 29 15,1 2 39-15,-6-5 30 0,-1 3 35 0,-5-3 28 16,-3 2 35-16,-3 1 34 0,-4 4 34 16,1-4 30-16,-2 6-6 0,-1-4-6 0,-2 2-13 0,-5 0-8 15,3-1-15-15,-3 4-7 0,-1 2-10 0,0-3-13 16,1 4-7-16,-5-1-16 0,1 2-6 0,-2 3-11 16,-1 0-7-16,-2 4-12 0,2 1 1 0,-5 3-1 15,0 4-10-15,-1 2 3 0,3 2-7 0,-5 3 6 16,2 1-10-16,2 3 1 0,2-6-1 15,4 5-7-15,-1-6-25 0,2 0-4 0,3 2 2 0,1-8-11 16,0-2-5-16,3 4 4 0,-4-7 3 16,5 0 2-16,0 1 10 0,0-3 14 0,0-3 28 0,0 5 30 15,0-5 8-15,0 0 4 0,0 0-1 0,15-8 4 16,-6-1 1-16,0 0 0 0,8-4-3 16,-4-2-14-16,5-11-3 0,2 2-9 0,-3 0-5 15,3-3-6-15,-5 3 7 0,1 2-10 0,-5 6-4 16,-3 7-2-16,-1 0-11 0,-3 0 6 0,4 1-4 15,-5 3-3-15,-1 1-7 0,3 0-21 0,-1 0-17 16,-3 1-19-16,-1 3-16 0,0 0 3 0,0 0 5 0,13 8-10 16,-5-1 8-16,-2 3 0 0,2 0 3 0,2 2 2 15,0 2 6-15,3-1 7 0,0 2-3 16,3 1-2-16,9-1 2 0,-7-6-2 0,1 3 0 16,8-4-2-16,-6-1-1 0,5-1 3 0,-6-5 1 15,2-1 7-15,6-2 0 0,-10-5 6 0,-1-1 11 16,-1-4 8-16,2 0 11 0,-5-5 12 0,4-3 16 15,-5-6 9-15,2 0 16 0,-2-1 6 0,-6-5-5 16,3-2 4-16,3-10 2 0,-7 9 1 0,5-11 14 16,-5 16 20-16,3-3 17 0,-7 9 23 0,2 7 6 15,-2 2-2-15,2 3 1 0,-2 2-10 0,-1 3-13 16,1 0-13-16,-1 0-17 0,0 3-14 0,0-1-37 16,3 2-40-16,-3 3-46 0,0 0-24 0,0 0 4 15,0 0 1-15,-3 21 11 0,2 3 12 0,-3 5 6 16,0 6 4-16,-1 13 10 0,1-2 5 0,-1 0 2 15,5-10 9-15,-5 0-1 0,4-2-1 0,-3-1 6 16,4-1-4-16,-4-4-18 0,4 0-13 0,-4-8-11 16,4-1-13-16,-1-2-20 0,1-6-21 0,0 0-23 15,-3-4-29-15,2 0-9 0,1 2-7 0,0-6 4 16,0-3-39-16,-5 2-91 0,5-2-175 0,-13-5-520 16,9-4 231-16</inkml:trace>
  <inkml:trace contextRef="#ctx0" brushRef="#br0" timeOffset="11116.75">6019 2432 98 0,'-5'1'177'0,"5"-1"12"15,-1 4-7-15,1-4-6 0,16 1-17 0,4-1-15 16,8 0-16-16,4 3-12 0,9-3-11 0,11 0-30 15,3-1-41-15,3 1-37 0,-4-3-67 16,-1-2-56-16,-16 4-105 0,0-4-250 0,0-1 111 16</inkml:trace>
  <inkml:trace contextRef="#ctx0" brushRef="#br0" timeOffset="11445.74">6703 2463 137 0,'1'-5'426'0,"-1"5"-3"0,0 0-21 0,0-5-19 15,0 5-18-15,3-3-34 0,-3 3-27 0,0 0-32 16,0-7-27-16,0 7-33 0,0 0-25 0,0 0-22 15,0 0-41-15,0 0-49 0,0 0 1 0,0 0-21 16,1 21 0-16,-1-10 1 0,0 5-11 0,0 2-2 16,0 0-3-16,0-1 4 0,0 9-19 0,0-8-39 15,0 1-8-15,0-1-19 0,0 0-13 16,0-1-17-16,0-5-11 0,-1-2-20 0,-2 0-15 16,2-4-25-16,1 0-13 0,0 0 1 0,0-1 1 15,0-5 17-15,0 0-75 0,-4 0-295 0,4 0-549 0,-5-13 243 16</inkml:trace>
  <inkml:trace contextRef="#ctx0" brushRef="#br0" timeOffset="11603.63">6743 2188 348 0,'-3'-7'319'16,"3"3"-23"-16,3-2-34 0,-6 4-22 0,3 2-31 15,0-6-18-15,0 6-32 0,0-4-42 0,0 4-17 16,0 0-18-16,0 0-37 0,0 0-34 0,7 17-45 0,-6-7-42 15,3 0-70-15,-3 3-209 0,8 1-382 16,-5-2 169-16</inkml:trace>
  <inkml:trace contextRef="#ctx0" brushRef="#br0" timeOffset="11995.07">7140 2464 15 0,'-8'3'200'0,"-2"0"-16"0,-3 2-12 15,3 1-17-15,1 0-7 0,-1 1-13 0,-2 1-14 16,3 0-10-16,-1 2-13 0,4 0-8 0,-1 1-12 16,1 0 5-16,0 0-1 0,2-1-7 0,3 4-3 15,-1-3-8-15,4-1-4 0,0 1-7 0,1-1 0 16,3-1-4-16,2-1 6 0,3-1-7 0,5 0 4 15,0-3 3-15,6-1-4 0,-3-2-2 16,3-2-2-16,0-2 7 0,-3-1 2 0,-1-2 11 16,-1-2 2-16,0-1 6 0,-3-3-5 0,0 0-2 0,0-2-6 15,-3 0-8-15,-2-3-2 0,-2-2 3 16,-4 4-6-16,-1-2-11 0,-2 5 1 0,-2-4-8 16,-1 6-10-16,-4-2-8 0,-2 2-2 0,-3-1-5 15,-5 3-1-15,1 2-1 0,-6-2-5 0,3 5 1 16,0 2-26-16,-3 1-18 0,3 1-27 0,2 2-27 15,-2-1-31-15,4 7-29 0,2-4-35 0,4 2-30 16,3 1-180-16,2-1-434 0,4-2 192 0</inkml:trace>
  <inkml:trace contextRef="#ctx0" brushRef="#br0" timeOffset="12426.43">7527 2397 125 0,'1'-5'338'0,"-1"5"-21"0,0-5-30 0,0 5-25 0,0 0-29 16,0 0-25-16,0 0-29 0,0 0-22 16,0 0-16-16,0 0-12 0,0 0-14 0,4 14-13 0,-1-6-11 15,-3 6-10-15,1 1-6 0,3 4-6 0,-6 5-4 16,2 3-7-16,0-3-5 0,-3 3-10 0,0-1 2 15,2-6-9-15,-3-1 1 0,0-2-6 0,3-2-2 16,1-3-4-16,-4-3-6 0,4-1 7 16,0-1-5-16,0-3 3 0,-2 1 3 0,2-1 16 15,0-4 47-15,0 5 48 0,0-5 42 0,0 0-3 16,0 0-24-16,0 0-14 0,7-13-16 0,-2 3-20 16,3-2-5-16,2-4-12 0,2-2-10 0,2-6-3 0,0 2-13 15,-5 7-7-15,4-1-3 0,-4 3-8 16,-4 1-2-16,0 4-6 0,4 2-3 0,-8-1-6 15,4 2-5-15,-1 2-2 0,-1-1-11 0,-2 1-7 16,3 2-1-16,-4 1-20 0,0 0-7 0,16 7-2 16,-8-2-20-16,2 4-11 0,2-2-20 0,1 5-24 15,-1 0-25-15,2 2-25 0,-1-4-33 0,1 2-37 16,-5-1-54-16,5-3-64 0,-5 0-259 0,0-4-652 16,0-1 288-16</inkml:trace>
  <inkml:trace contextRef="#ctx0" brushRef="#br0" timeOffset="12794.81">8189 2416 298 0,'0'0'292'15,"-3"-7"-21"-15,3 7-20 0,0 0-25 0,0 0-20 0,0 0-24 16,0 0-21-16,0 0-12 0,0 0-16 0,-11 2-16 16,11-2-5-16,-14 7-19 0,5-4-11 0,-2 2-7 15,0 2-9-15,0-2-8 0,2 4-6 0,1-1-4 16,0 1-3-16,0 2-7 0,1 2 8 16,2 2-15-16,0 1-3 0,4-4 3 0,2 5-5 15,4 0-4-15,0 1-1 0,10 4 3 0,-4-6-5 16,-1 1-1-16,4-1-4 0,4 2 0 0,-3-4 0 15,-2-1-1-15,8 6 5 0,-5-7-10 0,-7-4-2 0,-1 1 5 16,-2-3-11-16,2 0 4 0,-3-1-5 0,-1-2-8 16,-3 1-7-16,-1-1 2 0,0-3 4 15,-10 3 6-15,-3 1-7 0,-5-4-4 0,-14 0-33 16,-1-1-61-16,-4-4-93 0,-15-1-279 0,16 1-521 16,-3-2 231-16</inkml:trace>
  <inkml:trace contextRef="#ctx0" brushRef="#br0" timeOffset="13627.24">9316 2120 28 0,'0'-5'278'0,"0"-3"-10"0,0 3-6 15,0 1-3-15,-1-2-11 0,2 3-14 0,-1 3-23 16,0-5-21-16,0 5-15 0,0 0-23 0,-4-4-16 16,4 4-21-16,0 0-26 0,0 0-10 0,0 0-13 15,0 0-7-15,0 21-5 0,-1-4-15 0,1 7 6 16,-1 6-1-16,-7 4-6 0,7 1-1 0,-4 11-7 16,1-11 4-16,-3 2-11 0,1 8 5 0,2-12-3 15,-2-1-4-15,2-3-2 0,-1-1-2 0,1-3 1 16,2-6-5-16,0-4-6 0,0-5-16 0,-1 2-19 15,3-2-21-15,0-2-15 0,-5-3-2 0,5 1 10 16,-2-5 5-16,2-1-34 0,0 0-76 0,0 0-63 16,0 0-201-16,2-20-461 0,-2 8 205 0</inkml:trace>
  <inkml:trace contextRef="#ctx0" brushRef="#br0" timeOffset="14126.84">9315 1988 39 0,'1'-15'244'0,"3"-1"-12"16,-3 7-2-16,6-3-16 0,-3 1-19 0,3-1-22 16,2 1-13-16,3-2-15 0,2 3-20 15,1-2-13-15,3 0-9 0,3 5-12 0,-2 0-9 16,7-1-2-16,-4 3-9 0,1 3-8 0,-4 0-7 0,3 1-7 16,-3 4-3-16,-1-3-13 0,0 7-3 0,-7-2-7 15,3 5 0-15,-5 0-5 0,2 4-3 0,-6 0-4 16,-5 5 0-16,-1 0 1 0,-10 8-4 15,-4-2-2-15,-4 0 1 0,-6 1 2 0,0-1-3 16,-2-2 0-16,4 3 0 0,-6-6 0 0,2-3 0 16,0 5-2-16,3-2-2 0,2-4 4 0,4-6-1 15,2-2 3-15,4 0-2 0,2-3 1 0,2 2 0 16,3-2 1-16,-3-3 1 0,6 1 12 0,2-3 16 16,-9 3 2-16,9-3-1 0,-4 4-6 0,4-4-6 15,-1 3-6-15,1-3 3 0,2 10-2 0,7-4-3 16,0 3-4-16,4 2-2 0,6 9-1 0,3 1 2 15,0 1-4-15,3 2-1 0,3 3 2 0,-1 1-5 16,-3-3 6-16,2 4-5 0,-3-2 0 0,0-3-1 16,-4 0 1-16,3-2-2 0,-9-5-1 0,-2-4 0 15,0 0 3-15,-3-3-1 0,0-2 5 16,-3-1-6-16,1-2 0 0,-2-1 1 0,-3 0 5 16,2 0 1-16,-3-4 33 0,3 5 19 0,-3-5 6 15,6 4 15-15,-6-4 6 0,0 0-3 0,3 3-2 0,-3-3-5 16,0 0 5-16,0 0-30 0,0 0 5 0,0 0-18 15,0 0-25-15,0 0-25 0,0 0-35 0,4 1-38 16,-4-1-101-16,0 0-89 0,2-8-319 0,-2 8-640 16,1-10 284-16</inkml:trace>
  <inkml:trace contextRef="#ctx0" brushRef="#br0" timeOffset="14964.29">9879 2534 130 0,'0'0'292'0,"0"0"-14"0,0 0-20 0,0 0-13 16,0 0-24-16,0 0-23 0,0 0-20 0,0 0-19 15,16-8-17-15,-6 1-15 0,4 2-11 0,3-3-16 16,2 0-6-16,-5 1-8 0,4-3-10 0,-1 1-9 15,-5 1 0-15,3-1-11 0,-2-4-6 0,-2 6 6 16,3-4 9-16,-5 5 8 0,-3-6 11 0,1 7-1 16,-1-5 3-16,-2 0 4 0,0 4-3 0,-2-2-8 15,-2 1 5-15,0 0-24 0,0 7-12 0,-4-11-4 16,-2 3-16-16,0 4-5 0,-2 0-3 0,-2 2 1 16,-3 0-5-16,-4 4-5 0,-2-1-2 0,1 4-2 15,2 0-3-15,0 2-1 0,-2 3-6 0,3 1 3 16,1 2 11-16,1-2-9 0,0 5-8 0,3 1-9 15,5 1-2-15,1-1-4 0,4 3 2 16,5-2-3-16,8 4 0 0,5-1-3 0,10-1 4 16,4-2 0-16,4-2-13 0,17 1-13 0,0-4-23 15,6-2-13-15,0-1-23 0,2-5-12 0,5-3-20 16,-2-2-6-16,4-2-10 0,-7-1 8 0,-5-4 7 16,1-2 21-16,-7 1 3 0,-18-3 15 0,3 3 0 0,-3-5 30 15,-2-1 27-15,-7 1 34 0,-6 2 38 16,-5 1 28-16,-3 1 27 0,0-1 3 0,-5 0-6 15,-2-2-6-15,-2 2-7 0,-2-1 1 0,-2 1-7 16,-4 0-3-16,-1 2-2 0,-4-3-5 0,-2-1-6 16,4 7-7-16,-2 2 7 0,-4-2-15 0,2 1-2 15,-3 4-3-15,0-2-3 0,0 4-5 0,-4 2-2 16,2 3-1-16,1-3 1 0,0 7-8 0,1-4 1 16,1 3 2-16,-2 2-3 0,6 0-2 0,-1 3-1 15,4 0 0-15,-3 1-13 0,3-1-4 0,4-3-9 16,0 4-2-16,5-5 1 0,1 5 1 0,0-3 2 15,4-2-2-15,2-2 4 0,2 0 2 0,2-2-1 16,3-2 4-16,1-3 2 0,7 1 0 0,-2-6 2 16,-1 3 1-16,-2-7 8 0,2-3 16 0,-1 3 12 15,4-10 14-15,4 0 14 0,-9-3-3 16,1-6 3-16,-3-1 0 0,1-4 1 0,2-13-9 16,0-1-6-16,-7 11-9 0,3-15 0 0,-4 3 17 15,-2 10 26-15,0 5 37 0,-1-1-1 0,-2 3 12 0,-2 7 7 16,0 3-3-16,-1 2 2 0,0 5 2 0,-1 0 2 15,0 5-9-15,2 2-18 0,-2-2-7 0,2 2-16 16,-1 1-12-16,-1 4-16 0,0-6-36 0,0 6-41 16,0 0-52-16,0 0-22 0,0 0 2 0,0 0 12 15,-2 17 8-15,1-1 18 0,-1 4-2 16,1 6 10-16,-2 8 2 0,5 0 14 0,2 0 5 16,-2 2 2-16,3-3-9 0,2 2-20 0,-2-2-17 0,0-3-19 15,1-4-17-15,-1 0-17 0,-1-4-24 0,0-4-33 16,4-1-36-16,-5-4-55 0,1-2-274 0,0-3-589 15,1-4 261-15</inkml:trace>
  <inkml:trace contextRef="#ctx0" brushRef="#br0" timeOffset="15411.33">11223 2301 378 0,'0'0'413'16,"0"0"-37"-16,2-5-26 0,-2 5-25 0,0 0-45 16,0 0-26-16,0 0-37 0,0 0-25 0,0 0-24 15,0 0-20-15,0 0-20 0,0 0-8 0,4 13-18 16,-3-5-14-16,-1 5-6 0,0 3-4 0,-1 2-11 16,1 2-10-16,0 5-5 0,0-3-4 0,1 2 2 15,-1-4-6-15,0-1-7 0,3 0-6 0,-2-2-11 16,1-6 0-16,0 0-16 0,-2-2 0 0,4-1 3 15,-4-4-1-15,0 3 7 0,0-2 19 0,0-5 32 16,4 3 33-16,-4-3-9 0,0 0-8 0,19-3 6 16,-10-8 7-16,2 6-3 0,1-9 9 0,2 3-3 15,4-7-9-15,1-2-9 0,0 0-6 16,2-4-10-16,-2-1-1 0,-3 4-5 0,2-3-4 16,-4 4 3-16,-4 6 11 0,-2 2 3 0,-3 4 1 15,3 0-5-15,-3 0-11 0,-4 3-9 0,3 1-11 16,-1 0-30-16,-3 4-32 0,0 0-44 0,0 0-27 15,0 0 12-15,0 0 12 0,5 16 9 0,-5-5 7 16,-3 5 9-16,3 1 3 0,0 3 13 0,4 0-3 16,0 6-18-16,5-8-9 0,1 6-24 0,7-3-38 15,2-1-57-15,4-6-90 0,2 0-133 0,5-8-272 16,-1-5-734-16,4-1 325 0</inkml:trace>
  <inkml:trace contextRef="#ctx0" brushRef="#br0" timeOffset="17099.36">11978 2293 109 0,'0'0'158'16,"0"0"-10"-16,0 0-9 0,-4-2-6 0,4 2 3 15,0 0-19-15,0 0-8 0,0 0-9 0,0 0-6 16,0 0-6-16,0 0-8 0,0 0-5 0,0 0-7 15,0 0-1-15,0 0-5 0,0 0 0 0,0 0-3 16,0 0-5-16,0 0-4 0,0 0 1 0,0 0 0 16,0 0-9-16,0 0 8 0,14-3-13 0,-6 3-4 15,0-1-6-15,3-1 0 0,-2-4-2 0,4 1-4 16,-3 2-1-16,0 0-1 0,1-4-2 0,-1 3 0 16,1-1 17-16,-1-1 7 0,-1 1 14 0,-4 0 10 15,2 1 6-15,-2 2 7 0,0-4 2 0,-1 4 11 16,-2-1-1-16,-2 3-2 0,4-5-12 0,-4 5-12 15,0-4-13-15,0 4-24 0,0 0 20 0,-14-1-17 16,9 1-2-16,-7 1-9 0,-1 3 4 0,-2 4-8 16,-2 0 2-16,0-3 0 0,-1 6-3 0,3-1-6 15,-1 3 2-15,2 0-11 0,-1 0 7 0,2 2 2 16,4-1-14-16,-1 1-1 0,6 1-6 16,-1 1 1-16,4-2 0 0,1 2 2 0,1-3-3 15,8-1 5-15,5-2-1 0,3 4 3 0,3-8-3 0,8 5-2 16,2-4 0-16,4-4-3 0,-2-1-3 0,4-2-9 15,0-5 12-15,-1 0-1 0,-1-1 0 0,-4-3 4 16,0-1 2-16,-5-2-5 0,2-2 14 16,-4-1 9-16,-5 6 22 0,1-11 10 0,-6 8 11 15,-2-2 9-15,-2 0 23 0,3 1 26 0,-6 2-10 16,-1-1 20-16,-1 3 3 0,-1 1 4 0,2 0-1 16,-3 3-10-16,2 0-6 0,-3 0-15 0,-1 4-5 15,6-5-21-15,-6 5-1 0,2-5-12 0,-2 5-31 0,0 0-23 16,0 0-34-16,0 0 6 0,0 0-2 15,0 0 4-15,-2 15 12 0,-1-6-6 0,0 3 4 0,2 0 2 16,-3 1 1-16,3 2-1 0,-3-2 10 16,3 2-4-16,-1-1 0 0,0-2 2 0,2-1-5 15,-1 5 10-15,0-5-10 0,2 0-4 0,-1-6-14 16,-1 3-2-16,1-2-6 0,0 0 1 0,-2-2-3 16,2-1 5-16,0-3 1 0,-1 7 0 0,1-7 8 15,0 2 2-15,0-2 12 0,0 0-38 0,0 0-46 16,0 0-27-16,4-16-21 0,-3 6-41 0,1 0-54 15,1-6-53-15,-3 0-244 0,4-12-578 0,-1 3 257 16</inkml:trace>
  <inkml:trace contextRef="#ctx0" brushRef="#br0" timeOffset="17276.14">12481 2024 55 0,'-3'-7'267'0,"-1"3"10"0,0-2-5 0,1 1 8 16,1 3-6-16,-1-2-10 0,-1 1-15 0,2 0-32 15,2 3-16-15,-3-5-27 0,3 5-13 0,-1-2-27 16,1 2-20-16,0 0-29 0,0 0-33 0,0 0-21 16,0 0-48-16,0 0-52 0,16 2-36 0,-12 3-62 15,2-2-54-15,-3 4-201 0,3-2-456 0,-4-1 202 16</inkml:trace>
  <inkml:trace contextRef="#ctx0" brushRef="#br0" timeOffset="19444.36">12715 2487 87 0,'1'-3'168'0,"2"0"-4"0,-3 3-9 0,5-6-13 15,-1 2 5-15,-1 0-5 0,-1-1-1 0,7-2-8 16,-4-1 2-16,0-1 3 0,3-3-1 0,2-1-10 15,-2-3-7-15,2-5-7 0,4-3-6 0,-5 1-6 16,0-5-7-16,8-2-7 0,-5 0-11 0,2 2 6 16,-1-4-12-16,2 2 0 0,-3-1-9 0,-2 0-1 15,0 5-1-15,-1-3 5 0,0 5-1 0,0 6 5 16,-4-1 13-16,1 2-17 0,0 6 3 0,-5 0 0 16,3 1 2-16,0 0-14 0,-2 6-1 0,2-3-1 15,-4 2-7-15,0 0-9 0,1 2-10 0,2 1-25 16,-3 2-31-16,0 0-19 0,0 0 1 15,0 0 3-15,-4 18 5 0,-2-2 10 0,0 10 0 0,-5 2 3 16,-4 3 6-16,5 3-1 0,-4 11 6 16,1 2 3-16,5-1 1 0,2-12-2 0,2-1 6 0,0 1 3 15,7-2-2-15,-1-3 3 0,3-2 2 0,2-3 0 16,-1-7 2-16,1-2 3 0,-2-1 2 16,1-5 0-16,2 1 2 0,-1-5 14 0,6 0 2 15,-3-2 10-15,7-3 6 0,-2-3-2 0,3 0 4 16,0-4 2-16,0 2 11 0,-6-1-4 0,1-5-9 15,-1-3 2-15,1 2-10 0,-3 4 2 0,-4-4-7 16,1 3 10-16,-3-4 1 0,1 5-7 0,-3-3-7 16,-2 2-5-16,0 1-8 0,-4 1-13 0,-2-3-5 15,-2 6-5-15,-1-3-3 0,-3 4-1 0,-1 0-3 16,0 2-3-16,-1 1-9 0,0 0-12 0,0 1-17 16,5 0-9-16,-1 3-20 0,-2-1-14 0,6 2-12 15,-1-1 5-15,2 2 5 0,3 0 14 0,2-1 8 16,5 0-3-16,1 2-5 0,3-2-12 0,9-1-5 15,3 0-5-15,0-1 3 0,1-3 4 0,6 0 4 16,2-4 13-16,-4 0 3 0,0-4 24 0,-7 3 13 16,8-7 12-16,-3-1 20 0,-7 2 21 0,-1-3 23 15,6-6 18-15,-4-6 5 0,-1 3-4 0,-2-2 11 16,-1-2 10-16,-5-2 4 0,0 3 13 16,-1-1 6-16,-2 2 6 0,-1-1 31 0,-5 9 13 0,1 0 4 15,2 1-3-15,-3 5 4 0,4 1-13 0,-3 1-17 16,-2 1-13-16,1 1-11 0,0 3-18 0,0 4-17 15,1-8-37-15,-1 8-35 0,0 0-7 0,0 0 5 16,0 0-2-16,-10 19 5 0,2-2 1 0,-1 1 4 16,0 9 1-16,-2 0-2 0,2 3 3 0,1 2-16 15,1-1 5-15,0 0-11 0,2 2 0 0,3-3-15 16,3-1-4-16,-1-4-20 0,0-4-22 16,3-1-26-16,-3-3-27 0,2-5-37 0,2 5-33 15,0-8-54-15,-2-4-161 0,3-1-464 0,0 0 206 0</inkml:trace>
  <inkml:trace contextRef="#ctx0" brushRef="#br0" timeOffset="19743.3">13491 2380 69 0,'0'0'194'15,"7"2"-2"-15,1 0-5 0,1 0-10 0,5-2-18 16,5 0-16-16,0-1-4 0,3 1-19 0,0-4-6 15,6-1-18-15,0-2-3 0,-6 2-4 0,3-6-1 16,-5 4-8-16,0-3 1 0,-3 1-3 0,-3-1-9 16,-3-2-1-16,1 5 2 0,-2-6 6 0,-5 1 6 15,0 4-7-15,-1-4-7 0,-7 1-9 0,2 3-4 16,-6 1-9-16,-2 0-7 0,-2 2-1 0,-3 3-9 16,-4-1 1-16,1 3-9 0,-3 4 1 0,2 4-6 15,-6 5-2-15,5-2-3 0,-3 4 5 16,3 9-3-16,5-4 2 0,0 6-3 0,8-1-6 15,4 0-8-15,7 3-9 0,12-2-40 0,7-6-56 0,24 5-101 16,3-7-237-16,5-6-483 0,9-7 214 16</inkml:trace>
  <inkml:trace contextRef="#ctx0" brushRef="#br0" timeOffset="20830.27">15653 1755 30 0,'2'-7'277'16,"1"-1"-14"-16,0 2-12 0,-2-1-14 0,0 2-23 16,2 2-18-16,-2-2-23 0,-1 3-18 0,0 2-22 15,0 0-15-15,0 0-12 0,0 0-17 0,9 12-7 16,-8-1-10-16,2 9-5 0,-6 7-9 0,2 3-6 15,-4 4-4-15,0 0-6 0,-3 11 0 0,2-8-5 16,-2-2-2-16,3-1-2 0,-4 2-8 0,5-2 0 16,0 0 1-16,-1-5-1 0,3 0 0 0,-1-4-2 15,-1-6-5-15,4-5-2 0,-1 1 2 0,-2-8-4 16,2 3-2-16,1-5 8 0,0 3-7 0,0-3 12 16,0-5-6-16,-4 6 13 0,4-6 15 0,-1 5 6 15,1-5-5-15,0 0 0 0,0 0-8 0,0 0-3 16,-22-12-11-16,13 5-14 0,0 1 0 0,-3-8-7 15,-4 2-5-15,0 2 3 0,1-4-12 0,-1 2-1 16,-2 1 6-16,3-1-8 0,-2 3 3 16,-1 0-2-16,8 2 4 0,1 2 1 0,-1 0 2 0,2 2-1 15,3 1 4-15,0-1-4 0,1-1 4 0,4 4-2 16,-5-3-3-16,5 3-17 0,0 0-10 0,19-5-1 16,-1 1-10-16,14 3-10 0,4-1-11 0,16 0-11 15,7 1-6-15,1-1 11 0,7 2 0 16,-5-4 0-16,1 4-1 0,-2-3 2 0,-2-4 4 15,-7 6 8-15,-1-6 6 0,-12 1 8 0,-5 3 4 16,-2 0 21-16,-4-6 7 0,-9 8 22 0,-6-1 28 0,1 0 20 16,-6 1 13-16,-3 0 4 0,0-2-7 0,-5 3-12 15,4-2-8-15,-4 2-3 0,0 0 0 0,0 0-15 16,-28-3-7-16,6 8 2 0,2 2-6 16,-8 2 2-16,2 2-2 0,-6 0-7 0,7 2 0 15,0-1 5-15,6 6-7 0,-3 0-1 0,12-1-1 16,-3-1 1-16,8 0-1 0,1-4 2 0,4 2 8 15,3-1-3-15,8 0 2 0,4-4 9 0,5 3 2 16,9-3-2-16,6-4 0 0,-3-3-4 0,1-4-2 16,2-1 3-16,-3-4 11 0,-2-2 18 0,-2-4-8 15,-1-1 0-15,-4-1-2 0,-8 1 4 0,-1-1 2 16,-5-2-14-16,-2 0-10 0,-5-9-18 0,-5 7-18 16,-4 1-9-16,-9-6-13 0,-4 7-25 0,-5 0-29 15,-6 3-27-15,-6 2-43 0,-13 2-59 0,-1 5-62 16,1 3-169-16,12 0-485 0,-3 2 215 0</inkml:trace>
  <inkml:trace contextRef="#ctx0" brushRef="#br0" timeOffset="21685.87">17703 1802 78 0,'0'0'238'0,"-3"-5"-20"0,3 5-32 15,-1-2-18-15,1 2-23 0,0 0-16 0,0 0-16 16,0 0-9-16,-4 13-12 0,1-4-11 0,-3 5-8 15,3 2-5-15,-3 1-5 0,4 3-6 0,-5-1-9 16,4 0-2-16,-2 5-8 0,1 0 0 0,-2-6-4 16,4 2 0-16,-2-2-5 0,0-1-2 0,0 0-6 15,3-5-7-15,-2-2-17 0,1 2-13 0,-1-4-20 16,2-1-21-16,-4 2-21 0,1-4-12 0,1 2 0 16,1-2 2-16,2-5-48 0,-10 2-122 0,10-2-280 15,-9-8 124-15</inkml:trace>
  <inkml:trace contextRef="#ctx0" brushRef="#br0" timeOffset="22126.76">17695 1670 187 0,'0'0'196'0,"1"-6"-23"0,-1 6-20 0,7-1-18 16,-7 1-11-16,17 1-17 0,-4 2-6 0,-4 0-22 15,10 5 4-15,-1-1-11 0,0 1-8 0,0 4-10 16,-4 0-3-16,0 1-14 0,-1 3-3 16,0-2-4-16,-3 1-6 0,-1 2-5 0,-4-1-2 0,0 0-1 15,-4-3-6-15,-1-2 7 0,-5 1-13 0,2 3 3 16,-5-1-5-16,0-1 6 0,-2-5-5 16,1 4 0-16,-1-3 5 0,-3 1 2 0,3 0-5 15,-2-5 4-15,2 3-2 0,1-2-3 0,5-3 2 16,-1 4-1-16,0-3-5 0,-3 0 2 0,6 0 6 15,-2 1-7-15,0 0 5 0,4 0-3 0,0-5 2 0,4 7 3 16,0 0-2-16,3-1-2 0,1 2-1 16,6 3-1-16,3-2 3 0,-2-1-1 0,2 3 1 15,-3 1 0-15,1-4-5 0,1 4 3 0,-3 2-2 16,-4-8 1-16,2 5-4 0,-4-5 0 0,2 2 6 16,-5-4-5-16,0 4 2 0,-3-2-7 0,-1 2 8 15,-4 1-3-15,-1-1 6 0,-11-1-8 0,4 1 4 16,-6-4 2-16,3 2 1 0,-4-3-2 0,1-1 3 15,-1 1-1-15,-3-3-19 0,4 0-20 0,-1-4-30 16,2-1-28-16,3 0-199 0,1 1-314 0,3-3 139 16</inkml:trace>
  <inkml:trace contextRef="#ctx0" brushRef="#br0" timeOffset="22458.7">18142 2142 68 0,'0'0'258'0,"0"0"-15"15,0 0-13-15,9-2-25 0,-4 0-18 0,-1 1-24 16,7-1-18-16,1-5-14 0,1 2-5 0,5 1-16 16,-2-3-13-16,2-1-14 0,0 2-7 0,0-3-6 15,0 1-4-15,-1-1-9 0,-2 0-6 0,-2-1-3 16,-2 5 1-16,-2-1 8 0,0-1 9 15,-6 3-8-15,2 0 0 0,-2-1-18 0,0 2 2 0,-2 1-20 16,-1 2-7-16,-7-4-2 0,-1 3-2 0,-2 2-7 16,-9 3 2-16,-1-2-1 0,-5 6 1 0,-2-1-3 15,3 5 2-15,-3-1-5 0,5 4 3 16,7-3-3-16,-2 1-2 0,3-1-15 0,5 0-11 16,-3 4-7-16,8-1 1 0,0 0 3 0,5-1-14 15,4-2-16-15,5 0-32 0,5-3-48 0,6-3-82 16,7-2-139-16,3-1-391 0,3-3 174 0</inkml:trace>
  <inkml:trace contextRef="#ctx0" brushRef="#br0" timeOffset="22829.12">18806 1927 117 0,'0'0'133'16,"-11"7"-12"-16,9-4-14 0,-2 2-11 0,-1 2-12 15,-1 0-1-15,0 1-17 0,-2 1 0 0,1-1-11 16,-2 2-4-16,-3 2-2 0,3-3-6 16,-2 4 2-16,1-4-11 0,-1 3 4 0,-1 0-10 15,4-5-3-15,2 5 3 0,-1-3-3 0,2-1-9 0,0 2 4 16,1-1 1-16,3-1-1 0,1 1-3 0,1-1 5 15,3 0 10-15,2-1 9 0,6 2-4 0,1 1 0 16,2-1-4-16,-1 1 0 0,-3-5-8 16,5 2 1-16,-3 0-1 0,-4-4-1 0,0 1-8 15,-3-1 5-15,0-1-6 0,-2 1-2 0,1-1-4 16,-5-2-10-16,4 4 5 0,-4-4 0 0,0 0-1 16,-19 8-3-16,5-5 1 0,-4 1-3 0,0 1-17 15,-5-4-11-15,3-1-41 0,-1 2-37 0,-7-5-43 16,1-2-88-16,4 1-256 0,7 3 113 0</inkml:trace>
  <inkml:trace contextRef="#ctx0" brushRef="#br0" timeOffset="23248.74">19130 1931 79 0,'-8'4'139'0,"-1"-3"-17"0,-1 4-8 0,1-1-16 16,-1 3-5-16,-3-2-13 0,3 4-9 0,-2-2-8 0,2 1-1 15,-1 6-8-15,4-6-8 0,-2 3-1 0,4-3-8 16,-1 1 6-16,3 3-7 0,-1-3-2 15,3 2-3-15,1 0-1 0,3-1 2 0,1-2-1 16,3 2-10-16,2-3 11 0,5 5-5 0,-1-2-3 16,5-1-1-16,-4 1-4 0,1-2 1 0,-2-2-6 15,0 0 1-15,-3 0 4 0,0-2-16 0,0 0 10 16,-4 0-4-16,-1 2-3 0,-1-2-1 0,-1-1 12 16,0 2-9-16,-3-5 6 0,0 7 7 0,0-7 0 15,-9 6-2-15,0-1 0 0,-4 1-4 0,2-4-3 16,-3 1 0-16,-3 1 0 0,-2-1 1 0,2 2-3 15,0-1 0-15,2 1-1 0,0-2-15 0,2 2-25 16,-1-4-27-16,5 0-41 0,2-1-40 0,7 0-107 16,0 0-265-16,0 0 119 0</inkml:trace>
  <inkml:trace contextRef="#ctx0" brushRef="#br0" timeOffset="24091.94">19422 2172 120 0,'0'0'188'0,"0"0"-20"15,0 0-17-15,0 0-14 0,0 0-18 16,0 0-9-16,0 0-13 0,38-5-1 0,-26 2-13 16,6 1-9-16,-5-1-12 0,9-1-3 0,-3-1-6 15,-2-2-6-15,-1 2 1 0,1-4-2 0,-2 0 2 0,-1 1-3 16,-1 0-3-16,-4 2 12 0,2-3 6 16,-6 4 4-16,3-2-8 0,-5 0-2 0,-1 2-15 15,0 0-7-15,-4 1-7 0,0-1-9 0,-5 2-2 16,-2 1-3-16,-3 0 1 0,-1 2-6 0,-6 2 4 15,-2 0-4-15,-7 6-2 0,1-1 0 0,-1 3-6 16,1-1 5-16,2 1 1 0,2 5-8 0,7-2 1 16,-3 5 3-16,4 2 0 0,5-3 1 0,5-6 1 15,1 4-1-15,4 1 6 0,2-3-1 16,9-1 0-16,1 2-1 0,14 0 1 0,0-5 2 0,4-3-7 16,2-3 3-16,4-3-3 0,1 0 5 15,1-3-1-15,1-6 1 0,13-1 2 0,-5-5 6 0,-12 1 11 16,-2 0 9-16,-5-3 18 0,-1-1 14 0,-2-3 8 15,-3 1 6-15,1-6 0 0,-4 4 2 0,-3-5-4 16,-2-1-4-16,-3 1 7 0,-3 2 18 16,-2-3 11-16,1 3 8 0,-4 6 7 0,-1 2 1 0,-1 5-3 15,0 1-19-15,1 0 4 0,-2 2-10 0,0 4-8 16,0 0-13-16,0 0-10 0,1 0-12 0,-1 5-9 16,-1-7-37-16,1 7-32 0,0-3-50 0,0 3 6 15,0 0 5-15,-4 11 2 0,1-2 11 0,-1 5 3 16,-2 3 5-16,1 0 5 0,-3 9 7 15,0 2 5-15,-3 0 2 0,9 1 0 0,-5-2 2 16,2 2 9-16,1 0-1 0,0-2-2 0,4 0 8 16,-1-8-4-16,1-1 1 0,-1-1 4 0,1-4-5 15,0-4 7-15,0-2-2 0,0-1 6 0,0-1 1 16,1 2 12-16,-1-7 8 0,0 7 17 0,0-7 20 16,0 0 25-16,0 9-10 0,0-9 15 0,0 0-7 15,0 0 4-15,0 0-12 0,0 0-49 0,0 0-74 16,23-9-72-16,-1 0-98 0,8-4-141 0,18-8-252 15,-14 2-662-15,15-4 292 0</inkml:trace>
  <inkml:trace contextRef="#ctx0" brushRef="#br0" timeOffset="24875.64">21215 1813 299 0,'4'-4'330'0,"0"-3"-11"0,-3 2-17 0,3 0-19 16,0 2-15-16,-4-1-33 0,0 4-27 0,1-4-21 15,-1 4-16-15,5-4-23 0,-5 4-22 0,3-3-43 16,-3 3-24-16,0 0-7 0,1 12-5 0,0-2-5 16,-1 6-7-16,-1 1-1 0,0 2-2 0,-2 7-4 15,-3-2-7-15,2 3 1 0,0 0-1 0,-3 0 1 16,1-3-4-16,3 0 8 0,-4-5-12 0,4-2-3 16,-3 1 3-16,1-5-4 0,5-1 2 0,-4-2-4 15,2-5 2-15,0 2 1 0,2-4 3 16,0-3 9-16,-1 7 16 0,1-7 40 0,-2 5 52 0,2-5 37 15,-2 3 39-15,2-3-1 0,0 0-21 0,-3-11-18 16,3 0-17-16,-3 3-13 0,2-9-15 0,1-1-16 16,-1-8-10-16,1-2-11 0,2-1-13 0,4-3-16 15,-2-3-13-15,5-12-14 0,-4 15-1 0,3 0-3 16,2 1-5-16,-1 5-3 0,0-2-1 0,1 6-2 16,-7 5-2-16,2 5-1 0,0 1-1 15,0 0-7-15,2 3-3 0,3 0-14 0,0 3-27 16,5 0-23-16,2-1-30 0,5 6-24 0,1 0-30 15,-3 2-30-15,8 3-27 0,-1 5-29 0,1 1-24 16,-5 4-22-16,0 0-36 0,-4 2-30 0,-6-1-235 0,-1-1-629 16,-2 2 279-16</inkml:trace>
  <inkml:trace contextRef="#ctx0" brushRef="#br0" timeOffset="25064.64">21259 2269 42 0,'0'0'281'0,"0"0"-24"0,0 0-27 0,20 0-21 16,-2-3-26-16,9 2-14 0,6-5-20 0,2 6-12 16,-1-2-35-16,3 1-54 0,-2-3-64 0,1-2-74 15,-4 1-194-15,-2-5-307 0,-2 1 136 0</inkml:trace>
  <inkml:trace contextRef="#ctx0" brushRef="#br0" timeOffset="25246.62">21297 2051 219 0,'-7'0'256'0,"7"0"-30"0,0 0-23 0,0 0-19 15,20-3-23-15,0 3-22 0,11-2-32 0,5 2-48 16,2 0-58-16,16-4-70 0,-3 0-179 16,1 0-269-16,-1 1 120 0</inkml:trace>
  <inkml:trace contextRef="#ctx0" brushRef="#br0" timeOffset="25746.05">22248 1881 143 0,'0'0'330'0,"0"-4"-27"15,0 4-30-15,0 0-30 0,0 0-27 0,0 0-24 16,0 0-23-16,0 0-20 0,0 0-16 0,0 0-15 16,0 0-15-16,2 17-11 0,-3-9-9 0,1 4-7 15,-1 5-13-15,-2 0-6 0,-1 3-4 0,0 4 0 16,-2 1-3-16,-1 2-8 0,0-8-6 0,1 5 0 15,-1-5-6-15,2 8-1 0,-1-3-5 0,1-5 2 16,1-2-2-16,1-1-3 0,2-5-3 0,-3-1-2 16,-1-1 3-16,4-2-5 0,-3-2 4 0,4 0-1 15,0-5 6-15,-1 8 29 0,1-8 27 16,-1 6 44-16,1-6 30 0,0 0 39 0,0 0 32 16,0 0 20-16,0 0-8 0,0 0-26 0,0 0-24 0,15-23-16 15,-8 8-23-15,5-7-24 0,3 0-38 0,-1-3-37 16,4-3-33-16,0-4-33 0,5-8-12 0,-5 8-3 15,-4 1 2-15,-1 1-10 0,-8 1 4 0,-1 2-4 16,-3-1 1-16,-2 4-6 0,-6 0 10 16,0 6-2-16,-6 2 2 0,0 1-3 0,-10-2 5 15,4 5-3-15,-8 4 2 0,-2 2 10 0,1 0-5 16,1 5-3-16,-4 3 17 0,4 5-13 0,-1 1 3 16,9-1-7-16,2 4-24 0,0 0-15 0,5 1-5 0,-1 2 6 15,8 1 9-15,3-3 9 0,3 5 5 16,7-1 5-16,3-1 2 0,7 4 11 0,15-2 12 15,17 0-42-15,1-2-44 0,2-5-61 0,3-1-64 16,1-6-83-16,-2 1-251 0,-4-5-609 0,-14-2 270 16</inkml:trace>
  <inkml:trace contextRef="#ctx0" brushRef="#br0" timeOffset="26081.42">22617 1765 211 0,'0'0'389'15,"-4"-2"-43"-15,4 2-33 0,0 0-32 0,-2-3-33 16,2 3-21-16,0 0-38 0,0 0-23 0,0 0-13 16,0 0-19-16,0 0-19 0,-3 10-8 0,1-3-10 15,0 2-7-15,0 2-10 0,-5 4-7 0,2 1-13 16,0-4-20-16,0-1-8 0,1-2-6 0,0 0-4 15,3-2-8-15,-4-2-3 0,4 0 3 0,-2 0 2 16,3 0-1-16,0-5 21 0,-1 5 27 0,1-5 9 16,0 0-5-16,15-5-7 0,-2 0-9 0,5-2 16 15,0 2-7-15,0-3-1 0,-2 1-1 0,1 0-9 16,1 2 5-16,-7 1-4 0,2-1-14 0,-3 3 4 16,-2 1-17-16,-3-1 2 0,4 2-25 0,1 2-39 15,3 1-41-15,-3 5-40 0,2 0-63 0,1 5-76 16,-3 0-351-16,0 3-660 0,-4-4 291 0</inkml:trace>
  <inkml:trace contextRef="#ctx0" brushRef="#br0" timeOffset="29687.78">4031 3275 86 0,'9'-2'97'16,"-9"2"-5"-16,0 0-18 0,0 0-4 0,12 2-2 15,-7-2-18-15,2 0 7 0,1-2-8 0,-2 4-14 0,7-4-5 16,0 4 5-16,0-2-7 0,2 0-3 0,-1 0 1 15,4 2-3-15,0 1 0 0,-1-3-7 0,2 2 3 16,1 1-3-16,1-3-5 0,2 2-6 0,3-2 9 16,4 0-11-16,-2 1 7 0,1-2 3 15,3-1-1-15,0 2-7 0,1-4-1 0,3 3-4 16,-4 1 9-16,8-5 2 0,-6 3-12 0,3-1 6 16,0 0-1-16,3 2-6 0,-1-2 4 0,0 3 6 15,12-4-7-15,-13 3-10 0,17-2 18 0,-6-2 1 16,-8 3-6-16,13 2-6 0,-1 0 6 0,2-2-3 15,-3-1 17-15,0-1-16 0,1 3-8 0,-12 0 10 16,15 1-11-16,-5-7 4 0,-11 5 11 0,11 0 8 16,1 2-18-16,-2-4 3 0,-9 3 1 0,-4 0-4 15,18-3 10-15,-2 1-7 0,-15 2-3 0,12-1 2 16,1-1-1-16,-14 3 6 0,19-4-11 0,-19 4 9 16,4 0-1-16,-4-1-8 0,4-1 8 0,9 1-7 15,-12-1 0-15,-1-1 2 0,3 2 1 0,-4 0 0 16,15 1-1-16,-13 0 0 0,2-1 6 0,1 1-20 15,-3-3 15-15,2 3-2 0,-3 0 0 0,1 5 4 16,-1-6 4-16,-2 2-5 0,3 0-3 0,-3-1 3 16,-2 3 4-16,0-3-7 0,0 1 6 0,-2 0-1 15,3 0-2-15,1-1 6 0,-2 0-5 0,0 0-3 16,0 2 2-16,-1-1 7 0,0-1-4 0,3 0 5 16,-1 2-2-16,3-2-6 0,-5 0 3 0,0 2-5 15,0-2 5-15,1 0 0 0,2 0 3 0,1 0-3 16,1 0-8-16,0 3 14 0,1-3-18 0,13-2 15 15,-11 4-13-15,0-2-1 0,11-2 14 0,-13 5-8 16,3-4-3-16,9 3 0 0,-13 0 3 16,15 0 6-16,-20-2-3 0,1 1-1 0,3 3-1 0,-2 0 4 15,-7-3 1-15,8 2 4 0,-3 0-22 16,2-1 19-16,-2 2 12 0,2-3-12 0,-2 2-11 16,1-2 12-16,0 0 1 0,2 1-9 0,0 0 0 0,1 1 3 15,0-1-4-15,-2-2 4 0,2 1 1 0,-1 0 4 16,1-1-5-16,2 1-5 0,-5-1 3 15,4 2 2-15,-5-2-12 0,2 1 14 0,2 0-6 0,-3-1 7 16,1 3 3-16,-4-3-9 0,3 0 8 16,1 0-8-16,-1 3-2 0,3-2 9 0,-3 0-6 15,2 1 7-15,-1-1-8 0,3-1-1 0,0 0-1 16,0 1 8-16,-1-1-2 0,3 1 5 0,0-1-5 16,-2 2 5-16,0-4 0 0,0 2 0 0,0 0 0 15,1-1-3-15,0 2-3 0,1-2-1 0,-2 1 5 0,0 1-6 16,-1 1 4-16,16-5 9 0,-15 4-21 15,4-1 13-15,-5 0-1 0,4-2-5 0,-1 2 6 16,16-1-6-16,-16 1 5 0,0 0 4 0,2 0-8 16,-2 1-1-16,12-1 1 0,-14 0 4 0,2 1-1 15,-2-2 3-15,2 3-3 0,0-2 1 0,2 2 4 16,-3-2 0-16,15 2-7 0,-16-2 6 0,1 0-3 16,13 0 11-16,-11 0-6 0,-2 3-1 0,15-6 3 15,-14 3 6-15,12 0-6 0,-11 0 12 0,11-2-15 16,-10 2 4-16,10 0 0 0,1 0-4 0,-13 0-3 15,-2-2 3-15,5 1-2 0,-4 1-2 0,16 1 2 16,-16-3-1-16,2 3-1 0,1-2 6 0,10 1-3 16,0-1-3-16,-12 1 5 0,14-2-5 0,-14 1-3 15,12 2 4-15,0-1-2 0,1 0 6 0,-2 0-3 16,-12 0 1-16,3 0-5 0,-2-1 3 0,14 4-7 16,-13-3-3-16,-2 0 12 0,3-2-10 0,-3 2 10 15,2-2 1-15,-3 2 8 0,5-3-11 0,-3 3 4 16,14 0 0-16,-16 0-1 0,3-3-5 0,2 3 4 15,-4 0-2-15,12-1 3 0,-13 0 1 0,3 1-1 16,14-4-1-16,-19 4 1 0,2-1 1 0,2-1-5 16,-4-1 3-16,4 1-4 0,-2 2 3 0,4-3-5 15,-4 2 8-15,-1 0 4 0,1-2-9 0,1 2 4 16,-1-4 12-16,3 3-7 0,-2 0-7 0,14 0 2 16,-13 0 1-16,13 0 3 0,-1 0-13 0,-10-1-7 15,10 0 2-15,4 2 4 0,-2-2 5 0,0 0-9 16,1 1 3-16,-1-1 1 0,1 0 0 0,1 1 1 15,-4-2 2-15,4 3 0 0,-2-3-3 0,0 0 12 16,5 3-1-16,-3-1-7 0,1 1 7 0,0-1-10 16,-1 2 6-16,4-1-6 0,0 0 3 0,0 1-2 15,2-1-2-15,-1 1-7 0,5 1 5 0,-2-2 1 16,2 2-1-16,1-2 0 0,29 1-7 0,-34 0 7 16,31-2 8-16,-28 4-4 0,3-4 1 0,25 5 2 15,-30-3-4-15,2 2 11 0,2-3 1 0,25 4 2 16,-26-1-8-16,1 0 3 0,0-1-6 0,34 6 2 15,-10-4 2-15,-23 0-3 0,-2-1-2 0,32 3-2 16,-33-2 14-16,1 1-6 0,27-2-10 0,-28 0 2 16,3-1-1-16,28 3 4 0,-28 0-7 0,27-4 6 15,1 1 4-15,-30-1 9 0,27 3-10 16,-29-3 0-16,30 0 5 0,-29 1-7 0,5-1 0 0,22 0 8 16,-1 1 3-16,-25 2-9 0,30-3-1 0,-30-2 1 15,25 2 1-15,-24 2-1 0,30-2 3 0,-33-2 0 16,4 2-10-16,34 0-1 0,-9 5-7 0,-1-5 2 15,0 1-2-15,-2 0 0 0,-21-1-4 0,29 2-3 16,-5-1 4-16,-1 0 1 0,-30-2 1 16,37 3 5-16,-7-2-3 0,1 2 18 0,-1 2-14 15,1-3 11-15,-27 1 7 0,32 0 2 0,-5 1 4 0,-27-5 0 16,26 1 3-16,-24 2 0 0,22-1 1 0,-25 0 6 16,32 0-2-16,-35 2-3 0,5-2 5 0,26 0-12 15,-30 1 0-15,0-2 1 0,5-1 8 16,-3 2-1-16,1-1 2 0,-5-1 2 0,0-1-4 15,-6-1-3-15,-1 2 4 0,-13 1 9 0,1-1 2 16,-5 0-4-16,-1 1-2 0,-1-3 3 0,-1 2 1 0,-5 0 0 16,-5 1-3-16,-5-2 10 0,1 3 1 0,-5-2-1 15,-2 2 8-15,-3-2-3 0,-2 2-4 0,-7 0-3 16,10 0-2-16,-4-1-7 0,-3 0-17 16,-3 1-27-16,0 0-30 0,8 0-44 0,-8 0-48 15,0 0-202-15,0 0-367 0,0 0 163 0</inkml:trace>
  <inkml:trace contextRef="#ctx0" brushRef="#br0" timeOffset="34008.58">4818 5157 34 0,'-5'-4'225'16,"5"4"-3"-16,0-7 6 0,-1 4 5 0,1 3-2 15,0 0-1-15,-3-2 2 0,3 2-7 0,-1-5-4 16,1 5-6-16,0 0-10 0,-1-5-12 15,1 5-15-15,0 0-19 0,0 0-14 0,0 0-12 16,5-5-25-16,-1 3-7 0,-4 2-23 0,7-3-5 0,0 2-9 16,0-1-19-16,7 0-19 0,-3 2-10 0,3 0-10 15,-2 0-7-15,1 4-4 0,6 0-3 0,-1 0-7 16,-1 4-9-16,-2-1 1 0,2 4-1 16,-2 0-3-16,-2 1 0 0,1 2-4 0,-2 2-1 15,-3 1 4-15,1 8 0 0,-5 0 5 0,0 3-2 0,-6 1 0 16,-3-2 2-16,0 0 3 0,-7 0 7 0,3 2-2 15,-5-3 1-15,-1-1 0 0,1-3 4 0,-2 0 0 16,2-5 1-16,3-3 2 0,-4 2 6 16,2-2-3-16,0-3 0 0,1-2 4 0,4 0-6 15,-1-4 3-15,3 0 1 0,1 1 3 0,-1-2 1 0,2-2 8 16,1 2 42-16,-1-2 31 0,3-2 32 0,0 0 3 16,0 0-11-16,0 0-18 0,1-19-10 15,7 6-12-15,0-4-8 0,7-7-2 0,-2-3 1 16,1 1-31-16,4-3 8 0,1-3-3 0,8-10-15 15,-9 12 14-15,0 1-7 0,-2 0 4 0,2 2 6 0,-3 3 1 16,0-1 8-16,-5 9 6 0,1 0 14 0,-4 6 7 16,-1 0 18-16,-1 2-6 0,-1 3-11 15,2-2-8-15,-2 3-7 0,0 0-10 0,-4 0-24 0,1 1-20 16,-1 3-30-16,0 0-36 0,0 0 4 0,0 0-12 16,3 11 26-16,-6 0 11 0,-2 7-4 0,-3 6 4 15,1 2 8-15,-1 3-6 0,3 4 8 0,-3-6 1 16,7 3 3-16,-2-1 6 0,3 0-9 0,4-6 12 15,-1 3-18-15,2-8 1 0,4-1-4 16,2-1 7-16,2-3-20 0,5 0-30 0,4-1-42 0,4 0-63 16,2-10-95-16,-7-3-352 0,9 0-680 0,-2-11 301 15</inkml:trace>
  <inkml:trace contextRef="#ctx0" brushRef="#br0" timeOffset="34673.86">5287 4824 287 0,'4'-5'284'0,"0"2"-23"16,2-2-22-16,-2 1-23 0,2-1-22 0,2 3-20 15,-1-1-21-15,3 2-13 0,0 1-15 0,0 1-6 16,3 3-21-16,-3 2-9 0,4-2-8 0,-1 6-12 15,-4-1-5-15,4 2-4 0,-3 3-12 0,-2-1 1 16,0 3-6-16,-1-2-5 0,-4 1-4 0,-2 0-2 16,0-1 0-16,-2 3-7 0,-3-2 5 0,1-1-5 15,-1-2 0-15,-3-3-2 0,3 2-5 0,-1 0 1 16,1-3 5-16,2-2-10 0,-2 1 0 0,1-2 1 16,2-1-2-16,-3-1-4 0,4-1 1 0,0-2 3 15,-5 7 7-15,5-5 7 0,0-2 10 0,-4 3 9 16,4-3 9-16,0 0 1 0,0 4-1 0,0-4 4 15,0 0 9-15,0 0-2 0,0 0-4 0,0 0 1 16,0 0-3-16,0 0 2 0,0 0-8 0,0 0-3 16,0 0-2-16,0 0-4 0,0 0-6 0,0 4 2 15,0-4 2-15,0 0 2 0,0 0-9 0,0 0 0 16,14-1 3-16,2-2-3 0,4 0 4 0,11-1-13 16,6 2-1-16,1-3 0 0,3 0-1 0,-4 1 6 15,3-1 0-15,-2 1-2 0,0 0-1 0,-5 0-3 16,-3 1 2-16,-10 1 5 0,0 1-2 0,-9 0-4 15,2 0-1-15,-8 1 2 0,3 0-5 0,0-2 4 16,-4 1 10-16,1-1 3 0,-5 2 2 0,8 0-6 16,-8 0-8-16,0 0-12 0,8 0-8 0,-8 0-25 15,0 0-38-15,0 0-48 0,0 0-43 16,7 2-23-16,-7-2-21 0,-2 6-37 0,2-6-64 0,-6 9-368 16,3-4-713-16,2-3 317 0</inkml:trace>
  <inkml:trace contextRef="#ctx0" brushRef="#br0" timeOffset="35690.86">6635 5177 204 0,'0'-5'296'0,"0"0"-28"16,-5-3-26-16,3 3-22 0,-3-2-24 0,-2 1-18 15,-3 0-20-15,-2 0-17 0,-3 1-14 0,-4 2-9 16,-1 2-11-16,-1-3-11 0,-11 6-8 0,4 1-11 15,-3 1-8-15,-1 2-7 0,2 4-8 0,-1-1 1 16,3 1-10-16,1 2-9 0,0 2-1 0,4 1-11 16,9-3-10-16,-4 0-3 0,7 3 3 0,-2-1-4 15,3 3-1-15,3 3 0 0,3-6 1 0,2 1 1 16,3 1-11-16,2-3-2 0,2-1-1 0,4 1 0 16,6-2 3-16,3-4-8 0,3 1-4 0,8-4-3 15,-1-1-9-15,3-6-6 0,-2-3 3 0,2 0 6 0,-1-4-3 16,1-3 4-16,-4-4 12 0,-3 0 19 15,2-1 19-15,-4-6 14 0,-2 0 23 0,-3-3 4 16,0 1 5-16,-1-4 11 0,-3-1 0 0,-4-3 10 16,-2-2 11-16,2-13 27 0,-4 1-5 0,3 1 7 15,-8 0 17-15,3 10-1 0,-3 4 9 0,-6 1 16 16,5 3-10-16,1 0-8 0,0 12 5 0,0-2-5 16,0 7 3-16,0 4-5 0,-3-3-16 0,2 3-10 15,1 4-28-15,0-1-4 0,-2 0-14 0,2 2-26 16,0 3-40-16,0 0-42 0,-2-7-42 0,2 7-12 0,0 0 10 15,2 15 12-15,-2-6-18 0,0 10 20 16,-2 5 6-16,2 5 9 0,-1 3 2 0,0 1 4 16,-8 13 1-16,8-10 4 0,-1 10 7 0,0-11 3 15,2-1-1-15,0 2 1 0,-1-2 4 0,-2-2 2 16,3-1 3-16,1 0-2 0,-1-4 0 0,0-9 6 0,0 1-3 16,2-5 2-16,-2 1 1 0,0-3-3 0,1-3 4 15,-1-2-2-15,-1 0 2 0,1-1 1 16,1-1-4-16,-1-5 9 0,1 8-3 0,-1-4-1 15,0-4 0-15,1 5 3 0,-1-5 1 0,0 0 0 16,0 0 4-16,0 7-2 0,0-7 11 0,3 2 1 0,-3-2 5 16,0 0 6-16,0 0 5 0,0 0-3 15,0 0 0-15,0 0 3 0,0 0-5 0,0 0-4 16,15-2-23-16,-4-1-21 0,10-4-54 0,7 0-92 16,7-5-101-16,13-4-126 0,4-5-401 0,-3-2-860 0,1-2 381 15</inkml:trace>
  <inkml:trace contextRef="#ctx0" brushRef="#br0" timeOffset="36293.51">6817 4371 44 0,'0'0'276'16,"2"-3"-14"-16,1 1-13 0,-3 2-1 0,4-5-18 16,0 1-22-16,1 2-14 0,-1-1-12 0,-1 2-21 15,-3 1-21-15,13-1-14 0,-4 2-14 0,-3-1-7 16,2 4-10-16,2 0 2 0,-1 1-19 0,1 2-11 15,-1 1 4-15,-1 1-12 0,0 0-11 0,-2 5-3 16,-1 2-3-16,-1 0-4 0,-4 4 3 0,-1 6-4 16,-3 1-12-16,-1-5 3 0,-5 2-8 0,2-6 2 15,0-2-3-15,-2 1-6 0,1-2 5 0,0 2-5 16,-1-5 0-16,4-2-3 0,-1-2 1 0,3 0 10 16,2-3-17-16,-1-2 7 0,1 2-5 0,-1-1 6 15,-1-1 23-15,4-3 13 0,-1 3 15 0,1-3 4 16,8 2 8-16,-2-2-4 0,8-1-4 0,4 0-3 15,0 0-6-15,4-2-8 0,-2-1-9 0,3 3-2 16,-2-1 1-16,-1-4 9 0,0 5-21 0,-2 1 1 16,0-3-7-16,-5 1-14 0,-3 0-22 0,-1 1-22 15,-4 1-36-15,0 0-31 0,-5 0-35 0,8 3-21 16,-8-3-36-16,0 0-62 0,-17 5-307 0,7 2-610 16,0-4 269-16</inkml:trace>
  <inkml:trace contextRef="#ctx0" brushRef="#br0" timeOffset="37092.35">7163 4870 266 0,'3'-6'305'0,"-2"-1"-13"0,0 5-7 15,2-3-14-15,-2 1-19 0,-1 4-26 16,0-7-22-16,0 7-21 0,0-3-18 0,0 3-21 16,0 0-20-16,3-3-13 0,-3 3-19 0,0 0-8 15,7 6-11-15,-3 1-11 0,1-3-7 0,-1 6-12 16,1-2-16-16,2 4-4 0,0-3-10 0,-1 1-5 15,1-1-12-15,-1 1-5 0,0-3-9 0,2 1-7 16,-1 0-6-16,-2-4 0 0,-1 2 3 0,1-3 5 16,0 2-2-16,-1-5 2 0,2 2 9 0,-6-2-3 15,9-4 9-15,-5 1 10 0,2 0 7 0,-1-3 10 16,-1-2 16-16,0-1 11 0,1 0 12 0,-1-2 7 16,1-1-1-16,0 1 1 0,-1 0 7 0,-3 1 6 15,3-1 1-15,0 0 10 0,-3 4-9 0,2-2 13 16,-2 4 2-16,-1 0-5 0,4-2-9 0,-4 5-4 15,0-3-8-15,0 5-27 0,1-6-4 0,-1 6-31 16,0 0-28-16,0 0 2 0,0 0 0 0,0 0 3 16,0 18-5-16,-1-7 10 0,1 6 1 0,-4 9 0 15,-1 1 0-15,1-1 3 0,3 4-4 0,-6 3 5 16,5 0-4-16,-3-1 9 0,1-1 0 0,-1 3-5 16,-2-2 3-16,6 4 3 0,-3-2-3 0,3-1 5 15,-3 1-1-15,1-3 2 0,0-1-4 0,0-4 6 16,0-1-1-16,-3 0 0 0,5-7-8 0,-5-2 6 15,2 0-1-15,0-5 14 0,-1-2-16 0,1 0 1 16,-2 2-1-16,2-5 0 0,-3 2 6 0,0-2-5 16,-1-3 3-16,2 0 5 0,-2-1-10 0,-2-2 5 15,0 0 17-15,2 0-15 0,-3-3 3 0,2 0 9 16,-3-1 12-16,3-3 12 0,0-1 10 0,3-1 14 16,-2-1 11-16,-2-5 8 0,6-1 9 0,-5-2-4 15,9-8 0-15,1-3-10 0,3-2-3 0,1-1-11 16,5 1-5-16,2-1-6 0,5 1-9 0,1 2-3 15,2 1-8-15,1 2 1 0,2-3-4 0,1 3-6 0,-1 2-4 16,3 2-3-16,-1 2 2 0,2-2-3 16,-3 6-3-16,-6 4 3 0,-4 2 3 0,2-2 8 15,-7 6 3-15,2 1-4 0,-2 1-7 0,-4 0 3 16,0 1-3-16,-1 0-3 0,0 1-21 0,-1 0-23 16,-3 2-43-16,4-3-47 0,-4 3-5 0,0 0 2 15,-4 13-20-15,-2-5-38 0,-4 5-41 0,-4 2-44 16,-4 4-61-16,-5-2-374 0,4 2-757 0,2-6 335 15</inkml:trace>
  <inkml:trace contextRef="#ctx0" brushRef="#br0" timeOffset="37593.69">6009 5742 163 0,'-5'1'274'0,"-1"1"8"0,1-1 2 0,5-1-8 16,-7 1-1-16,7-1-10 0,0 0-12 0,0 0-25 15,0 0-21-15,-6-4-22 0,6 4-17 0,0 0-19 16,0 0-19-16,0 0-9 0,0 0-13 0,0 0-14 15,0 0-10-15,2-5-17 0,-2 5 6 0,0 0-20 16,0 0 5-16,0 0 1 0,0 0-13 0,0 0-3 16,0 0-9-16,0 0-3 0,0 0 10 0,0 0-8 15,0 0-1-15,0 0 1 0,0 0-8 16,0 0 0-16,0 0-16 0,0 0-7 0,0 0 5 0,0 0 3 16,0 0-5-16,0 0-7 0,0 0 10 0,18-2 19 15,-5 0-23-15,10 0 1 0,10-4-2 0,19 0 14 16,7 0-20-16,9-1 9 0,28-5 1 0,6 0 22 15,5 3 4-15,2-2 2 0,15-3 4 16,-5 2-3-16,7 0 5 0,-3 0 6 0,-8 2 5 0,-2-2 12 16,-4-5-17-16,-10 5 18 0,-35 4 2 0,0 1 5 15,-6 1 3-15,-4-3-1 0,-19 5 11 0,-2 0 5 16,-13 1 4-16,-3 1 1 0,-4-1-13 16,-6 3-2-16,1-2-7 0,-2 1-8 0,-1-1-18 15,-1 1-21-15,-4 1-21 0,0 0-36 0,0 0-45 0,0 0-60 16,0 0-77-16,-21 6-68 0,-6-1-91 0,-1-1-414 15,-3 1-851-15,3-2 377 0</inkml:trace>
  <inkml:trace contextRef="#ctx0" brushRef="#br0" timeOffset="38525.57">6703 6321 67 0,'-9'-5'226'0,"-4"-2"-22"0,-1 1-13 0,-5 1-7 15,0 0-17-15,0 2-13 0,-3 2-10 0,-6-1-8 16,0 2-5-16,6 2-12 0,3 1-12 0,-3 0-14 16,1 1-6-16,1 4-5 0,-5 1-12 0,0 4-4 15,3 2-3-15,6-4 7 0,0 4-2 0,3 2-13 16,0-3-4-16,4 1-6 0,1 2-7 0,3 0-1 15,0-1-3-15,4 0-5 0,1-3-2 0,1-1 2 16,3 1 1-16,1-4 1 0,7 4 0 0,2-2 0 16,0-3 2-16,6-4-1 0,-2 1-1 0,11-3-3 15,-2-3 0-15,0-2-4 0,1-2 11 16,-2-3 12-16,1-3 16 0,-3 1 16 0,-2-4 13 16,-2-3 8-16,-1-2 9 0,-3-3 8 0,-1 0 2 0,-2-4 3 15,-3 1-4-15,0-2 0 0,-5-4-11 0,-1-5-3 16,5-12 8-16,-4 0-17 0,-1-1 14 0,-3 2-2 15,-1 11 0-15,-1 0 7 0,1 0 5 16,-3 5-2-16,2 3-4 0,1 1 1 0,-4 10 1 0,3 6 4 16,1 0-10-16,-3 2-16 0,3 2-9 0,0 2-21 15,0 1-38-15,0 0-42 0,0 4-61 0,0 0 13 16,0 0 3-16,-2 18 6 0,-1 4 9 0,2 6 0 16,1 9-9-16,0 14 25 0,-4 2 6 0,4 0 6 15,0-2-4-15,0-2 8 0,4-5 1 0,0-8 2 16,1-4-15-16,0 2-4 0,0-6 1 0,0 0-4 15,2-8-7-15,-1-3-3 0,-2-5-12 0,1-1-6 16,-1 0-14-16,-3-3-15 0,3-2-6 0,-2 0 1 16,1 1 7-16,-3-6 4 0,3 2-26 0,-3-3-66 15,0 0-57-15,0 0-76 0,4-12-334 0,-3 5-696 16,0-2 308-16</inkml:trace>
  <inkml:trace contextRef="#ctx0" brushRef="#br0" timeOffset="38976.85">7031 6113 143 0,'4'-2'265'0,"1"1"-21"0,2 0-21 0,-7 1-15 16,14 2-19-16,-5 1-9 0,2-1-16 0,1 7-12 15,1 2-13-15,0 3-10 0,-1 1-12 0,-3 1-12 16,4 6-7-16,-3 2-10 0,-5 0-10 0,-1 3-5 15,0-2-3-15,-4-1-9 0,-4 2-6 0,-1-2-4 16,-4 0-5-16,-4 0-3 0,7-6-3 0,-6 0-6 16,2-3 6-16,-1-1-6 0,4-4 6 0,-2 1 6 15,0-2 6-15,4-3 18 0,-1 0 21 0,3-4 14 16,-1 2 48-16,2-1 28 0,2-3 38 0,0 0-16 16,0 0-7-16,-8-7-13 0,8 0-18 0,3-3-17 15,6-4-15-15,-3-6-15 0,6-3-13 0,4-4-10 16,4-1-11-16,-3-1-14 0,6 1-11 0,0-1-10 15,-1 2-6-15,-2 1-4 0,-2 4-3 0,-5 5-8 16,-1 3-1-16,-2 4-6 0,-3 0 1 0,-1 5-5 16,-3 1-8-16,3-1-18 0,-2 3-27 0,-4 2-16 0,6 0 3 15,-3 5 1-15,0 1 0 0,-2 5 8 16,5 5 4-16,-4 1-1 0,-1 2 14 0,3 8-8 16,1-1 4-16,-1 2 9 0,0-2 8 0,-3 0-8 15,3-6 5-15,5 4 2 0,-3-5-3 0,2-1-25 16,1-4-35-16,0 0-17 0,1-4-44 0,-1-2-36 0,0-2-62 15,5-3-76-15,-4-2-409 0,4-2-777 16,-1-2 344-16</inkml:trace>
  <inkml:trace contextRef="#ctx0" brushRef="#br0" timeOffset="39391.51">7555 5985 227 0,'-1'-5'423'16,"2"0"-12"-16,-1-1-22 0,-1 1-28 0,1 5-30 0,0-4-32 16,0 4-35-16,4-4-28 0,-4 4-24 0,5-1-23 15,-5 1-17-15,9 4-19 0,0-2-16 0,-4 1-19 16,4 2-8-16,1 1-15 0,-2 2-8 16,-2 4 0-16,1-3-17 0,-2 2-5 0,-3 2-8 0,2 2-5 15,0 1-6-15,-4 2-3 0,-1-1-4 0,-2-1-4 16,2 1 3-16,-4-6-9 0,1 1-1 0,0-2-1 15,1 0-3-15,2-2 1 0,-1-2 2 0,-1 1-7 16,3-5-2-16,-1 4 7 0,-1-5-3 16,2-1 18-16,-1 5 14 0,1-5 21 0,0 4 11 0,3-1 3 15,-3-3 7-15,19-3-9 0,-1 1-5 0,11-2-8 16,3-4-8-16,4 1-7 0,1 2-6 0,4 0-6 16,8-3-5-16,2 0 12 0,-13 3-8 0,0 2 6 15,-2-1-1-15,-4 1-6 0,-3 1-2 0,-12 2-5 16,-3-3-2-16,-4 2-4 0,3 0-1 0,-7 1-4 15,2 0-1-15,-4-2-5 0,1 1-3 0,-5 1-13 16,0 0-16-16,10-1-33 0,-10 1-44 16,0 0-58-16,0 0-89 0,0 0-95 0,0 0-115 15,-19 5-417-15,19-5-932 0,-14 0 412 0</inkml:trace>
  <inkml:trace contextRef="#ctx0" brushRef="#br0" timeOffset="41371.08">8933 5531 64 0,'0'0'194'0,"0"0"-11"16,-7-1-13-16,7 1-10 0,0 0-7 16,0 0-9-16,0 0-13 0,0 0-9 0,0 0-7 15,0 0-6-15,-6-2-4 0,6 2-6 0,0 0-5 0,0 0-6 16,0 0-5-16,0 0-3 0,0 0-6 0,0 0 2 15,0 0-3-15,0 0 3 0,0 0 3 0,0 0-8 16,0 0-5-16,0 0-6 0,0 0-4 16,0 0-5-16,0 0-3 0,27 0-6 0,-9-3-4 15,10 3-6-15,1-4 0 0,7 3-4 0,1-3-3 16,17 1-3-16,-2-3-3 0,3 2-3 0,-4 2 2 0,-11-1-4 16,10 1 0-16,-12-4-2 0,-5 3 0 0,0 0-1 15,-3 0-4-15,-10 1 2 0,-7 0-3 16,1 2-1-16,-2-1-8 0,-5 1-11 0,0-2-11 15,-2 0-22-15,-5 2-25 0,0 0-23 0,0 0-27 0,0 0-22 16,-27-5-17-16,13 5-27 0,-4-2-199 0,-5 2-417 16,0 0 185-16</inkml:trace>
  <inkml:trace contextRef="#ctx0" brushRef="#br0" timeOffset="41607.97">9220 5359 251 0,'-1'-10'312'0,"1"1"4"16,-1 0 20-16,2 3 14 0,0-1-13 16,-3 1-4-16,3 1-14 0,-1 5-24 0,-1-9-31 0,1 9-29 15,1-5-24-15,-1 5-29 0,0 0-22 0,0-5-46 16,0 5-42-16,0 0-9 0,0 0-10 0,-1 29-4 16,-3-11 1-16,0 10-2 0,0 1-4 0,0 4-5 15,2 0-4-15,-1 2-4 0,1 0 11 0,0-4-46 16,4 3-30-16,-2-1-27 0,1-5-30 0,2 0-34 15,-1-3-45-15,1-6-52 0,1-4-73 0,2-3-296 16,-1-3-638-16,0-4 282 0</inkml:trace>
  <inkml:trace contextRef="#ctx0" brushRef="#br0" timeOffset="42158.08">9891 5196 204 0,'1'-4'287'0,"5"-1"-23"15,0 2-26-15,-1 0-21 0,1-1-19 0,2 3-21 16,-1-2-18-16,4 3-17 0,3 1-15 0,-2 2-12 15,4 2 2-15,-4 0-20 0,3 6-4 0,-2 0-8 16,-1 3-11-16,0 8-5 0,-3 4-1 0,-5-1-7 16,0 5-4-16,-4-3-7 0,-3 3-1 0,-1-1-4 15,-5 0-9-15,-1 2 2 0,-4-2-5 0,0-5-5 0,3 4 0 16,-2-6-1-16,1-5-2 0,5-1-4 16,-1-7-1-16,3 1-3 0,-2-3 3 0,3 1 13 15,1-4 22-15,-1 1 27 0,4-3 46 0,-4 2 43 16,4-4 38-16,0 0 19 0,0 0-23 0,0 0-24 0,8-13-17 15,-2 1-19-15,7 0-18 0,-4-3-6 0,10-9-14 16,0 2-10-16,2-5-16 0,2-1-7 16,1 0-10-16,5-10-8 0,-6 9-5 0,-1 1-1 15,-3 1-10-15,-1 5-1 0,-4-1-3 0,-5 9 6 0,0 5 2 16,-4-1 3-16,0 3 0 0,-1 0-6 0,0 2-3 16,-4 1-9-16,4-2-17 0,-2 4-18 0,1-2-22 15,-3 4-25-15,0 0-7 0,0 0 5 16,0 0 12-16,-9 20-1 0,4-3 8 0,-4 8 0 0,-4 1 3 15,4 2 6-15,3 0 1 0,2-1 5 0,0 2 1 16,-1-6 3-16,10 2-10 0,-4-4-1 16,7 2 2-16,5-2-12 0,2 0-12 0,6-1-29 15,4-5-45-15,3 1-67 0,6-6-54 0,0-2-101 0,0-4-400 16,6-1-807-16,1-5 358 0</inkml:trace>
  <inkml:trace contextRef="#ctx0" brushRef="#br0" timeOffset="42804.49">11073 5298 197 0,'4'-7'261'0,"-5"-4"-7"16,2 2-16-16,-2-1-12 0,-2 2-21 0,-1-3-13 15,3 5-14-15,-4-1-15 0,1 2-16 0,-5-3-15 16,0 3-3-16,-1 0-22 0,-7 0-11 0,6 3-5 0,-6-3-10 16,-2 5-10-16,-1 2-9 0,-10 3-4 15,9 1-5-15,-5 1-9 0,-1 4-1 0,13 0 3 16,-9 5-15-16,1 3-3 0,7 1-2 0,0-3 0 15,3 2-4-15,3 0-3 0,2-1 1 0,2 0-4 0,3 0-2 16,2 1 3-16,3-4-1 0,3-1-3 16,4 2 4-16,1-1-2 0,3-4-1 0,1-2 1 15,4-4-6-15,0 1 14 0,3-3-13 0,6-3 2 16,-6-5-3-16,-2 0 1 0,7-2 14 0,-1-5 12 16,-8-2 15-16,-3 2 9 0,5-8 10 0,-3-1-2 0,-2-4 2 15,-2-4-3-15,0-3-3 0,-4-2 4 0,-1 0 5 16,-1 0-13-16,2-11 5 0,-4-1 3 15,-1 8 21-15,0 2 40 0,-1 1 4 0,-2 1 11 16,1 2 8-16,2 2-8 0,-4 10-1 0,-1 3 0 0,2 5 1 16,0 1 0-16,-2 2-9 0,1 1-16 0,1 2-11 15,-2 2-16-15,2-1-16 0,-2 2-37 0,1 3-39 16,0 0-53-16,0 0-38 0,0 0 11 16,0 0 1-16,-5 19 10 0,3 1 5 0,-2 9 10 0,0 2 6 15,-1 3 8-15,1 1 6 0,0 0 4 0,-2 2 1 16,2-3 3-16,4 0 3 0,-1 2 5 0,-2-4 4 15,6-1 1-15,-2-2 4 0,-2-5 4 0,-2-5 1 16,3-1 0-16,3-2 2 0,-2-4-3 16,-2-1-26-16,1-4-15 0,0 0-16 0,1 0-8 0,-1-3-9 15,0 0-11-15,0 0-18 0,0-4-12 0,0 2-23 16,0-2-80-16,0 0-96 0,0 0-373 0,0 0-749 16,1-21 332-16</inkml:trace>
  <inkml:trace contextRef="#ctx0" brushRef="#br0" timeOffset="43438.55">11238 5120 236 0,'0'-6'324'0,"4"1"0"15,-4 3-7-15,4-2-9 0,-4 4-18 0,2-6-26 16,-2 6-24-16,1-2-29 0,-1 2-25 0,3-4-6 16,-3 4-31-16,0 0-24 0,0 0-1 0,0 0-25 15,14 8-9-15,-9-3-16 0,4 3-18 0,-4 1-11 16,3 0-19-16,-3 2-14 0,4-2-20 0,0 1-9 15,-3 2-12-15,2-2-12 0,-1-1-8 0,0-1-7 16,-1 2 3-16,0-5 1 0,-3 1 2 0,0-1 6 16,0-2 4-16,3 0 8 0,-2-2 5 0,-4-1 3 15,7-4 11-15,-1 0 13 0,0-1 13 0,0-3 12 16,-1-1 18-16,0-1 7 0,3 2 5 0,-4-6 8 16,0 2 2-16,2-3 9 0,-2 3 8 0,2-3 5 15,-3 3 6-15,2 3 0 0,-4 0-3 0,2 1 9 16,1 0-14-16,-2 2-5 0,1 1-8 0,-2 2-4 15,0-1-14-15,-1 1-14 0,0 3-12 0,3-4-51 16,-3 4 4-16,0 0 2 0,0 0-2 0,4 12 0 16,-8-3 5-16,4 3-5 0,-4 7 3 0,0 5-1 15,-2 7 3-15,1 1 6 0,-3 2 2 0,-1 11 4 16,-1 1 0-16,4-11-1 0,0 1 3 0,1-2 1 16,0 0 0-16,-2 2 0 0,2-4 3 0,1-1-1 15,1-3-5-15,2-3 1 0,-3-4 2 0,1-5-4 16,2-2 10-16,-1-2-3 0,-2-2-17 0,3-1 14 15,-1-1-3-15,0-3 7 0,2 0 3 0,-2-1 1 16,-1-1 5-16,-1-1 6 0,-3-2-9 0,-1 0 2 16,0 0 3-16,-1-5 24 0,-2 1 12 0,0-1 10 15,2-2 12-15,0-3 4 0,0 2 12 0,3-2 13 16,1-4-5-16,-3-1 5 0,4-3 7 0,-1-3-9 16,4-5-8-16,5-2-9 0,2-3-10 0,7-1-14 15,2-2-8-15,10-8-9 0,1 2-10 0,-1 13-2 16,0 0-4-16,-2 2-5 0,3 4-3 0,-2 0-2 15,4 3-1-15,-1 2-6 0,0 2-1 0,0 3 4 16,-8 2-7-16,5 1 0 0,-5 1 1 0,-8 4-2 16,1-2-1-16,-3 1-14 0,-4 2-25 0,0 2-33 15,-5 0-39-15,9 0-50 0,-5 0-7 0,-4 0-1 16,0 0 0-16,0 9-8 0,-4-2-28 0,-6 0-38 16,-3 5-40-16,3-4-70 0,-5 4-290 0,-3-2-693 15,3 2 306-15</inkml:trace>
  <inkml:trace contextRef="#ctx0" brushRef="#br0" timeOffset="43956.15">10565 5786 190 0,'-12'2'240'0,"-1"-1"-7"0,2-1-3 16,4 2-5-16,0-2-6 0,7 0-9 0,-10 1-6 15,6-1-5-15,4 0-7 0,0 0-2 0,-8 1-1 16,8-1 3-16,0 0-26 0,0 0-9 0,0 0-18 16,0 0-25-16,-10 0 4 0,10 0-8 0,0 0-6 15,0 0-12-15,0 0-9 0,0 0-9 0,0 0-7 16,0 0-8-16,0 0-4 0,-7 0-12 0,7 0 2 15,0 0-12-15,0 0-1 0,0 0 7 0,0 0-8 16,0 0 3-16,0 0 13 0,0 0-16 0,0 0-3 16,0 0-3-16,0 0 0 0,0 0 2 0,0 0-7 15,0 0-1-15,0 0-2 0,0 0 6 0,0 0-5 16,0 0 24-16,0 0-1 0,0 0 3 0,0 0 0 16,0 0-7-16,27-5-3 0,1-2-2 0,8 5-2 15,18-3-6-15,7-5-4 0,31-1 0 0,-25 4 1 16,34-6-2-16,-2 1 11 0,7 0 12 0,0 1 10 15,-2 0 11-15,-10-1 8 0,-27 3 6 0,-1 0 3 16,-6 0 10-16,-6 2-1 0,-17 0 22 0,-5 0 5 16,-4 4 12-16,-12-4 9 0,-5 4-7 0,-1 2-13 15,-1 0-7-15,-4-1-14 0,4 0-15 0,-4 2-19 16,-5 0-24-16,8-1-26 0,-8 1-42 0,0 0-42 16,0 0-39-16,0 0-52 0,-22 7-59 0,6 1-58 15,-10 1-52-15,-1 4-80 0,-2-4-439 0,9-1-923 16,3-1 409-16</inkml:trace>
  <inkml:trace contextRef="#ctx0" brushRef="#br0" timeOffset="44655.14">10906 6254 84 0,'-7'-5'238'0,"-3"2"-16"0,-1-4-23 0,-2 4-12 0,-2 1-22 16,-2-3-7-16,-2 3-12 0,2 4-18 15,-2-2-11-15,0 2-11 0,0 1-9 0,2 2-12 16,-1 2-8-16,-1 1-7 0,0 2-9 0,1 3-5 0,-5 1-6 16,1 2-5-16,8-2-6 0,-1 1-3 0,3-1-5 15,2 3 0-15,1-2-6 0,3 2 8 0,1-2-2 16,3-1 7-16,1-2-2 0,4 0 3 16,1-2 0-16,1-1 4 0,3-1 11 0,4-1 1 0,-2-2 1 15,8 2 10-15,0-7 6 0,0 0 16 0,1-4-1 16,-1-2 17-16,2-1 10 0,3-8 24 0,-6 1-3 15,2-3 7-15,-1-4 4 0,0-1-4 0,-2-3-2 16,-3 0-10-16,0-1 2 0,0-3 0 0,-5 0-10 16,1-4-8-16,-2 3-3 0,0-6 5 0,2-10-1 15,-3 15 17-15,-1 3 18 0,-2 8 6 0,-2 1-3 16,-1 6-11-16,0 2-6 0,1 1-16 0,-1 2-15 16,0 1-8-16,0 2-19 0,0 2-23 0,1-2-31 15,-1 5-45-15,0-6-52 0,0 6-1 0,0 0 6 16,-1 17 7-16,-4-3 9 0,0 12 5 15,2 4 4-15,1 1 7 0,-2 3-21 0,3 0-7 0,1 3-13 16,0-2-13-16,1-1-11 0,-1 0-14 0,5-3-9 16,2-1-21-16,-2-2-21 0,0-4-26 0,1-6-34 15,-1-2-41-15,0-4-59 0,-1-3-365 0,2-5-750 16,0 1 332-16</inkml:trace>
  <inkml:trace contextRef="#ctx0" brushRef="#br0" timeOffset="45207.85">11193 6116 5 0,'2'-2'320'15,"0"-1"-34"-15,1 1-25 0,-3 2-30 0,7-4-22 16,-3 2-24-16,2 0-17 0,2 6-15 0,-3-1-11 16,4 0-9-16,0 4-9 0,3 6-9 0,-2 1-7 15,-1 3-8-15,-3 2-10 0,-2 0-6 0,3 6-5 0,-6-1-10 16,-5 5-5-16,0-3-5 0,0 1-6 15,-1-1 3-15,-6-1-16 0,-1-4 2 0,3-3-8 16,-1-1-1-16,1 1-3 0,0-3-3 0,-1-5-4 16,4-1 1-16,0-1-2 0,3-3-2 0,-1 0 11 0,1 0 26 15,-1-3 43-15,3 3 40 0,-1-4 34 0,2-1 20 16,0 0-9-16,0 0-16 0,0 0-23 16,12-16-18-16,-4 7-12 0,6-5-12 0,7-6-7 15,0 0-8-15,5-6-13 0,-3 4-9 0,2-5-10 16,2 1-4-16,6-11-8 0,-8 13-4 0,-2-1-6 0,1-1-2 15,-6 5-1-15,-4 6 8 0,-4 4 18 0,-2 0 14 16,-3 5 9-16,1 0 3 0,-2 0-2 16,1 1-3-16,-2 0-13 0,-2 3-15 0,2-1-20 15,-3 3-19-15,4-2-14 0,-4 2-6 0,0 0 0 0,-6 11-2 16,1-1 4-16,-1 0 0 0,-3 9 1 0,0-2-4 16,4 1 6-16,-3 7 0 0,4-7-8 0,4 1-6 15,0 2-1-15,3-1 1 0,3-2 4 16,7 5 2-16,5-4 5 0,-4-7 4 0,4 2 2 0,7-4 6 15,3 0-3-15,3-4 5 0,-1 1-3 0,0-2 16 16,0-3-2-16,-11 0 8 0,3-2 4 0,-10 2 12 16,1-2 12-16,-3 0 9 0,-2 2 14 0,-2-2 7 15,-6 0 2-15,11 1 4 0,-11-1-2 0,7-1-4 16,-7 1-6-16,5 1-5 0,-5-1-12 0,0 0-23 16,9-1-25-16,-9 1-37 0,0 0-53 0,0 0-60 15,0 0-68-15,0 0-66 0,0 0-69 0,0 0-67 16,0 0-107-16,0 0-347 0,0 0-931 0,0 0 412 15</inkml:trace>
  <inkml:trace contextRef="#ctx0" brushRef="#br0" timeOffset="53508.37">12686 5562 129 0,'-9'-3'191'16,"9"3"-7"-16,-5 0-5 0,5 0-3 0,0 0-4 15,-5-2-10-15,5 2-10 0,0 0-15 0,-7-3-11 16,7 3-13-16,0 0-20 0,0 0-1 0,-4-1-8 16,4 1-9-16,0 0-7 0,0 0-3 0,0 0-7 15,0 0-3-15,0 0-2 0,0 0-4 0,0 0-4 16,0 0-3-16,0 0-5 0,0 0-3 0,0 0 1 15,0 0 0-15,0 0 1 0,0 0 3 0,0 0-2 16,0 0 3-16,0 0-4 0,0 0 0 0,0 0-7 16,0 0 0-16,0 0 6 0,0 0-13 0,0 0 0 15,0 0-1-15,0 0-6 0,0 0 7 0,0 0-6 16,0 0 0-16,0 0-6 0,17-3-1 0,-3 0 1 16,5 1-3-16,8-1-2 0,6-3 1 0,2 3 0 15,-2 0 0-15,8-3 20 0,-3 2-6 0,16-3-2 16,-12 5-3-16,-5-1-5 0,14-3-7 0,-14 3-6 15,-5 2-16-15,-1-3-14 0,-9 4-13 0,-3-1-13 16,-1-2-18-16,-7 2-24 0,0 1-8 0,-3-2-38 16,-3 0-19-16,-2 1-67 0,-3 1-142 0,0 0-407 15,-9-7 180-15</inkml:trace>
  <inkml:trace contextRef="#ctx0" brushRef="#br0" timeOffset="53737.8">13004 5392 269 0,'0'-6'284'16,"-1"-2"2"-16,1 1-4 0,1 2-4 0,-1 0-15 15,0 0-22-15,0 1-23 0,0 4-21 0,-1-6-24 16,1 6-23-16,1-6-24 0,-1 6-15 0,0 0-11 0,0 0-12 16,-5 23-7-16,0-8-13 0,-3 10-3 15,3 1-2-15,-6 4-2 0,4 3-9 0,-1-1-4 16,1 3-17-16,3-2-33 0,0 1-28 0,2-1-37 15,0-1-37-15,2-2-60 0,4-5-82 0,-4-6-241 16,5-3-529-16,4-5 234 0</inkml:trace>
  <inkml:trace contextRef="#ctx0" brushRef="#br0" timeOffset="54591.82">14081 5095 6 0,'4'-4'270'0,"-3"-1"-1"0,3-1-4 16,-4 1-2-16,4 1-11 0,-1 1-16 0,-2-1-7 15,4 1-12-15,-5 3-17 0,1-5-20 0,-1 5-21 16,3-5-16-16,-3 5-17 0,1-2-15 16,-1 2-20-16,0 0-32 0,0 0-10 0,0 0-10 15,4 10-4-15,-7 0-2 0,2 3-5 0,-4 4 1 0,-4 4-3 16,4 2-5-16,-4 7-1 0,-4-2-1 0,4 3 1 15,-2 0-3-15,-1 3 0 0,5-2 0 16,-4 0-1-16,2-2-2 0,2-4 0 0,0 0-2 16,3 1 3-16,-1-10 4 0,1-1-12 0,0 0 6 15,1-7-2-15,2 1 3 0,-1-3 0 0,1-2-5 0,0-1 37 16,0 1 11-16,1-2 24 0,0-3 39 0,0 0 31 16,0 0-6-16,0 0-16 0,0 0-9 15,16-13-14-15,-6 5-20 0,4-8-1 0,4-2-8 16,5-3-12-16,-1-1-2 0,-3-1-5 0,7-7-11 15,-3 9-2-15,0-5-6 0,0-1-16 0,1 7 8 0,-2-2-5 16,-6 2 0-16,-2 6-2 0,-1 0-2 16,-4 5 0-16,0 2 9 0,-1-1 9 0,-6 3 1 15,5 0-4-15,-1 1-1 0,-5 1-3 0,2-1-4 16,-2 1-3-16,3 2-5 0,-4 1-8 0,0 0-5 0,4-4-10 16,-4 4-9-16,1-3-3 0,-1 3-3 0,0 0 1 15,-13 7 0-15,3-3 5 0,-4 3-1 0,-4 2-1 16,1-2-1-16,2 4 3 0,0-2 3 15,0 0 0-15,2 6 9 0,-1-4-10 0,2 1 3 16,2 1 2-16,1-5-6 0,1 1 9 0,2-2-4 0,-1 0-4 16,3 0 3-16,0-1-10 0,1-2-4 0,1 1-3 15,-1 0 2-15,3-2 3 0,0 4 3 0,3-2 5 16,-1 5-3-16,2-2-7 0,6 3 16 16,2 2 1-16,2 0-3 0,5 4 4 0,4 1-11 15,2-1 16-15,2 1 2 0,0-3-51 0,0 2-62 0,-1-2-77 16,-1 1-78-16,4-2-101 0,-4 1-348 0,1-3-771 15,-7-5 341-15</inkml:trace>
  <inkml:trace contextRef="#ctx0" brushRef="#br0" timeOffset="56459.01">14380 4630 176 0,'4'-7'227'0,"0"1"-3"0,0 0-4 15,1-2-1-15,-1 4-14 0,-2-2-11 0,5 2-1 16,-2-1-28-16,1 1-17 0,-1 1-13 0,2-1-11 16,1 2-16-16,0 1-12 0,-1-2 1 0,-1 3-24 15,4-2-8-15,-3 4-6 0,3 3-4 0,-3 0-9 16,1 2 16-16,1 2-2 0,-4 1-6 0,3 0-6 15,-3 7-1-15,-1 0-6 0,-3-3-4 0,-1 5-5 16,0-1 3-16,-4 1-11 0,0-1 3 0,-2-1-4 16,1 0-2-16,1-6-1 0,0 1-1 0,0 0-4 15,2-4-3-15,-1 1 4 0,-1-6-4 0,2 4 3 16,-1-2-6-16,2-3 1 0,1 2 2 0,0-4 0 16,-1 6 4-16,2-2 4 0,8-1 0 0,1-2 0 15,20 0-1-15,3-1-22 0,5 0-44 0,15 0-66 16,0 5-92-16,-3-5-332 0,-10 1-581 0,-1-1 257 15</inkml:trace>
  <inkml:trace contextRef="#ctx0" brushRef="#br0" timeOffset="57106.81">14959 5075 216 0,'0'0'315'0,"1"-6"-22"0,-2 3-21 15,1 3-20-15,1-5-27 0,3 1-23 0,0 1-23 16,1 1-19-16,2 1-20 0,0 1-15 0,2 1-12 16,1 1-15-16,0 2-6 0,1 2-12 0,-1 1-5 15,0 1-15-15,2 4-2 0,-1 1-6 0,-1 3-5 16,-1-2-7-16,-3 2-6 0,-3 1 4 0,-1 1-7 15,-2 1-1-15,-5 6-3 0,-1 0-1 0,-1 1-1 16,-2-9-5-16,-3 3 3 0,2-3-3 0,-1-2 1 16,-1 0 0-16,0-1 0 0,2-5-1 15,-1 2 1-15,2-5 8 0,0 1-9 0,5-2 18 0,-1-1 1 16,1 0 16-16,3-2 21 0,-2 1 46 0,3-3 28 16,-5 2 21-16,5-2-1 0,0 0-19 0,0 0-19 15,8-18-13-15,1 9-12 0,2-4-12 0,10-9-9 16,1-1-15-16,-3 2-2 0,4-2-8 0,4-3-8 15,-2 4-4-15,2 1-9 0,-3 4-2 0,-3-1-6 16,-5 5 1-16,-3 1-7 0,1 4 2 0,-9 1-8 16,3 1-2-16,-3 1-11 0,0 3-8 0,-1-1-20 15,-2 2-24-15,-2 1-12 0,0 0-24 0,0 0 25 16,0 0 11-16,0 17 0 0,-3-7 5 0,0 1 6 16,-3 4 0-16,5 2 7 0,-2-3 0 0,0 6 15 15,1 4-26-15,2-5 4 0,0 1 1 0,4-2-12 16,1 0-19-16,4-1-30 0,-2-3-21 0,2 2-39 15,0-7-44-15,-1 0-71 0,3-2-87 0,1-4-253 16,1-1-660-16,-2-3 292 0</inkml:trace>
  <inkml:trace contextRef="#ctx0" brushRef="#br0" timeOffset="57456.85">15410 4769 256 0,'0'-3'357'0,"3"-2"-36"0,-3 1-19 16,2 0-34-16,1 2-30 0,2 0-15 0,3 2-32 16,3-3-13-16,1 6-23 0,7 1-19 0,-3 2-13 15,3 3-11-15,1 1-11 0,1 4-11 0,-3 1-6 16,-1 2-4-16,-3 0-4 0,-4-1-11 0,-2 4-9 15,-2-1-4-15,-2 1 0 0,-4 0-6 0,0-2-4 16,-5 7-3-16,0-6-2 0,-3-2-5 0,3-1-3 16,-3-3 3-16,-2-3-9 0,5 0 0 0,-3-1 0 15,3-3 0-15,1 1-3 0,3-2-4 0,-3-1 2 16,1-2-4-16,1 1 6 0,2 1-8 0,0-4 1 16,13 3-2-16,-3-1-23 0,12 0-35 15,6-1-51-15,4-1-69 0,-1-3-80 0,6 5-323 0,1-6-617 16,3 1 273-16</inkml:trace>
  <inkml:trace contextRef="#ctx0" brushRef="#br0" timeOffset="58168.85">15965 5349 123 0,'-7'-1'206'0,"2"1"10"16,5 0-2-16,-9-2-2 0,9 2 1 0,-7 0-12 15,7 0-19-15,0 0-9 0,0 0-13 0,-8 0-8 16,8 0-5-16,0 0-7 0,-4-2-3 0,4 2-6 15,0 0 1-15,0 0-3 0,0 0-2 0,0 0-8 16,0 0-5-16,0 0-6 0,0 0-11 0,0 0-7 16,0 0-6-16,0 0-9 0,0 0-8 0,0 0-9 15,0 0-1-15,0 0-8 0,0 0-1 0,0 0-8 16,0 0-9-16,0 0 2 0,0 0-4 0,0 0-4 16,0 0 0-16,0 0-8 0,0 0 3 0,0 0 2 15,0 0-11-15,0 0 4 0,0 0-1 0,0 0-3 16,0 0-2-16,0 0-5 0,0 0 3 0,0 0 4 15,-5 5 0-15,5-5-5 0,0 0 5 0,0 0-4 16,0 0-4-16,0 0 4 0,0 0-2 0,0 0-2 16,0 0-3-16,0 0 13 0,0 0-14 0,0 0 2 15,0 0 6-15,0 0-4 0,23-3-4 0,-5 1-1 16,1 4 3-16,13-4-10 0,1-1 11 0,3 3 0 16,15-1-3-16,4 1 1 0,0-1 0 0,2-1 0 15,4 1-1-15,-4-1 1 0,3 2-4 0,-10-7-2 16,-13 6 7-16,-5 0 14 0,-5-4-11 0,-8 5-2 15,-2-2 0-15,-6 2 2 0,-1 0 1 0,2-1-2 16,-6 1-10-16,-6 0-3 0,9 0-15 0,-4-3-7 16,-5 3-7-16,3-2-22 0,-3 2-30 0,0 0-21 15,0 0-17-15,0 0-14 0,-17-2-22 0,17 2-28 16,-14 4-20-16,9-4-48 0,-4 0-223 0,9 0-522 16,-9 3 231-16</inkml:trace>
  <inkml:trace contextRef="#ctx0" brushRef="#br0" timeOffset="58650.68">16868 5088 11 0,'1'-3'332'0,"2"-2"-18"16,-3 5-23-16,0-5-22 0,0 5-21 0,0 0-27 15,1-1-23-15,-1 1-20 0,0 0-23 0,0 0-20 16,0 0-14-16,0 0-15 0,0 0-8 0,9 11-2 16,-9-4-20-16,0 4-4 0,0 0-6 0,0 5-6 15,0 4-6-15,-1 0-7 0,-2-1-2 0,-1 5-5 16,3 1-4-16,-7 1-2 0,1 2 2 0,3-2-7 16,0-7-3-16,0 2-3 0,1-6 0 0,-1 2-4 15,0-7-3-15,0-1-1 0,2 2 2 0,0-6 12 16,1-2-12-16,0 3 6 0,-1 1 47 0,2-7 42 15,-1 1 41-15,1-1 41 0,-1 4 23 0,1-4-4 16,0 0-17-16,0 0-25 0,10-13-16 0,-2 5-15 16,3-4-15-16,-3 3-13 0,6-7-14 0,-2 1-5 15,4 0-15-15,-2 3-9 0,0 0-6 0,-5 4-5 16,-1-1-9-16,0 2-8 0,-2 5-4 0,-1-2-9 16,0 0-3-16,-2 1-8 0,2 2-6 0,-5 1-6 15,10 1 0-15,-5 4-2 0,1 0-14 0,2 2-6 16,-1 3-9-16,-1 0 0 0,0 2-1 0,2 3-5 15,0-1-13-15,0 2-14 0,0-3-20 0,-4 0-23 16,1-1-11-16,-1 0-24 0,0-3-24 0,2 3-15 16,-2-6-24-16,-3 1-27 0,3-3-25 0,-4 1-20 15,0-2 4-15,0-3-39 0,0 0-290 0,0 0-645 16,0 0 285-16</inkml:trace>
  <inkml:trace contextRef="#ctx0" brushRef="#br0" timeOffset="59091.95">17198 4842 62 0,'0'-4'402'0,"0"1"-5"0,1-1-17 15,-1-1-22-15,0 5-26 0,0-5-29 0,0 5-34 0,0 0-28 16,3-3-28-16,-3 3-28 0,0 0-28 15,9 1-8-15,-9-1-19 0,14 5-7 0,-4 1-13 16,1 2-17-16,-2 0-10 0,4 2 3 0,-4 1-18 16,0 2-27-16,1 1 10 0,-5 1-7 0,-1 1-7 15,0 0 4-15,-3 0-12 0,-2-2 4 0,1 3-8 0,-4-5-3 16,4-2-1-16,-4 2-5 0,3-2-1 16,1-3 0-16,-4-1 4 0,4-1-8 0,0-1-2 15,0 1 3-15,0-1-13 0,0-4 26 0,1 6-3 16,5-4 15-16,5 0 6 0,8-1-2 0,11 0-5 15,-1-1-1-15,3 0-7 0,0-1-17 0,1-2 14 16,-1 2 1-16,-1 0-5 0,-2 0-2 0,3-1-4 16,-5 2-5-16,-7 0 5 0,-4-2-5 0,-4 2-3 15,-3 0 3-15,-1 0-5 0,-3 0-11 0,-5 0-1 16,12 0-4-16,-8-1-6 0,-4 1-3 0,0 0-8 0,9 1-12 16,-9-1-22-16,0 0 4 0,0 0-11 0,0 0-16 15,0 0-31-15,-11 7-29 0,6-5-36 16,-4 0-39-16,4 1-36 0,0-2-50 0,0 0-261 15,5-1-612-15,-7 2 271 0</inkml:trace>
  <inkml:trace contextRef="#ctx0" brushRef="#br0" timeOffset="59540.62">17926 4620 209 0,'0'0'222'0,"9"4"-24"16,0 2-16-16,0 5-12 0,2 5-11 15,5 8-16-15,-2 6-5 0,0 12 0 0,0 9-5 0,-6 5-7 16,-3 0 7-16,-5 28-4 0,-1-27-5 0,-11 27-6 15,-6-2-10-15,4-26-4 0,-3 4-11 0,2-7-8 16,-8 5-4-16,0-9-8 0,-2 0-3 16,-9-4-8-16,1-4-5 0,-8-4 5 0,-1-4-9 15,-5-3-3-15,-6-4-6 0,-3-2-37 0,-6 0-65 16,-30-2-83-16,1-7-165 0,23-7-155 0,-30-7-500 0,4-5 221 16</inkml:trace>
  <inkml:trace contextRef="#ctx0" brushRef="#br0" timeOffset="60152.7">14103 4545 123 0,'-4'-4'245'16,"4"4"-25"-16,-5-3-18 0,5 3-26 0,0 0-20 0,-9 5-20 16,1 2-14-16,-6 10-15 0,-5 8-12 0,-12 16 7 15,-2 11-10-15,-15 26-3 0,-1 5 19 16,4-1-8-16,1-1-4 0,8 0-8 0,4-3-8 15,18-21-1-15,4 26 19 0,10-27-5 0,7 1-2 0,7-1-2 16,9-2-1-16,22 19-1 0,-7-29-5 0,33 12-9 16,6-7 0-16,8-10-4 0,5-7-53 0,4-6-60 15,9-6-95-15,4-4-140 0,-4-5-191 16,-3-8-507-16,-7-3 225 0</inkml:trace>
  <inkml:trace contextRef="#ctx0" brushRef="#br0" timeOffset="61239.58">18559 4867 233 0,'-1'-7'332'0,"-1"0"-5"16,2 1-19-16,0-2-17 0,0 5-20 0,0 0-26 15,2-2-27-15,-2 5-28 0,0-7-21 0,0 7-22 16,0 0-29-16,0 0-9 0,0 0-12 0,0 0-11 16,8 17-6-16,-5-7-6 0,-1 2-6 0,2 5-5 15,1 0-12-15,1 0-1 0,2 0-5 0,0 0-8 16,1 0-6-16,0-1-5 0,1-2-6 0,-1 0-5 16,-4-5-3-16,3-1 7 0,1-2-9 0,-4 0 8 15,0-2-5-15,4-3 2 0,1-2 4 0,1-1-14 16,-1-1 3-16,2-4 7 0,-1 0 13 0,1-6-4 15,-1-1 6-15,-1 2 8 0,1-6 3 16,-4 2 2-16,3 1 5 0,-3-1 10 0,0-1-4 0,-2 5 1 16,0 2 4-16,1 0 3 0,-3 0-10 0,0 6-2 15,-2-2-11-15,-1 1-22 0,2 1-35 0,1 2-37 16,-3 2-1-16,0 0 10 0,0 14 14 0,-5 0-7 16,1 6 4-16,-1 7 3 0,-4 4 3 0,-3 15 1 15,-5 0 3-15,2 2 6 0,-1 1 8 0,0 5-2 16,0 3-2-16,1-3 11 0,3 1-6 0,0-2 5 15,-1 0 3-15,1-4 8 0,1-3-6 0,3-12-5 16,0 1 2-16,2-4 3 0,-3-5-3 0,2 0 3 16,0-6 2-16,1-6-2 0,-2-2-2 0,4-2 4 15,-1-3 13-15,1 1-4 0,-1-4 9 0,1-1 0 16,-4-3-11-16,-3 0 10 0,0-3-9 0,1-2 14 16,-6-7 39-16,0-2 9 0,4-1 22 0,-4-4 12 15,4-3 4-15,4-2-4 0,2-1-11 0,6-5-6 16,6-3-22-16,2-2-5 0,14-11-18 0,6 4-10 15,7-2-4-15,1 4-3 0,-4 4-9 0,-5 9 3 16,10-3-6-16,-4 9 1 0,2 3-10 0,2 1-9 16,10-1 11-16,4 2 1 0,-15 5-6 0,-1 2 6 15,-3-2 0-15,-2 5-4 0,-9 0 0 0,-2 1-2 16,-3 4 4-16,-3-4 4 0,0 3 5 0,-8-2-13 16,3 2-6-16,-3-1 11 0,1 2-3 0,-6 1-7 15,7-3 2-15,-7 3-28 0,4 0-1 0,-4 0-18 16,0 0-18-16,0 0-15 0,0 0-40 0,0 0-25 15,0 0-27-15,0 0-23 0,0 0-31 0,0 0-47 16,-21 4-54-16,19-3-281 0,2-1-658 0,0 0 291 16</inkml:trace>
  <inkml:trace contextRef="#ctx0" brushRef="#br0" timeOffset="61439.11">19518 5111 363 0,'4'-4'342'15,"-4"1"-42"-15,7 1-30 0,0-4-23 0,1 5-25 0,2-3-24 16,8 0-23-16,0 0-31 0,4 0-40 16,6 3-48-16,1-2-49 0,1 2-59 0,-1 0-71 15,-2-1-253-15,1 0-407 0,-9 2 180 0</inkml:trace>
  <inkml:trace contextRef="#ctx0" brushRef="#br0" timeOffset="61601.78">19633 5242 152 0,'-4'4'177'16,"-2"2"19"-16,6-4 16 0,0-2-5 0,12 10-16 15,0-3-18-15,10-3-20 0,10 1-13 0,5 1-35 0,17-1-36 16,-1-4-58-16,2 0-49 0,2-2-50 15,3 0-76-15,-3 1-86 0,2-5-270 0,1 0 120 16</inkml:trace>
  <inkml:trace contextRef="#ctx0" brushRef="#br0" timeOffset="61906.93">20691 5006 110 0,'-10'-4'247'0,"0"-1"-18"0,0-1-20 0,-2 6-19 15,-2-3-19-15,0 3-16 0,-1 3-15 0,-3 1-14 0,1 5-14 16,-2 2-8-16,-4 5-12 0,1 3-6 16,-2 2-2-16,2 3 19 0,3 1-6 0,4-2 1 15,3 4 7-15,2-1-6 0,5-2-1 0,4 1-3 16,2 1 0-16,8-1 7 0,6-1 3 0,3-1-1 16,8-5 6-16,3-4-9 0,6-3 1 0,4-5-11 0,11-3-6 15,-10-6 11-15,-3-3 11 0,-3 0-2 16,2-6 11-16,-4-5-12 0,-4 1-23 0,-5-2 12 15,-1-4-9-15,-5-2-10 0,-2-2-14 0,-9-3-13 16,-2 2-3-16,-3-4-14 0,-2 3-6 0,-5 1-12 16,-6 2-12-16,-3 0-48 0,-8 3-37 0,-5 0-36 0,-7 6-28 15,-2 6-31-15,-17-2-34 0,15 5-70 16,-15 5-324-16,17 4-656 0,5 3 290 0</inkml:trace>
  <inkml:trace contextRef="#ctx0" brushRef="#br0" timeOffset="62719.66">22022 5141 115 0,'0'0'141'16,"-7"-3"-7"-16,7 3-12 0,0 0-12 0,-6-2-3 16,6 2-9-16,0 0-4 0,0 0-3 0,0 0-11 15,-4-1 1-15,4 1 1 0,0 0 3 0,0 0-1 16,0 0 5-16,0 0-5 0,0 0-1 0,0 0-5 15,0 0-9-15,0 0 1 0,0 0 0 0,26-1-11 16,-6 1-3-16,14-5-9 0,6 4 2 0,16-1 11 16,4 0-12-16,4-1 2 0,3 3-7 0,23-3-7 15,-31 3-1-15,0 2-4 0,-5-2-9 0,-15 0-6 16,-3 0-10-16,-4 0-11 0,-1-2-9 0,-12 2-10 16,-2 0-12-16,-5 0-8 0,-4-2-12 0,-3 2-21 15,-5 0-12-15,0 0-13 0,0 0-5 0,0 0-15 16,-25-7-22-16,12 2-141 0,-5 4-307 0,1-5 136 15</inkml:trace>
  <inkml:trace contextRef="#ctx0" brushRef="#br0" timeOffset="63035.68">22714 4911 74 0,'0'-3'204'0,"0"3"-24"16,0 0-21-16,0 0-16 0,0 0-11 0,0 0-17 15,15 5-7-15,-5 2-2 0,1 1-5 0,4 2-4 16,3 3-5-16,4 3-6 0,0 3-8 0,-1 0-7 16,-3 1-4-16,4 4-7 0,-4-4-5 0,-3 1-2 15,-6-4-8-15,1 2-5 0,-5 0-1 0,1-2-2 16,-4 0-3-16,-2 0 3 0,0-5-3 0,-4 3 3 15,-3-1 0-15,-5-1 0 0,-1-2-3 0,-3-1-3 16,-1-1-2-16,-2-1-5 0,1-1 0 0,-1 0-2 16,-1-1 0-16,3-2-4 0,-1-2-3 0,5 2-8 15,-1-2-13-15,5 2-20 0,1-3-20 0,3 0-40 16,5-1-69-16,0 0-223 0,0 0-409 0,0 0 182 16</inkml:trace>
  <inkml:trace contextRef="#ctx0" brushRef="#br0" timeOffset="63385.37">23831 4928 295 0,'0'-4'323'16,"1"-1"-24"-16,-1 5-34 0,0-6-25 0,0 4-24 15,0 2-24-15,0-5-21 0,0 5-21 0,4-3-22 16,-4 3-15-16,0 0-9 0,0 0-15 0,-5 16-7 16,5-7-5-16,-3 4-9 0,3 3-8 0,-1 1-7 15,-4 0-4-15,1 1-7 0,-1 2 0 0,1-3-6 16,1 3-6-16,-1-3 2 0,1 0-4 0,-1 1-3 16,4-7 1-16,-4 1-5 0,2-1 3 0,-4-4-7 15,6 2 1-15,-2-4 0 0,0 1 2 0,2-6-4 16,0 7-1-16,-3-3-1 0,3-4-3 0,-1 6-1 15,0-3-4-15,1-3 1 0,0 0-13 0,0 0-56 16,0 0-47-16,0 0-26 0,0 0-41 0,-4-18-29 16,4 9-59-16,0-3-149 0,2 4-447 0,2-3 198 15</inkml:trace>
  <inkml:trace contextRef="#ctx0" brushRef="#br0" timeOffset="63734.13">23859 4647 109 0,'-9'-6'189'0,"-3"0"-15"16,1 4-16-16,-3-1-12 0,-4 6-15 0,-1-3-10 15,1 5-14-15,-9 6-12 0,0 3-8 0,-2 3-11 16,1 6-5-16,-9 9-3 0,-4 7 20 0,4 5 8 16,-1 2 1-16,1-3 0 0,2 4 16 0,-1 2-11 15,6-6-9-15,8 1 6 0,8-13 8 0,2 3-3 0,7 1-3 16,4 0 5-16,3 1-5 0,9-2 14 15,3-2-2-15,5-2 9 0,14 5 7 0,9-3 13 16,8-10 2-16,5-4-2 0,5-5 0 0,4-6 0 16,-1-5 1-16,1-4-4 0,3-7 7 0,-5-6-1 15,-6-3 0-15,-2-3-3 0,-2-5-6 0,-6-6-14 16,-3-6-12-16,-2-2-14 0,-3-7-14 0,-8 0-16 16,-2-3-14-16,-10-6-11 0,-9 0-6 0,-5 2-6 15,-8 4-12-15,-5 3-20 0,-10 3-10 0,-9 2-33 16,-12 8-63-16,-11 5-78 0,-32 0-50 0,-7 13-61 15,-13 3-102-15,-10 10-330 0,-1 6-792 0,-1-3 351 0</inkml:trace>
  <inkml:trace contextRef="#ctx0" brushRef="#br0" timeOffset="84600.48">4066 8395 44 0,'0'0'104'0,"0"0"-8"0,0 0 0 0,0 0-1 16,0 0 2-16,0 0 0 0,0 0-6 0,0 0 3 15,0 0-2-15,2-5 4 0,-2 5-5 0,0 0-5 16,0 0 0-16,0 0 2 0,0 0-9 0,-4-4 1 16,4 4 0-16,0 0-6 0,0 0-6 0,0-7-6 15,4 6-6-15,-4 1-2 0,4-4-6 0,2 1-9 16,2 1-6-16,-2-2-4 0,6 3 8 0,2-2-4 15,-1 3-7-15,5-3-3 0,0 2 4 0,-1 2-4 16,1 2 0-16,1 0-1 0,1 3-2 0,-4 2-3 16,2 2-3-16,0 2-2 0,-4 0-4 0,-1 2 0 15,2 2 2-15,-6 2-3 0,-1 0-1 0,-2 1-1 16,-3 7 0-16,-6-6-4 0,-3 4 1 0,-4 3 6 16,-3-3-7-16,-5 2-1 0,1-4 3 0,2 2-2 15,-5-4-1-15,2-3 3 0,-3 0 2 0,7-3 0 16,-2-4-2-16,-1 2-1 0,-1-5 3 0,9 3-3 15,-1-8 2-15,2 3-1 0,3 0 8 0,0 0 20 16,-4-4 20-16,5-1 24 0,2 3 30 0,2-3 3 16,0 0-11-16,-4-7-9 0,5 0-9 0,3 0-8 0,1-5-9 15,9-5-7-15,3-4-6 0,1-2-4 16,1-4-2-16,0 1-9 0,5 0-2 0,0-1-5 16,1-1-1-16,-1 1-2 0,-1 1-3 0,-1 3 8 15,-2-4 13-15,1 8-14 0,-2-1 8 0,-8 5 11 0,2 6 3 16,-5-1 4-16,-1 3 3 0,1 0-7 15,-2 2-8-15,-3 0-4 0,1 2-6 0,-2 1-9 16,1-1-17-16,-3 3-26 0,0 0-25 0,0 0 0 16,0 0 6-16,-1 13 8 0,-4-1 4 0,-3 5 0 0,-4 7 1 15,2-2 4-15,-1 5 4 0,1 0-2 0,0 1 8 16,3-3 3-16,-1 1-8 0,4-1 7 16,2-6 6-16,2 0-5 0,0 0 6 0,2-2 1 15,2-2-1-15,2-3-1 0,1-2-1 0,7 0-22 16,3-1-37-16,3-4-59 0,3-3-77 0,5 1-90 0,-1-3-210 15,-4-4-541-15,4-7 240 0</inkml:trace>
  <inkml:trace contextRef="#ctx0" brushRef="#br0" timeOffset="85183">4614 8058 228 0,'2'-4'262'0,"0"1"-12"16,0 1-19-16,-2 2-17 0,4-4-19 16,-1 0-13-16,-3 4-23 0,7-1-16 0,-2 0-14 15,-5 1-14-15,11 0-13 0,-4 1-8 0,1 1-8 0,1 3-10 16,-1 0-7-16,2 0-10 0,-1 1-1 0,-2 2-11 15,1 0-4-15,1 3-6 0,-4 0-3 0,0 3-1 16,0 1-2-16,-1-2-6 0,-4 0-1 0,3 4-4 16,-6-1-3-16,3-4 0 0,-5 3-2 0,2-3 0 15,2 0-1-15,-4-1-2 0,1-1 1 0,0-1-5 16,3 0 2-16,-3-3-3 0,0-1 0 0,3 1 4 16,2-3-2-16,-3-1 9 0,2-2-5 0,0 7 5 15,0-7 11-15,5 0 7 0,6 0 20 16,1 0-13-16,7 0-4 0,3 0-5 0,6-5-3 0,1 3 2 15,0-1 1-15,-1-1 0 0,-7 2-7 0,10-1 0 16,-12 3-6-16,2-3 0 0,-2 3-8 0,-5 0 5 16,-1-3-5-16,-4 3 0 0,-3 0-6 0,0 0-12 15,1-1-16-15,-7 1-24 0,7 0-15 0,-7 0 7 16,2 4 3-16,-2-4-23 0,-9 10-42 0,-1-5-42 16,1 2-74-16,-3 0-248 0,2 1-518 0,1-3 230 15</inkml:trace>
  <inkml:trace contextRef="#ctx0" brushRef="#br0" timeOffset="86018.46">5742 8506 178 0,'-4'-7'230'0,"2"3"-19"0,-3-4-17 0,-1 6-20 0,-4-5-17 15,1 1-15-15,-1 2-12 0,-4 0-15 0,-4-1-11 16,-1 2-8-16,-4 3-9 0,-5 0-12 0,1 3-12 15,-5-3-6-15,1 1-10 0,2 4-1 0,1 0-4 16,1 6-8-16,8-2-2 0,-3-2-1 0,4 3-5 16,-1-2-3-16,0 5-4 0,2-1 2 0,2 1-4 15,3-2-3-15,1 2-2 0,3-4-4 0,3 3 3 16,0-1 1-16,3 0-1 0,2 0 1 0,2 0-2 16,3-2 1-16,4 1-1 0,5 0 1 0,3-3 1 15,3-2 0-15,2-1-1 0,2-3-3 0,2-1 1 16,5-3-3-16,-11-1 0 0,8-2-1 0,-2-4 16 15,-2-4 16-15,-6 7 6 0,4-10 25 0,-1-2-1 16,-3 1 12-16,0-1 9 0,-5-5 3 0,1-2-2 16,-4-1-3-16,-2-4 6 0,2 0 17 0,-2 1-3 15,-2-1 9-15,-2 0 16 0,1 1 13 0,-1 2 4 16,0 8 8-16,-3 3-5 0,3 0 10 0,-4 0-7 16,0 3-12-16,2 7-1 0,-2-1-17 0,0 1-12 0,0 0-18 15,2 4-6-15,-2-1-11 0,0 0-12 16,0 4-31-16,2-6-20 0,-2 6-42 0,0 0-41 15,-2-4-35-15,2 4 4 0,0 0 22 0,0 0-12 16,-2 21 13-16,2-10 8 0,-1 6 9 0,0 2 16 0,-2 6-10 16,-3 2 12-16,2-1-1 0,-1 8 5 0,2-4 6 15,-3 0 1-15,5-3 16 0,-3 2-5 16,1-2 1-16,-2 0 3 0,1-3 7 0,3-5-3 16,-1-2 2-16,-1 0 3 0,3-5 0 0,0 0 3 0,-1-1-5 15,1-2 6-15,0 1 3 0,-3-6 8 16,3 3-14-16,0-1 8 0,3-2-3 0,-3-1 7 15,0 2 7-15,0-5 16 0,1 4 5 0,-1-4 8 16,0 0 9-16,3 3-5 0,-3-3-9 0,20-3-1 0,8-5-8 16,5 2-40-16,3-9-71 0,15-2-96 0,0 0-126 15,0-6-400-15,2-6-762 0,-1-4 337 0</inkml:trace>
  <inkml:trace contextRef="#ctx0" brushRef="#br0" timeOffset="86648.73">5924 7821 225 0,'2'-3'280'0,"-2"3"-11"0,4-5-13 16,-1 3-20-16,0-2-25 0,-3 4-18 0,12-3-19 15,-6 2-13-15,3-1-16 0,3 2-12 0,-2 1-9 16,1 0-9-16,0 3-17 0,-5-1-11 0,3 1-10 16,1 3-12-16,-5-1-7 0,3 2-8 0,-3 2-9 15,-2 3-1-15,-2 3 4 0,-1 2-15 0,-4 1-1 16,-1 4-4-16,-4 3-4 0,0-7-1 0,-2-1 8 15,-1 5-14-15,-2-8 0 0,4 1 3 0,-1-2-7 16,4-4 2-16,1-1-3 0,-1-1 2 0,3-2-3 16,0-1 7-16,2 0-5 0,-1-1 5 0,1-1 1 15,1 0 14-15,1-3-4 0,3 4 21 0,2-2 18 16,2 0 3-16,6 0 16 0,4-2-25 0,3 0-4 16,0 0-1-16,3 0-8 0,-1 0 2 0,6-3-8 15,-9 3-4-15,0 0-7 0,0 0 2 0,-8-1-3 0,-2 1 0 16,-2 0-5-16,1 0-4 0,-8 0 1 15,10 0-8-15,-10 0 5 0,9 0-8 0,-9 0-15 16,0 0-16-16,4 1-25 0,-4-1-25 0,0 0-14 16,0 0-34-16,-13 10-44 0,2-5-58 0,-1 1-106 0,2-1-196 15,0 0-567-15,-2-1 252 0</inkml:trace>
  <inkml:trace contextRef="#ctx0" brushRef="#br0" timeOffset="87366.43">6206 8265 287 0,'0'0'306'0,"0"-5"-13"16,0 5-4-16,1-8-16 0,2 4-18 0,-1 1-17 15,-2 3-18-15,4-7-25 0,-4 6-20 0,0 1-26 16,0 0-11-16,3-6-15 0,-3 6-16 0,0 0-14 16,2-2-21-16,-2 2-14 0,0 0-6 0,0 0-3 15,13 5-12-15,-8 1-6 0,0-3-5 0,-1 1-7 16,1 3-7-16,3 1 7 0,1-1-19 0,-4 1-8 16,0 0 1-16,0-3-4 0,2 2-5 0,-1-1-4 15,-1-1 1-15,0 1 4 0,-1-5-10 0,0 4 10 16,-2-1-2-16,1-3 4 0,-3-1 1 0,9 2 2 15,-9-2-1-15,0 0 5 0,10-7 1 0,-7 2 13 16,1 1 20-16,-2-1-1 0,2-2 10 0,-1 0-2 16,0 1 2-16,1-1 12 0,1-2-2 0,-2 3 2 15,-1 0 5-15,2 0 8 0,-1 1-14 0,-2 3-8 16,2-3 1-16,-2 2-3 0,1-1-14 0,-2 4-3 16,0 0-17-16,4-5-23 0,-4 5-11 0,0 0 15 15,0 0-10-15,4 14 2 0,-4-8 2 0,0 6 0 16,0 2 1-16,-1 2-2 0,-1 9 3 0,-1 7 4 15,0 0 0-15,-1 2 2 0,-1 1 1 0,1-1 2 16,-2 2 0-16,-3-1-1 0,4-3 3 0,-4-2 2 16,4 2-2-16,-2-3-1 0,-1-2 7 0,2-8-1 15,0-1-3-15,0-2 4 0,-2-4-4 0,4-2 4 16,-1-3 3-16,1-1-1 0,-1 0 2 0,1-2 2 16,-1-2-1-16,-5-1 2 0,2-2 2 0,-1-1 12 15,-3-2 23-15,3-4 22 0,0 1 22 0,1-5 11 16,-2-2 15-16,3-1-1 0,2-4-6 0,1-8-1 15,7-3-14-15,5 0 5 0,3-2-21 0,7-14-9 16,6 3-3-16,7 3-7 0,-9 10-9 0,12-4-4 16,-8 10 3-16,2 1-12 0,5 1-7 0,-5 4 8 15,3 1-17-15,2 0 5 0,-2 4-4 0,1 2 0 0,-7 0-5 16,-6 4 3-16,-1 3-2 0,-8-1-4 16,2 0-3-16,-4 4-5 0,-2-3 2 0,-1 4-3 0,0-2 0 15,-1 0-16-15,-4 2-9 0,9-3-27 16,-9 3-28-16,0 0-2 0,0 0 9 0,0 7 1 0,-5-2-10 15,-4 2-38-15,0 1-47 0,-9 6-49 0,-7 3-60 16,0-3-380-16,1-1-708 0,4-4 313 0</inkml:trace>
  <inkml:trace contextRef="#ctx0" brushRef="#br0" timeOffset="87915.38">5177 8937 47 0,'0'0'226'0,"0"0"-15"0,0 0-11 16,0 0-12-16,0 0-19 0,0 0-11 0,-10 0-17 16,10 0-12-16,0 0-14 0,0 0-10 0,0 0-7 15,0 0-6-15,0 0-9 0,0 0-2 0,0 0-5 16,0 0-5-16,0 0-3 0,0 0 0 0,0 0-6 15,0 0-3-15,0 0-3 0,0 0-3 16,0 0-2-16,0 0-6 0,0 0-3 0,0 0 1 0,0 0-1 16,0 0 5-16,0 0 1 0,0 0 1 0,0 0 6 15,31-2-10-15,-2-1-4 0,8-1 0 0,19-1-5 16,8 0-4-16,36-3 2 0,1-1 12 0,3 0 11 16,8 3 6-16,0-3 7 0,3 6 10 0,3-4-1 15,1-2 16-15,-12 5 6 0,-6-1-4 0,-37 1 6 16,0-1-5-16,-4 3 0 0,-8-1-1 0,-16-1 1 15,-4 1 4-15,-10 1 12 0,-5 1 0 0,-4 0-5 16,0-2-10-16,-5 2-9 0,-1 1-8 0,-1-1-10 16,-3 0-19-16,-3 1-23 0,8-2-36 0,-8 2-49 15,0 0-52-15,0 0-55 0,1 5-60 0,-1-5-49 16,-18 11-99-16,6-8-308 0,-5 2-733 0,5-1 326 16</inkml:trace>
  <inkml:trace contextRef="#ctx0" brushRef="#br0" timeOffset="88841.07">5802 9364 22 0,'-5'-6'210'0,"-7"1"-21"16,1-1-19-16,1 1-17 0,-8-1-15 0,1 3-13 15,-1 1-15-15,-3 0-7 0,1 0-12 0,-2 4-6 0,1 2-12 16,-1 1-8-16,-6 0-5 0,3 5-7 16,-1 0-3-16,6-2-1 0,-3 6-7 0,0 0-6 0,6-2 1 15,2 3-6-15,1-1-6 0,2 1-3 16,3 2-2-16,-1 0 1 0,1 0-5 0,4-2 1 0,1 1 1 16,4-1 2-16,0-2 1 0,4 0-2 15,-2-1 14-15,5 0 25 0,-1-4 11 0,7 1 3 16,1 1 5-16,4-3 2 0,0-4-3 0,1 1 1 15,0-3 2-15,0-4 10 0,1 1 6 0,-1-4 5 0,-1-3 8 16,-2 1 18-16,1-4-2 0,-2-2 6 0,-2 0 0 16,5-7 0-16,-8-2-4 0,4 0-5 15,-2-3 4-15,-2-3-8 0,-1-2-12 0,0-3-10 16,2-12-12-16,-6 11-3 0,4-9 1 0,-4 10-5 0,-1 2-5 16,0 3-4-16,-1 3-5 0,-1 1 10 0,0 8-6 15,0 1 3-15,-2 6-4 0,2 0-6 0,-2 4-11 16,0 0-1-16,0-1-11 0,2 3-25 0,-2 4-35 15,1-6-44-15,-1 6-39 0,0 0 13 0,0 0 2 16,0 0 11-16,3 24 3 0,-1-8 12 0,-2 7-1 16,1 9 28-16,-1-3-7 0,2 4 3 0,-2 0 3 15,2 0 8-15,0-2 10 0,2 3-6 0,-1-4 7 16,0-2 1-16,0-3 6 0,0-4 4 0,1-2-3 16,-4-2-27-16,3-2-18 0,-1-3-17 0,-1-2-25 15,-1-1-9-15,0-1-12 0,0-4-18 0,0 2 0 16,0-2-12-16,0 1-21 0,0-2-34 0,0-3-313 15,0 0-562-15,0 0 250 0</inkml:trace>
  <inkml:trace contextRef="#ctx0" brushRef="#br0" timeOffset="89265.02">6041 9290 137 0,'5'0'252'0,"2"-2"-17"0,-1 1-24 0,-6 1-19 16,13 3-12-16,-8-1-14 0,3 4-16 0,-1 0-12 16,3 2-9-16,-3 2-15 0,-1 2-9 0,2 2-6 0,-2 2-11 15,-1 1-11-15,-3 1-7 0,-2-1-5 16,0 3-7-16,-2 1-6 0,0-2 6 0,-2-1-13 16,-1 1-3-16,0-2-6 0,-3-3-1 0,3-2-3 15,0-3-2-15,1 2-2 0,0-5 1 0,-1-1-2 16,3 1 14-16,-1-1 19 0,2-3 36 0,-3 1 42 15,4-3 63-15,0 2 12 0,0-2-20 0,0 0-21 16,1-12-15-16,6 4-17 0,-1-1-13 0,3-6-19 16,2-2-11-16,7-5-7 0,-1 0-11 0,2-1-10 0,1 1-9 15,1 3-4-15,-2-1-5 0,-5 7-7 16,-1 4-3-16,-7 0-12 0,2 1 1 0,2 2-4 16,-6 3-8-16,1-2-19 0,-1 2-33 0,0 3-12 15,-4 0-2-15,9 5 6 0,-4 0-9 0,0 2-5 0,-1 3 6 16,1-3 3-16,0 6 3 0,0 4-3 15,1-1 3-15,0-1-4 0,-2 2-6 0,-1 0-23 16,4-2-19-16,-1-1-17 0,-2-1-22 0,-2-4-22 16,1 2-26-16,-2-2-39 0,2-4-60 0,-3-1-275 0,0-1-603 15,0-3 267-15</inkml:trace>
  <inkml:trace contextRef="#ctx0" brushRef="#br0" timeOffset="89671.75">6464 9174 207 0,'5'-5'327'0,"-1"0"-5"15,0-1-21-15,-3 1-20 0,4 2-22 0,-4 1-27 16,2-2-22-16,-3 4-23 0,8-1-21 0,-8 1-12 16,6 0-19-16,-6 0-13 0,9 5-7 0,-4 0-14 15,-2 0-5-15,1 3-15 0,-2 0-2 0,2 1-11 16,-1 1-8-16,-2 0-4 0,0 0-11 0,-1 0-4 15,-1-1-4-15,1 3-6 0,-4-3 2 0,4 3-1 16,-1-3-6-16,-2-1-10 0,3-3 10 0,-1 2-9 16,0-2-3-16,-2-1 0 0,3 0 0 0,0-1 0 15,0-3-3-15,-4 6 5 0,4-6 13 0,0 5 20 16,0-5 24-16,0 3 11 0,0-3 9 0,12-2 2 16,-2 2-10-16,12-1-4 0,7-3-13 0,4-3 0 15,-2 4-7-15,6-2-3 0,1 0-3 0,13-2 0 16,1 0 6-16,-1 0-4 0,-12 4 4 0,1-1 5 15,-1 0-8-15,-7 0-5 0,-11 4 1 0,1-4 3 16,-10 1 4-16,2 3-4 0,-5-2-4 0,-1 1 1 16,1-1-1-16,-4 2-8 0,-1 0-2 0,-4 0-4 15,8-2-12-15,-8 2-6 0,0 0-27 0,7 2-47 16,-7-2-62-16,0 0-78 0,0 0-84 0,0 0-73 16,0 0-455-16,-14 4-871 0,14-4 386 0</inkml:trace>
  <inkml:trace contextRef="#ctx0" brushRef="#br0" timeOffset="109077.22">7820 8714 190 0,'0'0'211'0,"0"0"-5"15,-9-1-5-15,9 1-10 0,0 0-11 0,0 0-11 16,0 0-4-16,0 0-6 0,0 0-9 0,-4-2-1 16,4 2-6-16,0 0-9 0,0 0-6 0,0 0-10 15,0 0-4-15,0 0-15 0,0 0-8 0,0 0-3 16,0 0-10-16,0 0-1 0,0 0-7 0,0 0-5 16,0 0-9-16,0 0-2 0,0 0-9 0,0 0-3 0,0 0-4 15,0 0-5-15,0 0-4 0,0 0-1 0,0 0-2 16,0 0-3-16,0 0-5 0,0 0-1 15,0 0 1-15,0 0-3 0,0 0-2 0,0 0-4 16,0 0-1-16,0 0-2 0,0 0 3 0,0 0-2 0,0 0-3 16,0 0 9-16,0 0-18 0,0 0 4 0,0 0 0 15,0 0-2-15,0 0-1 0,0 0 0 0,0 0 1 16,0 0 2-16,0 0-1 0,0 0-6 16,0 0 8-16,0 0-2 0,0 0 1 0,0 0 1 0,28 0-1 15,-7-3-4-15,11 0 5 0,2 0-3 16,4-3 12-16,16 0-9 0,4-1-3 0,-2 0 0 0,1 0 3 15,2 2-3-15,1-5 0 0,-4 5-1 16,-1-2 3-16,-14 1 1 0,-1 2-3 0,-4 2 0 0,-3-1 3 16,-5-4-8-16,-6 5-15 0,-6-1-2 0,-2 2-11 15,-5-2-10-15,-1 3-13 0,-2-2-22 16,-2-1-8-16,-4 3-13 0,0 0-10 0,-15-3 6 0,2 3-9 16,-5 0-16-16,0 3-7 0,-2-3-13 0,-1 2-8 15,5-1-31-15,-5 0-153 0,1-1-373 0,3 1 165 16</inkml:trace>
  <inkml:trace contextRef="#ctx0" brushRef="#br0" timeOffset="109329.49">8300 8485 45 0,'-1'-8'302'0,"0"-1"11"0,-2 1-2 0,1-1-4 15,0 1-28-15,1 1-16 0,1 2-22 0,-1 0-26 16,1 1-24-16,0 4-20 0,1-8-14 0,-2 6-26 16,1 2-42-16,0 0-34 0,0 0-3 0,0 0-7 15,-4 18-6-15,4-1-2 0,-4 8-6 0,-1 2 0 16,-3 2-5-16,5 4-1 0,-4 2 2 0,2 1-1 16,1-2-3-16,-1 2-6 0,-1-4-31 0,1-1-23 0,-2 3-29 15,2-2-38-15,0-5-56 0,-4 1-74 16,4-11-239-16,1-2-511 0,2-2 226 0</inkml:trace>
  <inkml:trace contextRef="#ctx0" brushRef="#br0" timeOffset="110061.71">9325 8543 63 0,'0'-12'286'0,"0"1"-15"0,0-1-16 16,0 1-7-16,-4-1-23 0,3-1-14 0,-3 1-19 15,3 3-15-15,-3-1-22 0,0 0-14 0,-2-1-14 16,-2 5-14-16,0 0-14 0,2 2-10 0,-4 1-10 15,-3-1-11-15,4 3-6 0,-5 1-11 0,0 2-7 16,-3 4-13-16,1 1 0 0,-1 2-5 0,-7 7-3 16,6 1-3-16,-1 2-5 0,0 4 0 0,2-3-4 15,3 5-8-15,0-3-1 0,0 2 0 0,2-1 1 16,5-4-2-16,3 0 12 0,3-1-12 0,-2-2 1 16,4 0 1-16,1-3 3 0,0-2 2 0,3-2 1 15,-1 0 1-15,1-4 6 0,3 0 9 0,3-1 12 16,1-1 15-16,-2-3 14 0,4-3 10 0,4 1 15 15,-4-3 8-15,3-2 21 0,-2-1 1 0,-1-1 5 16,0-2 15-16,-2-2-10 0,-1 0-11 0,1 2 10 16,-2-2 2-16,-2 1 4 0,-2 4 6 0,-1-3-11 0,2 1-2 15,-5 3-5-15,3 0-15 0,-2 2-11 16,-1 0-11-16,-2 1-10 0,4 1-9 0,-3-1-6 0,-1 4-17 16,3-4-23-16,-3 4-19 0,1-2-31 0,-1 2-18 15,0 0-12-15,0 0 1 0,0 0 1 0,4 10 2 16,-4-6 7-16,0 1 5 0,-2 3 2 0,0 0 4 15,2 1 3-15,-2 3 3 0,2-2 5 0,0 2 8 16,-2-3 1-16,1 3-7 0,1-2 6 0,0-1 5 16,0-1 3-16,0-1 2 0,1 1 6 0,1-3-3 15,0 1 7-15,2-1 1 0,0 0 3 16,6-2 1-16,0 1-9 0,12-4-35 0,6-5-60 0,7 0-72 16,0-7-82-16,18-7-118 0,-6-6-358 0,-1 0-786 15,-2-4 348-15</inkml:trace>
  <inkml:trace contextRef="#ctx0" brushRef="#br0" timeOffset="111331.22">10410 8446 46 0,'-1'-7'274'0,"-2"-1"-22"0,3 1-22 15,-4-3-27-15,-2 1-19 0,1-1-20 0,-3-2-15 16,0 4-14-16,-2-2-15 0,1 3-22 0,0-2-11 16,-3 4-9-16,-2-4-6 0,-2 1-8 0,0 3-7 15,3 1-8-15,-3 1-3 0,-1 2-2 0,3 0-6 16,1 2-8-16,-4 0-1 0,4-1-7 0,-1 5-4 15,0 2 0-15,-4 1-5 0,4 2-5 0,2-4-2 16,0 6 1-16,-1-1 1 0,3 1-9 0,-3-1-2 16,3 3 3-16,4 0-4 0,2-3-1 0,0 1 4 15,1-4 2-15,1 4-1 0,2 1 0 0,0-2 3 16,4-2-6-16,-2 3 8 0,3-4 5 0,1 0-7 16,-3-2 17-16,5-1 17 0,-2-2 15 0,1-1 20 15,0 0 12-15,5-3 14 0,-6 0 19 0,5-4 0 16,1 0 15-16,1-6 13 0,-4-2 4 0,5-1 2 15,-4-3-5-15,4-7-4 0,2 1-18 0,-2-2-5 16,-1-1-12-16,-2-3-14 0,3-1-7 0,-2-3-11 16,-1 3-5-16,-1-2-2 0,-1 1-2 0,-1 2-1 15,1 2 3-15,-4 8-7 0,0 4-3 0,-4-2 11 0,3 2-4 16,-2 6-4-16,0 1-6 0,-2 2-7 16,1 1-8-16,1 0-10 0,-2 3-11 0,2-2-28 15,-2 4-35-15,1-4-58 0,-1 4 8 0,0 0 6 0,-1 13 7 16,-1-1 10-16,-1 5 7 0,-1 4 8 0,0 3 2 15,3 4 9-15,-4-2 6 0,2 0 4 0,1 3-1 16,2-3 9-16,-1 2 5 0,-1-3 1 16,2-5 7-16,0 4-5 0,0-5 8 0,0-2-4 0,0 0 6 15,0-4 2-15,0-4-7 0,0 1-25 0,0-3-9 16,0-1-7-16,2 1 0 0,-2-3-4 0,-2 0-7 16,2-4-12-16,2 4-12 0,-2-4-12 0,0 0-22 15,0 6-25-15,0-6-29 0,0 0-27 0,0 0-7 16,0 0-293-16,3-18-546 0,1 8 242 0</inkml:trace>
  <inkml:trace contextRef="#ctx0" brushRef="#br0" timeOffset="111910.51">10487 8218 289 0,'3'-3'278'0,"-3"3"-20"0,3-4-14 15,-3 4-23-15,3-3-21 0,-3 3-22 0,0 0-16 16,2-2-24-16,-2 2-28 0,0 0-24 0,0 0-23 15,0 0-11-15,0 0-3 0,8 5-7 0,-6 2-2 16,1-2-4-16,1 0-2 0,1 1-6 0,-3 0-1 16,2 1 0-16,0-1-6 0,1 1-5 0,-2-3-4 15,-1 1 0-15,2 0-6 0,0-2 0 0,-2 1 2 16,1 0 1-16,0-3 1 0,-3-1 7 0,6 3 9 16,-6-3 8-16,0 0 22 0,9-6 18 0,-5 3 7 15,-1-1-2-15,0 0 0 0,1-1-3 0,1-1 1 0,-1-1-5 16,-3 1-6-16,3 3-2 0,0-2 0 15,-4 0-4-15,4 2-4 0,-3-1-6 0,3 1 4 16,-4 3-23-16,2-5-8 0,-2 5-18 0,0-5-22 16,0 5-18-16,0 0-3 0,0 0-3 0,0 0 3 15,4 16-5-15,-4-7 5 0,0 8 0 0,-1 1 3 0,-3 8 4 16,3 5-1-16,-3 5 7 0,-1-2 3 16,2 0 3-16,1 2 2 0,-2 0 1 0,0-1 4 15,0-2 0-15,0-1 0 0,-2-1 4 0,2-2-2 16,-1-2 3-16,1-8-1 0,0-1 0 0,-1-1 3 0,1-5 0 15,2-3 0-15,-3 2 9 0,2-6-6 16,1 3 3-16,-1-3 14 0,-1-2 9 0,0-1 7 16,-1 0 14-16,5-2 1 0,-11-3 13 0,6-1 15 15,0 2 22-15,0-5 17 0,-2-2 3 0,2-2 11 0,0-3-11 16,1-4-13-16,2-9-9 0,3-3-7 0,3-2-19 16,3 1 1-16,7-2-11 0,1 2-7 0,1 0-4 15,2-2 4-15,2 6-16 0,2 5-3 0,1-2-7 16,3 2 2-16,-2 3-8 0,4 1-5 0,-1 6 2 15,-2 1-3-15,0 1-5 0,-6 3-3 0,-2 2 0 16,-5 2-9-16,2 0-19 0,-1-1-26 0,0 2-32 16,-8 2-32-16,3 0-11 0,-3 0 4 0,-3 2-7 15,-3 3-25-15,-5 2-20 0,-3 3-42 0,-4 0-51 16,-1 2-79-16,-4-1-179 0,1-1-565 0,-7 3 250 16</inkml:trace>
  <inkml:trace contextRef="#ctx0" brushRef="#br0" timeOffset="112432.48">9798 8901 187 0,'0'0'210'0,"-9"-2"-4"0,9 2-3 16,0 0-3-16,-9 0-10 0,9 0-2 0,0 0-2 15,0 0-22-15,0 0-10 0,-6-1-14 0,6 1-16 0,0 0-10 16,0 0-12-16,0 0-13 0,0 0-1 16,0 0-17-16,0 0-7 0,0 0-9 0,0 0 0 15,0 0-10-15,0 0-6 0,0 0-4 0,0 0-4 16,0 0-3-16,0 0-1 0,0 0-6 0,0 0-2 0,0 0 1 15,0 0-1-15,0 0-5 0,0 0-2 0,0 0 3 16,0 0-2-16,0 0-1 0,-7 3-2 16,7-3 2-16,0 0 2 0,0 0-5 0,0 0 7 15,0 0 3-15,0 0 7 0,0 0 5 0,0 0 3 0,0 0 2 16,0 0-3-16,0 0-2 0,27-4-4 0,2-2 2 16,6 3-5-16,22-3-2 0,10 0 4 0,31-1 13 15,2 0 12-15,9 2-5 0,-3 0 12 16,-3-2 7-16,-3 2 0 0,-8-2 2 0,-28 2 3 0,-2-3-5 15,-2 3-4-15,-7 4-9 0,-15-5 4 0,-2 2-5 16,-3 1-1-16,-12 1-10 0,-2 0 19 0,-6 2-20 16,-2 0-7-16,-3-3 0 0,-2 3-11 15,1 0 4-15,-7 0-11 0,11-3-27 0,-11 3-40 0,5 0-32 16,-5 0-42-16,1 6-17 0,-1-6-30 0,-14 7-53 16,4 0-80-16,-8 1-272 0,-5 1-625 0,-1-4 277 15</inkml:trace>
  <inkml:trace contextRef="#ctx0" brushRef="#br0" timeOffset="113195.8">10414 9466 213 0,'0'-4'275'0,"0"4"-14"0,-3-9-11 16,6 5-16-16,-7-2-26 0,4 3-21 0,-1-2-19 15,-2 1-19-15,2-1-14 0,-2 0-11 0,-3 0-19 16,1 3-9-16,0-1-10 0,-7 1-8 0,0-1-9 15,-3 3-10-15,-4 0-5 0,1 1-10 0,-2 3-4 16,0-1-3-16,-1 1-6 0,2 2-7 0,0 2-1 16,1 0-2-16,0 2-5 0,1-2-9 0,3 3 1 15,1 1-5-15,5-4-5 0,-1 3-3 0,2-3 3 16,-1 1-7-16,3 0 5 0,0 0 0 0,3 0 5 16,0-2-2-16,4 1 5 0,0-2-3 0,5 2 3 15,0-3 0-15,2 2 0 0,2-4 2 0,1-1-4 16,1-2 5-16,6-2 8 0,-6 0 9 0,6-1 14 15,-2-4 19-15,-2-1 13 0,0-4 9 0,-2-2 9 16,0-1 13-16,0-2 19 0,1-5-1 0,0-4-13 16,-4-3-4-16,0-1-16 0,3-3-6 0,-7-1-7 15,2 0-15-15,1-16 0 0,0 6-2 0,-4 13 11 16,0 3 17-16,-1 10-1 0,-1-2-2 0,-2 2-1 16,-1 10-10-16,2-2-11 0,-2 3-5 0,3 2-11 15,-3 0-16-15,0 1-27 0,1 1-37 0,-1 3-13 16,0 0 1-16,0 0-2 0,-4 14 9 0,1 3 9 15,-1 7-14-15,-1 7 15 0,-2 4 11 0,6-1 0 16,-3 2 8-16,0-2-9 0,3 2 6 0,1-4 1 16,1 2 8-16,2-2 3 0,-2-2 13 0,3-3-36 15,-3-8-9-15,3-2-17 0,0-6-13 0,-4 1-13 16,1-3-22-16,2-1-21 0,-3-2-15 0,0 0-16 16,1-1-5-16,-1-1-6 0,0 0-6 0,0-4-16 15,0 0 1-15,3 1-3 0,-3-1-265 0,0 0-489 16,-3-17 216-16</inkml:trace>
  <inkml:trace contextRef="#ctx0" brushRef="#br0" timeOffset="113599.4">10572 9287 170 0,'4'-2'261'0,"2"-1"-20"0,2 2-15 16,-4-4-18-16,2 3-21 0,2 1-14 0,2-1-14 15,2 2-13-15,-1 2-11 0,1-1-15 0,-2 3-12 16,4 1-7-16,-2 2 2 0,-2 2-20 0,0 0-4 15,0 4-10-15,-1 2-6 0,-3 0-9 0,-3-1-7 16,0 3-3-16,-5 2-3 0,-2-1-5 0,0-1-4 16,0 1-3-16,-1-1-4 0,-3-2-1 0,1 0-3 15,2-5-4-15,-1 1 0 0,0-1-1 0,2-4-2 16,0 0-2-16,0-1 4 0,1-2-1 0,2 2 8 16,-1-1 31-16,2-4 52 0,0 4 28 0,0-4 33 15,-4 3 30-15,4-3-16 0,0 0-13 0,7-9-23 16,2-1-14-16,2-2-16 0,4-4-11 0,4-5-7 15,4-2-8-15,1-1-18 0,2-3-9 0,2 0-4 16,-6 9-10-16,1-4-5 0,-9 7-1 0,-1 4-8 16,-4 0 1-16,-1 4-8 0,-2 0-2 0,-2 2-5 15,-1 1-23-15,1 0-22 0,-1 3-18 0,-1-3-27 16,-2 4 0-16,5 9 7 0,-6-4 6 0,-1 6 4 16,-2 6 5-16,1 1 10 0,-1 7-1 0,1 2 7 15,4 3 4-15,1-4 8 0,6 4-7 0,5-3 3 16,2-2-20-16,8-1-36 0,5-3-47 0,4-2-86 15,18-1-119-15,-12-8-307 0,1-5-692 0,14-1 306 16</inkml:trace>
  <inkml:trace contextRef="#ctx0" brushRef="#br0" timeOffset="115081.7">11766 8742 55 0,'0'0'178'16,"0"0"-5"-16,0 0-14 0,0 0-9 0,-13-2-11 0,13 2-6 15,0 0-14-15,0 0-6 0,0 0-11 0,0 0-7 16,0 0-8-16,0 0-10 0,0 0-5 0,0 0-5 16,0 0-9-16,-5 1-3 0,5-1-9 0,0 0-4 15,0 0-1-15,0 0-8 0,0 0 3 0,0 0-9 16,0 0-1-16,0 0-5 0,0 0 0 0,0 0-1 16,0 0-2-16,0 0-2 0,0 0 0 0,0 0-5 15,0 0-1-15,0 0 1 0,0 0-3 0,0 0 3 16,0 0-2-16,0 0-1 0,0 0 1 0,-4 2-3 15,4-2 1-15,0 0 10 0,0 0 1 0,0 0 6 16,0 0-5-16,0 0 2 0,20-1 7 0,-5-1-9 16,4 1 3-16,1-2-3 0,12 1 7 0,5-1 2 15,4 1 0-15,14-3 2 0,0 2 1 0,1-1-1 16,-1 0-5-16,-4-1 8 0,-15 4-12 0,1-2-1 16,-5 1-8-16,1 0 3 0,-3-1-6 0,-7 3-14 15,-6-2-20-15,0 2-28 0,-4-2-34 0,-5 1-43 16,-1 1-37-16,-2 0-219 0,-5 0-418 0,0 0 185 15</inkml:trace>
  <inkml:trace contextRef="#ctx0" brushRef="#br0" timeOffset="115327.55">12080 8603 157 0,'-2'-5'266'0,"0"0"-5"16,2-2 1-16,0 3-12 0,0-1-2 0,0 2-16 0,0 3-16 15,4-7-19-15,-4 7-18 0,-2-5-22 0,2 5-15 16,2-5-15-16,-2 5-17 0,0 0-28 16,0 0-18-16,0 0-9 0,0 0-6 0,-4 14 3 15,2-5-13-15,-1 8-4 0,-1 1-1 0,-2 9-8 0,2 0 0 16,-1 0-3-16,1 3 4 0,2-3-12 0,-2 2-16 16,2 0-12-16,1-2-27 0,2-1-22 0,1-6-28 15,0 4-15-15,0-5-38 0,3-7-76 16,-3 0-224-16,3-2-481 0,4-5 213 0</inkml:trace>
  <inkml:trace contextRef="#ctx0" brushRef="#br0" timeOffset="115963.8">12792 8381 195 0,'0'-7'300'0,"1"1"-17"0,3-1-17 15,-3 2-20-15,-1-2-24 0,3 5-20 0,-2-1-19 16,-1 3-22-16,0-7-19 0,0 5-7 0,0 2-29 16,5-3-19-16,-5 3-6 0,0 0-10 0,3 12-10 15,-2-5-6-15,-1 7-7 0,0 4-5 0,3 0-6 0,-6 10-1 16,3 2 3-16,-5-3-12 0,1 3 0 15,-1 4 0-15,-1-3-9 0,-1-1 1 0,2 0-5 16,-3-2-2-16,1 0 4 0,3-6-4 0,-1-3 1 16,1-1-3-16,0-4-3 0,0-2-1 0,3 0 5 0,-2-7-3 15,2 0-2-15,1 2 11 0,-5-3-6 16,5 1 34-16,0 0 35 0,-2-2 27 0,2-3 35 16,-2 4 23-16,2-4 21 0,0 0 7 0,0 0-20 0,0 0-16 15,9-11-17-15,0 4-12 0,0-8-15 0,2 2-11 16,5-8-11-16,2-3-9 0,0 2-9 15,3-4-10-15,1 1-5 0,-3 2-7 0,3-2-5 16,-2 4-5-16,-3 2-6 0,-3 4 0 0,-1 4-4 0,-4 2 0 16,-2 0-8-16,1 1-1 0,-4 4 1 0,0-2-6 15,0 3-1-15,1-1-4 0,-4 1-4 0,0-1-8 16,3 2-3-16,-4 2-16 0,0 0-9 0,4-3-18 16,-4 3-4-16,0 0-1 0,0 0 6 0,-10 12 2 15,-2-7-1-15,2 7 10 0,-4 0 4 0,0 1 4 16,-4-1 2-16,4 2-1 0,-2-2-2 0,1 0 14 15,1 0-2-15,5-4 6 0,0 1 0 0,1-2 2 16,0 1-2-16,3-4-4 0,1 2 3 0,0-2 2 16,0-1 4-16,2-1-3 0,-2 1-1 0,3 2 3 15,1-5-6-15,-3 4 7 0,3 1-1 0,0-1 0 16,4 1 1-16,1 1 0 0,0 3 4 0,4-1-5 16,0 2 7-16,6 3 4 0,-2-3-6 0,5 2-38 15,5 3-24-15,0-3-52 0,-4 0-33 0,4 3-47 16,1-1-64-16,2-2-103 0,-9-4-295 0,2-2-710 15,-1-2 314-15</inkml:trace>
  <inkml:trace contextRef="#ctx0" brushRef="#br0" timeOffset="116560.68">13141 8032 157 0,'4'-4'282'0,"-2"3"-18"0,2-3-16 0,2 1-14 16,1 1-32-16,-1-1-18 0,3 3-18 0,0-1-15 16,5 2-14-16,-4 2-14 0,4 1-10 0,-1-1-16 15,0 1-8-15,-4 7-9 0,1-2-10 0,-1 0-7 0,-1 2-4 16,-1 3-5-16,-2 1-9 0,-2 1-4 0,-3-2-1 16,-4 2-10-16,-2 0 0 0,-2 2-3 15,-3-1-5-15,-2-1 1 0,0-2-4 0,3-1 1 16,-2-1-4-16,2-2-1 0,1-2-2 0,4 0 1 0,1-3 0 15,-1 0-4-15,0-2 4 0,1 2-4 16,3-2 4-16,-2 1 6 0,3-4 11 0,-1 5 14 16,1-5 14-16,9 2 4 0,5 1 0 0,3-1-8 15,3-4-4-15,10 4-6 0,-1-2-11 0,0-2 15 16,1 4-27-16,2-2-25 0,-3 1-36 0,-1-1-45 0,-5 1-65 16,-5-1-78-16,-4 0-311 0,-2 0-583 0,-2-1 259 15</inkml:trace>
  <inkml:trace contextRef="#ctx0" brushRef="#br0" timeOffset="117347.26">13585 8475 78 0,'0'-5'285'0,"0"5"-21"0,0 0-21 0,4-6-22 0,-3 3-21 16,3 1-20-16,0-1-17 0,1 0-19 0,-5 3-11 16,13 0-17-16,-8 0-11 0,4 0-10 0,-1 0-10 15,2 6-8-15,0-1-10 0,-1 1-1 0,0 2-12 16,0 1-15-16,0 1 4 0,-1 6-14 0,1-1-2 15,-4 0-2-15,-4 3-4 0,3-2-3 0,-3 3 0 16,-2 0-1-16,-3 1-4 0,1-2-2 0,-2 2 1 16,-1-3 0-16,-3 1-1 0,3-2-5 0,-3 0 2 15,-3-3-2-15,7-1 0 0,-4-2-2 0,0 0 0 16,4-1 2-16,0-4-2 0,0-1 2 0,1 2 2 16,0-1-2-16,2-4-3 0,0 3 4 0,-3 1 30 15,5-5 32-15,-1 4 30 0,1-4 30 0,-4 3 27 16,4-3 14-16,0 0-3 0,0 0-8 0,0 0-17 15,0 0-16-15,9-15-14 0,-4 7-10 0,0-3-7 16,4-4-14-16,4 1-8 0,-3-1-5 0,3 1-9 16,1-3-6-16,1 2-10 0,2-5-2 0,1-1-13 0,-3 8 9 15,-2-3-4-15,1 3-8 0,0 0 0 16,-2 3 0-16,0-1-7 0,-3 5-3 0,0-2 3 16,-4 4-6-16,1-3 2 0,-3 4-3 0,1-1-6 15,0 3-1-15,-4 1 1 0,5-5-1 0,-5 5-7 0,4-5-10 16,-3 3-17-16,-1 2 2 0,0 0-24 15,0 0-14-15,0 0-3 0,0 0 10 0,0 0 6 16,0 12 2-16,-4-6 3 0,-1 0 8 0,3 4 0 0,-2 1 1 16,-2 0 5-16,0 3 6 0,1 3 0 0,0-2 8 15,0-1-4-15,0 1 14 0,2-1-13 16,2-2 13-16,1-2 6 0,0 2 2 0,0-4-3 16,4 2 9-16,1-1 2 0,1-1 8 0,6 1-1 15,3-1 1-15,6-2-7 0,8-1 13 0,2-1-17 0,0-1-27 16,2-3-36-16,0-3-62 0,-5-2-70 0,4 0-113 15,-4-6-330-15,2 2-687 0,-1-3 305 0</inkml:trace>
  <inkml:trace contextRef="#ctx0" brushRef="#br0" timeOffset="118425.97">14333 8480 59 0,'0'0'272'0,"3"-5"-7"0,-3 0-10 0,0 5-11 16,0-5-10-16,1 3-17 0,-1 2-13 15,0-4-17-15,0 4-16 0,1-6-10 0,-1 6-15 0,0-2-14 16,0 2-13-16,0 0-15 0,0 0-10 0,0 0-13 16,0 0-21-16,0 0-16 0,0 0-5 0,0 0-5 15,0 0-7-15,9 9 1 0,-5-1-3 16,-3 1-1-16,4-1-2 0,0 4-5 0,2-1 2 0,2 2-5 15,-4-1 1-15,1 0-4 0,2 1-13 0,-3-2-3 16,3 0-1-16,-1-2 2 0,1-1-1 16,-3-2-3-16,1 0 2 0,-1-2-1 0,-1-2 1 0,1 1 1 15,1-1 0-15,0-2 1 0,0 0 4 0,-6 0 6 16,9-2 11-16,-5-2 4 0,1 0 14 0,0-3-5 16,3 1 1-16,-3-2-6 0,0-2-1 0,-1 2 10 15,1-1-2-15,-1 1-2 0,1-1 8 0,-1 1-4 16,0 2 2-16,0-1-4 0,-3-1 12 0,0 3 0 15,3 1-6-15,-1-1-4 0,-3 5 0 0,1-5-4 16,0 5-1-16,-1 0-7 0,3-5-5 0,-3 5-5 16,1-5 0-16,-1 5-14 0,0 0-11 0,0 0-12 15,0 0-10-15,0 0-2 0,0 0 3 0,0 0-2 16,0 15 5-16,0-4 0 0,-2 1-2 0,0 3 2 16,1 3 3-16,-3 8 3 0,0 1 2 0,-1 3 1 15,1-2 6-15,0 5-5 0,2-1 7 0,-7-1 2 0,4 3 4 16,-3-2-1-16,4-1 4 0,-5-2-1 15,4-1 1-15,-2 2 1 0,1-3-1 0,-1 0 1 16,1-5 2-16,0-1 8 0,1-3-9 0,1-1 0 16,-1 1 2-16,0 2-2 0,0-2 2 0,0-1 1 15,1-4 1-15,-1-1 0 0,1-2-2 0,0 0 1 0,-1-1-3 16,0-2 3-16,1 1-2 0,0-1 2 16,-1-2-1-16,0-1 0 0,0 1-1 0,0 0 4 15,0-2-5-15,0-2 6 0,-3 3 0 0,4-2-3 0,-2 0 3 16,1-2 0-16,5 0-1 0,-12 0 1 0,12 0 18 15,-9-4 8-15,3 0 0 0,1-2 3 0,0-1 1 16,-3-2-4-16,5-2 23 0,1-6 15 16,-1-2-8-16,-2-7-5 0,9-1-6 0,-3-7-6 0,4 2-9 15,6-2-1-15,5-10-1 0,6 4-8 0,2-3 4 16,-3 13-5-16,8-9-5 0,-5 10-1 0,0 1-2 16,5 6 2-16,-4-4-1 0,5 3-4 0,-1 1 6 15,-1 1-4-15,-2 4 7 0,-2-2 14 0,-3 2 9 16,-5 7 2-16,-2 0 8 0,-4 1 10 0,2 3-5 15,-7-1 1-15,5 2-10 0,-5 3-6 0,-1-2-8 16,0 3-1-16,0-2-7 0,-4 3-13 0,5-6-22 16,-5 6-25-16,4-2-39 0,-4 2-14 0,0 0-12 15,0 0 6-15,0 0-19 0,0 0-15 0,-10 17-24 16,3-9-29-16,1 0-23 0,-3-1-48 0,4 1-324 16,-2 1-621-16,6-3 275 0</inkml:trace>
  <inkml:trace contextRef="#ctx0" brushRef="#br0" timeOffset="118758.9">15341 8685 76 0,'0'0'270'15,"0"0"-22"-15,0 0-21 0,0 0-17 0,0 0-27 16,0 0-17-16,0 0-17 0,18-9-16 0,-9 8-13 15,6-1-8-15,6 0-16 0,1-1-10 0,6 1-16 16,1 2-19-16,-1 0-32 0,1-1-33 0,2 0-46 16,0 1-58-16,-11 0-220 0,2-3-365 0,-2 1 161 15</inkml:trace>
  <inkml:trace contextRef="#ctx0" brushRef="#br0" timeOffset="118947.59">15428 8836 100 0,'0'0'281'0,"0"0"-18"0,0 0-24 16,19 0-24-16,-5-1-18 0,7-2-23 0,8 2-23 16,4-4-24-16,3 4-37 0,5-3-35 0,-3 2-38 15,1 1-68-15,13-3-84 0,-14-2-153 0,2 0-311 16,-2 1 139-16</inkml:trace>
  <inkml:trace contextRef="#ctx0" brushRef="#br0" timeOffset="119541.61">16890 8477 56 0,'-9'-2'131'0,"1"2"-8"0,-4-1-7 0,5 1-19 0,-4 1 5 16,-1 2-9-16,3 0-5 0,-1 1-16 0,-3-2 1 15,2 6-5-15,0-4-3 0,-4 5-12 0,4-2-2 16,-3 4-5-16,-2 0-4 0,2 0-2 0,-1 3-7 16,-2-1 2-16,3 1-8 0,-5 5 4 0,6-4-3 15,-6 4-1-15,6-3-3 0,1 1-2 0,0 0 1 16,3-1-1-16,-1 2 0 0,2-1 27 0,2 0 5 15,2 1-2-15,1-2 1 0,1 4-1 0,2-3 2 16,2 0 4-16,5-2 9 0,-1 2-2 0,3-3 5 16,2 2 5-16,2-3 8 0,3 1 9 0,0-2 8 15,5 0 1-15,-1-3 1 0,7 3-1 0,1-4 8 16,-1-3 7-16,5-2 7 0,-1-1-6 0,-1-3 3 16,-2-1 15-16,3-2-13 0,-3-3 0 0,0-1 1 15,-1-1-17-15,-1-2-7 0,-1-3-12 0,-2 0-2 16,0-3-9-16,0-4 5 0,-1 0-4 0,-4-4-7 15,-3-1-5-15,1 0 3 0,-5-3-20 0,-2 0 0 16,-4 0-6-16,-5 1-12 0,-4 0-3 0,-4 0-21 16,-7 3-16-16,-3-1-30 0,-6 6-21 0,-8-1-42 15,-19 1-58-15,-10 1-57 0,-2 5-115 0,-32 1-336 16,34 7-725-16,1-2 320 0</inkml:trace>
  <inkml:trace contextRef="#ctx0" brushRef="#br0" timeOffset="124558.8">18073 8637 19 0,'-5'-1'142'0,"5"1"-13"0,0 0-2 16,-5-1-22-16,5 1-5 0,0 0-8 0,0 0-3 16,0 0-14-16,0 0-15 0,0 0-5 0,-7-3 10 15,7 3-17-15,0 0 0 0,0 0-6 0,0 0-2 16,0 0-12-16,0 0 7 0,0 0 1 0,0 0 0 15,0 0-3-15,0 0-5 0,0 0 4 0,0 0-2 16,0 0 0-16,-6 0-8 0,6 0 8 0,0 0 2 16,0 0 1-16,0 0 7 0,0 0 1 0,0 0-2 15,0 0 4-15,0 0 8 0,0 0 7 0,31 3-4 16,-12-6-3-16,12 3-3 0,5 0-3 0,17 0-5 16,5 0-1-16,2-1 6 0,6-2 3 0,25 3 0 15,-28 0 1-15,0 2-7 0,-1-2-2 0,-6 0-5 16,0 0-2-16,-17 1-5 0,0-2-4 0,-3 2-5 15,-6-1 8-15,-1 0-8 0,-10 0-2 0,-1 0-5 16,-7 1-8-16,-1-1-10 0,-2 0-8 0,-1 0 2 16,-7 0-8-16,8 0 2 0,-8 0-1 0,0 0-2 15,0 0 1-15,0 0-15 0,0 0-11 0,-24 3-15 16,10-3-18-16,4 0-12 0,0 0-36 0,1 0-28 16,0-3-171-16,0 1-354 0,0 2 157 0</inkml:trace>
  <inkml:trace contextRef="#ctx0" brushRef="#br0" timeOffset="124908.8">19011 8430 191 0,'-4'-4'238'0,"4"2"-9"0,0 2-14 16,-4-4-10-16,4 4-17 0,-2-5-20 0,2 5-19 15,0 0-17-15,0 0-14 0,0 0-14 0,4-3-9 0,-4 3-10 16,11 6-7-16,1 0-8 0,3 0-1 16,3 3-9-16,6 3-6 0,4 2 1 0,-3 1-5 15,1 0-4-15,1 1-3 0,-1-2-4 0,-5 4-4 16,-4-4-6-16,2 3 2 0,-6-2-6 0,1-1-4 0,-5 1-3 16,-4-1-5-16,3-1-6 0,-7-1-4 0,0 0-3 15,-3 1 1-15,-3 0-2 0,-3-1 2 16,-2 0-1-16,-4-2 0 0,-3 1 3 0,1 0-2 15,0-4 0-15,-4 0 2 0,-1 1-4 0,5-1 5 0,-3-2-1 16,2 0-3-16,-1 2 2 0,5-5-2 0,3 2-3 16,0-1-7-16,1 0-9 0,0-1-22 0,5 1-17 15,-1-3-31-15,5 0-42 0,0 0-60 0,0 0-199 16,24-5-422-16,-1 0 187 0</inkml:trace>
  <inkml:trace contextRef="#ctx0" brushRef="#br0" timeOffset="125592.83">20318 8332 166 0,'0'0'194'0,"4"-4"-15"0,-4 4-20 16,8-3-17-16,-1 3-12 0,5 0-13 0,-2 0 1 16,4 2-16-16,5-1-5 0,2 2-10 0,1 1-8 15,-1 0-11-15,1 1-3 0,-1-2-6 0,-1 1-8 16,-2 3-3-16,1 3-6 0,-4-4-2 0,-3-1-1 16,-2 3-8-16,0 0-5 0,-5 1-7 0,-1-1 4 15,0 2-10-15,-5-1-1 0,-3 2-4 0,-4 3-5 0,-6 0 11 16,-4 2-3-16,-7 4-3 0,2-2-2 15,-5-2 1-15,1-2 1 0,0 0-6 0,1 0 1 16,-7 0 9-16,6-4-6 0,-1 2-6 0,1-2 6 16,3-1 1-16,5 1-7 0,5-4 5 0,1 0-3 0,3-1 1 15,3-3-1-15,0 1-1 0,1 1 8 16,-1-3 11-16,3 1 3 0,3 0 14 0,1-2 16 16,0 0 11-16,8 5 1 0,4-3-6 0,6-2-3 15,10 0-4-15,2 0-2 0,3-2-5 0,3 2 2 0,2 0 1 16,13 2 5-16,-11-4-4 0,-2 2-2 0,-1 0-3 15,-1-1-5-15,0 0-4 0,-7-2-3 0,-7 3 10 16,-2 0 4-16,-8-2 3 0,2 1 3 16,-6 1-5-16,-1 0 13 0,1 0-13 0,-2 0-6 0,-6 0 2 15,9 0-10-15,-5-1 2 0,-4 1-7 0,0 0-5 16,0 0-10-16,9 0-12 0,-9 0-8 0,0 0-22 16,5-3-21-16,-5 3-26 0,0 0-23 0,0 0-23 15,0 0-21-15,0 0-29 0,0 0-36 0,-25 0-64 16,19 0-150-16,0-3-457 0,0 0 203 0</inkml:trace>
  <inkml:trace contextRef="#ctx0" brushRef="#br0" timeOffset="126158.96">20658 8158 3 0,'-11'-2'151'0,"-5"-7"-29"16,0 2-4-16,-1 2-12 0,-1 0-10 0,-1 0-2 16,1 2-10-16,-5-1-8 0,3 0-1 0,0 1-3 15,0 0 2-15,-3 2-5 0,-6-3-1 0,1 3-3 16,7 1-3-16,-1 1-13 0,2 0-9 0,-7 3 0 15,7 1-7-15,-1 0-1 0,0 1 1 0,1 1-1 16,-4 3-8-16,4 2-4 0,3-1-2 0,-6 3-6 16,1 4 3-16,3 0-3 0,0 1-1 0,0 2-5 15,3 2 2-15,0 1 3 0,3-1-5 0,-1 2 8 16,5 4-6-16,0-2 5 0,-1 0 33 0,6 1 4 0,0 3 2 16,3-4 8-16,2 1-2 0,2 0-3 15,1-1 3-15,3 0 4 0,2-2-4 0,0 3 4 16,4-4 2-16,1-2 2 0,1 0 5 0,1-1-4 15,3-2 4-15,-1 0 2 0,6-3 13 0,-1 0-3 16,4-3 0-16,2-2 5 0,-2-1-1 0,2-2 4 16,2 0 0-16,-2-4-7 0,2 1 6 0,-1-1 3 15,-10-3 5-15,12 1 0 0,-3-2 4 0,1-3 0 16,-1-2 3-16,3 0-5 0,0-2 11 0,1-3-8 0,4-1 10 16,-2-2-5-16,11-8-11 0,1-6-6 0,-2-1-14 15,2-1-10-15,-2-4-9 0,2-3-3 0,-6 5-9 16,-3-7 2-16,-6 1-6 0,-11 8-5 15,-5-3-2-15,0 1 3 0,-4 0 4 0,-5 0-3 0,-3 1-4 16,-3 0-14-16,-9 2-11 0,-7 1-14 0,-7 0-18 16,-7 3-22-16,-20-2-16 0,-6 3-22 0,-3 2-25 15,-32-1-54-15,26 13-42 0,-34 2-52 0,7 3-85 16,-1 5-364-16,27 2-762 0,2-4 337 0</inkml:trace>
  <inkml:trace contextRef="#ctx0" brushRef="#br0" timeOffset="134091.04">5387 11417 129 0,'0'-4'152'0,"0"4"-3"0,0-8 2 16,2 3-12-16,1-2-2 0,-3-1-1 15,1 3-2-15,-1-3 3 0,3 3-5 0,-2-2-1 0,-1 0-3 16,1 1 5-16,-1 3-4 0,3-4-5 0,-3 2-11 16,0 2-14-16,1-1-7 0,-1 4-12 0,0-6-7 15,0 6-9-15,3-4-10 0,-3 4-15 0,0 0-23 16,1-3-30-16,-1 3-30 0,0 0-2 0,0 0 11 15,-4 17 5-15,3 1 5 0,-3 2 2 0,-4 6-3 16,1 7 4-16,-4 14 3 0,1-2 0 16,0 5 9-16,2-4 0 0,-2-2-6 0,1-9 6 15,0 11-2-15,3-11 8 0,1-1-2 0,1-4-2 0,-1 1 7 16,2-4 0-16,-2-2 4 0,3-8 1 0,-1-2 1 16,3-3 0-16,-1-1 3 0,-1-3-1 0,1-3 9 15,0 2 15-15,1-3 19 0,0 1 18 0,0-5 18 16,-1 5 15-16,1-5 8 0,0 3-13 0,0-3-10 15,0 0-19-15,-6-15-13 0,4 4-18 0,-2-5-23 16,2-2-21-16,-3-10-14 0,2 0-29 0,3-6-24 16,-4-13-21-16,3 0-19 0,1-3-21 0,2 0-10 15,2-1-6-15,-1 1 17 0,1 2 11 0,0 1 19 16,-2 10 8-16,-1 3 22 0,0-1 13 0,-1-2 21 16,-1 5 26-16,0 1 26 0,1-1 13 0,-4 3 16 15,4 2 18-15,-1 8 12 0,-2-1 12 0,2 7 8 16,1-1 5-16,-1 2 1 0,0 1-8 0,1 2 6 15,-2 4-5-15,2-3-14 0,-1 4-2 0,1 0-13 16,-1 0-13-16,1-2-13 0,0 6-20 0,0-3-19 16,0 3-20-16,0 0-4 0,0 0 0 0,0 0 2 15,13 13 0-15,-3-6 3 0,4 5 4 0,7 5 6 16,2 1 1-16,2 2 4 0,0 1 1 0,5 2 5 16,-2-4-1-16,-3 3 3 0,0 2 1 0,-2 0-2 15,-2-2 2-15,-1 1-6 0,-4 2 6 0,-6-2-1 16,-2-4-3-16,-3-5 3 0,-1 5-1 0,-5-2 3 15,-6 0-1-15,2-2 2 0,-9 0-4 0,-5 2 5 16,-5-3-1-16,-2 0 1 0,-2-2 0 0,-1 1 2 16,1-4-1-16,-6-2 1 0,5 0 2 0,-3 1-2 15,1 1-1-15,3-2 1 0,8-2-1 0,-2 1 0 16,9-3 0-16,-1-1-4 0,4 2 2 0,0-3 3 16,2 3-4-16,3-4 1 0,-1 1-8 0,6-1-13 15,-6 4 5-15,6-1 0 0,0-3-2 0,8 7-26 16,2-5-44-16,4-2-65 0,3 1-231 0,5-1-412 15,-1-1 182-15</inkml:trace>
  <inkml:trace contextRef="#ctx0" brushRef="#br0" timeOffset="134978.34">5788 11715 27 0,'0'0'327'0,"0"-5"-28"16,0 5-23-16,0-5-30 0,0 5-28 0,0 0-21 16,0 0-24-16,0 0-24 0,0 0-16 0,0 0-12 15,0 0-16-15,0 0-23 0,-3 17-5 0,2-8-7 16,-2 3-8-16,-1 6-9 0,-1 1-4 0,-2 4-2 0,1 3-5 15,2-8-5-15,0-1-4 0,0-1-1 0,3-4-8 16,1-1 10-16,-1-3-22 0,1-1 2 16,1-2-1-16,-1 0 2 0,-1-1 24 0,1-4 18 15,1 3-1-15,-1-3-5 0,0 0-6 0,19-12-1 0,-10 4-7 16,5-6-4-16,-1 2 1 0,-2-5-6 0,2 0-6 16,4-5 3-16,-2-1-4 0,4 0-3 15,-3 1-1-15,0 0-3 0,-4 8 0 0,-2-1-5 16,-3 4 2-16,0 4 0 0,-1-4-5 0,-2 7-1 0,0-1-2 15,-1 1-5-15,2 2-13 0,-5 2 0 0,7 0-3 16,-7 0 3-16,7 9 1 0,-3-3-3 0,2 2 6 16,-2 2 3-16,3-1-2 0,2 4 2 0,0 1-1 15,1 1 4-15,2-1-3 0,1 1 4 0,1-1-2 16,0 1 13-16,0-4-9 0,1 2-1 0,-1-3 3 16,2-2-1-16,-1-2 5 0,-2-1-2 0,-2-1 1 15,2-4-2-15,-3 0 1 0,4-1-2 0,1-5 5 16,-3-1-3-16,1-7 5 0,1 3 4 0,-4-5 9 15,3 0 9-15,-1 0-2 0,-1-11 4 0,2 1-3 16,-3-5-5-16,-1 0-1 0,4-15-5 0,-4 11 15 16,-2 0-4-16,2-2 5 0,2 2 3 0,-4 2-2 15,2 0 16-15,-1 4-9 0,-4 5 1 0,-2 5 23 16,2 4 12-16,-3 4-3 0,-1 3-12 0,2 2-5 16,-1-1-15-16,0 2-14 0,1 1-42 0,-2 4-17 15,0 0 0-15,0 0 2 0,0 13 1 0,-3 3 2 16,0 5 4-16,-1 8 0 0,-2 7 3 0,-1 11 5 15,0-1-2-15,-1 4 0 0,3-4 5 0,1-10-5 16,-1-3 12-16,3 1-6 0,1-1 1 0,1-5-2 16,-2-1 3-16,4-7 4 0,-2-4 1 0,1-3-1 15,0-4 4-15,0 1 5 0,-1-3 10 0,2 0 11 16,0-2 11-16,-1 0 13 0,-1-2 17 0,0 1 8 16,0-4 13-16,0 0-6 0,3 2-9 0,-3-2-6 15,0 0-6-15,18-12-10 0,-7 7-27 0,6-5-36 16,1-3-52-16,5-2-51 0,4-2-47 0,1 0-56 15,8 0-79-15,-8-1-344 0,6 3-694 0,-2-1 307 16</inkml:trace>
  <inkml:trace contextRef="#ctx0" brushRef="#br0" timeOffset="135641.68">6297 11589 118 0,'0'0'149'0,"0"0"-13"0,0 0-5 0,-8 0-12 16,8 0-8-16,0 0-2 0,0 0-4 0,0 0 2 16,0 0 4-16,0 0 2 0,0 0 3 0,-4 3 1 15,4-3-1-15,0 0-5 0,0 0-6 0,0 0-5 0,0 0-5 16,0 0-7-16,0 0-9 0,0 0-6 16,0 0-5-16,0 0-7 0,0 0-8 0,0 0-2 15,0 0-8-15,0 0-2 0,0 0-6 0,0 0-4 16,-5 1-4-16,5-1 1 0,0 0-3 0,0 0 1 0,0 0-3 15,0 0-1-15,0 0-2 0,0 0 2 0,0 0-6 16,0 0-3-16,0 0 1 0,0 0-2 16,0 0 5-16,18 1 12 0,-4-1 3 0,5-1 4 15,9-2 4-15,8 2-5 0,14-2 6 0,6 2 7 0,3-5 2 16,5 0-2-16,-3 2-4 0,-2 2-3 16,0-3 2-16,-7 3-8 0,-14 0-6 0,2-1-1 15,-8 3 0-15,-1-2-4 0,-11 0-3 0,-6 1 0 0,-1-2-2 16,-3 3 2-16,-1 0 15 0,-3 0 2 0,0-1-1 15,0 1-2-15,-6 0-2 0,0 0-7 0,0 0-7 16,0 0-17-16,0 0-21 0,-19-3-29 0,6 6-42 16,1 1-54-16,-5-1-47 0,5 2-91 0,-1-1-239 15,3-1-563-15,4 0 249 0</inkml:trace>
  <inkml:trace contextRef="#ctx0" brushRef="#br0" timeOffset="136973.78">8068 11502 188 0,'4'-11'250'0,"-2"0"-1"0,1 0-11 16,1 0-12-16,-2 1-11 0,2 2-11 0,0 2-17 15,-2-1-19-15,-1 2-14 0,2 1-15 0,-2-1-15 16,1 2-11-16,0 0-20 0,-2 3-26 0,4-4-10 16,-4 4-9-16,0 0-5 0,9 7-12 0,-5 0-1 15,1 1-5-15,-1 3-2 0,3 6-3 0,1-2 0 16,-3 4-2-16,5 8-1 0,-4-10 1 0,5 7-3 16,-1-6-4-16,-2 1-1 0,1-4 4 0,-3 1-5 15,3-4-2-15,-5-4 0 0,5 2 2 0,-4-3-1 16,-1 0 1-16,5-4 1 0,-5-1 1 0,2-1 1 15,-6-1-5-15,13-4 1 0,-3-1-3 0,-1-4 10 0,5-2 12 16,-4-3 1-16,-1-1-6 0,0-2 9 16,3-5-2-16,1 1 2 0,-3-4 1 0,-3 7-3 15,1-1 2-15,-1 2 3 0,0 1-1 0,-2 0-4 16,-1 4 10-16,0 2-2 0,-2 1-3 0,1 1-3 0,-3 3 0 16,1-2-6-16,2 3-8 0,-3 0-7 0,1 0-24 15,2 2-21-15,-3 2-13 0,0 0 4 16,0 0 4-16,0 0 4 0,-3 19 1 0,-2-3 5 0,2 4 2 15,-3 10 4-15,-2 3 4 0,-2 20 1 0,-4-5 11 16,1 4 0-16,3 0 4 0,-1 0-5 0,-1-5 3 16,2 0 2-16,3-13-2 0,2 2-1 15,-1-4 5-15,1-3 2 0,1 2-2 0,2-2 2 0,-1-10-4 16,2-1 5-16,1 0-3 0,0 2 1 0,-2-2-1 16,2-7 4-16,0 1-2 0,-2 0 0 0,2-3-2 15,-2 2 3-15,1-4 0 0,-1 0-1 0,-2 0 4 16,4-1-2-16,-3-1-2 0,0 2 1 0,-1-3 0 15,-4 3 2-15,0 0 0 0,-2-3-2 0,1 1 2 16,0-1-1-16,-1 1 1 0,2-3-1 0,-1 1 1 16,4-1-1-16,-5 0 1 0,2-2-2 0,-1 0 3 15,-2 0 4-15,3-1-3 0,-1-2 1 0,0 0 6 16,-1-2 6-16,2-1 5 0,1 0 19 0,-2-4 0 16,1 1 1-16,2-1 31 0,1-3 4 0,1-5-2 15,1-9-8-15,4 3-8 0,5-7-6 0,4 0-6 16,9-12-7-16,0 0-3 0,9 3-2 0,3 2-11 15,1 0 2-15,6 2-4 0,-1 3-3 0,-9 10-1 16,1-1-3-16,-1 3 2 0,-4 3 0 0,3-1-8 16,-3 5 2-16,-6 2-1 0,-4 2 3 0,0 3-1 15,-4 2 1-15,-1-2 3 0,-2 1-4 0,-1 4 0 16,-1-1 1-16,-1-1-4 0,-1 2 0 0,-3 2-6 16,6-3 14-16,-3 2-22 0,-3 1-20 0,0 0-13 15,0 0-14-15,0 0-9 0,0 0 6 0,0 0-31 16,0 0-25-16,0 10-18 0,-3-6-38 0,0 2-35 0,0-2-48 15,1 2-295-15,1 0-587 0,1 0 260 0</inkml:trace>
  <inkml:trace contextRef="#ctx0" brushRef="#br0" timeOffset="137843.64">8988 11719 193 0,'0'0'191'0,"0"0"-10"0,0 0-10 0,0 0-9 16,0 0-6-16,-3-4-8 0,3 4-10 0,0 0-7 0,0 0-9 15,0 0-9-15,0 0-11 0,0 0-13 0,0 0-7 16,0 0-9-16,0 0-6 0,12-2-6 0,-5 2-6 15,6-1-7-15,0-1-9 0,1 2 3 0,5-2-10 16,-1-1-1-16,5 3-4 0,4 0 0 0,1 0-6 16,-9-2-2-16,2 2-1 0,0 0-1 0,-1 0-4 15,-3 0 2-15,1 0-2 0,-5 0 0 0,-4 0-3 16,4 0-2-16,-7 2-1 0,-2-2 0 16,-4 0-2-16,12 0-1 0,-12 0-13 0,7 0-7 0,-7 0-8 15,0 0-4-15,0 0-12 0,0 0-22 0,0 0-20 16,-10 7-25-16,2-6-26 0,8-1-33 0,-9 4-165 15,4-2-358-15,-1-2 158 0</inkml:trace>
  <inkml:trace contextRef="#ctx0" brushRef="#br0" timeOffset="138196.96">9077 11881 92 0,'0'0'226'0,"-5"1"-5"0,5-1-15 0,0 0-18 16,0 0-16-16,0 0-8 0,0 0-9 0,13 3-14 15,-2-3-9-15,9-3-14 0,-1 2-16 0,9-3-9 0,-7 2-8 16,9-1-10-16,-2 0-5 0,-1-1-4 15,-7 2-13-15,2-1-2 0,-4 1-6 0,-1-1-6 16,-5 3 1-16,1-3-7 0,-5 1 2 0,-2 0 2 16,1 1 0-16,-1 1 0 0,-6 0-3 0,9-1-8 0,-9 1 3 15,5 0-5-15,-5 0-9 0,4-3-7 16,-4 3-14-16,0 0-19 0,0 0-20 0,0 0-17 16,0 0-26-16,0 0-17 0,0 0-15 0,0 0-29 15,0 0-53-15,0 0-140 0,0 0-369 0,0 0 163 0</inkml:trace>
  <inkml:trace contextRef="#ctx0" brushRef="#br0" timeOffset="139343.18">10069 11520 98 0,'2'-6'180'15,"2"1"-13"-15,0 3-10 0,2-1-11 0,3 1-10 16,0 0-15-16,4-1-10 0,1 3-7 0,0 0-10 15,4 3-6-15,0 1-4 0,1-1-13 0,-1 4 1 0,0 1-14 16,-2 3-3-16,-1-1-9 0,-1 5-1 16,-4 0-6-16,-2 2-5 0,-1 1-2 0,-2 9-3 15,-1-3-1-15,-4 4-3 0,-2 0-1 0,-5-3-2 16,-2 3 2-16,-2-2-4 0,-1 0-2 0,-1 0 1 0,1-3-4 16,-4 0-12-16,2-2 9 0,-1-6 3 15,2-1-5-15,2-1 1 0,-5 1-5 0,6-4 2 16,1-3-2-16,0 0 4 0,4-2-1 0,-4 2 13 15,4-4 4-15,1 1 17 0,0-1 18 0,1 0 24 0,0 0 27 16,3-3 32-16,0 0 14 0,-5 1-10 0,5-1-16 16,0 0-18-16,8-17-3 0,-2 5-14 0,4-2-13 15,8-6-7-15,0-2-12 0,1-1-5 16,0-2-9-16,7-4-2 0,-3 5-10 0,1-4 1 0,2 2-3 16,-1 0-7-16,-2 2-5 0,0 2-7 0,0-1 14 15,-1 3-12-15,-3 0 1 0,-5 8-8 16,-1-2-1-16,-4 6 0 0,-1 0 3 0,-2 4 1 15,-1-1-4-15,0 1-7 0,-1-2 3 0,-1 4-9 0,-1-1-18 16,-2 3-12-16,5-2-4 0,-5 2 2 0,0 0 7 16,-6 14-1-16,1-4 2 0,-5 5 16 0,-2 2-10 15,-3 3 1-15,1 6-4 0,1-2 8 0,0 2 0 16,0 0-3-16,2 0 7 0,2-1-3 0,5-7 18 16,0 2-12-16,3-2 1 0,2-1 4 0,0-1 4 15,10 0 9-15,1-4-8 0,13 3 4 0,3-4-26 16,11-2-42-16,11-1-70 0,4-4-84 0,0-5-369 15,3-4-631-15,-2-2 279 0</inkml:trace>
  <inkml:trace contextRef="#ctx0" brushRef="#br0" timeOffset="140342.67">10713 11212 16 0,'1'-3'206'0,"0"-2"-4"16,-1 5-10-16,4-4-10 0,-4 4-17 0,2-3-13 16,-2 3-17-16,0 0-17 0,1-3-9 0,-1 3-12 15,0 0-19-15,0 0-7 0,0 0-10 0,0 0-3 16,0 0-8-16,2 15-5 0,-2-10-4 0,-2 4-3 16,2 3-5-16,-3-1-4 0,1 0-1 0,-1 5-3 15,-1 1-2-15,2 0 2 0,-2-1-3 0,1 2-3 16,-2-2-1-16,3 2-4 0,-1-7 1 0,1 5 0 15,0-4-3-15,0 0-2 0,0 1 5 0,2-4-5 16,-2-2-4-16,2 0-2 0,-1-1 2 0,-2 0 4 16,3-1 0-16,0 1 31 0,0-2 20 0,0-1 25 15,-1 2 21-15,1-5 22 0,0 4 26 0,0-4 20 16,0 0 16-16,0 0-11 0,0 0-23 0,7-9-8 16,0 2-20-16,-1-3-12 0,4 0-10 0,2-2-14 15,-2-2-10-15,4 0-5 0,0-1-13 0,4-3-2 16,2-2-5-16,-8 8-11 0,2-2-4 0,0 3-3 15,-1-2-4-15,-3 3-2 0,-1 3-6 0,-1-1-2 16,0 1-4-16,-1 3-1 0,-3 0-11 0,1 1 1 16,-1-1-1-16,-1 2-11 0,-1-2-15 0,-2 4-11 15,0 0-5-15,0 0 2 0,11 6-1 0,-7 0 3 16,-1 2 5-16,0 1 0 0,0 4 2 0,1 2 0 16,-2 3 6-16,0-1-3 0,3 1 7 0,-2 0 0 15,-1 2-2-15,2 5-4 0,0 1 13 0,-3-8-6 0,2 0 3 16,-3-2 1-16,2-2 9 0,0-2-15 0,-2-3 5 15,0 0 2-15,2-4 7 0,-2 1-3 0,0 0-1 16,1-2 5-16,-1 0 5 0,2-1 16 16,-2-3 11-16,1 4 8 0,-1-4 21 0,0 0 13 0,0 2 9 15,0-2 2-15,0 0 2 0,0 5-8 0,0-5-8 16,0 0-5-16,0 0-7 0,0 0-5 0,0 0-8 16,0 0-5-16,0 0-8 0,0 0-9 0,0 0-20 15,0 0-27-15,0 0-40 0,0 0-44 0,0 0-51 16,0 0-40-16,0 0-48 0,0 0-73 0,0 0-428 15,0 0-806-15,0 0 357 0</inkml:trace>
  <inkml:trace contextRef="#ctx0" brushRef="#br0" timeOffset="141129.82">11367 11347 163 0,'-1'-1'180'0,"1"1"-14"15,0 0-19-15,0 0-15 0,-4-5-12 0,4 5-11 16,0 0-13-16,0 0 4 0,0 0-6 0,0 0-8 16,0 0-7-16,0 0-8 0,-5 6-3 0,5-6-6 15,-4 7-7-15,4-2-4 0,-1 0-2 0,1-2-3 16,0 5-5-16,1-2-5 0,2 2-2 0,0-1 0 15,3 2-2-15,4-1 0 0,-1 1-5 0,2-1 2 16,6 1 0-16,-3-2-4 0,5-2 0 0,-1-1 0 16,1 1-2-16,0-3 2 0,-2 1-2 0,5-3 1 15,-5 0 1-15,-4 0 11 0,0 0 6 0,-3-1 11 16,-1 1 8-16,-1-2 5 0,1 1 5 0,-3 1-1 16,-6 0-9-16,9-1-6 0,-5-1-8 0,-4 2-5 15,0 0-5-15,0 0-8 0,10 0-4 0,-10 0-3 0,0 0-2 16,-5 10-3-16,0-4-2 0,-4 5 2 15,-1 1-4-15,-2 3-1 0,-4 6-4 0,-2 1 0 16,-1 2 0-16,-4 1 0 0,-3 0-13 0,-1 3 2 16,3 0 0-16,-3 0-1 0,3-2 1 0,1-1-1 15,1-3 1-15,3 0 4 0,-2 0-2 0,5-6 1 16,3-4-1-16,4 2-2 0,-1-6 0 0,2-1 2 16,3 2 1-16,1-4-2 0,0-2 5 0,1 0 7 15,-1 0 32-15,1 0 29 0,3-3 23 0,-1 3 16 0,1-3 10 16,0 0 1-16,0 0-5 0,0 0-19 0,0 0-6 15,0 0-9-15,0 0-9 0,10-15-8 0,-5 12-4 16,7-3-9-16,-2-1-7 0,8-1-4 16,0 0-4-16,2 3-2 0,1-1-10 0,8-2 1 0,0 1-6 15,3 1-4-15,3 3 5 0,-3-1-9 0,0 0-2 16,-3 4-1-16,-2-1-3 0,-4-1-11 0,-5 2 15 16,-4 0-3-16,-4 0 0 0,-2 0 0 15,2 0 6-15,-5 0-7 0,0-1-4 0,-5 1 4 0,8 1-5 16,-8-1 5-16,9-1-13 0,-9 1-2 0,5-1-13 15,-5 1-10-15,0 0-13 0,0 0-24 0,0 0-21 16,0 0-33-16,0 0-38 0,0 0-36 0,0 0-39 16,0 0-39-16,0 0-305 0,-9-7-627 15,9 7 277-15</inkml:trace>
  <inkml:trace contextRef="#ctx0" brushRef="#br0" timeOffset="141573.66">11302 11673 60 0,'0'0'182'16,"-5"-1"-9"-16,5 1-5 0,0 0-3 0,0 0-7 16,0 0-6-16,0 0 1 0,0 0 0 0,0 0-7 15,0 0-5-15,0 0-7 0,0 0-6 0,0 0-7 16,0 0 4-16,0 0-3 0,34 1-5 0,-13-2-11 15,9-1-8-15,4 1-9 0,4 0-6 0,13 0 6 16,3-2-5-16,-1-2-1 0,-3 3-3 0,-9-2-3 16,-3 2-9-16,-3-3-7 0,-4 2-1 0,-3 0-1 15,-8 0 0-15,-2 1-6 0,-8 0 4 0,3 1-4 16,-4-2 3-16,-4 2-11 0,3-1-5 0,-3 2-15 16,-5 0-28-16,0 0-28 0,0 0-25 0,0 0-44 15,-4 9-65-15,-6-5-128 0,-3 3-237 0,0-2-573 0,1-2 254 16</inkml:trace>
  <inkml:trace contextRef="#ctx0" brushRef="#br0" timeOffset="160785.12">4642 13372 88 0,'0'0'147'0,"0"0"-2"0,-1-4-15 0,1 4-11 0,0 0-15 16,0 0-8-16,0 0-7 0,0 0-14 15,0 0-4-15,-9 0-6 0,9 0-8 0,-13 4-8 16,5-1-2-16,-2 2-3 0,-1-1-5 0,-2 1 0 15,0 2 1-15,-1 1 5 0,-4 2-6 0,5 1 4 16,-2-2-3-16,-1 1-5 0,6-2-1 0,-2 4-3 16,1-2-6-16,2-1-4 0,2 1 1 0,-1 0-2 15,3 0-3-15,2 2-1 0,-1-3-2 0,3 2 4 16,2-1-11-16,2 1 8 0,1 2-3 0,4-5-1 16,2 5 0-16,4-1-1 0,3 0-2 0,-1 0 2 0,8 1 1 15,-7-4-3-15,2 3 0 0,0-3-1 0,-2 3-3 16,-1-3 1-16,-3 2-6 0,1-1 8 15,-5-1-6-15,-2-2-3 0,-1 3-7 0,-3-5 2 16,-3 4 3-16,-3-2-9 0,-5 2 2 0,-4 0 3 16,-8 1 4-16,-6 1 0 0,-6-2 1 0,-3 0-1 15,-1-2-9-15,2-2 20 0,-3 2-1 0,0-4 1 16,1 1 1-16,0-1 2 0,3-3 4 0,1 1-3 16,3 1 6-16,8-2 3 0,2 0-1 0,8 1-5 0,-2-1 6 15,4 0-3-15,1 0 10 0,3-1 5 0,5 1 12 16,-9 0-4-16,9 0 1 0,-6-2-4 0,6 2-6 15,0 0-4-15,0 0 1 0,11-6-4 16,-4 4-3-16,3 0 1 0,3-3-5 0,-3 4-10 0,0 1-11 16,0-2-19-16,2 2-17 0,-2-3-18 0,1 3-23 15,0 0-7-15,-1 0-58 0,3 0-195 0,-3 0-370 16,4 0 165-16</inkml:trace>
  <inkml:trace contextRef="#ctx0" brushRef="#br0" timeOffset="161254.15">5074 13711 87 0,'0'0'126'0,"-13"-2"-15"0,5 2-9 16,1 0-14-16,-1-1-3 0,-2 4-17 0,-3-2 11 15,4 1-19-15,-5 0-8 0,1 3-1 0,3-1-6 16,-3 1-4-16,0 0-10 0,-2 4-7 0,4-3 1 16,0 3-1-16,1-1-9 0,2 1 4 0,2-1-5 15,0-1 4-15,3 3-10 0,-2-4 18 0,3 2 13 16,2-1-8-16,0 0 2 0,1 1 5 0,3-1 16 15,4-1 10-15,1-1 4 0,4-2-4 0,1 1-4 16,5-4 1-16,2 0-7 0,10-1-6 0,-5-2-8 16,-4-1-2-16,-3-1-3 0,2-2 7 0,-3-1 14 15,-2 1 3-15,-2-3 10 0,-3 1 3 0,-2 2-3 16,-1-1-1-16,0-1 3 0,-3 1 3 0,-1-2-13 16,-3 0-8-16,-1 1-6 0,-1 0-7 0,-4 1-10 15,-3 1-8-15,-2 2-8 0,-7 0-4 0,4 3-3 16,0-1-4-16,-6 1-5 0,0 1-16 0,2 1-13 15,0 1-20-15,3 1-27 0,1-1-24 0,3 2-20 16,0-2-23-16,1 2-43 0,1-1-155 0,2 1-371 16,6-3 163-16</inkml:trace>
  <inkml:trace contextRef="#ctx0" brushRef="#br0" timeOffset="161708.5">5473 13425 117 0,'0'0'219'0,"0"-4"-11"0,0 4-18 0,1-5-10 15,-1 5-20-15,0 0-15 0,0 0-15 0,-1-4-15 16,1 4-13-16,0 0-16 0,0 0-5 16,0 0-12-16,0 0-13 0,0 0-5 0,0 18-7 0,-3-6-7 15,3 3-2-15,-4 4-5 0,2-1-2 0,-2 10-4 16,-2 0-2-16,-1 1-6 0,4-4 1 0,0 5-1 16,-1-1-4-16,0-3-3 0,0 1 2 0,3-3-1 15,-2-3-2-15,3 3 0 0,-1-7-2 0,1-6 3 16,0-1-1-16,0-3-6 0,0 0 9 0,0 0-3 15,0-1 2-15,0-2 17 0,1 0 26 0,-1 0 22 16,0 0 25-16,0-4 26 0,0 5 3 0,0-5 11 16,0 0-3-16,0 2 7 0,0-2-20 0,0 0-12 15,0 0-7-15,3 5-13 0,-3-5-12 0,0 0-4 16,0 0-7-16,0 0-6 0,0 0-12 0,0 0-3 16,0 0-12-16,0 0-5 0,0 0-23 0,0 0-24 15,0 0-38-15,0 0-47 0,6-10-54 0,-6 10-58 16,3-5-67-16,-3 0-270 0,0 5-596 0,1-7 265 15</inkml:trace>
  <inkml:trace contextRef="#ctx0" brushRef="#br0" timeOffset="162403.81">5728 13665 153 0,'0'0'172'0,"0"0"-13"0,0 0-23 16,0 0-14-16,0 0-17 0,0 0-9 0,-3 10-8 0,2-3-12 16,0 0-4-16,1 1-13 0,-5 3-2 15,2 2-6-15,1 0-9 0,-2 5-4 0,3-3 5 16,1-3-13-16,-2 0 2 0,2 0-6 0,0-2 1 15,-1 0-4-15,1-5-2 0,0 0-8 0,0 1 10 0,0-1 16 16,1-2 25-16,-1 1 32 0,3-1 23 16,-3-3 6-16,10-3-4 0,-2 1-4 0,1-3-6 15,0-5-6-15,3 4-8 0,-3-2-11 0,4-4-8 16,2-2-10-16,-2-1 4 0,1 2-19 0,2-3-2 16,-2 4-5-16,-5 4-11 0,-3-1 3 0,4 0-9 15,-2 2 0-15,-4 2-7 0,1 1 0 0,-1-1 4 0,0 1-17 16,-3 1-11-16,4 2-19 0,-5 1-1 15,5-1 7-15,-5 1-5 0,8 5 3 0,-4-3-3 0,1 4 6 16,2 0 1-16,0 1 1 0,0 1 3 0,2-1-2 16,1 3 3-16,-1-3-2 0,6 4-9 15,1 2-5-15,-2-5-3 0,4 1-2 0,1-1-6 16,-2-1 3-16,2-4-2 0,0 1 2 0,0-2-3 0,0-4-3 16,0 0 8-16,-2-3 4 0,0 0 1 0,-4-5 3 15,-3 1 5-15,5-2 9 0,-6 0 7 0,3-6 12 16,-2 2 7-16,-1-2 7 0,-4 0 0 15,4-1-2-15,0-7 2 0,-4 1 1 0,3 0-1 0,-3-1 8 16,1 1-13-16,-2 5 6 0,0 2 10 0,-2 3 4 16,1 3 4-16,-3 2-4 0,3-1 0 0,-2 5-10 15,0-2-2-15,-1 5-9 0,1-3-9 0,-1 5-21 16,0 0 3-16,0 0-1 0,-2 12 0 0,1-2 1 16,-3 2-1-16,1 5 1 0,-2 2 1 0,0 5 1 15,-4 0-2-15,6 0 1 0,-3 1 2 0,2 1 1 16,2-9-2-16,-1 3 3 0,-2-3 1 0,5 0 3 15,0-1-2-15,-4-1 4 0,4-3-2 0,-1 3 0 16,0-8-27-16,-2 2-32 0,2-2-24 0,-2-3-16 16,3 3-12-16,-1-3 6 0,1-1-8 0,-3 0-12 15,3-3-18-15,0 0 4 0,0 0-219 0,0 0-386 16,-2-10 170-16</inkml:trace>
  <inkml:trace contextRef="#ctx0" brushRef="#br0" timeOffset="162684.07">6128 13655 191 0,'0'0'208'16,"0"0"-4"-16,0 0-15 0,0 0-21 0,0 0-16 15,0 0-14-15,0 0-14 0,32-4-12 0,-4 2-11 0,7 1-13 16,3-1-9-16,19-1-7 0,2 1-6 0,-3 0-4 15,-1 1-9-15,-15-1-4 0,-2 1-11 16,-3 1-3-16,-4 1-7 0,-2-1-3 0,-6-1-1 16,-4 1-8-16,-5 0-11 0,-1 0-15 0,-3 0-8 0,-2 0-14 15,-3 0-2-15,-5 0 8 0,0 0-3 0,0 0-17 16,0 0-15-16,0 0-9 0,0 0-13 16,-22 5-34-16,12-5-25 0,-3 0-119 0,5 1-281 15,2 1 126-15</inkml:trace>
  <inkml:trace contextRef="#ctx0" brushRef="#br0" timeOffset="162995.21">6878 13606 82 0,'0'0'276'15,"0"-6"-17"-15,0 6-23 0,0-3-17 0,0 3-24 0,0 0-26 16,0 0-12-16,0 0-20 0,0 0-19 0,0 0-7 16,0 0-16-16,0 0-8 0,0 0-10 0,0 0-7 15,0 15-6-15,0-9-10 0,-4 5-6 0,3-1-5 16,1 0-1-16,-3-1-8 0,2 5 6 0,-1-4-12 16,0 2 0-16,1-2-3 0,-2 2-3 0,2-3-2 15,1 0-2-15,0 1-3 0,-2-4-21 0,0-1-21 16,1 1-18-16,0-1-9 0,1-2-3 0,-3 0 8 15,3-3 1-15,0 5 12 0,0-5-47 0,0 0-70 16,0 0-216-16,-10-13-399 0,8 4 176 0</inkml:trace>
  <inkml:trace contextRef="#ctx0" brushRef="#br0" timeOffset="163138.22">6808 13457 166 0,'-1'-7'236'0,"1"1"-9"16,0-1-16-16,-2 3-12 0,2-1-24 0,0-1-20 15,0 6-19-15,2-6-13 0,0 4-10 0,-2 2-15 16,9 0-22-16,-9 0-26 0,10 7-22 0,-3-3-40 16,-1 1-36-16,4 2-19 0,-1 1-41 0,0-1-185 15,1 0-318-15,3 5 140 0</inkml:trace>
  <inkml:trace contextRef="#ctx0" brushRef="#br0" timeOffset="163552.12">7268 13533 104 0,'0'0'171'0,"-10"0"-14"0,3 0-15 0,-1 1-10 15,0-1-20-15,-1 5-11 0,-3 0-1 0,-1 0-19 0,2 0-6 16,-2 3-8-16,3-2-6 0,-4 6-12 15,4-5-6-15,-2 3 1 0,3-1-11 0,0 1 1 16,4-2-2-16,-3 0 2 0,5 1-8 0,0 1-1 16,2 0 2-16,2 1 14 0,0-1 5 0,4-3 10 15,3 0 4-15,1 1-1 0,5-4-4 0,5 1-3 0,-1-2-6 16,4 2-3-16,7-5-3 0,-2-3-3 16,0 1-4-16,-7-2 2 0,-1-2 5 0,3 0 8 15,-4-2 7-15,0 0 5 0,-1-1 1 0,-3-1-2 16,-5 2-1-16,0-3-3 0,-2 1-5 0,-2 0-2 0,0 0-3 15,-3-2-7-15,-4 5-3 0,1-5-3 0,-4 6-8 16,-4-5-3-16,-1 5-6 0,0-1-8 16,-3 3 3-16,0 0-9 0,-5 1-5 0,3 0-16 15,-2 1-8-15,4 2-22 0,-4 2-13 0,5 2-18 0,-2-2-33 16,3 2-27-16,0-1-32 0,1 1-218 0,1 1-422 16,3 0 187-16</inkml:trace>
  <inkml:trace contextRef="#ctx0" brushRef="#br0" timeOffset="163974.88">7550 13525 174 0,'1'-2'203'16,"-1"2"-24"-16,0 0-21 0,0 0-19 0,0 0-13 16,0 0-14-16,0 0-13 0,0 0-7 0,0 0-7 15,7 10-16-15,-6-6-4 0,-1 3-7 0,0-2-5 16,0 1-7-16,0 3-5 0,0-1-2 0,0 3-1 16,-1 0-4-16,-2 1-1 0,2-2-9 0,1 0-5 15,-3 2 5-15,2-4-4 0,1-1 1 0,0-2-3 16,0 0-2-16,-1-1-1 0,1 1 15 0,0-5 32 15,0 5 33-15,0-5 3 0,0 0-10 0,0 0-7 16,0 0-4-16,15-9 1 0,-7 3-5 0,5-1-5 16,-3-2 0-16,0 4-6 0,4-5-3 0,-3 3-6 15,1 0-4-15,-3 2-5 0,0-1-1 0,1 0-6 16,-5 6-8-16,2-5-4 0,-2 4 6 0,0 0-18 16,3 1-2-16,-8 0-2 0,13 4-1 0,-6 1-1 15,3 4 2-15,-2-1-5 0,-2 2-9 0,2 2-7 16,1 2-16-16,0 3-37 0,-4-2-39 0,-1 2-43 15,0-3-56-15,-3 1-256 0,-1-1-495 0,0 0 219 16</inkml:trace>
  <inkml:trace contextRef="#ctx0" brushRef="#br0" timeOffset="164871.47">4338 14030 24 0,'0'0'58'0,"0"0"-8"0,0 0 2 0,-4 0-1 16,4 0-4-16,0 0-1 0,0 0 2 0,0 0-2 16,0 0-2-16,0 0-6 0,0 0 1 0,0 0-1 15,0 0 1-15,0 0-9 0,0 0-3 0,0 0-8 0,0 0 5 16,0 0-4-16,0 0 3 0,0 0-9 15,0 0 3-15,0 0 0 0,0 0-5 0,0 0-1 16,0 0 7-16,0 0 18 0,0 0 9 0,0 0 7 16,8 9-3-16,-8-9 6 0,10 0 6 0,0 3 4 15,-1-3-4-15,11 3 0 0,10-1-2 0,3-2-4 16,4 0 3-16,19 0 0 0,11-2-1 0,30-1 5 16,4 0 0-16,1 3-3 0,13-4-2 0,6 3-7 15,8 0-4-15,-1-2-2 0,3 3-4 0,1-1-1 16,0 2-6-16,6-3-1 0,-1-1-3 0,3-1-5 0,-3-1-1 15,-3 3-1-15,1-3-4 0,-6 0 2 0,-8 0-4 16,-3 1 1-16,-10-4-7 0,-15 5 4 16,-2-4-4-16,-31 2 4 0,-1 1-3 0,-8 1-3 15,-15-1 12-15,-2 0-14 0,1 0 9 0,-7 2 9 0,-9-1 7 16,-2 1 2-16,-6 2 3 0,2 0 4 16,-7 0 1-16,0-2 2 0,0 2-2 0,0-1-5 0,-6 1-6 15,8-2-3-15,-8 2-7 0,6 0 3 16,-6 0-1-16,0 0-8 0,0 0 1 0,8 0-5 15,-8 0-19-15,0 0-19 0,0 0-19 0,0 0-24 0,0 0-29 16,0 0-38-16,0 0-39 0,0 0-214 16,6 3-422-16,-6-3 187 0</inkml:trace>
  <inkml:trace contextRef="#ctx0" brushRef="#br0" timeOffset="166286.31">10183 13523 136 0,'-3'-5'261'0,"3"2"-19"0,0-1-17 15,0 4-22-15,0-6-24 0,0 6-18 0,3-5-17 16,-3 5-18-16,-3-4-14 0,3 4-15 0,0 0-9 16,0 0-10-16,0 0-7 0,14 11-9 0,-9-7-4 15,-1 5-7-15,4-1-3 0,0 3-8 0,3 1-4 16,-1 3-5-16,1-1-5 0,0 0-7 0,3 1-9 15,-1-2-9-15,-2 1-5 0,3 0-1 0,0-3-5 0,1-2-1 16,1-1 5-16,-5-2-5 0,1-1 5 16,-2 0 2-16,0-3 1 0,2-2-1 0,-2-1 1 15,3-3 3-15,-3 0 3 0,0-3 5 0,2 0 8 16,-3-3 5-16,2-3 0 0,-1 2 7 0,-1-2 6 0,-1-2 1 16,0 1 4-16,-2 1 5 0,-1 0 1 0,0 4 4 15,1-3 2-15,-4 1 3 0,3 2-4 16,-2 4-3-16,-1-2 0 0,-1 2-8 0,2 0-4 15,-3 2-3-15,0-1-6 0,0 4-19 0,3-3-20 0,-3 3-21 16,0 0 0-16,0 0 2 0,0 0 6 0,2 12 4 16,-6-1-2-16,3 2 4 0,-3 4 1 0,-1 8 2 15,-2 1 0-15,-1 6 2 0,0 1 3 0,-2 13-3 16,-2 2 7-16,3-1 2 0,0 0-2 16,3-1 2-16,1-9 0 0,0 12 0 0,1-15 3 0,0 2 0 15,2 1 15-15,-2-2-1 0,1-1 0 0,1-4 0 16,1 0-3-16,-2 0 0 0,3-6-1 0,0-5-1 15,-3-2-3-15,1-1 0 0,-1 0 1 0,1-6-4 16,-1 2 1-16,0-3-5 0,0 0 0 0,-1-3 0 16,-1 5-1-16,0-6 0 0,-3 2 3 0,3-1-2 15,-5-1 7-15,-2 2-5 0,-1-2 1 0,2-2 2 16,-6 1-2-16,1-1 0 0,-2 1-4 0,-1-1 3 16,3 0 0-16,0-3 0 0,-2 2 3 0,1 0-6 15,3-1 4-15,1-1 1 0,3 1 0 0,1-1 0 16,0 0 3-16,1 0 1 0,8 0 3 0,-11-1 11 15,6 0 7-15,1-2-1 0,-2-1 7 0,3 1 25 16,-4-3 1-16,4-2 23 0,-1-1-9 0,4-2-8 16,0-6-4-16,4-1-1 0,6-10-9 0,6-3-10 15,8-12 0-15,8-1-7 0,7-1-6 0,7 3-1 16,23-21 2-16,4 10-13 0,1 4-1 0,-21 16-2 16,3-1 0-16,-5 4 2 0,-1 4-3 0,-4-2 1 15,-12 8-1-15,-2 3-2 0,-2-2 2 0,-6 3 1 16,-1 2 5-16,-8 2 13 0,-4 7 3 0,-2-3 15 15,-2 2-12-15,1 3 10 0,-4-1-7 0,1 0-7 16,-3 0-22-16,2 3-20 0,-4 1-29 0,0 0-5 16,0 0-9-16,0 0-16 0,0 0-21 0,-9 14-20 15,3-7-30-15,-2 2-32 0,-1 4-54 0,0-5-290 16,-1 5-558-16,2-3 247 0</inkml:trace>
  <inkml:trace contextRef="#ctx0" brushRef="#br0" timeOffset="168901.69">11717 13675 47 0,'-5'-3'131'15,"5"3"-8"-15,-4-2-13 0,4 2-1 0,0 0-18 16,0 0-10-16,0 0-9 0,0 0-3 0,0 0-6 15,0 0 0-15,-4-3-9 0,4 3-4 0,0 0-1 16,0 0-11-16,0 0 3 0,0 0-4 0,0 0-4 16,0 0-5-16,0 0 1 0,0 0-4 0,0 0 3 15,0 0 1-15,0 0 11 0,0 0 13 0,26 3-6 16,-12-5 6-16,4 2 4 0,10 0-11 0,2 4-4 16,5-8-2-16,2 4-4 0,-1 0 6 0,2-1-11 15,1 1-7-15,-1 0 0 0,-1-1-1 0,-5 1-13 16,3 0 6-16,-6 0-3 0,-2 1 3 0,-8-1-1 15,-8 0-5-15,1 1 1 0,-1-1-3 0,-3 0-2 16,-1 0-7-16,-1 2-6 0,0 0-9 0,-6-2-7 16,0 0-1-16,0 0-10 0,0 0-21 0,0 0-9 15,-16 5-27-15,5-3-24 0,0 1-158 0,1-2-294 16,-1 0 130-16</inkml:trace>
  <inkml:trace contextRef="#ctx0" brushRef="#br0" timeOffset="169250.28">11905 13846 61 0,'0'0'169'0,"0"0"-14"16,0 0-14-16,0 0-6 0,22-4-15 0,-2 2-12 0,9-1-12 15,6 0-7-15,3 1-13 0,16-2 0 0,5-1-16 16,-4 0 3-16,4 2 1 0,-2-4 1 16,2 7-6-16,-7-3-1 0,-13 0 1 0,-3 2-10 15,-1-2-6-15,-8 1-4 0,-6 2-5 0,-8-2 4 16,-1 2-8-16,-2-1-6 0,-2-1-1 0,-2 2-1 0,-6 0-8 15,9 0-15-15,-9 0 0 0,0 0-8 0,0 0-20 16,0 0-29-16,-10 10-35 0,-1-6-204 0,-1-2-321 16,2 1 142-16</inkml:trace>
  <inkml:trace contextRef="#ctx0" brushRef="#br0" timeOffset="170535.06">13611 13360 98 0,'5'-2'148'0,"-2"-1"-21"16,0 1-5-16,4-1-4 0,-1 1-12 0,2 0-9 15,3 2-10-15,1 0-11 0,6 2 3 0,0-1-18 16,1 3-10-16,1 1-7 0,0 2 0 0,5 3-6 16,-1 2-2-16,0 2-8 0,-7-2-2 0,2 5-2 15,2 3-3-15,-11-5 0 0,4 8-3 0,-4-6-8 16,-3 1 0-16,-1 6 6 0,-5 0-5 0,-2-3-5 15,-3-2-1-15,-1-1 2 0,-5 4 3 0,-4 2-1 16,0-3-5-16,-3-6 2 0,-2 4 6 0,5-6 5 16,-4-1 2-16,3 0 2 0,-2 0 12 0,0-1-2 15,1-3-2-15,2-1 2 0,0-1 5 0,4-1-7 16,-2-3 1-16,3 2 0 0,1-1 10 0,2-3 16 16,2 2 14-16,-1-1 19 0,5-1 15 0,-9 0 11 0,9 0-2 15,0 0-13-15,-2-7-4 0,4 1-16 16,2-2-6-16,6-3-8 0,3-1-9 0,10-8-4 15,2 2-7-15,5-5-7 0,1 4-9 0,12-10-9 16,-2 0-1-16,-8 12-10 0,-2-3 4 0,1 0-4 0,-2 2 0 16,-2 1-1-16,-2-3-1 0,1 4 4 0,-4-1-7 15,-7 6 3-15,-1 0 7 0,-5-1-2 0,0 6 5 16,-2-3 0-16,-2 7 0 0,-1-3-4 16,0 0-2-16,-1 0-3 0,0 3-5 0,-3-1-8 0,-1 3-2 15,0 0-5-15,0 0 1 0,0 0 1 0,-12 9-1 16,4-1 4-16,-4 4-5 0,0 0 1 15,-1 1 0-15,-1 2 2 0,4 2-1 0,-1 0-2 16,1 5 3-16,5-4 0 0,1 2 2 0,3-2 1 16,2 0 2-16,8 6 0 0,5-2 0 0,8-5 1 0,1 3-25 15,8-6-35-15,4 0-39 0,15 2-63 0,1-6-74 16,-11-7-198-16,12 2-472 0,-11-5 209 0</inkml:trace>
  <inkml:trace contextRef="#ctx0" brushRef="#br0" timeOffset="171450.37">14384 13091 2 0,'0'0'192'0,"0"0"-9"0,0-7-14 16,0 7-13-16,0 0-14 0,3-1-14 0,-3 1-20 0,0 0-14 16,0 0-5-16,0 0-17 0,0 0-4 0,0 0-9 15,0 0-9-15,0 0-9 0,0 16-4 16,-2-10 3-16,1 3-9 0,1 0-2 0,-1 3-1 0,1 0-8 15,-3-2 3-15,2 4-2 0,0-4-4 0,-2 5 1 16,2-1-2-16,-3-2 0 0,3 0-6 0,-2 0 5 16,-1 1-11-16,3-1-2 0,-2-3 10 0,2 1-8 15,-1-3 3-15,-1 0-4 0,3-2 3 0,-1-2 12 16,-1 2 11-16,2 0 19 0,0-5 20 0,-1 4 15 16,1-4 25-16,0 0 20 0,-1 5 26 0,1-5 12 15,0 0-17-15,0 0-14 0,5-10-16 0,3 3 2 16,0-1-30-16,3-1-1 0,0-5-15 0,5 2 9 15,-3-1-26-15,1-3-6 0,2 2-4 0,-2 1-3 16,4-1 11-16,-5 4-22 0,-3 1-2 0,-1 1-5 16,0 0-3-16,0 3 0 0,-4 0-4 0,0 1-5 15,-1 0-5-15,1 3-4 0,-2-1-4 0,-3 2-9 16,9-1-2-16,-9 1 0 0,6 3 3 0,-1 2-4 16,-1 2-2-16,0 0 1 0,0 3 0 0,1 3 0 15,-1 1 1-15,-2 4 5 0,1-2 0 0,-1 1-2 16,0 1 3-16,-1 0 1 0,0-1-2 0,-1-1 4 15,1-6-2-15,1 3 0 0,-1-2 3 0,-1-5-5 16,1 2 3-16,1-1 6 0,-2-2-6 0,1-1 1 16,-1 1 2-16,0 0 1 0,0-5 5 0,1 4-2 15,-1-1 4-15,0-3-2 0,0 5-1 0,0-5 15 16,0 0-12-16,0 0-3 0,0 0-1 0,0 4-14 0,0-4-9 16,0 0-31-16,0 0-47 0,0 0-57 15,0 0-51-15,0 0-61 0,0 0-265 0,6-12-574 16,-3 8 254-16</inkml:trace>
  <inkml:trace contextRef="#ctx0" brushRef="#br0" timeOffset="174535.08">15219 12942 25 0,'0'0'184'0,"-2"-5"-8"16,2 5-13-16,2-4-8 0,-2 4-9 0,0 0-13 16,0 0-9-16,-2-6-10 0,2 6-12 0,0 0-11 15,2-2-12-15,-2 2-12 0,0 0-16 0,0 0-10 16,0 0-8-16,0 0 0 0,0 0-10 0,-2 19-5 16,1-7 0-16,-3 5-1 0,0 8 4 0,-2 6-6 15,-4 1-1-15,-2 16-7 0,-2-1 4 0,5 1-6 16,-4 2 0-16,8 1 1 0,-9-2 1 0,1-2-6 15,-2 3 0-15,2 0 10 0,-2-1-7 0,-2-2-3 0,2-1 2 16,2-2 1-16,2-10-2 0,-2 0-4 16,3 1-4-16,-3-3 6 0,3 0-2 0,1-3 5 15,-3 0-7-15,3 0 8 0,4-2-8 0,-4-4 12 16,3-3-11-16,2-2 3 0,-1 0 0 0,1-1 2 0,0-1-3 16,2-3 2-16,-1-1 2 0,0-2 0 0,2 0-7 15,1-3 4-15,-3 0 4 0,3 0-3 16,-2-2-2-16,1 1 1 0,1-1 2 0,0-1-7 15,0-2 8-15,0-2 12 0,-1 7-4 0,1-7 1 0,-2 4-1 16,2-4-2-16,0 4 1 0,0-4-3 0,0 0 1 16,-1 2 11-16,1-2 15 0,0 0 3 0,0 0-1 15,0 0 1-15,0 0 0 0,0 0-2 0,0 0 3 16,0 0-1-16,0 0 2 0,0 0 1 16,0 0-2-16,0 0 0 0,0 0-2 0,0 0 3 0,0 0-7 15,0 0-1-15,0 0-4 0,0 0-3 0,0 0-2 16,0 0-5-16,0 0-1 0,0 0 0 0,0 0-1 15,0 0-3-15,0 0-2 0,0 0 0 16,0 0-1-16,0 0-2 0,0 0-1 0,0 0 0 0,0 0-1 16,0 0 2-16,0 0-2 0,0 0-2 0,0 0 3 15,0 0 0-15,0 0-2 0,0 0 0 0,0 0-3 16,0 0 1-16,0 6 2 0,0-6-3 0,0 0 1 16,0 0 1-16,0 0-3 0,0 0 4 0,0 0-3 15,0 0-3-15,0 0 7 0,0 0-5 0,0 0 4 16,0 0-7-16,0 0 3 0,0 0 2 0,0 0-3 15,0 0 1-15,0 0-2 0,0 0 2 16,0 0 0-16,0 0 14 0,0 0 7 0,0 0 10 0,0 0 2 16,0 0 6-16,0 0-5 0,0 0-5 0,23-7-3 15,-4 3-2-15,12-2-4 0,2 0-1 0,3 0-2 16,14-2-3-16,2 0 2 0,-2-1-4 0,-13 4-5 16,17-2 1-16,-16 1 0 0,-1-2 1 0,1 2-3 15,-2 3-2-15,-4-3-6 0,-2 4-9 0,-9-1-9 16,-3 2-4-16,-5 0-14 0,-3 0-7 0,0-1 2 15,-1 2-1-15,-5-1 7 0,1 0 1 0,-1 0 4 16,-4 1 2-16,5-2-1 0,-5 2 0 0,0 0 5 16,-1-6-4-16,1 6-9 0,-6-3-20 0,6 3-21 15,-7-4-20-15,0 3-18 0,0-2-17 0,2 1-55 16,-1-3-152-16,-1 3-369 0,0-3 163 0</inkml:trace>
  <inkml:trace contextRef="#ctx0" brushRef="#br0" timeOffset="175214.65">15171 12980 76 0,'0'0'140'0,"0"0"-10"0,0 0-6 0,0 0 2 16,0 0-11-16,0 0 0 0,0 0 10 0,0 0-7 16,0 0-7-16,23 0-5 0,-5 0-9 0,13 2-9 15,2-4-3-15,18 4-15 0,8 0-14 0,1 1-31 16,1 2-39-16,3-5-66 0,-4 0-190 0,2 0-291 15,-5-3 130-15</inkml:trace>
  <inkml:trace contextRef="#ctx0" brushRef="#br0" timeOffset="176386.83">15980 13250 116 0,'0'0'134'0,"0"0"-11"0,0 0-12 15,0 0-7-15,0 0-20 0,0 0-2 0,0 0-10 0,19-3-9 16,-14 2-6-16,3 0-2 0,3-1-7 15,1 2-8-15,-2-1 5 0,3-2-6 0,0 1-13 16,0 2-11-16,-2-3 7 0,2 2-3 0,-2-2 6 16,5 0-3-16,-6 1-3 0,0-2-3 0,1 0 4 0,-1 2 5 15,-3-1 1-15,-2-1 5 0,4 1 14 0,-5 1 2 16,1-1 7-16,-1-1 10 0,-1 2-10 16,-1 1 2-16,-2 1-6 0,4-6-6 0,-4 6-7 15,0 0-1-15,-4-6-7 0,4 6-6 0,-9-2 1 0,3 2-1 16,-7 2-6-16,0 1-2 0,-6 4 0 0,0-2-4 15,-8 4 0-15,-1 4-13 0,0 2 7 0,-2 1-1 16,2 1-1-16,4 2 2 0,0 2 2 16,1 1-6-16,0-2-2 0,4 4 5 0,3-2 1 0,1 0-2 15,6-8 0-15,1 6-1 0,7-5 0 0,0 1-1 16,2-1 1-16,4 1 4 0,4-3-2 16,4 1-1-16,4-3 4 0,8 1 5 0,2-3-9 15,2 0 2-15,3-6-4 0,-4 1-1 0,2-2-3 0,-11-2 0 16,10-1-3-16,-7-2 2 0,0 1 1 0,-4-1 3 15,-2-4-1-15,-3 5 18 0,-2-3 31 0,-3 1 17 16,1-3-3-16,-4 3 0 0,4-1 1 0,-5 0 3 16,0 1-3-16,-2-1 4 0,1 1-13 15,-2 1-1-15,3-1-8 0,-4 4-6 0,0-5 0 0,3 2-9 16,-3 3-2-16,1-3-6 0,-1 3-6 0,4-2-4 16,-4 2 0-16,0 0-7 0,0 0 0 0,0 0-2 15,0 0-3-15,0 0 2 0,-4 15-1 0,3-8-1 16,-2 2 0-16,-2 3 0 0,1 0 1 0,-1 5 0 15,-4 0-1-15,2 0 1 0,1-2 3 0,1 4-4 16,-1-5 1-16,3-1-3 0,-3-1 1 0,2 0 1 16,0-5 2-16,2 3 0 0,-1-1 6 0,2-4-6 15,-2 0 0-15,3 0-1 0,0 1 0 0,-2-2 5 16,2-4 0-16,-3 2 3 0,3 2 9 0,0-4 18 16,-1 5 9-16,1-5 3 0,0 0-6 0,-2 3-1 15,2-3-2-15,0 0-6 0,0 0-1 0,0 0-3 16,0 0-5-16,0 0-2 0,0 0-4 0,0 4-10 15,0-4-12-15,0 0-13 0,0 0-14 0,0 0-23 16,0 0-27-16,0 0-34 0,0 0-31 0,0 0-23 16,0 0-70-16,0 0-205 0,6-14-480 0,0 10 212 15</inkml:trace>
  <inkml:trace contextRef="#ctx0" brushRef="#br0" timeOffset="177118.93">16728 13148 164 0,'0'0'172'0,"0"0"-5"0,-7 0-9 0,7 0-11 0,0 0-12 15,0 0-3-15,-2-3-12 0,2 3-10 0,0 0-10 16,0 0-10-16,0 0-8 0,0 0-7 0,0 0-7 15,0 0-8-15,0 0-7 0,0 0-3 0,0 0-3 16,0 0-7-16,0 0-3 0,0 0-4 0,0 0-4 16,0 0-1-16,0 0-3 0,0 0-8 0,0 0 1 15,0 0 4-15,0 0 8 0,0 0-1 0,0 0-1 16,0 0 1-16,0 0 1 0,0 0 1 0,0 0-2 16,0 0-3-16,0 0-4 0,0 0 0 0,-3-2 0 15,3 2 0-15,0 0-6 0,0 0-1 0,0 0 0 16,0 0 1-16,0 0-1 0,0 0-4 0,0 0-3 15,22 1-2-15,-9-1 0 0,3-1-6 0,3 1 6 16,3 1 0-16,9-1 1 0,3 0-3 0,2 0 1 16,0-1-1-16,2 0-1 0,15 2-1 0,-15-4 0 15,0 3 3-15,-1-1-2 0,-2-1-2 0,-7 3 2 16,-5-4-1-16,-4 1 4 0,-5 1-3 0,-4 1-4 16,2 0 2-16,-6-2-4 0,-1 2-7 0,-5 0-7 15,8 0 2-15,-8 0-15 0,0 0-19 0,0 0-11 16,-29 3-9-16,17 1-8 0,-6-3-8 0,5 3-13 15,-4 1-5-15,0-4-8 0,-1 5-15 0,0-1-25 16,0-3-127-16,7 2-301 0,-6 2 134 0</inkml:trace>
  <inkml:trace contextRef="#ctx0" brushRef="#br0" timeOffset="177516.7">16997 13210 93 0,'0'0'197'0,"-2"-5"-3"0,2 5-6 0,0 0-10 15,-3-4-12-15,3 4-14 0,0 0-15 0,0 0-11 16,0 0-14-16,0 0-14 0,0 0-9 0,0 0-15 0,0 0-6 16,0 0-8-16,0 0-11 0,0 0-4 15,0 0-8-15,0 0-4 0,-5 12-5 0,4-4-4 16,-3 1-2-16,1 4-5 0,0 5 6 0,-3 1-5 16,1 8 0-16,0 0-1 0,-2 4 0 0,0 0 1 0,3 0-1 15,-1 1-1-15,0-1-1 0,-3-1-3 0,5-1 0 16,-1 1-1-16,-4-2 1 0,3-3 0 15,-3 1-3-15,3-7-4 0,0-5 3 0,1-1-1 16,-1-1 1-16,0-3-1 0,-2-1 2 0,1 3-2 0,2-5 1 16,-1-1 0-16,0 1 6 0,-1-3-2 0,-2 0-2 15,-3-3 14-15,-1 0 11 0,-1-3-2 0,0 0 10 16,-4-4-6-16,4 3 5 0,-5-6 5 16,3 3-1-16,-2-1-6 0,4-1 1 0,-1 2-3 15,5 2-5-15,0 0 5 0,0 0 5 0,3 0-4 0,2 3 1 16,-1-2-6-16,1 1-5 0,0 1-1 0,4 2 4 15,-4-3-14-15,4 3-2 0,-4-3-8 0,4 3-20 16,-2-4-26-16,2 4-33 0,0 0-9 16,0 0-22-16,0 0-27 0,0 0-53 0,10 10-267 0,-5-6-484 15,3-3 215-15</inkml:trace>
  <inkml:trace contextRef="#ctx0" brushRef="#br0" timeOffset="178037.92">17111 13678 253 0,'1'-5'238'0,"-1"5"-20"0,0 0-21 15,0-3-18-15,0 3-20 0,0 0-17 0,0 0-15 16,0 0-24-16,0 0-11 0,0 0-15 0,0 0-13 16,0 0-7-16,0 0-4 0,0 14-4 0,0-7-10 15,-4 2-3-15,-1 0-3 0,2 3-5 0,-3 0-2 16,1 2-2-16,-3 5-3 0,1-4-5 0,-1 0 4 15,3 2-7-15,-3-2 0 0,1 2 1 0,2-7-5 16,0 1 0-16,1-4 4 0,1 0 2 0,2 0-7 16,-2-4 4-16,-1 3 18 0,3-2 26 0,0-4 39 15,1 0 35-15,-3 5 28 0,3-5 20 0,0 0-6 16,0 0-23-16,0 0-11 0,16-18-15 0,-7 11-15 16,3-7-18-16,3-1-2 0,1 3-7 0,-2 0-13 15,0 1 0-15,-1 0-10 0,-4 4-8 0,4 0-7 16,-7 0-9-16,1 2-8 0,-2 2-7 0,-3 3-9 15,3-4-26-15,-5 4-6 0,0 0 1 0,9 5 2 16,-5-1-5-16,-1 1-6 0,-1 3-1 0,0 3 0 16,-1 0-2-16,0 2-9 0,0 3-17 0,-2 1-27 15,1-1-24-15,-4-1-17 0,0-3-36 0,-3 5-36 16,0-1-71-16,-3-1-238 0,4-5-550 0,-1-3 244 16</inkml:trace>
  <inkml:trace contextRef="#ctx0" brushRef="#br0" timeOffset="180917.14">17906 13087 45 0,'0'-3'181'0,"2"1"-17"0,-2 2-17 0,0-6-17 16,0 6-17-16,0 0-12 0,0 0-11 0,0 13-8 15,-2-5-10-15,-1 5-4 0,-1 4-11 0,-2 3-1 0,-2 6-9 16,2 1-4-16,-3 1-5 0,-1 2-2 0,1-4-9 16,0 2 0-16,0 0-4 0,1-1-2 15,1-2-5-15,0 1-4 0,2-5 6 0,0-3-5 16,-1 1-2-16,3-1 6 0,-2-2-3 0,1-1-2 0,0-3-9 16,3-2 2-16,-2-1 4 0,2-1 2 0,-3-1-3 15,3-1 1-15,1-3-1 0,-1 1-1 16,-2 0 24-16,3 1 21 0,0-5 14 0,0 4 12 0,0-4 26 15,-1 3 16-15,1-3 23 0,0 0 14 0,0 0 11 16,0 0 17-16,0 0-16 0,0 0-15 0,0 0-16 16,11-12-20-16,-3 4-6 0,1-6-12 15,4 2-12-15,1-3-12 0,4-3-6 0,0 0-10 0,2 1-1 16,-4 4-6-16,3-4-10 0,-3 4 2 0,-2 0-5 16,0 1-9-16,3-1-3 0,-7 7-6 0,0-2-2 15,-1 1-3-15,-1 1 3 0,-3 3-1 0,3-2-9 16,-3 1 7-16,-1 1-10 0,0 0 6 15,-2 1-10-15,-2 2 5 0,5-4-7 0,-2 1-1 0,-3 3-6 16,0 0-8-16,2-2-11 0,-2 2-8 0,0 0-8 16,0 0 0-16,0 0 5 0,0 0-1 0,0 0 5 15,-12 8 5-15,1-4 3 0,1 1 5 16,0 0-3-16,-2 1 6 0,1 0-1 0,-1-2-1 0,3 1 4 16,-1 0 4-16,1-1-5 0,4 0 4 0,1 1-1 15,-3-3-2-15,4 0 3 0,-2 2-2 0,1-4 0 16,4 0 2-16,-4 7 2 0,2-4 1 0,0 2 2 15,4-3 4-15,-2 6-3 0,2-1-2 0,1-5 5 16,2 8-2-16,0-1-1 0,5-1 2 0,-1 2 2 16,4 1-3-16,1 1 1 0,0-1-18 0,3 0-25 15,3 6-29-15,-4-2-36 0,0-2-39 0,1-3-47 16,1 3-90-16,-3-1-198 0,0 0-526 0,-2-3 234 16</inkml:trace>
  <inkml:trace contextRef="#ctx0" brushRef="#br0" timeOffset="181520.6">18322 13351 4 0,'1'-5'235'0,"2"0"-12"16,0 0-17-16,-1 0-16 0,2 0-12 15,1 2-23-15,0 1-14 0,2-2-15 0,0 3-14 0,0 1-11 16,3 1-12-16,0 1-8 0,-1 3-8 0,0 0-7 15,1 0-8-15,-1 4-6 0,-4 1-5 0,2 0-8 16,-2 6-1-16,0-6-5 0,-1 6 0 0,-3-3-6 16,-2-1-2-16,-2 8-2 0,-1-5-4 15,-3-1-1-15,-1 3-4 0,-1-5-1 0,-1 2-2 0,-2-2 1 16,3-2 4-16,-1-3-10 0,0 1 3 0,2-1-2 16,-2-1-3-16,5 1-3 0,1-6 8 0,0 2 19 15,1-1 15-15,-1 1 19 0,4-3 28 0,-4 4 26 16,4-4 22-16,0 0 10 0,0 0-4 0,0 0-20 15,0 0-11-15,10-13-17 0,-1 2-7 0,2 2-9 16,6-4 8-16,-3 0-22 0,5-4-12 0,-1 2 2 16,4 0-11-16,-8 2-15 0,1 1 10 0,-2 1-7 15,-4 4-1-15,3-3-7 0,-5 5 3 0,2-2-5 16,-4 4-8-16,0-1 11 0,-1 2-18 0,-1-1-4 16,-1-1-8-16,1 3-8 0,-3 1-19 0,0 0-19 15,0 0 1-15,0 0 10 0,6 6 0 0,-6 0 4 16,0 0 5-16,0 2 2 0,-1 4-1 0,2-3 2 15,-1 4 3-15,2 2-2 0,0 2-1 0,1-5-5 16,-2 0-6-16,3 0-23 0,0 0-17 0,-2-1-30 16,3 0-23-16,0 2-29 0,3-5-54 0,2-1-88 15,-2-1-159-15,-3-4-500 0,0 0 222 0</inkml:trace>
  <inkml:trace contextRef="#ctx0" brushRef="#br0" timeOffset="181782.54">18744 13172 25 0,'2'-5'219'0,"-2"2"-24"0,0 3-13 0,4-2-24 16,-4 2-11-16,0 0-6 0,16 4-12 0,-8 4-3 15,2 0-7-15,4 6-6 0,-2 2-9 0,1 6-2 16,2 5-10-16,-3 2-6 0,-3 2-13 0,0-1-4 15,-5 2-4-15,-4-1-9 0,-8 2-2 0,2-1-3 16,-6 1-6-16,-7-1-9 0,-4 0-7 0,-9 4-1 16,6-10-13-16,-12 3-15 0,-4-4-30 0,-4-1-15 15,-1-3-34-15,11-8-57 0,-1 1-35 0,-13-6-162 16,13-3-361-16,-2-5 159 0</inkml:trace>
  <inkml:trace contextRef="#ctx0" brushRef="#br0" timeOffset="182316.77">17954 12900 109 0,'-3'-2'136'0,"3"2"-15"0,0 0-17 0,-7-2-6 15,7 2-16-15,-12 5-7 0,1 2 16 0,0 3-7 16,-7 5-7-16,-4 3-4 0,-1 6-3 0,0 6 1 15,-9 11-4-15,-4 2 1 0,4 5 3 0,0 1-5 16,3-1-11-16,3 1 0 0,2-3-4 0,6 0-6 16,4-16-5-16,4 5-5 0,5-2 2 0,2-3-5 15,6-1 2-15,3 1 17 0,7-4 2 0,2 0-3 16,6-1-4-16,6-1 0 0,17 2-11 0,2-4 5 16,4-3-15-16,1-2-30 0,-2 0-49 0,7-7-53 15,-5 1-232-15,-11-6-365 0,15-1 162 0</inkml:trace>
  <inkml:trace contextRef="#ctx0" brushRef="#br0" timeOffset="182902.6">19516 13498 57 0,'0'0'177'15,"0"0"-9"-15,-8 0-5 0,8 0-5 0,0 0-13 0,0 0-8 16,0 0-11-16,-5-2-12 0,5 2-4 0,0 0-15 15,0 0-7-15,0 0-7 0,0 0-10 0,0 0-4 16,0 0-10-16,0 0-4 0,0 0-4 0,0 0-2 16,0 0 4-16,0 0 0 0,0 0 4 0,0 0-3 15,0 0 2-15,0 0 1 0,0 0 1 0,0 0 0 16,0 0-7-16,0 0-4 0,0 0-9 0,18-5-6 16,-4 3 4-16,5 1-8 0,3-4 0 0,10 4-1 15,1 0-3-15,4-1-5 0,14-1-3 16,1 1-1-16,1-1-1 0,-2 1 0 0,-14 0 4 0,4-3-9 15,-5 4-3-15,-2-3-4 0,-2 3-11 0,-5 0-9 16,-9-2-10-16,-3 2-10 0,-3 0-14 0,-5 1-16 16,-3-3-25-16,-4 3-13 0,0 0-4 0,0 0-22 15,0 0-16-15,-19-5-36 0,2 3-110 0,-2 1-320 16,0 1 142-16</inkml:trace>
  <inkml:trace contextRef="#ctx0" brushRef="#br0" timeOffset="183125.54">19798 13387 220 0,'3'-5'267'0,"-1"-2"0"0,0 2-3 0,-1 0 0 16,1 0-12-16,0 2-18 0,0 0-22 0,-2 3-24 16,3-5-22-16,-2 2-20 0,-1 3-22 0,0 0-14 15,0 0-17-15,0 0-9 0,-1 19-9 0,-2-7-7 16,1 7-8-16,-6 6-4 0,3 4-7 0,1 0-4 0,0 0-11 15,-1 0-11-15,1 2-32 0,2 1-37 16,-2-1-58-16,-2 1-53 0,3-1-69 0,-1-4-235 16,2 2-497-16,4-12 221 0</inkml:trace>
  <inkml:trace contextRef="#ctx0" brushRef="#br0" timeOffset="185949.6">21094 13105 205 0,'0'0'189'0,"0"0"-20"0,0 0-17 16,0 0-14-16,0 0-16 0,0 0-14 0,0 0-14 15,0 0-7-15,0 0-6 0,0 0-13 0,0 0-3 16,0 0-10-16,0 0-6 0,0 0-5 0,0 0-6 16,0 0-4-16,0 0-4 0,0 0-3 0,0 0 0 15,-13 6-4-15,13-6-3 0,-1 5-4 0,1-5 9 16,0 0-11-16,-1 5 0 0,1-5-5 0,0 0 4 15,2 6 2-15,-2-6-6 0,8 3-1 0,-3-3 0 16,3 0 2-16,1 0-2 0,3 0 0 0,1 0 0 16,0-4 0-16,0 1-1 0,1 1 1 0,-2-3 2 15,0 2 5-15,-1-1 9 0,2-4 14 0,-4 4 3 16,0-1 3-16,-1 2 3 0,-3-2 10 0,0 3 2 16,1-2 3-16,-3 2-10 0,1 1-5 0,-3-2-7 15,-1 3-6-15,0 0-4 0,0 0-8 0,-18 0 1 16,5 6-4-16,-13 3-1 0,-3 1-5 0,-1 4-3 15,-2 3-6-15,0 2-4 0,-14 7-2 0,2 2-3 16,5 0 3-16,8-6 3 0,0 3-5 0,-5 8 0 16,11-10 1-16,2 3 2 0,4 0-3 0,6-1 4 15,1 0-2-15,5 0 0 0,7-7 2 0,1 1-2 0,8-2 1 16,5 0 3-16,12 2-1 0,3-4-12 16,3 1-18-16,5-7-29 0,16 2-44 0,-2-2-54 15,0-4-74-15,0-3-122 0,-16-1-380 0,-1 0 168 16</inkml:trace>
  <inkml:trace contextRef="#ctx0" brushRef="#br0" timeOffset="186330.98">21348 13484 124 0,'0'0'286'0,"-1"-2"-29"0,1 2-25 16,0 0-25-16,0 0-22 0,0 0-21 0,0 0-19 0,14-3-12 16,-8 3-18-16,-6 0-17 0,15 4-7 0,-5 2-5 15,-3-2-17-15,2 1-6 0,0 4-28 0,-4-3-14 16,0 3-8-16,-1 2-2 0,0 0-3 16,-4 0 0-16,0 5-3 0,-4 0 4 0,-1-1-3 0,-4 2-1 15,-2 2-2-15,0-2-4 0,-1 0 5 0,-1-5 0 16,0 5-2-16,0-2 2 0,1-1-3 0,0-4 2 15,4 0-2-15,1-1 1 0,2-4-1 0,1-2 1 16,-1 1 3-16,1 1 1 0,3-2-3 0,-2 1 5 16,3-4-3-16,3 6 3 0,-3-6 1 0,11 2 5 15,-1 0-6-15,7 1 2 0,5-3-1 0,8 2-4 16,1-1 1-16,5 1 3 0,-3-2-3 0,5 0-4 16,-4 1-9-16,-1-4-22 0,-3 2-37 0,1-1-40 15,-3-1-50-15,-10 0-203 0,3-2-388 0,-9 1 172 16</inkml:trace>
  <inkml:trace contextRef="#ctx0" brushRef="#br0" timeOffset="187115.36">22124 13026 147 0,'-3'-2'184'0,"3"2"-10"0,0 0-14 0,-11-1-17 16,8 0-10-16,3 1-12 0,0 0-7 0,-6-2 2 15,6 2-15-15,0 0 2 0,0 0 0 0,0 0 1 16,0 0-2-16,0 0-3 0,0 0-4 0,0 0-1 15,0-5-7-15,0 5-7 0,0 0-1 0,0 0-12 16,0 0-10-16,0 0-6 0,0 0-4 0,0 0-3 16,0 0-7-16,0 0-2 0,0 0-4 0,0 0-3 15,0 0-7-15,0 0 3 0,0 0-4 0,0 0-4 0,0 0-3 16,0 0 1-16,0 0-2 0,0 0 2 16,0 0-4-16,0 0 1 0,0 0 1 0,-3-3-9 15,3 3 2-15,0 0 1 0,0 0-4 0,0 0 4 16,0 0-3-16,0 0 0 0,0 0-3 0,0 0 10 0,18 0-10 15,-6-1 1-15,-1 1 0 0,12-2-3 0,8 2 2 16,2-2-6-16,4 2 4 0,14-2-12 16,2-1-2-16,4 1 1 0,-1-3 2 0,2 0 2 0,-1 4-5 15,-2-4 2-15,-16 3 4 0,0 0 1 0,-6 2-6 16,-3 0-5-16,-11-3 0 0,-2 3 0 0,-6 0-3 16,2-1-3-16,-7 0-1 0,1-1-1 0,-5 1-13 15,-2 1-8-15,0 0-6 0,0 0 4 0,-22-1-5 16,6 1 3-16,-2 1-17 0,-1-2 0 0,0 2-4 15,-3 2-13-15,4-2-14 0,-5 1-10 0,3 2-10 16,2-1-28-16,-1 0-109 0,-1 1-280 0,4-1 124 16</inkml:trace>
  <inkml:trace contextRef="#ctx0" brushRef="#br0" timeOffset="187482.58">22472 13049 47 0,'-4'-3'184'0,"4"3"-4"0,0 0-16 15,-7-2-9-15,7 2-17 0,-4-1-15 0,4 1-17 16,-2-2-9-16,2 2-13 0,0 0-8 0,-8 5-8 16,4 0-7-16,1-1-7 0,-5 6-1 0,3 1-8 15,-5 5-5-15,-2 5 11 0,0 4-6 0,0 1-7 16,0 3 6-16,-2 0 0 0,0 7-7 0,-4 4-3 16,2 5 2-16,4-11-3 0,1 1-1 0,2 0-1 15,-3-1-7-15,3 0 0 0,1-3-6 0,1 2 6 0,-2-3-6 16,3-4-5-16,-2 0 2 0,1-3-4 15,-3-3 0-15,3-3 2 0,-1-1-3 0,-3-3 9 16,2 1 5-16,1-4-5 0,-1-3 3 0,-4-2 2 16,4 0 13-16,-1 0 7 0,-7-5 15 0,7 0 5 0,-4-2 9 15,1-2 7-15,3-1 6 0,-3-1 6 0,3 1-7 16,-1-3 6-16,0-2-13 0,4 4 13 0,-2-1-9 16,2 2-4-16,1 0-9 0,2 1 4 15,-1-3-23-15,2 6-3 0,-2-4-3 0,3 3-6 0,-2 0-10 16,4 2-29-16,-4-4-36 0,4 4-41 0,-4-3-43 15,4 3-51-15,0 0-58 0,0 0-44 0,0 0-204 16,0 0-518-16,-6 7 230 0</inkml:trace>
  <inkml:trace contextRef="#ctx0" brushRef="#br0" timeOffset="187913.6">22561 13802 104 0,'0'0'139'15,"-8"0"-8"-15,8 0-18 0,0 0-6 0,0 0-9 16,0 0-5-16,0 0-3 0,0 0-8 0,0 0 0 16,0 0-1-16,0 0 2 0,0 0-5 0,0 0 1 15,0 0-2-15,0 0 12 0,0 0 2 0,0 0 10 16,0 0-7-16,0 0-9 0,0 0-4 0,0 0-9 16,0 0-7-16,13-6-6 0,0 6-6 0,0-2-4 15,7-1-4-15,2 2-5 0,6-3-3 0,2 4-8 16,-3-2 2-16,-5 1-3 0,2-3-6 0,-6 4 2 15,0-2 0-15,-1 1-6 0,-6-1-2 0,0 2 0 16,-3 0-1-16,-1-2-4 0,-7 2 0 0,10 0-6 16,-10 0-14-16,5 0-12 0,-5 0-10 0,0 0-7 15,0 0-15-15,0 0-19 0,0 0-18 0,0 0-22 16,0 0-17-16,-18 4-55 0,8-4-135 0,4 0-344 0,6 0 152 16</inkml:trace>
  <inkml:trace contextRef="#ctx0" brushRef="#br0" timeOffset="188366.61">23206 13692 268 0,'0'-5'299'15,"0"5"-25"-15,0 0-26 0,0-5-27 0,0 5-22 16,0 0-21-16,0 0-20 0,0 0-20 0,0 0-11 16,0 0-33-16,0 0-15 0,0 0-13 0,0 0-8 0,0 0-5 15,-5 19-4-15,1-12-7 0,-1 6-6 0,1-4-1 16,-1 8 1-16,0 0-10 0,-4 0-1 16,1-2-2-16,3 1-4 0,0-1 4 0,-2 0-7 15,4-6 1-15,-1 3-3 0,0-4-2 0,0 1 1 0,3-5-2 16,1 1 6-16,-2 2 3 0,0-3 18 0,2-4 28 15,0 2 27-15,0-2 24 0,0 0-3 0,0 0-10 16,8-6-13-16,-1-3-6 0,5 2-9 16,2-5-18-16,0-1 4 0,0 0-7 0,-1 1-2 0,5-1-7 15,-1 1-10-15,-3 0 13 0,-4 5-20 0,0 0-6 16,-2 2 3-16,-3 0-9 0,0 2-2 0,1 1-8 16,-1-1-6-16,-1 1-12 0,-4 2-3 0,8 0-4 15,-8 0-4-15,7 8-6 0,-4-1 1 0,4 3 0 16,-2 0 0-16,-1 3-7 0,3 2-14 0,0 0-12 15,0 2-57-15,-3-3-55 0,1 2-48 0,-1-3-97 16,0-4-186-16,1-1-544 0,0-3 241 0</inkml:trace>
  <inkml:trace contextRef="#ctx0" brushRef="#br0" timeOffset="189598.06">23864 12929 180 0,'0'0'165'0,"0"-7"-20"0,0 7-16 0,0 0-15 0,0 0-6 16,0 0-15-16,0 12-10 0,0-2-6 0,-2 6-10 15,-5 1-5-15,3 3-7 0,-1 5-4 0,-1-1-9 16,1 2-1-16,-3 2-5 0,-1 0 2 0,-3 0-7 15,3 0 0-15,1 0-8 0,-2-1-4 0,3-2 3 16,0-6-7-16,0 2 1 0,0-3-4 0,3-4 3 16,0-2-5-16,0-2 11 0,1 0-8 0,2-3 0 15,0-2 10-15,0-1 11 0,-1 1 28 0,2-2 26 16,-1 0 22-16,1-3 5 0,0 0-10 0,5 2-13 16,-5-2-8-16,14-8-2 0,-2 1-9 0,-3-3-10 15,4 0-5-15,3-3-4 0,-2 0-4 0,5-7-7 16,4 1-6-16,3 0-1 0,-4-4-7 15,1 7-1-15,0-3-7 0,-2 2 9 0,-1 1-7 0,-3 5-3 16,0-1-3-16,-2 3-2 0,-6 1 8 0,1-1 12 16,-1 1-3-16,-2 6-1 0,-1-3 0 0,-2 0 2 15,2 1-4-15,-2 1-4 0,-1 1-4 0,-3 2-2 16,4-3-6-16,-4 3-1 0,5-2-3 0,-5 2-14 16,0 0-5-16,0 0 0 0,0 0 11 0,0 0-10 15,0 0 2-15,-17 10-1 0,6-2 0 0,-5 0 2 16,1 2 0-16,-3-2 3 0,-2 3 0 0,-1 1 0 15,5-2-3-15,-1 0 1 0,2-1 3 0,2-1-4 0,4-1 1 16,0 0 3-16,0-2 0 0,4 0 7 16,-1-3-7-16,2 1-3 0,0 2 2 0,1-4-1 15,1 2 8-15,2-3-10 0,-8 4 4 0,8-4-1 16,-1 4 2-16,2 1-3 0,-1-5 4 0,4 7 0 0,2-1 2 16,-2 0-5-16,5-1 3 0,0 4 0 15,4-3 4-15,-3 3-2 0,5 0 3 0,1 4-15 16,2-2-28-16,0-2-29 0,-1 0-43 0,0 3-47 15,2-4-69-15,0 1-226 0,-6-4-488 0,5 2 216 16</inkml:trace>
  <inkml:trace contextRef="#ctx0" brushRef="#br0" timeOffset="190056.28">24366 13113 73 0,'4'-3'206'0,"1"-2"-15"16,-2 1-20-16,1 3-22 0,1 0-13 0,1-1-12 16,1 6-14-16,-2 0-15 0,3 1-15 0,-1 1 1 15,-1 4-7-15,0-1-13 0,-3 3-3 0,1 0-3 16,-2 1-9-16,-2 2-10 0,-2 2 5 0,-2-1-2 15,-1 1-8-15,0 0-4 0,-4-3-2 0,2 2-6 16,-1-2-7-16,1-3 6 0,-1 1 0 0,3-4-4 16,-3 1-1-16,4-3-2 0,0-2 5 0,1 1-2 15,-1-3 17-15,1 1 31 0,2 1 33 0,-1-1 33 16,2-3 28-16,0 0-6 0,0 0-15 0,0 0-14 16,6-11-15-16,2 3-10 0,0 0-9 0,4-4-8 15,2-3-8-15,6-2 11 0,-5 3-23 0,-2 0-11 16,3 2-3-16,-4 0-1 0,2 4-2 0,-6-1-6 15,1 4-9-15,4-2 1 0,-8 4-5 0,1 1-2 16,-2-2-6-16,3 3 5 0,-2-1-20 0,-5 2 1 16,12 3-8-16,-8 1-3 0,3 1-8 0,-2 0-9 15,1 4-8-15,1 1-10 0,-2-2-8 0,0 2-3 16,-1 3-34-16,-1-1-20 0,0 0-20 0,-2 1-30 16,2-3-44-16,-2 3-281 0,0-5-525 0,-1 0 233 15</inkml:trace>
  <inkml:trace contextRef="#ctx0" brushRef="#br0" timeOffset="190313.55">24825 13028 108 0,'0'0'172'15,"9"3"-8"-15,-4 3-15 0,3 3-9 0,-2 0-3 16,1 8-8-16,-1 2-14 0,3 4-3 0,-3 5-9 0,-2 1-10 16,-3 0-6-16,-2 3-7 0,-3 2-9 0,-4-2-6 15,-3 3-3-15,0 0-7 0,-12 7-19 16,-4-2 4-16,4-13-11 0,-1 1-7 0,-16 4-32 16,-5-3-26-16,-1-8-49 0,-1-1-222 0,6-8-332 15,-5 0 148-15</inkml:trace>
  <inkml:trace contextRef="#ctx0" brushRef="#br0" timeOffset="190716.23">23655 12792 92 0,'0'0'142'0,"-16"9"-8"0,6-1-12 0,-3 4-4 16,0 1-8-16,-6 12-15 0,-4 3 7 0,-5 11-16 15,2 6 0-15,2 1 0 0,0 0-12 0,5 2-4 16,2 0-8-16,3-2-4 0,8 0-3 0,6 1-4 16,5-12-3-16,3 0-3 0,7-3-3 0,3-2-3 15,8-1-1-15,12 3-2 0,5-2-5 0,2-6-5 16,6-3-32-16,1-4-50 0,5-3-75 0,0-2-146 15,-2-3-298-15,0-1 132 0</inkml:trace>
  <inkml:trace contextRef="#ctx0" brushRef="#br0" timeOffset="191653.61">25045 12716 94 0,'0'-4'207'16,"0"4"-17"-16,-3-3-20 0,3 3-15 0,0 0-13 15,0 0-19-15,-2-5-17 0,2 5-12 0,0 0-10 16,0 0-9-16,0 0-6 0,0 0-4 0,6 12-9 16,-1-7-1-16,2 3-9 0,4-1-3 0,1 0-4 15,6 3-5-15,0-3-3 0,3 3 0 0,1-4-5 16,2 1-5-16,-3-1-6 0,-1-3 2 0,3 1-1 15,-4-3-4-15,4 3 2 0,-4-4-4 0,-1-3 0 16,0 2 3-16,-5-3-4 0,5 0 2 0,-5-1 9 16,-2 0 14-16,-2-2 5 0,-1 2 10 0,1-2 15 15,-4 2 0-15,0 0 1 0,0-1 3 0,-1 1-3 16,0 0 1-16,1 2-4 0,-3 0-1 16,1 1-5-16,-1-3-4 0,1 3-3 0,0-1-7 0,-3 3-5 15,5-2-3-15,-5 2-4 0,4-2-7 0,-4 2-8 16,2-3-19-16,-2 3-15 0,0 0-1 0,0 0 5 15,-1 11 0-15,0-3 0 0,-2 3 0 0,-3 13-2 16,-1 2-1-16,-4 3 7 0,-1 6-1 0,-6 12 2 16,2 8-1-16,-10 27 7 0,7-27-4 0,-8 24 1 15,9-25 3-15,-1 1-1 0,4-1 0 0,1-1 0 16,2-5 2-16,2 0-3 0,4-13 3 0,2-2 1 16,1 3 0-16,1-4-2 0,0-1 2 0,1-2-2 15,1-2 1-15,-1 0 0 0,1-9 3 0,0 0 1 16,0 2-3-16,-1-4 0 0,1-4 0 0,0-1 2 15,-2 0 3-15,2-3-3 0,0 2 0 0,0-4 2 16,0-1 2-16,-1 2-5 0,1-2 1 0,-1-2 0 16,1-3 0-16,0 6 0 0,-2-3 3 0,2-3 0 15,0 5 1-15,0-5-2 0,0 0 1 0,-1 3 1 16,1-3-1-16,-1 4 1 0,1-4-2 0,0 0-1 16,0 0 14-16,0 0 0 0,0 0 6 0,2 3-2 15,-2-3 1-15,0 0-2 0,0 0 0 0,0 0 3 0,0 0 3 16,0 0 1-16,0 0 1 0,0 0 2 15,0 0-2-15,0 0 0 0,0 0 0 0,0 0-3 16,0 0-3-16,0 0 0 0,-12-1-9 0,-1-1 2 16,-10-2 0-16,-9 1-5 0,-8-4-18 0,-13 2-36 15,-3 3-46-15,-2-5-60 0,3 7-90 0,0-5-217 0,0-2-497 16,4 0 220-16</inkml:trace>
  <inkml:trace contextRef="#ctx0" brushRef="#br0" timeOffset="200081.34">27008 13012 198 0,'0'0'204'16,"0"-7"-12"-16,0 2-10 0,-2 2-7 0,2 3-13 16,2-7-11-16,-1 4-6 0,-1-2-12 0,0 5-11 15,1-4-9-15,-1 4-11 0,3-3-8 0,-3 3-10 16,0 0-13-16,0-4-9 0,0 4-7 0,0 0-21 0,0 0-30 16,0 0-21-16,0 0 4 0,0 0-5 15,-7 13 4-15,3-2-2 0,-3 6 12 0,-1 0-4 16,-2 9-2-16,-1-2 4 0,2 2 1 0,0 1-5 15,-4 0-1-15,3-3 8 0,1 1-3 0,-3 1 1 16,2 0-3-16,2-8 4 0,0 1 7 0,2-2-8 16,-1 0 2-16,1-5 6 0,3-1-1 0,0-2-4 15,-2-1-10-15,3-2 19 0,0-1 13 0,0 0 38 16,0-3 21-16,2-2 37 0,-1 6 29 0,1-6 24 16,0 0 30-16,0 0-6 0,0 0-7 0,0 0-11 15,0 0-18-15,9-20-19 0,1 3-22 0,4-3-14 16,4-3-19-16,-1 0-16 0,5-3-18 0,-1-1-24 15,2 3-12-15,-1-1 5 0,0 0-1 0,-6 5-2 16,-2 5-3-16,-5 3 7 0,1 4 10 0,-2-1-23 0,-1 0 3 16,-1 4-4-16,-2 2-5 0,-1-1-6 15,4 2-22-15,-2 2-16 0,-5 0-3 0,8 4-2 16,-3 1 1-16,1 4 3 0,2 3 0 0,0 3 7 16,-3 2 2-16,4 2 3 0,-7 1 2 0,6 5 4 15,-4 1-1-15,0-1 8 0,-3 0 4 0,0-7-3 0,2 1 1 16,-3 0 4-16,1-4 0 0,0-4 4 0,-1-1 0 15,0 1 0-15,2-5 0 0,-1 1 4 16,3-2 3-16,-2-1 0 0,-1 3 2 0,-1-7 7 16,-1 4-3-16,2-2 2 0,-1-2-4 0,2 7-1 0,-2-7 5 15,1 3 0-15,-1-3 5 0,0 0-6 0,0 0 3 16,0 0-1-16,0 0-9 0,0 0-9 16,-3 5-7-16,3-5-23 0,0 0-32 0,0 0-32 15,0 0-43-15,0 0-25 0,0 0-41 0,0 0-275 0,7-11-531 16,1 10 236-16</inkml:trace>
  <inkml:trace contextRef="#ctx0" brushRef="#br0" timeOffset="203263.67">27803 13165 4 0,'0'-3'269'15,"0"3"-8"-15,2-5-8 0,-2 0-9 0,3 1-11 16,-3 4-16-16,2-3-18 0,-2 0-14 0,0 3-15 16,3-7-9-16,-2 4-10 0,2 1-16 0,-3 2-11 15,1-4-23-15,-1 4-1 0,0 0-18 0,0 0-10 0,0 0-9 16,1-4-15-16,-1 4-9 0,0 0-13 15,0 0-16-15,0 0-6 0,0 0 1 0,-2 18 0 16,-1-10-2-16,3 3 2 0,-2 2-4 0,0 2 3 16,-2 1-2-16,-1 1 0 0,3-3 0 0,-1 3-1 15,-1-2 3-15,1-1-1 0,0-2 1 0,-1-6 1 0,4 7 0 16,-1-2-4-16,-2-4 1 0,3-2 3 16,0 2-2-16,-1-2 2 0,1-1 1 0,0 0-1 15,-1 0 1-15,1-4 2 0,-3 4 1 0,3-4 10 16,0 4-9-16,0-4-1 0,0 0 3 0,0 0 3 0,0 0-2 15,0 0 6-15,0 0-9 0,0 0 3 0,0 0-22 16,0 0-47-16,-4-11-78 0,3-1-161 0,2-5-185 16,-1-2-520-16,0 0 230 0</inkml:trace>
  <inkml:trace contextRef="#ctx0" brushRef="#br0" timeOffset="203395.36">27776 12992 244 0,'0'-8'244'0,"1"2"-13"16,-1-1-2-16,0 1-25 0,0 1-18 15,1 0-18-15,-1 0-18 0,4-2-19 0,0 5-10 0,0-2-29 16,2 0-27-16,-2 1-36 0,0 0-29 0,0 2-19 16,-4 1-38-16,11 1-32 0,-3 1-34 0,-3 1-178 15,0-2-327-15,0 3 145 0</inkml:trace>
  <inkml:trace contextRef="#ctx0" brushRef="#br0" timeOffset="203845.68">28165 13023 135 0,'0'-6'198'0,"0"6"-22"0,0 0-21 15,0 0-17-15,0 0-11 0,0 0-15 0,0 0-10 16,0 0-15-16,0 0-8 0,0 0-23 0,0 0-11 16,0 0-8-16,0 0-6 0,0 0 1 0,0 0-4 15,-9 12 1-15,3-8-6 0,-2 4 0 0,1 0-3 16,0 1-3-16,-5 4 0 0,1 0-12 0,-1 0 9 16,3 1-2-16,-2 1-2 0,1-1-1 0,4 1 0 15,2 2 0-15,-1-3-2 0,2-2-3 0,1 1-5 16,-1 1 7-16,6 3-6 0,2-1 6 0,3-3 5 15,-3-1-3-15,6 2-1 0,-3-5-3 0,5 2 5 16,1 1-6-16,-3-5 0 0,1 0 10 0,-1-1-12 16,-2 0 5-16,1-1-1 0,-6-2 0 0,1 1 5 15,-1-1 9-15,0-1 0 0,-3 1 7 0,-1-3 1 16,4 2-4-16,-4-2 0 0,1 3-3 0,-1-3-3 16,0 0-5-16,-14 4-1 0,7-4-9 0,-5 0-5 15,-1 3-11-15,-6-1-14 0,1-4-22 0,4 4-18 0,1-2-31 16,-1 0-62-16,2 2-109 0,1-1-292 15,1-1 129-15</inkml:trace>
  <inkml:trace contextRef="#ctx0" brushRef="#br0" timeOffset="204827.96">28817 13089 262 0,'0'-6'250'0,"0"6"-22"0,4-4-24 16,-4 4-18-16,1-4-18 0,-1 4-19 0,0 0-20 16,0 0-16-16,0 0-19 0,0-3-3 0,0 3-11 15,0 0-10-15,0 0-8 0,-1 15-4 0,-1-8-8 0,0 5-7 16,1-2 0-16,-2 4-8 0,-1 1-2 0,1 1-3 15,1 1-1-15,-3 1-7 0,1-1-5 0,-2 3 3 16,2-2-4-16,0-1-7 0,-1 0 6 16,1 0-1-16,0-8-3 0,2 2-3 0,-1-2 3 0,0-2 4 15,1-2-7-15,2-2 6 0,-1 2 34 0,0-1 33 16,1-4 24-16,0 5 30 0,0-5 26 0,0 0 1 16,0 0-6-16,0 0-7 0,0 0-21 15,11-11-20-15,-4 5-9 0,0-4-1 0,1 1-19 16,3-3-5-16,2-3-17 0,1 1-7 0,8-3-16 0,-7 2-6 15,-2 3-2-15,1 0-2 0,-7 2-4 0,0 3 5 16,1 0-8-16,-3 2-6 0,0 0-5 0,0 2 2 16,-1-1-9-16,0 1-24 0,0 1-21 0,-4 2-19 15,5-2-6-15,-5 2 7 0,0 0 0 0,8 8 1 16,-5-2-8-16,0 0 2 0,2 3-8 0,0 1 1 16,0 0-5-16,3 1-3 0,2 4-6 0,-1-1-7 15,1 1-2-15,-1-1-4 0,4-2-1 0,1 0-4 16,0-4-7-16,4 2-2 0,0-3-9 0,1-2 6 15,0 1 8-15,2-5 6 0,-1-1 14 0,2 0 7 16,-2-4 2-16,0-1 27 0,0-1 13 0,-5-3 23 16,3 1 26-16,-2-4 13 0,-2 0 28 0,-4 2 9 15,2-4 2-15,-4 4 9 0,-1 0 9 0,-1-1 7 16,0-2 0-16,-1 1-4 0,-1 1-2 0,-1 1 6 16,1 0-10-16,-3 2-2 0,0 3-8 0,-1-2-4 15,0 0-6-15,-1 2 0 0,0 1-13 0,-2-3-4 16,2 4-4-16,-2-2-6 0,-1 3-4 0,-3-1-5 15,2 1 1-15,-3 2-3 0,8 0-4 0,-19 5-1 16,10-1-4-16,-1-1-3 0,0 2-10 0,-1 2 3 16,2 0 8-16,-1 2-8 0,4-3-4 0,-2 5-2 15,0-2 3-15,3 0 1 0,0 1-1 0,4 0 0 16,-2-1 1-16,2 0 1 0,1-1 4 0,1-1-1 16,3 0 13-16,1 1-10 0,0-4 20 0,3 1 3 15,1 0 2-15,4-1-11 0,-2-1 5 0,0-3 5 16,1 0 9-16,1 0 12 0,-2-3 13 0,0 1 13 15,-1-6-1-15,1 4-1 0,-2-1-12 0,-1-4-6 16,1-2 5-16,-1 2-18 0,-3 0-3 0,1-1-4 0,-2-1-5 16,-3 0-7-16,1 2-5 0,-2 3-7 15,-2-3-7-15,1 2-3 0,-3-1-11 0,2 4-12 16,-5-2-17-16,0 0-22 0,-5 3-9 0,2 1-20 16,0 1-15-16,-3 2-19 0,1 1-28 0,1-1-39 15,3-1-29-15,1 7-267 0,-4-3-530 0,5 1 235 0</inkml:trace>
  <inkml:trace contextRef="#ctx0" brushRef="#br0" timeOffset="205262.66">29604 13135 195 0,'3'-5'362'0,"-2"-2"-28"15,2 2-23-15,0 0-23 0,0 2-29 0,0-1-29 0,-3 4-22 16,2-5-28-16,1 4-28 0,-3 1-28 0,0 0-31 16,0 0-17-16,0 0-7 0,0 0-10 0,4 8-6 15,-4-3-9-15,-2 3-1 0,2 1-8 16,-2 4-3-16,-1-1-3 0,1 4 3 0,-2 2-5 0,-1-2-6 16,0 4-5-16,-2-2-2 0,2 0 2 0,0 1-3 15,0-2 3-15,1-5-2 0,0 0-4 16,2-4 4-16,0-1 2 0,0 0-3 0,1-2 1 15,1-2 20-15,-2 1 31 0,2-1 31 0,0-3 33 16,0 0 4-16,0 0-1 0,0 0-20 0,0 0-4 0,11-8-10 16,-4-1-8-16,1 0-11 0,3-2-11 0,2-3-11 15,1 1-8-15,1-1 4 0,-2 0-9 16,0 2-4-16,-3 3-5 0,-1 1-7 0,-1-1-3 16,-1 3-1-16,0 0-6 0,-2 2 0 0,-1 0-8 0,0 1-3 15,-2 2-5-15,-2 1-11 0,9-3-7 0,-9 3-12 16,10 4-3-16,-3-1-11 0,-1 2-5 0,2 2-12 15,-2 1-7-15,1 1-10 0,0 1-10 16,3 4-16-16,-3-3-14 0,-1 0-17 0,2 3-28 16,-1-4-26-16,0-1-30 0,1 1-59 0,-6-3-277 0,2-1-598 15,1-2 265-15</inkml:trace>
  <inkml:trace contextRef="#ctx0" brushRef="#br0" timeOffset="205511">30061 13234 184 0,'0'0'280'0,"-3"-2"-17"16,3 2-19-16,0 0-24 0,0 0-23 0,0 0-22 15,14-3-17-15,-6 3-18 0,3 0-25 0,1 1-37 16,0 1-49-16,2-2-65 0,7 1-80 0,-7-1-207 16,4 0-347-16,-3-1 153 0</inkml:trace>
  <inkml:trace contextRef="#ctx0" brushRef="#br0" timeOffset="206412.45">30399 13079 166 0,'0'0'300'0,"0"0"-22"0,0-7-15 15,0 7-21-15,4-4-20 0,-4 1-18 0,0 3-22 16,1-5-20-16,-1 5-14 0,0 0-17 0,0 0-13 16,3-2-20-16,-3 2-10 0,0 0-13 0,0 0-19 15,0 0-10-15,0 0-5 0,-2 12-8 0,1-6-3 16,0 2-2-16,-3 1 0 0,3 3-9 0,-2 4-1 16,1 0-4-16,-1 2-1 0,2-1 1 0,-2 2 4 15,2 0 8-15,-3-2 0 0,3-1-2 0,-2 1 0 16,3-1-5-16,-1-4 3 0,-2-2-4 0,3 1 0 15,-1-5-2-15,1 1-1 0,0-1 3 0,0-2 0 16,0 0-2-16,0-4 6 0,-2 7 0 0,-1-6 0 16,3-1-3-16,3 4 9 0,-3-4-7 0,0 0-1 15,0 0-20-15,-4-10-71 0,4 0-111 0,1-7-121 16,-1-2-180-16,3-7-522 0,-1-1 232 0</inkml:trace>
  <inkml:trace contextRef="#ctx0" brushRef="#br0" timeOffset="206551.37">30407 12961 97 0,'1'-7'291'0,"-2"-1"-1"0,3 3-8 16,0-2-16-16,-1 2-15 0,0 1-24 0,2 0-23 16,-2-1-23-16,2 2-21 0,-1 1-16 0,-2 2-24 15,7-3-35-15,-7 3-28 0,8-3-38 0,-8 3-33 16,0 0-34-16,11 6-40 0,-9-4-32 0,0 2-42 16,-1 1-212-16,0-1-405 0,0 3 179 0</inkml:trace>
  <inkml:trace contextRef="#ctx0" brushRef="#br0" timeOffset="207261.76">30658 13101 155 0,'0'0'293'0,"0"0"-32"15,0 0-27-15,0 0-25 0,0 0-26 0,0 0-19 16,-6 3-25-16,5 1-15 0,-1 1-9 0,-1 0-17 16,-1 7-10-16,-1 0-7 0,-4 2-9 0,2 2 1 15,-1-1-13-15,1-1-2 0,3 2-9 0,-1-6 1 16,1-3-11-16,0 1 0 0,4-1-4 0,0-2-2 16,-2 0-2-16,2-1 2 0,-3-1 23 0,3-3 29 15,4 5 6-15,-4-5 9 0,0 0 7 0,17-7 7 16,-7 2-16-16,0-3-2 0,3-1-9 0,2-4-5 15,-2 2-17-15,4 1-1 0,-2-2-8 0,2 0-4 16,-4 1 6-16,-1 3-16 0,-2 0-5 0,2-1-4 16,-2 5 3-16,-1-2-10 0,0 0-2 0,1 4-4 15,-2 0-5-15,-3 0-4 0,7 1-8 0,-5 2-13 0,4 0-1 16,-5 0-9-16,4 3-4 0,-1 3-7 16,0 1-1-16,2 0-2 0,-2 1-13 0,3 3-7 15,2-2-4-15,-6-2-3 0,3 1-4 0,-3-1-3 16,3 1 1-16,-6-2 5 0,5-2 8 0,-2 0 4 0,-3-3 2 15,3-2 6-15,1-2 5 0,0 2 3 0,0-7 3 16,-1-1 0-16,-2-1 4 0,4-5 5 16,-3-2 3-16,-2-2 4 0,1 1 2 0,-2-1 3 15,1-7 2-15,-1 0 4 0,-2 5 7 0,2-4 1 16,-1-1 5-16,2-1 6 0,0 1 2 0,0 6 3 0,0-1 5 16,0 2 10-16,-1 1 11 0,-1 7 6 15,-1-2 5-15,1 4-1 0,-2 0-9 0,1 3-4 16,1 1-4-16,-2 0-9 0,1 1-13 0,-2 3-22 15,2-4-4-15,-2 4-1 0,0 0 1 0,0 0-2 16,-4 17 0-16,1-5 0 0,0 3 1 0,-2 4 1 0,1-2 3 16,-1 9-1-16,-1 0 1 0,2-1-3 0,-2 1 2 15,0-1 4-15,3 0-2 0,0-2 6 0,-1-1-6 16,3-3 8-16,0-2-8 0,-1-5 3 16,2-1 4-16,0 0-2 0,-2-3 0 0,2 1 0 0,-2-4 2 15,2 0-2-15,2 0 6 0,-2-2-6 0,-2 2 10 16,4-1-6-16,-2-4 2 0,0 5-1 0,0-5-10 15,-2 3-10-15,2-3-15 0,0 0-16 0,-1 5-22 16,1-5-27-16,0 0-33 0,0 0-38 0,0 0-32 16,0 0-39-16,0 0-182 0,-10-16-453 0,10 10 201 15</inkml:trace>
  <inkml:trace contextRef="#ctx0" brushRef="#br0" timeOffset="207444.06">30935 13038 14 0,'-8'-1'303'0,"8"1"-3"0,-4-1-11 0,4 1-26 15,0 0-22-15,0 0-26 0,0 0-27 0,17-3-21 16,0 2-19-16,5 2-29 0,5-1-24 0,1 1-35 16,2-1-37-16,-2 2-38 0,-7-2-47 0,7 1-56 15,-7-1-70-15,-4-3-153 0,-1 3-368 0,-6 0 163 16</inkml:trace>
  <inkml:trace contextRef="#ctx0" brushRef="#br0" timeOffset="208679.28">31269 13203 153 0,'0'0'238'0,"0"0"-18"16,0 0-18-16,0 0-11 0,0 0-19 0,0 0-17 0,0 0-16 16,14-4-10-16,-7 3-16 0,0-3-13 0,5 0-7 15,-1 1-10-15,5-2-10 0,-4 2-8 0,6-3-5 16,0-2 0-16,-5 2-3 0,6 1-1 16,-5-6-5-16,3 0-5 0,-3 2-1 0,-1-3-2 15,-3 5-1-15,1-3 1 0,-3 3 8 0,0 0 1 0,-3 2 2 16,0 0 2-16,-2 0-10 0,0-2-11 0,-1 4-1 15,0-2-6-15,-2 1-3 0,-1 1-7 0,1 3-3 16,-9-6-1-16,4 3 2 0,-4 2-6 16,0 1-5-16,-2 0-5 0,-1 4-8 0,-2-2-2 0,-3 5-3 15,8 0 2-15,-2-2-9 0,-1 4-8 0,2-1-3 16,-1 4 3-16,4-2 0 0,3 3-3 0,-1-1 0 16,5 1 2-16,3 2 5 0,5 1 1 15,3 0 3-15,3-2-6 0,2-2-10 0,8 2-13 0,1-2-7 16,3-1-17-16,0-5-11 0,1 1-6 0,0-5 1 15,0-2 4-15,-1-5 10 0,-6 1 10 0,0-2 17 16,-3-2 27-16,-3 0 39 0,-1 0 36 0,-2-3 13 16,-4 1 0-16,1-1 1 0,-3 0 2 0,-1-1-6 15,-4 3-6-15,1-1-2 0,-3 1-6 0,-2-1-10 16,0 0-4-16,-2 3-2 0,-2 1-4 0,-2 0-6 16,0 1-2-16,-1 3-4 0,-2-1-2 0,-1 3-8 15,3 0-5-15,-1 2-15 0,0 1-12 0,1 2-8 16,0 1-4-16,0 0-9 0,1 1-18 0,3 3 2 15,-1-1 7-15,-1 1 2 0,5-2 3 0,-2 1 5 16,4 1 9-16,0-2 4 0,4-1 3 0,-2-2 0 16,5 0 5-16,-2-3 4 0,0 1 10 0,3-3 5 15,2 0 8-15,0 1 7 0,1-3 15 0,0-2 29 16,-2 1 20-16,0-3 9 0,0-1 6 0,0 2 9 16,0-4 4-16,-2-1-1 0,2-1-12 0,3-4-11 15,-3 0-6-15,1 2-8 0,0 0-9 0,-3 3-6 16,0-1 2-16,0 2-10 0,-4 1-5 0,1 0-1 15,0 3-4-15,0-2-8 0,-3 5-10 0,2-1-18 16,-3 3-28-16,4-3-24 0,-4 3-1 0,0 0 4 16,0 0 2-16,2 13 4 0,-4-2-11 0,-1 5 5 15,-1 10 3-15,-1 0 4 0,0 4 4 0,1 3-11 16,0 1 4-16,0 1 7 0,3 0 0 0,1 12 9 16,-5-13 2-16,5-4 0 0,0 2 7 0,-2-4-2 15,0-2 7-15,2-7 1 0,-3 1 6 0,1-2-3 16,0-3 2-16,0-3 0 0,0-1 0 0,-1-5 3 0,2 0 3 15,-2 2-3-15,1-4 1 0,-2 4 4 0,2-5 1 16,-2 2 2-16,-1-4 0 0,2 4 3 16,0-2 10-16,-2-3-7 0,5 0 2 0,-10 1 12 15,10-1 6-15,-5 0-2 0,5 0 25 0,0 0-6 0,-6-3 19 16,6 3-2-16,-3-6-3 0,3 6-4 16,-1-6-5-16,-1 1-4 0,4-2 1 0,-1 1-7 15,2-8-4-15,2 0-8 0,0-2-10 0,2-1-11 16,0-1-19-16,3-1 2 0,5-1-1 0,-8 0-1 0,8-3 1 15,0 2-8-15,-2-2 6 0,0 9 2 0,-3-1 0 16,-1 1 0-16,4-1 2 0,-3 3-1 16,-1-1-1-16,0 4 4 0,-1 1-3 0,-1-1 6 15,0 2-4-15,2 0-9 0,-2 1-3 0,1-3-12 16,2 3-11-16,-1 0-13 0,-1 1-24 0,0 0-48 0,2 1-42 16,-3-1-192-16,1 2-395 0,-1-2 176 0</inkml:trace>
  <inkml:trace contextRef="#ctx0" brushRef="#br0" timeOffset="209960.81">32053 13093 199 0,'0'0'279'15,"2"-4"-16"-15,-1 2-27 0,-1 2-26 0,4-4-26 16,-4 4-18-16,0 0-17 0,9 1-26 0,-9-1-6 16,10 5-13-16,-2-2-14 0,-3 4-13 0,5 2-8 15,-1-1-13-15,2 4-7 0,-2 3-3 0,-1 1-10 16,0-2 0-16,-1 0-7 0,-5 3-7 0,3 0 0 15,-2-1-5-15,-3 1-2 0,0 0-3 0,-3-5 0 16,3 0-7-16,-4-2 4 0,2-1-3 0,-1 1-1 16,1-5 8-16,-1-1-7 0,3 1-1 0,-2-2 1 15,2 2 9-15,0-2 14 0,0-3 30 0,-4 4 26 16,4-4 10-16,0 0-2 0,0 0-14 0,0-12 1 16,1 5 26-16,-1-3-7 0,3-2-7 0,-1 2-10 15,2-7-8-15,2 0-5 0,2 0-10 0,5-5-10 16,-3-2 0-16,7 2-8 0,-8 5 2 0,3 1-8 15,2 3-14-15,0-3-11 0,-3 1-3 0,2 3-23 16,-3 2-29-16,6 2-20 0,-3 3-24 0,-3 1-10 16,9 0-12-16,-2 1-13 0,-3 4-13 0,-1 1-6 15,7 5-14-15,-2-2-11 0,1 0-8 0,-1 2-20 16,4-1 3-16,-5 1 12 0,-1 1 13 0,1-3 14 16,-7 0 16-16,3-2 20 0,-7-1 35 0,1 1 35 15,-1-2 23-15,-2-1 20 0,-4 0 13 0,7-2-6 16,-7 2 9-16,2-9 3 0,-4 4 7 0,0 2-1 15,-3-4 0-15,1 6-3 0,-2-3-3 0,-1 0 0 16,-3-1 3-16,1 1-6 0,-1 0 10 0,1 0-18 16,-4 4 1-16,2 1 1 0,-1-1-2 0,-1 6 3 15,-1-1-1-15,0 1-7 0,4 2 2 0,-5 2 3 16,2 0-1-16,-2-1-7 0,3 3 6 0,4-4-7 16,-2 3 8-16,3-1 2 0,1 0-3 0,1-1 2 15,4-3 3-15,0 2 1 0,-1-4 22 0,4 3 27 16,0-1 21-16,1-2 22 0,2-1 2 0,0-2 16 15,4-1-3-15,0-1 7 0,0-2-3 0,3-4-12 16,3-1-10-16,-2-3-11 0,2 1-5 0,0-1-11 16,-1-1-6-16,0 2-5 0,0-1-4 0,-2-4-6 15,-2 7-5-15,0-3 0 0,-2 4-5 0,-3-3-5 16,0 7 1-16,-1-4-8 0,2 3-1 0,-3 0-5 16,1 0-4-16,0 2-7 0,-3-1 4 0,2 1-20 15,-3 2-9-15,0 0-2 0,0 0 1 0,11 7 0 16,-7 0-3-16,-2 1-4 0,1-3-7 0,1 0 6 15,0 2 1-15,0-1-1 0,-1 0 9 0,0 0-8 16,2-1 2-16,-3 0 1 0,2 1-1 0,-2-2 9 16,-2-4 10-16,6 1-7 0,-6-1-1 0,0 0 4 0,10-10-2 15,-2 4 7-15,-2-3 2 0,3 0-1 0,-2-7 4 16,3 2 5-16,-3-3-3 0,1 1 11 16,-1-1 12-16,0 0 6 0,2-2-11 0,1-3-2 15,1-5-3-15,0 4-2 0,-2-2 0 0,1 3-3 16,-2 4 0-16,-2 0-3 0,1 1 0 0,0 2-2 15,-3 1 5-15,1 4 3 0,-2 0-2 0,-1 4-4 16,0-1-3-16,0 2-1 0,0 1-3 0,-1 0 2 0,0 1-3 16,2 1-6-16,-2-2-15 0,-1 4-7 15,0 0 2-15,0 0 2 0,-4 13-1 0,2-4 4 0,-2 4 2 16,0 2-3-16,-4 2 1 0,-2 6 3 0,1 0 2 16,-4 1-3-16,2 1 4 0,-1 1 2 0,3 0-2 15,-2 0 6-15,-1 1 3 0,5-2-1 16,0-6-3-16,-2-1-2 0,7-1 6 0,-3-3-4 15,1-1 5-15,2-2-4 0,-1-2 0 0,0-2 7 0,3 0-3 16,-2-1 1-16,0 0 3 0,1-1 0 0,0-2 8 16,1 0 16-16,-1 2 5 0,1-5 12 0,0 4 5 15,0-4 11-15,0 5 4 0,0-5 16 0,0 0 10 16,2 2 8-16,-2-2 3 0,9 4-14 16,1-2-11-16,13 2-8 0,10 1-14 0,19-2 0 0,8 4-27 15,29 2-69-15,-21-4-99 0,24 0-136 0,-27-5-311 16,-1-5-640-16,25-4 284 0</inkml:trace>
  <inkml:trace contextRef="#ctx0" brushRef="#br0" timeOffset="-213053.25">12310 15815 120 0,'0'0'116'0,"-9"-3"-24"0,9 3 2 16,0 0-12-16,0 0-5 0,0 0-8 15,0 0-5-15,0 0-2 0,0 0-3 0,0 0-4 16,0 0-5-16,0 0-5 0,0 0 3 0,0 0-14 15,0 0 5-15,0 0-8 0,0 0-3 0,0 0-12 16,0 0 10-16,0 0-4 0,-5 0-4 0,5 0-4 16,0 0 1-16,0 0-2 0,0 0 0 0,0 0 2 15,0 0-4-15,0 0-7 0,0 0 14 0,0 0-9 16,0 0-2-16,0 0 3 0,0 0 13 0,0 0 9 16,0 0 7-16,0 0-1 0,0 0-6 0,0 0-1 15,0 0-4-15,23 0-6 0,-9-1-1 0,5-1-2 16,12-1 7-16,2 2-7 0,3-2-4 15,-1 3-5-15,5 0 5 0,-3-2-5 0,16 0-3 0,-19 2 2 16,-2-3-4-16,-2 2 3 0,-10 1-5 0,-1-1 3 16,-5 1-1-16,-1 0 1 0,-5 0-2 0,-2 0-2 15,2 0-11-15,-8 0-8 0,10 0-14 0,-10 0 4 16,0 0-2-16,3 1 4 0,-3-1 0 0,0 0 2 16,-16 5-11-16,9-2-21 0,-5-1-17 0,-1 0-22 15,2 2-10-15,-2-3-101 0,-1 0-223 0,2 2 99 16</inkml:trace>
  <inkml:trace contextRef="#ctx0" brushRef="#br0" timeOffset="-212773.04">12447 16000 151 0,'0'0'191'0,"0"0"-19"0,29 0-19 16,-11-2-16-16,14-1-12 0,0-1-16 0,1-1-10 15,3 2-9-15,1 1-11 0,-1-1-6 0,2 1-6 16,-2-2-6-16,-3 1-3 0,-1 0-4 0,-4 3-12 16,-11-1 0-16,-3 2-1 0,-2-1-10 0,-4-1-2 15,0 1-4-15,-2 0-5 0,0-2-25 0,-6 2-18 16,6 3-22-16,-6-3-20 0,0 0-12 0,0 0-47 15,0 0-128-15,-18 5-273 0,10-5 121 0</inkml:trace>
  <inkml:trace contextRef="#ctx0" brushRef="#br0" timeOffset="-210617.79">13749 15526 40 0,'0'-6'182'0,"-1"2"-7"15,1 4-7-15,-2-4-8 0,2 4-11 0,0-4-17 16,0-2-9-16,0 6-8 0,0-4-14 0,0 4-9 15,3-5-9-15,-2 3-12 0,-1 2-9 0,4-5-5 16,-4 5-5-16,9-3-10 0,0 3-3 16,1 1-8-16,2 2-6 0,0 2 1 0,5-2-1 0,1 4-9 15,1 2-9-15,-2 1-1 0,1 2 0 0,-3 0 2 16,5 8-8-16,-5-6 1 0,-3 2-8 0,1 5 4 16,-5-3-2-16,-1 8-2 0,-3-3 0 0,-3 3 0 15,-3-4 0-15,-3 2 3 0,-5-1-2 16,-2 1-1-16,-4 0 3 0,0-5-2 0,-3 3 3 15,0-2-4-15,-3-2 10 0,0 0-5 0,8-7-7 0,-5 0 8 16,4-1-1-16,-2-2 1 0,2 0 3 16,3-1-3-16,2-4 4 0,2 2 1 0,0 0 0 0,2-2 13 15,0-2 12-15,2 2 19 0,0-1 27 0,4-2 21 16,0 0 14-16,0 0 2 0,0 0 4 16,0 0-16-16,0-13-14 0,8 5-10 0,9-8-12 0,8-2-2 15,2-2-11-15,15-11-5 0,-1-4-8 0,4 2-26 16,2-5-8-16,-1 1-6 0,0 1-5 0,-2-1 3 15,-8 2-1-15,-11 10 0 0,-1 2 10 0,-5 0-6 16,-2 3 2-16,-4 8 11 0,-2-2 7 16,-6 3 2-16,2 4-3 0,-4-1-1 0,0 2-3 15,-2 3-4-15,-2-4-8 0,1 7 3 0,-14 2-5 0,1 3-3 16,-3 2 2-16,-7 6-3 0,0 4 3 0,0 0-2 16,-3 3-6-16,7 3 5 0,-4 2-5 15,3 2 2-15,4-1-9 0,3 2-8 0,6-3 2 16,4 2-1-16,3 2 5 0,5-5 4 0,4 1-3 15,6-4-3-15,8 0-24 0,3-3-32 0,4-1-35 16,8-5-55-16,10 2-81 0,6-7-140 0,-3-1-418 0,0-5 186 16</inkml:trace>
  <inkml:trace contextRef="#ctx0" brushRef="#br0" timeOffset="-210019.78">14486 15221 148 0,'0'0'177'0,"0"-2"-23"0,0 2-14 16,0 0-16-16,0 0-12 0,0 0-13 0,0 0-8 15,3 11-12-15,-2-5-12 0,-2 1-3 0,1 3-10 16,-3 2-6-16,-1 3-1 0,3 2-7 0,-3 1-2 16,0 1-10-16,1 1 7 0,1 0-11 0,-4-2 0 15,2-1-3-15,2-2-4 0,-1-5 2 0,2-3 3 16,-1-1-2-16,1 1-1 0,1-2 37 0,0-1 46 15,0-1 24-15,0-3-13 0,0 0-10 0,0 0-8 16,19-12-12-16,-6 1-6 0,0 0 5 0,2-2-3 16,8-8-12-16,-3 1-1 0,-5 7-8 0,3-5 1 15,-2 5-2-15,-2 4-4 0,-2-1 6 0,-3 3-15 16,1 1-5-16,0 1-6 0,-5 2-8 0,3 0-5 16,3 3-14-16,-3 3 1 0,2 0-3 0,4 8-14 15,-2-6 0-15,1 8-18 0,-2 4-21 0,-2 1-32 16,5 7-30-16,-6 1-43 0,0 0-47 0,-2 0-229 15,0 0-467-15,-1-7 207 0</inkml:trace>
  <inkml:trace contextRef="#ctx0" brushRef="#br0" timeOffset="-208869.51">15103 15138 162 0,'4'-5'187'0,"-3"1"-7"16,2-3-5-16,0 4-9 0,-1-1-10 0,0-2-14 15,0 5-14-15,-2 1-15 0,5-5-16 0,-5 2-16 16,0 3-18-16,0 0-7 0,0 0-6 0,0 13-9 16,0-2-3-16,-2 6 1 0,-1 7-8 0,-5 5-8 15,-3 7-3-15,-3 13-1 0,-4 6 1 0,-5 26-5 16,5-27 1-16,-2 4-4 0,-11 19-26 0,13-22 14 16,-1-2-2-16,-3 0 1 0,4-3 0 15,0-3-1-15,4-1 2 0,0 0 10 0,7-17 3 0,-1 5 2 16,1 0-2-16,1-2-6 0,0-3 5 0,2-3-3 15,0 1 2-15,0-10-4 0,3 1 2 0,-2-5-1 16,2-1-1-16,0-2-4 0,-1 0 5 0,1-1-5 16,1-4 3-16,-2 2-6 0,1-3-1 0,1 2 5 15,-3-1 2-15,3-5 1 0,0 5-5 0,-1-2-2 16,1 1 8-16,0-4-3 0,0 0 0 0,0 7 3 16,0-7-4-16,0 0-7 0,0 0 11 0,-2 2-1 15,2-2-3-15,0 0 1 0,0 0 7 0,0 0-4 16,0 0-4-16,0 0 1 0,0 0-5 0,-1 5 3 15,1-5 0-15,0 0-6 0,0 0 3 0,0 0 6 16,0 0-6-16,0 0 3 0,0 0-4 0,0 0 3 16,0 0-1-16,0 0 1 0,0 0-4 0,0 0 3 15,0 0-3-15,0 0 3 0,0 0 0 0,0 0-1 16,0 0 1-16,0 0-3 0,0 0 2 0,0 0 0 16,0 0-3-16,0 0 0 0,0 0 7 0,0 0-10 15,0 0 8-15,0 0-3 0,3 4-1 0,-3-4 3 16,0 0-1-16,0 0 0 0,0 0-1 0,0 0 2 15,0 0-1-15,0 0-3 0,0 0 6 0,0 0-3 16,0 0 0-16,0 0 3 0,0 0 4 0,0 0 5 16,0 0 8-16,0 0 1 0,0 0-2 0,14-1-3 15,2-4-2-15,14 2-2 0,4-1-1 0,7-1 0 16,19-5-2-16,3 3 0 0,1 0-1 0,2-6-1 16,-1 5 0-16,-2-3 1 0,-3 1 3 15,-5 1-1-15,-3-1-2 0,-17 6 1 0,-3-1-2 16,-3 0-4-16,-9 2 5 0,-3-1-10 0,-3 1-1 0,-5 3-6 15,-1-2-7-15,-3-1-8 0,4 1-11 0,-5 0-12 16,-4 2-46-16,0-9-51 0,-4 4-48 0,-5-4-132 16,4 2-350-16,-5-2 155 0</inkml:trace>
  <inkml:trace contextRef="#ctx0" brushRef="#br0" timeOffset="-208312.09">15171 15129 33 0,'0'0'160'0,"0"0"1"16,0 0 1-16,0 0-8 0,0 0 0 0,0 0-2 15,0 0-8-15,0 0-10 0,8-3-17 0,-8 3-6 16,20-4-13-16,-2 2-8 0,4-1-12 0,9-1-8 15,2 0-6-15,3 0-10 0,3 2-3 0,2-1-5 0,10 0-5 16,-14 1-4-16,-1-1-4 0,-3 1-4 16,-1 2-1-16,-10-2-8 0,-3 1 5 0,-6 1-6 15,-3-1-2-15,-1 1-12 0,-1 0-17 0,-2 0-31 16,-6 0-15-16,7 2 3 0,-7-2 9 0,-3 5-14 16,3-5-17-16,-13 10-37 0,3-4-42 0,-3 0-122 15,4-1-301-15,-1 1 133 0</inkml:trace>
  <inkml:trace contextRef="#ctx0" brushRef="#br0" timeOffset="-207386.45">15942 15393 139 0,'0'0'162'0,"0"0"-19"0,0 0-10 0,-5-1-11 0,5 1-8 15,0 0-9-15,0 0-7 0,0 0-14 16,0 0-6-16,0 0-9 0,0 0-4 0,0 0-4 16,0 0-7-16,11-5 6 0,-3 5-7 0,-1-1-5 15,5-2-4-15,1 3-3 0,0-3-2 0,-2 3-6 16,3-2-1-16,5-3-5 0,-6 2 0 0,6-2 0 0,-3 2 8 16,-3 0 2-16,-1-2 1 0,-2 0 4 15,0 0 2-15,-1 3 1 0,-3-3 2 0,0 2 0 16,-2 0-6-16,-1 2 1 0,-3 1-14 0,0-5-7 15,0 5-4-15,-17 0-2 0,-2-2-4 0,-2 4-3 16,-7 0 0-16,-3 3-2 0,-2 3 0 0,-4 1 10 0,3 4-15 16,-13 8 1-16,-2-1-1 0,5 3 2 0,7-4-4 15,-4 8-1-15,2 0-1 0,11-3-11 16,1 1-1-16,1-1-3 0,8 2 7 0,0 1 0 16,8 0 2-16,1 1-1 0,8-3 5 0,7 1 1 15,5-3-2-15,4-2-3 0,8-3 2 0,5 0 7 0,4-3-5 16,1-3-2-16,4-2-2 0,4-1 2 0,-4-4 1 15,3-2 1-15,-6-1 0 0,3-2-1 16,-5-1 5-16,0-3-4 0,-1-1 2 0,-4-2 17 16,-9 1 12-16,-2-5 14 0,-2 5 18 0,-4-2 8 15,-1 0 17-15,-2-1 5 0,1 0-3 0,-2-1-3 16,-1 3 4-16,-1-1-2 0,-2 1-2 0,1 1-8 0,0 0-4 16,-1 1-9-16,-3-1-10 0,3 4 6 15,-2 2-21-15,2-4-5 0,-2 4-11 0,1-3-18 16,-1 3-2-16,0 0-5 0,0 0-2 0,0 12 3 15,-3-3-4-15,0 2 1 0,0 1-2 0,-2 5 7 16,0 3-1-16,-3-2-2 0,2 7 2 0,-2-1 0 16,3-7-1-16,0 1 0 0,0 0 2 0,1-1 1 15,3-4 1-15,-2-2-2 0,2-1 1 0,-2 0 2 16,2-3-2-16,0-2 4 0,-2 2-1 0,3-2 11 16,0-3-8-16,0 3 0 0,0-5 4 0,0 5 11 15,0-5 2-15,0 4 1 0,0-4 2 0,-1 3-3 16,1-3-2-16,0 0-3 0,0 0-14 0,-1 4-17 15,1-4-29-15,0 0-60 0,0 0-92 0,0 0-69 16,0 0-225-16,7-9-529 0,-2 6 234 0</inkml:trace>
  <inkml:trace contextRef="#ctx0" brushRef="#br0" timeOffset="-206172">16769 15314 172 0,'0'0'165'0,"0"0"-20"0,-6-1-7 0,6 1-4 16,0 0-14-16,0 0-6 0,0 0-17 0,0 0-2 15,0 0-1-15,0 0-4 0,0 0-4 0,0 0-5 16,0 0-1-16,0 0-5 0,0 0 1 0,0 0 0 16,0 0-6-16,0 0-2 0,0 0-6 0,0 0-3 15,0 0-1-15,0 0-4 0,0 0 2 0,0 0 1 16,0 0-14-16,0 0-1 0,0 0-5 0,0 0 2 15,0 0-11-15,0 0 0 0,0 0-4 0,0 0-5 16,0 0 0-16,0 0-5 0,0 0 1 0,0 0 4 16,0 0-6-16,0 0-2 0,0 0 2 0,0 0-8 15,0 0 3-15,0 0-1 0,0 0 0 0,0 0 14 16,0 0 0-16,0 0-3 0,0 0-1 0,0 0 1 16,0 0-4-16,0 0 1 0,0 0-4 0,0 0 1 15,0 0-4-15,0 0 1 0,0 0-2 0,0 0 1 16,0 0-1-16,0 0-1 0,0 0-3 0,0 0 0 15,0 0-2-15,0 0 1 0,0 0 1 0,0 0-1 16,0 0 0-16,0 0-2 0,0 0-4 0,0 0 6 16,0 0 0-16,0 0 1 0,0 0-2 0,0 0-1 15,0 0 0-15,0 0 4 0,0 0-2 0,0 0-1 16,0 0 2-16,0 0 1 0,0 0-3 0,0 0-1 16,0 0 0-16,0 0 2 0,25-4 0 0,-12 4 6 15,9-1-5-15,9 1 0 0,1-3 0 0,3 3-2 16,4-3 4-16,1 1 1 0,13 0 0 0,-13 0-1 15,-3 0 1-15,4-1-3 0,-5 3 10 0,-4-3-13 16,-4 3 2-16,-9 0 0 0,-2 0-2 0,-6-1 5 16,-2 1-13-16,-4 0-9 0,3-1-16 0,-8 1-15 15,0 0 5-15,0 0-5 0,0 0-11 0,0 0-9 16,-22 7-13-16,5-4-15 0,-2 2-8 0,3-1-11 16,-2-1-14-16,-1 1-14 0,3 2-3 0,0 1-8 15,-1-2-134-15,3-2-311 0,4 0 139 0</inkml:trace>
  <inkml:trace contextRef="#ctx0" brushRef="#br0" timeOffset="-205803.64">17055 15365 116 0,'-2'-4'200'16,"2"4"-4"-16,-2-4-11 0,2 4-12 0,0 0-7 0,-2-7-12 16,2 7-23-16,0 0-11 0,0 0-17 15,0 0-12-15,-1-3-24 0,1 3-13 0,0 0-3 0,-2 12-5 16,-2-5-9-16,0 5-2 0,0 5 0 15,-3 10-3-15,-1 0-4 0,-1 5 5 0,1 2-5 16,-3 10 0-16,-2 5-2 0,4-14-16 0,3 1 0 16,-2 10 2-16,-1-13-4 0,8 2 0 0,-2-4-1 15,-2 3 2-15,4-5-1 0,-3 0-3 0,-1-2 1 16,2-1 3-16,-3 0-4 0,5-6-1 0,-2-4 4 16,-2 1-5-16,1-7 2 0,-1 2-2 0,0-6 4 15,-3 3 8-15,3-3 2 0,4-3 14 0,-7 1 9 0,3-2 5 16,-5-3-1-16,-2-1 2 0,2-2 5 15,-5-2-1-15,1-4 7 0,0 5-1 0,0-4 3 16,0-1-3-16,3 2 0 0,1 0-4 0,-1 0-8 16,3 1-7-16,-1 1 3 0,0 1-10 0,4-1 2 15,1 1-12-15,-1 3 4 0,4-1-7 0,-3 1-5 16,0-4-20-16,4 6-27 0,-6-4-38 0,6 4-33 16,-7 0-40-16,7 0-4 0,0 0-14 0,0 0-16 15,0 0-31-15,0 10-143 0,0-10-383 0,13 5 170 16</inkml:trace>
  <inkml:trace contextRef="#ctx0" brushRef="#br0" timeOffset="-205337.04">17244 15954 57 0,'1'-6'239'0,"-1"6"-18"0,1-4-24 16,-1 4-19-16,2-3-21 0,-2 3-19 0,0 0-11 15,0 0-20-15,2-3-5 0,-2 3-18 0,0 0-10 16,0 0-4-16,2 14-14 0,-2-6-7 0,-2-2-3 15,0 7-4-15,-2-1-4 0,0 2-5 0,-1 3-1 16,-2-1-7-16,1 1 1 0,1 1-1 0,0-1-6 16,1-2 0-16,1-4-5 0,0 0-2 0,1-5 5 15,0 4-1-15,-1-5 8 0,2-3 41 0,1 3 38 16,0-5 14-16,0 0-9 0,0 0-12 0,0 0-6 16,22-10-10-16,-12 1-6 0,7 0-8 0,-1-3-7 15,2 1-6-15,5-6-10 0,0 5 0 0,0-1-7 16,-4 4-4-16,2 0-7 0,-2 1 0 0,1 1-6 15,-1 0-2-15,-1 4 1 0,1 0-12 0,-6 2 1 16,9 1-3-16,-6 0-8 0,-3 1-6 0,5 2-8 16,0 2-9-16,-4 0-25 0,-4 2-21 0,2 0-28 15,3 1-36-15,-4-1-37 0,0 0-51 0,-2-2-211 16,0 1-470-16,2-1 208 0</inkml:trace>
  <inkml:trace contextRef="#ctx0" brushRef="#br0" timeOffset="-204687.22">18013 15403 56 0,'0'0'194'0,"0"0"-18"16,0-5-15-16,0 5-27 0,0 0-10 0,0 0-16 0,0 0-13 15,0 0-8-15,0 0-13 0,4 14-2 0,-4-2-14 16,0 0-3-16,0 5-6 0,-4 0 2 0,4 4-3 16,0 1-8-16,-1 6-3 0,-3-3-9 0,0 0 3 15,0 0 2-15,2 2-4 0,-2-4-4 16,0-2-4-16,-2 0-4 0,2-2-1 0,0-2-1 15,0 0 0-15,0-2 1 0,3-3-3 0,-3-2-2 0,2 1-5 16,0-5 5-16,1-1-3 0,-3 2 2 16,4-3 6-16,-1-2 39 0,1 3 32 0,0 0 32 15,0-5 32-15,0 5 33 0,0-5 15 0,0 0-18 16,0 0-22-16,6-12-18 0,2 7-14 0,1-7-5 16,6 3-20-16,-2-6-6 0,9-4-12 0,-3-1-7 15,4-2-7-15,0 0-11 0,4 1-6 0,-4-1-4 16,1 0-6-16,-1 1 5 0,-1 3-10 0,-8 5-4 15,0 1 5-15,-4 3-14 0,-1 0-1 0,1 2 0 16,-3 1-6-16,-2-1 1 0,-1 4-6 0,0-2-2 16,-1 4 1-16,1-5-11 0,-4 6-7 0,4-2-14 15,-4 2-11-15,0 0-16 0,0 0 5 0,0 0 6 16,0 0 3-16,-17 10 2 0,6-3-4 0,-7 3 10 16,0 1 0-16,0 0 9 0,-6 3-3 0,7-1 0 15,2-1 4-15,-3 2-2 0,2-1 4 0,1 0-3 16,1-3 5-16,3 4-2 0,3-3 6 0,-1-4-4 15,3 0-1-15,-1 0 0 0,5-2 5 0,-2 2-1 16,3-2 3-16,-2 0 0 0,3-1 4 0,3 2 1 16,2 0-1-16,3 2 3 0,2-1 2 0,5 3-4 15,3-2 1-15,6 3 1 0,3 1-20 0,0 1-34 16,0-1-42-16,1 1-48 0,-1-2-48 0,0 0-72 16,-8-2-258-16,1-1-562 0,-2-3 248 0</inkml:trace>
  <inkml:trace contextRef="#ctx0" brushRef="#br0" timeOffset="-204187.68">18639 15536 65 0,'4'-3'184'0,"4"2"-25"0,-1 1-13 16,1 1-9-16,-3 2-21 0,3 1-20 0,1 1 0 16,-2 3-8-16,0 1-5 0,-2 3-8 0,0 0-6 15,0 3-7-15,-2 0-8 0,-3 3-5 0,-3 0-8 16,-1 1 1-16,1 0-5 0,-4-1-2 0,-2-1-3 15,0-1 1-15,-1 1-4 0,4-7 3 0,-2 0 1 16,-1-1 4-16,1-2 2 0,3-1 6 0,1-1 8 16,-1 1 17-16,1-4 30 0,3 1 27 0,-3 0 34 15,4-3-4-15,0 0-17 0,0 0-10 0,0 0-14 16,5-17-10-16,0 8-17 0,6-4-9 16,-1-2-6-16,3 1-7 0,0 0-6 0,6-7-8 0,0 3-6 15,-5 1-3-15,2 2-5 0,-1 5-4 16,-2-3 1-16,-3 3-8 0,-1 2-5 0,0 3-6 15,-2 0-3-15,-2 1 0 0,-1 1-5 0,1 0-3 16,-1 3-4-16,-4 0 0 0,10 3 0 0,-5 0-2 0,-1 1-2 16,0 4-3-16,1 1-15 0,-1 3 1 15,1 0 0-15,4 5-11 0,-4 0-18 0,0-2-9 0,-1 4-25 16,0-2-28-16,0 0-34 0,-3-2-28 0,1-1-36 16,-2-3-78-16,0-3-150 0,0-1-472 15,0-1 209-15</inkml:trace>
  <inkml:trace contextRef="#ctx0" brushRef="#br0" timeOffset="-203939.1">19026 15420 101 0,'0'0'202'0,"8"-3"-19"0,-8 3-18 0,9 5-10 15,1 3-9-15,-1 3-10 0,4 9-10 0,5 2-6 0,-8 7-4 16,4 1-13-16,-5 4-5 0,3 12-8 0,-7-9-16 16,-4-2 2-16,-4 0-12 0,-3 1-4 15,-3-2-4-15,-1-2-5 0,-7 2-4 0,-1-6-10 0,-5 1-9 16,-5-6-5-16,-1 1-14 0,-17 1-37 16,1-4-34-16,9-7-60 0,-1-2-221 0,-1-5-371 15,-2-4 165-15</inkml:trace>
  <inkml:trace contextRef="#ctx0" brushRef="#br0" timeOffset="-203505.08">17894 15095 109 0,'-10'7'121'0,"-2"4"0"15,-5 8-19-15,-5 4 13 0,0 9-3 0,-10 10-8 16,0 8 11-16,-10 25 2 0,2-3-12 0,15-18-10 16,2 2-11-16,8 1-9 0,1-1-8 0,7-2-6 15,7-1-1-15,9-4 7 0,5 0 3 0,13-4 1 16,7-3-4-16,6-2-7 0,7-6-4 0,2-4-39 15,6 0-74-15,1-3-99 0,4-9-137 0,-5-5-318 16,-1-1 140-16</inkml:trace>
  <inkml:trace contextRef="#ctx0" brushRef="#br0" timeOffset="-202770.79">19714 15662 109 0,'-6'0'119'0,"6"0"-15"15,0 0 3-15,0 0-9 0,0 0 1 0,0 0-4 0,0 0 1 16,-6-3-7-16,6 3 2 0,0 0-8 15,0 0-2-15,0 0 3 0,0 0-7 0,0 0 4 16,0 0 5-16,0 0-2 0,0 0 5 0,0 0-2 16,0 0 13-16,0 0-7 0,0 0-4 0,0 0-13 15,0 0-3-15,13-7-10 0,0 4-6 0,4-1-5 16,9 1-7-16,5-3-3 0,4 2-7 0,4-1-3 16,17-2-3-16,-3 1-2 0,2 1-5 0,-2 0-3 15,1 1-10-15,-17 0-19 0,-1 1-10 0,-4 1-22 16,-5-2-19-16,-8 1-30 0,-6 2-15 0,-2-2-23 15,-3 2-30-15,-4-1-175 0,-2 1-363 0,-2 1 161 16</inkml:trace>
  <inkml:trace contextRef="#ctx0" brushRef="#br0" timeOffset="-202560.17">19991 15466 97 0,'0'-4'261'0,"0"0"-3"0,3 0-18 0,-3-1-27 0,0 5-26 16,1-5-22-16,0 2-23 0,-1 3-16 0,0 0-14 16,0 0-13-16,0 20-10 0,-2-8-9 0,-1 7-10 15,-2 5-8-15,-1 10-2 0,1-4-7 0,1 5-5 16,-3 2-4-16,5-2-14 0,-3 0-34 0,-2 1-40 16,5-3-39-16,-5 2-57 0,2-3-52 0,-5-3-138 15,2-5-356-15,3-9 159 0</inkml:trace>
  <inkml:trace contextRef="#ctx0" brushRef="#br0" timeOffset="-201652.19">20923 15459 128 0,'-4'-1'142'0,"0"-2"-19"0,4 3-7 0,-6 0-17 16,6 0-5-16,0 0-19 0,-12 0-2 0,12 0-3 15,0 0-16-15,-7 0 1 0,7 0-10 0,0 0-4 16,0 0-2-16,-7 3-4 0,7-3-5 0,0 0 6 16,0 0-2-16,0 0 8 0,0 0 3 0,0 0-3 15,23-3-1-15,-11 1 2 0,4-3-7 0,2 3-6 16,1-3 1-16,-1-3-1 0,1 4-7 0,0-3 3 16,1 0 2-16,-4 0 12 0,1-1 4 0,-4 0-4 15,-3 2 6-15,3-1 6 0,-3-3 1 16,-4 3 4-16,1-1 2 0,0 2-11 0,-4 1-6 0,-2-1-3 15,-1 1-7-15,-4 0-1 0,-5 3-5 0,0 2-4 16,-8-2-5-16,-1 4-2 0,-5 0-5 0,-7 7 1 16,1 4-5-16,-2 1-1 0,-1 6-2 0,2-1 1 15,-1 3-3-15,3 1-2 0,1 2 2 0,3 2-17 16,3 1-3-16,2 0 6 0,8 1 0 0,0 2 0 16,8-2 6-16,3 1-1 0,7-1 5 0,7-3 2 15,5 1-2-15,3-5-21 0,10-1-34 0,0-4-48 16,17 3-56-16,-14-8-166 0,1-3-354 0,0-4 157 15</inkml:trace>
  <inkml:trace contextRef="#ctx0" brushRef="#br0" timeOffset="-201253.9">21164 15762 4 0,'0'0'202'0,"0"0"-28"16,0 0-18-16,0 0-9 0,0 0-15 0,21 8-15 15,-10-3-9-15,3 0-18 0,0 2-9 0,-1 0-9 16,-3 1-5-16,-2 2-11 0,2 5-3 0,-2-2-2 16,-2 2-13-16,-3 0-7 0,-2 2 0 0,-2 1-6 15,-3 0-3-15,-4-1-4 0,1 0 2 0,-5-2-7 16,2 0 3-16,-3-2-1 0,4 2 3 15,0-5 7-15,-1-3 0 0,4 2 9 0,-1-5-3 0,5 1-1 16,-2-1 13-16,1-2 19 0,-1 1 10 0,1 0 3 16,3-3 4-16,-2 4-13 0,2-4-3 0,12 1-8 15,1-1-6-15,4 0-4 0,1-1-5 0,4 2-3 16,0-1-3-16,5 0-4 0,-6 0-3 16,6-1-1-16,-5 2-5 0,0-1-1 0,-2 1-3 15,-1 1-1-15,-6-2-3 0,1 2 1 0,-5-1-4 0,0-1-11 16,-3 0-10-16,2 0-15 0,-3 2-21 0,-5-2-18 15,8 0-23-15,-3 0-30 0,-5 0-32 16,0 0-40-16,4-5-164 0,-4 5-383 0,-3-11 170 16</inkml:trace>
  <inkml:trace contextRef="#ctx0" brushRef="#br0" timeOffset="-198899.72">21877 15175 73 0,'0'-6'208'0,"0"0"-5"16,0 1-13-16,0-1-13 0,0 1-8 0,0 2-12 15,0 3-14-15,0-7-14 0,1 4-16 0,-1 3-14 16,0 0-14-16,4-4-10 0,-4 4-7 0,0 0-9 16,12 8-6-16,-6 0-4 0,7 1-2 0,0 4-14 15,2 2-1-15,2 6-3 0,2-1-1 0,1 1 5 16,-2-3-9-16,1 3-3 0,-4-8 0 0,4 6-2 15,-4 5 0-15,3-4-4 0,-4-6-1 0,-4 0 0 16,-1 0 2-16,-4-4-3 0,5-2 0 16,-6-2-7-16,0 1 5 0,1-3 0 0,-1 0-3 0,-1-1 2 15,1-1 3-15,-3 0 12 0,2 1 3 0,-3-3 4 16,0 0 2-16,4 4-1 0,-4-4-4 0,2 3-2 16,-2-3-2-16,0 0-4 0,2 1 4 0,-2-1-11 15,0 0-8-15,0 0-19 0,0 0-31 0,0 0-21 16,0 0-22-16,0 0-29 0,0 0-24 0,0 0-38 15,1-11-182-15,2 6-389 0,-2 0 172 0</inkml:trace>
  <inkml:trace contextRef="#ctx0" brushRef="#br0" timeOffset="-198640.02">22603 15141 4 0,'0'0'185'0,"0"-6"-20"0,0 6-18 15,0 0-15-15,0 0-15 0,-19 3-9 16,7 5-13-16,-7-1-10 0,1 2-11 0,-4 4-7 16,-2 2-5-16,7-3-7 0,2 2-8 0,-8 3-1 15,2-2-6-15,1 2-2 0,5-3-5 0,-8 1-6 16,9-1-13-16,-4 5-7 0,0-2-9 0,4-1-20 0,3-5-27 15,2-2-21-15,-1 2-23 0,3 0-126 16,-2-4-237-16,5 0 105 0</inkml:trace>
  <inkml:trace contextRef="#ctx0" brushRef="#br0" timeOffset="-198240.06">22229 15400 191 0,'0'0'236'0,"0"-5"-12"16,0 0-18-16,0 5-21 0,-2-4-20 0,2 4-14 16,0-6-17-16,0 6-17 0,2-4-15 0,-2 4-14 15,0 0-12-15,0 0-8 0,-2 19-7 0,1-7-6 16,-3 6-5-16,-2 8-7 0,-3 4-4 0,-1 5-7 15,-7 14-17-15,2-2-1 0,-1 2-3 0,0-3-1 16,3-2-3-16,0-8 2 0,4-3-4 0,0 2-6 16,1-2 6-16,1-3-3 0,3-4 4 0,0 2-4 15,0-2-2-15,3-8 4 0,-3-1-2 0,-1-2 0 16,5-2-4-16,-1-1 5 0,1 0-1 0,-2-5 1 16,0-2 3-16,4 2-2 0,-4-5 15 0,2 2 12 15,0-4 2-15,0 0 8 0,0 3 9 0,0 0 5 16,0-3-3-16,0 0 2 0,0 0-7 0,0 7-3 15,0-7-6-15,0 0-7 0,0 4-20 0,0-4-17 16,0 0-26-16,0 0-30 0,0 0-41 0,0 0-36 16,0 0-43-16,0 0-204 0,0 0-418 0,0 0 185 15</inkml:trace>
  <inkml:trace contextRef="#ctx0" brushRef="#br0" timeOffset="-197755.15">22538 15867 136 0,'0'0'168'0,"0"0"-11"0,0 0-17 0,2-2-29 0,-2 2-7 16,0 0-11-16,0 0-7 0,0 0-8 0,0 14-11 15,0-7-7-15,0 0-2 0,0 4-9 0,-5 1-2 16,3-1-8-16,-1 4-8 0,-1-2-1 0,1 3-1 16,-3 0-7-16,1 0 1 0,-1 0 3 0,2 2-10 15,0-6-4-15,-1 0 2 0,3-1-4 0,-2 0-2 16,2-2 3-16,1 1-5 0,0-5 8 0,0 1 7 15,-1 1 32-15,2-4 30 0,0 2 37 0,0-5 38 16,-3 5 34-16,3-5 4 0,0 0-12 0,0 0-20 16,10-13-4-16,-3 3-31 0,2-3-8 0,5-1-14 15,2-1-11-15,4-2-11 0,2-1-18 0,-2 1-11 16,-2 4 1-16,1 4-12 0,-2-2-4 0,-7 5-3 16,0-2-12-16,-3 4-9 0,1 1-21 0,-3 1-7 15,2 2-2-15,0 0-8 0,-1 2-4 0,1 2-1 16,0 1-3-16,-1 2-13 0,2 2-6 0,-4 2-23 15,3-1-24-15,0 6-28 0,-2-2-40 0,0 2-46 16,-1-2-42-16,-4-4-204 0,3 2-494 16,-6-3 219-16</inkml:trace>
  <inkml:trace contextRef="#ctx0" brushRef="#br0" timeOffset="-196805.06">23423 15230 106 0,'0'-5'242'0,"0"1"-14"0,0 4-20 0,3-5-24 16,-3 5-22-16,0-4-19 0,0 4-17 0,0 0-16 0,0 0-15 16,0 0-9-16,0 0-9 0,0 21-9 0,-3-9-9 15,2 5-5-15,-5 0-6 0,-2 9-6 0,0 0-3 16,2 4-5-16,-5-3-1 0,2 5-6 15,0-3 4-15,-3 3-26 0,1-3 3 0,0-2-6 16,0 1 1-16,3-5 1 0,0 2 0 0,3-8-1 0,-1 0-2 16,2-5 2-16,0-5-2 0,2 5-5 15,1-7 10-15,-2 2 3 0,2-2 22 0,1-2 28 16,0 1 28-16,0-4 33 0,-3 5 25 0,3-5 23 16,0 0 19-16,0 0-10 0,0 0-21 0,0 0-19 15,12-16-17-15,-3 5-9 0,6-3-10 0,3-5-8 16,1-1-12-16,5-2-3 0,-1 1-26 0,5-1-11 0,-2 0 0 15,0 1-9-15,-3 0 0 0,1 4-2 0,-6-1-5 16,-2 8-1-16,-3-2-4 0,-1 5-3 16,-1-1-3-16,-4-2 2 0,1 3-4 0,-4 1 11 15,1 1-18-15,-1 2-1 0,0 1-6 0,-4 2 3 16,9-5-18-16,-9 5-18 0,2-5-18 0,-2 5 0 0,0 0 11 16,0 0-4-16,0 0 7 0,-16 19 3 0,4-12 4 15,-2 3 4-15,0 0-2 0,-2 2 3 16,0 0 1-16,1-1 10 0,1 0-9 0,-1 0 10 15,1 0-3-15,1 2 4 0,3-4 0 0,2-1-3 16,-1-3 9-16,4 3-4 0,-3-3 3 0,7 0-7 16,-3-1 12-16,0 1-10 0,3 1 8 0,1-2-2 0,1 1 6 15,4 0 0-15,3 3-1 0,7 0 0 0,-1 2 3 16,4-2-7-16,-1 2-29 0,9 3-34 16,-7-4-46-16,-1 2-45 0,5-1-46 0,-3 2-59 15,-1-7-226-15,0 4-533 0,-1-3 235 0</inkml:trace>
  <inkml:trace contextRef="#ctx0" brushRef="#br0" timeOffset="-196353.55">23864 15360 124 0,'3'-3'205'0,"-2"-5"-25"0,3 6-18 0,2-1-15 16,-6 3-18-16,12 0-16 0,-12 0-12 0,13 5-9 16,-5 0-11-16,0 3-7 0,-1 3-6 0,-1-1-6 15,4 5-5-15,-7-4-9 0,2 5-8 0,-3-4 3 16,1 4-6-16,-4-5-2 0,1 6-5 0,-3-1-3 16,1-3-3-16,-4 3 1 0,3-5-2 0,-5 2 0 15,2-4-1-15,-2 2-6 0,1-2 3 0,-1 0-2 16,4-3 0-16,0-2 3 0,-1 2 6 0,0-2 13 15,2 0 22-15,-1-2 31 0,4-2 28 0,-2 4 21 16,2-4-7-16,0 0-15 0,0 0-6 0,2-17-14 16,2 10-10-16,5-3-9 0,-1-4-5 0,6-1-13 15,-1 1-8-15,2 0 7 0,-1-1-16 0,0-2-10 16,-1 6-1-16,0 2-4 0,-1 0-3 0,-4 2-6 16,-3 3 1-16,4 0-6 0,-4-1-5 0,-1 3-2 15,1 1-5-15,-1-1-3 0,-4 2 1 0,9 0-3 16,-9 0-11-16,6 5-3 0,-1 0-3 0,-1 2-9 15,3 1-1-15,-5 1-12 0,2 0-17 0,2 2-12 16,-2 3-19-16,-1-4-25 0,1 7-18 0,-2-5-28 16,1-1-32-16,-2 0-47 0,2-4-178 0,-1 0-451 15,1-3 199-15</inkml:trace>
  <inkml:trace contextRef="#ctx0" brushRef="#br0" timeOffset="-196123.04">24287 15266 126 0,'0'0'172'0,"8"0"-14"16,-8 0-14-16,11 8-7 0,-2-3-2 0,-2 4-20 16,2 4-9-16,0 5-10 0,-2 10 0 0,0 3-4 15,-1 0-8-15,-4 3-11 0,-5 2-2 0,-4 12-1 16,-3-13-8-16,-9 11-8 0,-3-2-18 0,-5-4-17 15,-5-3-14-15,6-10-31 0,-14 4-35 0,11-12-63 16,-4-1-150-16,-2-4-296 0,3-2 132 0</inkml:trace>
  <inkml:trace contextRef="#ctx0" brushRef="#br0" timeOffset="-195739.13">23324 15040 15 0,'0'0'152'0,"-12"2"-16"0,4 8-7 16,-2 4-9-16,-5 6-11 0,1 6-5 16,0 3-5-16,-1 5-10 0,-6 12 2 0,7 4-3 15,1 4-7-15,4-3-3 0,4 3-10 0,4 0 1 0,7 0-10 16,2-4-2-16,5-2-7 0,6-4-2 0,0-12-1 15,8 7-10-15,-1-12 5 0,14 7-9 0,-10-15-22 16,4 0-44-16,14 2-69 0,-14-10-178 0,7-5-303 16,10 2 134-16</inkml:trace>
  <inkml:trace contextRef="#ctx0" brushRef="#br0" timeOffset="-195036.55">24810 14920 78 0,'-1'-2'209'0,"1"2"-27"0,0 0-12 0,-3-3-27 0,3 3-5 16,0 0-22-16,0 0-14 0,0 0-8 0,0 0-12 16,0 0-7-16,17 8-9 0,-8-3-7 0,2 3-1 15,2-4-7-15,6 3-3 0,0 0-1 0,2 1-7 16,-1-3-8-16,2 3 0 0,-2-4-3 16,0 0-3-16,-1-1-6 0,-2-1 4 0,-2-2-5 0,-2-3 6 15,-2 2 11-15,0 0 8 0,-1-3 8 0,-1 0 10 16,-1-1 0-16,2 1 4 0,-6-3 7 0,1 3 4 15,-1-1-5-15,1 0 3 0,-1-2 2 0,-3 2-8 16,3 0 9-16,1 1 0 0,-5-1-11 16,4 2-2-16,-3 0-3 0,-1-1-15 0,0 4-3 0,4-2-7 15,-4 2-10-15,0-5-5 0,0 5-8 0,0 0-28 16,0 0-5-16,0 0 4 0,0 0 2 0,7 19-3 16,-7-3-3-16,-3 9 2 0,2 4-1 0,-3 3 0 15,0 18 7-15,-5-1 7 0,3 5 2 16,-1 7 4-16,1 22 7 0,0-23-2 0,1 1-19 0,2-5 3 15,3 1 1-15,-4-3 0 0,0-1 2 0,4-6 2 16,0-11-1-16,0-2 0 0,2-2-1 16,0-1 9-16,-2-5-6 0,0 1-2 0,1-9 1 0,-1 0 1 15,0-4-1-15,-1-2-1 0,1 1 2 16,-4-3 1-16,3-2-5 0,-3 0 4 0,0 0 3 16,-3 0 2-16,-3-2 2 0,-5 2 2 0,-4-1 0 0,-9-2 1 15,-2 1-7-15,-6-5-27 0,-17 0-61 0,3 0-76 16,-3-1-298-16,-1-8-500 0,17 1 221 15</inkml:trace>
  <inkml:trace contextRef="#ctx0" brushRef="#br0" timeOffset="-193955.1">26678 15250 33 0,'0'0'125'0,"0"0"1"15,0 0-2-15,4-9 6 0,-3 4 5 0,3 1 4 16,-3 0 0-16,3-3-1 0,-1 2 6 0,-1 1-3 15,2-1 0-15,-3 0-2 0,3 0-1 0,-1 1-2 16,-1 1-8-16,0 0-11 0,-1-1-10 0,-1 4-11 16,1-3-12-16,-1 3-9 0,0 0-8 0,4-4-11 15,-4 4-11-15,0 0-3 0,0 0-9 0,0 0-4 16,1 14-2-16,-2-7-1 0,-3 4-6 0,2 4-6 16,-2 3 2-16,-3 0-2 0,0 6-1 0,0 4 3 15,-3 2-1-15,2-2-5 0,-2-2-4 0,2 0 4 16,3-2-24-16,0-5 3 0,-1-1 1 0,-2-2 2 15,4-1-1-15,3-4 6 0,-1-5-1 0,-2 1 0 16,2 1 5-16,0-5 1 0,2 2 50 0,0-3 40 16,0-2 34-16,0 0 24 0,0 0-14 0,0 0-12 15,0 0-14-15,15-15-11 0,-5 2-12 0,2-2-10 16,0-2-7-16,9-3-3 0,-2-1-14 0,2-3-2 16,3-1-3-16,0 3-11 0,3 0-7 0,1-2 2 15,-5 5-6-15,3 1 2 0,-11 6-6 0,-1 3-4 16,-2 1 1-16,-5 3-5 0,1-2-3 0,-1 5-5 15,0 0-33-15,1 2 4 0,-8 0-13 0,15 4-5 16,-5 6 6-16,-2-3-6 0,2 5-9 0,0 5 4 16,-2 3-9-16,0 3-9 0,1 0-22 0,0 1-21 15,0 1-27-15,0-2-31 0,-2 2-33 0,3-2-54 16,-2-7-275-16,1-4-570 0,-3-1 252 0</inkml:trace>
  <inkml:trace contextRef="#ctx0" brushRef="#br0" timeOffset="-193551.96">27755 15187 123 0,'4'-6'255'0,"0"1"-7"15,-3 1-10-15,0 1-20 0,-1 3-19 0,4-5-25 0,-4 2-22 16,0 3-15-16,3-3-17 0,-3 3-16 0,0 0-14 16,0 0-9-16,0 0-10 0,4 8-6 0,-7 2-10 15,3 0-3-15,0 1-8 0,0 4-3 0,0 3-6 16,0-1-1-16,0 1-5 0,-1 1 6 15,-2 8-9-15,3-4-6 0,0 4 0 0,0-8 0 0,0-1-2 16,0-1-2-16,3-2-3 0,-6-2 4 0,7-3-3 16,-4 0-1-16,0-3 2 0,0-2-5 0,0 1 6 15,0-1-4-15,0 1 13 0,0-5-7 0,0-1-1 16,0 5 0-16,0-5 0 0,0 0-24 16,0 0-25-16,-8-11-29 0,7 1-34 0,-4-1-45 15,1-4-36-15,3-2-53 0,-3-9-135 0,3 6-395 0,2-6 175 16</inkml:trace>
  <inkml:trace contextRef="#ctx0" brushRef="#br0" timeOffset="-193379.01">27857 14995 67 0,'2'-7'248'16,"0"1"-22"-16,1 0-16 0,-2 2-22 0,0-1-25 16,1 1-11-16,-2 4-21 0,1-5-36 0,-1 5-38 0,4-1-14 15,-4 1-19-15,0 0-27 0,8 5-36 0,-4-1-14 16,0 2-40-16,-2 1-143 0,-1-2-256 0,-1 2 113 15</inkml:trace>
  <inkml:trace contextRef="#ctx0" brushRef="#br0" timeOffset="-192990.65">28274 15112 122 0,'0'0'241'15,"0"0"-24"-15,0 0-18 0,1-4-21 0,-1 4-20 16,0 0-16-16,0 0-18 0,0 0-13 0,0 0-14 15,0 0-11-15,0 0-5 0,-21 9-12 0,12-4-8 16,-3 2-6-16,2 1-4 0,0-1-8 0,1 2-6 16,-3 3-2-16,1 0-3 0,1 4-4 0,1-2-4 15,1 2 0-15,4-1-2 0,0 2-8 0,4-2 4 16,0 3-4-16,4-1 3 0,2 3-1 0,0-2-2 16,3-1-3-16,2-3 9 0,2 2 3 0,-3-4-4 15,-1-1 5-15,1 1-6 0,-2-5-4 0,0-1-4 16,-4-1 2-16,0-1 0 0,-1 0 0 0,0 0-1 15,-2-1 7-15,-1-3-9 0,-15 7-5 0,-5-3-15 16,-8-1-39-16,-4 0-66 0,-7-2-81 0,-1 0-166 16,3-1-392-16,1-2 174 0</inkml:trace>
  <inkml:trace contextRef="#ctx0" brushRef="#br0" timeOffset="-190440.19">29277 15004 149 0,'4'-4'266'0,"-3"-1"-11"0,2 1-10 0,-1-1-7 16,-2 2-29-16,3-1-9 0,-3 4-11 0,1-5-19 16,2 2-16-16,-3 3-17 0,1-5-15 0,-1 5-18 15,0 0-8-15,0 0-21 0,0 0-26 0,0 0-10 16,0 0-7-16,0 0 6 0,0 14-15 16,0-1-1-16,-4-2-4 0,0 5-2 0,2 1-1 0,-1 0-2 15,-2 3-1-15,1-2-5 0,3 2 3 0,-3-2-2 16,4-1 1-16,-4 1-1 0,4-1 0 0,-1-4 9 15,-3 0-14-15,3-2 5 0,-2-1-2 0,3-3 2 16,0-1-1-16,0 0 3 0,-1 0-1 16,-2-3 1-16,3 2 2 0,0-2 0 0,0-3 4 0,-1 5-7 15,1-5 1-15,0 0-20 0,0 0-27 0,-9-11-31 16,8 6-22-16,-5-6-42 0,3 0-37 0,-3-5-36 16,-1-5-189-16,2-5-426 0,0-2 188 0</inkml:trace>
  <inkml:trace contextRef="#ctx0" brushRef="#br0" timeOffset="-190281.78">29229 14727 104 0,'2'-10'244'0,"1"0"-10"16,-1 0-1-16,2 2-23 0,-3-2-18 0,2 7-19 15,-2-1-15-15,-1-1-21 0,2 2-21 0,1 1-28 16,-3 2-23-16,0 0-15 0,0 0-17 0,0 0-29 16,0 0-12-16,8 6-21 0,-7 1-31 15,-1 3-17-15,4 0-24 0,-3 2-21 0,-2 1-152 0,2-1-298 16,3 3 132-16</inkml:trace>
  <inkml:trace contextRef="#ctx0" brushRef="#br0" timeOffset="-189436.16">29616 15031 194 0,'1'-2'265'0,"-1"2"-24"0,4-4-32 0,-4 4-21 15,0 0-21-15,2-3-21 0,-2 3-19 0,0 0-12 16,0 0-15-16,2 9-8 0,-2-3-11 0,-3-1-8 16,3 7-6-16,-2-1-12 0,-1-1-2 0,0 5-7 15,-5-1-5-15,1 3-2 0,1-1-4 0,-1-1-4 0,1-1-5 16,1-1 3-16,1-2-7 0,2-2-1 15,0 3-1-15,0-7 0 0,0 0 1 0,1 0 0 16,0-1 24-16,-1-1 39 0,2-3 43 0,0 0 1 16,6 3-22-16,-6-3-7 0,11-6-16 0,2 0-5 15,-3-2-9-15,5-1-1 0,3-3-12 0,0-1-8 16,6 0-3-16,-7 2-6 0,2-2-2 0,-1 2-10 16,-4 1-7-16,3-1-2 0,-2 3-2 0,-5 3 0 15,-3 0-9-15,2 1 1 0,-4 0-18 0,0 3-10 16,1 1-3-16,-6 0 2 0,14 1-7 0,-8 3-1 15,3 0-5-15,-2 3-1 0,1 0 0 0,-1 3 0 16,3-3 4-16,-3 2-2 0,3 0-4 0,-2 0-1 16,-2 0 0-16,3-2 3 0,-1 1 1 0,1 1 7 15,-4-3 1-15,4-3 4 0,-3 3 3 0,1-3 2 16,-2-3 3-16,0 0 1 0,-5 0 4 0,18-7 3 16,-10 0-3-16,1-2 2 0,-2 3 3 0,2-10 3 15,-2 2 2-15,3-2 6 0,-1-1 5 0,0 0 18 16,3-9-11-16,-3-1-1 0,0-1 2 15,-1-1-6-15,0 1 3 0,1-3-2 0,-2-1 1 0,3 1-1 16,-1 1-2-16,0 1-2 0,-1 0-1 0,-2 5 15 16,1 7 3-16,-5 5 9 0,2 3-8 0,0 0-5 15,-1 2-3-15,-1 3-9 0,1-2-23 0,-2 5-37 16,-1 1-1-16,0 0 8 0,0 0 0 0,-5 19 2 16,-3-1 3-16,2 7 4 0,-4 2 2 0,-1 3 6 15,2 2 0-15,-2 1 3 0,3 1 3 0,-1-1-2 16,2 0 4-16,-1-3 3 0,4-1-4 0,0-1 2 15,0-2 5-15,3-9 1 0,-3 0 3 0,4 0-3 16,-2-6 4-16,2-1 0 0,0-2 5 0,-2-2-3 16,4 0 3-16,-4-2 3 0,1 0 6 0,1 0 11 15,0-4 9-15,-1 6-3 0,1-6 0 0,-1 4-3 16,1-4 1-16,0 0-10 0,0 0-28 0,0 0-56 16,0 0-57-16,0 0-50 0,-5-11-74 0,3 2-160 15,7 0-446-15,-5-1 197 0</inkml:trace>
  <inkml:trace contextRef="#ctx0" brushRef="#br0" timeOffset="-189208.95">29989 14924 11 0,'-5'-1'222'16,"5"1"-3"-16,0 0-16 0,0 0-18 0,-4 2-15 15,4-2-20-15,0 0-12 0,0 0-16 0,23 4-11 16,5-3-7-16,4 2-16 0,6 0-24 0,2-1-35 16,0 1-43-16,0-1-53 0,-3 0-70 0,-3-2-130 15,-2-2-289-15,-8 1 129 0</inkml:trace>
  <inkml:trace contextRef="#ctx0" brushRef="#br0" timeOffset="-188102.69">30386 15090 125 0,'0'0'153'0,"0"0"-18"0,-5 2-9 0,5-2-10 15,0 0-16-15,0 0-9 0,0 0-11 0,0 0-10 16,22 1-5-16,-14-1 3 0,1-1-6 0,2 1-10 16,7-1-8-16,1 0 0 0,0-1-4 0,0 0-8 0,2-1-2 15,-1-1-2-15,8-2 0 0,-6 2-10 16,5-6 6-16,-9 3-7 0,0-3 1 0,0 5 10 0,-3-5 2 16,-1 2 5-16,-4 1 8 0,-1 3 6 15,1-3 2-15,-6 3 1 0,1 0-11 0,-3-1-1 16,0 1-8-16,-2-1-3 0,0 5 1 0,-6-5-12 0,-1 2 3 15,-3 2-6-15,-3 1-1 0,-6 2-1 0,-2 1-3 16,1 1-2-16,-3 0 6 0,3 1-8 16,2 3-3-16,-4 0 0 0,8 0-3 0,-4 2 2 15,9-2 1-15,-6 2-11 0,7 0 1 0,3-2-10 16,1 3 6-16,4-1 0 0,4 1 4 0,3-1 4 16,9 2-3-16,6 2 2 0,5-2 0 0,5 1 3 15,0-5-9-15,2-1 1 0,3-1-4 0,0-2 6 16,4-3-2-16,-5 1-1 0,16-5 7 0,-17 2-5 15,0-4 9-15,-5-1-9 0,-3 0 8 0,-7-2 0 16,-3 1 13-16,0-3-2 0,-7 3 9 0,0-3 3 16,-4 2 6-16,0-3-7 0,-4 1-2 0,-2 3-5 15,-2-2 0-15,-2 0-4 0,-5 1 3 0,-3 3-2 16,-2-3-4-16,0 4-2 0,-4-1 1 0,-1 3-2 16,2 2 3-16,-2 0-2 0,2 4-4 0,4-2-20 15,1 2-11-15,-1-2-16 0,6 3-8 0,-1 2-12 16,0 0 18-16,5-2-10 0,-1 3 12 0,4 0 3 15,1-2 10-15,3 1 2 0,5 0 5 0,0 0-1 16,1-3 7-16,8 3-4 0,-7-5-1 0,7 0 3 16,0-4 1-16,1 1 6 0,-1-1-3 0,-1-4 7 15,-3 2 14-15,-3-2 8 0,4-4 9 0,0 0 0 16,-6 2 4-16,1-1 13 0,-1-5 12 0,-3 3-1 16,2 0 3-16,-2 1 1 0,1-1-3 0,-4 2 8 15,1 0 1-15,-1 2-6 0,-1 2-2 0,2 0-10 16,-2-1-8-16,0 3-14 0,1 0-31 0,-3 3-10 15,0 0-4-15,0 0 6 0,0 0-4 0,-7 20 10 16,5-5-3-16,-3 2 2 0,-2 10 5 0,1 1-2 16,-3 0-8-16,1 4 8 0,1 3 2 0,-4 12-2 15,5-13 1-15,0 0 5 0,-1 1 2 0,1 13-6 16,0-15 10-16,0-2-6 0,1-2 1 0,0-2 2 16,1 0 2-16,0-8-1 0,-2-2-1 0,2-5 26 15,3 0-4-15,-3-2-1 0,0-1-2 0,3-3 9 16,-2-2-12-16,-2 2 5 0,4-2-4 0,-3-1 10 15,0-2-2-15,4-1 5 0,-6 1 12 0,6-1 19 16,0 0 0-16,-9-4 11 0,5 0-7 0,0 0-2 16,2-6-9-16,-1 2-3 0,0-3 18 0,1-2-5 15,0-3-1-15,4-3-11 0,-2-8-2 0,5 0-5 16,0 1-3-16,3-6-1 0,2 0-7 0,4 0-7 16,-1 0-5-16,11-8-5 0,-5 9-7 0,8-7 1 15,-6 11-10-15,0 2 10 0,2 0-3 0,-3 4 1 16,1 0 2-16,-4 8-1 0,-2 0-5 15,-2 2-1-15,0 2 3 0,-3 4-9 0,3-2-28 0,-5 2-25 16,-3 2-32-16,0 1-36 0,0 1-23 16,-5 1-8-16,7 1-16 0,-7-1-24 0,4 3-173 15,-4-3-400-15,0 0 176 0</inkml:trace>
  <inkml:trace contextRef="#ctx0" brushRef="#br0" timeOffset="-186955.42">31421 14976 239 0,'3'-4'266'0,"0"2"-22"0,0-1-22 0,-3 3-29 16,5-2-19-16,-5 2-21 0,8 0-15 0,-8 0-19 15,9 3-12-15,-4 3-14 0,4 0-13 0,-4 5-10 16,0-1-7-16,2 3-10 0,-3 4-6 0,-2 1-5 16,6-1-6-16,-6 3 4 0,1 3-11 0,-3-3-2 15,0-1-4-15,-3-2-4 0,2 1 4 0,-4 0-6 16,4-3-3-16,-2-5-1 0,2 0 3 0,-2-1-3 15,1-1 1-15,-1-2 0 0,3-2 28 0,-4 2 20 16,4-6 37-16,0 5 41 0,0-5 38 0,0 0-12 16,0 0-16-16,0 0-12 0,0 0-14 0,8-20-10 15,-4 9-12-15,3 1-11 0,0-4-8 0,2-3-10 16,4-5-1-16,1 0-5 0,1-2-16 0,2 2-1 16,-3-2-13-16,2 2-12 0,1 2-6 0,-6 5-6 15,2 0-5-15,-3 3-26 0,-1 3-12 0,-4 0-24 16,7 3-25-16,-3 2-23 0,-3 2-18 0,6-1-5 15,2 3-13-15,-3 3-7 0,8-1-8 0,-2 4-7 16,2-2-6-16,0 4-3 0,-1 1-13 0,4-3 6 16,-2 4 3-16,-2-4 13 0,0 1 30 0,0-2 3 15,-4-1 16-15,-4-3 19 0,2 3 18 0,-7-4 19 16,0 0 22-16,-5 0 19 0,8-4 2 0,-6 2 18 16,0-1 1-16,-2-2 10 0,0 5-2 0,-4-9-2 15,0 5 5-15,0-1 0 0,0 0-3 0,0 1 3 16,-3 2-11-16,0 0 3 0,0-1-4 0,-2 2 0 15,-3 2 0-15,1-1-3 0,-1 5 3 0,-6 1-4 16,3 1-2-16,-2 2 3 0,2 2 4 0,-3 0-8 16,3 4 3-16,1-2 4 0,-3 0-2 0,4 3-2 15,3 1 4-15,0-4-3 0,2 0 5 0,3-2 13 16,0-4-15-16,0 0 2 0,4-2 14 0,0-1 22 16,-1 2 35-16,5-3 16 0,-3-3 13 0,10 2-9 15,-2-4-9-15,2-2-6 0,3-2 1 0,2-2-1 16,2-2-11-16,-2 0-4 0,1-1-6 0,1-1-6 15,4-5-8-15,-7 5-2 0,2-1-9 0,-2 1-12 16,-1-1 7-16,-3 5-1 0,-1 1-4 0,0 0-4 16,-1 3-5-16,-3-1-3 0,1 0 2 0,-2 2-8 15,0 0-4-15,-1 2-7 0,0-2-20 0,-3 3 4 16,0 0 4-16,12 7-4 0,-6-1 6 0,-1 1-2 16,1-1-4-16,0 2-7 0,0 0-6 0,1 0 2 15,-2 0-5-15,0-2 1 0,-1 0 1 0,4 1 4 16,-3 0 7-16,0-5-1 0,0 0 6 0,1 1 0 15,-2-3 3-15,-4 0 5 0,10-5-4 0,-1 0 4 16,-2-4 0-16,0 1 5 0,-2-3-2 0,4-4 2 16,-4-2 4-16,4-1 3 0,0-6 7 0,1 0 10 15,-3-2 7-15,1-1-2 0,-1-4-1 0,2 2 2 16,0-3 0-16,0 1 5 0,2-1-4 0,-3 1-6 16,4 3 2-16,-2 0-5 0,-4 10 4 0,1 0-1 15,-1 2-3-15,-3 5-6 0,0 0 13 0,1 1 0 16,-2 1-6-16,1 4-3 0,-1-3-8 0,0 5-3 15,-2 0-27-15,0 3-24 0,0 0-7 0,0 0 2 16,0 0 7-16,-5 16 7 0,-1-1-1 0,-6 8 5 16,3 4 4-16,-7 4-1 0,3 1 6 0,0 2 0 15,-3 12 5-15,-1-1-3 0,7-14 8 0,-1 3-3 16,3-2 4-16,0 0 3 0,0-1-4 0,2-1 4 16,-1-3 1-16,2-2 6 0,3-5 1 0,-1-3 3 15,-1 0 4-15,4-8-3 0,0 3 7 0,0-3 15 16,-1-2 11-16,1 2 17 0,0-5 10 0,-2 3 21 15,4-3 17-15,-2-4 37 0,0 3 17 0,0 1 10 16,1-2-5-16,-1-2-13 0,23-1-31 0,5-3 4 16,3 3-12-16,4-2-12 0,0-4-46 0,16-1-55 15,-12-1-83-15,14-2-92 0,-2 2-122 0,3-4-363 16,1-4-720-16,3-2 319 0</inkml:trace>
  <inkml:trace contextRef="#ctx0" brushRef="#br0" timeOffset="-186516.05">32909 15093 168 0,'0'0'248'0,"0"0"-39"0,0 0-61 15,0 0-93-15,0 0-126 0,0 0-56 0,0 0-136 16,0 0 60-16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5:13:30.94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4348 2554 60 0,'0'0'119'16,"0"0"-7"-16,0 0-1 0,0 0-14 0,0 0-1 16,0 0-2-16,0 0-4 0,0 0 5 0,-4-6 0 0,4 6 5 15,0 0 6-15,0 0 7 0,0 0 4 0,0 0 1 16,-1-4-3-16,1 4 2 0,0 0-5 15,-4-3 0-15,4 3 1 0,0 0 9 0,-4-2-11 16,4 2-1-16,0 0 0 0,0 0-4 0,-1-4-1 16,1 4-9-16,0 0-3 0,-4-3-7 0,4 3-7 15,0 0-5-15,0 0-7 0,0-5 0 0,0 5-12 16,0 0-6-16,0 0-6 0,5-5-6 0,-2 2-4 16,1-1-2-16,2-1 4 0,4 4-18 0,-1-3-1 15,3 2 0-15,2 0-5 0,-1-1-5 0,6 3 0 16,-3 0-6-16,2 0 2 0,1 3 3 0,-1-1-3 15,1 4 1-15,-2 0-3 0,-2 2-14 0,2 1-11 16,-3 3-17-16,-1 0 4 0,-2 3 0 0,-2 2 5 16,-2 0-3-16,-2 2-7 0,-4 1 4 0,-2 5 9 15,-4 0 5-15,-4 2 8 0,-5 0-2 0,-1 0 3 16,-2-4 2-16,-1 0 2 0,0-2 3 16,1 1-2-16,2-8 3 0,3-1 1 0,1 1-1 15,1 0 1-15,1-7 1 0,1 4 4 0,2-7-2 16,2 1 3-16,0-1 3 0,0-1 27 0,2 0 20 15,2-3 18-15,0 0 14 0,0 0 18 0,0 0-15 0,0 0-5 16,6-13-7-16,6-1-10 0,7-7-8 16,2 1-5-16,5-3-3 0,-3-3-13 0,4-3 3 0,6-7-8 15,-10 5-3-15,9-3-1 0,-8 6-5 16,-1 2-2-16,-1 0-3 0,-4 2 4 0,-4 0 8 16,-1 6 23-16,0 2 2 0,-2 1 45 0,-2 2 34 15,-4 4 24-15,-1 4 8 0,0-2 2 0,1 2-5 16,-4 1-11-16,2 1-13 0,-1-2-16 0,-2 5-11 15,4-5-13-15,-4 5-11 0,3-4-19 0,-3 4-15 16,0 0-18-16,0 0-22 0,2-1-12 0,-2 1-19 16,0 0-19-16,0 0-8 0,0 0-7 0,0 0 8 15,0 0 3-15,-4 17 9 0,2-9-5 0,-1-1 4 16,-2 5 2-16,4 0 4 0,-4 5 7 0,1-1 1 16,0 2 3-16,-2-1 0 0,3 4 5 0,0-3 4 15,1 3 5-15,-3-1-5 0,4-1-1 0,-2-2 5 16,3 0-1-16,3 2-3 0,-3-6 7 0,5 3 3 15,-4-3-1-15,3-1 4 0,1 0 1 0,0-2 4 16,4-2 5-16,2 0 5 0,1-3 0 0,7 4 1 16,2-3 1-16,6-3-4 0,-8-1 0 0,4-3 4 15,-3-2-8-15,3 3-15 0,4-5-30 0,0-1-60 16,-7-1-99-16,-2 0-108 0,-1-3-148 0,-2 0-305 16,-5 1-814-16,-5-1 361 0</inkml:trace>
  <inkml:trace contextRef="#ctx0" brushRef="#br0" timeOffset="2747.71">5673 2580 117 0,'4'-2'207'0,"-2"0"-11"0,-2 2 3 15,4-5 2-15,-4 5 0 0,3-1-9 0,-3 1-13 0,3-6-10 16,-3 6-20-16,0-4-13 0,0 4-13 16,-6-4-14-16,2 2-14 0,-2 1-9 0,-3 0-13 15,-2 0-3-15,-2 1-12 0,-6 2-8 0,-3 1 0 16,0 2-7-16,1 3-4 0,-5 4-8 0,-2-3-1 15,0 4-2-15,1 0-2 0,5 0-6 0,2 1-2 16,2-2-2-16,-4 3 3 0,8-3-7 0,0 2-2 16,1-1-1-16,6-2 2 0,-1-1-6 0,3-2 5 15,0 2-2-15,2-3-2 0,3 0 6 0,4 0-1 16,-2-1 13-16,4-4 8 0,3 5 12 0,2-7 7 16,3 0 1-16,5-4-11 0,2-1 20 0,3-4 7 15,2-4 12-15,-2-2 4 0,-4 0 4 0,3-4 28 16,-1-1 4-16,-2-4-14 0,1-5-6 0,-2 0-10 15,-5-3-5-15,9-11-25 0,-9 10 12 0,2-11-7 16,-7 10 7-16,3-14-9 0,-5 15 12 0,-1 1 16 16,1 0 5-16,-6 3 2 0,0 4-2 0,1 6 6 15,-4-2 7-15,4 3-7 0,-4 6 4 0,2 0 4 16,-1 0-3-16,1 4-6 0,0 0-10 0,0 3-10 16,0 0-10-16,0-1-13 0,0 1-12 0,0 1-19 15,0 4-28-15,0 0-36 0,-1-2-25 0,1 2-27 16,0 0-8-16,0 0 12 0,-3 17 4 15,3-2 13-15,-1 2 7 0,-7 9 2 0,8 5 18 0,-4 3 5 16,3 12-1-16,-2-12 5 0,-2 0 5 0,5 0 5 16,-4-1 2-16,8 1 3 0,-9-5-13 0,3 1 14 15,3-2 7-15,-1-3-2 0,1-3 5 0,0-4-2 16,-1 0 1-16,0-2-4 0,0 1 10 0,0-7-5 16,3 2 4-16,-2-4-4 0,-1-1 6 15,0 0 1-15,0 0-4 0,0-2 5 0,0-2 1 16,0 1 0-16,0-1-9 0,3-1 10 0,-3-2-2 0,0 7 2 15,0-7-2-15,1 3 9 0,-1-3 0 0,0 0 6 16,0 0 4-16,0 4-3 0,0-4 2 0,0 0 5 16,0 0-2-16,5 1-2 0,-5-1 1 15,17-1-5-15,-5 1-20 0,5-5-31 0,10-3-65 16,4 0-100-16,-1-2-115 0,2-4-478 0,15-8-857 16,-4-5 379-16</inkml:trace>
  <inkml:trace contextRef="#ctx0" brushRef="#br0" timeOffset="3636.02">5888 1791 42 0,'1'-4'269'16,"-1"4"-8"-16,0 0-17 0,0-5-10 0,0 5-20 15,4-1-18-15,-4 1-16 0,0 0-22 0,0 0-18 16,0 0-12-16,4-3-15 0,-4 3-9 0,0 0-11 16,14 3-4-16,-9 0-9 0,3 2-11 0,-1 0-5 15,3 2-6-15,-3 0-8 0,1 1-1 0,-2 2-4 16,1 1-11-16,-1 0 4 0,0 3-6 15,-2 3-3-15,-2-2-4 0,-2-2-2 0,-1 3 2 16,-1-4-5-16,-2 1-3 0,-4 1 1 0,4-3-4 16,-1 0 2-16,0-2 0 0,3 1-2 0,-2-3 3 15,1 0-6-15,0-2-1 0,2 0-2 0,1-5 0 16,-4 7 1-16,4-7 1 0,-2 5 7 0,2-5 4 16,1 5 3-16,-1-5 9 0,8 2 9 0,2-2-2 15,5 0 1-15,5-3-8 0,9-2-2 0,-1 2-5 16,0-1-5-16,3 2 0 0,1-2 4 0,-3-2-3 15,1 4 1-15,-9-1 2 0,2 2 3 0,-10 0 6 16,1-2 9-16,-4 1 4 0,2 0 14 0,-7 2-1 16,-5 0 21-16,14-2-6 0,-9 1-8 0,-5 1-6 15,0 0-7-15,9-1-19 0,-9 1-16 0,0 0-27 16,0 0-24-16,0 0-25 0,0 0-43 0,-28 12-41 16,14-6-53-16,-4 2-53 0,4-1-88 0,-4 1-210 15,9-2-591-15,0-1 261 0</inkml:trace>
  <inkml:trace contextRef="#ctx0" brushRef="#br0" timeOffset="4514.5">6193 2288 208 0,'0'-6'369'0,"0"-2"-3"0,0 4-9 0,0-2-6 16,0-1-24-16,0 4-29 0,0 3-15 0,1-5-20 16,-1-2-22-16,0 4-28 0,0 3-23 0,2-7-17 15,-2 7-22-15,0 0-36 0,0 0 0 0,0 0-30 16,0 0-29-16,0 0-25 0,0 0-4 0,0 0 0 16,0 0-13-16,10 12-14 0,-9-5-16 0,3 1 0 15,1 2-7-15,-2-3-11 0,3 5-2 0,-2-2-4 16,1 1-1-16,0-1-17 0,0-2 9 0,-1-4 7 15,1 3 2-15,-1-2 7 0,1-2 5 0,3 2-1 16,-6-3 7-16,2 1 4 0,1-3 15 0,-5 0-1 16,11-1 4-16,-5-2 21 0,-1-1 9 0,0-1 16 15,-1-4-5-15,2 1 25 0,-3-1 4 0,6-6 4 16,-5 1 6-16,-1 5 4 0,3-1 0 0,-2-3-2 16,-2 4 0-16,-1 1 4 0,1 3 0 0,-1 1-5 15,0-3-3-15,1 3-11 0,-2-1-6 0,0 5-16 16,0 0-14-16,0 0-23 0,1-5-22 0,-1 5-41 15,0 0 2-15,0 0 1 0,0 0 4 0,5 21 5 16,-5-9 10-16,1 15-9 0,-5-1 4 16,2 4 5-16,1 3 3 0,-5 1 5 0,3 12-16 0,0 2 19 15,2-14 5-15,-3 2 1 0,1-4 1 0,2 6 10 16,-2-5-16-16,3-3 20 0,-1 1-5 0,0-3 5 16,-2 0 1-16,6 0-3 0,-7-2-2 0,3-8 7 15,0-2 1-15,-2 0 11 0,0-1-13 16,0-3 3-16,0 1-15 0,-2-1 13 0,1-2 2 15,-5 1-6-15,0-1 4 0,0-2-2 0,-1-2 3 16,-3 1 1-16,3-2-5 0,-4-2 12 0,1-1-11 16,-1 0 4-16,0-4-1 0,1 2 7 0,0-2-10 0,2-3 15 15,-2-1 27-15,3-2 6 0,-3-5-1 0,2-1 15 16,3-3 0-16,3-7-3 0,4-10-16 0,3 2-9 16,11-13-7-16,5 1-4 0,-3 10-3 15,12-9-4-15,-1 1-4 0,4 2 1 0,1 3-4 16,-3 10 1-16,-2 3-6 0,0 2 16 0,-2 1 3 15,1 1 16-15,-2 3 5 0,-9 5 13 0,1 2 8 16,0 0 4-16,-3 1 3 0,-3 4-3 0,-5 1-6 0,5 0-12 16,-4 2 0-16,-1-2-7 0,-3 1-6 15,3 1-10-15,-4 2-23 0,5-3-27 0,-5 3-37 16,0 0-40-16,0 0-14 0,4 5 6 0,-4 0-19 16,-1 5-29-16,-6-1-50 0,2 5-49 0,-4 2-68 15,-6-2-393-15,6 0-774 0,-2-3 342 0</inkml:trace>
  <inkml:trace contextRef="#ctx0" brushRef="#br0" timeOffset="5314.6">5336 3195 13 0,'-6'2'222'16,"6"-2"-2"-16,-4 2-5 0,4-2-12 0,0 0-14 15,0 0-15-15,0 0-11 0,-7 1-16 0,7-1-13 16,0 0-10-16,0 0-10 0,0 0-13 0,0 0-6 16,0 0-8-16,0 0-2 0,0 0-6 0,0 0-6 15,0 0-2-15,0 0-7 0,-6 0-8 0,6 0-2 16,0 0-9-16,0 0 0 0,0 0-8 0,0 0 1 15,0 0-2-15,0 0-1 0,0 0 2 0,0 0-4 16,0 0 0-16,0 0-5 0,0 0-2 0,0 0-2 16,0 0 0-16,0 0-3 0,0 0-3 0,0 0-4 15,0 0 3-15,0 0-8 0,0 0 3 0,0 0-11 16,0 0 12-16,0 0-2 0,0 0 1 0,0 0-4 16,0 0 2-16,0 0 0 0,0 0 1 0,0 0-2 15,0 0-1-15,21 2 8 0,-3-4 5 0,14 0-2 16,21-2 4-16,7 1-8 0,6-3 3 0,41 2 14 15,-2-1 10-15,9-1 0 0,6 1 3 0,-6 0-2 16,-8 1-3-16,0 0-4 0,-12 0-1 0,-31 0 2 16,5 4 3-16,-7-5 5 0,-2 4 10 0,-5-3-17 15,-15 2 18-15,-4 0 2 0,-3-1 4 0,-11 3 2 16,-3-2 8-16,-5 2-4 0,-4 0 3 0,1-2 16 16,-5 2-2-16,2 0 7 0,-7 0-7 0,9 2-12 15,-9-2-13-15,0 0-14 0,1-4-25 0,-1 4-47 16,0 0-16-16,-22-1-41 0,8 1-52 15,-2 2-57-15,-4-1-59 0,3 1-107 0,-1-2-287 0,1 0-697 16,4 0 310-16</inkml:trace>
  <inkml:trace contextRef="#ctx0" brushRef="#br0" timeOffset="7448.18">5984 3914 28 0,'-6'-5'202'0,"-3"1"-13"0,-2-2-14 16,-2 2-19-16,-5 1-14 0,3-1-12 0,-5-1-16 15,1 5-2-15,-2 0-5 0,-7 0-12 0,1 0-7 16,-2 5-7-16,8-1-7 0,2 1-5 0,-1 2-4 0,-6 1-6 15,1 4-7-15,5-2 0 0,1-1-7 0,1 3-3 16,4 0-5-16,0 2-4 0,0 0-4 16,1 1-4-16,4 0 1 0,2-2-6 0,2 1 0 15,2 0 1-15,2-3-3 0,1 1-1 0,2-1-1 16,3 1-1-16,2-3 6 0,3 0 6 0,0-1-4 16,1-4-1-16,6 3 0 0,0-5 1 0,2 1 7 0,-1-4 3 15,3-3 9-15,-1 0 8 0,-1-3 2 16,0-3 14-16,-2-1 7 0,6-4 11 0,-4-4 6 15,0-4 4-15,-6-2-2 0,2 2 12 0,-2-5-17 16,0-1-8-16,-4-5-10 0,0-14-11 0,-1 0 1 16,-1 3-6-16,-3-2 9 0,-3 13 10 0,-1-1 14 0,1 3 14 15,-2 4 3-15,-1 1 3 0,-1 1-9 16,2 12 4-16,-2-3 3 0,3 7-8 0,-3-1-6 16,0 3-8-16,3 2-12 0,-1 1-5 0,1 1-25 15,-3 1-21-15,3 3-29 0,0-6-35 0,0 6-7 16,0 0 1-16,-1 13 10 0,1-2 1 0,-1 7 4 15,-2 10 2-15,2 1 11 0,-2 7-3 0,-1-3 6 16,3 16 7-16,1-1 1 0,1-14 1 0,-2-1 3 16,1-1-1-16,1 0 0 0,3-2 1 0,0-2 8 15,0-4-1-15,-3 1-7 0,2-8 17 0,-2 0-11 16,4-5-1-16,-4 2 9 0,2-6-4 0,-2 3-1 16,-1-6-2-16,3 1 5 0,-2 0 4 0,0-4-2 15,0 3 1-15,1-2 2 0,-2-3 2 0,1 7-2 16,-1-5 0-16,0-2-4 0,4 3-7 0,-4-3-3 15,8 0-19-15,3-3-27 0,3 2-59 0,8-6-70 16,7-2-85-16,1-7-400 0,4-2-719 0,10-9 318 16</inkml:trace>
  <inkml:trace contextRef="#ctx0" brushRef="#br0" timeOffset="8013.77">6243 3673 126 0,'5'-3'223'0,"3"0"-14"0,1-1-21 0,-3 2-14 16,4 0-22-16,1 2-12 0,0 0-10 0,1 1-14 16,-2 2 2-16,2 1-15 0,4 6-6 0,-6-5-7 15,3 9-8-15,-3 0-4 0,2 1-7 0,-5 2-6 16,0 1-3-16,-1 7-2 0,-2 0-4 0,-4-1-3 16,-4 4-4-16,2-10-2 0,-4 8-2 0,-3-4-4 15,2-4-1-15,-3 0-2 0,-1-1 0 0,4-2-4 16,-5 2 2-16,2-5 10 0,3-4-6 0,2-2 4 15,0 0 14-15,2 0 8 0,-1-5 24 0,1 4 32 16,2-3 41-16,-3 1 41 0,4-3 31 0,0 0-24 16,0 0-23-16,-1-13-17 0,5 1-21 0,-1 3-14 15,6-11-14-15,5-4-15 0,1 0-12 0,2-2-11 16,2-2-12-16,-1 2-9 0,4 0-4 0,-6 6-2 16,0-2-12-16,-3 8-3 0,-6 4-5 0,1 0-2 15,0 3-6-15,-3-2-5 0,0 3-3 0,0 2-5 16,-1 1-22-16,-1 0-32 0,-1 0-36 0,-2 3-9 15,0 0 4-15,7 7 15 0,-5-1 9 0,-1 6 5 16,2 1 4-16,-3 4-1 0,3 2 19 0,0 7-1 16,0-6 7-16,1-1-3 0,3 5 2 0,1-2 4 15,0-4-18-15,-1-1-25 0,4-1-18 0,1-3-14 16,-1 2-36-16,1-6-25 0,1 0-39 0,-1-6-53 16,2-1-77-16,-3-4-273 0,2-4-647 0,1 0 286 15</inkml:trace>
  <inkml:trace contextRef="#ctx0" brushRef="#br0" timeOffset="8448.62">6699 3498 16 0,'0'-4'334'16,"0"4"-28"-16,4-2-25 0,-4 2-21 0,0 0-24 15,5-4-23-15,-5 4-10 0,9 0-13 0,-9 0-19 16,14 4-19-16,-5-2-6 0,0 3-7 0,2 1-10 16,-2 1-8-16,0 1-13 0,2 1-8 0,-2 3-10 15,-4-4 0-15,4 6-10 0,-4-2-7 0,-3 0-6 16,1 0-8-16,-2 3 0 0,-1 1-5 0,-1-4 2 16,1-1-9-16,-3 0-3 0,2-1-2 0,-4-2-11 15,4-2-2-15,-2 2 2 0,2-4-9 0,1 2 4 16,-1-2-6-16,1-1 19 0,0-3 0 0,0 0 16 15,-2 5 8-15,4-1 10 0,-2-4-6 0,11-1 0 16,2-3-11-16,8 0 1 0,8-5-9 0,1 4-8 16,5-3-6-16,1-2 7 0,-1 3-10 0,3 0-8 15,-2 0 1-15,0-1 2 0,0 4-7 0,-4-2-3 16,-4-1 7-16,-8 5-2 0,-7-1-11 0,0 1-4 16,-1 1 8-16,-5 1-4 0,0 0-6 0,0-1 6 15,-2 0 1-15,-5 1 3 0,8-1-5 0,-8 1-11 16,5-1-11-16,-5 1-21 0,0 0-35 0,0 0-16 15,0 0-37-15,0 0-57 0,0 0-69 0,-18 11-112 16,8-7-285-16,2-1-697 0,2-2 310 0</inkml:trace>
  <inkml:trace contextRef="#ctx0" brushRef="#br0" timeOffset="10129.94">7925 3069 90 0,'0'0'187'0,"-8"-3"-12"0,8 3-5 16,0 0-21-16,-8-2-3 0,8 2-3 0,0 0-10 15,0 0-13-15,-6-1-9 0,6 1-13 0,0 0-12 16,0 0-8-16,0 0-5 0,0 0-9 0,0 0-7 16,0 0-5-16,0 0-1 0,0 0-7 0,0 0 4 15,0 0-2-15,0 0 0 0,0 0-2 0,-8 3 3 16,8-3-3-16,0 0 5 0,0 0-1 0,0 0 4 15,0 0-8-15,0 0 0 0,0 0-4 0,0 0-4 16,0 0-1-16,0 0-5 0,0 0-3 0,0 0-3 16,0 0-2-16,0 0-3 0,0 0 1 0,0 0-1 15,0 0 2-15,0 0 3 0,0 0-1 0,0 0-1 16,22-7-1-16,-11 5-1 0,7 0 0 0,10-3-5 16,4-2 2-16,3 2-4 0,3-2-2 15,12-3-1-15,1 3 5 0,2 2-2 0,-16-1 2 0,2 0-3 16,-2 3 2-16,0-2-6 0,-5 0-2 0,-1 1 2 15,-12 4-2-15,1 0-2 0,-7 0-8 0,-4 0-13 16,3 0-3-16,-6-3-17 0,1 3-10 0,-7 0 0 16,0 0 1-16,5 3 6 0,-5-3-4 0,0 0-14 15,-18 7-8-15,5-5-8 0,-5 3-9 0,-1-2-5 16,-3 1-19-16,4-1-18 0,-1-1-19 0,-4 1-19 16,-4 0-158-16,7-3-346 0,1 0 154 15</inkml:trace>
  <inkml:trace contextRef="#ctx0" brushRef="#br0" timeOffset="10380.65">8171 2905 251 0,'-1'-10'302'0,"0"3"-4"16,-1 0 8-16,1 0-6 0,1 1 0 0,-2 0-9 15,2 0-15-15,0 3-10 0,0-2-39 0,0 5-19 0,0-6-16 16,0 3-19-16,0 3-27 0,0 0-20 0,-3-5-41 15,3 5-23-15,0 0-32 0,0 0-6 0,0 0-1 16,0 15-5-16,-1 1 0 0,2 2-4 16,-5 6 2-16,2 8 5 0,-1 0-5 0,1 0 2 15,0 0 4-15,1 2-22 0,1-3-33 0,3-1-30 16,0 2-43-16,-3-3-41 0,0-3-53 0,4 1-66 16,-8-8-270-16,4-2-581 0,4-8 258 0</inkml:trace>
  <inkml:trace contextRef="#ctx0" brushRef="#br0" timeOffset="11048.79">9085 2810 226 0,'0'0'261'16,"0"0"-16"-16,0 0-18 0,0 0-15 0,0 0-21 0,0-4-15 16,0 4-19-16,0 0-17 0,0 0-13 0,0 0-17 15,0 0-11-15,0 0-9 0,0 0-9 0,0 0-10 16,0 0-7-16,0 0-9 0,0 0-2 16,0 0-11-16,0 0 0 0,0 0-5 0,0 0 0 15,0 0-1-15,5 7-9 0,-5-7 3 0,10 1-4 16,-2-1 1-16,1 0-5 0,4-1-2 0,2-2-1 0,0 1 1 15,-2-1-4-15,0 1-3 0,0-3-2 0,-3 1 32 16,1 1-10-16,0-1 15 0,0 1 9 16,-6 0 12-16,0-1-1 0,0 3 2 0,1 0-5 15,-6 1 0-15,6-4-9 0,-6 4-9 0,0 0-8 16,0 0-1-16,-21 6-8 0,2 3-18 0,-6-1 12 16,-3 2 2-16,0 1-5 0,-3 5-3 0,4 2-1 0,0-2-2 15,-1 2-4-15,2 4-5 0,5-2 3 0,4 1-5 16,6-3 3-16,2-1-14 0,1 1 15 15,3-1 2-15,5 0 7 0,4-2 1 0,1 1 2 16,6-1 4-16,3-2-2 0,8 0 7 0,-3-2-4 16,12-2 0-16,1-4-6 0,0 2 7 0,2-5-1 15,0 1-3-15,-2-1 4 0,-3-2-7 0,-1 0 4 16,-9 0-3-16,-6 2-4 0,0-4 2 0,-3 2 5 16,-5 0-4-16,-5 0-4 0,14 0 7 0,-10 0-5 15,-4 0-2-15,8 0-5 0,-8 0-18 0,5-2-28 16,-5 2-31-16,0 0-59 0,0 0-53 0,0 0-69 15,0 0-114-15,0 0-206 0,0 0-616 0,0 0 273 16</inkml:trace>
  <inkml:trace contextRef="#ctx0" brushRef="#br0" timeOffset="12080.49">10296 2863 177 0,'4'-3'228'15,"-1"-1"-11"-15,-1 1-3 0,1 1 11 0,-1-3-10 16,-2 1-17-16,0 1-17 0,0 3-17 0,-2-8-15 16,-2 4-11-16,0 0-19 0,-4 2-12 0,-2-2-8 15,-6 0-12-15,-2 0-11 0,-3 3-7 0,-7-1-6 16,5 1-8-16,-4 2-4 0,-2 1-3 15,3 0-5-15,-2 1-2 0,9 2-4 0,0-1-7 0,1 1-3 16,3 0 1-16,2 0-5 0,0 0-1 0,7 2-2 16,-2 0-4-16,3 2 0 0,-2-3-2 0,5 4-4 15,1-3 5-15,2 5 1 0,4-4-7 16,3 1 3-16,2 1 0 0,8 1 1 0,0-5-3 16,0 3 7-16,2-4-9 0,8 0 1 0,-6-5-1 15,6-3 4-15,-5 2-4 0,5-4 0 0,-9 0-4 16,3-1 2-16,-3-3-1 0,-3 0 19 0,1-2 18 15,0-1 11-15,-2-2 5 0,3-6 4 0,-4-1-5 0,-5 4-3 16,4-9-9-16,-8-1 1 0,3-2 2 16,-3 1 11-16,0-3 2 0,-5 2 15 0,1 0 1 15,-1 1 11-15,3 3 0 0,-6 4-2 0,2 5 0 16,1 0 6-16,-4 4 3 0,3 2-6 0,1 3-8 16,-2 2-6-16,0-2-13 0,2 3-2 0,0-1-13 15,0 0-7-15,0 5-21 0,0-6-17 0,0 6-30 16,0 0-22-16,0 0-17 0,0 0 11 0,0 0 13 15,-1 17 4-15,-2-5-3 0,2 5 8 0,-2 3 7 16,2 4-5-16,-3 3 21 0,3-1-6 0,-3 1-3 16,4-1 1-16,0-5 5 0,0-1 9 0,0 0-4 15,-2-3 8-15,4 0-10 0,-2-1 6 0,0-3-1 16,1-1 5-16,2-3 1 0,-2 0 0 0,-1-1-1 16,-1-3 8-16,1 0-2 0,1 0-4 0,-1 0 2 15,0-3 7-15,0-2-7 0,2 7 2 0,-2-7-1 16,2 3-1-16,-2-3 5 0,0 2-8 0,0-2 4 15,0 0-39-15,0 0 0 0,0 6-23 0,0-6-28 16,0 0-36-16,0 0-41 0,0 0-77 0,0 0-106 16,0 0-252-16,4-13-646 0,1 6 286 0</inkml:trace>
  <inkml:trace contextRef="#ctx0" brushRef="#br0" timeOffset="12729.73">10526 2614 139 0,'1'-5'309'16,"1"3"-15"-16,-1-2-9 0,-1 4-14 0,3-4-21 16,-1 0-25-16,-2 4-17 0,0-5-30 0,0 5-17 15,0 0-22-15,0 0-18 0,4-2-16 0,-4 2-9 16,0 0-1-16,7 10-18 0,-3-5-11 0,0-1-5 16,1 5-13-16,1 0-4 0,0 0-11 0,-1 1-7 15,1 1-5-15,1-3-9 0,-2 2-9 0,0-1-5 16,0-2-8-16,3 1-3 0,-7-2 0 0,4-2-2 15,-1 2 5-15,-1-3 2 0,-1 1 6 0,2-3-4 16,0-1 3-16,-4 0 1 0,10-3 0 16,-6-1 3-16,0-1 5 0,1-2 7 0,0-1 7 0,0-4 8 15,1 5 9-15,-3-5 10 0,2 0 10 0,-1 4 3 16,-1-1 1-16,-1 0 5 0,-1 3 8 0,1 0-6 16,-1 0-5-16,0 4 4 0,1-3-8 0,-1 0-1 15,1 2-9-15,-2 3-10 0,0 0-25 0,1-4-9 16,-1 4-10-16,0 0 5 0,0 0-2 15,3 17-1-15,-4-6-1 0,1 4 2 0,-3 2-6 16,0 10-9-16,-1 1 11 0,-3 0 9 0,2 1-16 16,-1 4 15-16,-2-1 0 0,3 2 4 0,0-3 4 15,1 5-8-15,-1-6-1 0,1-1 4 0,-2 0 0 16,2-3-3-16,3-7 4 0,-3 1-6 0,0-3 2 16,4 0 4-16,-4-5 0 0,3-3-11 0,-2 1 9 15,2-3 4-15,-2-2-3 0,2 1 7 0,1-2-3 16,0-4 16-16,-6 5-1 0,6-5 0 0,-9 2-5 15,9-2 5-15,-17-8 4 0,8 2 20 0,2-2 5 16,0-1 1-16,-3-6 9 0,5 1-1 0,0-6-3 16,2-10-7-16,3 1-1 0,3-3-7 0,7 2-8 15,0-3-2-15,3 1 0 0,6 1-3 0,-1 2-4 16,4 3-10-16,2 1 1 0,-1 3 3 0,4 1-8 16,1 0-2-16,-2 3 3 0,-1 3 1 0,2 2-5 15,-12 4 3-15,3 0-7 0,-6 4 2 0,-2 0-4 16,-1 0 6-16,-4 0-4 0,3 3 3 0,-5 2-8 15,-3 0-1-15,8-5-2 0,-8 5-13 0,5-3-26 16,-5 3-25-16,0 0 3 0,0 0 15 0,0 0-38 16,-7 13-37-16,-2-5-42 0,-5 2-29 0,-2 1-44 15,2-2-68-15,-4 1-316 0,-1-2-672 0,0 0 298 16</inkml:trace>
  <inkml:trace contextRef="#ctx0" brushRef="#br0" timeOffset="13365.49">9815 3228 172 0,'-6'1'271'0,"0"0"-7"0,6-1-4 15,-9 1-3-15,9-1 0 0,-5 1-20 16,5-1-12-16,0 0-17 0,-5 5-20 0,5-5-30 0,0 0-4 16,-4 1-14-16,4-1-17 0,0 0-12 0,0 0-13 15,0 0-7-15,0 0-8 0,0 0-7 0,0 0-8 16,0 0-4-16,0 0-5 0,0 0-3 0,0 0 3 16,-5 1-16-16,5-1-4 0,0 0-2 15,0 0-4-15,0 0-4 0,0 0-3 0,0 0-18 16,0 0-3-16,0 0 17 0,0 0-4 0,0 0 5 0,0 0-6 15,0 0-1-15,0 0 2 0,0 0-5 0,0 0 2 16,0 0 1-16,0 0 9 0,0 0-6 16,0 0 0-16,0 0 2 0,0 0-3 0,0 0 1 15,0 0 6-15,0 0-15 0,0 0 1 0,0 0 1 16,0 0 3-16,0 0-2 0,0 0 0 0,0 0-2 16,0 0-5-16,0 0 0 0,0 0 5 0,0 0 2 15,0 0-5-15,0 0-4 0,0 0 5 0,0 0 3 16,0 0 1-16,0 0-8 0,0 0 12 0,0 0-7 15,0 0 14-15,0 0 5 0,0 0 2 0,0 0 4 16,0 0 5-16,0 0-3 0,0 0-6 0,23-9 3 16,-6 5-9-16,11-1 4 0,4-2-5 0,3 0-7 15,24-3-8-15,10-2-15 0,28 0 24 0,3-2 3 16,7 1 2-16,1-3-2 0,-2 6 1 0,-5-2 5 16,-7-3-1-16,-3 3-1 0,-30 6-8 0,-1-3 0 15,0 0-3-15,-6 1 0 0,-3 2 0 0,-16 1-3 16,-5 5 0-16,-8-3-1 0,-3 0-1 0,-10 2 0 15,4 0-3-15,-7-2 6 0,2 2-7 0,-3-2 2 16,-5 3-4-16,10 0-4 0,-10 0-13 0,7-2-16 16,-7 2-19-16,0 0-28 0,0 0-41 0,0 0-42 15,-18 7-48-15,5-3-62 0,-5-1-122 0,0 0-239 16,-1-1-683-16,0-1 301 0</inkml:trace>
  <inkml:trace contextRef="#ctx0" brushRef="#br0" timeOffset="14046.6">10505 3627 21 0,'-9'-6'211'16,"-3"-1"-21"-16,-3-1-18 0,-4 3-6 0,-2 1-10 16,-7 0-13-16,-4 3-11 0,-2-2-10 0,2 6-11 15,-3 0-10-15,2 1-9 0,1 3-10 0,0 1-8 0,0 1-6 16,1 0-7-16,3 3-8 0,4 1-4 0,6 0-6 16,2-4-5-16,0 5-3 0,2-1-2 15,8-3-5-15,-2 4-2 0,3-2-1 0,0 1 3 16,4-2 6-16,2-1 6 0,0 2 3 0,4-2 1 15,3 1 5-15,-3-4 6 0,8 0 1 0,3-1 0 0,6-3 2 16,-1 2 2-16,5-8-2 0,-3 1 3 16,4-2 9-16,0-4 6 0,1-3 18 0,-2-4-6 15,-7-1 12-15,5-3-4 0,-2-2-4 0,-4-4-7 16,1-4-3-16,-2 0-3 0,3-13-15 0,-1-1-8 16,-6 0-7-16,2-6 0 0,-7 1-2 0,0 0 5 15,-2 3 15-15,-2 12 8 0,-3 1 13 0,-1 4 10 0,0 1 3 16,0 10 2-16,0 5-5 0,-1 1-10 15,-3 2-6-15,4 3-11 0,0 0-16 0,0 2-31 16,0 0-40-16,0 4-10 0,0 0 3 0,-5 12 5 16,0 3 2-16,-3 9-5 0,4 3 3 0,-2 5 10 15,2 2-5-15,-1 2 4 0,0 10 5 0,1-10-4 16,4 10 9-16,-3-11-4 0,2 0-18 0,2-5-16 16,3 1-10-16,0-3-14 0,0-1-15 0,1-3-12 15,-2-6-14-15,3-1-11 0,-2-5-16 0,0 0-22 16,1 0-21-16,-4-7-17 0,2 2-8 0,1-4-45 15,-2-3-291-15,-2 0-578 0,0 0 257 0</inkml:trace>
  <inkml:trace contextRef="#ctx0" brushRef="#br0" timeOffset="14613.78">10667 3465 106 0,'10'-5'278'0,"0"0"-18"0,2-1-19 16,-1 3-19-16,1 0-19 0,2 2-20 0,3-2-12 16,-2 6-14-16,0-2-16 0,3 4-17 0,-3 3-9 15,2 0-8-15,-3 3-11 0,0 1-9 0,-5 1-5 16,-1 3-7-16,-7 0-7 0,4 1-5 0,-5 1-9 16,-5 7 0-16,1-7-6 0,-7 6 1 0,-3 2-7 15,-2-4-5-15,-3 2 2 0,1 0-2 0,-1-4-6 16,0 1 4-16,5-10-2 0,1 0 1 0,0-4 5 15,3 0 9-15,2-1-13 0,1-2 21 0,2 2 16 16,-1-2 32-16,0-2 48 0,3-1 38 0,3-1 14 16,0 0-21-16,-3-10-21 0,5 3-19 0,5-4-18 15,3-6-12-15,8-4-11 0,2-1-17 0,5-3-13 16,0 1-14-16,12-8-14 0,-9 9-8 0,2-2-4 16,-1 1-12-16,-2 1-1 0,-4 3-2 0,-3 2 0 15,-2 6-1-15,-5 1-4 0,-3 4-6 0,-1 1 8 16,-5 1 2-16,1 2-7 0,1 0-10 0,-2-1-14 15,0 3-25-15,-4 1 2 0,0 0-5 0,0 0 9 16,-9 17 5-16,-1-5 6 0,-2 3 2 0,1 2 6 16,-6 5-4-16,2 2 5 0,5 2 8 0,1-9-15 15,4 1 13-15,0 1 0 0,2 2 8 0,4-4 0 16,6 4 8-16,0-4 7 0,6 0 4 0,4-5 7 16,6 2 7-16,7-2-6 0,6-4 8 0,4 0-3 15,11-2 3-15,-11-2 13 0,-5-4 9 0,1 0 0 16,-2 0 3-16,-6 0 1 0,-11-3 9 0,-4 3 16 15,0 0 10-15,-4 0 3 0,-1-1 8 0,-1-1-8 16,-7 2-8-16,8-1-8 0,-8 1-9 0,8-1-12 16,-8 1-18-16,0 0-29 0,0 0-34 0,7 1-55 15,-7-1-82-15,0 0-98 0,0 0-91 0,0 0-92 16,0 0-445-16,0 0-956 0,-18-8 423 0</inkml:trace>
  <inkml:trace contextRef="#ctx0" brushRef="#br0" timeOffset="17100.16">12440 3040 142 0,'0'0'198'0,"0"0"-18"0,0 0-5 0,-6-2-6 16,6 2-6-16,0 0-13 0,0 0-13 0,0 0-10 15,0 0-11-15,0 0-8 0,0 0-11 0,0 0-10 16,0 0-2-16,0 0-15 0,-5 0-3 0,5 0-7 16,0 0-6-16,0 0-2 0,0 0-2 0,0 0-6 15,0 0-4-15,0 0-2 0,0 0-3 0,0 0 8 16,0 0-8-16,0 0 0 0,0 0 1 0,0 0-5 16,0 0 3-16,0 0 2 0,0 0 0 0,0 0-1 15,0 0-4-15,0 0-1 0,0 0 2 0,0 0-7 16,0 0-5-16,0 0 0 0,0 0-3 0,0 0-2 15,0 0 3-15,0 0-8 0,0 0 3 0,0 0-2 16,0 0-3-16,0 0 10 0,-4 3-12 0,4-3 1 16,0 0 2-16,0 0-2 0,0 0-2 0,0 0 7 15,0 0 5-15,0 0-7 0,24-3-4 0,-6 3-1 16,4-4 0-16,10 0-1 0,6-1 5 0,1 3-5 16,13-2-1-16,3-5-1 0,-4 5 2 0,4 2-1 15,-1 0 0-15,-15 1-3 0,-3-1 6 0,0 1-3 16,-2-1-1-16,-8 0-2 0,-4 0 3 0,-3-1-3 15,-8 2 1-15,-2 1-9 0,0-3-6 0,-2 2-7 16,-2 1-19-16,-5 0-25 0,1-4-23 0,-1 4-17 16,-14-3-21-16,-1 3-17 0,2 0-23 0,-9 0-16 15,-1-2-9-15,5 2-146 0,-13-3-365 16,9 1 162-16</inkml:trace>
  <inkml:trace contextRef="#ctx0" brushRef="#br0" timeOffset="17312.89">12710 2853 193 0,'1'-5'295'0,"-1"-1"-8"15,0 0 38-15,2 0-17 0,0 3 0 0,-2-1-43 16,0-1-26-16,0 5-26 0,3-5-24 0,-3 5-23 16,0 0-35-16,0 0-40 0,0 0 5 0,0 0-12 15,0 19-6-15,-3-3-12 0,4 10-2 0,-2 3-2 16,-1 5-4-16,2-1-31 0,2 1-32 0,-2 2-47 15,0 0-37-15,0 1-58 0,4-4-71 0,-7-4-288 16,6-5-548-16,0-6 242 0</inkml:trace>
  <inkml:trace contextRef="#ctx0" brushRef="#br0" timeOffset="18147.14">13497 2624 212 0,'1'-5'332'0,"1"3"-12"0,-2 2-16 0,1-7-22 16,-1 7-30-16,3-3-26 0,-3 3-26 0,2-2-25 15,-2 2-28-15,0 0-18 0,0 0-19 0,1 11-9 16,1-3-10-16,-4 4-8 0,1 3-6 0,0 6-14 16,-3 3-7-16,0 1-3 0,-3-1-3 0,3 6-5 15,-1-2-2-15,-2-1-7 0,2-1-2 0,0 0-2 16,0-1-2-16,4-6-4 0,-3 3-3 15,1-7 0-15,3-1-6 0,-1-3 2 0,0-1-4 16,1-4-1-16,-3 2 4 0,3-4-1 0,0 1 7 16,-4 0 23-16,4-5 34 0,0 0 29 0,3 9 20 0,-3-9 14 15,0 0 6-15,0 0 9 0,0 0-17 0,0 0-15 16,14-10-15-16,-5 1-11 0,1-3-11 16,4 0-8-16,1-3-9 0,0 2-7 0,4-5-7 15,-4 4-9-15,4-4-3 0,2 1-9 0,-6 2-1 16,-1 3-1-16,0-2-8 0,0 4-3 0,-2 1-7 15,-3 2 7-15,-2 0-4 0,0 2 1 0,-1 0-11 16,-1 2 6-16,-2-1-6 0,2 2 3 0,-3-2-2 16,1 2-1-16,-3 2-9 0,5-2-4 0,-5 2-5 15,0-3-11-15,0 3 0 0,0 0-1 0,0 0 2 16,-15 10-1-16,2-5 3 0,-5 0 5 0,0 2 2 16,-1 0-3-16,2 0 2 0,-2 1 2 0,3-2 0 15,0 2-1-15,6-2-3 0,0-2 5 0,1 1 0 16,2-2-3-16,0 0 3 0,3 0 0 0,4-3 7 15,-9 3-6-15,9-3 3 0,-4 5-2 0,4-5 1 16,0 0 1-16,-5 0 4 0,5 0-7 0,0 0 2 16,0 0 5-16,0 0 0 0,5 11-4 0,-1-7-2 15,2 2 6-15,1 2 0 0,3 1-5 0,3 4-5 16,2-1 7-16,-1 2-3 0,5 5 10 0,-2-1-12 16,3 0 11-16,-7-4-1 0,9 7 0 0,-3-5 3 15,-2-3 1-15,-2-1 0 0,0 1-2 0,-1-2 0 16,-3-4-3-16,-1 0 4 0,-3-2-9 0,0 0 8 15,-3-2 4-15,2-1-1 0,-3 1 3 0,2-1 0 16,-1 0 20-16,-4-2 16 0,3 3 7 0,-1 0 1 16,-2-3-1-16,0 0-3 0,0 0-7 0,0 0-4 15,6 2-5-15,-6-2-4 0,0 0-6 0,0 0-18 16,0 0-20-16,0 0-15 0,0 0-23 0,0 0-54 16,0 0-57-16,0 0-51 0,0 0-37 0,9-8-48 15,-9 8-78-15,9-8-397 0,-8 2-835 0,0 1 369 16</inkml:trace>
  <inkml:trace contextRef="#ctx0" brushRef="#br0" timeOffset="18829.79">13785 2270 263 0,'2'-1'325'0,"0"-3"-24"16,-2 4-28-16,4-6-33 0,-1 6-24 0,-3 0-22 15,0 0-19-15,18 6-17 0,-9-1-14 0,0-1-16 16,0 5-15-16,0-2-8 0,1 4-12 0,-5-2-4 16,4 6-9-16,-5-1-8 0,4 0-3 0,-2 2-11 15,-2 0-4-15,-3-4-5 0,-1 0-8 0,0 0-2 16,-2-2-5-16,2-3-5 0,0 2 1 0,-2-1-1 15,2-1-5-15,-1-2-1 0,1-1 9 0,-1 0-18 16,1 0 8-16,-4-2-2 0,4-2 3 0,0 0 11 16,0 6 4-16,0-6-8 0,0 0 29 0,0 4 5 15,0-4-12-15,0 0 20 0,0 0-5 0,0 0-5 16,0 0-1-16,0 0-5 0,0 5-5 0,0-5 3 16,0 0-6-16,0 0 3 0,0 0-2 0,0 0-1 15,0 0 3-15,0 0 0 0,0 0-8 0,0 0 5 16,0 0 3-16,0 0-6 0,0 0 0 0,0 0-1 15,0 0 2-15,0 0-4 0,0 0-14 0,0 0 8 16,0 0 1-16,0 0-4 0,0 0 2 0,10 0-6 16,2 0-3-16,8 0 2 0,2-2-4 0,12 2 2 15,2-1-5-15,3 1-6 0,13 0-1 16,-14-1 1-16,18 0-7 0,-18 1 4 0,2-2-1 16,-4 2 3-16,-5-1-4 0,-1 1-1 0,-10 0 2 15,-2 0 0-15,-7 0 1 0,2-2 11 0,-7 2 0 16,1 0 4-16,-1 1-1 0,-6-1-4 0,10-1-1 0,-10 1-16 15,5 1-11-15,-5-1-22 0,0 0-44 0,0 0-65 16,0 0-62-16,0 0-58 0,-21 11-95 16,3-8-395-16,-1-1-810 0,6-2 358 0</inkml:trace>
  <inkml:trace contextRef="#ctx0" brushRef="#br0" timeOffset="21514.05">14737 2776 132 0,'2'-4'220'16,"1"1"-12"-16,-1 0-14 0,2-3-8 0,0 4-6 15,1-1-17-15,2 0-10 0,0-1-14 0,1-1-15 16,1 3-4-16,-4-1-20 0,8 3-9 0,-3 0-8 16,0 0-13-16,2 0-4 0,-1 4-9 0,2 2-1 0,-3 1-7 15,-1-3-3-15,1 6-3 0,-1 3-2 16,0 1 1-16,-1 3-8 0,-4-5-2 0,-2 5 4 15,-2 3-7-15,-6-1 0 0,0 5-1 0,-1-2 0 16,-6 5-3-16,1-4-5 0,-4-1 4 0,-2 0-6 16,1 0 0-16,2-8 0 0,1-1 2 0,-1 1 1 15,2-4 4-15,3-3 0 0,0 1 2 0,1-3-4 16,0 1 13-16,4-1 11 0,-2-3 8 0,4 1 22 16,3-3 28-16,-7 4 32 0,7-4 15 0,-5 3 25 15,5-3 4-15,0 0-12 0,0 0-21 0,0 0-18 16,12-16-9-16,-2 8-13 0,4-5-15 0,5-6-10 15,3 0-7-15,2-3-8 0,1 3-5 0,-3-1-10 16,1-1-3-16,2-1-1 0,0 1-8 16,-7 1-4-16,5 2-9 0,0 1-2 0,-5 0 1 0,-3 5-1 15,-2 1-4-15,-4 4-2 0,-1-3-6 16,-2 2 5-16,0 1-7 0,2 1 0 0,-4 0 8 0,0 2 0 16,0 2-4-16,-2-2 3 0,-1 0-5 0,-1 4-5 15,4-3-4-15,-4 3-6 0,7-4-11 0,-7 4-14 16,0 0-8-16,0 0 2 0,0 0-1 0,0 0 5 15,-12 19 6-15,6-9 0 0,1 1-1 16,-3 2 6-16,-1-1 5 0,0 5-6 0,3-5 4 0,-1 5 3 16,4 0-2-16,-3-3 2 0,5 1 5 15,0-5-2-15,2 4 8 0,-1-4-3 0,4 2 8 0,1-3 5 16,4-1 5-16,0 1-3 0,1-1 6 0,9-1 0 16,-2 0 0-16,2-2-2 0,-5-3 1 0,4 1-2 15,-3-3 1-15,-2 3-6 0,1-1-1 16,-6-2 3-16,0 1 12 0,-8-1 12 0,12-1 4 15,-12 1 7-15,12 0 7 0,-12 0 0 0,7-2-2 16,-7 2-1-16,0 0-3 0,6 4-6 0,-6-4 0 16,0 0-5-16,0 0-10 0,0 0 0 0,0 0-13 0,0 0-8 15,0 0-5-15,0 0-14 0,0 0-11 0,0 0-17 16,0 0-14-16,0 0-45 0,0 0-7 16,8-5-112-16,-8 5-59 0,0 0-42 0,0 0-64 15,-15-12-369-15,9 4-815 0,1 1 361 0</inkml:trace>
  <inkml:trace contextRef="#ctx0" brushRef="#br0" timeOffset="22180.22">15391 2398 152 0,'5'-1'233'16,"-5"1"-21"-16,0 0-15 0,9 0-14 0,-4 4-12 16,0-2-13-16,3 1-16 0,0 4-11 0,0 0-1 15,3 1-16-15,-2 2-9 0,3 4-4 0,-1-2-9 16,-2 8-3-16,1-3-6 0,-1 5 0 0,-3-4-9 15,-1 0-3-15,2 1-3 0,-5 3-7 0,-1-5-3 16,-1 4-6-16,0-3 3 0,-3 1-7 0,0-2 6 16,-2-3-6-16,1 1 1 0,-1-4-1 0,1-3 4 15,-2 2-2-15,0-3 5 0,0-2-5 0,1 2 2 16,0-4 5-16,0 1 7 0,0-3-12 0,-1 3 29 16,6-4 10-16,-11 1 39 0,11-1 5 0,-7-6 10 15,3 0 3-15,0-4-6 0,2 0 2 0,2-5-14 16,3-4-7-16,5-5-9 0,0-3-8 0,3-1-16 15,3-2-6-15,2 1-4 0,1 2 8 0,0 1 5 16,2-3-7-16,0 4-3 0,-2 5 0 0,-6 4 3 16,2 1-3-16,-4 1-10 0,0 5 4 0,-1 1-1 15,-4 3 0-15,1-2-8 0,-1 5-8 0,-1-4-8 16,1 2-5-16,0 3-18 0,-4 1-12 0,3-4-17 16,-1 2-26-16,-2 2-32 0,0 0-31 0,0 0-36 15,3-3-35-15,-3 3-54 0,0 0 51 0,0 0 12 16,-5 14-6-16,-2-6-38 0,-3 1-43 0,6 1-53 15,-2-2-81-15,-2 2-325 0,3-3-753 16,0-2 334-16</inkml:trace>
  <inkml:trace contextRef="#ctx0" brushRef="#br0" timeOffset="24762.19">16269 2731 201 0,'0'0'227'0,"0"0"-23"0,0 0-19 15,0 0-23-15,0 0-12 0,0 0-20 0,0 0-10 16,0 0-13-16,0 0-11 0,6 12-7 0,-3-5-12 16,2 1-4-16,1 1-7 0,1 0-5 0,-1 1-7 15,1-2-4-15,1 2-7 0,-1-1-4 0,2 0-3 16,-2-1-2-16,2-1-7 0,-1 0 2 0,0-2-4 16,-1 1 1-16,0-2-7 0,-1 0 2 0,1-2 10 15,-2-2 1-15,2 0-1 0,2-2 7 0,0-2 4 16,0-3 6-16,1-1 6 0,-2 1 7 0,-2-3 7 15,2 1-3-15,1-1 15 0,0-4 2 0,-4 4 0 16,0 0 12-16,-1 0 6 0,1-1 5 16,0 1 5-16,-1 5 9 0,-1-1-10 0,-2 1-12 15,0-1-6-15,0 5-18 0,1-3-3 0,-2 4-12 16,1-5-20-16,-1 5-15 0,5-2-31 0,-5 2-31 0,0 0 5 16,0 0 1-16,-2 16 1 0,-1-3-1 0,-3 6 4 15,-2 8 3-15,-5 3 4 0,-1 16 7 16,0-1 0-16,-3 4 6 0,3 0 6 0,4-2-4 15,-3 4 4-15,3-4 5 0,1 0 2 0,4-11-3 16,-4 10 1-16,3-11 2 0,2 0-1 0,-1-3-1 16,2-1 5-16,-1 1-6 0,2-6 4 0,-2 1-7 15,-1-2 4-15,1-8 0 0,0 1 3 0,2-7-2 16,-1 0 0-16,-1 0 6 0,-1-2-2 0,-1 0-6 16,1-1 9-16,-3-1-2 0,4-3-2 0,-2-2 12 15,-4-1-5-15,-2 1 3 0,2-5 4 0,-3 1 7 16,0-2 2-16,-2-3 15 0,0-2 20 0,2 1-23 15,0-2 24-15,-2-5 14 0,6 1 2 0,1-3 3 16,0-10 0-16,2 1-9 0,6-3-8 0,5-3 1 16,4 0-10-16,1-4-9 0,12-9-4 0,2 6-8 15,-2 7-4-15,9-6 0 0,3-1-7 0,5 5 1 16,4 3-7-16,2 0-2 0,2 2-2 0,-2 4-2 16,0 3-1-16,-15 5-2 0,2 5 0 0,-5 1-12 15,-3 0 13-15,-2 5-4 0,-8-4-1 0,-4 5 4 16,2 2 4-16,-5-2-3 0,-1 1-4 0,0 1 5 15,-1 3 0-15,-5 0-19 0,6-4 12 0,-6 4-3 16,0 0 2-16,8-3-3 0,-8 3-10 0,0 0-5 16,5-1-5-16,-5 1-5 0,0 0 1 15,0 0-24-15,0 0-6 0,0 0-1 0,0 0-3 0,0 0-42 16,0 0-7-16,0 0-34 0,-16 11-30 0,9-7-28 16,2-1-25-16,0 2-40 0,2-1-70 0,3-4-253 15,0 0-634-15,-7 6 281 0</inkml:trace>
  <inkml:trace contextRef="#ctx0" brushRef="#br0" timeOffset="25087.81">17230 2926 11 0,'0'0'287'0,"0"0"-5"0,0 0-11 16,0 0-7-16,0 0-7 0,0 0-19 0,0 0-18 15,0 0-17-15,0 0-25 0,0 0-17 0,0 0-13 16,0 0-18-16,0 0-15 0,0 0-5 0,32-7-19 15,-19 7-11-15,8-2-14 0,-1 2-18 0,10 0-29 16,1 2-25-16,0-4-33 0,-2 2-32 0,0 2-36 16,1-4-59-16,-9 2-53 0,-2-3-210 0,2 3-464 15,-3-4 205-15</inkml:trace>
  <inkml:trace contextRef="#ctx0" brushRef="#br0" timeOffset="25277.86">17268 3103 135 0,'-4'3'292'0,"2"-1"-6"15,2-2-28-15,0 0-29 0,0 0-18 0,0 0-29 16,35-4-10-16,-13 3-22 0,10-2-16 0,4-1-20 16,-2 7-26-16,5-6-35 0,-1 6-40 15,17-6-41-15,-3 7-60 0,5-8-66 0,-19 2-188 16,17 0-369-16,-1-2 163 0</inkml:trace>
  <inkml:trace contextRef="#ctx0" brushRef="#br0" timeOffset="25743.64">18561 2825 216 0,'-3'-3'214'0,"-4"2"-19"0,2 0-13 15,5 1-12-15,-12 0-13 0,5 1-14 0,-2 1-16 16,-1 0-7-16,-3 3-9 0,-3 2-11 0,1 2-11 15,-3 0-7-15,3 4-3 0,-2-1-6 0,-2 5-1 16,1-5-8-16,4 8-5 0,0 1-4 0,5-3-2 16,2 1-4-16,1 0 12 0,4-2 12 0,2 3 7 15,0-2 3-15,6 1-3 0,3 0 0 0,9 2 3 16,1-4-1-16,8-2-12 0,-4-3-2 0,5-3-4 16,0-2-7-16,3-2-4 0,0-3-7 0,1-6-2 15,-2 2-4-15,-2-6 5 0,2-1 0 16,-6-3-5-16,-5-5 0 0,-2 4-8 0,-2-9-3 15,-1-3-1-15,-4-2 1 0,-4-1-7 0,-2 2-5 0,-4-3 1 16,-2 5-6-16,-4-3-1 0,-2 11-16 0,-6-6 11 16,-5 1-1-16,-3 5-13 0,-10 0-20 15,0 6-34-15,-19-3-46 0,13 9-51 0,1 2-89 16,2 0-292-16,2 4-584 0,2 2 259 0</inkml:trace>
  <inkml:trace contextRef="#ctx0" brushRef="#br0" timeOffset="26944.53">19890 3006 96 0,'0'0'160'0,"0"0"1"0,0 0-24 0,0 0-10 15,0 0-6-15,0 0-11 0,-4-2-10 0,4 2-6 16,0 0-9-16,0 0-5 0,0 0-13 0,0 0-1 16,0 0-3-16,0 0-2 0,0 0-4 0,0 0 2 15,0 0-11-15,0 0-6 0,0 0 3 0,0 0-4 16,0 0-1-16,0 0-9 0,0 0 1 0,0 0 0 16,0 0 3-16,0 0-2 0,0 0 2 0,0 0-5 15,0 0 2-15,0 0-2 0,18-1-2 0,-5 0 0 16,14-4-4-16,5 2-4 0,19-2-2 0,-13 8 1 15,21-7-3-15,5 0-3 0,1 2 10 0,0-3 3 16,30 1 1-16,-30 3-3 0,1-3 2 0,25 0-5 16,-31 5 2-16,-4-2-4 0,-3-3-2 0,-12 7-4 15,-7-6 3-15,2 6-5 0,-8-6 0 0,-6 2 0 16,-3 0-3-16,-8 2 1 0,1-2-1 0,-6 1 1 16,3 0 7-16,-4 0 5 0,2-3-2 0,-7 3 1 15,6 0-3-15,-6 0-2 0,9 0 1 0,-9 0-11 16,4-2-13-16,-4 2-12 0,0 0-16 0,0 0-18 15,0 0-17-15,0 0-25 0,0 0-44 0,-23 0-39 16,23 0-179-16,-14-2-386 0,9 1 171 0</inkml:trace>
  <inkml:trace contextRef="#ctx0" brushRef="#br0" timeOffset="27295.92">20938 2758 39 0,'0'0'208'0,"-1"-3"-19"0,1 3-15 0,0 0-8 0,0 0-16 15,-3-5-22-15,3 5-14 0,0 0-17 0,0 0-6 16,0 0-8-16,0 0-7 0,5 12-1 15,-1-7-9-15,-1 3-2 0,3 1-6 0,1 0 1 16,5 6-4-16,-3-2-10 0,5 2-3 0,-1 1-1 16,2 1-2-16,1 4-4 0,-3 1-3 0,-6-4-4 15,6 5 0-15,-5-4-6 0,-2 1-1 0,-2-3-5 16,-4 1-3-16,0-1-1 0,-4 0-3 0,-2-1-2 16,-6 1-3-16,2-2 2 0,-7-2-1 0,2-1 8 15,-3-2-7-15,-4 0-5 0,3-2-2 0,1-1-8 16,-2-1-26-16,2 1-34 0,4-4-56 0,1-1-222 15,1-1-375-15,5-2 166 0</inkml:trace>
  <inkml:trace contextRef="#ctx0" brushRef="#br0" timeOffset="28296.01">22013 2686 100 0,'21'0'125'0,"-21"0"-7"0,17 1-4 0,-3 1-17 0,-2 1-10 15,8-1-5-15,-1 0-10 0,-1 1-8 0,1 1-10 16,2 0 7-16,-1 2-5 0,-1-3-8 0,-2 2-3 15,-4-1-3-15,-2 1-7 0,0 0 1 0,-3-2-5 16,1 1-8-16,-5 2 0 0,0-1 11 0,-3 0-13 16,-1 3 0-16,-1-3 3 0,-5 4-2 0,-1-1-2 15,-5 0-2-15,-1 4 4 0,-2-6-6 0,-2 5-4 16,0-4 0-16,0 0 1 0,0 1-1 16,4-3-6-16,0-1 0 0,0 0 4 0,3 1-4 0,-3-1 5 15,8-2 0-15,5-2-1 0,-13 5 0 0,13-5 3 16,-10 4 0-16,10-4 0 0,-4 2 3 0,4-2 0 15,0 0 4-15,14 6-1 0,-1-4 2 16,6 2 1-16,-1 0-4 0,4-2-1 0,6 3-6 16,-1-1 1-16,2 4 2 0,1 0-2 0,-1 1 13 15,-1-1-2-15,0 0-1 0,-7 0-7 0,4 1 4 16,-7 1-3-16,-2-2-5 0,-6 1 4 0,-3-2-4 16,0 1 2-16,-3 1-1 0,-2-2 2 0,-4 0-1 0,-2 2 0 15,-3-1 2-15,-4 0-3 0,-6 1-3 16,-2-3 2-16,0-1 1 0,-7 5-2 0,3-8 1 15,-5 2-5-15,5-3 4 0,-5 1-2 0,-1-2-2 16,7 3 2-16,-5-3 8 0,-1-3-9 0,5 3 1 16,5 0-3-16,0-2-2 0,3 0 1 0,6 2 1 15,0-1 1-15,1 1 2 0,8 0 2 0,-12-2 3 16,12 2 20-16,-11-1 1 0,11 1 0 0,0 0-2 16,0 0-3-16,-2-4-6 0,2 4 1 0,0 0-5 15,0 0-1-15,25-3-11 0,-16 2-17 0,-1 0-19 16,-8 1-29-16,19-4-34 0,-9 0-54 0,2 0-223 15,-2-1-399-15,-1 1 177 0</inkml:trace>
  <inkml:trace contextRef="#ctx0" brushRef="#br0" timeOffset="28895.6">22047 2513 71 0,'-22'4'123'0,"2"1"-9"0,-2 0-11 15,-3 3-8-15,4-1-5 0,-3 4-8 0,-2 5 0 16,6 0-10-16,-4 0-4 0,3 3-6 0,0 3 1 16,-1-1 5-16,3 5-10 0,-2-2-3 0,3 1 0 15,-1 4 14-15,4-2 19 0,-1 2-7 0,5-1-5 16,-2 1 4-16,6 0 5 0,1 4 1 0,5-3 4 15,-2 0-1-15,6-2-2 0,2-1 0 0,4 0-4 16,0 2 0-16,5-5-2 0,0 1-6 16,4-4-2-16,4 3 3 0,-2-3-1 0,5-1-2 0,5 0 1 15,-3-1 1-15,6-2-2 0,3-4-1 0,14 4 0 16,-17-6 4-16,3-1-2 0,1-2-1 0,3-1-3 16,-1 0-17-16,1-6 20 0,-1 2 9 0,11-5-1 15,-9 2-1-15,-1-2 3 0,11-8 12 0,-13 5-1 16,1-4-1-16,0-1-1 0,7-8-5 0,-11 2-8 15,-2-1 6-15,10-12 1 0,-11 8-10 0,1-18-10 16,-11 11-11-16,14-12 1 0,-9-6-2 16,-7 4-4-16,-8 8-7 0,-5-14 16 0,-5 13-11 0,-5-1-1 15,-8-7-7-15,-1 7-6 0,-17-8-13 0,-11 0 0 16,-11 9-12-16,-26-11-15 0,-6 9-27 0,-2 13-51 16,-11 2-79-16,-4 11-77 0,-8 8-107 15,-5-2-391-15,6 2-799 0,5-11 353 0</inkml:trace>
  <inkml:trace contextRef="#ctx0" brushRef="#br0" timeOffset="124216.4">5599 5804 3 0,'0'0'194'0,"0"0"-7"0,0 0-11 0,0 0-16 0,0 0-1 16,0 0-19-16,0 0-2 0,0 0-6 0,-1-5 6 16,1 5-9-16,0 0-4 0,0 0-10 0,0 0-3 15,0 0-7-15,0 0-3 0,0 0 2 0,0 0-8 16,0-3-2-16,0 3 0 0,0 0 2 0,0 0 8 16,-3-7-8-16,3 7 2 0,0-7 1 0,0 7-7 15,0-3 6-15,0 3-2 0,-1-5 1 0,1 5-8 16,-3-9-6-16,3 6 10 0,3-1-12 0,-6-1-4 15,3 0-9-15,-1 0 4 0,1 0-9 0,0 5 20 16,0-6 1-16,-3 2-8 0,3 0 0 0,0 4 1 16,-1-4-7-16,1 4-11 0,0 0 3 0,1-6-14 15,-1 6-6-15,0 0-11 0,0 0-13 0,0 0-16 16,0 0-44-16,0 0-26 0,0 0 2 0,-5 12-2 16,5 0 15-16,-1 8-2 0,-3 4 8 0,0 10 4 15,-1 2 6-15,-4 12 5 0,0 5 5 0,-2-2 5 16,2 0 5-16,0 3 5 0,0-9 8 0,4-11 1 15,2 0 5-15,0-2 0 0,1-1-1 0,0-2 2 16,-1-5 1-16,2-5-2 0,1-2 0 0,0-2 1 16,0-4 2-16,0 0-2 0,0-6-3 0,0 4 6 15,0-4-1-15,0-2-4 0,-1 2 24 0,2-2 15 16,-1-3 16-16,1 4 13 0,-1-4 8 0,0 4-11 16,0-4 20-16,0 0 4 0,0 0-3 0,0 0-3 15,-1 5-11-15,1-5-4 0,0 0-5 0,0 0-6 16,0 0-3-16,0 0-3 0,0 0-9 0,0 0-6 15,0 0-8-15,0 0-38 0,0 0-32 0,0 0-51 16,0 0-34-16,8-14-35 0,-6 9-47 0,1 1-48 16,2-2-51-16,2-3-45 0,-4 4-279 0,6-3-683 15,-5 1 301-15</inkml:trace>
  <inkml:trace contextRef="#ctx0" brushRef="#br0" timeOffset="124899.21">5559 6456 171 0,'-3'1'170'16,"3"-1"-7"-16,-6 0-10 0,6 0-3 0,0 0-9 0,-5 2-8 15,5-2-7-15,0 0-3 0,0 0-3 16,0 0 2-16,0 0-4 0,-6 2 5 0,6-2-5 16,0 0 0-16,0 0-2 0,0 0-1 0,-5 0-2 15,5 0-6-15,0 0-4 0,0 0-12 0,0 0-6 16,0 0-4-16,0 0-7 0,0 0-6 0,0 0-10 15,0 0-4-15,0 0-2 0,0 0-3 0,0 0-6 16,0 0-5-16,0 0-2 0,0 0-4 0,0 0-2 16,0 0-5-16,0 0 5 0,0 0-5 0,0 0-2 15,0 0-4-15,0 0-2 0,0 0-2 0,0 0-2 16,0 0 1-16,0 0-2 0,0 0 5 0,0 0-6 16,0 0 3-16,24 0-7 0,-10-1 3 0,8-2 1 15,5-2 0-15,2 0-5 0,7 3 4 0,-2-3-3 16,2 0 2-16,-4 3-2 0,0-1-2 0,1 0-1 15,-3-3-1-15,-2 3 2 0,-10 1 1 0,-1 2-6 16,-4-2 5-16,0 2 3 0,-5-1 7 0,-2-1-12 16,-1 2 14-16,-5 0 3 0,13 0 8 0,-13 0 3 15,6-1 0-15,-6 1 3 0,6-2-2 0,-6 2-8 16,0 0-10-16,6 0-11 0,-6 0-14 0,0 0-15 16,0 0-22-16,0 0-22 0,0 0-26 0,0 0-30 0,0 0-33 15,-9 8-40-15,9-8-53 0,-4 4-250 0,4-4-543 16,0 0 241-16</inkml:trace>
  <inkml:trace contextRef="#ctx0" brushRef="#br0" timeOffset="125664.1">6276 6395 30 0,'-4'1'287'0,"4"-1"-19"0,0 0-18 16,0 0-21-16,0 0-27 0,0 0-18 0,0 0-24 16,13-5-15-16,-4 2-12 0,3-1-14 0,0 2-13 0,9-4-13 15,-3 2-13-15,1 2-10 0,8-8-9 0,-7 4-4 16,-1 1-11-16,3-3-3 0,2-4-5 15,-4 4-4-15,-1-1-3 0,-2-1 0 0,-2 0-3 16,2-1 6-16,-2 1 0 0,-8 3 15 0,2-2 16 16,-1 1 7-16,-4 3 7 0,-2-6-1 0,-2 7-5 0,0-3-10 15,-2 2-7-15,-3 0-5 0,-2 2-5 0,-4-1-9 16,-2 1-2-16,-5 2-2 0,0 2 1 16,-2 2-5-16,-2-1-6 0,-5 3-3 0,9 2-9 15,-3 1 0-15,0 1 2 0,3 1-4 0,-6 4-7 16,6-6 6-16,4 7-2 0,1-3-4 0,-1 2 3 15,5 0-2-15,4-2 0 0,-1-1-2 0,3 0-3 16,3 4 5-16,9-1-2 0,-4-3 0 0,8 0 2 16,6-1-1-16,8-1-6 0,2-4-6 0,7-2-10 15,1-4-7-15,2 0-7 0,0-5-1 0,11-6-1 16,-11 2 0-16,0-1-1 0,7-9 4 0,-10 5 6 0,-3-1 3 16,-4-4 7-16,1-2 12 0,-6-2 10 15,0-2 9-15,-1-2 7 0,-1-2 9 0,-5-1 11 16,-2-1 23-16,-5 1 28 0,-1 1 15 0,-4 1 20 15,0 3 32-15,-2 2 8 0,-2 6 13 0,0-1 8 0,-2 7 11 16,2 0 3-16,-1 2 1 0,0 1-12 0,-1 1-19 16,2 3-19-16,-1 1-17 0,-1-1-23 15,1 5-16-15,0-4-29 0,0 4-50 0,0 0-55 16,1-4-42-16,-1 4 8 0,0 0 7 0,-1 18 0 16,0-6 5-16,-1 7 11 0,1 9 6 0,0-1 6 0,1 5 6 15,-3 2 0-15,2-1 4 0,-1 0 5 0,0 0 1 16,2-5-11-16,-1 1 18 0,4-4 2 15,-5-5-2-15,2 0 2 0,2-4 11 0,0-3-6 16,-2-1-2-16,1-2 5 0,-1-3 0 0,2 0 5 0,-2-3 5 16,1 3 0-16,-1-2 6 0,0-5 6 0,-1 5 9 15,1-1 3-15,0-4 1 0,0 0 8 0,1 4 1 16,0-1 1-16,-1-3-5 0,0 0 0 0,0 0-2 16,0 0-3-16,0 0-4 0,0 0-10 0,0 0-34 15,20-7-49-15,-4 1-63 0,12-5-81 0,2 1-77 16,4-3-119-16,1-2-384 0,-2 3-855 0,-1-2 378 15</inkml:trace>
  <inkml:trace contextRef="#ctx0" brushRef="#br0" timeOffset="126096.64">6796 6082 3 0,'-7'0'250'0,"0"4"-1"0,7-4-4 15,-10 0-7-15,5 1-14 0,5-1-17 16,0 0-19-16,-10 0-18 0,10 0-14 0,-5 4-7 16,5-4-17-16,0 0-9 0,0 0-11 0,0 0 2 0,0 0-14 15,0 0-3-15,0 0 1 0,21 1-5 0,1-5-3 16,13 2-13-16,18-2 8 0,1-2-9 16,2 0-13-16,-2 0-2 0,2-1-7 0,-16 3-7 15,-1-1-6-15,-6 0 1 0,-1 3-5 0,-10-1-4 16,-1 1 2-16,-2-2-6 0,-6 1 2 0,-1 2-6 0,-3-1 5 15,0 2-8-15,-5-1 1 0,5 2 8 16,-9-1-16-16,6-2-8 0,-6 2-14 0,0 0-5 16,0 0-19-16,0 5-31 0,0-5-39 0,-15 12-54 0,6-5-75 15,-3-2-321-15,2 1-597 0,4-1 265 0</inkml:trace>
  <inkml:trace contextRef="#ctx0" brushRef="#br0" timeOffset="127327.73">8765 5929 71 0,'0'-5'295'0,"0"-4"-2"15,2 3-5-15,-2 0-2 0,0 0-10 0,0 0-9 16,1 1-2-16,-1 0-21 0,0 0-18 0,0 3-26 0,0 2-14 16,0-7-12-16,0 7-31 0,1-3-24 15,-1 3-10-15,0-5-37 0,0 5-27 0,0 0-5 16,0 0-4-16,7 11-9 0,-5-6 10 0,2 4-11 15,0 2 1-15,3 3-9 0,1 1 0 0,-1 2 0 0,4-2 2 16,-2 0-7-16,0 1 1 0,1 1 3 16,3-4-7-16,-3 3 4 0,3-4 0 0,-8-2-4 15,4-2-3-15,0-1 4 0,0 0 2 0,-4-2-2 16,0-1-3-16,-1-2 7 0,4-2 2 0,-8 0 0 16,12-6 6-16,-6 3 13 0,0-6 4 0,0 2 15 15,2-3 2-15,-3 0 12 0,1 0 9 0,-2-2 1 16,0 3 0-16,1-1 3 0,-1-1 10 0,-1 2-1 15,-2 2 8-15,1 1-6 0,1 1-7 0,-2 2-12 16,1 0-9-16,-2 3-18 0,0-7-22 0,0 7-28 0,2-2-42 16,-2 2-33-16,0 0-28 0,0 0 12 15,0 0 6-15,0 19 8 0,-2-2 9 0,-1 7 9 16,0 8 8-16,-3 4 5 0,-1 15 14 0,-1 0 0 16,1 1 3-16,1 0 4 0,0-1 5 0,-1-3 3 0,3-14 2 15,2 2 4-15,-2-2 1 0,4 1 5 16,-3-3-2-16,2-3-1 0,-3-1 4 0,3-2-5 15,-4-7 6-15,4-2 3 0,-3-1 6 0,0-4-7 16,1-1 3-16,0-1 4 0,-1 0 9 0,-1-2-8 16,-3-2 3-16,3-2 9 0,-3-1 8 0,-1-1 6 0,-5 0 0 15,-3-1 6-15,1-4 12 0,-2 1 4 0,0-5 10 16,-3-1 4-16,2-4 10 0,0 2 7 16,-1-6-6-16,6-1 0 0,-4-5-18 0,5-5-4 0,4-4-14 15,3-3-10-15,6-2-8 0,6 2-4 0,7-12-4 16,4 10 4-16,7-4-6 0,-2 10-3 0,11-6-5 15,4 3-2-15,2 3 0 0,5 3-2 0,8 0-1 16,-5 4 1-16,-2 2 0 0,-6 8 0 0,-3 0 1 16,-1 0-5-16,-2 0-2 0,-3 4 4 0,-11 3-4 15,0 0 2-15,-6 0 1 0,1 3 1 0,-5 0 1 16,-1 1 2-16,-3-1-1 0,1 1-6 0,-1 0 4 16,-5 2 0-16,8-2-1 0,-8 2-3 0,5-3-9 15,-5 3-12-15,0 0-8 0,0 0-21 0,8 0-22 16,-8 0-13-16,0 0-12 0,0 0-18 0,-8 10-23 15,3-5-18-15,1 0-21 0,-2 2-43 0,-2 0-26 16,3 0-35-16,1-2-296 0,3 2-630 0,-2-1 279 16</inkml:trace>
  <inkml:trace contextRef="#ctx0" brushRef="#br0" timeOffset="127762.29">9730 6157 36 0,'-9'-3'261'16,"9"3"-5"-16,-5 0-7 0,5 0-4 0,0 0-12 15,0 0-11-15,-8-1-15 0,8 1-17 0,0 0-15 16,0 0-8-16,0 0-15 0,0 0-19 0,0 0-8 16,0 0-6-16,0 0-14 0,0 0-13 0,0 0-3 15,0 0-9-15,22-1-8 0,-4-1-8 0,1 0-3 0,13-1-11 16,0 0-3-16,1 2-6 0,1-2 4 0,-4 1-14 15,2-2 2-15,-2 3-5 0,-10 0-2 16,2-1-4-16,-3 2-4 0,-5 0 2 0,-4 0-1 16,0 0-4-16,-4-1-5 0,1 1 4 0,-2-2-7 0,-5 2-12 15,8 0-16-15,-8 0-19 0,0 0-14 0,0 0-13 16,0 0-19-16,-17 6-21 0,3-5-15 0,1 3-22 16,-4 0-21-16,4-2-27 0,-1 1-42 15,1 0-187-15,-1-1-455 0,1 2 202 0</inkml:trace>
  <inkml:trace contextRef="#ctx0" brushRef="#br0" timeOffset="128071.64">9793 6331 57 0,'-9'2'251'16,"5"1"-5"-16,0-3-7 0,4 0-8 0,-6 5-13 15,3-5-11-15,3 0-9 0,-5 3-8 0,5-3-9 16,0 0-5-16,0 0-2 0,0 0-15 0,25 0-17 16,-9-3 1-16,7 0-30 0,6 1-6 0,7-2-11 15,-4 0-10-15,4 0-3 0,-3 1-13 0,-1 1-3 16,-2-2-7-16,-9 3-6 0,-2-2-4 0,-6 3-11 16,0-1-1-16,-6 1-2 0,1-1 3 0,0-1-9 15,-3 2-1-15,-5 0-1 0,10 0-8 0,-10 0-7 16,8-3-9-16,-8 3-24 0,0 0-7 0,5 0-39 15,-5 0-30-15,0 0-8 0,0 0-25 0,0 0-40 16,0 0-41-16,0 0-36 0,0 0-223 0,0 0-506 16,0 0 224-16</inkml:trace>
  <inkml:trace contextRef="#ctx0" brushRef="#br0" timeOffset="128511.32">11003 5821 308 0,'0'-3'327'0,"2"-1"-2"16,2 1-10-16,-4 0-16 0,0 3-8 0,4-5-28 15,-4 5-26-15,4-4-25 0,-4 4-22 0,0 0-21 16,1-3-22-16,-1 3-18 0,0 0-17 0,0 0-23 16,0 0-18-16,0 0-10 0,2 10-2 0,-2-3-10 15,-2 4 0-15,2 5-9 0,-5 1-9 0,1 8 0 16,-2 2-3-16,0 2-2 0,-1 2-5 0,1 2 14 16,-1-1-16-16,-3-1-2 0,5 0 3 0,0 0-6 15,1-4 2-15,0 1 4 0,3-10-10 0,-2 2 2 16,2-2-6-16,-3-2 6 0,3-4-5 0,1 0 1 15,-1-1 3-15,1-5-9 0,0 2 0 0,0-4 9 16,1 3-2-16,-1-4 6 0,0 1 4 0,1 1 5 16,3-2 9-16,-1 0 1 0,0-1 3 0,3 0-1 15,0 0-1-15,2-2 4 0,3 0-4 0,3 0-6 16,8-2-24-16,-2-2-46 0,10-2-53 0,-1 0-66 16,3-3-85-16,0 1-103 0,1 0-247 0,-6-4-642 15,1 2 284-15</inkml:trace>
  <inkml:trace contextRef="#ctx0" brushRef="#br0" timeOffset="128933.69">10778 6099 210 0,'-10'0'211'0,"10"0"-5"0,-9 0-13 0,9 0-13 0,0 0-15 16,-5 0-16-16,5 0-15 0,0 0-6 0,0 0-9 16,0 0-5-16,-7 2-9 0,7-2-8 0,0 0-7 15,0 0-7-15,0 0-6 0,0 0-6 0,0 0-7 16,0 0 7-16,0 0-10 0,0 0-5 0,-2 4 1 15,2-4-2-15,0 0 0 0,0 0 3 0,0 0 4 16,0 0 9-16,0 0 2 0,29-6-9 16,-11 6 8-16,0-3-17 0,13 0-1 0,2 1-4 0,3-2-10 15,1-1 0-15,-3 2-6 0,3-1-1 0,-5-4-5 16,-2 6 3-16,-8-1-5 0,-2 0-5 0,-1-1 0 16,-6 2 0-16,-2 2-5 0,-3-3-2 15,-2 2 0-15,2 1 3 0,-2-1-6 0,-6 1-17 16,7-2-20-16,-7 2-24 0,0 0-31 0,0 0-29 0,0 0-28 15,0 0-57-15,0 0-54 0,-26 0-222 0,18-1-510 16,8 1 227-16</inkml:trace>
  <inkml:trace contextRef="#ctx0" brushRef="#br0" timeOffset="129814.19">11395 5607 87 0,'0'0'290'0,"-1"-7"-1"16,1 7-10-16,-1-3-8 0,1 3-15 0,0 0-16 16,0 0-22-16,0-5-6 0,0 5-37 0,0 0-21 15,0 0-12-15,0 0-19 0,0 0-16 0,0 0-17 16,0 0-7-16,0 0-13 0,0 0-11 0,0 0-7 15,0 0-6-15,0 0 1 0,2 16-8 0,-3-7-8 16,1 3 3-16,-1 1-3 0,1-1-4 0,-3 4-1 16,3 0-3-16,-1 1-5 0,0-4 5 0,-1 3-4 15,1-5-3-15,1 0-3 0,0 0 1 0,-1 0-6 16,1-5 5-16,-2 1 5 0,2 0-11 0,0-6 17 16,-1 5-11-16,1-6 13 0,1 7 36 0,-1-4 42 15,0-3 46-15,0 0 26 0,0 0 28 0,0 0-21 16,0 0-18-16,12-9-12 0,-5 1-21 0,2 1-13 15,4-5-13-15,0-2-10 0,1 1-8 0,1-1-12 16,1 2-11-16,-1-3 0 0,-2 4-12 0,-4 1-5 16,1 3-6-16,-1 0-3 0,-2 2-8 0,-4 2-5 15,4 0-6-15,-4-1-5 0,0 1-8 0,1 1-5 16,-4 2-17-16,6-1-18 0,-6 1-1 0,7 6-2 16,-5-2-5-16,2 2 0 0,-2 0 3 0,1 4 2 15,1 0 1-15,-1 2 10 0,-1 2-2 0,1-3 1 16,-1 0 7-16,0 0 1 0,-2-1 6 0,1-2-7 15,0-1 4-15,-1-4 11 0,1 4 3 0,-1-3 1 16,2-1 4-16,-2-3 9 0,3 5 30 0,-3-5 36 16,2 2 27-16,-2-2-11 0,0 0-6 0,14-10-11 15,-4-1-8-15,0 5-5 0,3-10-1 0,4 2 4 16,2-6-6-16,0 3-3 0,0-1-4 0,-6 5-4 16,-2 1 4-16,0 5-2 0,-4-1-3 0,0 1-6 15,-2 2-4-15,1 1-10 0,-3 1-8 0,0 0-13 16,1 1-32-16,-4 2-58 0,0 0-10 0,9 7-15 15,-5 3-27-15,1 2-51 0,0 5-53 0,-1 8-59 16,-6 1-74-16,-1 0-505 0,-2 0-948 0,4-9 420 16</inkml:trace>
  <inkml:trace contextRef="#ctx0" brushRef="#br0" timeOffset="147222.57">14293 5968 81 0,'0'0'110'0,"3"-4"4"0,-3 4-6 0,0 0-12 16,1-3-3-16,-1 3-6 0,3-5-1 0,-3 5 1 0,1-5-5 15,-1 5 8-15,5-4-7 0,-5 3 7 0,0 1-2 16,3-4-1-16,-3 4-2 0,1-4-1 16,0 0 3-16,-1 4-1 0,5-5 0 0,-5 5-1 15,0-2-8-15,0 2-2 0,4-6-3 0,-4 6 2 16,0-4-6-16,0 4 0 0,0 0-3 0,3-3-4 0,-3 3-2 16,0 0-7-16,0 0-5 0,0 0-4 0,1-4-5 15,-1 4-6-15,0 0-5 0,0 0 1 0,0 0-7 16,0 0-2-16,0 0-3 0,4-2-4 15,-4 2-3-15,0 0-6 0,0 0 3 0,0 0-4 0,1 13 0 16,-5-7-2-16,8 3-1 0,-4 1-3 0,0 2 2 16,0 5 4-16,0-1-5 0,-4 3 0 15,4 0 5-15,0 6-1 0,-5 0 0 0,4-5-2 16,-2-1-4-16,2 0 7 0,1 1 0 0,-4-2-1 0,3-1-1 16,1 0 1-16,0-5 2 0,0 1 0 15,0-1-3-15,-1-3 4 0,-2 2-4 0,3-2-1 0,-1-2 2 16,-2 0 0-16,3-1 0 0,0-2 1 15,-1 1-1-15,1 0 0 0,0-5 2 0,0 5 1 0,0-5 2 16,0 5 0-16,0-5 17 0,0 2 17 0,0-2 23 16,0 0 35-16,0 0 25 0,0 0 31 0,0 0 19 15,0 0-26-15,0 0-10 0,5-11-19 0,-1 0-18 16,2-5-7-16,6-1-9 0,-2-7-7 0,4 2-8 16,4-3-11-16,-3-1-11 0,2-1-6 0,1-1 4 15,0 2-11-15,-3 2-6 0,2 1 1 0,-5 7-7 16,0 0-2-16,2 2-4 0,-5 2-2 0,1 4-3 15,-1-3 4-15,-1 6-4 0,-3-3-1 0,-1 3-9 16,2 2 1-16,-1-1-4 0,-1 1-2 0,0-1-3 16,0 4 2-16,-4 0-9 0,9 0-2 0,-4 6-10 15,0-1 3-15,1 1-2 0,-1 6 0 0,1-2 4 16,0 6-1-16,0 1 3 0,1 8 1 0,-1-6 6 16,-1 0 10-16,-1 0-9 0,2 0-1 0,-3 1 24 15,-2-3-20-15,4 1 2 0,-1-3-2 0,-3 1 2 16,1-3 3-16,0-1 0 0,0-3 1 0,0-3 1 15,-2 1 0-15,0-1-5 0,2-3 4 0,1 3 0 0,-3-1 8 16,1-2-1-16,-1-3 7 0,2 5 2 16,-2-5 22-16,0 0 29 0,0 0 25 0,2 3 30 15,-2-3 24-15,0 0 22 0,0 0-10 0,0 0-18 16,4-10-16-16,1-3-11 0,3-4-17 0,3-5-10 16,1 3-11-16,1-2-11 0,1-1-5 0,0-1-6 15,1 2-4-15,-2 6-8 0,0-1-3 0,0 1-7 16,-2 2-2-16,0 0-3 0,0 1 1 0,-1 4-7 15,-2-2-1-15,-3 6-3 0,1-1-4 0,-1 1-1 0,1 0-4 16,-3 0-5-16,2 3 0 0,-5 1-8 0,4-2-23 16,-4 2-5-16,0 0-12 0,13 3-2 15,-7 2-2-15,-1 3-4 0,0 1 4 0,2 2 5 16,-2 4 7-16,1 4-2 0,-2-1 3 0,1-2 4 0,-1 2 11 16,0 1-6-16,-1-2 8 0,-1 2-2 15,1-2 4-15,-2-7 3 0,2 3 3 0,-1-1 0 16,-1 0 2-16,2-3 0 0,-3 0 2 0,1-1 3 0,-1-4 1 15,0 1-2-15,3 3 0 0,-3-6 1 0,1 1-2 16,-1 1 2-16,0 1 5 0,0-5-2 0,1 5-2 16,-1-5 5-16,0 4-2 0,0-4-1 0,0 0 3 15,3 1 0-15,-3-1 3 0,0 0-2 0,0 0-1 16,0 6 7-16,0-6-4 0,0 0 2 0,0 0-9 16,0 0 15-16,0 0-4 0,0 0 3 0,-1 4-1 15,1-4 1-15,0 0 1 0,0 0 1 0,0 0-3 16,0 0 0-16,0 0 2 0,0 0-3 0,0 0 2 15,0 0-4-15,0 0 5 0,0 0-3 0,0 0-1 16,0 0-8-16,0 0-7 0,0 0-28 0,0 0-31 16,0 0-38-16,0 0-44 0,0 0-83 0,0 0-88 15,6-11-53-15,-6 7-366 0,5 1-802 0,-1-3 354 16</inkml:trace>
  <inkml:trace contextRef="#ctx0" brushRef="#br0" timeOffset="148046.31">15548 6067 143 0,'-6'0'167'0,"1"0"-7"0,-1 3-7 16,6-3-12-16,-10 0-8 0,10 0-8 0,-5 0 0 15,5 0-8-15,0 0-2 0,0 0-3 0,0 0-2 16,0 0 0-16,-9 0-5 0,9 0 0 0,0 0-2 16,0 0 1-16,0 0-8 0,0 0-3 0,0 0 0 15,0 0-12-15,0 0-7 0,0 0-7 0,0 0 7 16,0 0-16-16,0 0-6 0,0 0-5 0,0 0-5 16,0 0-3-16,0 0-4 0,0 0-7 0,0 0-2 15,0 0-2-15,0 0-1 0,0 0 6 0,0 0-14 16,0 0 5-16,0 0-10 0,-5-3 0 0,5 3-1 15,0 0 1-15,0 0-3 0,0 0 4 0,0 0-5 0,0 0 2 16,0 0-4-16,0 0 3 0,0 0-3 16,0 0-2-16,0 0 12 0,0 0-11 0,0 0 2 15,0 0 4-15,0 0-6 0,0 0 2 0,0 0-4 16,0 0 3-16,0 0 0 0,0 0-3 0,0 0 3 0,0 0-4 16,0 0 3-16,0 0-3 0,0 0 5 0,0 0-3 15,0 0 3-15,0 0-2 0,0 0 2 16,28 3-2-16,-15-6 0 0,4 3-1 0,3-3 12 15,3 3-12-15,5-2-2 0,2 2 7 0,-2-2-6 16,2 1 0-16,1 0 0 0,1 0 0 0,-4-1 2 0,3 0-4 16,-12 2-2-16,3-3 3 0,-2 3 0 15,-3 0-1-15,-5 0 2 0,-1 0 2 0,-3-1-3 16,0 0 0-16,-3 1 5 0,1-2-6 0,0 2 2 0,-6 0-3 16,5-3-4-16,-5 3-9 0,0 0-15 0,0 0-20 15,0 0 1-15,0 0-7 0,0 0-28 0,-9 10-25 16,3-9-34-16,-5 3-16 0,3 0-15 0,-3-1-61 15,2 2-138-15,-1 0-405 0,4-3 179 0</inkml:trace>
  <inkml:trace contextRef="#ctx0" brushRef="#br0" timeOffset="148563.16">15566 6238 76 0,'-6'1'160'16,"6"-1"1"-16,-8 4-3 0,4-3-10 0,4-1-6 15,0 0-10-15,-6 2-11 0,6-2-15 0,0 0-2 16,0 0-10-16,-7 0-9 0,7 0-1 0,0 0-7 15,0 0-3-15,-5 0-9 0,5 0-1 0,0 0-6 16,0 0-7-16,0 0-2 0,0 0-9 0,0 0-1 0,0 0-10 16,0 0-1-16,0 0-2 0,0 0 0 15,0 0 1-15,0 0 2 0,0 0-1 0,0 0 0 16,0 0-2-16,0 0-1 0,0 0-3 0,0 0-3 16,0 0 0-16,0 0 5 0,0 0 3 0,0 0 2 0,0 0 7 15,0 0 5-15,0 0-1 0,0 0 2 16,0 0 0-16,0 0-2 0,0 0 3 0,0 0 6 15,0 0-3-15,0 0-2 0,0 0 6 0,18-2-11 16,-4 1-2-16,4-3-3 0,10 2-6 0,2-1 0 0,5 1-4 16,4-1 2-16,-1 1-3 0,3-3-2 0,10 3-4 15,-11-1 9-15,-1 2-9 0,1-2 1 16,-2 3-2-16,-6-3 1 0,0 1-5 0,0-1 3 16,-13 2 0-16,-1 0 0 0,-5 1-5 0,-2-3 5 15,-3 3-1-15,2 0-2 0,-5 0-3 0,-5 0 3 0,11 0-4 16,-7-1-5-16,-4 1-16 0,6-1-19 0,-6 1-36 15,0 0-32-15,0 0-26 0,0 0-46 16,0 0-91-16,0 0-189 0,-19 5-490 0,12-5 218 0</inkml:trace>
  <inkml:trace contextRef="#ctx0" brushRef="#br0" timeOffset="152076.7">17292 5390 76 0,'-2'-4'152'0,"4"-1"-15"0,-2-1-6 16,0 6-6-16,0-5-4 0,0 1-7 0,2 1-5 15,0-1 0-15,-2 4-14 0,0-6 5 0,4 2-7 16,-4 1-8-16,3 1-13 0,-1-2-9 0,3 1-1 16,1 0-6-16,1-2-10 0,2 2-4 0,0-1-2 15,5 0-4-15,-1 3-4 0,5-4-2 0,-4 2-6 16,4 2-8-16,0 1 9 0,-1 0-6 0,2 1-5 15,-2-1 1-15,2 5-2 0,-2 1 1 0,-2 1-8 16,2 1 2-16,-2 3 5 0,1 0-1 0,-2 1-6 16,-3 2 2-16,-1 2 1 0,-1-1 1 0,-4 4-6 15,-2 1 9-15,-4 4-5 0,-4 2 0 0,-3 1-3 16,-4 0-1-16,-2 0 2 0,-5 1-1 0,-5-1-7 16,-1-2 9-16,-4 1 1 0,1-4-5 0,-3-2 0 15,3 1 3-15,-2-3-1 0,0-3 3 0,2 1 2 16,5-4 7-16,2-3 2 0,5-2 4 0,3-1-3 15,4-2 3-15,0 1 1 0,3-2 18 0,0-1 17 0,1 1 22 16,5-3 33-16,-8 1 36 0,8-1 28 16,0 0-9-16,0 0-24 0,-7-6-13 0,10-1-17 15,2 1-10-15,0-4-4 0,3-1-28 0,1 3 7 16,2-4-16-16,2-1-3 0,-4 6-12 0,1-3 1 16,2 4-11-16,-1-2-5 0,1 3-6 0,2 1-12 0,-4 1 1 15,4 3-1-15,-1 3-4 0,1-2-6 16,0 7 1-16,4 0 1 0,-4 1-2 0,0 3-3 15,1 1-3-15,0-1 8 0,-2 3-15 0,2-1 8 16,1 2 4-16,-3 0-4 0,2-3 5 0,-3 0 2 16,-1 0-5-16,-2-3 5 0,3-3 1 0,-2 1-6 15,1-1 7-15,0 0 0 0,0-4 0 0,-1-2 2 16,3 1-2-16,0-2 16 0,1-3-13 0,3 1-2 16,-1-4-3-16,2-3-1 0,-4 1 6 0,2-1-8 15,0 0 7-15,1-3-4 0,-2-1-9 0,-1 0 1 0,-1 2 0 16,1 0 1-16,-5 3 1 0,-3 1 6 0,3-1-7 15,-5 2-9-15,2 3-29 0,-2 1-30 16,0-3-41-16,-1 4-49 0,-3 1-67 0,0 0-29 16,0 0-28-16,0 0-287 0,0 0-613 0,-11 11 272 0</inkml:trace>
  <inkml:trace contextRef="#ctx0" brushRef="#br0" timeOffset="153142.76">16793 6123 78 0,'-5'2'150'0,"5"-2"-6"0,-8 0-7 0,8 0-5 15,-5 2-5-15,5-2-6 0,-6 1-9 0,6-1-1 16,0 0-15-16,0 0 0 0,0 0-5 0,0 0 0 16,0 0-3-16,0 0-3 0,0 0-10 0,-8-3 7 15,8 3-5-15,0 0-8 0,0 0-1 0,0 0-4 16,0 0-6-16,0 0-4 0,0 0-4 0,0 0-4 16,0 0-8-16,0 0 1 0,0 0-4 0,0 0-5 15,0 0-3-15,0 0-6 0,0 0 5 0,0 0-6 16,0 0-3-16,0 0 1 0,0 0-7 0,0 0 2 15,0 0-3-15,0 0 0 0,0 0 0 0,0 0 0 16,0 0-1-16,0 0-1 0,0 0-2 0,19 3-3 16,-19-3 3-16,5 0-2 0,-5 0 0 0,5 2 3 15,-5-2-5-15,0 0 1 0,0 0-1 0,9-2 1 0,-9 2 3 16,0 0-3-16,8 3-3 0,-8-3 8 16,0 0-4-16,0 0 1 0,6 0 0 0,-6 0 6 15,0 0-4-15,0 0 3 0,0 0 0 0,0 0-3 16,0 0 0-16,0 0-3 0,7-3 3 0,-7 3 0 0,0 0-5 15,0 0 1-15,0 0 0 0,0 0 4 0,0 0-3 16,0 0 0-16,6 2 0 0,-6-2 0 16,0 0-1-16,9-2 0 0,-9 2 0 0,0 0-1 15,0 0-1-15,0 0 2 0,6 2-3 0,-6-2 2 0,0 0 0 16,0 0 2-16,7 0-4 0,-7 0 0 0,6 0 2 16,-6 0-2-16,0 0 1 0,0 0-1 0,0 0 0 15,0 0 3-15,10 0-4 0,-10 0 2 16,8 0-1-16,-8 0 3 0,6 0-1 0,2-2-1 0,2 2 0 15,3 0 0-15,6-3 0 0,-1 3-1 0,10-5 2 16,3 1 0-16,7 2-2 0,16 1 1 0,5-1 1 16,31-6-3-16,1 4 0 0,5 1 1 0,6 3 0 15,0-5-3-15,3 0 7 0,-1 5-2 0,3-4 0 16,-4 1 1-16,-3 1 1 0,-4-4 1 0,-5 7-4 16,-29-1 3-16,1-2-3 0,0-1 1 0,-2 3 4 15,-1-4-1-15,-4 1-2 0,-16 1 2 16,-4-1 1-16,-2 3 5 0,-6 0 2 0,-10-1 6 0,1 0 12 15,-7-2-1-15,-2 3 10 0,-2-1 4 0,-2 1 8 16,1-1 4-16,-7 1-9 0,8-2 10 0,-8 2-17 16,8 0-2-16,-8 0-6 0,0 0-7 0,8 0-11 15,-8 0-5-15,2-3-16 0,-2 3-20 0,0 0-18 16,0 0-19-16,0 0-8 0,0 0-14 0,0 0-27 16,0 0-34-16,0 0-60 0,0 0-245 0,-14 7-489 15,14-7 217-15</inkml:trace>
  <inkml:trace contextRef="#ctx0" brushRef="#br0" timeOffset="155361.5">16968 6499 146 0,'2'-4'177'0,"-2"4"-9"15,3-5-9-15,-3 5-18 0,6-4-8 0,-3 2-16 16,2 1-11-16,-5 1-13 0,9-2-10 0,-4 2-9 15,-5 0-8-15,12 1-9 0,-4 1-2 0,-1 2-3 16,2 1-2-16,2 1 3 0,-2 0 0 0,0 4-3 16,5 0-5-16,-5 2-2 0,2 4-4 0,0-1-2 15,-5 0-3-15,2 4-3 0,-3-1 0 0,-1 0-4 16,2 9 0-16,-3-10-1 0,-2 3-4 0,2-1 1 16,-6-1-6-16,2-1 0 0,-2-2 0 0,2 0 0 15,-4-1-1-15,1-4-3 0,3 1 3 0,-3 0 6 16,0-5 4-16,3 0 5 0,-2 0 5 0,3-2 18 15,-1 0 19-15,-2-1 27 0,3-3 31 0,-2 4 45 16,2-4 36-16,0 0 33 0,0 0 18 0,0 0-18 16,0 0-32-16,-8-13-24 0,8 2-17 0,5-5-22 15,-1-2-16-15,4-6-16 0,1-3-13 0,2-1-13 16,2 2-10-16,1-1-9 0,1 1-13 0,1 1 1 16,-2 1-7-16,0 2-8 0,-3 5-2 0,2 0-7 15,-3 2-2-15,1 1-5 0,-4 6-5 0,1-1-2 16,-2 1-2-16,-2 4-3 0,1 0 1 0,-1-1-6 15,0 2-2-15,0-1-14 0,-4 0-12 0,0 4-33 16,1-4-35-16,4 2-17 0,-5 2-51 0,0 0-30 16,0 0-27-16,0 0 13 0,0 0 1 0,0 0-6 15,4 11-24-15,-7-6-25 0,2 1-42 0,1-2-60 16,0 1-196-16,-3 2-591 0,3-2 262 0</inkml:trace>
  <inkml:trace contextRef="#ctx0" brushRef="#br0" timeOffset="156190.51">17616 6662 165 0,'-3'3'190'0,"3"-3"-8"0,0 0-17 16,0 0-13-16,0 0-15 0,0 0-14 15,0 0-13-15,0 0-8 0,0 0-11 0,0 0-6 16,0 0-12-16,0 0-3 0,-2 2-5 0,2-2-1 16,0 0-3-16,0 0-3 0,0 0-4 0,0 0-2 0,0 0 3 15,0 0-6-15,0 0-6 0,0 0 3 0,0 0 0 16,0 0-1-16,0 0-3 0,0 0-2 0,0 0 7 15,0 0-2-15,0 0 3 0,0 0-1 16,0 0 5-16,0 0-2 0,0 0-3 0,0 0 2 0,0 0-7 16,0 0 8-16,0 0-4 0,0 0 5 0,0 0-3 15,0 0-3-15,0 0-6 0,0 0 0 0,0 0-2 16,0 0-6-16,0 0-4 0,0 0 6 16,0 0-8-16,0 0 2 0,0 0-2 0,0 0 8 15,0 0-14-15,0 0-2 0,0 0-2 0,0 0-2 0,0 0 1 16,0 0-2-16,0 0-5 0,0 0 2 0,0 0-5 15,0 0 4-15,0 0-2 0,0 0 1 0,0 0 8 16,0 0-10-16,0 0-4 0,0 0 4 0,0 0-3 16,0 0-2-16,0 0 3 0,0 0 1 0,0 0-4 15,0 0 3-15,0 0 1 0,0 0 5 0,0 0 5 16,0 0-2-16,0 0-1 0,0 0 0 0,0 0 1 16,0 0-3-16,0 0 1 0,0 0-1 0,0 0-7 15,0 0 7-15,0 0 5 0,0 0-9 16,0 0 1-16,0 0-2 0,0 0 1 0,0 0-3 0,0 0 3 15,0 0-1-15,0 0-2 0,0 0 2 0,0 0-2 16,0 0 1-16,0 0 0 0,0 0-4 0,0 0 5 16,0 0-4-16,0 0 0 0,0 0 0 0,0 0-1 15,0 0-1-15,0 0 2 0,0 0 1 0,0 0-5 16,0 0 2-16,0 0 0 0,0 0-2 0,0 0 6 16,0 0 7-16,0 0-10 0,0 0-2 0,0 0 2 15,0 0-2-15,0 0 3 0,0 0-1 0,0 0 0 16,0 0 3-16,0 0-2 0,0 0 2 0,0 0-2 15,0 0 3-15,0 0-2 0,0 0 1 0,0 0 1 16,0 0-9-16,0 0 2 0,0 0 7 0,16-2-2 16,-4-1 0-16,4 1-1 0,4 0-1 0,0-1 0 15,2 1 1-15,8-2 1 0,2 3-1 0,0-2 0 16,5 1 0-16,-1-3-2 0,2 3 4 16,-1 2-5-16,-2-3 3 0,-2 3 3 0,-4-1-3 0,0 0 0 15,-11-2-3-15,-3 3 3 0,-4-1-2 0,2 0-10 16,-3 1-13-16,-2-2-14 0,-3 2-22 0,-5 0-23 15,9 0-34-15,-9 0-45 0,0 0-15 0,0 0-30 16,-20-3-41-16,8 2-176 0,-1 0-458 0,1 1 203 16</inkml:trace>
  <inkml:trace contextRef="#ctx0" brushRef="#br0" timeOffset="156456.09">17884 6544 222 0,'0'-5'345'16,"-1"0"1"-16,1 3 0 0,1-3-9 0,-1 5-26 15,-1-7-11-15,1 7-36 0,0-3-27 0,0 3-28 16,0 0-26-16,1-5-22 0,-1 5-31 0,0 0-30 16,0 0-14-16,0 0-12 0,-4 12-10 0,4-2-6 15,-1-1-11-15,-2 4 4 0,1 3-13 0,0 2 2 16,1 1-2-16,0 0-6 0,0 1-2 0,-1 4-8 15,2-5-24-15,3 0-21 0,-1 1-31 0,1-2-33 16,0 0-37-16,0-1-46 0,-1 0-52 0,0-4-93 16,0-2-198-16,0-3-555 0,2-3 246 0</inkml:trace>
  <inkml:trace contextRef="#ctx0" brushRef="#br0" timeOffset="156823.6">18473 6479 82 0,'-5'-3'338'0,"5"3"-12"0,0-6-5 0,3 2-11 0,-3 4-10 15,2-6-3-15,-2 6-25 0,0 0-31 0,-2-4-26 16,2 4-20-16,0 0-28 0,0 0-22 0,0 0-18 16,0 0-20-16,0 0-9 0,0 0-16 0,-3 18-8 15,3-6-7-15,-1 5-4 0,-3 0-7 0,-1 8-3 16,1 2-5-16,0-1 5 0,0 2-18 0,-2-1-40 15,2-1-39-15,-4 0-40 0,3 1-56 0,-1 2-94 16,-6-1-110-16,6-2-194 0,2-12-581 0,0-4 258 16</inkml:trace>
  <inkml:trace contextRef="#ctx0" brushRef="#br0" timeOffset="176781.66">21338 5629 129 0,'0'0'156'0,"0"0"-4"16,0 0-7-16,0 0-11 0,0-3-7 16,0 3-2-16,0 0-1 0,0 0-4 0,0 0-2 0,0 0-1 15,0 0 4-15,0 0-3 0,0 0-5 0,0 0-1 16,0 0-5-16,0 0-8 0,0 0-6 0,0 0-6 16,0 0-7-16,0 0-3 0,0 0-10 0,0 0-8 15,0 0-7-15,0 0-7 0,0 0-3 0,0 0-9 16,0 0-8-16,0 0-2 0,0 0-7 0,0 0 1 15,0 0-3-15,-3 15 3 0,2-7-5 0,-1 6-5 16,-1-3-2-16,0 6 4 0,-2-1 3 0,2 2-7 16,-1 0 0-16,-1 1 1 0,-1-2-4 0,3 0 3 15,-1 1-3-15,-1 0 1 0,1-1 3 0,0-1-4 16,0 0 3-16,2-1-2 0,-1-3-3 0,2 0 3 16,-2-3 0-16,3 1-1 0,-4-2-1 0,3 4 1 15,-1-7-1-15,-1 1 3 0,3-1-3 0,-1-2 2 16,1 1-3-16,0 0 1 0,0-4 4 0,-3 4-3 15,3-4 4-15,0 5 2 0,0-5 6 0,0 0 13 16,0 0 6-16,-2 2 3 0,2-2 10 0,0 0 8 16,0 0 17-16,0 0-1 0,0 0 5 0,0 0 14 15,0 0 11-15,0 0 12 0,0 0-11 0,0 0-16 0,0 0-6 16,5-15-7-16,-4 10-12 0,5-6-4 16,1 1-1-16,3-4-13 0,-1-3-1 0,9-5-6 15,1-5-3-15,-1 4-9 0,5-3-6 0,-1-5-4 0,3 6 5 16,-3-1-9-16,1 2-2 0,1 1 3 15,-2 2-5-15,-3 1 0 0,0 0-5 0,-3 7-1 16,0 1 6-16,0 0-4 0,-6 4-1 0,1 2 0 16,-4-2 0-16,-1 1-13 0,2 5 17 0,-4-2-13 15,2 1-2-15,-3 2-1 0,-3 1-2 0,11 4-6 16,-6 2 5-16,0 3 0 0,3 2 0 0,-3 6 1 16,0 1 2-16,3 2-3 0,-3 4 8 0,-1 1-1 15,1 1-2-15,-4-1 5 0,-1-4-1 0,4-2-2 16,-4 1 0-16,4 1 3 0,-2-3 2 0,-2-1 0 15,2-4 0-15,-2 0 4 0,1-2-4 0,-1 0 0 0,1-1 3 16,-1-1-4-16,0 0 0 0,3-3 5 16,-3-3 2-16,1 3 1 0,-1-1-1 0,0-2-7 15,0-3 19-15,1 3-11 0,-1-3-3 0,0 6 5 0,0-6-1 16,0 0 13-16,0 0-7 0,-1 5-4 0,1-5 3 16,0 0 16-16,0 0-16 0,0 0 0 15,0 0 0-15,0 0 4 0,0 0-4 0,0 0 4 16,1 3-1-16,-1-3-7 0,0 0-8 0,0 0 10 0,0 0-3 15,0 0 6-15,0 0-5 0,0 0 16 0,0 0-17 16,0 0-1-16,0 0-2 0,0 0 1 16,0 0 13-16,0 0-15 0,0 0 0 0,0 0 1 0,0 0 15 15,0 0-14-15,0 0 11 0,0 0-14 0,0 0 10 16,0 0-5-16,0 0-6 0,0 0 4 0,0 0-1 16,0 0-4-16,0 0-1 0,0 0 0 0,0 0 2 15,0 0 3-15,0 0-1 0,0 0 0 0,0 0-7 16,0 0 6-16,0 0-4 0,0 0 7 0,0 0-6 15,0 0 4-15,0 0-6 0,0 0 9 0,0 0-7 16,0 0 11-16,0 0-15 0,0 0-1 0,0 0 26 16,0 0-12-16,0 0-7 0,0 0-1 0,0 0-2 15,0 0-2-15,0 0 4 0,0 0 10 0,0 0-11 16,0 0-4-16,0 0-7 0,0 0 10 0,0 0 1 16,0 0 0-16,0 0 0 0,0 0 0 0,0 0 6 15,0 0-2-15,0 0-2 0,0 0-1 0,0 0-8 16,0 0 3-16,0 0-10 0,0 0 12 0,0 0 1 15,0 0-4-15,2 3-6 0,-2-3-1 0,0 0 3 16,0 0-1-16,0 0 2 0,0 0 3 0,-2 5 0 16,2-5-4-16,0 0 4 0,0 0-5 0,-1 5 11 15,1-5 3-15,0 4-5 0,0-4 0 0,0 0-5 16,0 5 0-16,0-5 4 0,0 4 2 0,0-4-4 16,-1 3 5-16,-2 1 2 0,3-4-5 0,0 4 4 15,0-4-9-15,0 0 21 0,0 5-14 0,0-5 0 16,0 0 1-16,0 0-2 0,-1 5 1 0,1-5 4 15,0 0 1-15,0 0 1 0,0 0 3 0,0 0-6 16,0 0 10-16,0 6-4 0,0-6-4 0,0 0 5 16,0 0-5-16,0 0 4 0,0 0 0 0,0 0-8 15,0 0 21-15,0 0-17 0,0 0-1 0,0 0-1 16,0 0 0-16,0 0-4 0,0 0 5 0,0 0-3 16,0 0 1-16,0 0 4 0,0 0-3 0,0 0-1 15,0 0 5-15,0 0-4 0,0 0 0 0,0 0 3 16,0 0 0-16,0 0-7 0,0 0 6 0,0 0-4 15,0 0 5-15,0 0 1 0,0 0 3 0,0 0-9 16,0 0 7-16,0 0-2 0,0 0 2 0,0 0-3 0,0 0-3 16,0 0 4-16,0 0-9 0,0 0 12 15,0 0-2-15,0 0-2 0,0 0 3 0,0 0-1 0,0 0-2 16,0 0-2-16,0 0 5 0,0 0-10 16,0 0 4-16,0 0-13 0,0 0-15 0,0 0-49 0,0 0-47 15,0 0-37-15,1-15-29 0,-1 15-47 0,4-6-52 16,-1-1-261-16,-1 3-596 0,2-2 264 15</inkml:trace>
  <inkml:trace contextRef="#ctx0" brushRef="#br0" timeOffset="177604.16">22390 5738 8 0,'-8'0'184'0,"0"0"1"0,2 0-14 15,6 0-10-15,-8 3-1 0,8-3-11 0,-10 0-8 16,10 0-2-16,0 0-10 0,0 0-8 0,-8 0-4 16,8 0-9-16,0 0-6 0,0 0-4 0,0 0-8 15,0 0-2-15,-6 0-5 0,6 0 1 0,0 0-1 16,0 0-4-16,0 0 0 0,0 0-7 0,0 0 0 15,0 0-9-15,0 0-5 0,0 0-2 0,-4-3-7 16,4 3-5-16,0 0-2 0,0 0-5 0,0 0-3 16,0 0-3-16,0 0-5 0,0 0-3 0,0 0-2 15,0 0-2-15,0 0-4 0,0 0 1 0,0 0-4 16,0 0 0-16,0 0 2 0,0 0-4 0,0 0-4 16,0 0 3-16,0 0-2 0,0 0-2 0,0 0-1 15,0 0 6-15,0 0-4 0,0 0-2 0,0 0 1 16,0 0-1-16,0 0 1 0,0 0 2 0,0 0 1 15,0 0 0-15,0 0 1 0,0 0-2 0,0 0 0 16,0 0-2-16,0 0 4 0,0 0-3 0,0 0 1 16,0 0 7-16,0 0 1 0,0 0-2 0,0 0-3 0,0 0 1 15,28-2-4-15,-15 0-3 0,6 0-1 16,2 0 30-16,0 0-9 0,7 0 6 0,-5 1-7 16,5 0-2-16,2-2-4 0,-2 1-1 0,-9 2-1 15,3-2-2-15,-3 2-1 0,-5-1-3 0,-1 1 2 16,0 0-2-16,-2-1-2 0,-6 1-3 0,4 0-4 15,-9 0-8-15,9 0-6 0,-9 0-10 0,7 0-16 16,-7 0-12-16,0 0-13 0,6 1-2 0,-6-1-13 0,0 0-14 16,0 0-20-16,-13 5-18 0,7-2-23 15,-4 1-19-15,-1-3-30 0,0 2-217 0,-2-1-454 0,2 0 201 16</inkml:trace>
  <inkml:trace contextRef="#ctx0" brushRef="#br0" timeOffset="177949.48">22372 5843 86 0,'-5'2'186'0,"5"-2"0"15,0 0-4-15,0 0 2 0,0 0-5 0,0 0-12 16,0 0-6-16,19 0-14 0,0-3-13 16,8 2-15-16,2-2-9 0,4 1-10 0,-1-1-9 0,4 1-3 15,0 1 10-15,3-1-13 0,-1-2-4 0,-4 1-5 16,-2 1-3-16,-1-3-6 0,-4 4-4 0,-8-1-4 16,-8 1-2-16,0-1 3 0,-3 2-3 15,-1-2-5-15,-1 2-3 0,-1-2-3 0,-5 2-1 16,10 0-6-16,-10 0-7 0,7-1-10 0,-7 1-18 0,5-1-25 15,-5 1-19-15,0 0-18 0,0 0-33 0,0 0-33 16,0 0-44-16,0 0-54 0,0 0-189 0,-13 8-444 16,13-8 197-16</inkml:trace>
  <inkml:trace contextRef="#ctx0" brushRef="#br0" timeOffset="180045.43">23956 5154 191 0,'0'-4'228'0,"2"-4"-8"0,-2 4-4 0,2-3 15 15,-1 4-18-15,-1-1-12 0,2 1-12 0,-2 3-15 16,0-7-18-16,0 7-13 0,1-3-20 0,-1 3-15 16,4-4-15-16,-4 4-13 0,0 0-11 0,0 0-9 15,0 0-4-15,-4 21-5 0,1-8-5 0,-2 3-6 16,-1 9-6-16,1 2-5 0,-2 2 1 0,-3 2-3 15,6-2-2-15,0 0-3 0,1 1-1 0,0-4-1 16,0 0-7-16,2-1 2 0,0-6 0 0,0-2-1 16,-1-6-1-16,0 2-2 0,2-3 1 0,0 0-1 15,-1-1-2-15,1-4 2 0,0 2-2 0,0-2 1 16,0-5 0-16,-3 5 1 0,6-2-2 0,-3-3 5 16,-3 4 0-16,3-4-4 0,0 0 8 0,3 5-6 15,-3-5-15-15,0 0-8 0,0 2-15 0,0-2-23 16,0 0-22-16,0 0-43 0,0 0-69 0,0 0-69 15,0 0-186-15,0 0-475 0,7-10 210 0</inkml:trace>
  <inkml:trace contextRef="#ctx0" brushRef="#br0" timeOffset="180953.96">24345 5398 149 0,'-7'0'197'16,"1"-2"-14"-16,6 2-16 0,-10 2-12 0,6-1-18 15,4-1-9-15,-8 0-11 0,8 0-8 0,0 0-5 16,0 0-3-16,0 0-4 0,-9-1 6 0,9 1-10 16,0 0 1-16,0 0-1 0,0 0 3 0,0 0-4 15,0 0-1-15,0 0 0 0,0 0-3 0,0 0-3 16,0 0 0-16,0 0-9 0,0 0-4 0,0 0-7 16,-6 1-5-16,6-1-6 0,0 0-3 0,0 0-4 0,0 0-5 15,0 0-2-15,0 0 7 0,0 0-7 16,0 0-3-16,0 0 2 0,0 0 2 0,0 0 0 15,0 0-5-15,0 0-2 0,0 0-1 0,0 0-4 16,0 0 4-16,0 0-2 0,0 0-2 0,0 0-1 16,0 0-2-16,0 0-4 0,0 0 5 0,0 0-5 0,0 0-9 15,0 0-2-15,0 0 0 0,0 0 0 16,0 0-1-16,0 0 1 0,0 0-5 0,0 0 4 16,0 0-7-16,0 0 7 0,0 0-3 0,0 0 2 15,0 0-7-15,0 0 1 0,0 0 3 0,0 0-3 0,0 0-1 16,0 0 1-16,0 0 2 0,0 0-5 0,0 0 12 15,0 0-17-15,0 0 5 0,0 0 2 0,0 0-2 16,0 0 0-16,0 0 3 0,0 0 0 16,0 0-2-16,0 0-1 0,0 0-1 0,0 0 1 15,0 0-3-15,0 0-1 0,0 0 0 0,20-3 2 0,-16 2-1 16,-4 1 5-16,9-3 0 0,-9 3-4 0,0 0 5 16,10 0 1-16,-10 0-4 0,7 0-5 0,-7 0 2 15,0 0 7-15,0 0-5 0,6 0 2 0,-6 0-2 16,0 0 2-16,0 0-2 0,0 0 4 0,0 0-2 15,0 0 1-15,0 0-6 0,0 0 4 0,0 0-2 16,0 0-2-16,0 0 0 0,0 0 1 0,0 0 0 16,5 0 1-16,-5 0 0 0,0 0-1 15,0 0 1-15,0 0-1 0,0 0-1 0,0 0 1 16,0 0-5-16,0 0 4 0,0 0-1 0,0 0 0 0,0 0-1 16,0 0 5-16,0 0-1 0,0 0 2 0,0 0-6 15,0 0 4-15,0 0 2 0,0 0-1 0,0 0 10 16,0 0-16-16,0 0 9 0,0 0-4 0,0 0 3 15,8-1 3-15,-8 1-1 0,13 0-3 0,-2-1 2 16,3-2 2-16,7 2 3 0,-1 1-6 0,8-1 1 16,3-1 13-16,-2 1-16 0,3 0-4 0,2 0 2 15,-5 1 1-15,2 0 2 0,-2-2-2 0,-9 2-3 16,2 0 3-16,-3 0 5 0,-5 0 1 0,-2 0 1 16,-1-3-7-16,-2 3-2 0,-2 0 2 0,-7 0 2 15,10 0-4-15,-5 0 6 0,-5 0-4 0,8 0-5 16,-8 0 5-16,6 0-14 0,-6 0-15 0,0 0-24 15,0 0-15-15,0 0-15 0,0 0-26 0,0 0-37 16,0 0-45-16,-10 8-42 0,5-5-248 16,5-3-521-16,0 0 231 0</inkml:trace>
  <inkml:trace contextRef="#ctx0" brushRef="#br0" timeOffset="181736.59">25487 5189 162 0,'0'-10'224'0,"-1"3"-11"0,-2 0-9 15,3-1-5-15,-2-2-18 0,-2 4-10 0,1 1-6 16,2-3-13-16,-3 4-11 0,2 0-13 0,-4-2-15 15,3 1-12-15,-4 3-13 0,2-2-8 0,-1 3-8 16,-2-1-7-16,-2 1-8 0,-3 1-5 0,0 1-7 16,-3 2-3-16,-1 1-6 0,-1 2-7 0,-3 2-3 15,3 0-3-15,-5 4-2 0,4 0-2 0,2 0-1 16,0 0-6-16,3 2 1 0,0-1 0 0,3 2-2 16,-1 2 1-16,3 0-3 0,4-3 3 0,1 2 1 15,0-4-1-15,3 1 5 0,0-1 1 0,1-3 0 16,1 2 2-16,0-2 11 0,3-2 6 0,0 0 6 15,0-2 17-15,1 0 4 0,5-3 4 0,-1 1 1 16,0-1 13-16,1-1 14 0,1-2 7 0,0-1 8 16,0-1 6-16,0-2-6 0,2 1-8 0,-1-3 4 15,-1 1-8-15,1-7-9 0,-1 5 1 0,-2 1-2 16,1-1-2-16,0-1 2 0,-4 1 5 0,2 0-4 16,2 4 0-16,-6-3 1 0,0 2 7 0,0 0-3 15,-3 3-11-15,3-1-7 0,-3-1-6 0,-1 4-14 16,4-3-5-16,-4 3-6 0,5-2-9 0,-5 2-8 15,0 0-6-15,0 0-8 0,4-3-13 0,-4 3-16 16,0 0-14-16,0 0-11 0,0 0-1 0,0 0 2 16,1 8-8-16,-1-3 17 0,-1 2 3 0,-2-1 6 15,3 5 1-15,0 0 3 0,-1-1-11 0,0 2 15 16,-3-2 0-16,4-1 1 0,-1 1 5 0,1 0 1 16,0 0 0-16,-3-5-1 0,6 3-2 0,-6-2 4 0,3 0 2 15,0-1-3-15,0-1 2 0,0-2 0 16,0-2 2-16,-1 5 2 0,1-5 1 0,0 6-2 15,0-6 0-15,-3 4 2 0,3-4 3 0,0 0 0 16,0 0 7-16,0 0 10 0,4 2 10 0,-4-2 3 0,0 0 0 16,0 0 1-16,21-5-11 0,-1 0-7 15,14-4-36-15,4-2-56 0,19-5-111 0,2-1-129 16,2-5-169-16,26-9-273 0,-33 12-819 0,-2-1 362 16</inkml:trace>
  <inkml:trace contextRef="#ctx0" brushRef="#br0" timeOffset="182906.57">23616 5750 5 0,'0'0'175'0,"0"0"-10"16,0 0-11-16,-5 3-9 0,5-3-7 0,0 0-8 15,0 0-8-15,0 0-4 0,0 0-6 0,0 0-8 16,0 0-3-16,0 0-8 0,0 0-4 0,0 0-6 16,0 0-1-16,0 0-6 0,0 0-7 0,0 0-6 15,0 0-9-15,0 0-4 0,0 0-2 0,0 0-2 16,0 0-7-16,0 0-5 0,0 0-1 0,0 0-2 16,0 0 2-16,0 0 0 0,0 0-6 0,0 0-2 15,0 0-4-15,0 0 4 0,0 0-2 0,0 0-6 16,0 0-2-16,0 0 0 0,0 0-1 0,0 0-2 15,0 0-1-15,0 0 0 0,0 0 0 0,0 0-1 16,0 0-1-16,18-3 4 0,-18 3 0 0,10 0-5 16,-10 0-3-16,8-2 2 0,-8 2 1 0,8 0-2 15,-8 0-2-15,6-1-3 0,2 0 5 0,-8 1 0 16,10 1-1-16,-4-2-2 0,-6 1 1 0,12 0 0 16,-12 0-5-16,10 1 8 0,-6-1-2 0,-4 0-5 15,10-1 2-15,-10 1 0 0,9 1-2 0,-9-1 0 16,5 0 2-16,-5 0 1 0,8 1-3 0,-8-1 2 15,6 0-1-15,-6 0 2 0,10-1 0 0,-10 1-5 16,9 0 4-16,-2 0 0 0,4 0-3 0,2-1 0 16,-4 1 1-16,5 0 1 0,2-1-2 0,5-1 3 15,10 2-2-15,3-1 0 0,19 1 0 0,2 0-1 16,5 0-1-16,32 1 14 0,-26-2 2 0,35 1 6 16,-4-1 1-16,3 1 9 0,-6-3-7 0,0 3-1 15,-4-2-2-15,1 0 2 0,-24 0-7 0,22-1 23 0,-25-1-4 16,3 0-6-16,-7 0-3 0,2-1-2 0,-3 0 0 15,-4 1-4-15,-4-1-2 0,-13 2 0 0,-4-1 0 16,-1-1 3-16,-5 2 18 0,-10 2 18 16,-7 0 21-16,0-2 24 0,0 2 17 0,-3-1 1 0,-3 1-3 15,1-2-1-15,-2 2-2 0,-4 1-39 0,8-1 9 16,-8 1-16-16,7-1-15 0,-7 1-19 16,0 0-42-16,0 0-25 0,7 0-38 0,-7 0-33 15,0 0-11-15,0 0-23 0,0 0-28 0,0 0-43 16,0 0-50-16,-9 9-291 0,9-9-596 0,-7 1 264 0</inkml:trace>
  <inkml:trace contextRef="#ctx0" brushRef="#br0" timeOffset="183750.97">24305 5913 19 0,'0'0'204'0,"0"0"-15"0,0 0-10 16,0 0-18-16,14-9-12 0,-5 9-16 0,4-1-16 16,-2 2-9-16,5-1-10 0,2 1-12 0,-1 2-6 15,3-2-4-15,-2 3-10 0,-1-2-9 0,-2 3-5 16,2-1-8-16,-5 1-4 0,2-2-3 0,-4 3-7 16,-1 2-2-16,-2-5-3 0,0 6-3 0,-2-3 0 15,-1 5 1-15,-4 0-5 0,-1 1 0 0,-3 4-5 16,-5 2 1-16,-5 3 2 0,-3 1-3 0,-3-3-5 15,-3 0 6-15,-4-1-5 0,4 0 3 0,-5-1-2 16,2-4-1-16,-2 1-2 0,0-3 4 0,1 1 2 16,3-3 5-16,3-3 5 0,2 0 4 0,4 0 6 15,2-3 12-15,3 0 6 0,1 1 9 0,3-3 17 16,-1-1 14-16,2 4 19 0,1-3 21 0,4-1 21 16,0 0 1-16,-8 0-21 0,8 0-11 0,4-10-20 15,-4 10-10-15,7-7-21 0,-1 1-11 0,1-1 12 16,2-1-9-16,1 3-12 0,0-2-3 0,-1 1-6 15,3-1-7-15,-1 2-3 0,-2 0-6 0,5 3 2 16,-5 0-7-16,6 1-6 0,-3-1-5 0,-2 0 0 16,4 3 7-16,-5-1-1 0,4 3-16 0,0 2 3 15,-2 0 8-15,3 2-5 0,0 0-5 0,3 4 2 16,-3-2 0-16,3 2 3 0,-1-1-1 0,-2 2 0 16,-3-6-3-16,1 3 7 0,0-2-3 0,-2-2 12 0,0 2-12 15,3-4 3-15,-3 1-8 0,3 0 9 16,-1-3 5-16,0-1 17 0,0-2 5 0,1-1 9 15,1-1-4-15,-2-1 18 0,2-4-7 0,1 1 3 16,-3 1 1-16,-1 0 4 0,6-3-1 0,-8 0-5 16,0 3-4-16,-2 0 3 0,0-1-13 0,2 1 3 0,-5 4-10 15,0-1-2-15,0 0-7 0,0 1-33 0,-2-1-32 16,2 3-74-16,-4 1-86 0,0 0-93 16,8-3-139-16,-8 3-247 0,0 0-736 0,0 0 326 15</inkml:trace>
  <inkml:trace contextRef="#ctx0" brushRef="#br0" timeOffset="198300.56">3893 8825 101 0,'7'-4'160'0,"-1"2"-8"0,-1-2 0 16,0 3-9-16,-1-2-6 0,1 0-7 0,3-1-9 16,-5 3-9-16,0-1-8 0,-3 2-7 0,8-4 0 15,-4 4-6-15,-4 0-8 0,3-3-3 0,-3 3-8 16,4-3-10-16,-4 3-10 0,0 0-2 0,0 0-7 15,0 0-12-15,0 0-3 0,0 0-3 0,0 0-3 16,0 0 4-16,-14 11-7 0,3-4-5 0,-7 0 1 16,0 5-3-16,0-4-5 0,0 2 3 0,-6 2 3 15,-2 1-2-15,3 0-7 0,0 0 2 0,4-1-1 16,1-1-2-16,2 1-4 0,-1-1 5 0,-1 0-3 16,5 3 4-16,2-1-5 0,2-7-2 0,1 5 5 15,-1-2-4-15,3-3 2 0,2 2-3 0,0-2 1 16,4 3 3-16,0-3 0 0,4 3 0 0,3-1-1 15,4 1 3-15,-2-1-1 0,10 1-2 0,-2 0 1 16,7 4-3-16,-5-4 2 0,2 0 4 0,3 2-5 16,-4 0-3-16,3 0 2 0,-6 0 3 0,2-1 0 15,-5 0-1-15,0 2-1 0,-5-3-7 0,0-1 0 16,-5 4-3-16,2-2-1 0,-3 1 1 0,-6 3 4 16,-3-3 0-16,-3 3 4 0,-8-1-3 0,-1 1 1 15,-6-2-2-15,-4 0 6 0,-1 0 1 0,1-4 6 16,0 1 2-16,-3 1 1 0,-1-5 12 0,5 0 0 15,6-1-3-15,-1-1 7 0,1-3 8 0,3 2 3 16,4-2 13-16,4 0 8 0,1 0 8 0,0 0 6 16,3 0 1-16,6 0 4 0,-9 0 9 0,9 0-3 15,-8 0-3-15,3-2-11 0,5 2-8 0,0 0-3 16,-4-3-6-16,4 3-8 0,0 0-3 0,0 0-6 16,4-7-3-16,-4 7-8 0,5-5-17 0,-5 5-13 15,5-1-21-15,-5 1-19 0,7-3-26 0,-2 2-27 16,-5 1-27-16,11 0-33 0,-1-1-44 0,1 0-258 15,0 1-499-15,1-2 221 0</inkml:trace>
  <inkml:trace contextRef="#ctx0" brushRef="#br0" timeOffset="198749.67">4335 9180 67 0,'0'0'200'0,"-6"-4"-17"0,6 4-23 16,-9-1-17-16,1 0-17 0,8 1-11 15,-13 2-11-15,6-1-12 0,-3 3-14 0,-1 4-6 16,1-1-7-16,-1 0-8 0,-2 3-5 0,0 3-9 0,-1-3-5 15,1 3-4-15,3 2 1 0,0-3-4 0,1 2-8 16,2-2 1-16,1 2-5 0,2-3 3 16,-1 1-3-16,4-1-1 0,1-1 0 0,1 0-5 15,-1 0 6-15,5-2 3 0,3 1 6 0,0-4 3 0,3 0 0 16,3-2 0-16,4-2-2 0,3-1 9 0,0-1-1 16,6-3 0-16,-4-3-12 0,-4 1 5 15,2-2-1-15,-2-4-2 0,-3 0-4 0,1 1 3 16,-3-1 6-16,-3-4 4 0,-4 6-3 0,-2-5 0 15,0 0 4-15,-4 1-5 0,1-2-3 0,-5 6 3 0,-1-2-3 16,-3 2-3-16,-2-4-1 0,-1 5-4 0,-3 0-3 16,0 2-2-16,-1 0-4 0,-4 2-5 0,5 3-13 15,-2-1-5-15,2-1-18 0,0 4-26 16,3 0-34-16,1 4-34 0,0-3-25 0,2-1-60 0,0 2-137 16,3 2-372-16,3-1 166 0</inkml:trace>
  <inkml:trace contextRef="#ctx0" brushRef="#br0" timeOffset="199189.37">4717 8894 218 0,'4'-4'302'0,"-4"0"-10"0,0 4-12 0,0-6-17 0,-4 2-24 16,4 4-25-16,4-4-26 0,-4 4-26 0,0 0-18 15,0 0-32-15,0 0-35 0,0 0-26 0,0 0-3 16,0 0-6-16,-4 19-5 0,3-4-6 0,-2 2-2 16,-2 9 3-16,0 3-13 0,0-4-1 0,-5 6 1 15,4-1-4-15,0 0 2 0,1 1-1 0,1 2-3 16,-1-3 0-16,0-3-2 0,1 1-2 0,2-3-1 15,1-7 1-15,-3 0-1 0,4-1-1 0,-2-5-1 16,1-3-5-16,1 2 6 0,0-5 0 0,-1 0 0 16,2 0 1-16,-1-2 20 0,0-1 5 0,-1 1 12 15,1-4 19-15,0 5 8 0,0-5 8 0,0 0 9 16,0 5 3-16,0-5-6 0,0 0-4 0,0 0-4 16,0 0-7-16,0 0-11 0,0 0-8 0,0 0 7 15,0 0-7-15,0 0-8 0,0 0-2 0,0 0-3 16,0 0-14-16,0 0-25 0,0 0-10 0,0 0-21 15,0 5-23-15,0-5-42 0,0 0-59 0,0 0-67 16,0 0-57-16,0 0-276 0,-3-15-600 0,3 15 266 16</inkml:trace>
  <inkml:trace contextRef="#ctx0" brushRef="#br0" timeOffset="199936.19">4906 9176 276 0,'0'0'307'0,"0"0"-24"0,0 0-25 16,0-5-26-16,0 5-29 0,0 0-22 0,0 0-22 0,0 0-20 15,0 0-16-15,0 0-8 0,0 0-15 0,-6 20-10 16,4-8-7-16,-1-1-11 0,-1 5-5 15,0-2-9-15,0 3-6 0,3 3-3 0,-4-4-3 16,2 1-6-16,-2 0-1 0,5-5-7 0,-2 1-1 0,1-4-6 16,-1 2-2-16,2-2-1 0,-1-2-8 0,1-2 3 15,0 0 0-15,0-1 14 0,-1 0-5 0,1-4 23 16,1 5 23-16,-1-5 4 0,0 0-7 16,11-8-5-16,-2 2 2 0,2-2-8 0,1-4-9 15,2-1 5-15,-2-2-5 0,6-5-5 0,-2-1-7 0,1-1-1 16,0 0-9-16,-6 6-6 0,1 0 1 0,-2 3-2 15,-2 4 1-15,-3-1-4 0,-1 5-3 16,-1-1-1-16,2 2-2 0,-1 1-15 0,-1 0-10 16,1-1-8-16,-4 4-21 0,4-3-1 0,-4 3 2 0,0 0 7 15,5 10-3-15,-1-5 6 0,-2 1-1 0,4 3 14 16,-2 0-12-16,0 2 6 0,1 1 2 16,3 1 1-16,-1 0 5 0,1-4 3 0,2 5 2 15,3 1 0-15,-4-7 1 0,0 1 0 0,1-3 1 16,2 1 3-16,-6-3 0 0,3-2 2 0,3-1 7 0,-2-1-6 15,-1-3 1-15,1-1 3 0,-2-3-1 0,2-2 1 16,0-4 13-16,-1-3-3 0,0 0 1 16,2-6 3-16,0-2 3 0,-2-3-1 0,-1 0 0 15,-1-6-4-15,-1 2-5 0,2 0 5 0,-3-2 1 0,1 2 2 16,1 1 8-16,-6 0 8 0,3 4 0 0,-3 6 14 16,2 4 3-16,-3 2 12 0,1 3-3 0,2 3-8 15,-3 1-1-15,1 1-16 0,-1 2-2 0,0-1-26 16,0 5-31-16,0-3-35 0,0 3-5 0,0 0 7 15,-5 12 9-15,1 2 0 0,-1 4 6 0,-3 10 5 16,-2 3 5-16,1 0 3 0,-3 6 2 0,2-4 6 16,4 0 0-16,0 0 5 0,0 0 1 0,0-2 1 15,4-5 4-15,-1-3 0 0,3-3 5 0,-1-3 0 16,0-1 0-16,-1-3 4 0,1-4 1 0,1-1-1 16,1-3 1-16,-1 2 1 0,-1-2 2 0,1-1 5 15,0-1 0-15,0 0 1 0,0-3 4 0,0 0 3 16,-1 6 3-16,1-6 1 0,0 0 0 0,0 0-4 15,0 0-36-15,0 0-58 0,0 0-63 0,0 0-80 16,6-17-299-16,-1 7-566 0,1 1 250 0</inkml:trace>
  <inkml:trace contextRef="#ctx0" brushRef="#br0" timeOffset="200621.87">5163 9150 85 0,'-4'2'216'0,"4"-2"-8"15,0 0-14-15,0 0-13 0,0 0-15 0,0 0-14 16,0 0-8-16,0 0-14 0,0 0-9 0,0 0-12 15,0 0-11-15,0 0-3 0,-9-3-11 0,9 3-8 16,0 0-7-16,0 0-5 0,0 0-4 0,0 0-2 16,0 0 0-16,0 0-5 0,0 0 1 0,0 0-4 15,0 0-1-15,0 0-2 0,0 0-2 0,0 0-2 16,0 0-4-16,0 0 2 0,0 0-6 0,0 0-1 16,0 0-4-16,0 0-1 0,0 0-4 0,0 0-1 15,0 0-3-15,0 0-2 0,0 0 0 0,0 0-2 16,0 0-1-16,0 0-1 0,0 0 3 0,0 0 3 15,0 0 0-15,0 0-4 0,0 0 0 0,0 0-1 16,0 0 0-16,0 0-3 0,0 0 2 0,0 0-4 16,0 0 0-16,0 0 2 0,0 0-6 0,0 0 4 15,0 0-2-15,0 0-1 0,0 0-1 0,0 0 0 16,0 0 1-16,0 0-2 0,0 0 3 0,18-7 2 16,-5 7-4-16,0 0 4 0,6-4-1 0,3 2 7 15,9 1-5-15,2-2 12 0,-2 2-12 0,0-2-1 16,1-2-5-16,0 3 1 0,-3 0-3 0,-8-1 2 15,-1 2 2-15,-2 0-3 0,-5 1 1 0,-3-3-3 16,-1 3 1-16,-1-1 0 0,0 0-1 0,-2 1 8 16,-6 0-13-16,10-2-1 0,-10 2-10 0,5 0-11 15,-5 0-13-15,4 3-10 0,-4-3-10 0,0 0-30 16,0 0-25-16,-14 5-30 0,9-1-35 0,-1-2-51 0,-1 1-204 16,1 1-467-16,1 0 208 0</inkml:trace>
  <inkml:trace contextRef="#ctx0" brushRef="#br0" timeOffset="200983.27">5775 9107 309 0,'-1'-5'369'0,"1"5"-23"15,0-5-9-15,0 5-16 0,0 0-18 0,0-3-27 16,0 3-19-16,-2-4-26 0,2 4-25 0,0 0-27 16,0 0-23-16,0 0-23 0,0 0-17 0,0 0-18 15,0 0-20-15,0 0-18 0,0 0-8 0,0 0-3 16,0 0-8-16,-3 14-5 0,2-4 13 0,-1-5-19 16,1 7-2-16,-2 0-1 0,3 3-7 0,-1-2 2 15,1-1-4-15,-2-1-1 0,0 1-3 0,1 0-1 16,0-3-15-16,-1-1-9 0,2 1-11 0,0-2-6 15,-3-1-14-15,3-2-13 0,0 1-6 0,-1-1-4 16,1 2 1-16,-2-1-4 0,2-5 0 0,0 4-2 16,0-4-2-16,-1 3-7 0,1-3 8 0,0 0-29 15,0 0-56-15,0 0-39 0,-13-7-45 0,9-4-214 16,0 2-491-16,2 1 216 0</inkml:trace>
  <inkml:trace contextRef="#ctx0" brushRef="#br0" timeOffset="201138.61">5736 8935 270 0,'-2'-5'301'0,"2"-3"-2"0,0 1-6 16,2 2-26-16,-2-1-15 0,0 1-20 15,0 0-27-15,1 2-18 0,-1 3-26 0,1-7-11 16,1 4-23-16,1 2-30 0,1-2-36 0,-4 3-39 0,10-1-42 16,-10 1-49-16,11 4-50 0,-4-2-55 0,2 4-250 15,-5-3-459-15,5 2 203 0</inkml:trace>
  <inkml:trace contextRef="#ctx0" brushRef="#br0" timeOffset="201587.4">6210 9034 185 0,'0'0'205'0,"0"0"-21"0,0 0-21 0,0 0-14 16,0 0-13-16,0 0-15 0,0 0-23 0,0 0 0 15,-23 5-9-15,15-2-11 0,-2 2-10 0,0 1-13 16,-3 1 3-16,-2 1-8 0,-1 2-1 0,2 1-8 16,0-1-3-16,0 1-6 0,1-1-2 0,2 2-1 15,3-1-4-15,-1-2-4 0,4-1-1 0,-4 3-2 16,4-2-2-16,1 2-1 0,2-1-1 0,0-2-1 15,1 1 6-15,2-1 3 0,3-2 14 0,0 1 10 16,5 1 6-16,2-2-2 0,6 0 0 0,2-4 0 16,2 1-4-16,-2-2 1 0,3-1 9 0,-2-1-8 15,1-2-5-15,-2-4-3 0,0 4 6 0,-4-4 13 16,3-2 8-16,-4 2 3 0,0-3 2 0,-4-2-2 16,-2 2 2-16,1 0-8 0,-4-1-7 0,-2 0-6 15,-1-1-9-15,-3 0-5 0,0 3-5 0,-7-3-13 16,4 3 2-16,-5 0-13 0,0 1-3 0,-5 1-2 15,0 1-4-15,1 1-8 0,-2-2-8 0,1 4-16 16,1 1-17-16,2 2-21 0,-2 1-27 0,1-1-32 16,0 1-23-16,1-1-23 0,5 3-22 0,-3-2-229 15,4 2-464-15,2 1 206 0</inkml:trace>
  <inkml:trace contextRef="#ctx0" brushRef="#br0" timeOffset="202166.31">6442 9042 76 0,'3'-3'283'0,"-2"0"-8"0,-1 3-14 0,0 0-22 16,4-4-19-16,-4 4-20 0,2-2-25 16,-2 2-20-16,0 0-18 0,3-3-12 0,-3 3-16 0,0 0-19 15,0 0-14-15,0 0-8 0,0 0-8 0,0 12-4 16,-3-8-5-16,1 4-8 0,2 0-5 0,-2 1-6 16,-1 1 1-16,-1 2-5 0,2 2 5 0,-2 5-8 15,1-4-5-15,-1 0-5 0,-1 1 9 0,0-1-7 16,0-5-4-16,1 2-2 0,0-3-4 0,0 3 1 15,2-3-3-15,-1-2 5 0,2-1-1 16,-2-2-1-16,3 2 0 0,-1-4 3 0,1 2 22 16,0-4 26-16,-2 6 34 0,2-6 37 0,-2 3 31 0,2-3 17 15,0 0-9-15,0 0-20 0,12-9-14 0,-7 3-17 16,1-2-10-16,2-3-12 0,6-3-2 0,-1-1-17 16,3-4-10-16,-3 7-4 0,1-1-7 0,-2 6-6 15,-2 0-7-15,-1-1-8 0,-1 1-4 0,-3 4-4 16,0-1-5-16,2 1-6 0,-4-1-9 0,3 3 1 15,-6 1-10-15,7 1-6 0,-1 3 5 0,1-1-4 16,-1 3-9-16,0 5-2 0,2 1-6 0,-1 3 4 16,-1 1-8-16,-1-1 14 0,-1 1 0 0,0 1-1 15,0 0-2-15,-2-2-5 0,-1-1 10 0,-1-2-1 16,3-2-10-16,-2 0 7 0,1 0-13 0,-2-1-7 16,3-2-15-16,-3 0-19 0,0-3-11 0,0 1-19 15,0 0-17-15,0-5-16 0,0 6-18 0,0-3-25 16,0-3-45-16,0 4-37 0,0-4-63 0,0 0-190 15,0 0-553-15,0 0 245 0</inkml:trace>
  <inkml:trace contextRef="#ctx0" brushRef="#br0" timeOffset="203162.64">3612 9800 14 0,'0'0'195'0,"-8"0"2"0,8 0-4 15,-5-2 4-15,5 2-11 0,0 0-11 16,0 0-10-16,0 0-16 0,0 0-3 0,-5-2-12 15,5 2-14-15,0 0-10 0,0 0-11 0,0 0-10 0,0 0-10 16,0 0-7-16,0 0-3 0,0 0-7 16,0 0-10-16,0 0-5 0,0 0-2 0,0 0-5 15,0 0-5-15,-6-1-3 0,6 1-4 0,0 0-6 16,0 0-2-16,0 0-3 0,0 0 0 0,0 0-3 0,0 0-5 16,0 0 4-16,0 0 2 0,0 0-8 0,0 0 0 15,0 0-1-15,0 0 1 0,0 0 0 0,0 0-3 16,0 0 3-16,15-3 0 0,-15 3-5 15,18 0 1-15,-7 0-2 0,6-1 3 0,5 1-3 16,6-2 1-16,2 2 2 0,4-2 1 0,3 1 3 0,19-1 3 16,8 1 7-16,25-4 4 0,2 1 5 0,5 1-2 15,11-1-1-15,3-2 7 0,5 5 4 0,0-2 1 16,4 0-3-16,-2 1 0 0,5-2-1 16,-2-1-5-16,0 2-3 0,-5-1 1 0,-1 0-6 0,-2-2 1 15,-3 6 1-15,-7-3-2 0,-2-1 2 0,-3 1-3 16,-5 1 0-16,-28-1-2 0,-3 1-2 15,-2-1 3-15,-5-1-2 0,-18 4-4 0,-3-1 2 0,-4-1 13 16,-1 2-12-16,-10-2 3 0,-5 2 8 16,-2 0 2-16,-3 0 8 0,1 0 24 0,1-3-10 0,-6 3 8 15,-4 0-2-15,9 0-5 0,-9 0-4 0,6-2 3 16,-6 2-5-16,7-2-5 0,-7 2-9 0,5-1 3 16,-5 1-5-16,0 0-16 0,0 0-14 15,0 0-23-15,0 0-27 0,0 0-32 0,0 0-44 0,0 0-53 16,0 0-67-16,0 0-90 0,0 0-196 0,0 0-578 15,0 0 256-15</inkml:trace>
  <inkml:trace contextRef="#ctx0" brushRef="#br0" timeOffset="205951.46">5359 10897 90 0,'2'-4'211'0,"-2"-4"7"0,1 3-2 0,2 3 3 0,-3-2-5 16,0-2 2-16,1 2-7 0,2 0-12 0,-3 0-9 15,0 1-10-15,0 3-12 0,1-5-15 0,-1 5-15 16,0 0-17-16,1-5-13 0,-1 5-19 0,3-3-13 16,-3 3-19-16,0 0-30 0,0 0-28 0,0 0-31 15,0 0-14-15,0 0 3 0,5 10 5 0,-1-4 5 16,-3 5-1-16,2 1 5 0,6 3 2 0,-7 2 1 16,5 0 7-16,-1 2 5 0,1-1 3 0,3 6-2 15,-4-6-1-15,2 2 7 0,1-5 5 0,-2 0-5 16,0-5 5-16,-2 1 1 0,3-3 2 0,-2-4 1 15,-2 3-2-15,1-3 4 0,-1 0 13 0,1-2 14 16,0-2 13-16,1 0 5 0,2-2 6 0,0-3 2 16,-1-2 8-16,2-3 6 0,-1 0 6 0,1-4-4 0,-3-1-4 15,4 0-2-15,-2-2 5 0,0 1 0 16,-3 2-2-16,0 4-3 0,-1-2 11 0,-2 3-3 16,1 4-3-16,1-1-12 0,-3 1-5 0,3 0-6 15,-4 1-14-15,0 1-15 0,5 1-20 0,-5 2-31 0,0-4-34 16,0 4-3-16,0 0 7 0,5 12 7 0,-2-2 2 15,-3 8 4-15,1 11 5 0,-1 2 4 16,0 4 9-16,-4 16 2 0,4-3 4 0,0-2 3 16,-5 4 8-16,4-2-3 0,-3 3 4 0,3-4-2 0,-2 0 6 15,2-1 3-15,-3-11-1 0,1 13 0 0,6-16 3 16,-7 0 2-16,0-1-2 0,3 1-2 16,-3-3 0-16,2-3 4 0,-1-2 1 0,-1 2 0 15,0-9 0-15,3 1-1 0,-4-2 2 0,1 0 2 0,-1 0-4 16,-2-2 3-16,3-1-2 0,-4 1 2 0,0 1 1 15,-2-3 0-15,4-2 1 0,-3 1-2 0,0 0 1 16,-1-4-1-16,1 3 3 0,1-3-1 0,-2 3 3 16,2-6-4-16,0 5 2 0,3-4-2 0,-1 0-2 15,2-2 2-15,-1 1 9 0,1-1-1 0,2 0-6 16,-2-2-2-16,1 2 1 0,3-3 1 0,-5 3 2 16,0-1 8-16,5-2 15 0,0 0 14 0,0 0 4 15,0 0-10-15,-9-7-4 0,8 4 4 16,-2-3 13-16,2-2-2 0,-3-4-7 0,0-5-2 0,0-9-3 15,4-4-10-15,0-2-3 0,4-18-1 0,1 0-15 16,8-4 10-16,1-4-9 0,8-22 1 0,1 25 0 16,5 0-4-16,0 3 20 0,5 3 18 0,2 5 8 15,-3-1 9-15,-1 7 13 0,-9 10 2 0,3-1-8 16,-4 4-3-16,-1 1-11 0,0 6-3 0,-7 1-7 16,2 2-4-16,-6 4 0 0,0 3-5 0,0-2-2 15,0 4-8-15,-5 1-7 0,0-1 2 0,-2 2-5 16,3 1-7-16,-1 0-31 0,-1 1-28 0,-3 2-36 15,0 0-36-15,2-2 4 0,-2 2 9 0,0 0-19 16,-1 13-23-16,-3-6-32 0,3 4-34 0,-4-1-49 16,1 0-264-16,0 2-575 0,0-6 255 0</inkml:trace>
  <inkml:trace contextRef="#ctx0" brushRef="#br0" timeOffset="206671.1">6289 11260 90 0,'0'0'180'16,"0"0"-6"-16,-8 0-8 0,8 0-11 0,0 0-3 15,0 0-12-15,0 0-7 0,0 0-12 0,-5 2-4 16,5-2-9-16,0 0-9 0,0 0-8 0,0 0-11 15,0 0-7-15,0 0-1 0,0 0-10 0,0 0-7 16,0 0-9-16,0 0-4 0,0 0-6 0,0 0-3 16,0 0 0-16,0 0-5 0,0 0-3 0,0 0-2 15,0 0-4-15,0 0-3 0,0 0-3 0,0 0 3 16,0 0-4-16,0 0-2 0,-4 2-2 0,4-2-1 16,0 0-2-16,0 0 0 0,0 0-1 0,0 0 0 15,0 0-3-15,0 0 4 0,0 0-1 0,0 0-4 16,0 0 2-16,0 0 0 0,0 0 0 0,0 0 1 15,21 1 2-15,-8-1 2 0,2-1 0 0,5 0-1 16,3 1 1-16,5-3 1 0,3 3 4 0,1-3 6 16,1 1 2-16,1 0 5 0,0 0-2 0,-3-1-4 15,-3 2 1-15,1 0-6 0,-12 1 0 0,-1 0 1 16,-4 0 0-16,-1 0-5 0,-3-3-1 0,-3 3-1 0,-5 0-4 16,14 0-3-16,-14 0-20 0,4 0-4 0,-4 0-7 15,0 0-10-15,0 0-15 0,-15 5-19 16,7-1-20-16,-1-1-18 0,-1-1-26 0,-3 1-48 15,-1 0-142-15,3 1-356 0,0-2 158 0</inkml:trace>
  <inkml:trace contextRef="#ctx0" brushRef="#br0" timeOffset="206981.81">6381 11447 92 0,'-5'1'193'0,"5"-1"-5"0,-4 3-4 0,4-3-7 16,0 0-10-16,0 4 3 0,0-4-4 0,13 1-8 16,1 0-15-16,6-1-16 0,11 0-8 0,2 1-12 15,2-2-5-15,-1-1-13 0,3 1-8 0,0-2 2 16,4 0-5-16,-5 1-6 0,-4 0-11 0,-4 0-2 15,-5 0-7-15,-5 1-3 0,-3 1-9 0,-3 0-3 16,-2 0 0-16,0 0-7 0,-3 0-3 0,-1 0-4 16,-6 0-4-16,9 0-16 0,-9 0-19 0,0 0-17 15,0 0-26-15,0 0-35 0,0 0-55 0,0 0-282 16,-26 5-466-16,19-3 206 0</inkml:trace>
  <inkml:trace contextRef="#ctx0" brushRef="#br0" timeOffset="208850">7816 10995 130 0,'10'-6'169'0,"3"2"-17"0,5-2-10 16,-5 5-16-16,6 0-5 0,1 1-10 16,-1 1-12-16,3 5-10 0,1 0-8 0,4 5-6 0,-8 3-13 15,4 3-5-15,-4 3-7 0,-3 4-8 0,-2-3 0 16,-4 1-5-16,-2 3-5 0,-4-1-5 0,-3 2 1 15,-4-3-1-15,-2 3-3 0,-3-1-2 0,-4 0 0 16,0-4-6-16,-4 4-3 0,-2-3 2 0,-4 0 1 16,5-4-3-16,-6-1 1 0,8-3 1 0,-7 2 5 15,8-3-2-15,-3-1 0 0,4 0-1 16,1-6 3-16,1 0-2 0,2 1-2 0,2-2 1 0,1 0 0 16,0-2 15-16,2 1 29 0,0-2 31 0,1 4 13 15,-2-6 22-15,5 0 20 0,-3 2 1 0,3-2-12 16,0 0-13-16,11-14-11 0,0 0-16 0,3-2-5 15,7-6-7-15,-1 1-17 0,4-4-5 0,3 2-6 16,0-6-4-16,1 4-5 0,8-11-11 0,-9 10-1 16,0 1-4-16,-1 0-5 0,1 1 15 0,-5 0-19 15,-3 3-3-15,0 2 12 0,-10 5 6 0,-1 4-5 16,0 2-4-16,-2 3 2 0,-2 0-8 0,0-2-4 16,0 4-18-16,-2 1 4 0,-2 2-20 0,0 0-2 15,0 0-3-15,0 0 5 0,-14 19 2 0,5-4 0 16,-1 2 0-16,-3 2 1 0,-1 3 4 0,1 2 0 15,3 1 0-15,1-2 1 0,3-3-2 0,3 6 7 16,3-6-4-16,1-3 1 0,5 1 4 0,3-2-4 16,8 5 8-16,9-4-33 0,-3-2-41 0,8-5-38 15,4-3-66-15,2 0-84 0,13-7-280 0,-10-3-585 16,-3 0 259-16</inkml:trace>
  <inkml:trace contextRef="#ctx0" brushRef="#br0" timeOffset="209713.66">8513 10430 215 0,'1'-2'240'0,"-1"2"-10"0,3-6-11 16,-3 6-12-16,2-2-22 0,-2 2-18 15,0 0-17-15,1-5-17 0,-1 5-18 0,0 0-13 0,0 0-11 16,0 0-15-16,0 0-9 0,0 0-9 0,1 12 0 16,-2-7-15-16,-2 5-1 0,0 2-4 0,-1 3-5 15,0 4-2-15,0-2-3 0,-1 2-3 0,-1 0-4 16,-3 6-5-16,1 1 2 0,3-3-4 0,0-6 1 16,0 0 0-16,1 1-1 0,-1-1-4 0,0-2 1 15,2-2-2-15,2-2 0 0,-2-6 0 0,2 4 1 16,1-4 5-16,-1-2 5 0,-2 2 33 0,3-1 30 15,-1 0 37-15,1-4 41 0,0 0 27 0,0 0-10 16,0 0-19-16,0 0-13 0,14-13-15 0,-5 5-13 16,0-6-12-16,1 0-12 0,3-2-5 0,-2 2-15 15,4-2-4-15,-2 3-13 0,0 0-3 0,-4 3-2 16,0 2-9-16,-2-1-11 0,-1 3 4 0,-1 0-7 16,1 3-6-16,-2 0-2 0,1-1-7 0,-1 2-1 15,-4 2-35-15,5-3-6 0,-5 3-13 0,10 3 5 16,-6-1-20-16,1 4-1 0,-1-1-10 0,4 3 9 15,-4 0-23-15,2-1-12 0,-2 4-22 0,1 1-21 16,-1 1-31-16,1 3-29 0,-2-3-36 0,-1 1-47 16,3-2-262-16,-1 1-584 0,1-6 259 0</inkml:trace>
  <inkml:trace contextRef="#ctx0" brushRef="#br0" timeOffset="210097.71">8969 10542 177 0,'2'-6'275'0,"1"4"-14"16,-2-3-12-16,3 2-23 0,-4-1-24 0,0 4-23 16,1-4-20-16,-1 4-21 0,0 0-18 0,0 0-14 0,0 0-9 15,0 0-11-15,-11 15-13 0,-1 0-6 0,-3 7-6 16,-8 4-8-16,0 1-6 0,-13 15-2 15,4 3-5-15,-5-4-4 0,0 1-2 0,4-1-4 16,2 0-7-16,9-12-1 0,-2 1-1 0,5-3-2 0,-1 1 0 16,5-6-5-16,2-1 1 0,2-6-6 0,3 0 3 15,2-5 1-15,-2-2-4 0,5 0-2 0,-1-3 4 16,0 0 0-16,3-1 23 0,-2-1 17 0,0-1 15 16,1 3 8-16,2-5 11 0,-3 3 3 0,3-3 1 15,-2 3 1-15,2-3-1 0,0 0-8 0,-3 1 1 16,3-1-11-16,0 0-3 0,0 0-6 0,0 0-8 15,0 0-8-15,0 0-4 0,0 0-16 0,0 0-32 16,0 0-40-16,0 0-38 0,0 0-46 0,0 0-48 16,4-9-41-16,-1 4-64 0,-1 1-254 0,3 0-581 15,-1 0 257-15</inkml:trace>
  <inkml:trace contextRef="#ctx0" brushRef="#br0" timeOffset="210764.58">9012 10814 242 0,'0'0'297'0,"1"-4"-14"0,-1 4-23 16,0 0-20-16,2-5-25 0,-2 5-23 0,0 0-24 15,0 0-16-15,0 0-19 0,0 0-7 0,0 0-24 16,0 0-10-16,0 0-11 0,2 10-10 0,-2-3 5 16,0 0-18-16,0 3-5 0,0 1-8 0,-4 2-5 15,3 1-4-15,-2-1-3 0,1-3-4 0,1 4-2 16,-3 2-6-16,0-3 0 0,2-1 0 0,0-2-5 15,0-1 2-15,0-1 1 0,1-1-6 0,0-2-1 0,-1 0-2 16,2-1 6-16,0 0-2 0,0-4 10 16,0 6 37-16,0-6 31 0,0 0 55 0,-1 4 29 15,1-4 18-15,0 0-11 0,0 0-20 0,8-11-18 16,-2 2-18-16,3 1-9 0,0-3-11 0,1 0-11 16,4-4-14-16,-2 2-11 0,3-2-4 0,-6 8-9 15,-1-4-2-15,3 2-6 0,-4 2-9 0,-1 0-2 16,-2 3-10-16,1 2-4 0,0-3-5 0,-1 1-9 0,-1 3-2 15,-3 1-21-15,2-4-11 0,-2 4-4 0,0 0 1 16,10 8-3-16,-7-2 4 0,2-1 0 16,-5 3 1-16,4-1 3 0,-2 6 2 0,1-4-1 15,-1 3 6-15,-2 0 2 0,3-2 4 0,0-2-8 0,-2 0 7 16,0-2-3-16,-1 0 4 0,2-1 0 0,-2-1 5 16,1-1 8-16,-1 1 1 0,0-4 8 0,0 0 27 15,4 4-3-15,-4-4 0 0,10-7-8 0,-4-1-3 16,2 1-4-16,1-3 4 0,1 1-8 0,4-4 0 15,3-1-5-15,2-2 4 0,-5-1-9 0,-1 8 1 16,-2-2 3-16,-2 5-8 0,0-1 6 0,-1 1-4 16,-2 1-12-16,-2 2-1 0,1 1-5 0,-1 1-6 15,-4 1-17-15,14 3-9 0,-6 5-9 0,-2-1-10 16,2 5-25-16,1 5-33 0,-4 3-40 0,2 3-47 16,-4 2-62-16,1-1-87 0,-4-5-316 0,2 2-727 15,-2-9 323-15</inkml:trace>
  <inkml:trace contextRef="#ctx0" brushRef="#br0" timeOffset="213282.1">10056 10442 122 0,'0'-4'188'0,"1"1"-3"0,1-2-10 0,-2 5-10 16,1-7-10-16,-1 7-13 0,-1-3-16 0,1 3-13 0,0 0-15 15,2-5-13-15,-2 5-20 0,0 0-11 0,0 0-7 16,0 0-3-16,3 22-6 0,-6-4-7 16,-1 10-3-16,-1 1-6 0,-6 17 0 0,-3 5-3 0,-3 4 4 15,-7 24-5-15,5-21 1 0,-2 21-4 0,5-23-1 16,0 0 0-16,2-1-2 0,3-1-2 0,-2-2 0 16,4-5 0-16,-1 0 7 0,2-13-6 0,2 0-4 15,1 1 0-15,-1-5 2 0,1 3 0 0,1-2 1 16,-1 1-1-16,0-3-3 0,1-3-1 0,1 1 4 15,0-9-4-15,2 0 3 0,-2-1-3 16,2-2 1-16,-3 1 1 0,4-4-3 0,-1 1 1 0,-3-1-6 16,3-1-1-16,-3 1-4 0,4-2 9 0,0 0-2 15,0-1-5-15,-1-3 5 0,-2 1 1 0,0-3 1 16,3 3-4-16,-1-4 1 0,0 3 0 0,1-6-1 16,-1 4 4-16,1-4 0 0,-3 6 3 0,3-6 1 15,0 4-2-15,0-4 8 0,0 0 6 0,0 4 10 16,0-4-3-16,0 0 2 0,0 0 8 0,0 0 3 15,0 0-1-15,0 3 7 0,0-3-5 0,0 0-1 16,0 0-1-16,0 0 0 0,0 0-4 0,0 0-6 16,0 0 5-16,0 0-8 0,0 0-1 0,0 0-2 15,0 0 0-15,0 0-5 0,0 0 0 0,0 0-5 16,0 0 2-16,0 0-5 0,0 0 3 0,0 0-2 16,0 0-3-16,0 0 0 0,0 0 1 0,0 0-2 0,0 0 0 15,0 0 2-15,0 0-5 0,0 0 1 16,0 0 2-16,-4 4-2 0,4-4 0 0,0 0-1 15,0 0 0-15,0 0-5 0,0 0 2 0,0 0 3 16,0 0-4-16,0 0-1 0,0 0 1 0,0 0-2 0,0 0 1 16,0 0 4-16,0 0-1 0,0 0-1 0,0 0 3 15,0 0 0-15,0 0-1 0,0 0 7 16,0 0 17-16,0 0 7 0,0 0 6 0,0 0 2 16,0 0 0-16,20-4-6 0,-1-1-5 0,11-3-9 0,5 0-20 15,15-8-45-15,2 3-60 0,-2-3-94 0,-2-5-292 16,1-1-530-16,-2-2 235 0</inkml:trace>
  <inkml:trace contextRef="#ctx0" brushRef="#br0" timeOffset="213929.55">10047 10472 216 0,'0'0'259'16,"0"0"-6"-16,0 0-3 0,0 0-13 0,0 0-12 16,0 0-15-16,0 0-16 0,0 0-17 0,0 0-16 15,0 0-17-15,0 0-16 0,18-5-13 0,0 2-11 16,9 3-13-16,6-2-34 0,4 2-41 0,15-1-50 15,2 4-65-15,2 0-76 0,-2-3-247 0,-2 0-457 16,-1 0 203-16</inkml:trace>
  <inkml:trace contextRef="#ctx0" brushRef="#br0" timeOffset="214582.37">10657 10807 6 0,'0'0'199'0,"0"0"-10"0,0 0-6 16,0 0-14-16,0 0-12 0,-7-2-10 0,7 2-15 15,0 0-11-15,0 0-13 0,0 0-10 0,0 0-11 16,0 0-11-16,13-4-5 0,-5 3-9 0,1-1-6 16,2-2-3-16,2 3-8 0,0-2-3 0,0 1-7 15,3-2 0-15,3 0-4 0,0 0-3 0,1-1-2 16,-4-2-3-16,6 3-3 0,-4-4-2 0,-2 3-2 15,1-5 12-15,-5 3 10 0,-1 5 12 0,-2-3 13 16,-3 0 2-16,0 1 0 0,-3 1-9 0,2 2-7 16,-2-2-7-16,-3 3-6 0,0 0-8 0,-9-7 0 15,-1 8-4-15,-9 6-2 0,-9-2-6 0,-3 4-2 16,0 1 2-16,-2 4-1 0,0 4-5 0,0-3-1 16,2 7-2-16,-1-1 1 0,1 0-4 0,4 3-2 15,2 1-8-15,2 0 1 0,1-2-1 0,6 2 4 0,3-1-2 16,4-1 3-16,4-3-1 0,2-2 0 0,6 3 2 15,4-3 1-15,5-2 3 0,9 2-12 16,4-2-17-16,4-2-32 0,3-3-43 0,3-2-50 16,-1-2-69-16,3-4-172 0,0-1-425 0,1-1 188 0</inkml:trace>
  <inkml:trace contextRef="#ctx0" brushRef="#br0" timeOffset="-214673.17">10947 11081 201 0,'0'0'314'0,"-3"-2"-6"0,3 2-9 16,0 0-26-16,0 0-24 0,-4-3-28 0,4 3-27 16,0 0-21-16,0 0-21 0,0 0-22 0,0 0-14 15,0 0-11-15,-3 8-14 0,1-2-11 0,0 5 7 16,0 2-24-16,0 5 0 0,1 3-9 0,-3 5 0 15,2 1-17-15,-2 1-25 0,1-2-29 0,-1 0-35 16,0-2-41-16,-2 1-59 0,3 0-57 0,-2-6-251 16,2-1-496-16,2-5 220 0</inkml:trace>
  <inkml:trace contextRef="#ctx0" brushRef="#br0" timeOffset="-211849.28">11540 10669 66 0,'0'0'148'15,"-8"0"-5"-15,8 0-2 0,0 0-12 0,-9-1-8 16,9 1-8-16,0 0-1 0,0 0-18 0,-9 1-7 15,9-1-3-15,0 0-6 0,0 0-9 0,0 0-4 16,0 0-6-16,0 0-2 0,0 0-8 0,0 0-8 16,0 0-1-16,0 0-2 0,-6 0-8 0,6 0-1 0,0 0-5 15,0 0 0-15,0 0-7 0,0 0 2 0,0 0-1 16,0 0-1-16,0 0-3 0,0 0 3 16,0 0-1-16,0 0 4 0,0 0 0 0,0 0 4 15,0 0-8-15,0 0 1 0,0 0-1 0,0 0-2 0,0 0 0 16,0 0 14-16,24 0-17 0,-11-1 1 0,10-2-4 15,6 3 1-15,4-1-1 0,3-2-2 0,5 4-2 16,9-2 9-16,1 0-6 0,1 1 3 0,-3-3 5 16,-7 1-1-16,-4 2-1 0,1 0 0 0,-7-2-3 15,-2 1 1-15,-3 1-7 0,-5 1 5 0,-9-2-7 16,-2 1-19-16,1 0-21 0,-5 1-25 0,0-1-6 16,-7 0-1-16,0 0-12 0,0 0-13 0,0 0-27 15,-23 7-48-15,5-6-94 0,1 2-285 0,-5 0 126 16</inkml:trace>
  <inkml:trace contextRef="#ctx0" brushRef="#br0" timeOffset="-211432.17">11864 10708 132 0,'0'-5'229'0,"-2"2"-9"0,2 3-10 0,-2-5-3 16,2 5-14-16,-2-3-12 0,2 3-17 0,0-3-14 15,0 3-16-15,0 0-18 0,0 0-14 0,0 0-15 0,-3-4-11 16,3 4-7-16,0 0-7 0,-5 9-8 16,3-2-6-16,-1 10-7 0,-1 3-5 0,-2 6-7 15,1 3 1-15,-3 2-2 0,3 5-3 0,-3 13-2 0,0-3-3 16,3-11 3-16,-3 10-7 0,1-8-2 0,2-4 1 16,-1 2-1-16,0-2-3 0,0-2 0 0,1 0-2 15,1-2 2-15,-1-3-5 0,1-6 3 0,2-1-3 16,-1-1 1-16,-3-1-3 0,1-5 3 0,-2-3-1 15,2-1 7-15,-3 2 3 0,1-3 8 0,-1-3 10 16,-3-1-1-16,-2-1 2 0,-4-4-1 0,-3-2-1 16,1-2 5-16,-1-1 12 0,-5-3 3 0,6 1 9 15,1-1 2-15,-4 1-7 0,4 0-8 0,4 2 4 16,-1-3-10-16,2 4-2 0,4 0-7 0,-4 0-20 16,4 1 2-16,4 2-4 0,-1 0 1 0,0 1-5 15,2-2-1-15,0 4-6 0,4 0-20 0,-4-4-22 16,4 4-24-16,0 0-1 0,0 0-9 0,0 0-18 15,0 0-17-15,0 0-42 0,6 9-42 0,4-4-43 16,-2-3-200-16,1 3-474 0,5-4 211 0</inkml:trace>
  <inkml:trace contextRef="#ctx0" brushRef="#br0" timeOffset="-210883.09">12030 11321 4 0,'0'0'275'0,"3"-3"-20"0,-3 3-15 0,4-4-23 0,-4 4-24 16,0 0-17-16,0 0-24 0,2-2-15 0,-2 2-19 16,0 0-15-16,0 0-11 0,0 0-11 0,3 11-8 15,-3-5-7-15,-2 0-7 0,2 0-8 0,-1 4-3 16,0 3-6-16,0-1-8 0,-4 5 0 0,1 0-6 15,-1 0-1-15,1 2-2 0,0-1-1 0,0-2-5 16,0 1 0-16,1-5-3 0,-1-3 2 0,2-1-3 16,0-1 1-16,2-2 2 0,-1 0 4 0,-1 0 43 15,1-2 28-15,1-3 31 0,0 4 33 0,0-4-15 16,0 0-3-16,0 0-21 0,20-13-18 0,-9 0 1 16,4 1-14-16,-1-3-4 0,8-2-14 0,-2 0-11 15,-2 4 5-15,0 1-12 0,-4 1-6 0,-1 1-1 16,-2 5-6-16,-3 0-9 0,1 1 5 0,-3 1-20 15,1 0-10-15,-2 3-4 0,3 1 2 0,-3 3-22 16,3 2 5-16,-1 4-1 0,-2 1-9 0,1 3-2 16,0 3-5-16,0 3-20 0,-2-3-30 0,0 1-39 15,-4 1-44-15,0 0-59 0,0-1-77 0,-3-2-246 16,0-4-591-16,2-3 262 0</inkml:trace>
  <inkml:trace contextRef="#ctx0" brushRef="#br0" timeOffset="-208748.85">13026 10423 75 0,'1'-5'212'0,"-1"-1"-3"0,4 2-13 16,-4 0-16-16,1 0-21 0,-1 0-17 0,0 4-23 15,0 0-14-15,0 0-7 0,-14 11-13 0,0 2-13 16,-3 9-8-16,-6 3-2 0,-7 15-8 0,-2-1-7 15,2 5-6-15,4 4-2 0,0 3-1 0,7 1-4 16,2 0-2-16,4-2-5 0,2-1-1 0,11-1 1 16,4-2-2-16,7-11 0 0,7 11 0 0,12-6-3 15,6-5-1-15,7-4-5 0,9-3-41 0,2 0-65 16,2-11-108-16,-1-1-130 0,-1-5-354 0,-16-5 156 16</inkml:trace>
  <inkml:trace contextRef="#ctx0" brushRef="#br0" timeOffset="-206299.64">13387 10543 157 0,'4'-7'217'0,"-3"0"-6"0,2 2-8 0,2-1-10 16,0-1-6-16,-4 3-9 0,3-1-11 0,0 1-14 15,-4 0-15-15,1 3-15 0,-1 1-17 0,4-5-14 16,-1 2-4-16,-3 3-21 0,0 0-2 0,0 0-11 16,1 9-8-16,-1-1-6 0,-1 2-3 0,-6 7-4 15,2 9-4-15,-5-2-1 0,2 1-1 0,2 4-6 16,-4-1-1-16,0 5-2 0,3-3 1 0,1 0-3 15,1-1-3-15,-3-5-3 0,6 3 0 0,-4-3-1 16,4-5 2-16,-1-3-2 0,-1 1-10 0,3-5 2 16,0-1-3-16,0-1-1 0,1-1 6 0,-2-1-1 15,1-3-1-15,1 2 0 0,0-3 4 0,-1-1 0 16,1 3 17-16,0-6 25 0,1 5 25 0,-1-5 20 0,-1 4 17 16,1-4 20-16,0 0 5 0,0 3 27 0,0-3-6 15,0 0-14-15,0 0-12 0,7-11-17 16,0 3-7-16,1-1-10 0,4-5-10 0,-3-1-14 15,9-3-1-15,-6 2-14 0,8-5-3 0,-3 0-3 0,-1 2-16 16,-3 5 4-16,1 0-6 0,-1 2 2 16,0 0-5-16,-4-2-6 0,2 2-2 0,-4 2-3 0,-1 0-6 15,0 6 6-15,-2-2-6 0,1-1 6 0,-2 5-3 16,-1-2-5-16,1-2-4 0,1 5-7 0,-4 1 6 16,2-3-14-16,-2 3-4 0,3-4-8 0,-3 4-12 15,1-2-10-15,-1 2-25 0,0 0-6 0,0 0-2 16,0 0 17-16,0 0 3 0,-10 9 5 0,2-1 19 15,1-1-10-15,-3 4 5 0,-3 0 4 0,1-1 0 16,1-3 4-16,2 1 6 0,0 2 1 0,-1-5 1 16,2 3 0-16,0 0 4 0,0-1 3 0,3-2 10 15,-1 1-12-15,2 0 5 0,0-1-1 0,3-2 0 16,-3 1 4-16,4 0-2 0,-4 2-1 0,3-1 3 16,1 1 2-16,0 2-1 0,4-3 4 0,-2 6-3 15,6-3 6-15,0 3-3 0,3 3-1 0,1 0 6 16,-1 0-5-16,6 1-22 0,-2-3-29 0,4 8-33 15,-3-7-39-15,-1 3-41 0,5 2-60 0,-2-6-57 16,-5-3-233-16,0 2-560 0,1-5 248 0</inkml:trace>
  <inkml:trace contextRef="#ctx0" brushRef="#br0" timeOffset="-203450.77">13900 10665 24 0,'0'0'210'0,"1"-4"-22"0,-1 4-18 16,0 0-16-16,3-4-22 0,-3 4-17 0,0 0-12 15,0 0-11-15,0 0-6 0,0 0-5 0,-3 15-9 16,3-6-5-16,-4 2-4 0,4-2-10 0,-2 8 7 16,-1 2-16-16,-2-2-4 0,4 0-5 0,-2 1-5 15,-2-2 3-15,1 1-5 0,0 0-5 0,3-6-2 16,0 4-8-16,-2-2 1 0,2-2 0 0,-3-3-12 15,4-4 7-15,-4 4 6 0,3-3-5 0,1-1 16 16,0 1 29-16,0-2 25 0,0-3 38 0,0 8 17 16,0-8 32-16,0 2 20 0,0-2 5 0,0 0-8 15,0 0-31-15,10-13-13 0,-6 7-17 0,5-2-21 0,-1-4-4 16,3 0-9-16,2-1-14 0,1-1-5 16,0 0-11-16,1 1-3 0,-3 1-4 0,-3 3-5 15,0 2 2-15,-2 1-18 0,-3 2 1 0,1 1-12 16,1-2 3-16,-3 3-9 0,1 0-6 0,-4 2-20 15,5-2-7-15,-5 2 0 0,0 0 3 0,9 7-2 16,-7 0 1-16,0 0 1 0,-2 3-1 0,0 2-3 16,0-2 2-16,0 3 7 0,0 0-1 0,0-3-2 15,-2 2 1-15,2 1 2 0,-2-2 2 0,2 2 4 0,0-4-4 16,0-2 12-16,0-1-9 0,0-2 4 0,0 1-2 16,0-1 2-16,0-4 10 0,0 5 18 15,0-5 19-15,0 0 0 0,8-2-14 0,-8 2-2 0,15-8-5 16,-4 1 2-16,5-4-7 0,-2-1-3 0,3-1 2 15,6-6-2-15,-3 2-6 0,3 0 5 0,-2 0-8 16,-5 2-3-16,5-1 3 0,-6 6-3 0,-1 1-2 16,-4 3 6-16,-2-1-8 0,2 3 3 0,-5-1-9 15,2 2 1-15,-5 1-20 0,5 1-9 0,-7 1-4 16,10 4 0-16,-5 0-4 0,-1-1-2 0,0 3 0 16,-2 1-5-16,2 3-7 0,0 0-14 0,1 0-9 15,-1-1-13-15,0 3-18 0,-2 0-22 0,1 0-26 16,-1 0-23-16,2 0-16 0,0-2-42 0,0-2-236 15,0-4-512-15,-2 4 227 0</inkml:trace>
  <inkml:trace contextRef="#ctx0" brushRef="#br0" timeOffset="-202948.83">14684 10665 33 0,'5'-4'215'0,"3"3"-19"0,0-2-7 0,-1 3-15 15,2 0-16-15,3 0-12 0,-2 3-13 0,2-2-15 16,-2 5-8-16,3-1-6 0,-2 1-8 16,2 8-12-16,-7-5-6 0,5 4-8 0,-4 3-5 0,-1 1-10 15,0 3-4-15,-4-1-4 0,-2 0-6 0,-1-2-3 16,-2 3-3-16,-3-1-5 0,-3-1-2 0,1 0 0 15,-2 2-5-15,-1-7-2 0,-2 3-3 0,3-2 0 16,-2-5 1-16,6 0-5 0,-2-1 3 0,4-2-3 16,-2-1 6-16,2-1 8 0,3-2 17 0,-3 2 22 15,0-1 22-15,2-1 31 0,2-2 35 0,-2 3 31 16,2-3 25-16,0 0 8 0,0 0-15 16,0 0-27-16,0 0-20 0,9-20-10 0,-1 11-22 0,2-5-13 15,4-3-18-15,5-3-3 0,-2 2-6 0,2-3-12 16,0 2-5-16,-6 2-14 0,0 1 1 0,1 3 1 15,-3 0-9-15,-2 2-9 0,-2 4-7 0,0 0 0 16,-1 2-4-16,0 0-10 0,-5 0-1 0,4 0-4 16,-1 3-10-16,-3-1-25 0,-1 3-33 0,4-4-23 15,-4 4-2-15,0 0 7 0,0 10 9 0,0-4 10 16,-1 4 4-16,-3 2 4 0,0 4 0 0,2 0 7 16,-2-2 4-16,5 2 6 0,2 0 6 0,-1 1 2 15,2 0 6-15,2-1-2 0,6 0 7 0,2-1-6 16,10 2-9-16,-1-1-52 0,4-4-69 0,3 0-81 15,0-2-90-15,4-5-305 0,-1-3-675 0,-1-2 299 0</inkml:trace>
  <inkml:trace contextRef="#ctx0" brushRef="#br0" timeOffset="-202302.42">15118 10219 163 0,'2'-7'252'0,"-1"5"-6"0,1-2-5 0,0 0-9 15,-2 4-9-15,2-5-15 0,-2 5-13 0,2-4-16 16,-2 4-15-16,0 0-21 0,1-3-20 0,-1 3-12 15,0 0-15-15,0 0-15 0,0 0-12 0,0 0-11 16,0 0-4-16,0 0-7 0,-5 20-3 0,1-8-6 16,1 1 5-16,-1 5-13 0,1 0-12 0,-5 0-3 15,2 0 3-15,0 1-8 0,1-1 0 0,1 0 1 16,-1-1-1-16,1-1 8 0,-1-3-9 0,2-1-3 16,1-3 2-16,0 1-3 0,0-3-1 0,-1-1 1 15,3 1-11-15,-1-4-6 0,0 2-9 0,-2-1-2 16,2-1-1-16,1-3-8 0,0 4-4 0,0-4-22 15,4 5-37-15,-4-5-29 0,0 0-39 0,0 0-40 16,0 0-196-16,12-7-432 0,-8 3 193 0</inkml:trace>
  <inkml:trace contextRef="#ctx0" brushRef="#br0" timeOffset="-201946.32">15379 10335 202 0,'0'0'228'0,"0"0"-22"0,0 0-20 0,4-2-20 16,-4 2-22-16,0 0-12 0,0 0-16 0,0 0-16 0,-10 10-11 16,5-2-9-16,-4 1-7 0,-4 5-8 0,-1 2-6 15,1-1-8-15,-4 5-7 0,-3 1 0 0,5 0-8 16,-3-3-5-16,4-2 0 0,-1-1-5 15,1 1-1-15,0-2-5 0,1 1 2 0,1-1-10 0,2-4 6 16,1 2-1-16,0-3-5 0,4-1 0 0,0-3 2 16,1 0-3-16,-1-1 1 0,1 1-3 0,2-2 2 15,0 0 14-15,2-3 1 0,-4 4 3 16,4-4 4-16,-3 2 1 0,3-2-4 0,-4 3 0 0,4-3-6 16,0 0 0-16,0 0-1 0,0 0-4 0,0 0-2 15,0 0-6-15,-3 4-13 0,3-4-11 0,0 0-19 16,0 0-23-16,0 0-25 0,0 0-45 0,0 0-37 15,0 0-198-15,0 0-390 0,0 0 172 0</inkml:trace>
  <inkml:trace contextRef="#ctx0" brushRef="#br0" timeOffset="-201328.04">15405 10542 141 0,'0'0'305'0,"5"-3"-16"0,-5-1-19 16,4 2-21-16,-4 2-16 0,0 0-24 0,0 0-19 16,4-4-22-16,-4 4-21 0,0 0-14 0,0 0-15 15,0 0-16-15,0 0-13 0,0 0-10 0,0 0-8 16,0 0-8-16,0 0-8 0,1 13-2 0,-1-9-7 15,0 1-4-15,0 4-7 0,-1-4-1 0,-2 5-5 16,3-5 0-16,-1 5-4 0,0 0-3 0,1-3-4 16,-3 0 5-16,3 0-4 0,0-2-5 0,0 0-3 15,-1 2 5-15,1-5-2 0,0-2 1 0,-4 7-3 16,4-3-2-16,0-4 6 0,0 0 28 0,0 4 21 16,0-4 43-16,0 0 19 0,0 0-13 0,0 0-10 0,10-10-11 15,-6 5-12-15,5-1-7 0,0-2-13 16,0 0 7-16,0 0-17 0,1-1-9 0,0 2-6 15,-1-2 1-15,0 3 0 0,0-1-9 0,-4 2-6 16,0 1 2-16,-1 1-4 0,0 1-10 0,-1 0-3 0,2-3 9 16,-3 4-17-16,-2 1-16 0,5-2-19 15,-5 2-4-15,0 0 4 0,0 0 4 0,7 9-1 16,-6-6 5-16,-1 1 7 0,1 3-3 0,-1-1 3 16,0-3-2-16,0 6 1 0,-1-1-5 0,1-3-3 0,0 0-1 15,-1 2 1-15,1-3 14 0,0 0-12 0,0-4 6 16,0 6 7-16,0-3 1 0,0-3 8 0,0 5 29 15,0-5 36-15,0 0 0 0,0 0-4 0,0 0-11 16,16-8-10-16,-8 2 2 0,1 1-8 0,0-3 1 16,5 0-3-16,-4 1-10 0,4 0 13 0,-2 0-17 15,-2 2 5-15,3 0-6 0,-3-1-1 0,-1 3-5 16,-2 0-3-16,0 2 2 0,1-1-13 0,-1 2-8 16,-7 0-8-16,13 2-12 0,-5-1-9 0,-2 1-12 15,2 0-32-15,-4 3-25 0,2 0-28 0,-1 1-27 16,-2 1-24-16,1-3-37 0,-1 3-36 0,0-3-268 15,1 2-579-15,0-1 256 0</inkml:trace>
  <inkml:trace contextRef="#ctx0" brushRef="#br0" timeOffset="-200784.92">15796 10031 112 0,'0'-3'230'0,"0"3"-19"0,0 0-23 0,0 0-18 15,0 0-20-15,14 10-17 0,-5-1-12 0,13 8-11 0,-6 5-12 16,6 3-6-16,6 14-11 0,-2 4-4 0,-1 5-1 16,2 4 3-16,-8 0-12 0,3 4-1 0,2 23-6 15,-11-25-3-15,-4 6-7 0,-4-1 0 16,-2 0-6-16,-6 1-3 0,-3-4-3 0,-4-2-7 0,-6 0-1 15,-3-5-1-15,-4-4-4 0,0 0-1 0,-1-7-5 16,2-11 6-16,2 1-6 0,-2-3-4 16,-1-4 2-16,0 0-3 0,1-4 0 0,4-4 17 15,0-2 3-15,2-2 1 0,0 0 6 0,6-2 4 0,0-3-2 16,2-1 8-16,3 1 7 0,-1-1 5 0,2 0 6 16,-1 0 24-16,5-3-6 0,-5 3-1 0,4-1 10 15,1-2 10-15,-3 3-3 0,3-3-9 16,0 0-5-16,0 0-5 0,0 0-8 0,-6 1-4 0,6-1-21 15,0 0-23-15,0 0-30 0,0 0-44 0,0 0-46 16,15-7-70-16,-10 5-63 0,0-1-95 0,-1-3-239 16,1 0-605-16,-1 1 268 0</inkml:trace>
  <inkml:trace contextRef="#ctx0" brushRef="#br0" timeOffset="-198779.77">16914 10710 96 0,'-5'1'149'0,"1"0"0"0,4-1-14 16,-8 0-11-16,8 0-14 0,0 0-7 0,-7 1-6 0,7-1-3 15,0 0-5-15,0 0 1 0,0 0-3 0,0 0-6 16,0 0-12-16,0 0 6 0,0 0-7 15,23-1-1-15,-23 1-5 0,5 1 2 0,-5-1-1 0,0 0-4 16,0 0-6-16,9 0-3 0,-9 0-6 0,0 0-3 16,0 0-4-16,0 0-5 0,0 0 1 0,0 0-8 15,0 0 1-15,5-2-4 0,-5 2-2 0,0 0-1 16,0 0-3-16,0 0-2 0,0 0-1 0,0 0 0 16,0 0-3-16,3-1-2 0,-3 1 0 0,0 0-2 15,0 0 0-15,0 0-1 0,0 0 0 0,0 0-9 16,0 0 9-16,0 0 3 0,0 0-2 0,0 0 2 15,0 0 1-15,0 0 2 0,0 0-3 0,0 0 2 16,0 0-3-16,0 0 3 0,0 0 2 0,0 0-5 16,0 0 1-16,0 0-1 0,0 0 0 0,0 0-2 15,0 0-1-15,0 0-1 0,0 0-1 0,0 0 3 16,0 0-5-16,0 0 4 0,0 0-1 0,0 0 1 16,0 0 1-16,0 0 5 0,0 0-1 0,0 0-2 0,0 0 3 15,0 0-2-15,15 0-2 0,-2 0 0 16,5-2 0-16,1 2 0 0,10-1-2 0,3 0 2 15,0 1-4-15,5-3 4 0,3 3 0 0,-2-2-4 0,14 1-11 16,-16-1-4-16,-3-2-12 0,1 3-20 16,-6 0-27-16,0 1-28 0,-11 0-32 0,-2 0-51 15,-4-3-168-15,-1 0-381 0,-4 3 168 0</inkml:trace>
  <inkml:trace contextRef="#ctx0" brushRef="#br0" timeOffset="-198532.57">17186 10542 236 0,'2'-3'277'0,"-2"-3"-22"0,1 2-18 16,-1 4-22-16,1-5-30 0,-1 5-19 0,0-2-20 15,0 2-16-15,0 0-17 0,0 0-17 0,0 0-4 16,-4 17-13-16,-1-5-11 0,-1 7-2 0,-2 7-9 15,-1-1-6-15,3 5-2 0,-3 1-5 0,0 0 6 16,5 3-4-16,-1 0-10 0,1-3-27 0,4 1-27 16,-1-1-43-16,1-2-44 0,1-3-71 0,2-6-215 15,-2-2-423-15,4-8 187 0</inkml:trace>
  <inkml:trace contextRef="#ctx0" brushRef="#br0" timeOffset="-197969.11">18099 10444 143 0,'0'0'197'0,"-5"-2"-11"0,1 0-16 0,4 2-11 0,-4-2-16 16,4 2-17-16,0 0-13 0,0 0-13 0,-7-1-10 15,7 1-6-15,0 0-10 0,0 0-8 0,0 0-5 16,0 0-7-16,0 0-7 0,0 0-3 0,0 0-4 16,0 0-2-16,0 0-1 0,24 0 1 0,-12-2-4 15,1 2-2-15,6 0 0 0,-1 0-6 0,0-3 4 16,1 1-4-16,-1 1-1 0,1-1 4 0,-1-4 1 16,0 0 2-16,-5 2 4 0,0 1 3 0,-2-2 4 15,-1 0 1-15,-3 2 2 0,-2 1-4 0,1-1-6 16,-3 2-4-16,-1-3-7 0,-2 4-2 0,0 0-6 15,0 0 1-15,-19 0-3 0,1 6-6 0,-7 1-1 16,-6 5 0-16,3 1-5 0,-4 4 5 0,0 0-8 16,1 4 1-16,3 2-1 0,0 0 0 0,1-1 0 15,7 4-1-15,1-1 2 0,2 4 2 0,4-3-2 16,7 1 2-16,-2-3 1 0,9 3-1 0,2-6-7 16,2-1-17-16,8 2-26 0,-3-5-39 0,7-3-49 15,6 1-48-15,-4-5-201 0,8 2-414 0,1-5 184 16</inkml:trace>
  <inkml:trace contextRef="#ctx0" brushRef="#br0" timeOffset="-197595.57">18334 10752 205 0,'-3'-3'282'0,"3"3"-19"15,-1-5-16-15,1 5-21 0,-3-2-23 0,3 2-23 16,0 0-18-16,0 0-23 0,0 0-13 15,0 0-10-15,0 0-5 0,15 7-20 0,-8 0-11 0,2 1-7 16,-1 1-10-16,-2 2-3 0,1-1-11 0,0 6-3 16,-3 0-8-16,-3 1-4 0,-2 2-3 0,-3-1-3 15,-6 8-2-15,1-2-2 0,-4-1-5 0,-3-2 2 16,4-6 6-16,-2 1-11 0,1-6-4 0,1 4 0 16,4-8-5-16,0 3 4 0,3-6-2 0,1 2 0 15,-1 1-1-15,3-3 6 0,-1 3 6 16,1-6 7-16,0 4 4 0,2-4 2 0,0 0 0 0,13 5-1 15,-2-5 1-15,10 0-4 0,-1-1-2 0,10 2-4 16,-1-1 0-16,2 0-1 0,-2 0 5 0,5 0-15 16,-4 0 5-16,2 2-8 0,-1-2 2 0,-2 0-1 15,-8 0-2-15,-4 0-1 0,0 1 2 0,-4-1-1 16,-7 0 0-16,3 0 1 0,-2 0-5 0,-2 1-6 16,-5-1-8-16,9-1-16 0,-9 1-24 0,6 1-21 15,-6-1-30-15,0 0-43 0,0 0-55 0,3-4-291 16,-3 4-531-16,0 0 236 0</inkml:trace>
  <inkml:trace contextRef="#ctx0" brushRef="#br0" timeOffset="-196519.15">19283 10182 59 0,'0'0'149'15,"-9"0"-4"-15,9 0-6 0,0 0-5 0,0 0-9 16,0 0-5-16,0 0-12 0,0 0-7 0,0 0-5 15,0 0-7-15,0 0-6 0,0 0-3 0,0 0-8 16,0 0-7-16,0 0 2 0,0 0-2 0,0 0-1 16,0 0 8-16,0 0-1 0,0 0 0 0,0 0 1 15,0 0 1-15,0 0-2 0,0 0-3 0,0 0-15 16,0 0-3-16,0 0-5 0,0 0-4 0,0 0-3 16,0 0-6-16,0 0-4 0,0 0-2 0,0 0-2 15,0 0-5-15,0 0-3 0,0 0-1 0,0 0-1 16,0 0-2-16,0 0-1 0,0 0-3 0,0 0-2 15,0 0 1-15,0 0-2 0,0 0 1 0,0 0 2 0,0 0-4 16,0 0 0-16,0 0 4 0,0 0-5 16,0 0 0-16,0 0-1 0,0 0 1 0,0 0-3 15,0 0 3-15,0 0 2 0,30 2 7 0,-11-2-4 16,8 0-4-16,6 1 4 0,1-2-2 0,5 1 2 0,13 0 1 16,1 0 1-16,-1 0-4 0,-12 0 3 0,12-2 2 15,-15 2-5-15,2-1-1 0,-1 1 3 0,-6 0 1 16,-4 0-5-16,-8 0-4 0,-8-3-10 15,-1 3-15-15,-1-2-22 0,-2 2-10 0,-3 0-26 0,-5 0 6 16,0 0-13-16,0 0-8 0,0 0-9 0,-36 2-12 16,17 2-8-16,-1-2 5 0,-3-1-4 0,1 2-1 15,-5-1-2-15,7-2-128 0,-2 3-277 0,3-2 123 16</inkml:trace>
  <inkml:trace contextRef="#ctx0" brushRef="#br0" timeOffset="-196131.05">19610 10210 36 0,'0'0'141'0,"0"0"22"0,0 0 12 15,-5-3 3-15,5 3-3 0,0 0 0 0,0 0-6 16,-2-2-2-16,2 2-10 0,0 0-4 0,0 0-9 16,0 0-8-16,0 0-17 0,0-6-3 0,0 6-22 15,0 0-12-15,0 0-9 0,0 0-10 0,0 0-11 16,0 0-23-16,0 0-2 0,0 0-5 0,-3 20-2 16,0-8-6-16,-1 5 5 0,-3 10-5 0,1 2 2 15,-1 1-2-15,1 3-3 0,-3 3 3 0,4-1 0 16,-4 11-2-16,1-11-1 0,2 13-1 0,-2-1 2 15,3 0-1-15,5-13 7 0,-4 1-5 0,4 2-2 16,-1-4-5-16,-3-2 3 0,4-1 0 0,-5-1-2 16,1-9 1-16,0-2-3 0,2 0-1 0,-2-7 0 15,-2 1 0-15,0-3 0 0,1 2 1 0,2-6 14 16,-3 2 4-16,3-5 7 0,-4 2 2 0,1-3 2 0,-7-1 0 16,0-2 0-16,-6-3 2 0,-3-1 6 15,3-3 6-15,-1 1 9 0,2-1 12 0,0-3-6 16,0 3-3-16,1 0-8 0,6 3-2 0,2-1-3 15,-3 0-5-15,2 2-1 0,5 2-8 0,1 1-1 0,-1-2-14 16,1 0 4-16,2 2-5 0,2 2-1 16,-5-2-26-16,0 1-12 0,5 1-41 0,-4-3-34 15,4 3-16-15,0 0-18 0,0 0-26 0,0 0-20 0,-7 7-22 16,7-1-28-16,-1-2-223 0,1-4-488 0,5 7 216 16</inkml:trace>
  <inkml:trace contextRef="#ctx0" brushRef="#br0" timeOffset="-195684.36">19793 10965 74 0,'0'0'148'0,"0"0"-9"0,0 0-5 15,0 0-7-15,0 0-14 0,0 0-8 0,0 0-11 16,0 0-16-16,0 0-6 0,0 0-3 0,0 0-9 16,0 0-3-16,0 0 10 0,0 0 6 0,0 0 3 15,0 0 3-15,0 0 4 0,0 0 6 0,0 0 3 16,0 0 3-16,0 0 5 0,0 0-1 0,0 0 2 15,0 0-9-15,0 0-4 0,0 0-8 0,0 0-9 16,0 0-6-16,33 0-8 0,-6-4-5 0,5 3-5 16,1 1-6-16,7-3-3 0,-4 1-5 0,1 0-2 15,-3 1-2-15,-2 0-5 0,-4 0 0 0,-1-1-6 16,-9 1 0-16,1 0-1 0,-5 1 1 0,-2-3-5 16,-2 3 0-16,-2 0 0 0,-3-3 0 0,0 3-2 15,0-1-2-15,-5 1-8 0,6-1-12 0,-6 1-7 16,0 0-9-16,0 0-14 0,0 0-17 0,0 0-18 15,0 0-26-15,0 0-22 0,0 0-30 0,-25 0-36 0,18-2-201 16,7 2-421-16,-10 0 187 0</inkml:trace>
  <inkml:trace contextRef="#ctx0" brushRef="#br0" timeOffset="-195252.07">20525 10860 321 0,'2'-4'326'16,"0"1"-27"-16,-2 3-34 0,0 0-26 0,0 0-26 16,1-4-24-16,-1 4-20 0,0 0-20 0,0 0-23 15,0 0-10-15,0 0-18 0,0 0-9 0,0 0 1 16,0 15-21-16,-1-2-7 0,-1-5-8 0,0 7-3 15,-2 2-3-15,1 2-8 0,-4-2-4 16,3 2-3-16,-3 1-7 0,0-1-1 0,1-1 3 0,-1 0-9 16,4-3 2-16,-1-2 0 0,0-4-4 0,2 0-3 15,0-2 4-15,1-2-1 0,0 0 2 0,1-2 11 16,0-3 42-16,-2 5 23 0,2-5 9 0,7 1-2 16,-7-1 0-16,16-9-9 0,-5 2 0 0,5-3-3 15,0-2-9-15,5-2-6 0,3-3-14 0,2-1-6 16,-3 3 0-16,1 1-1 0,-5 4-7 0,-3 1-5 15,-2 0-2-15,-3 3-8 0,-1 1-5 0,-3 1 0 16,-1 1-12-16,1 3-1 0,-1 0-20 0,2 3-5 16,-2 0-11-16,3 3-8 0,0 4-8 0,4 3-14 15,-4 3-17-15,-3 3-39 0,3-3-36 0,-4 2-53 16,-1 6-79-16,-4-4-351 0,4-6-679 0,-3-1 300 16</inkml:trace>
  <inkml:trace contextRef="#ctx0" brushRef="#br0" timeOffset="-193087.28">21590 9902 114 0,'2'-5'200'16,"0"2"-17"-16,-2 3-18 0,2-4-25 0,-2 4-13 15,0 0-16-15,0 0-10 0,0 0-9 0,-20 14-19 16,2 4-3-16,-6 9-6 0,-6 9-12 16,-2 5 0-16,0 7-6 0,0 0-1 0,-14 20-5 0,22-18-2 15,0-1-4-15,6 0-4 0,0-3-3 0,6 2 4 16,2-2-6-16,9-10 1 0,2-1-1 0,9 1 1 16,6 7-2-16,9 1 2 0,6-4 0 0,11-8-1 15,9 0-5-15,9-5-21 0,23 4-48 0,-19-16-67 16,-4-1-200-16,30 2-341 0,-33-10 150 0</inkml:trace>
  <inkml:trace contextRef="#ctx0" brushRef="#br0" timeOffset="-192381.36">22042 10207 5 0,'5'-9'268'0,"-1"0"-15"0,0 1-16 0,-2 1-10 16,2 1-19-16,0 2-19 0,-3-1-15 0,-1 1-23 15,2 0-14-15,-2 4-20 0,2-4-13 0,-2 4-13 16,0 0-9-16,0 0-10 0,0 0-9 0,4 17-7 16,-4-5-7-16,-4 6-4 0,2 7-8 0,-5 1-2 15,1 1-2-15,-2 1-3 0,1 0-6 0,-1-1-2 16,1-1 2-16,1 1-4 0,-2 0-2 0,2-3-2 15,1-5-3-15,0-3 2 0,0 0-5 16,1 0 0-16,1-6 0 0,2 0-1 0,0-5-1 0,-1 4 3 16,2-6 3-16,-1 2 25 0,1-1 25 0,0-4 37 15,0 7 34-15,0-7 39 0,0 0 3 0,0 0-18 16,0 0-15-16,13-14-21 0,-4 9-6 0,1-6-14 16,4-3-11-16,0 1-9 0,7-8-8 0,-1-2-6 0,3 2-9 15,0-3-6-15,0 1-3 0,-1-2-9 16,1 1-5-16,-3 2-6 0,0 0-3 0,-4 2 0 15,-4 6-1-15,0 2 0 0,-5 2-2 0,-1 2-3 0,-1 0-4 16,-1 3-4-16,1 0-3 0,-1 1-5 0,-1 0-3 16,-1 1 2-16,-2 3-13 0,4-2-23 0,-3-1-9 15,-1 3-31-15,0 0 6 0,0 0 3 16,0 0 6-16,-14 12-6 0,4-3 4 0,-3 2 4 0,-5 1 7 16,0 4 4-16,-3 2 6 0,3-5 1 0,2 0 3 15,1 2 10-15,1-2-5 0,0-2-1 0,5-1 3 16,4 1 21-16,-3-3-19 0,3 1 6 0,-1-1 10 15,2-2-12-15,0 0 4 0,0 1 14 0,4-2-11 16,0 2-1-16,0 0 6 0,4 1 12 0,4 2-10 16,-1-2 2-16,6 3 5 0,0 0-5 0,5 2-16 15,1-1-14-15,-2-2-58 0,-1 4-41 0,1 0-54 16,5 1-66-16,-6-5-308 0,-2 4-608 0,2-4 269 16</inkml:trace>
  <inkml:trace contextRef="#ctx0" brushRef="#br0" timeOffset="-191697.55">22603 10331 61 0,'4'-5'269'0,"-2"2"-14"16,2-2-9-16,-1 1-13 0,1 1-11 0,-3 1-19 15,2-2-19-15,-3 4-19 0,3-3-21 0,-3 3-18 16,4-3-13-16,-4 3-12 0,0 0-15 0,0 0-6 15,0 0-15-15,3 8-7 0,-5-1-6 0,2 0-4 16,-3 3-7-16,0 2-4 0,-1 5-1 0,-1-3-5 16,1 3-1-16,-1-1-5 0,1 2-2 0,-2-3 1 15,2 2-4-15,0-2-3 0,-1-3 0 0,5-2-3 16,-2 1 1-16,0-2-2 0,0-4-1 0,2 2 1 16,-3-2 1-16,3-2 3 0,-1 2 24 0,1-5 27 15,0 4 21-15,0-4-6 0,0 0-6 0,0 0-5 16,22-9-6-16,-11 2-4 0,1 2-7 0,-1-5-9 15,4 3-1-15,2-4-2 0,-3 2-7 0,3-2-4 16,-2 1-6-16,0 1-4 0,-3 3 0 0,-6 1-2 16,3 1-8-16,0 1-2 0,-4 1-3 0,-1 0-5 15,0-1-9-15,-4 3-8 0,0 0-2 0,8 0 2 16,-3 5 0-16,-4-2-1 0,0 3-1 0,2-1 4 16,-2 1 1-16,-1 1 0 0,0 3 1 0,0 1 1 0,0-1 0 15,0 2-2-15,0-3 4 0,0 1 3 16,0-3-3-16,0-2 4 0,3 2 1 0,-6-2 2 15,6-2-4-15,-3 2 7 0,0-5 12 0,0 6 6 16,0-6-1-16,5 1 4 0,-5-1 3 0,14-5-2 0,-8 3 16 16,1-3 1-16,2 0-1 0,2 1-5 15,-2-3 6-15,3 1-10 0,0 1-13 0,-1-1 14 16,-1 2-14-16,1 0 2 0,-2-1 8 0,0 2-20 16,1 1 0-16,-2 0-7 0,1-2-11 0,1 4-9 0,0-1-14 15,3 1-23-15,-1 1-23 0,-2 0-27 0,0 2-36 16,0 0-46-16,-2 1-52 0,2-2-67 0,-1 1-217 15,-1-1-567-15,0 0 252 0</inkml:trace>
  <inkml:trace contextRef="#ctx0" brushRef="#br0" timeOffset="-191249.82">23417 10306 177 0,'4'-2'228'16,"-2"-1"-24"-16,2 2-20 0,-4 1-19 0,12 2-14 15,-6 2-13-15,4 1-11 0,-1 3-12 0,4 4-9 16,0 1-15-16,-4 0-6 0,-1 4-9 0,0 0-6 16,-1 2-10-16,-2-1-1 0,-1 1-9 0,-3 1-4 15,0-4-6-15,-1 2-2 0,-1-1-6 0,-1 0-5 16,-2-1-2-16,1-5 0 0,-2 1-6 0,1-1-1 15,-1-2-1-15,3-2 1 0,-2-1 0 0,2-2-1 16,1 2 13-16,-1-4 22 0,0 1 22 0,1 1 24 16,1-4 37-16,0 0 38 0,-1 4 35 0,1-4 12 15,0 0-15-15,0 0-22 0,9-9-22 0,-3 2-21 16,8-6-11-16,-1 1-16 0,3 0-10 0,6-5-10 16,1-1-11-16,3 0-12 0,-3-1-9 0,-3 4-3 15,-3 5-7-15,-2-1-6 0,-3 6-3 0,-3-2-7 16,-1 2-6-16,-1 2-19 0,-3 1-18 0,0-1-24 15,-1 1-26-15,-3 2-13 0,0 0 6 0,0 0 3 16,6 10 9-16,-6-3 21 0,-2 1-14 0,0 3 5 0,0 4 1 16,2-1-3-16,-2 5 16 0,3-1-14 15,2 1 2-15,2 0-1 0,8 5-14 0,-1 0-34 16,6-1-51-16,5-2-66 0,3 0-95 0,1-6-291 16,1-1-640-16,3-5 285 0</inkml:trace>
  <inkml:trace contextRef="#ctx0" brushRef="#br0" timeOffset="-189654.05">23949 9798 225 0,'0'-6'248'16,"1"3"-9"-16,0 0-11 0,0 0-14 0,-1 3-17 16,0-6-25-16,0 6-12 0,0 0-21 0,2-5-20 15,-2 5-13-15,0 0-14 0,0 0-10 0,0 0-6 16,-2 14-8-16,2-8-2 0,-1 5-11 0,0 1-9 15,-3 5 0-15,1-5-8 0,0 8-11 0,-2-2-14 16,2 3-20-16,-2 2-18 0,0-4-18 0,0 1-30 16,1-2-28-16,0-1-43 0,-1-3-34 0,4-4-170 15,-2 1-376-15,3-3 166 0</inkml:trace>
  <inkml:trace contextRef="#ctx0" brushRef="#br0" timeOffset="-189370.2">24223 9876 112 0,'4'-4'270'0,"-4"0"-19"0,0 4-18 16,3-4-30-16,-2 1-25 0,-1 3-16 0,0 0-20 0,0 0-20 16,0 0-9-16,0 0-12 0,-6 10-10 15,-1-3-11-15,-4 8-8 0,-1-1-6 0,-3 8-8 16,-3 0-4-16,0 0-5 0,0 2-5 0,-1-2-3 0,2 2-6 15,1 2-4-15,-2-6 1 0,1 2-5 0,3-4-4 16,4-3-5-16,-3 0 6 0,1-1-16 16,1-2-12-16,4-3-7 0,-2 0-18 0,4-1-11 15,-1 3-7-15,1-7-12 0,1 1-16 0,2-1-7 0,-2 1-7 16,0-2-1-16,3 0-10 0,-1 0-19 16,2-3-60-16,0 0-107 0,0 0-311 0,0 0 138 0</inkml:trace>
  <inkml:trace contextRef="#ctx0" brushRef="#br0" timeOffset="-188735.95">24345 10086 70 0,'2'-4'259'0,"0"1"-19"15,-2 3-24-15,0 0-24 0,0 0-24 0,3-3-16 16,-3 3-19-16,0 0-15 0,0 0-10 0,0 0-13 16,2 10-10-16,-4-5-15 0,1 0 0 0,-1 2-6 15,-1 2-9-15,-2 0-5 0,-3 3-6 0,3-1-4 16,-1 2-4-16,-1-2-2 0,-2 3-3 0,4-3-4 15,0-1-7-15,0-1 7 0,1 1-9 0,0-5-1 16,3 1 0-16,-3 0 0 0,3-2 1 0,-2-2-1 16,3 2 14-16,-1 0 26 0,1-4 29 0,0 0 19 15,0 0-9-15,0 0-11 0,0 0-8 0,17-9-4 16,-8 4-10-16,2-3-5 0,-2-1-9 0,5-1-4 16,3-2-3-16,-2 2-5 0,1-2-10 0,0 3 5 15,-3 1-10-15,-3 2-1 0,0 0 2 0,-3 1-8 16,-1 4-2-16,-1-2-3 0,0 1-7 0,0 1-12 15,-1-1-1-15,-4 2 4 0,0 0-3 0,11 7-4 16,-9-5 1-16,-1 5 0 0,2-1-1 0,-3 1-1 16,1 0 2-16,-1 3 4 0,-1-1 3 0,-3 0-5 15,4 3-2-15,-2-1 6 0,0-4-3 0,-3 1-1 16,5-4 4-16,0 3 0 0,0-4 2 0,-2 2 2 16,2-1 1-16,0-4 4 0,-2 5 19 0,2-5 20 15,0 0-6-15,0 0-3 0,0 0 8 0,0 0-2 0,18-9-17 16,-8 2 0-16,-1 1-3 0,0 2-2 15,4-4 11-15,-3 3-14 0,1-2-5 0,-1 2-2 16,0 1-3-16,-2 1-7 0,-1-1 7 0,1 3-8 0,2-1-4 16,-1 2 2-16,-3 2-1 0,3 1-8 15,2-1-2-15,-1 2-8 0,-1 2-16 0,1-1-17 16,0 2-26-16,-3 0-29 0,0 1-34 0,1-1-29 16,2 2-57-16,-6-6-236 0,1 2-509 0,0-1 225 0</inkml:trace>
  <inkml:trace contextRef="#ctx0" brushRef="#br0" timeOffset="-188183.17">24723 9656 2 0,'0'0'190'16,"0"0"-19"-16,0 0-15 0,0 0-22 0,10 12-11 15,-5-2-17-15,6 5-6 0,1 8-3 0,0 6-5 16,6 15-8-16,0 6 5 0,-2 4-6 0,-2 4-6 16,3 24 4-16,-6 2-7 0,-3-27-8 0,-2 4-8 15,-4 20-3-15,-4-28-8 0,-4 3-4 0,2-3-4 16,-5 1-3-16,-4-1-5 0,-3 1 0 0,-2-1-2 16,0-8 1-16,0 1-14 0,3-14 9 0,-11 11-5 15,10-16-6-15,-4 0 2 0,0-1-2 0,-2-4-4 16,3-3 5-16,-1-1-1 0,3-5 1 0,1 0 8 15,-1-3 24-15,2 1 5 0,-1-3 1 0,6 1-3 16,1-3-2-16,-4-1-4 0,4-1-3 0,4-1 0 16,1 1-6-16,-1-2 10 0,0 1 9 0,5-3 6 15,-5 2 10-15,3 1 12 0,2-3 13 0,-3 3 0 0,3-3 3 16,-4 1-1-16,4-1 5 0,0 0-3 16,0 0-8-16,0 0-5 0,0 0-9 0,0 0-1 15,0 0-11-15,0 0-3 0,0 0-9 0,0 0-19 16,0 0-14-16,0 0-28 0,0 0-21 0,0 0-32 0,0 0-36 15,5-14-43-15,-1 9-26 0,-3 0-35 16,7-4-88-16,-3 1-243 0,0-4-575 0,3 1 255 16</inkml:trace>
  <inkml:trace contextRef="#ctx0" brushRef="#br0" timeOffset="-187234.79">25122 9576 2 0,'0'0'200'15,"-2"-6"-22"-15,2 6-2 0,-3-4-17 0,3 4-13 16,0 0-15-16,0 0-17 0,-2-2-11 0,2 2-17 0,0 0-7 16,0 0-12-16,0 0-4 0,9 12-5 0,-4-5-5 15,3-2-4-15,1 5-7 0,2-3 0 0,-3 3-5 16,4-4-2-16,-1 1-2 0,-1-1-2 16,4-1-6-16,-3-1-3 0,-1 1 8 0,1-3 12 0,0-1-4 15,0 1 5-15,-1-2-4 0,2-3 0 0,-2 1 0 16,0-5 5-16,-1 3 0 0,0-2-1 0,1-3 1 15,-2 2-3-15,-3-3-2 0,4 0 4 0,-3 1 6 16,2-1 2-16,-3 0 2 0,-1 3 1 0,1-1 3 16,-1 1 1-16,0 2 4 0,-2 1-14 0,1-1-3 15,-2 0-6-15,2 1-5 0,-3 1-3 0,2 0 0 16,-2 3-6-16,0 0-9 0,3-6-6 0,-3 6-11 16,0 0-32-16,0 0-5 0,0 0 0 0,0 0 3 15,0 18 5-15,-3-1 5 0,-2 8-1 0,-1 9 1 16,-7 11 2-16,-1 4 4 0,0 8 2 0,-12 29 1 15,3 6 4-15,-5-1 8 0,5 1 7 0,0-7 1 16,2 2 1-16,-1-7-5 0,0 0 3 0,12-22 0 16,-7 22-3-16,3 2 8 0,7-26-2 0,0 2-4 15,2 1 0-15,1-2 0 0,2-4 2 0,2 0 0 16,-2-6 2-16,2-11 1 0,0-3 0 0,0 1-1 16,0-7 2-16,0 1-1 0,0-3 0 0,-2-7-2 15,2-2 2-15,0-4-3 0,0-2 0 0,-3-1 0 16,3-2 3-16,0 0-2 0,-2-1 14 0,-1 0 2 15,3-1 1-15,0 1-4 0,0-4 1 0,0-2 1 16,0 5-2-16,0-5 4 0,-2 5 0 0,2-5 0 0,0 3 0 16,0-3-3-16,0 0 3 0,0 0 8 15,0 0-13-15,0 5 0 0,0-5-6 0,0 0 4 16,0 0-4-16,0 0 0 0,0 0-1 0,-2 5 2 16,2-5-6-16,0 0-3 0,0 0 5 0,0 0 0 15,0 0-2-15,0 0 10 0,0 0-12 0,0 0 2 16,0 0 4-16,0 0 5 0,0 0 7 0,4 2 4 15,-4-2 3-15,0 0 6 0,0 0-1 0,0 0 1 16,0 0 9-16,0 0 6 0,0 0 1 0,0 0 3 16,0 0 6-16,0 0 6 0,0 0-6 0,0 0-2 15,0 0 0-15,0 0-9 0,0 0-5 0,0 0 2 16,0 0-6-16,0 0-38 0,-13-12-18 0,-4 9-29 16,-10-7-42-16,-9 2-43 0,-13-3-53 0,-6-1-84 15,4 1-328-15,4-4-644 0,11 2 285 0</inkml:trace>
  <inkml:trace contextRef="#ctx0" brushRef="#br0" timeOffset="-185852.58">27215 10049 27 0,'0'-9'248'0,"3"0"-11"16,-1 2-6-16,-1 1-13 0,0 2-14 0,1-1-22 15,-1 0-20-15,-1 1-19 0,2 1-16 0,-2 3-17 0,0 0-13 16,0 0-9-16,0 0-9 0,0 0-8 16,-2 18-11-16,-2-5-4 0,-1 4-6 0,-3 3-5 15,2 1-6-15,0 3-1 0,0 1-8 0,-2-1-2 16,-1 2 0-16,1-1-4 0,0-2-5 0,2-5 1 0,1 1-9 15,0-2-2-15,5-4-2 0,-3-3 1 0,-1-1 1 16,4-2 0-16,-1 0-1 0,-2-1 15 16,2-2 24-16,0 0 23 0,-2 0 30 0,3-4 41 15,0 0 0-15,0 0-14 0,0 0-10 0,18-11-18 0,-6 4-9 16,2-4-11-16,0-2-8 0,5-4-10 16,-4 3 12-16,6-4-20 0,-5 3-3 0,-2 1-5 15,2 0-3-15,-1 0-6 0,0 1-6 0,-2 1-4 16,-4 5-7-16,-1 0 2 0,-3 3-14 0,-1-1 2 0,1 1-1 15,-1 2-18-15,-2 0-10 0,-2 2-6 0,0 0-2 16,0 0 2-16,12 8 2 0,-10-2 7 0,0 1 4 16,-1 3 2-16,-1 2-2 0,-1 4 0 0,-1 0 1 15,1-2 2-15,0-1 1 0,-2 3-1 0,1-4-1 16,2-4 16-16,0 3-11 0,-2-2-1 0,2-3 4 16,0 0 0-16,0-1 2 0,-1-1 7 0,1-4 12 15,1 4 21-15,2-3 6 0,-3-1-15 0,14-8-6 16,1-1-2-16,-1 0 3 0,2-2-5 0,0-2-6 15,7-5 2-15,0 1-6 0,-1-1-1 0,-4 6 1 16,-4-1-3-16,4 0 1 0,-4 4-3 0,-5 2-1 16,0 1 6-16,-3-1-7 0,2 3-8 0,-4 1-1 15,1 0-23-15,-1 2 0 0,-4 1-3 0,9 5-2 16,-5 1-8-16,2 2-12 0,0 1-14 0,-1 3-19 16,4 1-22-16,-5 6-27 0,4-2-27 0,-4 0-38 15,1 2-51-15,-1-2-268 0,3-2-563 0,3 1 249 16</inkml:trace>
  <inkml:trace contextRef="#ctx0" brushRef="#br0" timeOffset="-185369.05">28223 10272 55 0,'-5'-2'193'0,"5"2"-9"0,-8-2-5 0,8 2-15 15,0 0-8-15,-6 0-11 0,6 0-16 16,0 0-13-16,0 0-10 0,0 0-11 0,0 0-7 0,0 0-6 15,0 0-4-15,0 0-7 0,0 0-2 0,0 0-3 16,-7-1-4-16,7 1 4 0,0 0 0 0,0 0-2 16,0 0-3-16,0 0-5 0,0 0-3 0,0 0-3 15,21-2-6-15,-10 0-4 0,10 2-6 0,-1 0-2 16,14-1-4-16,2 2-2 0,18-2-2 0,1 0-4 16,3 2 0-16,2 4 2 0,2-4 1 0,-8 2 11 15,0-2-14-15,-19 0 0 0,1 1-4 0,-4 0-1 16,-1-1-1-16,-11 0-1 0,0-1 2 0,-7 0-4 15,-2 2 0-15,0-2-2 0,-4 0-1 0,-2-2-2 16,0 4 0-16,-5-2-2 0,9 0-3 0,-9 0 2 16,7 0-10-16,-7 0-1 0,0 0-2 0,0 0-7 15,0 0-2-15,0 0-13 0,0 0-7 0,-16 6-19 16,16-6-11-16,-9 1-18 0,2-1-28 0,0 0-23 16,7 0-39-16,-13-3-190 0,5 3-396 0,1 0 175 15</inkml:trace>
  <inkml:trace contextRef="#ctx0" brushRef="#br0" timeOffset="-185051.69">28941 10094 78 0,'-1'-3'269'15,"0"-1"-1"-15,1 4-20 0,0-6-21 0,0 6-23 16,0 0-24-16,1-4-16 0,-1 4-19 0,0 0-19 15,10 1-3-15,-10-1-21 0,14 9-11 0,-4-5-7 16,4 8-9-16,-1 0-8 0,1 0-7 0,0 3-6 16,-1 2-8-16,0 5-2 0,-3 2-2 0,-1-7-8 15,0 7 0-15,-4-3-6 0,-1-3 0 0,-3 2-4 16,-1-2 0-16,0-1-5 0,0 0 1 0,-2-2-3 16,-5-3-2-16,5-2-2 0,-5 1-1 0,2-1 3 0,-4-2-4 15,3 1-9-15,-2-2-2 0,0 1-17 16,2-5-6-16,1 2-11 0,-1-3-19 0,-1 1-32 15,3-1-18-15,0 0-44 0,4-2-46 0,0 0-197 16,0 0-422-16,-6-8 187 0</inkml:trace>
  <inkml:trace contextRef="#ctx0" brushRef="#br0" timeOffset="-184787.44">29549 10150 64 0,'5'-6'325'0,"-2"0"0"0,-1 0-26 0,2 1-21 0,-1 1-23 16,-2 1-22-16,2 0-27 0,-3 3-24 15,4-5-24-15,-4 5-22 0,0 0-2 0,0 0-29 16,2 9-9-16,-3-1-14 0,0 2-5 0,-1 2-9 0,1 3-5 16,-3 3-8-16,0 0 2 0,2 2-10 0,-2-2-6 15,0 2-6-15,-1-1-5 0,1-1 2 16,-1 2-8-16,3-3-8 0,-2 1-16 0,1-6-15 15,-1 0-12-15,3 1-19 0,-2-6-13 0,-3 1-24 0,2-2-17 16,3-1 5-16,0 1 3 0,-6-5-9 0,3 0-45 16,4-1-55-16,-10-8-209 0,5 3-444 0,1-5 196 15</inkml:trace>
  <inkml:trace contextRef="#ctx0" brushRef="#br0" timeOffset="-184638.03">29562 9878 21 0,'3'-7'218'0,"-2"0"-21"0,0 4-24 0,1-1-19 0,-1 1-39 16,-1 3-17-16,5-3-23 0,-5 3-28 0,6 5-30 15,-1-1-38-15,-1 1-46 0,0 2-105 0,-1 2-185 16,-1 3 82-16</inkml:trace>
  <inkml:trace contextRef="#ctx0" brushRef="#br0" timeOffset="-183988.32">29798 10164 180 0,'0'0'248'16,"2"3"-23"-16,-2-3-25 0,-4 6-20 0,0-1-22 15,3 2-11-15,-2 2-13 0,-1 3-16 0,-1 4-14 16,0-2-8-16,0 1-10 0,-1 1-8 0,2-4-7 15,0-1-6-15,0 0-7 0,2-3-6 0,-1-1-3 16,2-1-9-16,-2 0 2 0,2-1 7 0,0-2 34 16,1 1 28-16,0-4 8 0,2 3 3 0,-2-3-17 15,16-8-4-15,-6 1-4 0,0 2-9 0,4-4-3 16,1-3-13-16,0 3-4 0,2-2-5 0,-4 0-4 16,2 0-11-16,2-1 2 0,-3 3-1 0,-1 2-10 15,-2 1 0-15,-2 2-5 0,2-2-4 0,-4 4-4 16,2-2-5-16,0 4-3 0,-2 0-7 0,3 0-5 15,0 2-9-15,-1 2 4 0,4 2-12 0,-3-1 0 16,0 3-4-16,2 0-3 0,-2 0-4 0,3 1-8 16,-2 2 2-16,-2-3-6 0,3 0 2 0,-3-1-1 15,-2-1 0-15,1-1 2 0,-2-1 5 0,-1-2 3 16,2 1 7-16,-2-3 3 0,-5 0-3 0,11-3 4 16,-4-1 2-16,-1-4 2 0,2 1 0 0,-3-4-1 15,3 0 1-15,-1-6-1 0,0-1 0 0,-2-2 8 16,1 0 8-16,2-4-5 0,-2-3 5 0,2 0 7 0,1-1-1 15,1-4 5-15,0 6 4 0,4-1-1 16,-3 0 0-16,0 6 2 0,-3 4 9 0,-1 0 4 16,1 7-6-16,-3 2 6 0,-1 1-7 0,-3 3-3 15,3-1-7-15,0-1-3 0,-3 5-10 0,-1 1-29 16,0 0 0-16,0 0 1 0,0 12 0 0,0-1 5 0,-1 7 0 16,-8 9 1-16,5 0-1 0,-1 3 3 0,1 3 5 15,-3 2-2-15,1-1 4 0,-2 0-2 0,2-2 3 16,1 1 6-16,1-3-5 0,-1-4 4 15,3-6 1-15,0-2 0 0,-1-5-3 0,2-1 4 0,1 0 2 16,-3-3-4-16,2-3 7 0,1 1-1 0,-2-3 4 16,2-1 19-16,0 2 16 0,-2-3 10 15,2-2 3-15,0 0-7 0,0 0-10 0,0 0-17 16,0 0-32-16,2-12-32 0,-2 5-25 0,0-1-44 16,0-3-48-16,0-3-47 0,2-3-65 0,-1 0-242 0,0-1-555 15,5-1 245-15</inkml:trace>
  <inkml:trace contextRef="#ctx0" brushRef="#br0" timeOffset="-183805.18">30170 10043 41 0,'-5'0'270'0,"5"0"10"0,-7-3-4 0,7 3-6 15,-7 0-23-15,7 0-18 0,0 0-26 0,0 0-22 16,0 0-22-16,19-4-22 0,3 4-28 0,7 0-36 15,-2 0-40-15,6 2-41 0,-1 0-48 0,-1 1-38 16,2-3-63-16,-3 1-209 0,-1 0-396 0,-1-3 176 16</inkml:trace>
  <inkml:trace contextRef="#ctx0" brushRef="#br0" timeOffset="-182738.72">30436 10248 225 0,'0'0'257'16,"0"0"-27"-16,0 0-25 0,0 0-20 0,0 0-19 16,0 0-18-16,23-7-16 0,-9 7-14 0,3-1-17 15,3 0-10-15,3-2-12 0,5 0-6 0,3 1-14 16,-4-1-11-16,2 1-10 0,-1-2-4 0,-1-2-7 15,-6 0-4-15,0-1-7 0,-3-1 0 0,1 1-8 16,2-3 5-16,-8-1-4 0,2 1 0 0,-6 0 8 16,-3 2-4-16,1-1 3 0,-1 0 0 0,-3-1-4 15,-2 3-1-15,-2 2-1 0,-1-3 2 0,-4-1 0 16,0-1-7-16,-3 7 3 0,-3-4-6 0,-2 5 1 16,1-1-3-16,-6 1 2 0,1 2 0 0,2 1-2 15,-3 3 2-15,6 0-3 0,-4 3 2 0,2-1 0 16,-2 3-3-16,7-1 4 0,-3 4-4 0,3 0 2 15,5 1 1-15,0 0 0 0,5 4 2 0,1-2 0 16,5 2-1-16,5-3-3 0,3 1-4 0,-1-2-4 16,4-2-1-16,7 3-7 0,3-6-5 0,-1 1-3 15,2-7-5-15,4 0 4 0,-2-2-2 0,1-3 28 16,-2-2-7-16,1-3 0 0,-3-1 7 0,-3-3 10 16,-5 1 4-16,-6 0 9 0,4-4 8 0,-6 1-4 15,1-1 8-15,-1-2-1 0,-3 3 7 0,-5 2 0 16,2-3-5-16,-5 3-4 0,0 3-1 0,0-3-6 0,-3 4-3 15,-2 1-1-15,1 1-4 0,-2 1-1 16,-2 1-2-16,-2 4-5 0,2-2-11 0,-2 3-5 16,0 0-1-16,1 4-15 0,1 2-11 0,-1 0-3 15,0 3-3-15,4-1 1 0,-3 2 0 0,4 1 1 16,2 1 2-16,0-2-4 0,4 1 5 0,0-2-9 0,2 0-2 16,5-2-2-16,-1 0-3 0,1-1-5 0,4-2-2 15,0-1 9-15,-1-3 1 0,1-1 0 0,2-1 9 16,-2-3 8-16,-1 0 13 0,1-1 8 15,1-4 24-15,-3 1 9 0,-1 0 10 0,-3 0 18 0,2-2 8 16,-2 2-2-16,-2-3 13 0,3 3 5 0,-5 0 2 16,1 3 2-16,0-1-4 0,-1 2-11 0,-2-2-8 15,3 3-16-15,-4-1-25 0,0 4-20 0,0 0-1 16,0 0 3-16,0 0-2 0,-2 14 2 16,-1 2-2-16,-4 0 6 0,1 8-7 0,1 5-1 0,-2 4 7 15,1 1 2-15,-9 10-4 0,7-8 3 16,-2 8 2-16,0-9 1 0,-1 10-3 0,-1-14 2 15,4-1 1-15,1-3-1 0,-1-1 3 0,3-7 1 16,0 1-5-16,-3-4 0 0,4 1 2 0,-1-7-2 16,0-1 1-16,0 1 1 0,1-4 2 0,-1-2 7 0,0-1 2 15,-3-5 0-15,-3 0 0 0,1-3 8 0,-5-4 19 16,5-1 7-16,-3 0 12 0,1-3 10 16,3-2 20-16,0 0 8 0,1-4-2 0,1 1 11 15,3-6-3-15,1-1-1 0,4 0-4 0,3-1 3 0,5-4-12 16,3 3-11-16,2-2-4 0,4 3-13 0,3 4 4 15,0-1-32-15,2 5 9 0,0 1-9 0,0 2 0 16,0 1-12-16,1 3 7 0,-5 3-6 0,-1 3 4 16,5-2-12-16,-2 2-4 0,0 2-8 15,-3 3-17-15,-4-2-21 0,-5 2-26 0,3-2-26 0,-2 2-26 16,-4 0-25-16,2 0-34 0,-2 3-32 0,-2-2-32 16,1 2-37-16,-5-3-243 0,7 1-557 0,-7-1 247 15</inkml:trace>
  <inkml:trace contextRef="#ctx0" brushRef="#br0" timeOffset="-182405.07">31405 10236 166 0,'0'0'276'0,"0"0"-19"15,0 0-28-15,0 0-21 0,0 0-24 0,0 0-17 16,20-4-15-16,-7 4-19 0,0-3-10 0,6 2-12 15,-2 0-8-15,2 1-14 0,-1-3-9 0,1 1-10 16,0 2-5-16,-4-7-7 0,2 2-7 0,-2-2-5 16,-1 1-2-16,-1-1-5 0,-2-1-6 0,-3-1-1 15,1 0-3-15,0-1-1 0,-3 0-3 0,-2 1-2 16,0 0-3-16,-4 1-6 0,0 2-1 0,0 0-1 16,-4 0-2-16,-1 0-5 0,-4 1 2 0,0 2-4 15,0 3 0-15,-5 0-3 0,1 3 2 0,2 2-3 16,-8 5-3-16,2 1 0 0,-6 3 1 0,8-1 3 15,-4 6-2-15,2 1 2 0,3 2-8 0,1-1 0 16,7 4-2-16,-2 1-8 0,7-2-13 0,-3-4-16 16,4 4-19-16,4-6-36 0,2-1-37 0,1-5-76 15,-1-3-161-15,2-3-406 0,2 0 179 0</inkml:trace>
  <inkml:trace contextRef="#ctx0" brushRef="#br0" timeOffset="-182120.98">31763 10154 95 0,'2'-4'280'0,"3"1"-22"0,-4 0-27 15,3 1-22-15,-4 2-19 0,0 0-17 0,17 5-16 0,-8 3-11 16,-2 1-17-16,1 0-12 0,1 6-10 0,-1 0-15 16,-2 4-6-16,-5 0-28 0,2 1-5 15,-3 0-8-15,-4 4-6 0,0-5-1 0,-1 0 6 16,-2-5-13-16,0 3-1 0,1-8-7 0,-1 1-1 0,1-3 4 15,2-2-1-15,0 0 6 0,1-3 13 0,-1 0 20 16,4-2 12-16,0 0 15 0,-7-7-16 16,7 0 2-16,3-3-4 0,5-6-12 0,1-1-1 15,8-4-9-15,8-1-26 0,0 0-31 0,-2 1-33 0,7-1-46 16,-1 0-60-16,0 1-77 0,1 1-268 0,-1 2-529 16,1 1 234-16</inkml:trace>
  <inkml:trace contextRef="#ctx0" brushRef="#br0" timeOffset="-177717.12">6429 13767 87 0,'0'0'212'0,"0"0"-4"16,0 0-6-16,0 0-5 0,0 0-11 0,0 0-16 16,-10-1-7-16,10 1-16 0,0 0-9 0,0 0-10 15,0 0-10-15,0 0-11 0,0 0-8 0,0 0-9 16,0 0-10-16,0 0 1 0,0 0-17 0,0 0-8 16,22-4-16-16,-11 3-13 0,5-1-22 0,4-1-23 15,7 3-38-15,5-1-34 0,0 1-51 0,-1-1-59 16,-5-1-150-16,3 4-380 0,-9-2 169 0</inkml:trace>
  <inkml:trace contextRef="#ctx0" brushRef="#br0" timeOffset="-177542.19">6528 13983 122 0,'-4'1'224'0,"2"2"-7"16,-1-1-8-16,3-2-10 0,0 0-21 0,0 0-16 15,0 0-21-15,25-5-16 0,-4 3-7 0,10-3-16 16,2-1-27-16,5 0-39 0,12-1-47 0,-8 1-59 0,13-5-64 16,0 5-149-16,0 0-305 0,-16-1 135 0</inkml:trace>
  <inkml:trace contextRef="#ctx0" brushRef="#br0" timeOffset="-176220.75">7766 13530 174 0,'4'-2'163'0,"1"1"-17"0,0-1-18 16,8-1-13-16,-4 6-15 0,5-3-6 0,0 3-11 15,4 1-10-15,-1 1-3 0,-1 3-13 0,0-2-4 16,0 6-11-16,-2-2 2 0,0 2-5 0,-1 3-10 16,-4 1-3-16,2 0-5 0,-3 2-16 0,0 2 16 15,-3 4-4-15,-5-5-4 0,0 6 5 0,-4 1-2 16,-5 1-6-16,-4-1 4 0,-2-1 3 0,-5 1 5 16,0-2-13-16,0-2 2 0,0-1-3 0,2-3-1 15,-3 0 0-15,7-5 7 0,0 0-2 0,1-2 2 16,-2-1 0-16,7 0 2 0,-1-5-4 0,4-1 12 15,0 1 12-15,1 0 16 0,0-2 27 0,-1-2 21 16,5-1 28-16,-4 4 19 0,4-4 2 0,0 0-14 16,0 0-16-16,3-12-14 0,6 2-3 0,1-2-14 15,4-3-6-15,5-7-12 0,5-2-8 0,1-1 6 16,8-10-21-16,7-2-3 0,-4-1-3 0,2 2-4 16,-2-1-4-16,-3 3-2 0,-6 10-8 0,-3 2-2 15,-2-1 1-15,-7 9-3 0,-1 1 1 0,-5 3-3 16,-2 2-6-16,-1 1-3 0,-2 3-5 0,-1-2-3 15,0 2-1-15,-3 4-13 0,0 0-4 0,0 0 2 16,0 0 4-16,-20 19-1 0,9-4 0 0,-1 0-3 16,1 2 4-16,-1 6 0 0,2 0 0 0,3-5 2 15,2 7 1-15,1 1-5 0,4-6 6 0,3-3 2 16,3 7 5-16,6 0-1 0,5-5 5 0,5 0 2 16,6-5-23-16,3 2-42 0,6-7-68 0,13 3-84 15,-2-4-298-15,-8-6-552 0,11-4 244 0</inkml:trace>
  <inkml:trace contextRef="#ctx0" brushRef="#br0" timeOffset="-175369.64">8481 12808 197 0,'0'0'231'0,"2"-4"-13"0,-2 4-21 0,0 0-20 16,0 0-20-16,4-4-19 0,-4 4-15 0,0 0-15 0,0 0-13 15,0 0-9-15,0 0-9 0,0 11-12 0,-4-4-7 16,-1 5-2-16,1 2-9 0,-1 4-5 15,0-1-5-15,-4 5-2 0,-4 2 2 0,4 2-3 16,-2 0-5-16,3 2 1 0,-4-4-4 0,6 1-8 0,-4 0 5 16,6-10-4-16,0-1-3 0,0-4 1 0,2-2-2 15,-1-2 0-15,1 0 20 0,0-1 40 0,1-1 33 16,1-3 23-16,0-1-8 0,0 0-12 0,14-6-6 16,-3-4-8-16,5-1-3 0,2-6 3 0,5-3 9 15,0 3-18-15,0-2-11 0,-1 0-8 0,2-1-5 16,-1 3-2-16,1-2-3 0,-1 4-7 15,-10 3-6-15,1 3-5 0,-1 1-8 0,-3 1 1 16,0 2-3-16,-6 1-11 0,4 0-11 0,-3 3-4 0,0-2-13 16,-1 2-10-16,-4 1-6 0,15 1-7 0,-11 3-3 15,5 2-12-15,0 1-14 0,-3 0-12 0,1 3-21 16,-1-2-21-16,1 5-24 0,4 0-37 0,-2 1-48 16,1-1-39-16,0-4-222 0,-1-1-522 0,5 4 231 15</inkml:trace>
  <inkml:trace contextRef="#ctx0" brushRef="#br0" timeOffset="-175047.46">9113 12832 86 0,'3'-6'259'0,"-3"1"-19"15,0-1-25-15,1 2-25 0,-1 4-22 0,1-3-20 16,-1 3-15-16,0 0-17 0,-9 13-12 0,3-4-12 15,-7 6-11-15,-5 7-9 0,-4 5-14 0,-8 11 6 16,-1 3-5-16,-3 1-4 0,-2 3-6 0,0 1-5 16,-1-4-2-16,5 3-7 0,0-5 2 0,11-10-11 15,2-3 2-15,2-3-3 0,1-2-3 0,6-5-1 16,1-3-3-16,3-3 1 0,-1-2-5 0,5-2 5 16,-1-1-7-16,-1-1 2 0,-1 0 32 0,4-1 9 15,0-2 15-15,-2 0 11 0,3-2 5 0,-1 4 4 0,1-4-6 16,0 0-12-16,0 0-7 0,0 0-12 15,0 0-3-15,0 0-37 0,11-6-38 0,-7 3-45 16,-1-1-51-16,-1-1-57 0,2 2-79 0,-1-2-190 16,1 0-483-16,-2 1 213 0</inkml:trace>
  <inkml:trace contextRef="#ctx0" brushRef="#br0" timeOffset="-174489.18">9131 13171 7 0,'0'0'247'0,"1"-5"-26"0,-1 5-25 0,0 0-20 15,0 0-21-15,0 0-17 0,0 0-11 0,0 0-11 16,0 17-16-16,-1-9-4 0,-3 2-11 0,0 1-13 15,-3 5-4-15,-1 1-3 0,0-1-8 0,-2 1-4 16,2 2-3-16,-2-4-10 0,1 2-3 0,0-2-1 16,4-4-8-16,0-1 6 0,1-3-8 0,-1 0-1 15,2-2 6-15,1-2 27 0,2 1 27 0,-3-1 22 16,3-3-6-16,0 0-7 0,13-7-9 0,-4 2-2 16,0-2 3-16,2-1-2 0,2-4-8 0,5 0-9 15,-2-2 0-15,4-3-11 0,-1-1-7 16,-5 4-1-16,3 0-3 0,-3-1-7 0,0 6-8 0,-5 0 3 15,1 1-6-15,-6 3-9 0,1 0 3 0,1 1-5 16,-2 1-12-16,0 0-2 0,-4 3 2 0,0 0-3 16,9 6 7-16,-9-1-12 0,4 1-1 0,-4 4 1 15,0 0 3-15,0 2-2 0,0-2 0 0,0 3 2 16,-3 0 1-16,6 2-1 0,-6-4-3 0,3 2 2 16,-1-2-3-16,1-5-3 0,0 1 2 0,-2-2 7 15,0 0 1-15,4-2 0 0,0-1 4 0,-2-2 0 16,14-2-5-16,-5-3 6 0,4 1-1 0,1-3 5 15,0-2 4-15,0-1 4 0,1 1-1 0,2-1 3 16,-3 2-2-16,-3 1-6 0,1-1 2 0,0 2 2 16,-1 1-5-16,-1 3-5 0,-1-1-2 0,3 2-5 15,-3 1-3-15,3 1-9 0,0 3 6 0,-2 2-14 16,3 1-21-16,0 3-32 0,-3 2-48 0,3 2-54 16,-3-1-81-16,-2-4-266 0,2 1-565 0,-3-2 250 15</inkml:trace>
  <inkml:trace contextRef="#ctx0" brushRef="#br0" timeOffset="-173386.07">9996 12912 108 0,'4'-4'190'0,"0"-1"-13"15,-3 1-16-15,0 1-20 0,2 0-17 16,-2-1-16-16,-1 4-8 0,0 0-17 0,0 0-5 16,8 14-8-16,-7-2-9 0,-1 6-8 0,-1 12-9 15,-2 18 5-15,-3 4-8 0,-2 8-6 0,-10 27-3 16,12-2-7-16,-12-5-3 0,5-21-7 0,-10 23 3 15,9-25 1-15,-4 25-6 0,7-23-1 0,-3 21 3 16,2-24 13-16,2-2 4 0,4 0 0 0,-2 0 1 16,4-2-1-16,0-5-1 0,3-11 2 0,-2-3-6 0,3-4 11 15,-1 0-4-15,1-4-3 0,1-4-2 16,-2-4-6-16,2-2 0 0,-1-1-5 0,3-2 1 16,-3 0-3-16,0-2 0 0,-3-2-2 0,2-1 0 15,1 0-2-15,-1-3-1 0,0 3 0 0,1-3-3 16,0 0 5-16,0-1-1 0,0 2-7 0,0-5 2 0,-2 4 2 15,2-4-1-15,0 0-2 0,0 3 2 16,0-3 0-16,0 0-5 0,0 0 3 0,0 0 0 0,0 0-4 16,0 5 1-16,0-5 0 0,0 0-2 15,0 0 3-15,0 4-2 0,0-4-3 0,0 0 3 0,0 0 0 16,0 0 0-16,0 0 0 0,0 0-1 0,0 0-2 16,0 0 2-16,0 0 3 0,0 0-4 0,-1 5 3 15,1-5-1-15,0 0-1 0,0 0-1 0,0 0 0 16,0 0 1-16,0 0 0 0,0 0 1 0,-1 3-3 15,1-3 1-15,0 0 0 0,0 0-2 0,0 0 2 16,0 0 2-16,0 0-2 0,-2 4-2 0,2-4 1 16,0 0 1-16,0 0 1 0,-1 3 5 0,1-3-6 15,0 0 2-15,0 0 1 0,0 0 7 0,0 0 19 16,0 0 15-16,0 0 15 0,0 0 15 0,0 0 11 16,0 0 8-16,0 0 2 0,0 0-10 0,13 0-6 15,0-4-8-15,7 0-10 0,11-4-8 0,5 0-3 16,-1 1-4-16,5-1-4 0,12-1-6 15,-1-2-5-15,-13 5 0 0,-3 1-6 0,0 0 2 0,-3 3-10 16,-3-3 2-16,-8 2-2 0,0 0 5 0,-8 1-14 16,-3-1-10-16,-1 2-8 0,0 1-10 0,-5-3-12 15,3 3-21-15,-4-2-21 0,1-1-35 0,-4 3-53 16,-5-8-90-16,0 4-247 0,-3-3-540 0,-3 0 240 16</inkml:trace>
  <inkml:trace contextRef="#ctx0" brushRef="#br0" timeOffset="-172704.57">10010 12959 14 0,'0'0'242'0,"-6"0"-6"0,6 0-8 0,0 0-14 0,-8-1-7 16,8 1-11-16,0 0-13 0,-4-4-10 0,4 4-10 15,0 0-12-15,0 0-10 0,0 0-4 0,-5-3-12 16,5 3-10-16,0 0-8 0,0 0-14 0,0 0-9 15,18-4-9-15,-4 1-9 0,8 1-9 0,7-1-2 16,4-2-21-16,3-3 0 0,18 4-4 0,-3 0-3 16,1 1-2-16,-11 0-7 0,-3-1 0 0,2 1-4 15,-4 2 0-15,-3 0-4 0,-3-2 3 0,-9 2-4 16,-2 1 1-16,-6-1-5 0,-4-1-9 0,0 2-15 16,-3 0-12-16,2 0-20 0,-8 0-27 0,9 2 1 15,-9-2-14-15,0 0-30 0,-13 7-39 0,4-4-32 16,-5 2-225-16,4 0-451 0,-4-1 199 0</inkml:trace>
  <inkml:trace contextRef="#ctx0" brushRef="#br0" timeOffset="-171671.86">10681 13280 34 0,'0'0'149'0,"0"0"-21"0,0 0 1 16,0 0-12-16,0 0-13 0,0 0-8 16,0 0-11-16,0 0-9 0,14-2-12 0,-4 1 3 15,-2 0-4-15,2 0-11 0,3-1-6 0,-2 0-9 0,2-1-3 16,1 1-2-16,5-3-8 0,-2 3 2 0,2-6 1 15,-7 4-1-15,4-1-4 0,1 0-1 0,-4 1-4 16,-3-4 7-16,0 3 10 0,1-2 6 16,-3-2 2-16,-4 4-4 0,1-1 8 0,-3 2-7 0,-1-2-1 15,0 2-7-15,-2 1-4 0,-4-1-5 0,-3 1-2 16,-6 0 0-16,-4 3-11 0,-9 1 0 0,2 4-1 16,-6 2 0-16,0 1 2 0,-3 5-4 15,-10 8 0-15,9-5-5 0,-10 10 7 0,0 3-6 0,4 2-8 16,3-1 5-16,2 1-1 0,10-3 3 0,1-1 1 15,6 1 5-15,2 1-5 0,5-2 2 0,2 1 0 16,9-2 8-16,1-3-9 0,5-4 5 0,4 1-1 16,13-2 9-16,1 0 1 0,9-4 6 0,1-3-3 15,4-3 1-15,3-2-6 0,11-2 2 0,-9-1-2 16,-4-3-4-16,0-3-1 0,-5-1 1 0,0-1 1 16,-1 0-1-16,-1-3 3 0,-15 3 9 15,5-2 16-15,-7 0 15 0,-3 2 13 0,1-2 4 0,-5 0 5 16,0 0-17-16,0 0 3 0,-3 2 3 0,-1 0-8 15,-1 0 1-15,1 0-7 0,-1-1-10 0,-2 2-2 16,2 1-1-16,-1-1-5 0,-1-1-6 0,0 5-2 16,1-5-2-16,-1 5-5 0,0-4 0 0,0 4-1 15,0 0 2-15,-1-6-5 0,1 6-1 0,0 0 2 16,1-4-3-16,-1 4-2 0,0 0 1 0,0 0-7 16,0 0 3-16,0 0-5 0,0 0-5 0,0 0 0 15,0 0-1-15,0 0-1 0,0 0-3 0,-7 17 2 16,1-8 9-16,3 1-9 0,-5 7-1 0,0 2 0 15,-3 4 2-15,-1 3-2 0,1 3 0 0,1 0 3 16,2 2-1-16,-2 1 2 0,2 0 1 0,3-4 1 16,-1 3-2-16,-1-6 1 0,6-5 6 0,-3-3-7 15,3-1 2-15,-2-4-2 0,3-2 0 0,-1 2 3 16,-2-6 3-16,3 0-4 0,0 1 3 0,-1-3 0 16,1 1 9-16,0-5 35 0,0 8 9 0,0-8 6 15,1 2 17-15,-1-2 6 0,0 0 9 0,0 0 3 16,-1 5-7-16,1-5-4 0,0 0-6 0,0 0-9 15,0 0-8-15,0 0-14 0,0 0-38 0,0 0-37 16,0 0-68-16,0 0-78 0,0 0-121 0,5-14-303 16,-1 9-646-16,4-2 285 0</inkml:trace>
  <inkml:trace contextRef="#ctx0" brushRef="#br0" timeOffset="-168807.07">11626 13096 23 0,'0'0'197'0,"0"0"-1"0,-10-2-8 16,10 2-10-16,0 0-10 0,-7-1-5 0,7 1-12 16,0 0-5-16,0 0-14 0,-4-1-10 0,4 1-9 0,0 0-7 15,0 0-10-15,0 0-6 0,0 0-11 0,0 0-7 16,0 0-8-16,0 0-5 0,-3-3-5 16,3 3-7-16,0 0-6 0,0 0-4 0,0 0-1 15,0 0-5-15,0 0-5 0,0 0-4 0,0 0-4 0,0 0 1 16,0 0-3-16,0 0-1 0,0 0-2 0,0 0-3 15,0 0 1-15,0 0-2 0,0 0-1 0,0 0-5 16,0 0 3-16,0 0 2 0,0 0-5 0,0 0 1 16,0 0-1-16,21 5 0 0,-8-6 1 0,9 0-2 15,10 0 3-15,4 1-3 0,0-2 2 0,2 2-1 16,-1-2 1-16,14-3-1 0,-11 3-4 0,1 1 2 16,0-2-2-16,-3 3 2 0,-2-1 0 0,-3 1-1 15,-2-3 0-15,-9 3-6 0,-10 0-17 0,2 0-23 16,-5 0-27-16,2 0-21 0,-5 0-9 0,-6 0-4 15,0 0-24-15,0 0-17 0,-15 7-38 0,0-4-131 16,-5-3-342-16,0 2 152 0</inkml:trace>
  <inkml:trace contextRef="#ctx0" brushRef="#br0" timeOffset="-168399.08">11882 13111 53 0,'0'0'230'0,"-4"-2"4"0,4 2-3 0,0 0-8 0,0 0-16 16,0-5-16-16,0 5-19 0,0 0-18 0,0 0-12 16,0 0-24-16,0 0-12 0,0 0-26 15,0 0-11-15,0 0-11 0,0 0-4 0,-1 18-4 16,-3-7-8-16,2 11-10 0,-4 2-4 0,3 7-4 0,-3 1-1 16,0 3 1-16,0 10-1 0,-2 1-2 0,3 0-3 15,1-10-4-15,-1-3 0 0,0 2-2 16,-1 11 3-16,2-13-5 0,-2-1 1 0,4 1 2 15,-2 0-5-15,-1-3-2 0,0 0 1 0,1-2-1 0,-1-3-2 16,2-6 4-16,-2-1-2 0,-1-2 1 0,0-1-3 16,2-4 2-16,0-1-2 0,0-2 6 0,0-1 3 15,-1-2 13-15,0 0 6 0,0-1 2 16,-4-1 6-16,-3-1 0 0,1-4 4 0,-2 2 4 0,0-3 10 16,1-1 7-16,-5-1 3 0,4 2-3 0,2-4-8 15,-1 0 0-15,2 3 9 0,-3-3-15 0,4 1-3 16,4 3-4-16,-1 3-7 0,-1-5 0 0,1 1-9 15,2 1 0-15,0 1-2 0,4 2-5 0,-6-2-4 16,5 0-24-16,1 2-26 0,0 0-24 0,-8-1-34 16,8 1-33-16,0 0-47 0,-6-2-35 0,6 2-11 15,0 0-20-15,0 0-210 0,0 0-483 0,0 0 213 16</inkml:trace>
  <inkml:trace contextRef="#ctx0" brushRef="#br0" timeOffset="-167907.91">12087 13821 207 0,'0'0'249'0,"2"-6"-25"0,-2 3-26 16,0 3-21-16,4-4-20 0,-4 4-21 0,0 0-15 16,0 0-13-16,0 0-12 0,0 0-10 0,0 10-7 15,0-3-7-15,0 2-9 0,-3 3-4 0,2 1-7 0,-1 3-2 16,-2 1-8-16,1 0-3 0,-1 0-3 15,-1 1-2-15,2-1-1 0,2 0-5 0,-5-5-6 16,5-1-3-16,-1 1 2 0,1-4-2 0,1-4 1 16,-2 1 5-16,0-1 45 0,2 0 50 0,0-4 16 15,2 4-4-15,-2-4-12 0,0 0-11 0,19-12-11 16,-9 3-10-16,5-3-12 0,2 2 0 0,1-5-10 16,-3 3 0-16,7-5-14 0,-4 3-5 0,-3 2 10 15,0 4-27-15,-1 1-1 0,-3-1-4 0,0 3-4 16,-2 4-7-16,0-3-1 0,1 1-8 0,-1 7-7 0,0-1-9 15,3 6-4-15,-1 3-8 0,1 1-17 16,-1 1-27-16,1 3-30 0,-6 0-48 0,3 1-44 16,0 0-67-16,-4-2-258 0,2 1-555 0,-4-4 246 15</inkml:trace>
  <inkml:trace contextRef="#ctx0" brushRef="#br0" timeOffset="-165404.88">13156 13087 34 0,'5'-12'220'0,"0"2"-6"0,-5 0-4 16,4 1-17-16,-1 2-7 0,-1 2-18 15,0 0-17-15,0 2-17 0,-2-1-17 0,0 4-13 0,4-6-18 16,-4 6-17-16,0 0-10 0,0 0-5 0,3 16-4 16,-3 2-8-16,-2 7-5 0,-2 5-2 0,-1 3-6 15,0 3-5-15,-9 11-2 0,3-2 0 0,0 4-1 16,1-14-6-16,1-1 2 0,1 0-3 0,1-1-4 16,-1-2 0-16,3-2 1 0,0-3-4 0,1-8 2 15,0 3-1-15,3-5 3 0,-2-4-1 0,2-2-5 16,-1 0-2-16,0-3 4 0,1 0 22 0,2-4 18 15,-2 2 29-15,1-1 34 0,0-4 34 0,0 0 16 16,0 0-18-16,0 0-15 0,0 0-18 0,15-11-8 16,-7 3-6-16,6-5-5 0,-2-1-10 0,0-1-15 15,6-6-2-15,3 0 0 0,-1-1-14 0,2-3-7 16,-2 1 0-16,2-2-18 0,2-3 9 0,-1 3-7 16,-1-1-2-16,-4 5 1 0,1 0-6 0,0 2-2 15,-10 5-2-15,1 1-1 0,-2 3-3 0,1 1 5 16,-4 2-12-16,0 1 20 0,-1 1-13 0,1 1 1 15,0-1-11-15,-1 4-3 0,-4-2 8 0,4 1-20 16,-4 3-15-16,1-5-19 0,-1 5-6 0,0 0 11 16,0 0-2-16,0 0 9 0,-19 10-3 0,5 0 5 15,-4 1 8-15,-6 4-3 0,7-3 1 0,-7 5 4 16,2 0 4-16,7-2 14 0,0-1-12 0,-1 0 4 16,1-3 0-16,5 1-2 0,-2 0 5 0,3-3-3 15,4 1 0-15,0-2 2 0,0 3 1 0,1-5-3 16,-1 2 3-16,5 2 2 0,0 0 3 0,0-1 3 15,5 1-2-15,0 0 1 0,4 2 2 0,0-2-1 16,4 4 4-16,-3-1-2 0,8-2-13 0,-1 1-13 16,0 1-29-16,6 3-42 0,-6-4-61 0,7-3-71 15,-6 2-286-15,0 0-558 0,0-5 247 0</inkml:trace>
  <inkml:trace contextRef="#ctx0" brushRef="#br0" timeOffset="-164572.62">13707 13357 44 0,'4'-4'169'15,"-4"4"-9"-15,3-3-24 0,-3 3-11 0,0 0-13 16,0 0-25-16,0 0 2 0,9 4-11 0,-6 0-6 0,-2 1-1 15,1 2-7-15,-1 0-2 0,0 3-8 0,-1 2-10 16,0 1-6-16,0 3 0 0,-1 0-8 16,-2 1 5-16,2-2-8 0,-3 2-2 0,2-2 0 0,-1 2-4 15,-1-1-3-15,2-3-4 0,0-3-1 0,1-1-4 16,1-2 3-16,-1 0 2 0,1 0 3 0,-4-4 36 16,4 0 26-16,0-3 26 0,0 7 25 0,0-7 27 15,0 0-5-15,0 0-18 0,0 0-9 16,17-7-14-16,-8 1-11 0,2-3-7 0,2 0 8 15,-2-3-19-15,5-1-9 0,-3 1-5 0,2 1-6 0,0-1-7 16,0 1-11-16,-3 0 1 0,-1 5-10 0,-3-1-3 16,0 2-4-16,-3 2-5 0,0-1-2 15,1 0-6-15,-3 3-6 0,1-1-4 0,-4 2 3 0,10 2 2 16,-7 1-8-16,0 1-3 0,1 1 4 0,1 0-1 16,-2 3 1-16,-1 1-3 0,2 0-2 0,-2 1-2 15,-1 0-8-15,-1 0-6 0,0 0-12 0,0 1 6 16,0-3-13-16,1-2-11 0,-1 2 0 15,0-5 9-15,0 2 6 0,0 0 4 0,0-1 6 0,1-1 22 16,-1-3 1-16,6 0 1 0,-6 0 4 0,12-7-4 16,-1-1 1-16,-1 3 3 0,4-7 4 0,-1 2-3 15,3-1 6-15,-3 1-4 0,2-2 5 0,-1 2-4 16,-4 3-1-16,1 0 0 0,-2 2-2 0,-3 0-3 16,4 0 1-16,-2 1-5 0,-3 3-2 0,3 1 0 15,1 2-17-15,-3 1-19 0,3 2-26 0,2 0-33 16,-2 4-39-16,2-1-47 0,1 4-79 0,-4-3-172 15,1-1-471-15,1-1 210 0</inkml:trace>
  <inkml:trace contextRef="#ctx0" brushRef="#br0" timeOffset="-163220.46">14518 13148 6 0,'9'-6'180'0,"0"-3"-20"0,0 3-14 16,4 2-11-16,0 2-15 0,-2 2-25 0,7 1 3 15,-5 2-5-15,3 2-19 0,1 4-10 0,0 4 3 0,0 7-8 16,-2 1-2-16,-2 2-11 0,-1 0-1 16,-4 4-4-16,-2 1-1 0,-1-1-12 0,-2 0 2 15,-6 0-4-15,-3-1-3 0,2 1 2 0,-5-3-3 16,-3 1-9-16,1-2 2 0,-6-1 0 0,6-5 0 0,-2-2-2 15,-1-1-2-15,3 1 3 0,2-5 5 0,-1-3 10 16,2 0 4-16,1 0-11 0,2-3 27 16,1 1 14-16,0-2 21 0,1 0 24 0,-1-1 24 0,4-2 30 15,-4 3 23-15,4-3 9 0,0 0-16 16,0 0-19-16,3-12-18 0,3 2-14 0,4-2 2 16,4-5-24-16,4-4-15 0,0-2-8 0,3 1 6 15,0-2-22-15,3-2-10 0,1-4-11 0,-1 5-4 16,-1-3-1-16,-1 6-8 0,-7 3 0 0,-1 4-3 15,-6 4 0-15,-2 3-13 0,2 1-4 0,-3 2-2 0,0 1-22 16,-2 0-21-16,-1 0-36 0,-2 4-1 0,0 0 17 16,0 0-4-16,2 15 8 0,-6-3 2 15,-1 5 9-15,-2 3 0 0,1 3 4 0,1 4 3 16,3-1 5-16,1-1 0 0,2-3-6 0,7 0-8 0,-1 4-13 16,5-5-19-16,4 1-31 0,4-5-39 15,3 0-57-15,4-5-82 0,1-4-196 0,-1-2-516 0,1-3 229 16</inkml:trace>
  <inkml:trace contextRef="#ctx0" brushRef="#br0" timeOffset="-162448.03">15130 12589 150 0,'4'-2'212'16,"-4"2"-14"-16,0-5-14 0,0 5-16 0,0 0-16 15,0 0-17-15,0 0-17 0,0 0-16 0,3-3-10 0,-3 3-12 16,0 0-10-16,0 0-7 0,2 14-10 16,-2-6-6-16,1 4-5 0,-2 5-1 0,1 4-8 15,-2-1-10-15,-1 4-6 0,-1 1-8 0,1 1-8 16,1 0-31-16,-3-5-21 0,-1 7-18 0,3-11-34 0,-1 0-63 15,-3-2-97-15,7-3-282 0,-3-1 124 0</inkml:trace>
  <inkml:trace contextRef="#ctx0" brushRef="#br0" timeOffset="-162172.88">15353 12734 240 0,'2'-2'244'0,"-1"-1"-23"0,-1 3-23 0,3-3-20 16,-3 3-24-16,0-5-15 0,0 5-18 0,0 0-13 15,0 0-13-15,-8 12-10 0,0-4-11 0,-1 6-4 16,-2 1-11-16,-5 7-7 0,0-3-2 0,0 5-6 16,-1 0-3-16,0 0-8 0,-2 1-2 0,0 1-2 15,0 1 2-15,2 0-8 0,-2-3 2 0,5 0-1 16,0-2-3-16,2-8-4 0,2 3-8 0,1-1-10 15,4-5-15-15,-1 1-13 0,1-2-13 0,0-1-21 16,1 0-25-16,3-1-25 0,-1-3-32 0,1 0-176 16,1 0-346-16,1-2 154 0</inkml:trace>
  <inkml:trace contextRef="#ctx0" brushRef="#br0" timeOffset="-161521">15405 12932 180 0,'0'0'194'0,"4"-3"-21"0,-4 3-24 15,0 0-16-15,0 0-15 0,0 0-15 0,0 0-16 16,0 0 0-16,0 14-11 0,-4-6 3 0,0 2-19 16,3 1-4-16,-4 1-11 0,2 6 2 0,-2-1-2 15,-3 2-9-15,2-2-4 0,-2 3-1 0,2-2-5 16,2 0-1-16,0-1-3 0,-1-5-2 0,2-4-3 15,1 3 5-15,0-5-5 0,0 0 10 0,1-1 21 16,-1-2 32-16,2 0 30 0,0-3 4 0,0 0-11 16,0 0-11-16,12-6-7 0,-5-4-3 0,3 3-3 15,-4-4-6-15,8 1 3 0,-2-5-17 0,-2 1-1 0,4-2-9 16,0 1-3-16,0 0-6 0,-2 3-2 16,-1 4-5-16,-4-2-6 0,0 3 9 0,-2 1-16 15,1 1-5-15,0 2 0 0,-2 0-8 0,-2 0 0 16,2 1-5-16,-4 2-5 0,0 0 0 0,0 0 0 0,8 5-1 15,-7-2-2-15,-1 1 4 0,1 4 5 16,-1-3-8-16,-1 3 0 0,0 1 1 0,0 0-4 16,-1 2 5-16,2-2-2 0,-2 0-2 0,0-2 1 15,2-2 1-15,0 0 1 0,-1-2 2 0,1-3 6 16,-1 7-2-16,1-5 15 0,0-2 25 0,0 0 3 16,0 0-5-16,0 0-4 0,13-5-5 0,-2-3 0 15,-2 0-5-15,0 0-2 0,6-1-6 0,-6 2 3 16,4 1-4-16,-3-1-7 0,-1 2 1 0,4 1-4 15,-3 1 4-15,1-2-3 0,-1 3-6 0,0-1-1 0,-2 4-7 16,2-2-12-16,0 2 2 0,0 2-15 0,-3 1-13 16,4-1-20-16,-3 2-27 0,-2 0-31 15,-1-1-28-15,3 4-32 0,-2-2-57 0,-2 0-206 0,0-1-483 16,1-1 214-16</inkml:trace>
  <inkml:trace contextRef="#ctx0" brushRef="#br0" timeOffset="-161242.15">15975 12609 199 0,'1'-4'243'0,"3"0"-24"0,-3 2-31 15,3-1-23-15,-4 3-19 0,6 9-13 0,2 1-14 16,0 6-11-16,2 14-7 0,-1 4-10 0,1 17-4 15,2 4-5-15,-7 6-7 0,-4 27-4 0,2 5-2 0,-11-6-7 16,-2-5-5-16,1 1-5 0,-4-24-5 16,-1 0-7-16,-3-1-1 0,-2-1-3 0,-4-5-3 15,-3-3-2-15,-5-1-5 0,-5 0-13 0,-4-6-19 16,-3 1-25-16,-6-6-11 0,-27 13-26 0,17-21-59 16,-22 5-72-16,23-14-145 0,-4-4-372 0,-2-8 165 15</inkml:trace>
  <inkml:trace contextRef="#ctx0" brushRef="#br0" timeOffset="-160605.68">13031 12736 124 0,'0'0'182'0,"0"0"-15"0,0 0-20 15,-17 12-20-15,3 2-14 0,-3 13-12 0,-3 5 2 16,-5 13-7-16,-2 10-6 0,-4 28-5 0,4 0-6 16,7 4-9-16,1-7-5 0,10-22-10 0,2 24-4 15,7-25-4-15,7-1-3 0,3 0-6 0,9-1-1 16,10-1 0-16,6-4-3 0,26 17 2 0,3-11-8 16,-13-21-22-16,3-1-41 0,29 3-81 0,-29-15-187 15,1-1-326-15,1-7 144 0</inkml:trace>
  <inkml:trace contextRef="#ctx0" brushRef="#br0" timeOffset="-158974.09">16693 13263 37 0,'-5'-2'142'16,"-4"2"-18"-16,9 0 4 0,-9 0-12 0,5-1-2 15,4 1-5-15,0 0-6 0,-9-1-9 0,9 1-6 16,0 0-3-16,-5-1-6 0,5 1-5 0,0 0-6 15,0 0 1-15,0 0 0 0,-5-3 0 0,5 3 1 16,0 0-7-16,0 0-5 0,19-1-4 0,-1-2-8 16,0 1-5-16,14-1-4 0,1-1-1 0,7 1-3 15,12-2-4-15,3 1-6 0,1 1 2 0,-1-2-2 16,0 0-15-16,-2 1-13 0,-14 2-20 0,-2 1-24 16,-2-1-25-16,-1-1-32 0,-3 2-38 0,-12 0-142 15,-1-2-308-15,-5 3 136 0</inkml:trace>
  <inkml:trace contextRef="#ctx0" brushRef="#br0" timeOffset="-158738.72">16991 13024 32 0,'-3'-4'210'0,"2"0"-22"0,0 2-23 0,1 2-18 0,0 0-19 16,0 0-9-16,0 0-16 0,-10 14-13 0,3 1-14 16,-2 3-7-16,-1 10-3 0,0 1 0 0,-2 1-13 15,-2 5-5-15,0 10-1 0,4-12-4 0,2 3-8 16,3 0-1-16,5-1-11 0,-4-2-20 0,4 1-29 16,4-2-49-16,3-6-84 0,-5-7-89 0,7-1-268 15,4-4 119-15</inkml:trace>
  <inkml:trace contextRef="#ctx0" brushRef="#br0" timeOffset="-158219.52">17910 12992 94 0,'-2'-7'232'0,"2"7"-15"0,0 0-17 0,0-5-14 15,0 5-19-15,0 0-19 0,0 0-16 0,0 0-13 16,0 0-8-16,0 0-18 0,0-3-8 0,0 3-6 16,0 0-8-16,0 0-8 0,0 0-6 0,8 0-5 15,-2-1-4-15,-6 1-5 0,20-1-5 0,-8-1-2 16,2 0-6-16,3 2 0 0,2-6-6 0,0 2 0 16,-1 3-2-16,0-4-4 0,1 0 1 0,-2-1-2 15,-1 4-3-15,-3-3 0 0,-2 0-2 0,-1 0-1 16,-4 0-2-16,-1 4 3 0,0-3-3 0,-1 0-1 15,-2 2-5-15,-2 2 1 0,0 0-2 0,-11-3-3 16,-3 3 0-16,-4 7-2 0,-9 0-4 0,-1 3 2 16,-1 4 0-16,0 3-1 0,-2 0 1 0,4 7 1 15,-2 0-4-15,3 2 4 0,3 0 0 0,1 4-1 16,2 2-3-16,7-2 7 0,2 1-1 0,2-1 4 16,5 0-4-16,5 0 5 0,3-1-22 0,6-5-20 15,4 0-42-15,7-5-48 0,3 1-84 0,0-7-122 16,3-2-362-16,1-1 160 0</inkml:trace>
  <inkml:trace contextRef="#ctx0" brushRef="#br0" timeOffset="-157925.18">18180 13317 138 0,'-5'-1'209'0,"5"1"-17"0,0 0-19 15,0 0-24-15,0 0-12 0,0 10-13 16,5-4-8-16,4 3-10 0,4 3-12 0,1 1-4 0,0 1-11 16,-1 2-8-16,1 0-7 0,-2 2-9 0,-5 2-5 15,0-3-4-15,-3 4-9 0,-3-2 1 0,-1 1-5 16,-5-2-7-16,0 0 2 0,-3-1-3 16,1-2-2-16,1-4-1 0,0-1-3 0,1-2-4 0,2-1 1 15,-1-2-4-15,2 0 5 0,-1 0 14 0,2-2 11 16,-2 1 15-16,3 1 7 0,0-5-7 0,16 0-5 15,3 2-8-15,13-1-27 0,2-2-45 0,2-2-62 16,19-3-77-16,-18 1-214 0,1 0-412 0,3 0 182 16</inkml:trace>
  <inkml:trace contextRef="#ctx0" brushRef="#br0" timeOffset="-155575.41">19237 12700 191 0,'0'-5'220'0,"0"0"-15"16,0 0-10-16,0 0-15 0,0 2-9 0,1-1-15 0,-1 4-19 16,2-5-18-16,-2 5-15 0,0-5-9 15,0 5-11-15,0 0-10 0,0 0-12 0,6 9-5 16,-1-1-7-16,1 2-2 0,6 2-6 0,-3 2-1 15,6 8-8-15,-2-6-5 0,8 2 0 0,-6 3-6 0,4-1 1 16,-2 0-3-16,1-1 1 0,-4-5-9 16,-2-1 3-16,1 1 2 0,1-3-4 0,-5-3-4 15,-1 1-5-15,-2-3 5 0,-1 0 2 0,1-2 0 16,0 1-4-16,-2-3 2 0,-3 1 1 0,3 1-3 16,-3-1-5-16,-1-3 10 0,4 2-4 0,-4-2-1 0,5 4 4 15,-5-4-8-15,0 1-7 0,0-1-21 0,0 0-23 16,0 0-23-16,0 0-28 0,0 0-36 15,0 0-39-15,4-7-165 0,-4 7-365 0,0-7 162 0</inkml:trace>
  <inkml:trace contextRef="#ctx0" brushRef="#br0" timeOffset="-155332.4">19784 12704 181 0,'0'0'195'0,"0"-4"-26"0,0 4-18 0,0-3-20 16,0 3-4-16,0 0-23 0,0 0-9 0,-10 10-8 15,4-2-7-15,-6 3-12 0,1 4-6 0,-2-1-10 0,-4 6-4 16,3-3-5-16,-4 2-3 0,4 4-1 16,1-2-2-16,-1-5-4 0,-1 6-7 0,0-2-17 15,4-3-18-15,-1 0-17 0,-1 7-9 0,3-11-20 16,-1 1-25-16,1 2-19 0,5-6-147 0,-5 3-266 15,5-4 118-15</inkml:trace>
  <inkml:trace contextRef="#ctx0" brushRef="#br0" timeOffset="-154991.22">19566 12939 193 0,'1'-6'207'16,"-1"6"-19"-16,0 0-19 0,0 0-24 0,0 0-17 16,0 0-20-16,-4 13-5 0,3-1-10 0,-3 7-16 15,-1 11-2-15,0 2-17 0,-4 13 3 0,-8 6-5 16,3 0-6-16,-4 0-4 0,0 4-5 0,0-3-6 16,3-2-1-16,0 0-5 0,1-6-2 0,5-12-5 15,2-1 0-15,0-2-4 0,-1 0-2 0,3-4 2 16,1-6-2-16,2 0-3 0,-1-8 1 0,2 1 1 15,-1-3 0-15,1-2-2 0,1 0 2 0,-1-3 18 16,1 3 18-16,-1-3 22 0,1-2 9 0,0-2 6 16,1 5 1-16,-1-5-4 0,0 0 2 0,1 6-15 15,-1-6-9-15,0 0-9 0,0 0-20 0,0 0-21 0,0 0-26 16,0 0-27-16,5-13-31 0,-5 10-46 16,3-1-57-16,-2-1-4 0,0 0-215 0,2-3-424 15,0 1 189-15</inkml:trace>
  <inkml:trace contextRef="#ctx0" brushRef="#br0" timeOffset="-154441.99">19812 13447 71 0,'0'0'259'0,"3"-4"-26"0,-3 4-21 0,1-4-24 0,-1 4-22 16,0 0-18-16,1-4-21 0,-1 4-17 0,0 0-14 15,0 0-5-15,3 16-16 0,-3-5-1 0,0 1-13 16,-3 5-5-16,1 0-5 0,-1 4-4 0,-1 4-4 16,1 1-3-16,-4-4-9 0,2-1 0 15,1-4-6-15,-1 0-1 0,2-2-3 0,0-3-1 0,-1-2-3 16,3 0 3-16,1-3 0 0,-2-2-1 0,1 0 43 15,0-1 53-15,0 1 32 0,1-5 29 0,0 0 24 16,0 0-6-16,0 0-16 0,0 0-19 0,16-16-15 16,-4 3-16-16,3-1-22 0,4-6 0 0,4-1-13 15,0-1-9-15,3-2-14 0,-2 3-5 0,3 0-6 16,-7 4-10-16,-7 5-2 0,1 1-8 0,-4 4-13 16,-1 1 13-16,-2 1-19 0,-2 1-8 0,1 4-30 15,1 0-10-15,4 4-11 0,-5 4-11 0,0 0-5 16,3 6-14-16,1 2-25 0,-5 2-29 0,1 1-41 15,-4 9-54-15,0-8-69 0,-1 4-305 0,-1-4-641 16,0-4 284-16</inkml:trace>
  <inkml:trace contextRef="#ctx0" brushRef="#br0" timeOffset="-152310.6">21144 12472 122 0,'0'-4'193'0,"0"4"-17"0,-4-6-18 0,4 2-16 16,0 4-19-16,0 0-13 0,0 0-11 0,-10 2-13 15,2 8-13-15,-6 4-4 0,-3 11-8 0,-7 4-9 16,-4 16-13-16,-7 2 9 0,3 3-12 0,2 2-2 16,0-1-2-16,4 3-4 0,0 2-6 0,12 0 2 15,0 4-3-15,6-7 1 0,8 1 7 0,7-4-4 0,8-4 2 16,6 0-3-16,7-7 7 0,9-2-16 15,7-3-19-15,7-5-41 0,7-5-63 0,1-2-186 16,0-4-319-16,-2-6 141 0</inkml:trace>
  <inkml:trace contextRef="#ctx0" brushRef="#br0" timeOffset="-149442.78">21651 12570 43 0,'0'-9'204'16,"4"-2"-13"-16,-3 4-10 0,3-1-8 0,-3 0-7 16,0 2-4-16,2 0-17 0,-2 2-11 0,2 1-16 15,-3-1-14-15,0 4-11 0,1-6-12 0,-1 6-11 16,0 0-6-16,0 0-13 0,0 16-7 0,0-4-2 16,-1 4-4-16,-2 4-3 0,-1 5-6 0,2 3 2 15,-7-1-4-15,5 3-9 0,-3-2-2 0,1 2 0 16,0-2 0-16,0 1 2 0,1-5-3 0,-1 3-6 15,1-1-2-15,0-2 0 0,0-7 1 0,1 3 1 0,0-3-3 16,2 1 3-16,-2 0-3 0,1-2 3 16,2-5-3-16,0-2 0 0,-2 1-4 0,2-5 2 15,0 2 0-15,-1-2 0 0,2-2-5 0,0 2 7 16,0-5 0-16,-1 5-4 0,1-5 13 0,-2 4 20 16,2-4 6-16,0 0 14 0,-1 3 15 0,1-3 10 15,0 4 15-15,0-4 13 0,0 0 0 0,0 0-11 16,0 0-12-16,11-10-7 0,-3 4-5 0,1 0-9 15,3-8-9-15,1 1-12 0,2 1 2 0,6-7-10 16,-2-1 14-16,5-1-17 0,-1 2-3 0,0-2-3 16,2 0-4-16,-1 2 8 0,0-2-11 0,-3 3-2 15,3-1-3-15,-4 2-2 0,-7 4 0 0,4 2 0 16,-8 1 0-16,1 3-6 0,0 0-1 0,-2-1 12 16,-4 5-15-16,1-1 2 0,0-2 3 0,-3 3-3 0,3 1-4 15,-2 1 7-15,-3 1-16 0,4-5-13 16,-4 5-20-16,1-4-4 0,-1 4 4 0,0 0 3 15,-13 9 13-15,2-2-7 0,-3 3 5 0,-4 0 3 16,0 2 4-16,0-2 1 0,-1 2-2 0,6 0 5 16,-3-3 1-16,4 1 1 0,2-2 0 0,1 1 0 15,1 0 5-15,-1-2-3 0,4 1 5 0,-1-2-5 0,3 0 4 16,2 1-1-16,0-1 2 0,3 1 4 16,1 1 1-16,4 1 2 0,0-1-3 0,1 1 7 15,6 3 3-15,0-3-7 0,2 3-8 0,-2 0-18 0,9 3-34 16,0 0-50-16,-5-5-66 0,5 6-84 0,-5-6-203 15,-3-2-501-15,3 1 221 0</inkml:trace>
  <inkml:trace contextRef="#ctx0" brushRef="#br0" timeOffset="-148690.62">22237 12783 8 0,'2'-4'239'0,"0"1"-16"15,0-1-12-15,-2 4-14 0,3-2-19 0,-3 2-21 16,3-3-17-16,-3 3-16 0,3-2-12 0,-3 2-15 16,0 0-11-16,0 0-9 0,2 7-11 0,-2-2-5 15,-2 5-7-15,0-1-5 0,0 4-6 0,-3 4-8 16,-1 1 1-16,-1 4-5 0,1 3-1 0,-1-7-7 16,1 2 0-16,-3 6-1 0,4-9 1 0,1-1 0 15,-1 1-6-15,1-6-5 0,1 1 2 0,2-3-4 16,0 0 4-16,-2-2-8 0,3-2 11 0,-3-1 30 15,3 0 23-15,0-4 0 0,7 1-2 0,-7-1-5 16,15-9 2-16,-1-1 2 0,1-2 0 0,2 0 1 16,-4-1 0-16,8-5-9 0,-1 2-8 0,2-2-2 15,1 0-5-15,-3-1-2 0,2 2-8 0,-5 6-3 16,-3 0-4-16,1 4-6 0,-6 0-2 0,-1 2-2 16,0 0-4-16,-2 1-7 0,-1-1-1 0,1 5 12 15,-6 0-18-15,10 3 1 0,-7 1-5 0,-1 3 3 16,2-4-1-16,-4 8-1 0,4-2 1 0,-4 3 0 15,0 0-3-15,0 2 2 0,0 3-8 0,0-5-4 16,0-1 7-16,0 0-6 0,0-2-2 0,0-2 3 16,0-2 3-16,0 2 1 0,1-4 13 0,1-1 12 15,-2-2-3-15,11 2 0 0,3-8 1 0,5-2-5 16,-1 3 1-16,9-7 1 0,0 4-3 0,-8 0 1 16,0 0 1-16,-1-1 10 0,1 3-10 0,-1-2-6 15,1 2 2-15,-7 4 0 0,0-1-7 0,0 2 0 16,6 1-1-16,-8 0-9 0,1 4-13 0,-1-3-24 0,1 7-39 15,-2 0-47-15,0 6-66 0,-1-5-307 16,-2 4-548-16,1-3 243 0</inkml:trace>
  <inkml:trace contextRef="#ctx0" brushRef="#br0" timeOffset="-145128.4">23353 12772 171 0,'0'0'174'16,"2"-6"-11"-16,-2 6-13 0,3-7-6 0,2 3-14 15,-1-1-7-15,1 1-13 0,-1-1-15 0,5 1-10 16,1 0-6-16,3 2-10 0,1 0-5 0,0 1-5 15,4 2-11-15,-5 0-2 0,6 2-12 0,-2 2-2 16,-1 3-9-16,0 0 1 0,-1 3-1 0,-4 0-5 16,2 4-3-16,-3 0-5 0,-2 2-1 0,-3 2 2 15,-3-2 0-15,0 3 0 0,-6 5-5 0,-1 3 1 16,-4-4-1-16,0 0 1 0,-6 1-2 0,-1-4 0 16,-1 2-13-16,-1-4 15 0,0 2-2 0,4-5-3 15,0-3 1-15,1-1-4 0,-1 2 1 0,2-8 7 16,2 3-6-16,1-4 5 0,4 0 14 0,0-1 11 15,1-1 18-15,-3-1 26 0,4-1 33 0,-1 2 21 16,4-3 22-16,-4 2 33 0,4-2-15 0,0 0-21 16,8-15-28-16,3 2-15 0,7-6-13 0,5-4-10 15,2 1-5-15,0-4-12 0,2-1-9 0,13-7-7 0,-3 0-4 16,1-3-9-16,-1 6-17 0,-7 7 11 16,-1 1-5-16,-4 2 1 0,-3 0-7 0,-8 8 0 15,0 3-1-15,-5 1-5 0,-4-1-3 0,2 6-5 16,-1 1-17-16,-2-2-21 0,-3 3-14 0,-1 2 4 0,0 0 8 15,0 0-3-15,-8 14 4 0,2-6 0 16,-3 5 2-16,2 2 3 0,-3 0 3 0,0 1-4 16,5 0-2-16,1 1 0 0,3 2 4 0,6-2 7 15,0 2-8-15,11 4-9 0,3-2-22 0,5-3-28 0,4-2-54 16,7-6-64-16,-2 1-277 0,5-6-522 0,1-3 230 16</inkml:trace>
  <inkml:trace contextRef="#ctx0" brushRef="#br0" timeOffset="-144689.3">24088 12185 223 0,'1'-9'244'0,"2"5"-5"0,-2-3-13 0,0 2-13 0,-1 0-15 16,3 1-16-16,-2-1-18 0,-1 5-19 0,1-5-20 15,1 3-15-15,-2 2-17 0,0 0-12 0,0 0-9 16,0 0-8-16,0 0-6 0,-3 19-8 16,-1-6-6-16,3 2-4 0,-8 9-4 0,5 1-2 0,-1-2-4 15,0 5-7-15,1-4 5 0,-1 5-5 0,-4-4-14 16,4-1-18-16,-1 2-21 0,0-9-29 0,1 5-21 15,-1-4-25-15,2-2-37 0,-1 1-38 16,1-7-179-16,2-1-388 0,2-2 172 0</inkml:trace>
  <inkml:trace contextRef="#ctx0" brushRef="#br0" timeOffset="-144431.32">24379 12296 104 0,'2'-3'264'0,"-2"-1"-27"0,0 4-26 0,1-3-20 15,-1 3-25-15,0 0-20 0,0 0-15 0,0 0-7 16,0 0-20-16,-13 17-11 0,3-7-15 0,2 4-1 16,-2 5-10-16,-4 3-7 0,-3 3-6 0,3-3-2 15,0 4-8-15,-1-1-6 0,-1 1 1 0,3 0-2 16,0-1-5-16,2-3-4 0,1-4-16 0,0 0-17 15,2 1-26-15,-1-5-23 0,2 3-32 0,0-3-40 16,2-2-65-16,0-4-125 0,1 1-343 0,1-3 152 16</inkml:trace>
  <inkml:trace contextRef="#ctx0" brushRef="#br0" timeOffset="-143843.96">24462 12475 71 0,'0'0'292'0,"2"-4"-22"0,0 1-26 0,-2 3-25 0,1-4-23 15,-1 4-21-15,0 0-21 0,0 0-19 16,0 0-12-16,0 0-16 0,0 0-10 0,4 13-10 15,-4-3-8-15,0-4-7 0,-4 6-7 0,3 1-7 16,1-1-5-16,-4 3-11 0,-1 1-1 0,1 2-2 0,-3-4-6 16,2 1-2-16,3-1-5 0,-3-5-1 15,3 2-2-15,0-4-3 0,0 0-2 0,0-2 0 16,1 2 0-16,0-3-2 0,0-1 4 0,-2 0 7 16,3-3 24-16,0 0-1 0,0 0-3 0,0 0-9 15,19-6 1-15,-10 0-6 0,0-2-6 0,5-6 2 0,0 3-9 16,7-6 1-16,-6 4-6 0,-1 1 1 15,4-3-2-15,-4 3 0 0,1 2-3 0,-6 3-2 16,0 0 2-16,0 2-5 0,-4 0-1 0,-1 3-4 16,1-1-4-16,-1 0-14 0,0 2 5 0,-4 1-2 0,0 0 3 15,9 7-2-15,-8-2 4 0,-1 0-1 0,0 4 5 16,0-2-1-16,0 4-1 0,-2 0-1 16,-1 0 1-16,-1 0 1 0,4-1 1 0,-2 3 2 15,0-5 0-15,0 2-1 0,-1-5-1 0,3 2 12 0,0-2-8 16,-2-1 1-16,0 1 3 0,2-2 9 0,0-3 22 15,2 4 13-15,-2-4-5 0,0 0-4 0,0 0-2 16,15-7-6-16,-10 1-1 0,3 1-4 16,2-3 2-16,0 1-8 0,-3 1-3 0,3-2 2 15,-4 3-5-15,4-2-4 0,-1 2-1 0,-1 2 1 0,-3-2-2 16,4 3-2-16,-4 0-10 0,2-1-6 0,-1 3-9 16,2 0-13-16,-8 0-19 0,13 3-23 15,-8-1-26-15,1 1-26 0,0 1-39 0,1 0-36 16,-2 3-272-16,-3-1-514 0,2-3 227 0</inkml:trace>
  <inkml:trace contextRef="#ctx0" brushRef="#br0" timeOffset="-143158.84">24865 12172 11 0,'0'0'137'0,"11"8"-15"0,-2-1-12 16,4 7-7-16,6 6-15 0,-1 6-1 0,8 15 4 15,-1 5 1-15,-1 3 4 0,-2 4-6 0,3 26-4 16,-13-25-11-16,0 3-6 0,-1 1-6 0,-6-1-6 16,-3-1-8-16,-2-3-8 0,-4 1 0 0,-1-2-4 15,-7-1-1-15,2-5-7 0,2-15-1 0,-4 1-5 0,0-5 4 16,-2-3-5-16,0 0-5 0,1-7 5 16,2-3-3-16,-2-2-5 0,-1 0 2 0,5-4 4 15,-4-1 6-15,4 0 2 0,0 0 5 0,4-4 4 16,-4-1 3-16,4 1 8 0,1-1-1 0,-1 1-2 0,1-1-1 15,0 1-2-15,4-3-4 0,-6 2 6 0,6-2 5 16,0 0-1-16,-6 0-3 0,6 0-15 16,0 0-15-16,0 0-87 0,7-15-103 0,2 8-197 15,2-2-403-15,6-4 178 0</inkml:trace>
  <inkml:trace contextRef="#ctx0" brushRef="#br0" timeOffset="-142310.06">25168 12114 116 0,'0'0'221'0,"-3"-6"-17"0,3 6-18 0,0 0-20 16,0-5-20-16,0 5-17 0,0 0-8 0,0 0-19 15,0 0-12-15,0 0-4 0,0 0-14 0,0 0-4 16,19 11-8-16,-10-8-2 0,2 5-8 0,0-1-11 15,2 2-10-15,2 0-7 0,-1-1-6 0,-2-2-10 16,3 2-1-16,-1-1 2 0,1-2-7 0,-2-3 0 16,1 1-3-16,-4 0 3 0,4-3 0 0,-1 0 0 15,-4-1 3-15,4-1 6 0,-3-3 3 0,2 0 4 0,-1-2 10 16,-2 2-1-16,-1-4 2 0,1 2 4 16,-2-3 3-16,0 5 5 0,-1-5 2 0,-2 4 6 15,1 0 1-15,-2 0 2 0,0 0-2 0,1 1 0 16,-4 0-7-16,3 1-3 0,-2 1-2 0,-1 3-5 0,1-5-3 15,3 2-5-15,-4 3 2 0,0-4-10 0,0 4-10 16,4-2-21-16,-4 2-6 0,0 0-1 16,0 0 2-16,2 11-2 0,-4-2 6 0,2 7 1 15,0 3 1-15,0 10-1 0,-4 20-6 0,0 4 11 0,3 0-2 16,-5 8 1-16,-6 23 10 0,3-1 4 0,0-23 3 16,0 1 0-16,-1-3 5 0,3 0 0 0,1 2-1 15,-1-1 2-15,-1-2-2 0,3-1-1 0,0-1 4 16,0-1 2-16,-2-4-6 0,6-3-1 0,-4-13 2 15,0 2-3-15,0-2-2 0,2-3 0 0,-2-1-1 16,1-4 1-16,-5-2-3 0,8-5 3 0,-3-2 0 16,0-2-1-16,3-3 1 0,-3 2-1 0,0-4 0 15,3 0-1-15,-3-2 3 0,-1 0-3 0,5-2 0 16,-1 1 1-16,-3-3 2 0,4 1-3 0,-2-2 4 16,0-1-2-16,2-2 4 0,0 8-3 0,0-8-1 15,-2 4 2-15,2-4 1 0,-2 3 2 0,2-3-1 16,0 0 2-16,0 5 3 0,0-5 0 0,0 0-1 15,0 0 0-15,0 0 1 0,0 0 4 0,0 0-7 16,0 0 1-16,0 5 1 0,0-5-4 0,0 0-3 16,0 0 4-16,0 0 1 0,0 0 4 0,0 0 5 15,0 0-3-15,0 0-3 0,0 0 0 0,0 0-3 16,0 0 3-16,0 0-1 0,0 0-2 0,0 0 1 16,0 0 0-16,0 0-6 0,0 0 0 0,0 0 3 15,0 0 4-15,0 0-10 0,0 0 1 0,-12 0 3 16,0 0-1-16,-7 0-1 0,-9-1-15 0,-4-2-19 15,-6 2-31-15,-15 1-51 0,-1-5-85 0,-6 2-252 16,2-9-485-16,-2-2 215 0</inkml:trace>
  <inkml:trace contextRef="#ctx0" brushRef="#br0" timeOffset="-138893.93">27165 12583 10 0,'0'0'185'0,"-1"-4"-8"0,1 4-8 0,-2-4-15 16,2 4-22-16,0 0-13 0,0 0-7 0,0-4-18 15,0 4-10-15,0 0-11 0,0 0-8 0,0 0-3 16,-1 17-9-16,-3-7-11 0,3 1-2 0,-3 6-7 16,-1 1 0-16,-1 9-4 0,2-1-8 0,-1-3 1 15,-2 1-1-15,2 2-5 0,0-7 3 0,-4 6-5 16,4 1-6-16,-2-2 2 0,4-5-2 0,-1 1 4 16,-2-3-8-16,3 0 5 0,-1 0-1 0,0-6 1 15,0 2-3-15,3-6-1 0,-4 5-3 0,5-7 5 16,0 2 15-16,-2-4 31 0,0 2 31 0,2 0 39 15,-1-3 27-15,1-2 23 0,0 0-13 0,0 0-17 16,0 0-15-16,23-17-16 0,-13 7-9 0,8-5-11 0,5-2-8 16,3-4-12-16,-1-1-3 0,-2 3-10 15,5-5-6-15,-1 4-5 0,-3-2-5 0,2 3-5 16,-7 1-3-16,-1 7-2 0,-4-1-11 0,-5 7 3 16,-1-2-5-16,-1 0-3 0,-1 4-19 0,-1 2-9 0,1 2-4 15,-1 2-1-15,-1 2 4 0,1 4-1 0,-1 3-4 16,1 4 1-16,-2 2 3 0,-3-1 2 15,3 1 1-15,0 3 0 0,-3-1-1 0,2 4 2 0,1-3 11 16,0-5-6-16,-2 2-6 0,1-1-31 0,-2-1-29 16,2-5-30-16,0 3-43 0,-2-2-7 0,2-2-32 15,-2-2-28-15,0 1-61 0,-2-3-144 0,2-2-447 16,0 0 198-16</inkml:trace>
  <inkml:trace contextRef="#ctx0" brushRef="#br0" timeOffset="-133515.08">27008 10256 36 0,'9'2'72'0,"-3"-2"-10"0,-1 2-1 15,5-2 2-15,-3 1-14 0,4 0 1 0,-1 0-3 16,3 1-4-16,0 1 1 0,1-3 3 0,4 0-3 16,0 2-4-16,2 0-2 0,1 1-5 0,1-1 1 15,7 0-16-15,0-2 6 0,2 2 4 0,1 0-1 16,-1 2 11-16,1-2-20 0,0 2 1 0,1-1 2 16,2-2-9-16,1 2 18 0,1-1-4 0,3 0-11 15,-1 0 12-15,13 2 0 0,-13-3-2 0,1 2 8 16,0-1-6-16,-2-1-4 0,1 1 5 0,14 1-3 15,-16-1-11-15,-3 0 7 0,3 0-12 0,-1 0 7 16,-1 1-6-16,0 0 3 0,0 0-2 0,-2 1-5 16,2-3 2-16,-3 3-2 0,1-3 0 0,3 1 2 0,-3 0 1 15,-1 2-4-15,3-4-3 0,-3 3 19 0,2-2-14 16,-2 2-2-16,-2-1-6 0,2-1 3 16,-1 1-5-16,1 1-7 0,0-3 10 0,-4 2 5 15,1 0-3-15,3 0-1 0,-5-2 2 0,5 1 0 0,-4 1 12 16,2-1-2-16,-2-1-3 0,0 1 0 0,-2-1-5 15,2 1 6-15,-2 0-10 0,-3 3 7 16,4-4 0-16,1 1-3 0,-5 0 1 0,3-1 1 16,3 3 4-16,-1-2-6 0,-1 2 0 0,1 0 1 0,2-1 6 15,-3 0-9-15,1 0-3 0,0 1 1 0,-1-2-2 16,1-1 7-16,1 0-6 0,-2 1 9 16,2 0-11-16,1 0 3 0,-2-1 5 0,1 1 4 15,-2-1-7-15,-8 0 3 0,4 3-4 0,-2-3 2 0,0 0 3 16,0 0-3-16,-3 0-4 0,2 0 7 0,-2 0-5 15,0 0 4-15,0 0-5 0,-1 0 2 0,2 0 0 16,-3 0 3-16,2 0-3 0,1 0 7 0,-5 0-15 16,7 0 3-16,-2 0 10 0,1 0-7 0,3-3 6 15,5 3-6-15,1-2 0 0,-8 2 4 0,6-1-3 16,4 0 1-16,-3 0-7 0,1 1 2 0,-1 0-5 16,3 0 6-16,-1 0 0 0,3-5 9 0,-4 4-4 15,4 0 10-15,-1-1-11 0,2 2-3 0,-2-2 4 16,1-1 6-16,2 2 1 0,0 0-5 0,-2 1 7 15,-1-1-3-15,1-1 2 0,1 2-3 0,1 2 0 16,2-4-3-16,0 2 7 0,2 0-4 0,-3 0 1 16,4-1 2-16,-4 1-3 0,4 1 3 0,-3-1-4 15,1 2 1-15,-1-1 8 0,0 1-5 0,2 0 6 16,-2-1-5-16,-2 1-3 0,-1 0 0 0,-2-1-3 16,2 3 4-16,1-2-4 0,-3 1 3 0,-3-2-2 15,-1 3 4-15,-7-4 15 0,0 3 1 0,2-2 4 16,-1-1-3-16,-2 0 7 0,-3 0 6 0,-2 0 0 15,-2 1 9-15,0-1 8 0,1-1 0 0,-4 1 6 16,0-1-6-16,-2 0-1 0,-1 1-3 0,-1-2-6 16,-6 2-6-16,11 0-6 0,-5 0-3 0,-6 0-16 0,0 0-31 15,9 2-37-15,-9-2-58 0,0 0-64 16,0 0-244-16,0 0-450 0,0 0 199 0</inkml:trace>
  <inkml:trace contextRef="#ctx0" brushRef="#br0" timeOffset="-132063.28">26949 10896 183 0,'0'0'214'16,"0"0"-20"-16,0 0-16 0,0 0-15 0,0 0-19 16,0 0-15-16,4-3-13 0,-4 3-12 0,0 0-12 15,0 0-12-15,0 0-12 0,0 0-11 0,0 0-19 0,0 0-16 16,0 0-7-16,0 0 1 0,1 13-1 0,-1-5-1 15,0 2-4-15,-3 6-3 0,1 1 2 16,1 2-3-16,-7 6 0 0,7-4-6 0,-3-1 0 16,0-1 3-16,3 0-2 0,-2-1-3 0,2-1 4 0,0-1 0 15,-2-3-5-15,3-4 12 0,0 1-3 16,0-2-4-16,0-1 0 0,0-5 7 0,0 4 25 16,0-2 29-16,1 0 34 0,-1-4 37 0,0 3 21 15,0-3 16-15,0 0 2 0,0 0-13 0,0 0-22 0,11-12-10 16,-5 5-15-16,3-3-12 0,2-5-12 0,2-2-21 15,5-4-6-15,-4 6-13 0,3-7-5 0,-3 6-3 16,-3 4-1-16,0-1-8 0,-1 5-8 16,-4 0 4-16,-1 2-6 0,-1 2-13 0,1 1-19 0,-1 0-26 15,2 1-16-15,-6 2-7 0,7 0 4 0,-7 0 1 16,5 7 1-16,-4-2 5 0,3 2 3 0,1 1 5 16,0 4 3-16,-1-3 4 0,0 4 4 15,-3-1 1-15,3 1-8 0,1-1-9 0,-1 0-10 0,-1 0-27 16,2-1-1-16,-3 0-32 0,1 0-22 0,2-1-34 15,0-3-50-15,-2-2-173 0,2 0-426 0,2-1 188 16</inkml:trace>
  <inkml:trace contextRef="#ctx0" brushRef="#br0" timeOffset="-131720.15">27481 11103 59 0,'0'0'166'15,"0"0"5"-15,0 0-15 0,0 0-13 0,0 0-11 16,0 0-13-16,0 0-12 0,0 0-11 0,21 2-11 15,-8-2-5-15,6 0-14 0,3 0 1 0,6-2-11 16,3 2-2-16,-1-1-5 0,1 0-8 0,-2 0-1 16,-1 2-4-16,-7-1-10 0,-2-1 6 0,-2 2-5 15,-4 0-4-15,-3-1-5 0,-4 1-18 0,2-1 0 0,-2 0-17 16,-6 0-8-16,8 0-9 0,-8 0 10 0,4 2 0 16,-4-2-5-16,0 0 3 0,0 0-20 15,-22 2-32-15,12-2-10 0,0 3-34 0,-1-6-101 16,0 3-241-16,2-2 106 0</inkml:trace>
  <inkml:trace contextRef="#ctx0" brushRef="#br0" timeOffset="-131412.56">27859 10947 16 0,'-2'-7'245'0,"2"7"-22"0,3-2-22 0,-3 2-25 15,0 0-15-15,0 0-21 0,1-4-15 0,-1 4-16 16,0 0-9-16,16 2-14 0,-6 1-5 0,-2 1-13 16,3 1-6-16,0 2-8 0,4 3-5 0,-1 0-4 15,-2 1-8-15,1 0-5 0,1 2-2 0,-2 2-5 16,-1-3-9-16,-2 1 0 0,-4 1-5 0,1-2-11 16,-4 0 2-16,3-2-1 0,-4 2-10 0,-1 0 5 15,-3-3-4-15,-1 0-1 0,1-1 5 0,-2 0-4 16,-3-1 5-16,-1 2 4 0,-1-2-2 0,1-3-4 15,-5 3-6-15,4-3 9 0,-2-1-14 0,2 1-10 16,0 1-20-16,0-1-23 0,2-3-19 0,3-1-26 16,1 1-47-16,-2 1-94 0,6-2-276 0,0 0 122 15</inkml:trace>
  <inkml:trace contextRef="#ctx0" brushRef="#br0" timeOffset="-130629.68">28422 11051 323 0,'0'0'294'0,"3"-4"-25"0,-2 0-23 16,-1 4-23-16,4-4-23 0,-4 4-18 15,0-4-20-15,0 4-21 0,0 0-16 0,0 0-15 16,0 0-13-16,0 0-14 0,0 0-11 0,0 0-24 0,0 0-15 15,0 0-6-15,5 11-1 0,-5-7-3 0,0 5 4 16,-4-1-8-16,4 4 0 0,-5 2-4 16,1-2-4-16,2 2-1 0,-1-2 3 0,-1 1-4 15,2-1 2-15,-1 0-3 0,-1-1 1 0,4-4 1 16,-1 1-1-16,-3-5-3 0,4 2 3 0,-2 2 0 0,2-4 9 16,-3 2 14-16,3-5 22 0,0 0 30 0,3 5 17 15,-3-5 19-15,0 0 11 0,0 0-12 0,0 0 3 16,0 0-14-16,7-10-9 0,0 6-3 0,-1-4-12 15,-1 0-12-15,4-4-11 0,0 4-11 0,0-2 0 16,0 3-15-16,-1-3-2 0,-1 4-2 0,-1 1-3 16,-1-1-9-16,-1 3-6 0,0 0-16 0,0 0-9 15,-1 1-16-15,-3 2-16 0,5-4-12 0,-2 3-7 16,-3 1-2-16,0 0 23 0,10 3-10 0,-4 1-2 16,1 0-9-16,0 5 2 0,2-2-5 0,7 2-3 15,-4 3-5-15,6-3-4 0,6 2 1 0,-2 5-5 16,4-6-9-16,-1 1-2 0,-4-2-8 0,-2-1 0 15,8 1-2-15,-5-2-4 0,-1-4 13 16,-1 1 1-16,0-1 14 0,0-3 8 0,0 0 10 0,-3-3 7 16,-6 1 41-16,0-1 54 0,-2 1 29 0,-4-1 8 15,4-2-6-15,-3-2-8 0,-2 3-1 0,3-4 2 16,-6 2-1-16,0 0-5 0,2-1-8 16,-3 3-4-16,1 0-4 0,-2-3 4 0,0 3-19 0,-1-1-1 15,2 5-4-15,-4-6-7 0,-1 4 3 0,3-1-2 16,-5 2-11-16,1 1 0 0,6 0-5 0,-12 0 1 15,6 1-7-15,-3 3-14 0,3-2-7 0,-1 3-4 16,1-2-8-16,-3 4-3 0,3 0 3 0,-1-2 2 16,2 4 5-16,1-3 8 0,3 2 2 0,1-2 2 15,0 1 4-15,1-2 2 0,3 2-1 0,0-2 9 16,1 0-2-16,2-2 2 0,0 1 2 0,-2-3 0 16,4 0 5-16,-1-1 19 0,-1 0 7 0,1 0 6 15,-3-2 6-15,2-1 3 0,-1-1 0 0,0-1-4 16,-2 1 1-16,1-1-6 0,-2-2-4 0,-2-1-8 15,1-1-9-15,-1-1-6 0,-1-1-8 0,0 4 0 16,-1-1-9-16,-2 1 1 0,0 0-17 0,-2 0-12 16,0 3-14-16,-4-4-17 0,2 6-25 0,-4-4-19 15,1 3-29-15,0 0-15 0,2 0-29 0,-3 3-49 16,-1 0-127-16,6 0-391 0,-1 3 173 0</inkml:trace>
  <inkml:trace contextRef="#ctx0" brushRef="#br0" timeOffset="-130230.14">29128 11136 273 0,'2'-2'286'15,"-2"2"-31"-15,0 0-25 0,4-3-24 0,-4 3-22 16,0 0-23-16,0 0-15 0,0 0-20 0,0 0-18 15,0 0-9-15,0 0-28 0,0 0-18 0,0 0-8 0,3 8-11 16,-3-3-12-16,-2 2-5 0,1-2-1 0,-2 4-5 16,1 1 2-16,-4 7-4 0,3-5 2 15,0 1 6-15,2-1-4 0,-1-2 3 0,0-1-5 16,1-2 2-16,0 0-4 0,1-2 5 0,0 0 4 0,0-1 22 16,1 0 23-16,-1-4 26 0,3 4 13 0,-3-4 22 15,6 0-7-15,-6 0 2 0,15-8-8 0,-6 4-6 16,2-3-9-16,0-1-2 0,4-1-20 15,-1 0 4-15,0-1-14 0,2-1-1 0,-5 5-9 0,-2-2-6 16,1 4 6-16,-1-2-5 0,-5 2-17 0,1 1-9 16,3 1-5-16,-4-1-9 0,1 3-14 15,-5 0-15-15,0 0-9 0,10 4 2 0,-3 0-4 0,-4 2-5 16,5-1 0-16,-3 5-20 0,0-2-17 16,2 3-36-16,1 1-43 0,0 1-49 0,3-1-74 0,-1-3-236 15,-1 0-553-15,2-2 245 0</inkml:trace>
  <inkml:trace contextRef="#ctx0" brushRef="#br0" timeOffset="-129780.16">29926 11164 41 0,'0'-4'331'0,"3"0"-20"0,-2 1-24 0,-1 3-18 15,0-7-22-15,0 5-16 0,0 2-35 0,1-5-21 0,-1 5-19 16,4-3-22-16,-4 3-17 0,0 0-10 0,0 0-17 16,0 0-15-16,0 0-3 0,0 0-10 15,0 15-10-15,0-10-7 0,3 4-1 0,-2 0-6 16,-1 0-1-16,-1 5 7 0,1-2-14 0,-3-2-3 0,3 4-4 16,0-4-1-16,3 2-5 0,-2 1 3 0,-1-2-2 15,0-1-3-15,0-1-12 0,0-2-8 0,3-1-13 16,-6 1-12-16,6-2-7 0,-3-2-5 15,1 1-6-15,-1 1 2 0,0-5 5 0,0 5 6 16,0-5 0-16,0 4-5 0,0-4-3 0,0 0-16 0,0 0-40 16,0 0-361-16,-8-14-498 0,4 9 221 0</inkml:trace>
  <inkml:trace contextRef="#ctx0" brushRef="#br0" timeOffset="-129596.42">29912 10934 54 0,'0'-5'338'0,"-1"-1"-18"0,-2 0-26 0,3 3-31 15,-1-1-25-15,1 4-26 0,0-6-24 0,0 6-22 16,0-5-35-16,0 5-46 0,0 0-46 0,0 0-17 16,0 0-27-16,0 0-38 0,0 0-30 0,5 15-50 15,-2-8-46-15,-1 0-155 0,0 0-349 0,1 4 156 16</inkml:trace>
  <inkml:trace contextRef="#ctx0" brushRef="#br0" timeOffset="-128609.72">30227 11136 296 0,'0'0'310'0,"2"-4"-21"16,-2 4-23-16,0-4-24 0,0 4-26 15,3-2-15-15,-3 2-30 0,0 0-23 0,2-4-15 16,-2 4-20-16,0 0-9 0,0 0-28 0,0 0-12 16,0 0-7-16,0 0-7 0,-1 17-3 0,0-11-3 0,-2 4-11 15,1 0 0-15,-2 4-4 0,-1 1-3 0,0 0-4 16,1 1 0-16,-3-1 0 0,2-3-1 15,1-1-7-15,2 1 8 0,-3-2-7 0,2-2-6 16,1 0 4-16,-1-4-3 0,3 1 2 0,-1-2 3 0,-2 2 31 16,3-2 11-16,0-3 32 0,-1 3 19 0,1-3 25 15,0 0-2-15,0 0-17 0,0 0-11 16,20-12-14-16,-11 5 4 0,0-1-26 0,7-3-1 16,-4 1-11-16,5-1-5 0,-4-1-3 0,3 2-5 0,-3-2-6 15,2 3-6-15,-6 1 3 0,-1 4 7 0,1-4-20 16,-3 6 0-16,-2-1-8 0,1 0-21 15,-1 1-19-15,0 0-19 0,-4 2-4 0,5 0-3 16,-5 0 1-16,10 6 5 0,-6-2-5 0,4 0 4 0,0 6 2 16,-1-5-1-16,2 6 1 0,-1-1 4 0,2 2-3 15,4 0-4-15,-2 0-3 0,2 1-1 16,0-4-6-16,0 1-2 0,-5-3-5 0,2 1 3 0,3-2 1 16,-5-5 7-16,3 4 5 0,-5-4 6 15,5-2 3-15,-6-2 7 0,7 0 4 0,-4-2 16 0,0-1 22 16,1-4 4-16,-2 3 1 0,0-5 6 0,2-4 7 15,-4 0 10-15,3-1-5 0,1-6 8 0,0-2-1 16,-1 1 6-16,0-2 4 0,0 1 5 16,-1-2 15-16,2 1-11 0,-6 8 10 0,2-1 10 0,-1 2 5 15,-1 4 4-15,0 5-4 0,-4 0-9 0,4 2-10 16,-3 0-2-16,1 1-17 0,0 1-13 0,0-1-25 16,0 3-18-16,-2 2-40 0,0 0 7 0,0 0 0 15,0 11 8-15,-2 0 1 0,0 4 7 0,0 3 3 16,0 3-1-16,1-3 3 0,-3 8 0 0,-2 1 8 15,3-2-5-15,1 1 3 0,0-8-2 0,2 2 10 16,0-3 0-16,-5-1 2 0,5-4 1 0,0 1-5 16,0-3-14-16,-1 1-14 0,1-4-14 0,-1-1-9 15,1-1-7-15,1 1 1 0,-1 0 8 0,-1-1-1 16,1-5 16-16,0 5 5 0,0-5 0 0,0 0 0 16,0 0-26-16,0 0-64 0,0 0-80 0,0 0-265 15,-9-18-515-15,8 10 228 0</inkml:trace>
  <inkml:trace contextRef="#ctx0" brushRef="#br0" timeOffset="-128419.73">30616 11064 143 0,'0'0'263'0,"-5"-2"-5"15,5 2-11-15,0 0-10 0,0 0-14 0,-6-1-18 16,6 1-22-16,0 0-15 0,0 0-19 0,0 0-15 15,20-3-21-15,-8 5-23 0,6 0-32 0,0-2-38 0,2 2-35 16,2 1-42-16,6-3-55 0,-1 1-60 0,-6-1-185 16,1 3-385-16,-3-2 172 0</inkml:trace>
  <inkml:trace contextRef="#ctx0" brushRef="#br0" timeOffset="-127380.81">30972 11231 146 0,'0'0'226'0,"-7"-1"-11"0,7 1-5 16,0 0-18-16,0 0-14 0,0 0-13 0,0 0-11 15,0 0-14-15,0 0-12 0,0 0-9 0,0 0-16 0,0 0-9 16,0 0-10-16,0 0-11 0,23-4-6 0,-18 3-5 16,8-1-10-16,0 2-1 0,2-5-7 15,4 4-6-15,2-2-3 0,1-1-4 0,-2-2-1 16,0-1-4-16,2 4-3 0,-3-5-1 0,8 1-2 0,-8 0-4 15,-5-2 0-15,-1 4 0 0,0 0-2 0,-3 0 10 16,-3 2 2-16,-1-2 2 0,-2 1-7 0,1 3-1 16,-3-2-3-16,2 1-6 0,-4 2-3 0,2-5 0 15,-2 5-5-15,0 0 0 0,-13-3 0 16,3 3 1-16,-3 0-4 0,-5 1 2 0,-3 2-3 0,2 1 2 16,-2 1-2-16,5-1-2 0,-4 1 3 0,7-1-4 15,0 1 1-15,2 0-1 0,0 1-10 0,1 1-2 16,4 2 0-16,3-2-2 0,2 3 1 0,4-1 5 15,3 2 1-15,4-3 1 0,7 0-14 16,10 5-6-16,1-4-13 0,5 1-12 0,0-3-3 0,-1 1-2 16,4-2 4-16,0-3 1 0,1-3 7 0,-3 0 8 15,-2 0 4-15,-4-5 10 0,-5 0 24 0,-2-2 21 16,-3-1 21-16,-5-1 9 0,2-3 12 0,-4-1 12 16,-1 0-3-16,-1-4 6 0,-3 3 0 0,-3 1 9 15,1-2-4-15,-2 2-7 0,-2 3-8 0,0-3-11 16,-2 3-4-16,0 1-4 0,0 2-10 0,-1 1-8 15,1 0-3-15,-4 1-2 0,2 2-2 0,-2 3-15 16,-1-3-14-16,7 3-11 0,-13 6 0 0,6-1-10 16,-2 4 2-16,1-2-2 0,-1 3-12 0,-1-1-8 15,4 0-4-15,-2 6-6 0,3-5-10 0,0 2 13 16,1 2-4-16,0-3-3 0,3-1-3 0,1 1 5 16,0 0 0-16,1-3 6 0,5-3 2 0,-1 0-2 15,2-2 2-15,-2 0 2 0,3-1 9 0,1-2 7 16,-2-2 4-16,2-1 14 0,0-1 20 0,1-2 7 15,-1 2 19-15,0-3 15 0,0-1-9 0,0-2 4 16,-2 3 9-16,3-3 3 0,-4 2-2 0,1 0 19 0,0 0 3 16,-1 3-3-16,1 0-7 0,-3-1-4 15,-2 2-4-15,2 1-13 0,0 2-12 0,-3-2-22 16,-1 3-9-16,0 0-4 0,0 0 0 0,8 8 1 16,-4 1-4-16,-4 2-2 0,1 4 0 0,0 3 1 0,3 7 1 15,-4 0 0-15,0 4 10 0,3 1-10 16,-3 1 2-16,-3 0 2 0,3 4 5 0,-1 1 1 15,-2-4-4-15,1 0-2 0,-3 1 7 0,-2 0-5 16,2-5-1-16,0-3 2 0,1-7-2 0,0-1 0 16,-2-5-2-16,1-1-2 0,-1-3 4 0,3 0 1 0,-3-3 10 15,-1-1 7-15,2-4 3 0,-6 0 10 0,2-4 3 16,-3-1 9-16,1-6 9 0,-4 1 24 16,2-5 30-16,2 1 16 0,0-3 29 0,5-1-21 0,-2-7-12 15,3 1 14-15,3-3-32 0,7 1 13 0,2-4-12 16,2 4-8-16,5-2-19 0,5 3-10 15,5 0-19-15,1 3-12 0,1 4-1 0,5 1-7 16,0 0-2-16,2 2-14 0,-1 6-4 0,3 1-7 0,0 2-17 16,-3 0-15-16,0 4-27 0,-4-2-26 0,-7 3-32 15,-2-1-28-15,-5 2-36 0,0 0-49 0,-2 0-49 16,-5 0-270-16,0-1-600 0,-1 1 266 16</inkml:trace>
  <inkml:trace contextRef="#ctx0" brushRef="#br0" timeOffset="-127043.26">32032 11286 19 0,'0'0'206'0,"0"0"-10"0,0 0-7 16,0 0-5-16,10 6-16 0,1-6-13 0,1 2-11 15,8-2-14-15,1 1-10 0,7-1-12 0,-6 0-4 16,8-2-3-16,-10-1-8 0,2 2-5 0,6-4-9 0,-8 0-9 16,7-5-3-16,-8 5-1 0,-2 1-3 15,-6-3-1-15,1 1-10 0,-2-1 1 0,0 0-25 16,-3 0 0-16,-3-2-5 0,-1 4-4 0,-3-1-3 16,-1 0-3-16,-1 3 3 0,-5-5-9 0,-3 4 6 0,-3-1-9 15,0 5-6-15,-1 0 3 0,0 2 4 0,-4 1-2 16,0 2-3-16,-1 2 1 0,1 2-5 15,2 2-5-15,-1 1 1 0,3-1-5 0,-1 2-10 16,5 1-11-16,-1-1-19 0,2 1-32 0,4 2-30 16,4-4-39-16,1 1-212 0,3-4-396 0,2 0 175 0</inkml:trace>
  <inkml:trace contextRef="#ctx0" brushRef="#br0" timeOffset="-126746.51">32504 11187 51 0,'2'-2'290'0,"3"-1"-30"0,-5 3-28 0,4-3-28 15,-4 3-22-15,8 4-18 0,-3 3-14 0,0 0-12 0,1 10-14 16,-2-5-11-16,4 5-13 0,-3 2-8 0,0 0-9 16,-1 5-5-16,-4 1-14 0,0 0-2 0,-3 1-5 15,1-9-8-15,-2-3-3 0,-2 0-6 0,3-1-7 16,-2-4-3-16,1 3-4 0,3-3 0 0,-2-4 3 15,-1-1 11-15,4-4-6 0,0 0 1 0,0 0-3 16,-7-16-5-16,8 7-1 0,4-4-1 0,0-4-4 16,7-1-5-16,4-2-4 0,1-1-10 0,5-3-12 15,5-1-31-15,-1 2-29 0,1 0-41 0,3 1-35 16,2 1-56-16,-3 4-201 0,-1 1-435 0,-1 3 193 16</inkml:trace>
  <inkml:trace contextRef="#ctx0" brushRef="#br0" timeOffset="-125680.29">27979 12990 76 0,'-8'0'215'0,"8"0"-19"16,0 0-13-16,0 0-12 0,0 0-16 0,0 0-14 15,0 0-14-15,0 0-10 0,0 0-11 0,0 0-8 16,0 0 2-16,0 0-7 0,0 0-7 0,0 0-6 16,0 0-8-16,27 0-5 0,-5-1-2 0,1 1-9 15,4 0-8-15,3 0-8 0,5-1-8 0,-1 1-1 0,1 0-1 16,-1-3-1-16,1 2-5 0,-2 1-1 16,-3-4-3-16,-9 4-1 0,-2 0-2 0,-5 0-1 15,-1 0 0-15,-5 0-1 0,-2-2 3 0,-1 2-4 16,4 0-2-16,-9 0-4 0,8-1-9 0,-8 1-16 0,4-1-14 15,-4 1-22-15,0 0-29 0,0 0-34 0,0 0-32 16,0 0-56-16,-18-4-124 0,18 4-354 0,-8-1 156 16</inkml:trace>
  <inkml:trace contextRef="#ctx0" brushRef="#br0" timeOffset="-125431.02">28540 12826 174 0,'0'-4'288'0,"1"3"-18"0,-1-6-15 0,0 7-22 16,3-3-27-16,-3 3-17 0,2-3-28 0,-2 3-19 16,0 0-14-16,0 0-15 0,0 0-9 0,19 10-14 15,-10-1-9-15,7 2-6 0,-1 3-8 0,4 4-12 16,0 1-3-16,1 0-7 0,-1 3-4 0,-3-1-6 16,0 4-5-16,-7-11-2 0,-2 3-9 0,2 0-6 15,-4-2-10-15,-3 1 0 0,-5-4-6 0,0 0-8 16,-4-2-1-16,-3 5-2 0,-5-3-10 0,-1-2-10 15,-3-3-18-15,-8 5-33 0,0-2-51 16,5-6-59-16,-6 1-194 0,7-4-422 0,3-2 186 0</inkml:trace>
  <inkml:trace contextRef="#ctx0" brushRef="#br0" timeOffset="-124943.8">29462 12888 323 0,'0'-6'343'0,"4"0"-5"0,-4 0-3 0,0 0-18 0,0 1-10 16,1 1-18-16,-1-1-20 0,3 2-31 15,-3 3-22-15,0-4-29 0,0 4-23 0,0 0-28 16,1-4-23-16,-1 4-34 0,0 0-3 0,0 0-5 0,4 11-9 16,-3-5-12-16,-1 3-3 0,0 2-3 0,3 0 1 15,-6 1-12-15,6 4-5 0,-6-1 1 0,3-2-4 16,-1 4 3-16,2 1-5 0,-2-2-11 16,1-4-16-16,-1-1-18 0,-2 1-9 0,2-3-2 15,-2-1-24-15,2-3-19 0,-1 5-5 0,0-4-9 16,1-2-7-16,-3 0 0 0,3-1 0 0,1-3-22 0,-9-2-52 15,9 2-62-15,-13-6-271 0,3-6-545 16,0 3 242-16</inkml:trace>
  <inkml:trace contextRef="#ctx0" brushRef="#br0" timeOffset="-124781.74">29409 12631 126 0,'2'-15'310'0,"1"4"-6"0,1-1-9 15,-2 2-20-15,2 1-29 0,-4 1-25 0,3 4-21 16,-1-1-25-16,1 0-23 0,-1 3-35 0,-2 2-34 15,5-2-25-15,-5 2-35 0,8 6-32 0,-3 1-38 16,-1 2-44-16,2 2-47 0,2 4-57 0,-4 1-157 16,-3-1-379-16,3 2 168 0</inkml:trace>
  <inkml:trace contextRef="#ctx0" brushRef="#br0" timeOffset="-124162.85">29813 12913 328 0,'5'2'303'15,"-5"-2"-32"-15,0 0-31 0,4 3-29 0,-4-3-20 16,0 4-21-16,-2 0-18 0,2 2-14 0,-4 1-14 16,1 1-11-16,-1 4-14 0,-3 2-8 0,0 1-3 15,-2-1-17-15,4-2-2 0,1-3-8 0,-1-1-6 16,1-2-3-16,1 0-5 0,1-3-6 0,1 4 0 15,-2-5 4-15,-1 1 33 0,4-3 31 0,0 0-9 16,0 0-13-16,0 0-9 0,14-10-7 0,-6 1-5 16,-1-1-11-16,7 0 0 0,-1-2-8 0,0 0-8 15,2-1 1-15,-2 3-8 0,1-1-1 0,-5 1-4 16,0 3-7-16,1 2 2 0,-1 0-4 0,-1 1-3 16,-2 0-5-16,3 3-8 0,-1-2-7 0,0 3 1 15,-1 0-2-15,2 3-5 0,3-1-4 0,-1 4-3 16,1 0-9-16,-1 1-2 0,6 2-8 0,-3 1-5 15,0 0-5-15,-1 0-10 0,-1-2-11 0,1-1-7 16,-4-2-1-16,1 1 5 0,-2-2 6 0,1 0 10 16,0-1 3-16,-3-2 5 0,1-5 6 0,-5 0 2 15,6-2 4-15,-3-5 10 0,0 2 12 0,-1-3 11 16,-3-4 13-16,3-3 13 0,0 2 8 0,0-3 14 16,1-6 3-16,1-3 6 0,-2 1 10 0,1-2 4 15,2-3 5-15,-1 3 3 0,6-2-11 0,-5 0-2 16,1 6-1-16,-3 7 2 0,1-1 2 0,-2 8 4 15,0 3-22-15,0-1 4 0,-3 5-10 0,2-2-7 16,-1 3-30-16,-2 1-24 0,0 3 1 0,0 0 0 16,0 17 1-16,3-2 0 0,-6 4 0 0,-1 9 6 15,1 2 0-15,-3 1-1 0,1 0 2 0,-2 2 1 0,-1 2 3 16,2-3-2-16,1-1-4 0,-1 0 7 16,0-3 2-16,4 0 1 0,-1-8-1 0,2-7-3 15,-1 3-9-15,1-4-12 0,-1-3-8 0,0 1 2 16,1-3 1-16,0-2 7 0,-2-2 10 0,3 1 1 0,0-4 4 15,0 5-1-15,0-5-27 0,0 0-25 0,0 0-25 16,0 0-25-16,0-17-42 0,0 8-57 16,0 1-57-16,0-6-200 0,0-1-506 0,0-2 225 15</inkml:trace>
  <inkml:trace contextRef="#ctx0" brushRef="#br0" timeOffset="-123981.13">30092 12779 81 0,'-9'0'310'0,"9"0"3"0,-5-2-10 0,5 2-9 16,0 0-16-16,-4-2-30 0,4 2-26 0,0 0-23 15,17-3-19-15,2 1-21 0,3-1-26 0,7-1-35 16,6 3-18-16,2 1-50 0,1 0-55 0,-6 3-63 16,0-3-74-16,3 1-82 0,-6-2-158 0,-6-1-435 15,-1-1 193-15</inkml:trace>
  <inkml:trace contextRef="#ctx0" brushRef="#br0" timeOffset="-123008.97">30482 12949 213 0,'0'0'231'0,"0"0"-13"0,0 0-14 15,0 0-22-15,5-6-19 0,-5 6-17 0,0 0-16 16,10-1-10-16,-2 0-12 0,-1-1-14 0,5 2-10 16,-1-2-6-16,1-1-10 0,6-1-5 0,1 1-6 15,3-2-4-15,0 0-9 0,-2 0 4 0,1-2 4 16,0 1-3-16,5 0-1 0,-6-3-5 0,-2 3-4 16,0-3-2-16,-1 2-1 0,-6 1 0 0,1 0 9 15,-3 1 2-15,-2 3-6 0,-3-3-3 0,4 2-4 16,-5 0-6-16,-2 1-5 0,-1 2-7 0,0 0-1 15,-7-7 0-15,0 7-2 0,-5 0-2 0,-1 2 0 16,-1 1-5-16,-4 2 0 0,1 0-3 0,1 2-1 16,-4 0 1-16,3 3-3 0,-1-1-2 0,3 1 5 15,3 2-7-15,5-4-4 0,-1 3 2 0,3-1 1 16,3 2-4-16,2-2 4 0,3 7 1 0,9-5-9 16,-1 0-4-16,7 0-15 0,0 0-10 0,10-5-11 15,0 1-10-15,3-4-6 0,1-3-3 0,1 1 9 16,-2-7 6-16,-2 1 18 0,1-2 2 0,-4-1 6 15,-4-2 17-15,-5 1 14 0,2-4 14 0,-5 3 6 16,1-6 4-16,-2 1-3 0,-3-1 7 0,-1 1 2 16,-4-1 2-16,-1 3 5 0,-2 2-6 0,-2-2-2 15,-2 3 0-15,0 1-5 0,-2-1-6 0,-3 4-2 16,4 0-2-16,-4 0-4 0,-2 3-1 0,3-1-2 16,-2 3-1-16,-3 3-2 0,2-1-5 0,1 2-12 15,-1 2-7-15,3 0-19 0,-2 3-3 0,4 2-3 16,0 0-12-16,3 0-9 0,1 1-8 0,4 0 3 15,-3 1-17-15,7-2-6 0,-2-1-6 0,7-2-18 16,-3-1-4-16,2-1-6 0,-1-3-3 0,1 0 8 16,1-1 14-16,-3 1 41 0,1-8 34 0,1 2 31 15,-4-1 21-15,2-4 28 0,-3 0 22 0,-2-1 16 16,2 0 7-16,-1-3 3 0,-2 0 9 0,2 2 4 16,-2-2 6-16,-2 2 9 0,1 0-9 0,1 1-6 15,-2 1-6-15,0 1-13 0,-1 2-13 0,-1 0-6 16,4 1-29-16,-4 4-33 0,0 0-12 0,0 0 1 15,0 0-2-15,0 0 1 0,-2 17 0 0,0-2 0 16,1 2 2-16,-3 9-5 0,-1 0 8 0,1 7-3 16,-2 2 0-16,-4 13 1 0,1-2-7 0,0 0-1 15,1-12-2-15,1 1 3 0,1 0 1 0,1-1-1 16,-1-4-13-16,-2 1 1 0,3-7-2 0,-1-2 3 16,-1-5 5-16,3-5 4 0,0-2-2 0,0 2 6 15,-3-5-3-15,5-1 11 0,-1-2 3 0,-1 0 7 16,2-1 8-16,-6-3 5 0,3 0 10 0,5 0 4 15,-13-3 5-15,8-1 6 0,-4-4 6 0,0 3 9 16,5 2 8-16,-3-8 16 0,1 5-6 0,0-3-5 16,4-1-7-16,0 1-9 0,2-3-12 0,0 0-24 15,2 0-35-15,5-8-45 0,0 3-50 0,5-8-52 16,9 1-69-16,-6-3-229 0,6-2-492 0,-1 3 218 16</inkml:trace>
  <inkml:trace contextRef="#ctx0" brushRef="#br0" timeOffset="-122096.83">31416 12842 270 0,'4'-3'262'0,"-4"3"-30"0,4-2-22 0,-4 2-25 15,0 0-21-15,0 0-19 0,15 7-11 0,-7-1-10 16,-2 3-13-16,3 1-6 0,3 4-12 0,-3 2-9 15,-3 1-10-15,4 1-7 0,-2 6-6 0,-2-2-7 16,0 5-1-16,-5-6-9 0,0 2-6 0,-2-6-3 16,0-3-4-16,-3-4 0 0,2 3-6 0,-1-5-2 15,-1 1 0-15,0-3 1 0,0-2 6 0,-2-1 8 16,2 0 6-16,4-3 8 0,-12 1 7 0,12-1 3 16,-10-9 17-16,1 5-2 0,5-4 2 0,2 0-3 15,-2-2-4-15,5-3 4 0,-1 1-12 0,4-5-1 16,4 2-21-16,-1 1-15 0,6-3-16 0,0 0-17 15,11-1-11-15,3 2-8 0,1 1-16 0,5 3-14 16,-1 0-15-16,0 6-8 0,2 1 5 0,-2-1-9 16,3 4-3-16,-2-1 5 0,-3 2 8 0,0-2 3 15,-9 3 7-15,-2-3 7 0,-1 3 6 0,-5-2 20 16,-3 0 11-16,1-1 28 0,-3 0 6 0,-3 2 9 16,0-2 4-16,-2 0-1 0,0-1 0 0,-3 4-5 15,-2-6-6-15,2 6 1 0,-5-2-2 0,-1 0-4 16,-2 1-7-16,-6 2 2 0,1 2-2 0,-3 1-3 15,-1 1 0-15,-1 2 0 0,0 0 0 0,-1 4-1 16,-3 3-1-16,4-2 0 0,1 2 0 0,-4 3 11 16,7-1-9-16,2 0 0 0,1 1-1 0,2-2 4 15,3-1-2-15,-2-2-1 0,7-3 5 0,-2-3-4 16,2-1 10-16,2 0 12 0,2-1 5 0,4-1 15 16,5-3-10-16,0-3 10 0,0 0 1 0,7-1 0 15,6-9-2-15,0 2-3 0,-1-4-6 0,2 1-7 16,-2-1 3-16,1-1 5 0,-6 4-3 0,4-1-14 15,-8 1-3-15,-4 6 0 0,0-2 3 0,-2 1 2 0,-3 3-3 16,2 2-1-16,-3-2-6 0,-1 1-9 16,2 1-23-16,-6 2-3 0,7 1 1 0,-7-1 4 15,8 6-3-15,-4 1-6 0,1 2-5 0,1-1-7 16,1 1-1-16,-2 1-6 0,0 1-5 0,3 1 2 16,-4-2-3-16,-3-4 0 0,7 1 10 0,-3-2 5 15,-1-1 6-15,-2-1 6 0,6 1 2 0,-3-7-2 16,4-1 6-16,-1-1 14 0,1-4-3 0,0 0 15 15,0-4 9-15,1-2 5 0,-1-1 4 0,3-8 3 16,-4 7 8-16,3-8 11 0,1 1 0 0,-3-2 1 16,6-2 3-16,-2-2 3 0,0 1 1 0,2-1-3 0,1-1-4 15,-1 2 10-15,-6 0-3 0,2 7 11 16,-4 5 6-16,-1 3-10 0,-2 4-2 0,0 0-9 16,-1 3 15-16,0 2-17 0,0-1-19 0,-2 2-4 15,2 0-28-15,-2 1-32 0,-1 3-21 0,0 0 5 0,0 0 3 16,-3 13 4-16,-4 2 1 0,-5 8 4 15,-7 4 6-15,6 3 1 0,-6 3 13 0,-3 10-9 16,1 2 11-16,-2-5-5 0,2 4 3 0,9-13-4 16,0 0 8-16,3-1 4 0,4-1 1 0,2 1 6 15,0-3 1-15,6 0 0 0,5-10 11 0,5 6 19 16,7-5-5-16,7 6 7 0,3-6 12 0,19 1-19 16,5-2-5-16,3-5-44 0,2-3-67 0,-1-4-94 15,2-2-136-15,5-10-176 0,27-7-539 0,-3-8 238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5:30:01.03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2973 2072 153 0,'0'0'163'0,"0"0"-15"0,0 0-2 0,0 0-10 15,0-5-15-15,0 5-6 0,0 0-10 0,0 0-10 16,0 0-6-16,0 0-3 0,0 0-10 0,0 0-4 16,0-4-6-16,0 4-3 0,0 0-8 0,0 0-3 15,0 0-2-15,0 0-3 0,0 0 4 0,0 0-3 16,0 0 2-16,0 0-2 0,0 0 0 0,0 0-2 16,0 0 1-16,0 0 1 0,0 0-2 15,0 0 4-15,0 0 0 0,0 0 4 0,3-3-4 16,-3 3 6-16,0 0-1 0,0 0 4 0,0 0 7 0,2-4 3 15,-2 4 7-15,0 0-2 0,0 0 1 0,-2-5 4 16,2 5 9-16,0-5-7 0,0 5-6 0,0-5 4 16,0 5 2-16,2-6-8 0,-2 6 5 15,-2-5-12-15,2 5-3 0,-2-4-8 0,2 4-8 16,0 0 0-16,0-5-11 0,0 5-4 0,2-4-7 16,-2 4-11-16,0 0-33 0,0 0-20 0,0 0-50 15,0 0-41-15,0 0-32 0,2 13-17 0,-2-4 7 16,-2 10 25-16,-1 12 10 0,-6 23 23 0,-5 27 22 15,1-23 7-15,-5-1 11 0,4 2 18 0,-2 0 8 16,7-3 30-16,-3-1 8 0,3-6 8 0,2-13 18 16,-1-3 4-16,-1-1-6 0,4 0-2 0,-1-6 4 15,2-6-5-15,0 5 4 0,0-9-3 0,-1 0 4 16,4-5 3-16,-2-2 4 0,-1 1-2 0,3-2 6 16,1-1 10-16,-1-2 3 0,1-1 12 0,0-4 3 15,-3 5 8-15,3-5-1 0,0 5 7 0,0-5 6 16,0 0-4-16,-1 7-1 0,1-7 3 0,0 0-15 15,0 0-6-15,0 0-7 0,0 0-1 0,0 0-4 16,0 0-3-16,0 0-20 0,0 0-14 0,0 0-39 16,0 0-31-16,0 0-40 0,0 0-38 0,0 0-44 15,-4 2-46-15,4-2-241 0,0 0-516 0,0 0 228 16</inkml:trace>
  <inkml:trace contextRef="#ctx0" brushRef="#br0" timeOffset="764.25">2786 2883 11 0,'0'0'209'0,"0"0"-6"0,0 0-10 0,0 0-8 15,-5 1-12-15,5-1-15 0,0 0-8 0,0 0-13 16,0 0-12-16,0 0-15 0,0 0 1 0,0 0-6 15,0 0 1-15,0 0-3 0,0 0-6 0,0 0-5 16,0 0-7-16,0 0-6 0,0 0-3 0,0 0-8 16,0 0-9-16,0 0-5 0,0 0-6 0,0 0-2 15,0 0-8-15,0 0 2 0,0 0-9 0,0 0 2 16,0 0-11-16,0 0 4 0,0 0-6 0,0 0 5 16,-6 3-3-16,6-3 3 0,0 0-2 0,0 0 2 15,0 0-6-15,0 0 7 0,0 0-3 0,0 0 3 16,0 0-1-16,0 0-2 0,0 0-2 0,0 0-4 15,0 0-5-15,0 0 2 0,0 0-2 0,0 0 1 16,0 0-3-16,0 0 0 0,0 0-3 0,0 0 10 16,28-4-11-16,-1 2 0 0,5-2 5 0,10 1-7 15,9-1 1-15,8 0-4 0,1 0 4 0,1 1-1 16,2-3-3-16,0 0 4 0,-5 3 13 0,-1-2-9 16,-4 2 5-16,-17-1-2 0,-4 3 1 0,-4 0 10 15,-8 1 6-15,-7-3 9 0,0 3 6 0,-4-2 4 16,-3 2 1-16,2 0 0 0,-8 0-4 15,11-2-2-15,-11 2 12 0,8-1 16 0,-8 1-11 16,0 0-7-16,0 0-16 0,13 0-6 0,-13 0-11 16,0 0-14-16,0 0-37 0,6-1-31 0,-6 1-39 15,0 0-41-15,0 0-49 0,0 0-42 0,0 0-29 0,3 4-41 16,-3-4-177-16,0 0-520 0,0 0 230 16</inkml:trace>
  <inkml:trace contextRef="#ctx0" brushRef="#br0" timeOffset="1642.79">3928 2810 167 0,'0'0'190'0,"0"0"-18"0,0 0-13 0,0 0-13 15,0 0-16-15,0 0-10 0,-3 3-14 0,3-3-1 16,0 0-21-16,0 0-8 0,0 0-7 0,0 0-5 16,0 0 9-16,0 0-3 0,0 0 1 0,0 0-7 15,24-4 1-15,-11 3-1 0,-1-2-2 0,0-1-1 0,2 1 6 16,6-2 2-16,0-2 5 0,-1-3 8 16,-2 3 9-16,2-4 4 0,-2 3 4 0,-1-4-3 15,2 1 11-15,-4-1-1 0,1 0 7 0,0 1-16 16,-4-1 15-16,-1-1 2 0,-2 4 5 0,-2-3 6 15,1 3-3-15,-1-1 5 0,-1 0-4 0,-5 0-9 16,3-2-25-16,-3 4-1 0,-2-3-12 0,1 5-8 16,-4-4-12-16,0 4 0 0,0 1-19 0,-3 0-1 15,-1 0-7-15,-1 1-25 0,-1 1 22 0,-1 3-11 16,-2 3-4-16,-4 3-2 0,0 2-5 0,-6 3 5 16,-2 2-4-16,5 2-4 0,5 2 2 0,-4 2-5 15,3 0-2-15,6-2 1 0,1-2-1 0,1 2-6 16,3-2-13-16,4 2 10 0,0-1 4 0,5 1-5 15,2-2 3-15,2 0 10 0,7-4-1 0,2 1 10 16,11 0 0-16,3-3-10 0,4-1 6 0,2-3 3 16,3-1-2-16,0-1-3 0,-1-3-6 0,-2 0-18 15,-4-4-40-15,2 1-46 0,-5 1-57 0,-1-1-57 16,-2-5-94-16,-10 2-323 0,-1 2-691 0,2-7 307 16</inkml:trace>
  <inkml:trace contextRef="#ctx0" brushRef="#br0" timeOffset="2510.33">4951 2638 202 0,'0'-4'288'0,"-4"-3"-15"16,0 0-20-16,1 1-16 0,-3-1-14 16,0 1-23-16,1 0-17 0,-1-1-18 0,-1 6-14 0,1-5-18 15,-4 1-14-15,2 3-15 0,-2-1-11 0,0 3-19 16,-1 0 4-16,0 2-8 0,-2 1-13 0,3 1-22 15,-2 1-14-15,2 0-4 0,1 4-16 0,-1-1-5 16,4 2-16-16,-1 0-1 0,2 0-9 16,0 4-6-16,1-2 1 0,4 0-1 0,0-1 3 15,4-1 4-15,0-1-4 0,2 0 8 0,2-2 1 16,2 0 2-16,3-3 5 0,1 1 2 0,2-4-1 16,-3-2 1-16,5-1 2 0,1-6 0 0,-2 2 4 0,-2-2 17 15,-1-4 12-15,0 0 8 0,-2 0 8 16,-2-5 10-16,-4 8 5 0,1-11 9 0,-2 5 9 15,0-2 8-15,-2-1 4 0,-2 2 0 0,3 0 2 16,-4 4 7-16,0 2-4 0,-1 0-2 0,1 3 2 16,-3 0-30-16,3 2 9 0,0 0-2 0,0 1-8 15,0 1-20-15,0 3-22 0,0-5-29 0,0 5-9 16,0 0 7-16,0 0 0 0,-9 15 4 0,5-2-2 16,0 5 4-16,-1 8-1 0,-1 6 10 0,-2 3-6 15,-1-1 2-15,4 1 5 0,-3 14 3 0,-2-3 0 16,1-3-5-16,3 4 4 0,-2 0 1 0,6-12 0 15,2 1 3-15,-4-1 2 0,2-1-2 0,0-1-3 16,3-2 4-16,-3 0 0 0,-1-5 1 0,0-1-3 16,-3-6 3-16,1-1-3 0,0-2-2 0,1-4-2 15,3-2 3-15,-4 0 0 0,1-1 2 0,-4-1 2 16,2-2 0-16,-1-1 1 0,1-2 2 0,-3 0-12 16,-1-1 20-16,1-2 6 0,0 0-2 0,9 0 8 15,-23-5 8-15,9 2 5 0,5 0-5 0,0-1 12 16,0-3-5-16,1-1 8 0,2-1-2 0,-3-5-8 15,5-1 9-15,-3-3 3 0,4-3-1 0,3-7-23 16,0 1-3-16,4-5 0 0,6-1-3 0,3 2-12 16,11-13 4-16,-10 12-9 0,12-9 1 0,2 2-9 15,-5 12 14-15,2-1-13 0,1-1 5 0,-2 3 4 16,4-1 0-16,2 7 13 0,-3-2 1 0,1-2 12 16,-4 5 10-16,0 0 7 0,-2 2 15 0,-7 5 12 15,-2 2 2-15,2-2 14 0,-6 6 14 0,-1-2 5 16,-2 5-5-16,0-1-7 0,0-2-7 15,-2 3-9-15,-2 1-7 0,1 0-17 0,-3 2-16 0,6-3-26 16,-6 3-30-16,3-2-37 0,-3 2-58 0,0 0-52 16,0 0-54-16,0 0-26 0,0 0 23 0,1 9-17 15,-5-1-45-15,4-3-49 0,-6 4-346 0,6-3-726 16,0-1 321-16</inkml:trace>
  <inkml:trace contextRef="#ctx0" brushRef="#br0" timeOffset="3895.28">5370 2740 116 0,'0'0'250'15,"0"0"-18"-15,0 0-20 0,0 0-17 0,0 0-18 16,13-9-11-16,-7 5-22 0,2 0-16 0,2 1-14 16,3-3-10-16,-1-1-10 0,3 2-8 0,2-5 3 15,-1 3-3-15,-1-3 5 0,3 2-3 0,-4-3 0 16,2 1-3-16,-3 0 2 0,-1-1-7 0,2 0 4 16,-2 2-1-16,-6-1 0 0,3 3 0 0,-1-3 13 15,-4 2-11-15,1 2 0 0,-4-1-8 0,-1 3-5 16,3-1-12-16,-3 1-14 0,2-1-9 0,-7 1-12 15,1 0-6-15,-1 3-7 0,-3-2 0 0,8 3-3 16,-19 3-2-16,9-1-5 0,-4 3 0 0,1 0-3 16,-2 4 1-16,0-1-7 0,-1 4 5 0,2 0-5 15,1 0 0-15,1 1-5 0,1 3-7 0,4-3-11 16,-1 3-3-16,3-4-4 0,4 0-1 0,1 3 2 16,5 0 0-16,0-2-3 0,5 2 4 0,2-5-2 15,3 2-7-15,0-5-1 0,3-1-3 0,0 0-6 16,3-2-7-16,1-2-2 0,9-2 2 0,-10-2 3 15,7-3 12-15,-7 0 4 0,-1-1 2 16,6-3 7-16,-9 1 4 0,-2-1 12 0,-4 2 15 0,-1-1 19 16,3-5 1-16,-6 2 25 0,5-1 7 0,-5 2 13 15,1-4 11-15,-4 4 7 0,0-1 8 0,-3 0 5 16,3 0 7-16,-3 0 6 0,2 3 0 16,-1-1 9-16,-2 5-12 0,0-1-1 0,0-2-4 0,0 2-4 15,0 3-15-15,3-2-4 0,-3 4-17 0,1-5-2 16,-1 5-10-16,0 0-12 0,0-5-6 15,0 5-16-15,0 0-30 0,0 0-4 0,0 0-2 0,0 0 2 16,0 16 3-16,0-7 2 0,0-1 2 0,0 7 3 16,-1-2-5-16,-2 2 7 0,1 2 6 0,-1 0-3 15,2 0 1-15,1 0 4 0,-5-1-4 16,1-1 2-16,0-3 6 0,3-1-3 0,-3-2 2 16,4-2 1-16,0-1 2 0,-3-1-1 0,3-5 8 15,-1 8 9-15,1-8 32 0,0 4 30 0,-4-2 31 16,4-2 28-16,0 0 24 0,0 0-14 0,0 0-17 15,0 0-16-15,12-12-11 0,-7 4-11 0,0-2-12 16,3-2-14-16,1 0-13 0,0-1-8 0,-3 2-11 16,1 0-1-16,0 2-7 0,-1-1-3 0,1 1-4 15,-3 4-3-15,-2 0-3 0,1 1-5 0,2 0-10 16,-3 1-13-16,1 1-14 0,-3 2-24 0,3-6-22 16,-3 6-29-16,3 0-27 0,-3 0 10 0,0 0 13 15,8 6 5-15,-1-1-11 0,-3 0-3 0,5 3-1 16,-1 1-4-16,4-1-7 0,-1 4-5 0,3-2-2 15,4 0-7-15,1 1-6 0,6 0 5 0,3 1 1 16,2-5-7-16,2 1-8 0,3-2-11 0,1-1 5 16,-1-2-10-16,4-1 6 0,-2-2 16 0,0-2 11 15,-1-1 10-15,-2-2 11 0,-1-1 17 0,-3-4 16 16,-2 2 28-16,-10-3 21 0,-2 5 28 0,1-8 21 16,-4 4 29-16,-3-2 14 0,-1 2 19 0,-4 1-2 15,-1-2 0-15,-2 0-5 0,-2 1-6 0,-1-1-3 16,-3 1-8-16,-1 0-6 0,-1 6-5 0,-2-4-2 15,2 2-2-15,-3-1-6 0,-4 3-1 0,1 3-4 16,-4-1-5-16,1 2-1 0,-2 2-4 0,4-1-6 16,-2 1 0-16,2 3 0 0,-1 2-4 0,-1 0 4 15,3 1-5-15,-2 2-3 0,5-1-7 0,0 1-5 16,2-2-4-16,1 3 0 0,4-1-6 16,-1 2 4-16,2-2-1 0,1 2-2 0,3-1 3 15,2-1 0-15,0-2 1 0,6 1 2 0,2-3-7 0,1 1 0 16,2 0 3-16,0-4-1 0,1-1-3 0,-1-2 6 15,1-2-5-15,-3-1 7 0,4-4 2 0,-3 0-3 16,-1-4 3-16,2 0 10 0,-4 0 11 0,1-6 16 16,-3 1 4-16,1-6-3 0,-1-1 2 15,-3-6 4-15,-1 1 2 0,0-5-1 0,-2 3 10 16,0-5 12-16,-2 3 16 0,-2-3 2 0,0 4 8 16,-2 0 1-16,4 3-5 0,-4 0 16 0,2 9 6 0,0 1 3 15,0 0-4-15,-3 2-8 0,2 7-5 0,1 1-4 16,-3 2-11-16,3-1-8 0,-1 2-3 0,1 5-15 15,0-8-17-15,0 4-42 0,0 1-33 16,0 3-22-16,0 0 2 0,0 0 2 0,-2 15 18 16,-1-2-1-16,-1 9 6 0,0 6 6 0,-2 1 3 15,3 3 3-15,0 0 7 0,-1 2-3 0,1 0 9 16,2-1 1-16,0 0 4 0,1-4 0 0,0 0 3 0,1-3 0 16,0-8 2-16,0-1-1 0,1-1 0 15,-2-3-1-15,1-4 5 0,-1-1 5 0,1 0-6 16,-1-4 3-16,2 1 1 0,-2 0 12 0,-2-1 17 15,4-1 20-15,-2-3 1 0,0 0 4 0,0 0 4 16,0 7-2-16,0-7-4 0,0 0 4 0,3 5-11 16,-3-5-9-16,0 0-11 0,0 0 0 0,0 0-19 15,0 0-20-15,0 0-27 0,-3 2-38 0,3-2-36 16,0 0-38-16,0 0-69 0,0 0-416 0,0 0-689 16,0 0 305-16</inkml:trace>
  <inkml:trace contextRef="#ctx0" brushRef="#br0" timeOffset="4261.2">6841 2527 140 0,'3'5'194'0,"4"2"-11"0,-6 2-6 0,3 0-7 15,0 4-21-15,0 0-4 0,-1 3-16 0,-1 2-7 16,-1-1-13-16,2 0-6 0,-3 1-10 0,0 0-10 16,-4 0-5-16,4-2-8 0,-5-2-5 0,5-2-9 15,-4-2-5-15,2-1-4 0,0-1-4 16,-2-2-1-16,4-2 17 0,-1 0 20 0,1 1 31 0,0-2 34 16,0-3 42-16,-2 4 47 0,2-4 35 0,0 0 25 15,0 0 28-15,0 0 5 0,0 0-30 0,0 0-34 16,0 0-20-16,9-19-30 0,-6 8-23 0,6-4-17 15,0-2-22-15,2 0-27 0,4-6-32 0,0 2-22 16,-3 4-23-16,7-2-34 0,-1 0-42 16,-4 4-49-16,-1 1-57 0,3 4-47 0,-3-2-54 15,0 6-42-15,0 2-41 0,-1-1-40 0,-1 2-54 16,0 2-269-16,-1 0-739 0,1-1 327 0</inkml:trace>
  <inkml:trace contextRef="#ctx0" brushRef="#br0" timeOffset="4729.21">7155 2696 241 0,'0'0'268'16,"0"0"-9"-16,0 0-16 0,0 0-22 0,0 0-26 16,11 2-18-16,-11-2-18 0,20-4-16 0,-3 2-14 15,-3-1-11-15,5-1-13 0,3-1-12 0,-3 0-12 16,7-3-2-16,0-4-9 0,-4 3-2 0,2-6 0 15,2 1 1-15,-1-3-5 0,-8 4-1 0,3-5 3 16,-2-2-1-16,-4 5 4 0,-1-1 2 0,-3 0 7 16,-3 2 8-16,-1 0 9 0,-2 2-8 0,-1 0-2 15,-3 0-3-15,-2-2-17 0,1 4-7 0,-6 0-4 16,1 3-8-16,-10-1-9 0,0 1 4 0,0 2-13 16,-2 4 4-16,-4 1-8 0,3 4-10 15,-1 0-3-15,0 6 0 0,-8 2 10 0,5 3-11 0,1 2-4 16,4 2 0-16,8-2 2 0,-1 7-3 0,7-5 5 15,4 5-4-15,2-5 1 0,10 6 7 0,2-3-1 16,5 2 6-16,3-4 16 0,2-2-10 0,8-1 7 16,-2-4 3-16,1-1 4 0,5-2-1 0,1 0 7 15,-1-3-2-15,1-2 3 0,-1 2 4 16,-4-5 2-16,-1 1 9 0,-11-1 11 0,-1-2 19 16,-7 0 19-16,-1 0 17 0,-2 1 14 0,-4-1 2 0,3 0-10 15,-8 0-15-15,9 0-11 0,-9 0-11 0,6 0-16 16,-6 0-22-16,5 1-31 0,-5-1-46 0,0 0-66 15,0 0-69-15,4 3-62 0,-4-3-47 0,0 0-24 16,0 0-62-16,-18 9-105 0,13-6-250 16,5-3-761-16,0 0 336 0</inkml:trace>
  <inkml:trace contextRef="#ctx0" brushRef="#br0" timeOffset="6063.68">8781 2270 165 0,'1'-4'274'0,"0"-3"-5"15,-1 1-10-15,2 2-2 0,-1-3-17 0,0 1-2 16,2 1-2-16,-2 1-14 0,0-1-12 16,-1 5-15-16,0-8-15 0,0 8-22 0,0-4-20 15,0 4-15-15,1-4-13 0,-1 4-8 0,0 0-38 0,0 0-12 16,0 0-2-16,0 0-12 0,2 21 1 0,-1-6-6 16,-2 2-6-16,-2 3 1 0,1 6-8 0,-2 3 3 15,0-3 1-15,2 1-5 0,-2 4-3 16,0-6 3-16,0 6-1 0,0-4-8 0,1-1 7 15,-3-1-5-15,4-6 0 0,0-2-1 0,0 2 0 16,-2-7 2-16,1 0-6 0,2-2-4 0,0-3 3 16,0 0 16-16,1-2-29 0,-2 0 17 0,2-1 2 15,-1 2 34-15,1-6 28 0,0 5 27 0,0-5 35 0,0 0 32 16,-3 1 27-16,3-1-14 0,0 0-22 16,-1-12-13-16,-1 1-16 0,-2-6-13 0,1-7-13 15,2-5-17-15,-2-3-3 0,5-1-11 0,-1-14-9 16,3-1-16-16,3-3-8 0,-3 15-6 0,7-17 1 15,-2 9-8-15,-1 13-2 0,1-1-2 0,-1 4-5 16,0 1-3-16,-2 3 2 0,-1 4-1 0,0 5-4 16,1-1-3-16,-1 6 2 0,-2-1-2 0,1 0-7 15,1 2 0-15,-1 4 0 0,4-3-1 0,3 1-11 16,1 4-22-16,7-4-18 0,8 3-26 0,0 4-36 16,1 0-38-16,3 3-54 0,-1 5-37 0,-3 1-38 15,-3 3-37-15,-1 2-49 0,-7-1-363 0,-2 3-786 16,-2-4 347-16</inkml:trace>
  <inkml:trace contextRef="#ctx0" brushRef="#br0" timeOffset="6524.34">8797 2738 146 0,'-2'2'307'15,"2"-2"0"-15,0 0-12 0,-4 2-8 0,4-2-13 16,0 0-26-16,0 0-22 0,0 0-24 0,0 0-16 16,0 0-37-16,0 0 6 0,0 0-20 15,-8 1-31-15,8-1 5 0,0 0-3 0,0 0-6 16,0 0-20-16,0 0-13 0,0 0-6 0,0 0 0 15,0 0-9-15,0 0-8 0,0 0-3 0,0 0-6 16,0 0-4-16,0 0 1 0,0 0-4 0,0 0-5 16,0 0-2-16,0 0 3 0,0 0-2 0,0 0-6 0,0 0-1 15,0 0-3-15,0 0-2 0,0 0 1 16,16 5 5-16,-5-5-5 0,7 0-1 0,5 0-5 16,9 0-1-16,1-1 0 0,6-1 3 0,-1 0-1 15,14 1-6-15,-12 1 11 0,-2-1-9 0,-5 1 3 16,2-3-22-16,-6 3 22 0,-7 0-2 0,-4 0 2 15,1-1-2-15,-9 1 0 0,2-2 0 0,-3 2 0 16,-4 0 5-16,-5 0-5 0,10-3-8 0,-10 3-10 16,7 0-6-16,-7 0-21 0,0 0-22 0,0 0-20 15,0 0-23-15,0 0-20 0,-35-4-36 0,18 4-32 16,3-1-51-16,-2-1-264 0,-3-2-551 0,2 3 245 16</inkml:trace>
  <inkml:trace contextRef="#ctx0" brushRef="#br0" timeOffset="6990.48">8843 2426 109 0,'0'0'188'0,"0"0"-14"0,0 0-12 0,0 0-14 15,0 0-10-15,0 0-11 0,0 0-11 0,0 0-5 16,0 0-3-16,0 0-10 0,0 0-1 0,0 0-4 15,0 0 4-15,0 0-2 0,0 0-8 0,0 0-5 16,0 0 5-16,0 0-5 0,21 2 0 0,-8-4-11 16,6 4-5-16,9-4-7 0,3 2-6 0,2 0-5 15,6 0-9-15,-2 0 1 0,-1 0-3 0,3 0-3 16,-5 0-4-16,3 0-2 0,-5-2-2 0,-13 4 0 16,3-4-2-16,-7 2-2 0,-2 0-2 0,0 0-4 15,-4-1 4-15,0 2 4 0,-4-1-1 0,-5 0-3 16,9 0-3-16,-9 0-9 0,5-1-3 0,-5 1-10 15,0 0-13-15,0 0-23 0,0 0-24 0,-14 8-25 16,14-8-42-16,-15 2-46 0,8 0-64 0,1 1-136 16,6-3-409-16,-8 0 181 0</inkml:trace>
  <inkml:trace contextRef="#ctx0" brushRef="#br0" timeOffset="7596.12">9777 2389 330 0,'0'0'320'0,"3"-5"-7"16,-3 2-12-16,0 3-4 0,3-4-19 0,-3 4-23 15,1-5-27-15,-1 5-17 0,0 0-21 0,0-3-23 16,0 3-22-16,0 0-15 0,0 0-24 0,0 0-10 16,0 0-10-16,0 0-11 0,4 11-13 0,-4-2-4 15,-1 3-9-15,2 3-5 0,-5 1-1 0,0 4 0 16,3 7-11-16,-4-1-2 0,-2 0 0 0,2 2-8 16,0 0 8-16,0-5-12 0,1 3-1 0,-1-6 7 15,1-3-7-15,4 2 1 0,-4-5-1 0,3 1-22 16,-2-1 21-16,2-2 0 0,1-2-7 0,-4-3 2 15,4-1-1-15,0 0 0 0,0 0 4 0,-1-2 1 16,1-1-4-16,0-3 6 0,0 7-6 0,0-7 37 16,0 0 23-16,0 4 25 0,0-4 25 0,0 0 18 15,0 0 28-15,0 0 18 0,0 0 3 0,0 0-25 16,0 0-26-16,10-16-29 0,-2-1-10 0,-3 2-18 16,8-10-27-16,-3 0-28 0,2-4-24 0,-1 0-12 15,1-2-16-15,-3-2-3 0,1 1-6 0,-3 2-5 16,-1 1 10-16,-3 2 2 0,1 0 5 15,-5 8-2-15,-2 0-7 0,0 2 4 0,-3 0 4 0,-1 0 2 16,-3 2-5-16,-2 4 2 0,3 1 6 0,-6 3 0 16,3 1-2-16,-3 4-6 0,-2-2 6 0,-1 4 3 15,-1 2 2-15,3 5-6 0,-3-2-2 0,0 4-1 16,2 3-2-16,-6 4-10 0,11-3-2 0,2 0-5 16,0 3 5-16,5 2-1 0,2 0 13 15,3 0-7-15,3 1 9 0,4-1 5 0,11 3 7 16,8 0-2-16,4-3-4 0,2-1-16 0,5-5-31 15,16 0-35-15,-5 0-38 0,4-7-38 0,-15 0-33 0,3-2-48 16,0-6-69-16,-4-2-263 0,-2 2-639 16,-3-2 282-16</inkml:trace>
  <inkml:trace contextRef="#ctx0" brushRef="#br0" timeOffset="8782.79">10243 2364 284 0,'0'-5'357'0,"0"5"-7"15,1-6-7-15,1 4-22 0,-2 2-22 0,0 0-21 16,2-5-27-16,-2 5-26 0,0 0-26 0,2-7-23 16,-2 7-19-16,0 0-16 0,0 0-21 0,0 0-17 15,0 0-16-15,0 0-4 0,1 16-11 0,1-7-13 16,-2 2-4-16,-2 1-3 0,1 5-13 0,-1 0 6 16,0 0-2-16,-3 2-10 0,3 1 1 0,1-1-11 15,1-1 10-15,-3 0-6 0,2-2-3 0,1-3-9 16,-2-3 1-16,2 4 1 0,0-8-2 15,-1 1-2-15,1-2 8 0,0-1 1 0,0 2 0 16,1-3 20-16,-1-3 36 0,2 4 45 0,-2-4 9 16,0 0-13-16,0 0-17 0,16-13-11 0,-8 6-4 15,2-3-9-15,2-4-8 0,-1-1-6 0,2-2-8 0,7-4-10 16,-2-1-16-16,0 1-9 0,0-1 0 16,0 2-6-16,-5 8-6 0,-3-3 1 0,-5 7-2 15,3-1 3-15,-3 4-1 0,-1-2-12 0,0 5-9 16,-2-3-14-16,1 2-28 0,-2 0-16 0,3 1-48 15,-4 2-23-15,0 0 21 0,0 0 0 0,5 10-5 16,-4-5-8-16,-1 5-6 0,0 1-7 0,3 0-3 16,0-1-7-16,4 6-2 0,-1-1 10 0,4 0-4 0,2-1-1 15,2-2-5-15,3 0-9 0,0-2-6 0,1-1-1 16,4 0-9-16,0-3 24 0,5-2-8 16,-7-2 9-16,2-2 18 0,-2-1 25 0,-2-2 31 15,0-4 26-15,-2 0 35 0,-4 0 30 0,1-3 33 16,-4-1 30-16,1 2 13 0,-5-3 6 0,3-2 14 15,-7 4 5-15,3 2-5 0,-3-3 11 0,2 1-2 16,-3 3-6-16,0 2-10 0,-3-2-11 0,2 4-4 16,0-2-12-16,-3 0-5 0,4 1-10 0,-6 3-9 15,6 1-4-15,-11 1-3 0,5 1-6 0,-6 2 2 16,2 1-9-16,-2 3-1 0,-4 2 3 0,2 4-13 16,3-2 1-16,-2-1-2 0,4 3 1 0,0 0-4 15,4-2 2-15,0-2-9 0,1 0 3 0,0-1-4 16,1-1-3-16,2-2 1 0,0 0 4 0,2-1 12 15,0-1 2-15,2-1 10 0,2-1 3 0,4 0 5 16,-1-4 10-16,2 0 12 0,3-2 8 0,-2 0 12 16,6-3-3-16,0-2 8 0,-1-1-19 0,7-5 1 15,-11 3-33-15,3 1 15 0,3-2-4 0,-5 1-3 16,-2-1-1-16,2 1-31 0,-5 1 17 0,2 4 0 16,-3-1-5-16,-1 3 1 0,-3 1 3 0,1 0-17 15,-4 4-5-15,8-6-11 0,-6 3-10 0,-2 3-22 16,4 0-10-16,-4 0 2 0,0 0 6 0,9 5 3 15,-5 2 5-15,-1-2 3 0,3 5 8 16,-1-5-6-16,3 9 9 0,-2-8 3 0,6 8 7 0,0-2-4 16,2-2 3-16,-1 0 4 0,0-1-1 0,1-3 1 15,-1 1 2-15,-2-3 1 0,2-3 4 0,-1 0 0 16,0 1-2-16,0-4 4 0,1 0-7 0,-3-3 6 16,0-5 0-16,0 4 5 0,1-7 12 15,-2-2 6-15,-1-2 4 0,0-2 6 0,-1 0 2 16,2-8-27-16,-1 0 20 0,1-1 4 0,0-2-13 15,0 1 11-15,0-2 6 0,-4 4 5 0,2 2 7 16,-5 7 15-16,7 1-3 0,-6 5 9 0,-2-2 4 0,-1 5-2 16,1 1-5-16,-1 2-7 0,0 2-8 0,4-2-2 15,-1 1-17-15,-2 3-19 0,-1 2-27 0,0-4-27 16,0 4-27-16,0 0-11 0,0 0 4 16,0 0 6-16,-5 19 22 0,1-5-9 0,-1 6 14 15,-4 9 9-15,1 1-3 0,3 1 8 0,0 2 9 0,-1-1-4 16,2-1 7-16,0-2 2 0,4 0 5 0,0-3 2 15,-2-3-5-15,2-6 7 0,2 0 7 0,-2-5-5 16,0 0 0-16,0-5-25 0,0 0 19 16,0-3 4-16,0 3 0 0,0-3 10 0,0 0-4 15,0-4-3-15,0 5 3 0,0-5-4 0,0 4-17 16,0-4-11-16,0 0-18 0,0 4-37 0,0-4-116 16,0 0-112-16,0-13-315 0,1 6-681 0,3-2 301 15</inkml:trace>
  <inkml:trace contextRef="#ctx0" brushRef="#br0" timeOffset="9077.37">11031 2341 185 0,'0'0'286'0,"-5"2"-6"16,5-2-6-16,0 0-9 0,0 0-29 0,0 0-20 15,0 0-25-15,24-5-17 0,-1 2-19 0,8 3-18 16,2-1-10-16,4 1-13 0,0 0-12 0,4 0-14 16,-4-3-4-16,17 6-7 0,-20-2-10 0,1-2-8 15,-6 1-7-15,-6 0-3 0,-5 0-20 0,-4 0 14 16,-5 0-8-16,3 0-3 0,-5 0-10 0,0 0-14 16,-7 0-22-16,9-3-14 0,-9 3-10 0,0 0-2 15,0 0-9-15,0 0-19 0,0 0-30 16,0 0-32-16,-26 8-49 0,20-6-65 0,-3 0-173 15,1-1-451-15,2 1 199 0</inkml:trace>
  <inkml:trace contextRef="#ctx0" brushRef="#br0" timeOffset="9425.43">11764 2355 388 0,'3'-7'417'0,"0"5"-18"0,-3 2-26 16,0 0-19-16,1-8-28 0,-1 8-30 0,1-4-40 15,-1 4-17-15,0 0-21 0,0 0-28 0,0 0-23 16,1-5-17-16,-1 5-19 0,0 0-16 0,0 0-9 16,0 0-19-16,3 14 0 0,-3-6-11 0,0 1-13 15,-1 3 1-15,1 0-13 0,0 5 6 0,-2 0-11 16,4 0-2-16,-2 0-6 0,1 1-1 0,2-1-7 15,-2-2-1-15,-1-3-2 0,0 0-13 0,-1-2-11 16,2 0-9-16,-1-1-12 0,1-3-19 16,-1 3-36-16,1-6 19 0,-3 2-2 0,2 0 8 0,0-5 1 15,1 5 8-15,-1-5-2 0,0 3 1 0,0-3 8 16,0 0 2-16,0 0-39 0,0 0-89 0,0 0-40 16,0 0-22-16,0-26-24 0,-1 9-46 0,2-1-240 15,3-7-574-15,-1-3 254 0</inkml:trace>
  <inkml:trace contextRef="#ctx0" brushRef="#br0" timeOffset="9575.54">11844 2172 280 0,'-2'-9'285'0,"1"1"7"15,1 0 7-15,-2-1-18 0,0 4-12 0,2-2-11 16,-1 1-9-16,2 2-9 0,-2 0-24 0,1 4-25 0,0-8-10 16,1 6-28-16,-1 2-11 0,0 0-35 0,-1-4-42 15,1 4-32-15,0 0-32 0,0 0-40 0,0 0-40 16,8 8-44-16,-4 1-42 0,-2-3-54 15,3 6-268-15,-5-7-526 0,1 4 233 0</inkml:trace>
  <inkml:trace contextRef="#ctx0" brushRef="#br0" timeOffset="10044.5">12184 2270 59 0,'0'0'272'0,"0"0"-19"0,0 0-24 16,0 0-20-16,0 0-24 0,-2-5-16 0,2 5-21 16,0 0-12-16,-10-1-19 0,10 1-11 0,-13 2-9 15,6 2-10-15,-5 0-8 0,2 4-7 0,-4 0-10 16,-2 2-3-16,3 0-7 0,2-1-8 0,-3 2-3 15,4 2-5-15,2-4 1 0,-2 4-7 0,2 2-1 16,3-4-3-16,1 0 1 0,-2 1-7 0,5 0 2 16,1 0 0-16,0-1-5 0,1-2 10 0,4 2 2 15,0-4 5-15,3 1 6 0,1 0 3 0,2-2 7 16,1-2 7-16,3 0 7 0,-2-1 8 16,5-4 5-16,0 1 4 0,0-5 9 0,-5 3-12 15,3-6-8-15,1-1-3 0,-3-1 2 0,0-1-21 16,0-1 17-16,-5-2-6 0,1-2 2 0,-4-1-17 15,1 0-1-15,-5 0-4 0,1 5 0 0,-4-4-1 16,-1 4-4-16,0-1-32 0,-2 1 13 0,-2 2-1 16,-3-5-9-16,0 6 2 0,0 3-4 0,-3-3-10 15,1 4-11-15,-1 0-9 0,2 1-13 0,-1 1-15 16,-2 3-23-16,3 0-15 0,-2 0-30 0,-1 3-19 16,3 1-25-16,1 2-23 0,0-2-33 0,4 4-48 15,-3-2-191-15,5 0-501 0,1 1 221 0</inkml:trace>
  <inkml:trace contextRef="#ctx0" brushRef="#br0" timeOffset="10541.01">12478 2276 41 0,'0'0'347'0,"3"-2"2"0,-3 2-10 15,2-3-17-15,-2 3-23 0,0 0-14 0,5-3-18 16,-5 3-30-16,0 0-24 0,0 0-9 0,0 0-32 16,0 0-18-16,7-2-19 0,-7 2-17 0,0 0-13 15,0 0-22-15,0 0-9 0,0 8-10 0,2-3-1 16,-2 1-15-16,0-3 10 0,0 7-18 15,0 1-8-15,-2-3-1 0,6 4 5 0,-6-3-2 16,2 4-12-16,-2-1 3 0,2-2-2 0,0 1-1 16,0-1-3-16,0 0-23 0,0-3 20 0,0 1 1 15,2-6-3-15,-2 3-2 0,0 0 5 0,2-1-6 16,-2-4 18-16,-4 3 8 0,4-3 18 0,2 3 30 16,-2-3 16-16,0 0-19 0,0 0-8 0,11-8-3 15,0 1-9-15,1 1-9 0,-3-3-1 0,0 2-10 16,5 1-2-16,-5 0-11 0,4-2 4 0,-4 4-8 15,0 0 3-15,-1-2-9 0,-1 1-4 0,-1 3 1 16,-3 2-9-16,3-3-7 0,-6 3 1 0,13 0 1 16,-6 3-8-16,-2-3 0 0,1 4-8 0,1-1-5 15,-1 3-10-15,1 0-11 0,0 1-24 0,-1 5-22 16,0-4-19-16,0 2-35 0,0 2-26 0,-2-3-30 16,1 2-21-16,-1 0-31 0,1-3-55 0,0 1-308 15,0-2-661-15,4-4 293 0</inkml:trace>
  <inkml:trace contextRef="#ctx0" brushRef="#br0" timeOffset="10715.2">12994 2431 278 0,'0'0'354'0,"0"0"0"0,1-5-4 16,-1 5-17-16,0 0-23 0,0 0-29 0,4-5-30 15,-4 5-27-15,0 0-23 0,0 0-20 0,0 0-36 16,0 0-45-16,0 0-62 0,0 0-62 0,0 0-75 15,0 0-61-15,0 0-39 0,0 0-77 0,0 0-165 16,-13 10-477-16,13-10 211 0</inkml:trace>
  <inkml:trace contextRef="#ctx0" brushRef="#br0" timeOffset="13128.38">2726 3509 149 0,'0'0'138'16,"0"0"-9"-16,-4-4-13 0,4 4-6 0,0 0-10 15,0 0-12-15,0 0-11 0,0 0-2 0,0 0-8 16,0 0-5-16,0 0-15 0,0 0-1 0,0 0-9 16,0 0-1-16,0 0-4 0,0 0-4 0,0 0 9 15,21 2-17-15,-13 0 6 0,-1-2-5 0,2 0-4 16,4 0 0-16,1 0 8 0,4-2-4 0,0 4 7 16,4-4-8-16,-1 4 4 0,9-4-6 0,-2 4-1 15,0 0-1-15,0-1-2 0,3-1 2 0,1 2-1 16,1-2-4-16,-1 3 2 0,0-3 0 0,6 0 1 15,-2 3-4-15,0-2-1 0,2-1 1 0,12 0 3 16,-12 0-9-16,3 3 6 0,13-3-2 0,-15 3-5 16,0-3 3-16,13 1-1 0,-16 0-2 0,17 0 2 15,-17 0 3-15,3 0-5 0,0-1 2 0,-2 2 2 16,17 1 1-16,-17-3-6 0,1 4 1 0,1-3-2 16,-1 0 3-16,-1 1-2 0,-2-1 1 0,0 1 0 15,1 0 0-15,1-1 1 0,4 3 0 0,-5-3-2 16,0 1-1-16,1 0 0 0,2 1-6 0,-3-3 5 15,0 0 3-15,2 3-1 0,3-2 0 0,-5 2-1 16,-2-1 3-16,2-1-4 0,0 1 6 0,1 0-3 16,0 1-1-16,-1-3 0 0,0 2 2 0,2-1-4 15,0 1 3-15,14 0 1 0,-14-1 0 0,-1-1-4 16,2 1 2-16,1-1 1 0,14 0-4 16,-17 3 2-16,5-3 2 0,9 0 0 0,-14 0 3 0,3 0-6 15,-2 0 6-15,13 0-3 0,-15 1-3 0,1-1 6 16,1 2-3-16,1-1-2 0,-4-1 3 15,3 1-6-15,0 2 8 0,-2-4 1 0,3 1-1 0,0 1 1 16,-1-2 2-16,-1 1 0 0,1 0-2 16,2-2 4-16,1 4 1 0,-3-2-6 0,2 0 5 15,15 1-1-15,-19-2-2 0,3 1 0 0,11-2 4 16,-12 4-1-16,2-2-2 0,-4 0 0 0,16-4 0 0,-12 5 6 16,-2 0-6-16,14-1 3 0,-14 2-5 0,2 0 2 15,14-3-1-15,-3 5 1 0,1-6-3 16,-12 5 1-16,14-4 5 0,-2 3-9 0,-12-3 2 15,12 1-2-15,-12 0 4 0,12-3-3 0,-11 5 5 16,15-4-1-16,-6 4 3 0,-10-2-3 0,8-2 4 16,-7 0-1-16,9 4 3 0,1-5-5 0,-11 4 1 15,12-2-3-15,-1-1 5 0,-12 1-6 0,17 4 1 16,-4-5-2-16,1 2 3 0,0 0-6 0,2 2 3 16,-3-5 0-16,-1 3 5 0,2 1 1 0,-12-2 5 15,10 1-4-15,1 3 4 0,-2-5 4 0,-9 2 0 16,14 0 0-16,-4-1 1 0,4 1-1 0,-2 1-2 15,-2-1-1-15,2 3-3 0,0-2 1 0,-1-3-2 16,1 4-1-16,-1 1-2 0,0-2 0 0,-12 0 0 16,15 2-2-16,-4-3-1 0,-10 1 2 0,11 4-2 15,3-4 0-15,2 1 0 0,-1-2-1 0,-1 3 0 16,2 0 1-16,1 1-2 0,-1-1-2 0,3-3 1 16,-5 1 0-16,2 1 0 0,-3-2-3 0,0 1 2 15,-2 2-1-15,1-3 3 0,-1 0-4 0,-1 0 5 16,-1-3-3-16,-9 2 1 0,15 1-2 0,-5 1 1 15,-10-2 3-15,13 0-4 0,0 2 8 0,1-1-9 16,-4 0 0-16,0 0 6 0,1 1-7 16,1-2 3-16,1 0-3 0,-16 0 2 0,18 0 2 0,-1 0 0 15,-2 1-3-15,2-2 2 0,2 2 2 16,-3 0 1-16,5 2 0 0,-3-4 1 0,6 4 0 0,-7-2 1 16,2 0 1-16,-2 0-1 0,4 3 2 0,2-2 5 15,-2-2-6-15,-1 1 2 0,-2 1 0 0,0 3 1 16,-3-4-4-16,7 4 1 0,-4-1-1 0,3 1 0 15,-1-1-2-15,1 1-2 0,1-1 3 16,-4 0 3-16,2-1 1 0,-3 1 0 0,-3 0 2 16,-12 0-1-16,-2 1 0 0,-1-3 7 0,2 0-1 15,-1 0 0-15,-5 0-2 0,-1-1 5 0,-4 1 0 0,1-1-1 16,-8 2 2-16,-2-2 7 0,0-2 3 16,-6 2 14-16,-1 2 3 0,-4-4 9 0,-8 2-7 0,13 0 4 15,-13 0 1-15,12 0-2 0,-12 0-3 16,6-1-8-16,-6 1-4 0,0 0-1 0,0 0-3 15,10 1-4-15,-10-1-7 0,0 0-3 0,0 0 2 16,0 0-4-16,0 0-3 0,0 0-3 0,0 0-14 16,0 0-16-16,10-1-25 0,-10 1-31 0,0 0-38 15,0 0-47-15,0 0-62 0,0 0-347 0,0 0-613 0,0 0 272 16</inkml:trace>
  <inkml:trace contextRef="#ctx0" brushRef="#br0" timeOffset="16692.16">5627 5608 3 0,'0'0'92'0,"0"0"-2"0,0 0-2 15,0 0-13-15,0 0 6 0,0 0-4 0,0 0 13 16,0 0 6-16,0 0 5 0,0 0 9 0,0 0 9 16,0 0 8-16,0 0 3 0,0 0 12 15,0 0 7-15,5-8-8 0,-5 8 7 0,0-4-3 16,0 4-5-16,0-5-3 0,0 5 2 0,0-5-5 0,0 5-5 15,0-3 0-15,0 3-11 0,0 0-15 0,3-5-6 16,-3 5-17-16,0 0-7 0,0 0-13 16,0 0-39-16,0 0-15 0,0 0-4 0,1 13-3 15,-1 0 2-15,-1 5 0 0,-2 11-1 0,-3 1 0 16,2 4 1-16,0 1 4 0,-1 11-8 0,1-11 5 0,0 13-2 16,-1 0-2-16,3-2 2 0,2-12 4 15,-3 0 1-15,2-3-3 0,-2 0 0 0,2-2 1 16,1-4-3-16,0-5 4 0,0-5-4 0,-3 1 1 15,2-4-1-15,1-3 5 0,0-1-3 0,0 1-1 16,0-6 1-16,0 3 3 0,0-1 26 0,-1-2 15 0,1-3 18 16,0 3 7-16,0-3 16 0,0 0 3 15,0 0-4-15,0 9 8 0,0-9-7 0,0 0-10 16,0 0-6-16,0 0-8 0,0 3-7 0,0-3-3 16,0 0-10-16,0 0-31 0,0 0-21 0,0 0-30 0,0 0-36 15,0 0-39-15,0 0-46 0,0 0-99 0,0 0-71 16,9-12-247-16,-4 9-623 0,5-5 276 0</inkml:trace>
  <inkml:trace contextRef="#ctx0" brushRef="#br0" timeOffset="17408.95">6022 5973 107 0,'-8'0'167'0,"8"0"-5"0,0 0-8 16,-5 2-11-16,5-2-9 0,0 0-3 0,0 0-12 15,-8 0-4-15,8 0-8 0,0 0 0 0,0 0 1 16,0 0 2-16,0 0-3 0,0 0-2 0,0 0-3 16,0 0-5-16,0 0-7 0,0 0-6 0,0 0-7 15,0 0-6-15,0 0-5 0,0 0-9 0,0 0-7 16,0 0-5-16,0 0-3 0,0 0-5 0,0 0-4 16,0 0-5-16,0 0 1 0,0 0-4 0,0 0-5 15,0 0 0-15,0 0 0 0,0 0-1 0,0 0 2 16,0 0 6-16,-7 0 7 0,7 0-3 0,0 0 4 15,0 0-1-15,0 0-1 0,0 0 1 0,0 0-8 16,0 0 4-16,0 0-4 0,0 0-5 0,0 0 2 16,0 0-2-16,0 0-3 0,0 0-1 0,0 0-1 15,0 0-4-15,0 0-1 0,0 0-1 0,0 0-2 16,0 0-2-16,0 0 5 0,0 0-2 0,34-4-4 16,-16 2 2-16,17 1-5 0,2-1 3 0,2-1 3 15,15-2-3-15,0 5-1 0,2-7 4 0,-2 3-3 16,0 3 12-16,-14-1-7 0,13-4-1 0,-16 4 1 15,0-2 0-15,-5 4-3 0,-3-1 0 0,-10-1-1 16,-1 2 2-16,-8 0 5 0,2 0-5 0,-7 0 0 16,1 0 1-16,3 0-2 0,-5-2-8 0,-4 2-12 15,9 0-8-15,-9 0-13 0,0 0-18 0,0 0-23 16,0 0-21-16,-22 2-28 0,11-2-33 0,-1 0-41 16,2 0-66-16,0 0-161 0,-3 0-459 0,13 0 204 15</inkml:trace>
  <inkml:trace contextRef="#ctx0" brushRef="#br0" timeOffset="18089.38">7036 5704 99 0,'11'-2'175'0,"3"2"-14"0,1 0-14 0,0 2-16 16,3 1-9-16,3 1-7 0,-1 2-7 0,-3 2-11 15,1 3-4-15,0-1-7 0,-1 2-10 0,-2 1-3 16,-1 0-7-16,-4 4-5 0,-2 0-1 0,2 0 0 16,-8 1-9-16,0 0-2 0,-5 2 0 0,-1-1 0 15,-6 0-1-15,-2 5-4 0,-4-2-2 0,-1 1 0 16,-2-4-4-16,1 2-1 0,-5-5-4 0,8-3 2 15,-6 6 2-15,6-9-4 0,-2 5 4 0,2-6-2 16,2-2-6-16,2-2-2 0,2 1-1 0,2-2-3 16,1-1 1-16,2 0 9 0,-1-1 25 0,3 1 30 15,2-3 34-15,-7 1 26 0,7-1 24 0,0 0 8 16,-5 0 24-16,5 0-13 0,0 0-23 0,8-9-13 16,0-3-17-16,7 1-17 0,3-8-14 0,6-2-11 15,0-2-7-15,3 0-16 0,4-2-15 0,-2 1-5 16,-2 1-5-16,-2 1 0 0,0-3-13 0,-3 7 2 0,-1 0-9 15,-8 3-4-15,1 2 4 0,-5 5 5 16,0-1-1-16,1 1-1 0,-6 4 5 0,1-1-8 16,-1 0-3-16,0 2-9 0,-3 2-17 0,-1 1-24 15,7-2-23-15,-7 2-28 0,0 0-1 0,0 0 9 16,0 8 7-16,-3 1 4 0,-2 2 7 0,-4 5 1 16,4-2 8-16,-4 2 4 0,5 1 1 0,0-1 3 15,0 0 8-15,3 0 0 0,1 3 10 0,1 0-2 16,3-2-1-16,4-2-7 0,2 2-17 0,2-2-23 15,8 3-33-15,3-3-43 0,-1-1-68 0,6-5-98 0,0-3-290 16,0-3-645-16,0-3 287 0</inkml:trace>
  <inkml:trace contextRef="#ctx0" brushRef="#br0" timeOffset="18758.46">7582 5458 205 0,'4'-4'252'0,"1"0"-18"0,2 1-19 0,3 1-18 16,0 0-18-16,3 1-20 0,5 1-11 0,-1 1-15 15,1 3-14-15,1 3-12 0,-3-2-11 0,0 3-11 16,1 2-8-16,-3 0 11 0,-1 2-9 0,-3 2-8 15,-2-3-7-15,-3 1-3 0,0 2-5 0,-2 2-6 16,-2 1-5-16,-2 0 0 0,-3 0 0 0,-4 0-1 16,0-3-6-16,-3 2-2 0,2 0 1 0,0-4-3 15,-4 0 2-15,6-1-2 0,0-2-5 0,-3-3-2 16,5 0-1-16,0-1-2 0,0-1-4 0,-1-1-4 16,4 2 2-16,-2-4-3 0,0 3 1 0,2-3-2 15,2-1-3-15,0 0 2 0,0 0 22 0,-4 6 17 16,4-6 15-16,-3 2 11 0,3-2 5 0,0 0 9 15,0 0 8-15,0 0 8 0,0 0 3 0,0 0 0 16,0 0-23-16,0 0 13 0,25-3-9 0,-5 2-8 16,9-4-21-16,7 1 5 0,-1 0-3 0,2 1-4 15,0-2-6-15,1 1-2 0,-5 2-19 0,-1 0 19 16,-1 0-3-16,-8 2 0 0,-4-2 2 0,-1 0-1 16,-6 0 13-16,-3 1-1 0,-1 0 4 0,-1 1 5 15,-2 0 1-15,0-3 0 0,-5 3-1 0,0 0-2 16,10 0-6-16,-10 0-9 0,0 0-7 0,7 0-14 15,-7 0-22-15,0 0-27 0,0 0-33 0,0 0-36 16,0 0-47-16,6 0-48 0,-6 0-47 0,0 0-38 16,0 0 5-16,0 0-37 0,-9 11-89 0,0-10-288 15,9-1-729-15,-7 1 324 0</inkml:trace>
  <inkml:trace contextRef="#ctx0" brushRef="#br0" timeOffset="21157.62">8275 5186 32 0,'0'0'247'0,"-4"-2"-9"0,4 2-12 16,0 0-14-16,0 0-17 0,0 0-21 0,0 0-16 15,0 0-21-15,0 0-16 0,0 0-17 0,0 0-9 0,0 0-9 16,14 7-16-16,-5 1-6 0,4 6-6 0,3 6-6 15,3 6-5-15,-1 6-4 0,13 13-6 0,-7 2 6 16,-1 3-10-16,0 4-3 0,-3 1 15 16,-4 3-4-16,-7 1-5 0,1-2-5 0,-7-2-1 0,-5-3-3 15,-5-4-2-15,-1-2-3 0,-3 0-2 0,-2-12 0 16,3-2-2-16,-7-2-3 0,3-1 1 16,-5-1-3-16,0-1 4 0,-3-4-5 0,2-3 2 15,0-2 10-15,0 0 3 0,3-6 2 0,2 0 4 0,1-3 5 16,4 0 2-16,1-2 0 0,0-1-5 0,1-2 0 15,3 0-6-15,1 1 1 0,-1-2 2 0,1-1-6 16,0 1-1-16,4-3 24 0,-6 2 16 0,6-2 2 16,-4 3-2-16,4-3-3 0,0 0-10 0,-1 1 4 15,1-1-5-15,0 0-12 0,0 0-11 0,0 0-24 16,0 0-29-16,0 0-32 0,0 0-39 0,0 0-52 16,0 0-86-16,15-7-321 0,-11 3-600 0,-4 4 266 15</inkml:trace>
  <inkml:trace contextRef="#ctx0" brushRef="#br0" timeOffset="22010.31">5481 5346 174 0,'0'0'196'16,"0"0"-19"-16,0 0-18 0,-1-5-16 0,1 5-14 16,0 0-14-16,0 0-10 0,-19 12-13 0,4 1-4 15,-7 7-1-15,-4 6 1 0,-11 10-3 0,-2 8-6 16,-2 2-6-16,-18 23-2 0,4 1 2 15,5-5-2-15,12-14-4 0,-12 15-4 0,21-16-5 0,-2 0-4 16,8-2-1-16,5-2-8 0,9-13-2 0,0 1-2 16,9-1 16-16,1 0 3 0,7-3-1 15,0-2 7-15,7-3 8 0,7-1 1 0,1-2-1 16,8-4 3-16,4-3 1 0,19-1-2 0,5-2-4 16,2-4-3-16,-1-3-9 0,-1-1-4 0,-4-1-6 0,-15-2-2 15,-1 0-7-15,-6-1-6 0,-3 3-4 16,-5-1 7-16,-7-2-11 0,-5 2-2 0,-3-2-5 0,-1 0 2 15,-1 0 6-15,-2 0 30 0,-6 0-7 0,9 0 9 16,-9 0 6-16,8 0-12 0,-8 0-7 0,0 0 9 16,5 0-36-16,-5 0-27 0,0 0-32 0,6 1-37 15,-6-1-47-15,0 0-61 0,0 0-82 0,0 0-312 16,0 0-625-16,0 0 276 0</inkml:trace>
  <inkml:trace contextRef="#ctx0" brushRef="#br0" timeOffset="23356.88">9131 5575 51 0,'0'-6'226'0,"1"-2"-1"16,-1 1-9-16,3 0 3 0,-2 1-9 0,-1 0-10 15,0 2-12-15,3-2-12 0,-3 6-18 0,0-5-19 16,0 5-16-16,1-4-13 0,-1 4-14 0,0 0-12 16,0 0-10-16,0 0-11 0,0 0-6 0,0 0-7 15,9 15-7-15,-7-8-6 0,1 4 1 0,1 1-4 16,-2 3-3-16,5 2-3 0,-1-1-3 0,2 2 5 15,1 1-11-15,1-2 3 0,-1 0-6 0,1-2 1 16,2-1-1-16,-1-2 1 0,-3-1-3 16,1-2 3-16,1-2-9 0,0-2 4 0,-1 1 1 0,-1-3-4 15,-2-2-2-15,3-1 3 0,-1-3 0 0,-2 0-1 16,2-1 4-16,-2-6 31 0,3 3 7 0,-1-5-3 16,-3-3 7-16,5 1 5 0,-2-1-1 0,0-1 4 15,-3 0-2-15,1 0 1 0,-4 5 5 0,4-1 10 16,-5 1 1-16,3 4 0 0,-2 0-7 0,-2 1-4 15,3 2-10-15,-1-1-8 0,0 1-10 0,-1-2-20 16,-1 6-16-16,1-2-34 0,-1 2-19 0,0 0-4 16,0 0 6-16,0 0 4 0,0 17 5 0,-1-5 2 15,0 5-1-15,-4 9 7 0,2 5-1 0,-3 1 5 16,-1 2 8-16,-4 17 0 0,0-5 2 0,0 2 2 16,1-2 6-16,2 1-6 0,-1-1 11 0,2 2 0 15,0-12 1-15,3 8-1 0,3-11-1 0,-3 0 2 16,3 0 7-16,-3-4 0 0,0 2-7 0,3-4 2 15,-4-9 0-15,2 3-1 0,1-5 4 0,-5 1 3 16,3 0-2-16,-1-5 2 0,0-4-4 0,-5 1 6 16,2-1 2-16,-2-1 5 0,-3-2-2 0,-1 2 4 15,-4-2 0-15,0-5 1 0,1 2 0 0,-5-4 1 16,4-1 4-16,-2-2 2 0,-2-1-3 0,-4-2 10 16,7-2 21-16,0-1 7 0,5-4 8 0,-3 0 5 15,2-4 0-15,1-4 6 0,5 0 1 0,4-9-15 16,2 1-2-16,7-4-6 0,5-15-7 0,10 3-13 15,7 0-7-15,4 1-7 0,6 1 8 0,0 2-17 16,5 3-2-16,0 4 0 0,-2 5 5 0,5-1-15 16,-2 5 4-16,2 0 1 0,-12 8-1 0,1 1-2 15,-3 3 0-15,-1 0-4 0,-4 3-1 0,-7 4 10 16,-8 2 7-16,3 0 5 0,-4 1 5 0,-3 3-8 16,-2-2-3-16,3 1 0 0,-4 1 0 0,1 1 4 15,-4 1-11-15,8-3-8 0,-8 3-16 0,4-2-6 16,-4 2-22-16,0 0-17 0,0 0-20 0,6 0-33 15,-6 0-5-15,0 0 3 0,0 0-7 0,0 0-17 16,-10 10-29-16,2-5-34 0,2 0-44 0,-2-1-65 0,3-3-226 16,0 1-583-16,-4-1 259 0</inkml:trace>
  <inkml:trace contextRef="#ctx0" brushRef="#br0" timeOffset="23848.3">9892 5257 225 0,'0'0'273'0,"0"-4"-14"0,0 4-12 16,3-6-17-16,-3 6-23 0,1-2-19 0,-1 2-24 15,0 0-17-15,0 0-18 0,0-5-23 0,0 5-21 16,0 0-13-16,0 0-3 0,0 0-8 0,-7 13-12 16,3-5-2-16,-2 5-4 0,-3 1-3 0,1 2-6 15,-1 0-3-15,-1 0-1 0,-1 1-1 0,2 0-7 16,-1-1 2-16,0 1-4 0,1-3-2 0,-1 0 0 16,5-3-2-16,-3 0 1 0,3-2 1 0,0-1-3 15,-3-1-4-15,3 0-1 0,4-2 0 0,-3 0 1 16,4-1 1-16,-4-1-6 0,3 0-17 0,-2 0-9 15,-1 0-15-15,4-3-20 0,-6 4-14 0,6-4-26 16,-5 2-41-16,5-2-48 0,0 0-214 0,0 0-432 16,0 0 192-16</inkml:trace>
  <inkml:trace contextRef="#ctx0" brushRef="#br0" timeOffset="24221.74">10088 5291 195 0,'0'0'272'16,"0"0"-24"-16,0 0-30 0,0 0-23 0,0 0-23 16,0 0-18-16,0 0-20 0,0 0-14 0,-10 12-13 15,6-5-9-15,-3 3-11 0,-3 4-7 0,3 1-9 16,-2-1-7-16,2 3-4 0,-3 1-7 0,2-4-2 0,1 3-6 15,-2-3-5-15,1 2-4 0,2 0-2 16,1-6-3-16,1 1-5 0,-4-1 1 0,6 0-3 16,-1-5-2-16,2 2-3 0,-2 0-2 0,2-4-3 0,-2 1 5 15,2-1-2-15,1 1 29 0,-4-1 18 0,4-3 16 16,0 5 11-16,0-5 20 0,0 0 11 16,-1 2-4-16,1-2 7 0,0 0-3 0,0 0-5 15,0 0-30-15,0 0 5 0,0 0 7 0,0 0-21 16,0 0-7-16,0 0-5 0,0 0-54 0,0 0-37 0,0 0-34 15,0 0-40-15,0 0-41 0,0 0-59 0,10-9-67 16,-7 7-312-16,2-1-625 0,-5 3 277 16</inkml:trace>
  <inkml:trace contextRef="#ctx0" brushRef="#br0" timeOffset="29359.76">10965 5900 146 0,'-7'0'152'0,"1"0"-8"0,6 0-13 0,-10 0-8 16,10 0-6-16,-7 0-13 0,7 0-7 0,-6 0-9 16,6 0-5-16,0 0-9 0,0 0-4 0,0 0-9 15,-8 0-4-15,8 0 4 0,0 0-3 0,0 0 3 16,0 0-2-16,0 0 0 0,-5 0 7 0,5 0 1 16,0 0-5-16,0 0 10 0,0 0-4 0,0 0 2 15,0 0-1-15,0 0-4 0,0 0-4 0,0 0-7 16,0 0-3-16,0 0-5 0,0 0-6 0,0 0-3 15,0 0-5-15,0 0-3 0,0 0-3 0,-6 3-3 16,6-3-3-16,0 0-1 0,0 0-5 0,0 0 1 16,0 0 1-16,0 0-1 0,0 0 1 0,0 0-1 15,0 0 1-15,0 0 1 0,0 0 0 0,0 0-4 0,0 0-1 16,0 0 3-16,0 0-7 0,0 0 1 16,0 0 2-16,0 0-1 0,0 0-4 0,0 0 2 15,0 0-1-15,0 0-2 0,0 0-1 0,0 0 1 16,0 0 0-16,0 0-1 0,0 0-2 0,0 0 1 0,0 0-3 15,0 0 1-15,0 0 1 0,0 0 0 0,0 0 1 16,0 0 0-16,0 0-3 0,0 0 2 16,0 0 0-16,0 0 4 0,0 0-4 0,0 0 0 15,0 0-2-15,0 0 3 0,0 0 0 0,0 0 0 0,0 0 0 16,0 0-3-16,0 0-2 0,0 0 3 0,0 0-3 16,0 0 2-16,0 0 2 0,0 0-2 0,0 0 0 15,0 0-1-15,0 0 1 0,0 0 0 16,0 0-1-16,0 0 0 0,0 0 1 0,0 0-2 0,0 0 7 15,0 0-7-15,0 0-1 0,0 0 1 0,0 0 1 16,0 0 0-16,0 0 0 0,0 0 1 0,0 0 0 16,0 0-1-16,0 0 1 0,0 0-3 0,0 0 3 15,0 0 2-15,0 0-2 0,0 0-1 16,0 0 0-16,0 0 1 0,0 0-3 0,0 0-1 0,0 0-1 16,0 0 0-16,0 0 0 0,0 0 1 0,0 0 3 15,0 0-1-15,0 0 0 0,0 0-1 0,0 0 2 16,0 0 1-16,0 0-2 0,0 0 0 0,0 0 1 15,0 0-1-15,0 0 2 0,0 0-3 0,25 0 2 16,-11-3 4-16,7 2-3 0,12-3-1 0,1 2 3 16,19 0-2-16,0-3 8 0,5 3-8 0,6 0-2 15,-1-4 4-15,-2 4 2 0,4-3 3 0,-5 2-2 16,-5 1-1-16,-1 0 1 0,-16-1-2 0,-2 5 0 16,-3-4-2-16,-4 2 2 0,-7 0 2 0,-3 0 0 15,-1 0-4-15,-5 0 1 0,-3 0-2 0,-1 0 4 16,-3 0-3-16,0 0-3 0,-6 0-5 0,9 0 2 15,-9 0-8-15,6 0-7 0,-6 0-25 0,0 0-20 16,0 0-16-16,0 0-23 0,-22-2-29 0,15-1-33 16,0 3-62-16,-2-1-133 0,3-2-390 0,0 1 173 15</inkml:trace>
  <inkml:trace contextRef="#ctx0" brushRef="#br0" timeOffset="30190.75">12283 5487 95 0,'7'0'130'16,"4"0"-16"-16,3 0 11 0,-1 2-26 0,5-1 1 16,0 2-14-16,2 0-10 0,2 0-1 0,6 2-10 15,0 2 14-15,-2-2-22 0,-6 3 7 0,7 1-13 0,-8 0-2 16,3 3-2-16,-3 0-7 0,-3 0-6 16,-3 1-1-16,-2 0-2 0,-4 0-2 0,-2 2-4 15,-1 1-4-15,-5 2-5 0,-7-1 9 0,-3 4-6 16,-5 0 2-16,-8 1 1 0,0-2 1 0,-3 4-5 15,-4-5-3-15,2-1 2 0,-3 1-1 0,-1-4-2 16,0 1 7-16,1-2-5 0,-2-1-2 0,2-1 1 16,6 0 2-16,-1 0-5 0,8-4 3 0,1 1-5 15,0-3 4-15,9 0-4 0,-2-1-1 0,4-5-4 16,1 3 2-16,-1 0-1 0,2 1 23 0,0-3-5 0,5-1 2 16,-1 5 24-16,1-5 11 0,6 4 4 15,3-2-2-15,4-1-6 0,16 1-5 0,2 1 0 16,4-3-8-16,3 0-4 0,1 0-2 0,14 0-6 15,-14-4-4-15,15 5-6 0,-13-3-1 0,-4 1 2 16,0 1-5-16,-2 0 1 0,-5-2-2 0,-3 2 1 0,-8 0-1 16,-1 0-3-16,-8 0-7 0,-2 0 11 15,1 0-1-15,-4 0 11 0,3 0 6 0,-8 0 6 16,9-2 1-16,-9 2-4 0,6 0-7 0,-6 0-6 16,0 0-14-16,0 0-14 0,0 0-17 0,0 0-17 0,0 0-23 15,0 0-18-15,-22-2-22 0,17 1-26 0,5 1-48 16,-14-3-61-16,9 1-127 0,1-1-393 15,4 3 174-15</inkml:trace>
  <inkml:trace contextRef="#ctx0" brushRef="#br0" timeOffset="30841.17">13040 5584 30 0,'9'-4'181'0,"0"2"-10"0,3 0-14 0,0 1-9 16,0 1-13-16,0 0-14 0,0 3-14 0,0-1-10 16,0 4-10-16,0-1-7 0,0 1-9 0,-3 5-5 15,0-2-5-15,1 3-8 0,-5 2-1 0,-1 0-5 16,0 3-2-16,-4 0-9 0,0 1 2 0,-8-1 0 16,2 2-7-16,-8 3-3 0,1-1-1 0,-3 0-3 15,0-2 1-15,0-5-4 0,3-2 1 0,-8 8-1 16,6-8-3-16,-1-2 4 0,-1-1-1 0,4 0-1 15,3-2 2-15,-3-1-5 0,4-2 4 16,0-1-2-16,3 1 8 0,2-1 9 0,-1 0 17 0,-1-1 14 16,6-2 28-16,-6 0 31 0,6 0 10 0,0 0-21 15,0 0-12-15,6-14-16 0,1 9-8 0,6-5-5 16,1-3-6-16,9-3-7 0,3-1-13 0,0-2-8 16,0-1-6-16,2 2-10 0,-1-2 2 0,1 2-6 15,-4 0-4-15,-1 1 0 0,-7 4-2 0,0 1-3 16,1 0 9-16,-7 3 2 0,0 0 8 0,-2 1 2 15,1 1 1-15,-1 2 4 0,-5 0-2 0,1 3 1 16,0-3-11-16,0 3-2 0,-1-1-8 0,-3 3-5 16,4-3-12-16,-4 3-8 0,0 0 0 0,0 0 1 15,0 0 1-15,-11 15 5 0,5-7-6 0,-5 4 1 16,-3 2 2-16,4 0-2 0,-1 1 1 0,-1-1 0 16,3 1 1-16,-1-1 0 0,5 1 0 0,1 4 4 15,4-7 4-15,0 5-1 0,4-2-1 0,6-1 3 16,2 1 7-16,5-3-4 0,8 2-7 0,10-4-21 15,3 1-42-15,0-1-53 0,18 3-63 0,-2-10-96 16,-4 1-246-16,-11 0-565 0,14-10 251 0</inkml:trace>
  <inkml:trace contextRef="#ctx0" brushRef="#br0" timeOffset="31774.35">13874 5513 56 0,'0'0'253'0,"0"-6"-10"15,0 6-15-15,0-5-21 0,0 5-19 0,0-4-20 16,0 4-19-16,0 0-17 0,0-4-15 0,0 4-12 15,0 0-13-15,0 0-8 0,8 8-6 0,-4-2-10 16,2 2-6-16,-2 1 10 0,1-1-5 16,0 4-7-16,5 0-7 0,1 2-4 0,-2 1-6 0,1-1-3 15,1 0-2-15,0-1-9 0,-4-1-10 0,2-5-2 16,0 4-6-16,-3-4-4 0,2 0 0 0,-2 0 3 16,0-4-5-16,-1 1 2 0,1-2-3 0,-2-2 6 15,3 0-4-15,-7 0-3 0,9-5 3 0,-1 0-1 16,-4-3 8-16,1 0 11 0,1-2 5 0,1 0 4 15,-3-4 11-15,1 2 2 0,-4 2 4 0,3-2 7 16,0 2-2-16,-3-2 3 0,3 6 9 0,-3-2-1 16,2 3 1-16,-1 0-6 0,-2-1-3 0,0 2-9 15,3 0-6-15,-2 1-7 0,-1 3-19 0,3-5-19 16,-3 5-21-16,0 0 2 0,0 0 0 0,0 0 4 16,1 12 1-16,2-4-1 0,-3 4 0 0,-3 6-2 15,2 7 2-15,-3 2 2 0,0 0-2 0,0 4 3 16,-2 1 4-16,1 1 0 0,-2-1 0 0,5 5 7 15,-2-3-1-15,1-3-3 0,2 2 3 0,-2-1 1 16,2 2 0-16,1 0 0 0,-1-3 3 0,-3-2 2 16,3 0-1-16,1-4-3 0,0-6 5 0,-4 1-3 15,4-4-1-15,-4-3 2 0,3-2 1 0,-3 0-8 16,0 0 3-16,0 0 1 0,-2-5 0 0,1 0 2 16,1 2-2-16,-5-3 1 0,-4 2 1 0,3-4 1 15,-1-1 2-15,-5-1 2 0,3 0-2 0,-4-3-2 16,0 0 2-16,-1-3 1 0,4-2-1 0,0 4 1 15,1-5 2-15,3 0 11 0,-1 0 19 0,0-4 5 16,2-3 22-16,3-1 13 0,2-9-13 0,4-1-8 16,5-5-11-16,9-1 4 0,3 3-11 0,7-12-5 15,8 6-3-15,3-1-2 0,1 3-4 0,2 0-3 16,-6 12-4-16,10-9-11 0,-1 2 9 0,-7 11-10 16,11-8 5-16,-12 9-1 0,-1-1-3 0,0 3 0 15,-1-1-1-15,-4 4 5 0,-2-2 2 0,-8 5 23 16,-7 1 28-16,0 0-9 0,0 4 16 0,-3-1-9 15,-1 2 2-15,-3-1-3 0,3 0-35 0,-2 1 16 16,-4 2-8-16,6-2-8 0,-6 2-19 0,4-2-14 16,-4 2-33-16,0 0-23 0,0 0-11 0,0 0-18 15,0 0-22-15,0 0-18 0,-19 4-24 0,11-2-26 16,1 1-31-16,-1-1-24 0,3 1-43 0,-1-1-224 16,6-2-547-16,-9-2 242 0</inkml:trace>
  <inkml:trace contextRef="#ctx0" brushRef="#br0" timeOffset="32335.49">14751 5135 166 0,'0'-5'243'0,"0"5"-16"16,0 0-32-16,0 0-16 0,0 0-24 16,0 0-17-16,0 0-15 0,0 0-12 0,0 0-15 15,-12 8-6-15,6-5-14 0,-2 3-8 0,-6 5-7 16,0 1-6-16,1 0-5 0,-6 5-6 0,5-3-4 15,-6 5-4-15,4-6-2 0,2 1-4 0,0 1 1 0,0 2-4 16,0-6-3-16,4 0-6 0,1-2 3 16,1 0-3-16,3-3-3 0,-1 1 0 0,2-2 0 15,1-2 28-15,2 1 16 0,0-2 18 0,-3 1 15 16,4-3 15-16,-4 5 11 0,4-5 8 0,-4 2 9 16,4-2-5-16,0 0-6 0,0 0-12 0,0 0-8 0,0 0-10 15,0 0-1-15,0 0-15 0,0 0-16 0,-6 3-22 16,6-3-20-16,0 0-39 0,0 0-66 15,0 0-69-15,0 0-94 0,0 0-338 0,0 0-633 16,0 0 281-16</inkml:trace>
  <inkml:trace contextRef="#ctx0" brushRef="#br0" timeOffset="34659.21">15498 5753 112 0,'-9'0'138'0,"3"0"0"16,6 0-17-16,-10 0-13 0,5-3-8 0,5 3-7 15,-8 0-11-15,8 0-5 0,0 0-4 0,0 0-10 16,-9 3-7-16,9-3-3 0,0 0 0 0,0 0-2 16,-5-3-1-16,5 3 6 0,0 0 2 0,0 0-3 15,0 0-6-15,0 0 13 0,0 0 1 0,0 0 4 16,0 0-1-16,0 0-1 0,0 0 0 0,-8 0-2 15,8 0-6-15,0 0-9 0,0 0 4 0,0 0-5 16,0 0-2-16,0 0-6 0,0 0-1 0,0 0-4 0,0 0-2 16,0 0-5-16,0 0 0 0,0 0-4 15,0 0-1-15,0 0-2 0,0 0-1 0,0 0-2 16,0 0 0-16,0 0-4 0,0 0 0 0,0 0-1 16,0 0-2-16,0 0-1 0,0 0 4 0,0 0-2 15,0 0 0-15,0 0-2 0,19-3-1 0,-1 1 16 0,3-1-2 16,13-1-3-16,3 2-1 0,3-1 0 15,14-2 1-15,0 2-1 0,-1-1-3 16,3-1-6-16,-1 3 0 0,-3-3-4 0,-14 3 4 0,0 2-4 16,-5-3-3-16,-3 3-16 0,-1 0-14 0,-10 0-14 15,-6 0-22-15,-2 0-24 0,0 0-17 0,-6 3-9 16,-1-3 1-16,-4 0-24 0,0 0-13 0,0 0-19 16,0 0-144-16,-25 0-340 0,7-3 151 0</inkml:trace>
  <inkml:trace contextRef="#ctx0" brushRef="#br0" timeOffset="34885.94">15778 5580 194 0,'0'-6'256'0,"0"-1"3"0,0 1 5 0,0 2-9 0,1-1-11 15,-1 1-25-15,0 4-23 0,3-6-22 0,-3 4-22 16,0 2-18-16,0 0-34 0,0 0-12 0,0 0-13 15,0 0-6-15,-4 17-6 0,0 0-6 16,-2 0-8-16,-2 9-3 0,3 1-5 0,-4 2 0 16,0 1-4-16,2 1-1 0,0-1-7 0,1 2-29 0,1 0-39 15,-2-1-32-15,5 1-45 0,2-6-67 0,-4 1-263 16,3-10-481-16,5 0 214 0</inkml:trace>
  <inkml:trace contextRef="#ctx0" brushRef="#br0" timeOffset="35956.4">17025 5403 242 0,'0'0'239'16,"0"0"-9"-16,0-5-15 0,0 5-17 0,0 0-14 15,0 0-25-15,0-6-23 0,0 6-14 0,0 0-16 16,0 0-20-16,0 0-13 0,0 0-6 0,0 15-10 15,-1-3-6-15,-2 2-2 0,0 3-5 0,0 5-7 16,-4 2 0-16,1 1-2 0,0 2-6 0,-2 1-3 16,-1 3-2-16,3-7-3 0,-2 4-1 0,3-4-7 15,-5 0 1-15,6-5 2 0,-1-2-4 0,1-1-1 0,3-3-2 16,-2-3-1-16,1 2 3 0,-1-7-1 16,3 4 1-16,-1-4-1 0,-2-4 21 0,3 5 34 15,0-6 40-15,-2 5 37 0,2-5 39 0,0 3 29 16,0-3 25-16,0 0-7 0,0 0-29 0,5-12-30 15,1 2-20-15,2-4-14 0,4-3-17 0,4-8-10 0,2-1-29 16,3-1-18-16,-1-1-13 0,1 2-6 16,0 0-3-16,-1 5-3 0,-7 4 0 0,1 3-10 15,-1 2-1-15,-5 4-5 0,-2 0 1 0,-1 3-9 16,-1 1-3-16,1 1-3 0,-2-1-46 0,-2 3-39 0,-1 1 6 16,0 0 4-16,11 8 7 0,-5 0 0 0,-3 1 1 15,0 3 5-15,1 5 6 0,-3 0 5 16,1 1 6-16,-1 7 10 0,0-6 1 0,3 1-2 15,-3-3 10-15,3 0-3 0,-3 0 5 0,2-5 0 0,-2-2-1 16,2 1 6-16,-3-3 0 0,1-1 8 0,0-2-7 16,0 0 16-16,-1-1 5 0,2 1-9 0,-2-5 1 15,1 5 2-15,-1-5 6 0,0 0 9 16,-1 3 12-16,1-3-8 0,0 0 5 0,0 0 3 16,0 0-10-16,1 4-2 0,-1-4 0 0,0 0-6 0,0 0 0 15,0 0-3-15,0 0-49 0,0 0-32 16,0 0-24-16,0 0-29 0,4-14-9 0,-3 7-33 0,0 4-50 15,1-4-58-15,-1-1-292 0,4 1-613 16,0-4 271-16</inkml:trace>
  <inkml:trace contextRef="#ctx0" brushRef="#br0" timeOffset="36352.58">17876 5213 194 0,'-1'-2'203'0,"1"2"-22"16,-6-3-10-16,6 3-16 0,-18 8-12 0,5 0-14 16,-10 9-11-16,-1 1-15 0,-2 8-1 0,-7 14-13 15,-4 1-5-15,4 4-4 0,-3 2-9 0,4 1-5 16,1 0-5-16,8 2-7 0,-1-6-9 0,11-9-1 15,2-2 2-15,3-1-3 0,5-1 20 0,5 0 2 16,2-5 2-16,3-1 4 0,7-3 6 0,-1-5-1 16,6 0 1-16,4-2 7 0,4-1-4 0,3 0 2 15,3-6-5-15,-1-1-3 0,2 0-10 0,-2-3-6 16,-4-2-3-16,-7 1-5 0,-1-1-4 0,-2 0-3 16,-6-2 0-16,-1 2 8 0,-3-2 14 0,-1 0 6 15,-3 0 3-15,-4 0-2 0,8 0-11 0,-8 0-3 16,6 0-4-16,-6 0-4 0,0 0-17 0,9-2-36 15,-9 2-38-15,3-3-41 0,-3 3-40 0,-5-7-44 16,1 3-69-16,-2-2-328 0,3 0-609 0,-1 0 269 16</inkml:trace>
  <inkml:trace contextRef="#ctx0" brushRef="#br0" timeOffset="36903.25">18101 5373 124 0,'2'-4'303'0,"-1"1"-17"0,0-4-12 16,0 5-20-16,-1 2-23 0,0 0-27 0,3-5-24 15,-3 5-20-15,0 0-18 0,0 0-23 0,0 0-14 16,0 0-12-16,0 14-12 0,0-6-5 0,-3 4-11 16,3 4-3-16,-2 1-7 0,-1 2-9 0,-2 6-2 15,0 1-7-15,-1 1 1 0,-3-1-5 0,0 2-2 16,1-1-4-16,-1 0-3 0,0-5 1 0,4-2-5 15,-1-4 0-15,2 1-5 0,0-7-1 0,0 2-1 16,3-5 1-16,-3-1 3 0,3-2 3 0,-3 1 44 16,4-1 29-16,0-4 28 0,-1 6 65 0,1-6 25 15,0 0-13-15,0 0-23 0,10-11-17 0,-4 3-15 16,7-5-16-16,1-1-14 0,5-3-13 0,2-4-12 16,3-2-6-16,-1 3-13 0,0-2-8 0,-3 4-3 15,-3 3-9-15,-3 3-4 0,-5 5-2 0,1 0-7 16,-2-1-4-16,-3 3-4 0,0 1-5 0,-1 1-12 15,-1 1-13-15,2 0-22 0,-5 2-17 0,0 0 2 16,11 4 4-16,-7-1-10 0,1 6 2 0,0 1-4 16,2 0 5-16,-2 3-8 0,2 3-10 0,0 2-31 15,-1-2-22-15,3 1-24 0,0 2-24 0,-1-2-27 16,-2-3-25-16,3 2-38 0,-1-5-65 0,-2-4-296 16,4 2-662-16,-1-3 293 0</inkml:trace>
  <inkml:trace contextRef="#ctx0" brushRef="#br0" timeOffset="37787.37">18777 5504 134 0,'-7'0'181'15,"7"0"-13"-15,-7-2-15 0,7 2-10 0,0 0-13 0,-8 1-7 16,8-1-8-16,0 0-6 0,-5 1-3 16,5-1 3-16,0 0-4 0,0 0 2 0,-7 2 3 15,7-2 0-15,0 0 3 0,0 0 0 0,0 0-4 16,0 0-5-16,0 0-5 0,0 0-9 0,0 0-7 16,0 0-13-16,0 0-4 0,0 0-7 0,0 0-8 0,0 0-4 15,0 0-6-15,0 0-6 0,0 0-2 0,0 0-4 16,0 0-3-16,0 0 0 0,0 0-4 15,0 0 0-15,0 0-4 0,0 0 0 0,0 0-2 16,0 0-1-16,-5 1-3 0,5-1 6 0,0 0-3 0,0 0 7 16,0 0 1-16,0 0 1 0,0 0 10 0,0 0-12 15,0 0-1-15,0 0 1 0,0 0-4 0,0 0-3 16,0 0 3-16,0 0-7 0,0 0 5 16,0 0-8-16,0 0 1 0,0 0-1 0,0 0-2 15,0 0 1-15,0 0 2 0,0 0-5 0,0 0 2 0,0 0 2 16,0 0 1-16,0 0-4 0,0 0 1 0,0 0 0 15,0 0 2-15,0 0 9 0,0 0 2 16,0 0 1-16,0 0 1 0,0 0 4 0,0 0-3 16,0 0-2-16,0 0-2 0,0 0 6 0,0 0-1 0,0 0-3 15,0 0-2-15,0 0 10 0,0 0-2 16,0 0-6-16,0 0-1 0,0 0-12 0,0 0 9 0,0 0-7 16,0 0 0-16,0 0 1 0,0 0-3 0,0 0 3 15,0 0-7-15,0 0 1 0,0 0 1 0,0 0 3 16,0 0-5-16,0 0 8 0,0 0-8 0,0 0 0 15,0 0-1-15,0 0-4 0,0 0 6 0,0 0-1 16,0 0-1-16,0 0 4 0,0 0 2 0,0 0-6 16,0 0 1-16,0 0-1 0,0 0 2 15,0 0 3-15,0 0-1 0,0 0-3 0,0 0 3 0,0 0 3 16,0 0-4-16,0 0 4 0,0 0 4 0,0 0-10 16,14-6-1-16,-8 6 8 0,7-2-3 0,5-1 0 15,2 1-3-15,8 1-2 0,4-2-3 16,-1 2 2-16,2-3 1 0,0 3 1 0,3-2 0 15,1-1-1-15,-2 4-1 0,-3-2 3 0,-4-3-1 0,-7 5-1 16,0 0-4-16,-4-3-18 0,-5 1-4 0,-3 2-10 16,0-1-11-16,-5 1-14 0,2-2-11 0,-6 2-20 15,4-3-24-15,-4 3-33 0,0 0-5 0,0 0-15 16,-16-4-16-16,4 3-7 0,-2-3-11 0,1 4-16 16,-3-2-196-16,-1 1-448 0,3 0 198 0</inkml:trace>
  <inkml:trace contextRef="#ctx0" brushRef="#br0" timeOffset="38036.69">18952 5300 249 0,'0'-8'292'0,"0"-1"-11"0,0 2 0 16,0 2-5-16,0-3 3 0,0 4-16 0,0-1-20 15,0 1-22-15,0 4-28 0,2-5-24 0,-2 5-16 16,0-4-21-16,0 4-21 0,0-4-39 0,0 4-18 15,0 0-5-15,0 0-5 0,-2 17-6 0,2-5-4 16,0 5-1-16,-1 2-4 0,0 6-2 0,-2 1 6 16,1 4-12-16,0-1 3 0,0 1-4 0,2 4 0 15,1-4 5-15,0 0-22 0,1 0-26 16,2-1-25-16,-2 0-35 0,2-5-34 0,-3-3-32 0,4-3-43 16,-1-3-98-16,1-3-172 0,2-5-499 0,-2-2 221 15</inkml:trace>
  <inkml:trace contextRef="#ctx0" brushRef="#br0" timeOffset="38437.41">19557 5320 334 0,'0'-7'342'0,"1"2"-15"16,-1 1-16-16,0 0-22 0,0-1-20 0,0 5-25 16,3-4-21-16,-3 1-31 0,0 3-20 0,2-5-26 15,-2 5-19-15,0 0-17 0,0 0-20 0,0 0-9 16,4 17-9-16,-3-5-11 0,-1 3-13 0,0 4-6 16,-1 4-2-16,1 3 1 0,-1 0-7 0,-2 0-3 15,1 2 1-15,-2-1-7 0,1-1-6 0,2 0 7 0,-3-1-2 16,3-6-10-16,2 0 4 0,-1-1-1 15,0-2-6-15,0-4 5 0,0-1 6 0,-1-4-12 16,1 0 2-16,0 0-13 0,-3-3 10 0,3 1 2 0,0-2 0 16,0 1 0-16,0-4-4 0,0 6 18 15,0-6-12-15,0 4 4 0,0-4-5 0,0 0 0 16,0 0 3-16,0 3 20 0,0-3-20 0,0 0 10 16,0 0-6-16,0 0-3 0,0 0-6 0,0 0-26 0,0 0-68 15,0 0-41-15,0-13-36 0,0 6-48 0,4-2-55 16,-1-4-283-16,-1 1-590 0,2-5 261 15</inkml:trace>
  <inkml:trace contextRef="#ctx0" brushRef="#br0" timeOffset="38835.78">19688 5057 160 0,'0'0'184'0,"13"1"-18"0,-6 0-10 0,6 4-8 16,4 1-14-16,1 3-2 0,6 7-13 0,-1 1-4 16,3 6-2-16,1 0-9 0,-2 3-2 0,3 11-1 15,-6-6-4-15,-4 14-1 0,1 4-5 0,-10 0-8 16,-5-1-2-16,-3 3-5 0,-7-3-9 0,-6 1-7 15,-4-5-3-15,-6-1-5 0,4-14-2 0,-5 0-4 16,1-1 0-16,-1 0 7 0,0-6-2 0,-1 0-3 16,1-4 1-16,1-1 0 0,2-2 1 0,2-5-1 15,0-2-2-15,5 0 0 0,3-3-3 0,0 3-3 16,1-6 1-16,1 2 1 0,2-3-1 0,3 1-2 16,-3 0 2-16,2 1 5 0,4-3 5 0,0 0 12 15,-9 3 7-15,9-3 4 0,0 0-4 0,0 0-6 16,0 0-37-16,-2 1-51 0,2-1-61 0,0 0-55 15,0 0-77-15,23-12-103 0,-13 5-193 0,1-2-552 16,2-2 244-16</inkml:trace>
  <inkml:trace contextRef="#ctx0" brushRef="#br0" timeOffset="40073.58">20368 5280 177 0,'4'-9'266'0,"-3"2"-6"15,-1 0-9-15,0 2-14 0,3-2-9 0,-3 3-14 16,1-1-22-16,-1 1-16 0,0 4-22 0,0-7-17 15,0 7-14-15,3-4-16 0,-3 4-18 0,0 0-11 16,0 0-6-16,0 0-12 0,0 0 2 0,7 11-14 16,-3-1-2-16,1-2-6 0,2 6-3 0,-2 5-4 15,2-2-1-15,0 0-1 0,-1 0-7 0,2 1 0 16,0 0-10-16,0-2-10 0,0-2-3 0,-1-3 7 16,-1-1-8-16,1-1-5 0,0 2 5 0,-2-7 2 15,0-1 0-15,2 2 1 0,-1-3 2 0,0-2-1 16,1-1-2-16,3-3 2 0,0-3-1 0,-1 0 4 15,1-5 4-15,3-3 9 0,-3 1 4 0,-2 1 0 16,5-3 3-16,-4-1 4 0,-3-1-4 0,2 0 6 16,-2 1-2-16,2 1 8 0,-3 7 6 0,-1-5-3 15,2 4 7-15,-2 1 2 0,-2 3-6 0,1-1 2 16,0 1-8-16,-1 1-6 0,0 0-6 0,-1 3-10 16,1-2-7-16,0 0-19 0,-2 4-22 0,0 0-9 15,0 0 0-15,0 0 4 0,0 0 1 0,2 12 18 16,-3 0-9-16,0 0-1 0,-1 7 3 0,-3 12 4 15,1 1 3-15,-1 3 0 0,-2 13 5 0,-2 2 1 16,-3 1 2-16,2 2 27 0,1 2-2 0,1-1-4 16,-1-2-2-16,4-2 3 0,3-2 0 0,2-2-5 15,-3-13 2-15,6 1 3 0,-2 1-2 0,-1 1-3 16,0-4 4-16,5-1-4 0,-5 1 0 0,1-8-2 16,-6-2 0-16,4-3 0 0,0-1 1 0,-3-2 0 15,0-4-6-15,0-3 2 0,3 0-2 0,-3 1 2 16,-1-3 0-16,-4 1 2 0,1-5-3 0,3 2 4 15,-6 1 0-15,-2-3 0 0,1-2 1 0,0-1 0 16,-1 0-2-16,-6-1 0 0,1-2 0 0,-3-2-1 16,1-1 3-16,2 3 1 0,0-6-2 0,0 1 6 0,-1-1 10 15,3-2 1-15,1 0 16 0,4-4 21 16,0 2 6-16,2-4 15 0,1-3 6 0,2-4-4 16,3-3 4-16,4-1-13 0,5-1-6 0,6-1-12 15,8-14-3-15,11 1-8 0,1 1-4 0,8-1 0 16,5-1-11-16,22-14 0 0,-17 20-9 0,5 3-4 15,20-10-3-15,-25 13 0 0,0 8-7 0,0-3 0 16,-4 5 9-16,-14 3 8 0,0 3 17 0,-5 0 10 16,-4 2 17-16,-8 5-3 0,0-2-5 0,1 2 4 15,-9 3-4-15,1 0-2 0,-3 4-7 0,2-2-3 0,-2 1-6 16,-3 0-9-16,3 1-11 0,-1-1-17 16,-1 1-20-16,-3 2-30 0,5-3-36 0,-5 3-35 15,0 0-36-15,0 0 5 0,0 0-16 0,0 0-16 16,-7 10-20-16,3-4-26 0,-3 0-36 0,3 0-47 15,-1 0-314-15,1-1-673 0,4 0 297 0</inkml:trace>
  <inkml:trace contextRef="#ctx0" brushRef="#br0" timeOffset="40641.05">21608 5420 123 0,'0'0'206'0,"-7"-1"-10"0,7 1-1 16,0 0-1-16,0 0-4 0,0 0 1 0,0 0-8 16,0 0-9-16,0 0-10 0,0 0-15 0,0 0-15 15,0 0-14-15,14-3-9 0,4 1-16 0,0 0-6 16,10 1-13-16,0-3-4 0,4 4-4 0,-1-4-11 16,3 3-2-16,2-2-6 0,2 0-7 0,2 2-4 15,0-3 2-15,-2 1-5 0,-5 2-1 0,0-1-3 16,-2 0-2-16,-9 1 4 0,-3-1 3 0,-1 0 1 15,-8 2 5-15,1 0 1 0,-4 0-4 0,-1-3-9 16,1 3 2-16,-7 0-8 0,8-1-9 0,-8 1-16 16,8 0-22-16,-8 0-26 0,4-1-7 0,-4 1-3 15,0 0-20-15,0 0-28 0,-12 9-37 0,4-5-41 16,3 1-66-16,-2-4-169 0,0 5-454 0,-1-2 200 16</inkml:trace>
  <inkml:trace contextRef="#ctx0" brushRef="#br0" timeOffset="41030.6">21678 5632 170 0,'-4'2'250'16,"4"-2"16"-16,-5 3-6 0,5-3-7 0,-4 2-6 0,4-2-8 16,0 0-14-16,0 0-10 0,0 0-15 0,0 0-25 15,0 0-17-15,0 0-19 0,31-3-8 0,-12 2-19 16,12-2-4-16,2 0-16 0,5 1-7 16,1 1 1-16,0-1-14 0,15-2-12 0,-3-1-9 15,0 4 6-15,1 0-7 0,-13 0 1 0,-5-1 1 0,-6 1-8 16,1 1-7-16,-12 1 5 0,-4-1-1 0,-1-1-12 15,-5 0 17-15,1 1-12 0,-3 0 8 0,-5 0-14 16,10 0-5-16,-10 0-8 0,9 0 15 16,-5-1 1-16,-4 1-8 0,0 0-8 0,5-2-10 15,-5 2-15-15,0 0-23 0,0 0-27 0,9 0-32 16,-9 0-15-16,0 0-13 0,0 0-24 0,0 0-43 16,0 0-55-16,-10 9-307 0,10-9-595 0,0 0 263 15</inkml:trace>
  <inkml:trace contextRef="#ctx0" brushRef="#br0" timeOffset="43153.4">23577 5005 22 0,'-12'0'111'16,"3"0"-10"-16,0 1-2 0,-5 0-7 0,4 2-11 0,-3 2-5 15,2-2-5-15,1 2-5 0,-2 1-10 16,2-1 7-16,-2 1 2 0,1 3-6 0,-2 0 4 15,-1 2-7-15,1-1-1 0,0 3-9 0,2 2-4 16,-2-1 3-16,2 3 3 0,0-2-3 0,2 0 3 16,2 2-8-16,-2 2 1 0,0 5-4 0,1 0 2 15,1-5 7-15,3 1 2 0,-1-3-5 0,1 9-2 0,1-7-2 16,2 1-6-16,0-1-2 0,2-2-4 16,0 0-2-16,1 2 12 0,1-2-13 0,1 0 8 15,1 0 7-15,3-2-3 0,-2-1 4 0,3 2-1 0,3-3 1 16,-1 2 3-16,0-3 7 0,5 0 6 0,0-1 0 15,0-1 3-15,1 1-2 0,-1-4 5 16,1 2 0-16,5-2 1 0,-2-1 4 0,-1 3-1 16,1-6-1-16,0 1 8 0,-1 0-4 0,2 0-2 15,0-2 7-15,-3-1 2 0,1 0-1 0,2-1 10 0,-3-1 17 16,2 0-10-16,-1-1 8 0,0-2-2 0,2-2 6 16,-1 1-9-16,0-5-10 0,1 3 1 15,3-5 7-15,1-1-8 0,-1-1-1 0,-1-2-1 16,0-1-3-16,0-4-5 0,-1-1-5 0,2-1 2 0,-5-1-13 15,0-6 2-15,-1 0-8 0,5-12-2 0,-10 11-9 16,1-2-8-16,-5 3-9 0,-4-1-11 0,-2-1-14 16,-7 3-18-16,-5-2-33 0,-9 2-37 0,-5 0-34 15,-8 5-30-15,-17 0-31 0,-8 2-28 16,-34 5-51-16,28 7-87 0,-29 0-272 0,31 3-671 0,-3 2 298 16</inkml:trace>
  <inkml:trace contextRef="#ctx0" brushRef="#br0" timeOffset="44957.9">25311 5524 254 0,'0'0'275'0,"0"0"-24"16,6-1-21-16,-6 1-24 0,0 0-20 0,0 0-20 16,0 0-19-16,0 0-16 0,0 0-23 0,0 0-20 0,0 0-14 15,0 0-8-15,1 7-6 0,-1-7-6 0,-7 12-7 16,2-4-3-16,-2 1-6 0,0 3-1 0,-1 0-3 16,-2 1-5-16,-3-1 2 0,0 2-8 15,-2-2 1-15,1 0-12 0,-1 1-6 0,-1-3-9 0,1 1-10 16,-1-1-13-16,0-2-17 0,-1-2-25 0,3-1-22 15,1-3-46-15,-2 1-31 0,2-5-180 0,-2 1-373 16,3-3 165-16</inkml:trace>
  <inkml:trace contextRef="#ctx0" brushRef="#br0" timeOffset="45140.74">25114 5232 228 0,'1'-7'316'0,"1"1"-19"0,1 0-18 0,-3 1-25 0,2 0-25 16,-2 3-26-16,0 2-27 0,2-5-35 0,-2 1-44 16,0 4-45-16,0 0-11 0,0 0-17 0,0 0-33 15,7 9-47-15,-4-3-40 0,4 1-55 0,-1 2-187 16,2-3-366-16,-2 2 162 0</inkml:trace>
  <inkml:trace contextRef="#ctx0" brushRef="#br0" timeOffset="46370.71">26333 5103 180 0,'2'-3'229'0,"-2"3"-9"0,0-5-14 16,0 5-17-16,0 0-14 0,2-4-21 0,-2 4-16 15,0 0-13-15,1-4-18 0,-1 4-14 0,0 0-13 16,0 0-12-16,0 0-6 0,-1 13-6 0,1-6-7 15,-2 2-3-15,0 4-6 0,-2 3-4 0,0 4 1 16,2-1-6-16,-6 8-5 0,3-9-2 0,0 10 2 16,-4-2-7-16,4 0 0 0,2 0 4 0,-4-2-8 15,3-5 1-15,-1-1-2 0,0 2-5 0,2-5 7 16,-1 2-8-16,3-6 1 0,-2 0 1 0,3-2 0 16,-1-2-5-16,0 0 6 0,-2-2-2 0,3-1 19 15,0 0 34-15,0-4 22 0,0 5 25 0,0-5 45 16,0 0 22-16,-1 5 22 0,1-5 19 0,0 0 22 15,0 0-20-15,0 0-41 0,6-18-23 0,-2 5-14 16,4-4-12-16,1-6-22 0,1-2-17 0,4-3-25 16,3 2-5-16,2-4-11 0,1 3-6 0,-1 1-1 15,2 2-7-15,-4 3-7 0,0 2 5 0,-4 4-10 16,-4 2-5-16,5 3 5 0,-5 1-5 0,-1 2-3 16,-2 0-4-16,1 4-5 0,-2 0-2 0,-1-2-5 15,-2 3-6-15,2 0-40 0,-4 2-7 0,0 0 0 16,13 7-8-16,-9 1 1 0,-1 1 4 0,1 1 1 15,0 5 8-15,-1 2 7 0,2 2 6 0,-4 7 5 16,1 0 5-16,0 2-1 0,-1-1 8 0,-1-1 0 16,-1-1 2-16,2-7 2 0,-1 2 7 0,-1-3-1 15,1-3-2-15,0-2 18 0,1-2-20 0,-1-3 1 16,0-1 3-16,1 0-3 0,-2-1 7 0,1-2 3 0,0 1 1 16,0-4 5-16,1 5 1 0,-1-5 7 0,0 3 3 15,0-3 12-15,0 4 11 0,0-4-6 16,0 0 2-16,0 0-5 0,0 0-7 0,0 0 6 15,0 0-27-15,0 0-24 0,0 0-22 0,0 0-28 0,8-10-28 16,-4 6-37-16,0-1-40 0,1 2-57 0,1-2-63 16,-1 1-336-16,6-1-684 0,1-3 304 15</inkml:trace>
  <inkml:trace contextRef="#ctx0" brushRef="#br0" timeOffset="46774.89">27479 5160 317 0,'0'0'326'0,"0"-2"-18"0,0 2-15 0,-2-5-31 16,2 5-26-16,0 0-26 0,0 0-19 0,0 0-23 16,0 0-21-16,0 0-23 0,0 0-9 0,0 0-5 15,0 0-16-15,0 0-16 0,0 14-8 0,-3-7-5 16,3 3-4-16,-2 0-9 0,0 0-5 0,-2 9-4 16,2-2 4-16,-1 0-2 0,1 0-10 0,-3 1-10 15,2 2 3-15,1-3-3 0,0 2-3 0,-2-4-2 16,2 0-5-16,1-2 1 0,-2-1 1 0,2-3-2 15,-1 0-1-15,2-1 2 0,-1-1-2 0,0-2 1 16,0-1-1-16,-1-1-1 0,2-3 3 0,-1 6 3 16,1-6-5-16,0 4 1 0,0-4 4 0,0 0 2 15,-4 2-3-15,4-2-22 0,0 0-57 0,-1-12-54 16,1 5-43-16,-2-5-47 0,3-5-60 0,-2 0-240 16,3-12-547-16,4 2 243 0</inkml:trace>
  <inkml:trace contextRef="#ctx0" brushRef="#br0" timeOffset="46932.75">27502 5004 82 0,'0'-6'289'0,"0"1"-4"0,0 3-9 15,0 2-14-15,0-6-24 0,0 6-29 0,0-6-16 16,0 6-28-16,0-4-29 0,0 4-28 0,0 0-31 16,0 0-21-16,4-1-17 0,-4 1-27 0,0 0-33 15,9 10-28-15,-4-6-43 0,-4 1-46 0,4 2-217 16,-1-3-384-16,3 1 170 0</inkml:trace>
  <inkml:trace contextRef="#ctx0" brushRef="#br0" timeOffset="47336.45">28118 5114 71 0,'0'0'297'0,"3"-3"-24"0,-3 3-24 0,0 0-25 16,0 0-20-16,0 0-22 0,0 0-16 0,0 0-13 15,0 0-16-15,0 0-14 0,-18 3-15 0,6 4-11 16,1-7-10-16,-1 4-8 0,0 1-5 0,1 1-11 16,-1-1-8-16,1 0-5 0,1 2-5 0,0-2-6 15,1 2 0-15,1 1-7 0,-1 3-3 0,3-4-1 16,2 3-3-16,0 0 1 0,3 3-5 0,1-1 1 15,1-1-4-15,2 8 1 0,3-4-2 0,7 2-2 16,-3-1 3-16,4 2-5 0,3 3-2 0,-2-6 2 16,-3 0-4-16,7 5-4 0,-9-6 1 0,0 0-2 15,0-4 3-15,-3-1-3 0,-1 0-1 0,-2-1 4 16,0-1-7-16,0-2 0 0,-2 0 1 0,-2 1 5 16,0-2 1-16,-7 1-1 0,-2-2-1 0,-4 1 1 15,-10 1 2-15,-4-2-1 0,0-3-10 0,-3 0-23 16,-1 2-31-16,0-2-35 0,3-2-54 0,7 1-53 15,0-4-250-15,2 1-485 0,7 1 214 0</inkml:trace>
  <inkml:trace contextRef="#ctx0" brushRef="#br0" timeOffset="48388.67">28836 5257 67 0,'-9'0'180'16,"4"0"-12"-16,5 0-3 0,-9-3-15 0,9 3-2 16,-7 0-19-16,7 0-11 0,0 0-7 0,0 0-10 15,-11 0-14-15,11 0-9 0,0 0-3 0,0 0 6 16,0 0 4-16,0 0 3 0,0 0 1 0,0 0 1 16,0 0 0-16,0 0 3 0,0 0-7 0,0 0 0 15,0 0-7-15,0 0-11 0,0 0-3 0,-6-1-7 16,6 1-7-16,0 0-6 0,0 0-4 0,0 0-6 15,0 0 2-15,0 0-8 0,0 0-3 0,0 0 6 16,0 0-4-16,0 0-7 0,0 0-5 0,0 0 3 16,0 0-2-16,0 0-4 0,0 0 2 0,0 0 2 15,0 0-8-15,0 0 1 0,0 0-1 0,0 0 0 16,0 0 2-16,0 0-3 0,30-1-1 0,-17 1 0 16,9-3-1-16,5 0 5 0,4 3-3 0,2-1 1 15,-1-2-3-15,2 3-1 0,2-4 1 0,-3 2-2 16,-3-2 11-16,2 4-12 0,-11-1-2 0,-1-1 24 15,-4 1-5-15,-4 1-5 0,0-3-11 0,-4 3-10 16,-3 0-13-16,0-1-15 0,-5 1-11 0,6-3-36 16,-6 3-30-16,0 0-23 0,0 0-18 0,-20-3-17 15,6 1-9-15,-4 2-33 0,1-3-147 0,-3 1-388 16,6 0 173-16</inkml:trace>
  <inkml:trace contextRef="#ctx0" brushRef="#br0" timeOffset="48687.15">28936 5124 168 0,'-1'-3'304'0,"1"-6"-6"0,1 4-11 0,-1 0-4 15,-1-1 9-15,1 2-15 0,0 4-8 0,1-6-26 16,-1 6-19-16,-1-7-26 0,1 7-16 0,0 0-36 16,1-4 6-16,-1 4-40 0,0 0-32 0,0 0-3 15,0 0-15-15,0 0-8 0,4 16-6 0,-2-7-8 16,1 2-5-16,-2 2 5 0,0 4-17 0,-1-1 7 15,3 1-2-15,0 3-4 0,-2 4-8 0,3-5 4 16,-2 6 5-16,2-6 1 0,-1 2 2 0,1-3-13 16,-2 1-5-16,4-2 1 0,-6-4 6 0,3-1-15 15,-1 2-21-15,2-5 0 0,-2 0-16 0,0-1-6 0,0-3-7 16,-2 2-2-16,3-2 4 0,-3-2 4 16,2-1 2-16,-2 2 4 0,0-4-6 0,0 6-7 15,0-6-9-15,0 0-13 0,-2 4-43 0,2-4-99 16,0 0-325-16,0 0-581 0,9-15 257 0</inkml:trace>
  <inkml:trace contextRef="#ctx0" brushRef="#br0" timeOffset="49151.28">29659 5134 253 0,'0'-5'367'15,"0"5"-14"-15,0-5-23 0,0 5-22 0,2-3-33 16,-2 3-30-16,0-5-26 0,0 5-30 0,2-3-20 16,-2 3-19-16,0 0-18 0,0 0-11 15,0 0-18-15,5 11-10 0,-1-6-10 0,1 4-6 0,-2 0-14 16,-1 2-4-16,3 5-1 0,-1 0-7 0,0 1-13 15,1-3 7-15,0 3-13 0,0-1-7 16,-1 1 5-16,-3 0-4 0,3 0 1 0,0-2-5 16,-1-1 2-16,-2-2-7 0,0-5-1 0,2 1-4 15,-2-3-1-15,3 0 1 0,-4-1-1 0,1 2 11 0,-1-4 33 16,0 3 38-16,0-5 26 0,1 3 36 0,-1-3 33 16,0 0 23-16,0 0 20 0,0 0 14 0,0 0-30 15,0 0-24-15,8-16-21 0,-1 9-19 16,2-8-17-16,1-1-8 0,5-7-39 0,2 1-14 0,-1 1-10 15,1-1-9-15,0 2-12 0,-4 7-15 16,-1-2-13-16,-2 1-3 0,-1 4-22 0,-2 1-34 0,0 1-24 16,0 3-16-16,-4 0-45 0,4-3-52 15,-2 7-53-15,0-4-44 0,0 4-29 0,4 0-24 0,-9 1-31 16,14 2-58-16,-6 0-290 0,2 1-769 0,-1 1 340 16</inkml:trace>
  <inkml:trace contextRef="#ctx0" brushRef="#br0" timeOffset="49623.2">30121 5274 64 0,'-2'1'315'0,"2"-1"-7"0,0 0-7 16,0 0-17-16,0 0-20 0,0 0-27 0,0 0-16 15,0 0-26-15,0 0-21 0,0 0-19 0,26-1-10 16,-13-2-18-16,7 1-9 0,8-1-17 0,-1-2-4 15,2 1-12-15,1-3-13 0,-1-1-7 0,-1 1-3 16,4-3-6-16,-4-1-8 0,-4-1-5 0,1-1 4 16,-2 0-2-16,-5 1-4 0,-3-2 2 0,2 0 11 15,-2 2 11-15,-4-3 14 0,2 2-1 0,-5 3 7 16,-2-1 5-16,2 2 5 0,-7 0-13 0,3 3 1 16,-5-1-13-16,-2-1-9 0,-1 3-8 0,-3-2-9 15,-5 3-7-15,-1 1-10 0,-6 1 7 0,-4 2-6 16,-5 3-7-16,-1 3-4 0,0 1-5 0,-1 1-3 15,3 2 1-15,3 4-19 0,-3 1 11 0,2 2 4 16,3 1-7-16,4 5 7 0,3-2 0 0,7-5-5 16,2 3 1-16,4 0-1 0,6 6 1 0,5-2 4 15,9 3 1-15,7-3 6 0,5-2-23 0,16 1 26 16,8-2 0-16,2-3-3 0,2-3 1 0,5-5-3 16,0-1-1-16,-1-2 4 0,-5-2 10 0,-2 0-3 15,-20-4 4-15,-1-2 9 0,-5 4 17 0,-10-4 31 16,-5 2 21-16,-4-1 12 0,-2 1 5 0,0-1-7 15,-2 1-11-15,-6 0-9 0,9-1-13 0,-9 1-14 16,5-2-28-16,-5 2-27 0,0 0-53 0,0 0-66 16,0 0-94-16,0 0-77 0,0 0-59 0,-23 8-102 15,9-4-334-15,-5-1-838 0,5-3 371 0</inkml:trace>
  <inkml:trace contextRef="#ctx0" brushRef="#br0" timeOffset="50438.98">27896 6607 53 0,'0'-8'313'0,"-1"-2"-15"0,-1 3-11 16,2 2-5-16,0-4-1 0,0 5-6 0,2-1-19 0,-2 1-23 15,0 4-19-15,0-6-28 0,0 6-21 0,0-6-19 16,0 6-16-16,0 0-16 0,-2-4-17 0,2 4-20 16,0 0-24-16,0 0-8 0,0 0-8 0,0 0-2 15,-1 17-7-15,1-8-1 0,0 4-5 0,-3-2-2 16,1 2-1-16,0 4-1 0,0 0-3 0,0 0-5 15,-1 1 7-15,0-1-3 0,2 1-4 16,0 0-1-16,1-4 0 0,-3 2-3 0,3-3 2 0,0-2 4 16,0-1-7-16,0 0 8 0,0-4-3 0,2 0 0 15,-2-1-1-15,0-3 1 0,-2 2 8 0,2 2-6 16,0-6 7-16,-1 2 2 0,1-2 13 0,0 0 27 16,0 5-22-16,0-5-5 0,0 0-18 0,0 0-29 15,0 0-38-15,-6-17-50 0,2 5-67 0,-5-2-72 16,4-6-95-16,-2-6-203 0,5-4-582 0,-1-3 258 15</inkml:trace>
  <inkml:trace contextRef="#ctx0" brushRef="#br0" timeOffset="50603.39">27881 6260 174 0,'0'-7'305'0,"2"0"-10"16,-2 4-7-16,1-2-17 0,-1 1-21 0,0 4-28 15,1-5-18-15,-1 5-26 0,0-5-16 0,0 5-25 16,0 0-23-16,2-4-37 0,-2 4-30 0,0 0-17 15,0 0-19-15,0 0-19 0,9 11-33 0,-7-5-29 16,2 3-28-16,-2 0-35 0,1 2-50 0,-3 1-189 16,4 0-403-16,-4 0 178 0</inkml:trace>
  <inkml:trace contextRef="#ctx0" brushRef="#br0" timeOffset="51384.54">28220 6633 236 0,'0'0'322'0,"0"0"-36"0,0 0-28 0,0 0-29 16,0 0-26-16,0 0-24 0,0 3-21 15,0-3-14-15,-1 5-14 0,0 0-16 0,1 2-13 0,-4 2-8 16,0 1-8-16,0 5-11 0,-1 2-12 0,-4 0 0 16,5 1-5-16,-10 5-9 0,8-6-4 0,-2 0-1 15,2 0-6-15,-2-2-2 0,4-4-3 0,3 0-3 16,-3-1-7-16,4-4 0 0,-5-1 5 16,5 1 8-16,-2-1 30 0,0-3 38 0,2-2 52 0,0 4 34 15,0-4 13-15,0 0-20 0,9-13-20 0,-4 5-17 16,4-1-10-16,4-5-23 0,0-1-8 0,5-4-13 15,-3-2-17-15,4 3-6 0,2-1-16 0,-6 5-2 16,0 1-10-16,0 3 0 0,-5 1-5 0,-1 2-3 16,-2 1-4-16,-3 1-3 0,1 1-5 0,-1 2-19 15,0-1-13-15,0 3-26 0,-4 0-11 0,7-1 9 16,-7 1-17-16,13 4 4 0,-9 0-3 0,6 1-2 16,-1 3 8-16,0-2 7 0,5 5-5 0,-2 1-1 15,3 0 13-15,-1 0 1 0,3-2-1 0,-1 2 3 16,1-2-10-16,-2-1 5 0,4-2-2 0,-1 1 5 15,-4-1-6-15,-1-5 11 0,1 2-5 0,-1-3 11 16,1-1 5-16,-1-2-2 0,-2-3 7 0,6 0 3 16,-7-2 12-16,3-5-1 0,0 0 8 0,-2-2 15 15,-1-2 3-15,2-8 0 0,-1 2 7 0,-2-3 1 16,-1 0 15-16,1-1-13 0,-1-3 2 0,-1-2-4 16,1-2-3-16,2-1-5 0,-3 5 7 0,-1 1 18 15,-1 1-19-15,0 8 7 0,0 1 20 0,-3 5-1 16,1 1 5-16,-3 6-13 0,4-4 1 0,-4 4-11 15,0 1-8-15,4 2-17 0,-4 3-33 0,0-7-33 0,0 7-37 16,1-1 20-16,-1 1-8 0,0 0 5 16,-5 20 5-16,0-3 10 0,-4 6 7 0,0 2 1 15,0 5 11-15,0-2 1 0,-1 1 8 0,3 0-4 16,1-1 6-16,1 0-3 0,-2-2 11 0,3-1 3 0,1-6 2 16,3 0-4-16,-4-2 11 0,4 0-3 15,0-4-4-15,2-1 1 0,-2-1 5 0,0 0 0 16,0-4 4-16,0-1 1 0,2-1-1 0,-4 0 6 15,0-1-4-15,2 3 8 0,2-6-5 0,-2-1 2 0,0 0 10 16,0 5-4-16,0-5-1 0,0 0 2 0,0 0-16 16,0 3 0-16,0-3-7 0,0 0-30 15,0 0-99-15,0 0-78 0,-12-8-83 0,6 0-290 16,-3-1-641-16,4 0 284 0</inkml:trace>
  <inkml:trace contextRef="#ctx0" brushRef="#br0" timeOffset="51601.5">28551 6597 164 0,'-7'2'319'0,"4"-1"-23"0,3-1-21 0,-6 2-1 15,6-2-17-15,0 0-21 0,0 0-23 0,0 0-23 16,0 0-21-16,32-4-23 0,-2 1-17 0,6 1-27 15,20-2-23-15,-3 2-37 0,0-2-37 0,0 3-52 16,-12 0-61-16,9-2-73 0,-18-2-246 0,-2 3-462 16,2-2 204-16</inkml:trace>
  <inkml:trace contextRef="#ctx0" brushRef="#br0" timeOffset="52783.64">29105 6731 256 0,'0'0'270'15,"0"0"-12"-15,0 0-18 0,0 0-13 0,0 0-14 0,0 0-15 16,0 0-4-16,0 0-12 0,0 0-21 0,0 0-14 16,0 0-16-16,0 0-10 0,0 0-9 15,0 0-10-15,0 0 0 0,19-3-18 0,-8-1-10 16,6 0-15-16,2-1-4 0,3-1-3 0,5 0-5 0,0-1-4 15,3-1-4-15,1-2 1 0,-2-1-9 0,1-2-5 16,0 2 1-16,-3-1-4 0,1 0-3 16,-9 2 0-16,-1-1-2 0,-1 2 1 0,-7 3 27 15,0 1 19-15,-1-1 19 0,-2 2-8 0,-2 0-4 16,1 1-9-16,-3 1-6 0,-1-1-10 0,-2 3-18 0,0 0-11 16,0 0-5-16,-12-6-6 0,0 7-5 0,-7 2 0 15,-2 1-4-15,-2 1 24 0,-3 0-21 16,-3 4 1-16,3-3 1 0,0 4-3 0,7-1-5 15,0 1-1-15,3-1-25 0,1 2-12 0,6-3-17 0,-1 1-10 16,2 0 2-16,3 0 5 0,1 2 8 0,4 0 4 16,8 3 3-16,6-2 4 0,8 1 4 0,7-3 2 15,4-3-5-15,3 0-7 0,15 2-4 16,-14-5-1-16,5-2-5 0,11 1-3 0,-15-4-1 0,3-2-1 16,-4-2 12-16,3-2 5 0,-10 1 4 0,1-4 14 15,-4-3 4-15,-9 4 17 0,-2-2 9 0,2-2 13 16,-5 0 8-16,-3-1 17 0,-1 2 18 15,0-3 5-15,-5 4-4 0,-3 1-9 0,3 0 31 0,-4 0-6 16,0 1-8-16,0 2-10 0,-1 0-7 0,-2 1-7 16,-1 2-8-16,1 1-13 0,-4 0-1 0,2 3-12 15,-4 0-13-15,1 3-6 0,-2-1-7 0,1 3-20 16,-2 0-6-16,-1 4-15 0,-2 2-7 0,-1-1-11 16,2 3-8-16,5-3-19 0,-2 0-14 0,4 0-7 15,3 1 8-15,1-1 10 0,-1-1-2 0,4 1 0 16,1-3-17-16,3-1-7 0,4 0 15 0,1-1 1 15,0 0-18-15,2-3-12 0,1-1-2 0,-3-1 4 16,1-2 17-16,-2-1 21 0,4-2 63 0,-3-1 55 16,-1-1 28-16,-2 0 18 0,0-2 12 0,2 1 15 15,-4-2 20-15,0 2 15 0,-1-2 14 0,3 0 11 16,-5 1-3-16,3 1 6 0,-5 2 2 0,4-1 0 16,-4 3-17-16,1 0-13 0,1 1-9 0,-1-1-18 15,-1 4-29-15,1-5-26 0,-1 5-18 0,0 0-1 16,0 0-4-16,0 0 0 0,-5 15 0 0,1-6-2 15,-1 6-2-15,3 1-2 0,-2 4 1 0,0 8-4 16,0 2 1-16,0 4 2 0,0 12-4 0,-3 1 3 16,-1-1-1-16,4-8-2 0,-5 7 6 0,4 0-4 15,-4-9 0-15,2 0 4 0,0-4-5 0,3 1 0 16,-1-3-2-16,-2-7 2 0,3-2-1 0,0-5-3 16,1-4 3-16,-3-1 1 0,3-3 1 0,-3-1 4 15,1-2 2-15,-4 0 6 0,-1-2 5 0,0-3 20 16,-3-1 13-16,1-5 22 0,0 0 7 0,-5-4 8 15,0-4 23-15,4 1-5 0,-2-1 9 0,4-3 14 16,-1-8-1-16,1 2 1 0,4-2 2 0,1-1-2 16,1-6-21-16,7 3-14 0,5-3-12 0,4-1-20 15,4 0-12-15,16-7-12 0,-9 12-5 0,13-7-6 16,-7 11 0-16,4 0-6 0,0 5 0 0,3 0-10 16,1 2-3-16,1 2-13 0,-2 2 21 0,0 2-12 15,-1 0 4-15,-4 2-2 0,-3 2-4 0,-5 1 4 16,-6 0 1-16,-3 1 4 0,-5 5-2 0,-2-2 4 15,2-1 1-15,-3 2 0 0,-1 0-1 0,-4 1-9 16,9-2 3-16,-7 1 0 0,-2 1-8 0,7-2-6 16,-7 2-16-16,0 0-11 0,0 0-12 0,5-1-19 15,-5 1-15-15,0 0-39 0,0 0-32 0,0 0-16 16,0 0-10-16,0 0-25 0,0 0-39 0,-22 7-44 16,17-5-82-16,0-2-223 0,5 0-633 0,-5 4 281 0</inkml:trace>
  <inkml:trace contextRef="#ctx0" brushRef="#br0" timeOffset="53166.57">30311 6739 118 0,'0'0'233'0,"0"0"-2"0,-8 1-20 0,8-1-18 15,0 0-18-15,0 0-21 0,0 0-11 0,0 0-14 0,27-3-15 16,-18 3-8-16,10-2-12 0,-7 1-10 16,7-1-3-16,1-2 9 0,-3-3 4 0,2 1 5 15,0 0-4-15,0-3 0 0,1 1-1 0,-4-2 7 16,3 2-1-16,-3-1 8 0,-5-2-12 0,-3 3 16 16,3 0-13-16,-2-1-4 0,-2 4 7 0,-1-3 4 0,-2 3-4 15,2 1-16-15,-3-3-14 0,-2 4-7 16,-2-2-19-16,-3 1-6 0,0 1-9 0,-2 1-10 15,-6 1 0-15,1 2-13 0,-6-1-1 0,-1 4 5 16,4 1-7-16,-7 2 3 0,0 1-4 0,3 2 0 0,-6 4-1 16,6-2 2-16,-1 3-6 0,5-2 5 15,2 3-1-15,2 1-8 0,1 0-2 0,5 0-5 16,4 2-11-16,3 7-11 0,4-9-13 0,4 3-20 16,8-1-32-16,0 0-57 0,4-3-49 0,4-1-90 15,-2-2-230-15,-3-8-569 0,-3 0 252 0</inkml:trace>
  <inkml:trace contextRef="#ctx0" brushRef="#br0" timeOffset="53567.84">30831 6615 168 0,'1'-3'276'0,"-1"3"-25"15,5-2-29-15,-5 2-24 0,7-1-19 0,-7 1-21 16,10 2-15-16,-2 2-12 0,1 1-13 0,0 2-6 0,1 2-8 16,-1 0-9-16,1 4-8 0,1-1-9 0,-2 2-5 15,-3 1-5-15,1 1-7 0,-3 0-5 0,2 1-3 16,-4 2-5-16,-2 0 2 0,2-5-12 16,-4 3-3-16,2-5-2 0,-2 0-6 0,-3-1 8 15,3-4-5-15,-1 0 1 0,3-1 6 0,-2 2 9 0,0-4 15 16,2-3 24-16,0-1 34 0,-3 5 38 0,3 0 35 15,0-5 37-15,0 0 9 0,0 0-24 0,0 0-20 16,0 0-11-16,0-17-14 0,1 10-9 16,1-3-11-16,0-2-16 0,2-3-12 0,-1-2-14 15,6 3-14-15,-2-3-10 0,0 2-20 0,3-2-6 0,2 2-12 16,-2 0-13-16,3 2-18 0,-4 1-20 0,1 0-26 16,2 3-41-16,-3 1-42 0,2 3-32 0,1-2-51 15,-3-1-47-15,0 4-41 0,1 1-66 0,-4-2-396 16,3 3-810-16,-1-1 358 0</inkml:trace>
  <inkml:trace contextRef="#ctx0" brushRef="#br0" timeOffset="53897.24">31427 6824 70 0,'0'0'476'0,"0"0"-16"0,0 0-18 16,0 0-33-16,0 0-42 0,0 0-35 0,0 0-33 15,0 0-48-15,0 0-45 0,0 0-104 0,0 0-103 16,-2 4-127-16,2-4-192 0,0 0-175 0,0 0-535 16,0 0 238-16</inkml:trace>
  <inkml:trace contextRef="#ctx0" brushRef="#br0" timeOffset="177062.3">3189 9483 52 0,'0'0'92'0,"0"0"12"0,0-4-8 15,0 4-4-15,0 0-8 0,0 0-2 0,0 0-3 16,-3-5-5-16,3 5 3 0,0 0-3 16,0 0-6-16,0 0-4 0,0-3 3 0,0 3 7 0,0 0 0 15,0-5 1-15,0 5-1 0,0 0-1 0,-1-5-3 16,1 5-7-16,0 0 8 0,0-6-1 0,0 6-4 15,1-3-9-15,-1 3 1 0,-1-5 10 0,1 5 3 16,0-4-3-16,0-2-9 0,0 6-3 0,4-4-8 16,-4-1-6-16,3 3-2 0,-1-3-7 0,2 2 2 15,0 0-10-15,2-1-2 0,-1 3-2 0,3-3-4 16,0 1-5-16,2-1 2 0,-4 4-3 0,2-2-2 16,0 2-4-16,3 2 0 0,-2 0-2 0,0 2-4 15,2 0-2-15,-2 2-3 0,0 2 0 0,3 5 0 16,-7-1-3-16,1 4 1 0,-2 1 3 0,-1 2 0 15,-2-1 1-15,-2 8 1 0,-4-1-3 0,-1-1 2 16,0-3 3-16,-5 2-2 0,2-4-2 0,-3 2 5 16,2-4-1-16,0-1-3 0,-2 0 0 0,1-2 4 15,2 0-3-15,0-6 0 0,-1 2 1 0,2 1 1 16,3-5-4-16,-3 3 3 0,4-4 5 0,2-2-4 16,-2 2 1-16,0-1 6 0,0-2 4 0,4-2 28 15,-1 3 26-15,1-3 21 0,-4 3 17 0,4-3 4 16,0 0-17-16,0 0-6 0,7-14-12 0,0 6 4 15,6-2-5-15,0-4-17 0,2-1-5 0,2-4-7 16,-2 4-4-16,4-3-4 0,2-2-8 0,-2 2 0 16,-3-1 1-16,-2 5 8 0,-1-3-12 0,2 5-4 15,-2 1-1-15,-1-3-3 0,2 2 2 0,-5 0 11 16,-3 5 6-16,3-3 4 0,-5 5 4 0,1 1 9 16,-1 0-2-16,0 0-7 0,0 0 3 0,-3 1-11 15,3 1-7-15,-4 2-1 0,4-4-9 0,-4 4-6 16,2-3 9-16,-2 3-21 0,0 0-19 0,0 0-20 15,0 0-12-15,0 0-1 0,0 0 9 0,0 0 4 16,0 15 0-16,-1-9 8 0,0 5 7 0,-3-2-2 16,0 3 2-16,-1 0 6 0,1-2-5 0,0 2 6 15,0 0 11-15,2 0-8 0,-1 0 0 0,-2-2 2 16,5 2 1-16,-5-1 3 0,5-2 0 0,-5 0 1 16,2-2-2-16,2-2 5 0,1 2 0 0,0-2-2 15,0 0 3-15,-1-1 4 0,1 0-4 0,0-4 2 16,0 4-1-16,0-4 1 0,1 5 2 0,-1-5 0 15,0 5 11-15,0-5-6 0,4 4-1 0,1-1 6 16,0-2 13-16,5 0 9 0,2 1-3 0,3-1-2 16,2 3 0-16,1-4-4 0,1 1 0 0,-3 0-2 15,0-2 0-15,-5 1-5 0,0 0 2 0,1 0 7 16,-5 0-12-16,-1 0-7 0,-6 0 3 0,9 0-4 0,-9 0-10 16,10-1-9-16,-10 1-13 0,4 0-20 0,-4 0-25 15,0 0-28-15,0 0-35 0,5 2-49 16,-5-2-61-16,0 0-258 0,0 0-545 0,0 0 241 15</inkml:trace>
  <inkml:trace contextRef="#ctx0" brushRef="#br0" timeOffset="179497.01">4179 9544 67 0,'0'0'133'0,"0"0"-10"0,0 0-15 15,0 0-7-15,0 0-6 0,0 0-2 0,0 0-8 0,0 0-1 16,0 0-11-16,0 0-5 0,0 0 0 0,0 0-2 15,0 0-13-15,0 0-4 0,0 0-3 0,0 0-2 16,0 0-4-16,0 0 0 0,0 0-1 0,0 0-5 16,0 0 6-16,0 0-7 0,0 0 2 0,0 0-8 15,0 0 2-15,0 0-3 0,0 0 1 0,0 0-4 16,0 0-6-16,0 0-5 0,-2-2 4 0,2 2-2 16,0 0-5-16,0 0 5 0,0 0-1 0,0 0-2 15,0 0 2-15,0 0-3 0,0 0-5 0,0 0 1 16,0 0 1-16,0 0 3 0,0 0-3 0,0 0 14 15,0 0 0-15,0 0 2 0,0 0-4 0,0 0 0 16,7-3-2-16,-7 3-3 0,17-2 2 0,-3 0-6 16,2-1 11-16,3 2 3 0,1-2 0 0,-1 1 9 15,8-2-1-15,1 0-1 0,-5 3 2 0,-3-2-1 16,1 2-4-16,-3-1-2 0,-4-1-1 0,-1 3-6 16,-2-2 2-16,0 2-3 0,-4 0-3 0,-1-2-3 15,-2 1 1-15,-4 1-5 0,9 0-1 0,-9 0-5 16,8 0-13-16,-8 0-4 0,0 0-1 0,0 0 3 15,0 0-14-15,0 0-5 0,-13 5-12 0,8-3-14 16,-7 1-16-16,5-1-11 0,-1 1-21 0,2 0-27 16,-1-1-48-16,-4 1-103 0,5 1-308 0,-1-2 137 15</inkml:trace>
  <inkml:trace contextRef="#ctx0" brushRef="#br0" timeOffset="179964.21">4206 9680 102 0,'0'0'131'0,"-7"1"-7"0,7-1-8 16,-6 1-4-16,6-1 0 0,0 0-2 0,0 0-9 16,0 0-8-16,0 0-11 0,-6 1-8 0,6-1 2 15,0 0-3-15,0 0-3 0,0 0-7 0,0 0 0 16,0 0-8-16,0 0-5 0,0 0-3 0,0 0-5 16,0 0-5-16,0 0 2 0,0 0-5 0,0 0-5 15,0 0 2-15,0 0-5 0,0 0 4 0,0 0-12 0,0 0-4 16,0 0-1-16,0 0 0 0,0 0-3 15,0 0 3-15,0 0-2 0,0 0-8 0,0 0 4 16,0 0 2-16,0 0-2 0,0 0-4 0,0 0-1 16,0 0-3-16,0 0 6 0,0 0-4 0,12 5 7 0,-12-5-3 15,13 0 1-15,-2-3 5 0,4 3 3 0,2 0-1 16,3-2-3-16,3 0-2 0,4 1 2 16,2 1-2-16,2 0 0 0,0-3-5 0,-1 2 5 15,2-2 0-15,-6 3-6 0,-3-1 0 0,-3-1-5 16,1 2-6-16,-3-2-14 0,-4 2-16 0,-3-1-21 0,1 1-23 15,-1-2-20-15,-4 2-56 0,-2-4-124 0,-1 2-306 16,-4 2 135-16</inkml:trace>
  <inkml:trace contextRef="#ctx0" brushRef="#br0" timeOffset="180463.33">4974 9551 1 0,'0'0'139'15,"0"0"2"-15,0 0-15 0,0 0-18 0,0 0 1 16,0 0-6-16,0 0 1 0,0 0-12 0,0 0 0 0,0 0-14 15,0 0-4-15,0 0-4 0,0 0-4 0,23 0-3 16,-14-2-7-16,6 2 0 0,-1 0-2 0,7-2-3 16,-1-1-2-16,7 3-1 0,5-2 0 0,-1 0 3 15,-2 1-6-15,3-1 2 0,-1 0-1 0,-2-1 3 16,-7 2 0-16,-1-2-3 0,-2 1-11 0,-3 1 0 16,-3-1-1-16,-4 0-6 0,2 2 0 0,-3 0-6 15,-3 0-7-15,-1-1-11 0,-4 1-7 0,10 0-9 16,-10 0-17-16,0 0-29 0,0 0-16 0,0 0-26 15,0 0-34-15,0 0-42 0,0 0-104 0,-19-3-302 16,11 3 133-16</inkml:trace>
  <inkml:trace contextRef="#ctx0" brushRef="#br0" timeOffset="180796.84">5269 9354 60 0,'0'0'278'0,"0"-6"-11"0,0 6-5 0,-3-5-13 15,3 5-16-15,0-4-18 0,0 4-20 0,0 0-23 16,-2-3-20-16,2 3-17 0,0 0-12 0,0 0-26 15,0 0-30-15,0 0-7 0,0 0-8 0,-1 17-9 16,0-7-6-16,1 7-2 0,-2 2-2 0,-1 5-4 16,-1 5-2-16,1-2-5 0,1 0 1 0,-2 2-4 15,1-5 1-15,0 2-3 0,-1-1-1 0,1-6-1 16,2 1-3-16,-2-1-13 0,1 1-20 0,-1-2-17 16,-1 2-25-16,2-3-31 0,-1 0-34 0,2-5-47 15,-3 0-233-15,0-1-441 0,3-2 195 0</inkml:trace>
  <inkml:trace contextRef="#ctx0" brushRef="#br0" timeOffset="181183.44">5019 9917 37 0,'0'0'168'0,"0"0"-2"0,0 0-6 0,0 0-4 0,0 0-4 16,0 0-9-16,0 0-5 0,0 0-9 0,0 0-5 15,0 0-11-15,0 0-11 0,0 0-4 0,0 0-9 16,28-3-10-16,-10 0-7 0,3 2-5 16,10-2-11-16,5 3-1 0,4-3-12 0,15 3-23 0,-4-5-33 15,-1 1-38-15,-10 2-48 0,0-1-81 0,-3-6-124 16,-1 4-330-16,-4-3 146 0</inkml:trace>
  <inkml:trace contextRef="#ctx0" brushRef="#br0" timeOffset="181746.64">6004 9435 211 0,'0'0'293'0,"-3"-7"-23"16,3 7-19-16,0 0-20 0,-1-2-27 0,1 2-22 15,0 0-20-15,0 0-21 0,0 0-19 0,0 0-12 16,0 0-15-16,0 0-9 0,0 21-14 0,0-13-3 16,0 9-9-16,0 2-5 0,0 0-9 0,-2 1-4 15,2 4-5-15,2-5-6 0,-4 1-3 0,2-2 3 16,0 2-8-16,2-5-4 0,-2 4 1 0,0-7-5 16,0 0 7-16,0 0-8 0,0-2-2 0,0 3 1 15,0-5 1-15,0 3-4 0,0-6 2 0,0 2 0 16,0-1-2-16,0 2-2 0,0-5 2 0,-2 2 0 15,0 1-1-15,2-3-2 0,-2 0-2 0,2-3-11 16,0 7-19-16,-1-3-23 0,1-4-29 0,0 4-19 16,0-4-26-16,-2 6-47 0,2-6-58 0,0 5-157 15,0-5-416-15,0 0 184 0</inkml:trace>
  <inkml:trace contextRef="#ctx0" brushRef="#br0" timeOffset="186446.17">7508 9397 106 0,'0'-5'172'0,"0"-2"0"0,-4 3-9 15,3-1-13-15,0 0-14 0,-2-1-2 0,-1 2-9 16,0-1-14-16,0 2-15 0,1 0-7 16,-4-3-12-16,1 4-4 0,-2 1-12 0,-4-1 0 0,0 2-11 15,-1 3-5-15,-7-1-4 0,1 5-6 0,-2 0-1 16,-6 5-5-16,3 0-6 0,-1 3 1 0,0-1-4 15,3 3-6-15,-1 0 0 0,1 2-3 0,1-1-3 16,7-4 4-16,1 1 0 0,-2 6-6 0,3-4-1 16,5-2 8-16,0-3-7 0,4-1 0 0,3 0 2 15,2-2 1-15,-2 3 2 0,4-7 0 0,0 3 3 16,2-4 6-16,3 1 7 0,0-2 8 16,5 1 3-16,3-6 5 0,-2 0 9 0,4-1 1 0,-1-2 0 15,2-2 1-15,-3-1-2 0,2-3 3 0,-3 3 1 16,0-4 7-16,-2 3 0 0,0-2 2 0,-2 2 2 15,-3 2 3-15,1 0-1 0,-2 2 6 0,-4 0-2 16,1 0-4-16,-1 3-7 0,0-2-6 0,-1 1-12 16,0 1 3-16,-2-1-15 0,-1 3-9 0,5-1-13 15,-5 1-8-15,4-2-4 0,-4 2-19 0,0 0 3 16,0 0 0-16,6 7 4 0,-4-1-11 0,0-2-7 16,2 2-10-16,-3 0-6 0,2 2-21 0,-1 1-10 15,1 3-23-15,1-2-22 0,0 0-13 0,-2 1-27 16,5-5-62-16,0 3-190 0,-4-6-451 0,2 4 200 15</inkml:trace>
  <inkml:trace contextRef="#ctx0" brushRef="#br0" timeOffset="186817.51">7762 9433 49 0,'4'-2'302'0,"-4"2"-28"16,4-3-30-16,-4 3-27 0,1-2-26 0,-1 2-19 16,0 0-22-16,0 0-19 0,8 5-12 0,-4-1-12 15,-3-1-13-15,4 4-13 0,-1 2-7 0,0 3-8 0,0-2-4 16,-2 6-11-16,2-4-3 0,-1 2 1 16,-2 3-8-16,-1-3-6 0,0 1-6 0,3-3-1 15,-2-3-1-15,-1 0-6 0,-1 0 1 0,1-2-3 16,0-2 0-16,0-1-3 0,0-1 5 0,0-3 13 15,0 7 35-15,0-7 31 0,0 4 34 0,0-4 32 0,0 4 13 16,0-4 17-16,0 0 7 0,0 0-20 16,0 0-21-16,0 0-14 0,10-15-16 0,-7 8-16 15,3-5-9-15,0 2-18 0,3-5-5 0,-4 5-8 16,4-4-8-16,-3 3-9 0,1 0-13 0,0 2-15 0,-1 1-18 16,-1 1-32-16,1 0-43 0,1 0-26 15,-1 2-49-15,-1 0-37 0,0 2-34 0,1 1-33 16,2 0-27-16,2-1-35 0,-2 3-306 0,1 2-660 15,-3 1 292-15</inkml:trace>
  <inkml:trace contextRef="#ctx0" brushRef="#br0" timeOffset="187296.5">8107 9593 296 0,'0'0'300'16,"0"0"-11"-16,0 0-14 0,0 0-16 0,0 0-20 15,0 0-24-15,0 0-21 0,0 0-21 0,14-8-20 16,-9 4-16-16,3 1-16 0,2-2-8 0,3 1-14 16,-1-1-9-16,4-2-10 0,1 1-5 0,2-1-12 15,-1-2-5-15,9 0-2 0,-11 1-5 0,1-2-3 16,-2 1-2-16,1-1 13 0,0-3-3 0,-2 2 2 16,0-1 7-16,-3 2 13 0,0 2 7 0,-5-1 2 15,2 1 21-15,-4 0-3 0,0-1-9 0,0 0-13 16,-4 2-4-16,0 0-12 0,0 0-14 0,-4 1-6 15,-3 0-12-15,1 3-3 0,-3 0-8 0,-4 1 0 16,-6 2-4-16,-3 2-6 0,-4 1-7 0,5 5-10 16,-4 1 5-16,8 0-3 0,-1 1-4 0,4 1-20 15,0 4-6-15,1 2-11 0,-1 3 3 0,7-3 0 16,1 4 2-16,5-1 5 0,1 5 11 0,5-6-1 16,4 0 7-16,9 3 3 0,-8-6 3 0,12 2 3 15,1-4 4-15,8-2-4 0,-2-2 5 0,2-2 0 16,2-2 5-16,4-1 4 0,-4-2 4 0,5-1 10 15,-6-2 9-15,-2 0 5 0,-10 1 10 0,-2-2 18 16,-5 1 10-16,-2-2 10 0,1 1 6 0,-7 1 2 16,3 0 2-16,-2-1 1 0,-6 1-6 0,9-1-7 15,-5 1-7-15,-4 0-10 0,5-2-8 0,-5 2-8 16,0 0-27-16,0 0-40 0,10 0-47 0,-10 0-60 16,0 0-53-16,0 0-54 0,0 0-70 0,0 0-81 15,0 0-327-15,8 0-767 0,-8 0 340 0</inkml:trace>
  <inkml:trace contextRef="#ctx0" brushRef="#br0" timeOffset="188380.98">10112 9264 70 0,'2'-5'302'16,"0"-1"-28"-16,-1 2-14 0,2-1-18 0,-2 1-14 15,4-1-22-15,-4 2-13 0,2-1-21 0,2 1-18 16,-1 0-14-16,0 1-19 0,1-3-14 0,0 5-10 16,4 0-16-16,-1 3-7 0,1 0-14 0,-2 2-3 15,2 1-6-15,-1 4-3 0,1-1-11 0,1 5-5 0,-2 2-3 16,0 3-13-16,-2 0-1 0,-2 1-4 16,2 4 9-16,-7 1-8 0,-1-4-2 0,1 3 0 15,-3 0-1-15,-1-5 1 0,-1-2-1 0,1 0-2 16,-3-1 0-16,2-2-2 0,-2-5-1 0,3 1 2 0,0-4 3 15,0 2 6-15,1-3 18 0,0 0 15 0,2-2 27 16,-1 1 39-16,-1-1 43 0,4-3 12 16,0 0-14-16,0 0-11 0,-5-10-2 0,5 3-7 15,0-4-11-15,1 1-12 0,3-7-9 0,3-3-8 0,4-4-9 16,-2 2-8-16,6-1-7 0,-7 6-9 16,6-5-5-16,-1 6-3 0,-2-1-11 0,2 1-4 0,-1 2-6 15,-1 1 0-15,-1 3 0 0,-2 2-4 0,0-1-2 16,-2 2-3-16,2-1 1 0,-2 1-7 0,-1 3-2 15,-1-3-1-15,-3 3-5 0,2 0-18 0,0 3-19 16,-3 1-29-16,2-4-42 0,-2 4-35 16,5-2-34-16,-5 2-34 0,0 0-4 0,0 0-28 0,0 0-13 15,9 6-31-15,-5-5-40 0,-4 3-284 0,1 2-649 16,3-1 287-16</inkml:trace>
  <inkml:trace contextRef="#ctx0" brushRef="#br0" timeOffset="189529.1">10552 9440 53 0,'0'0'264'0,"0"0"-17"0,0 0-16 0,-4-3-17 15,4 3-21-15,0 0-18 0,0 0-19 0,0 0-15 0,0 0-13 16,0 0-16-16,0 0-10 0,0 0-10 16,0 0-9-16,17-4-8 0,-10 3-7 0,6-3-7 15,-4 4-8-15,5-2-5 0,0 0-4 0,5-2-4 16,-1 2-2-16,0-2-9 0,-1-1 1 0,2-1-4 0,-2 0-4 15,0-2 1-15,1 0-4 0,-4 0 5 0,0-1 9 16,-1-2 4-16,-4 2 6 0,4 3 9 16,-7-1 9-16,2-2 9 0,-3 2 5 0,-1-1-4 0,1 3 0 15,-4 0-7-15,2-4-9 0,-6 4-7 0,2 0 7 16,-4-2-13-16,-3 1-6 0,-2 2-8 0,-4 0 11 16,1 1-19-16,-6 1-1 0,-3 2-3 0,0 1 0 15,-6 3-8-15,2 3 6 0,-1-3-6 16,6 2-4-16,2 3 1 0,-3-2-1 0,7 6-1 0,-3-4-4 15,4 3 0-15,1 2-3 0,3-1-2 0,1 1 3 16,3 2-11-16,5-3 4 0,3 3 3 0,6 0 0 16,5-2-5-16,9 1 5 0,5-1-3 15,9-1 4-15,4-6-8 0,13 2-1 0,0-4-4 16,4-4-2-16,0-2-4 0,1-3 2 0,2-3 2 0,-1 1-2 16,0-8 4-16,-5 4 3 0,-6-2 1 0,-11 0 2 15,-2 0 0-15,-5-3 4 0,-2 5-1 0,-5-6 4 16,-5 6 14-16,-5-2 20 0,-4 5 12 0,-2-5 6 15,-1 4-1-15,-2-1-3 0,-2 4-7 0,-2-2-4 16,-5-1-4-16,1 4-5 0,-5-1-4 0,-2 1-2 16,-6 0-2-16,1 4-5 0,-5 0 1 0,3 2-2 15,-1 3-5-15,0 1 0 0,1-1-9 0,4 4-12 16,-1-1 1-16,3 1 2 0,1 1-4 0,3 0-7 16,-1 0-11-16,4 1-7 0,1-1 0 0,4 2 5 15,0 0 3-15,3-5 2 0,1 3 0 0,3-1-1 16,5-4 1-16,-1-2-1 0,3 2 1 0,-1-5 0 15,6-1 2-15,-2-3 12 0,1-2-5 0,0 1 4 16,-3-4 1-16,2-3 2 0,-2 2 5 0,-4-3 4 16,2 0 10-16,-3-3 10 0,-2-1 6 0,2 0 8 15,-3 0 17-15,-1 3 6 0,-1-2 3 0,-1 3 4 16,-3 2 9-16,4 1-1 0,-2-2 0 0,-2 2-8 16,-1 3-1-16,0 1-10 0,0 3-6 0,0 0-17 15,0 3-11-15,1-6-25 0,-1 6-19 0,0 0-4 16,0 0-4-16,0 0 7 0,-1 17 5 0,0-5-1 15,-4 6 6-15,1 7 3 0,0 4 3 0,-1 2 1 16,1 1 3-16,0 1 0 0,0 4-2 0,3-2 11 0,-4-1-4 16,3-2-1-16,0 0 5 0,1-3-2 15,-3 0 8-15,4-1-1 0,-2-3-3 0,-1-7 1 16,0 0-1-16,0-1 8 0,-1-1-7 0,-2 0-1 0,0-4-1 16,1-2 1-16,-1-3 0 0,-1 3 4 0,-4-3-1 15,2-2 2-15,-1 1 4 0,-4-5 1 16,2 2-2-16,-3-2 3 0,2-1 2 0,-6-2 2 15,6 0 9-15,-2-1 14 0,3-2 14 0,2-1 11 0,1 2 6 16,0-5 3-16,4 4-1 0,-1-5-4 16,3 0 1-16,4-2-23 0,7-5-9 0,1 1-10 0,11-6-6 15,6 0-3-15,-3 3-3 0,7 0 1 16,-1-1-4-16,2 3-7 0,1 0 6 0,1-2 2 16,0 2-8-16,-4 3 8 0,3 0-2 0,-2 1 2 0,-7-1-5 15,-4 6 7-15,-1-2 13 0,-4 3 13 0,-4 0 2 16,1 2 19-16,-3 0 4 0,-3 1 10 15,0-1-7-15,-1 2-5 0,1 0-2 0,-1 1-9 16,-3 0-9-16,-1 2 1 0,4-5-11 0,-4 3-3 0,0 2 0 16,3-5-26-16,-3 5-17 0,0 0-19 0,2-2-21 15,-2 2-22-15,0 0-30 0,0 0-21 0,0 0-19 16,-14-1-28-16,14 1-26 0,-14 1-51 0,14-1-48 16,-13 0-244-16,8 0-591 0,-1-1 262 0</inkml:trace>
  <inkml:trace contextRef="#ctx0" brushRef="#br0" timeOffset="190584.13">11864 9321 101 0,'1'-4'375'0,"-1"4"-20"15,3-5-15-15,-3 5-11 0,1-5-37 0,-1 5-25 16,4-4-26-16,-4 4-17 0,0 0-34 0,4 0-24 16,-4 0-28-16,0 0-11 0,0 0-21 0,0 0-19 0,0 0-13 15,1 7-10-15,-1-2-12 0,2 1-3 16,-4-1 4-16,2 7-16 0,0-2-2 0,-1 2-1 16,-2 0-6-16,2 4-4 0,-1-5 0 0,0 4-4 15,1-5 4-15,1 1-5 0,0-3-1 0,-3 2-3 16,3-6 2-16,0 1 5 0,0 0 4 0,-1 0 17 15,1-5 18-15,1 4 44 0,-1-4 31 0,0 0 14 16,0 0-9-16,0 0-5 0,0 0-13 0,13-10-5 16,-8 1-19-16,3 1 1 0,-3-3-15 0,5-1-11 0,3-3-7 15,-1 3-7-15,-2 0-5 0,0 2-6 16,-5 1-4-16,3 1-5 0,-3 1-5 0,0 1-4 16,0 1-5-16,-2 1-3 0,-1-1-4 0,2 3-11 15,-1-3-10-15,-1 3-18 0,-2 2-15 0,4-2-12 0,-4 2-3 16,0 0 0-16,11 10-1 0,-5-6 1 0,1 2-2 15,0 3 4-15,2-2 9 0,0 3-3 16,3 2-1-16,2 1-11 0,3-3-7 0,-2 2 8 16,1-3-6-16,-1 2 5 0,-1-6-3 0,0 3 8 0,-2-4 6 15,-2-2-1-15,3-1 1 0,-3 1 10 0,3-5 6 16,-2 2 1-16,-1-4 10 0,2 0 4 0,-3-3 10 16,1 1 10-16,0-5 5 0,-3-1 3 0,0-1-4 15,1-4-4-15,0 0 2 0,2-10 2 0,-4 5 0 16,2-10 13-16,1 7-13 0,-3-2 18 0,1 2 1 15,-5 1-3-15,2 5-1 0,0-1 3 0,2 4 17 16,-3 0 4-16,-3 3-4 0,1 2-3 16,2 0 8-16,-3 2-1 0,2 1-6 0,0 3-2 0,-2-1-7 15,1 2 0-15,0 1-5 0,-1 1-7 0,0-1-3 16,0 4-1-16,0-6-21 0,0 6-20 0,0-4-23 16,0 4-38-16,3-3-24 0,-3 3-8 0,0 0 16 15,0 0 6-15,-7 17 3 0,2-11 10 0,1 6 5 16,-2 2 12-16,-3 3 10 0,4 0 6 0,-4 7 0 15,0 4 8-15,0-1 5 0,5-3 7 0,-4 3 6 16,8-8-1-16,-1 1 4 0,1-1 1 0,0 1 3 16,4-3 4-16,2 0 0 0,5-1 3 0,0-3-7 15,6-1 7-15,7 3-5 0,7-4-7 0,1 1-7 16,5-5-12-16,2-3 1 0,1 1-23 0,11-4-5 16,-13-2-7-16,2-3-8 0,11-3-6 0,-14 1-3 15,-1-5 6-15,3 4 5 0,-7-5 7 0,-1 0 7 16,-3 0 7-16,-11 2 7 0,-1 0 22 0,-3 1 18 15,-1-1 19-15,-6 0 3 0,-2 1 1 0,1-1-1 16,-5 4-1-16,0-5-3 0,-2 1-1 0,-2 2-2 16,-4 2-3-16,-2-1-3 0,-2 2 4 0,1 2-3 15,-2 1 2-15,-6 2-3 0,-2 2 2 0,1 1 5 16,0 2-10-16,0 3 3 0,0 1-1 0,-3 3-2 16,5 1-1-16,-4 3 3 0,8-3-1 0,-1 1 3 15,0 0-2-15,3 2 3 0,1-3-4 0,1 0 2 16,4-2 2-16,3-1 0 0,-1-2 0 0,2-2 6 15,1 1 11-15,2-2-3 0,2 0 10 0,2 0 10 16,2 0 6-16,5-3 12 0,-3-2 3 0,5 3 2 16,-1-6-1-16,6-1 1 0,-1 0 15 0,1 0-18 0,-2-1-9 15,1 1-3-15,-7 0-3 0,2 0-5 0,0 2-3 16,-2-2 1-16,-1 0-5 0,-2 2 2 16,-1 0 6-16,0-1-11 0,-2 2-10 0,0 1-1 15,-1-3-5-15,-4 3-14 0,8-2-14 0,-8 2-30 0,6-3-31 16,-6 3-33-16,0 0-19 0,0 0-8 0,9 5-26 15,-7-1-42-15,0-1-80 0,-2-3-229 0,4 2-558 16,-4-2 246-16</inkml:trace>
  <inkml:trace contextRef="#ctx0" brushRef="#br0" timeOffset="190980.37">13132 9265 6 0,'4'-4'314'0,"-1"0"-21"16,3 0-19-16,-3 2-20 0,3 0-21 0,1 0-22 16,-2 2-24-16,0-3-22 0,-5 3-14 0,12 3-19 15,-7-1-15-15,0 0-13 0,1 1-5 0,1 3-10 16,-3-1-8-16,1 1-9 0,1 5-8 0,-3-3-7 16,-1 4-6-16,-2 0-1 0,0 0-5 0,0 1-7 15,0-1 1-15,-1 1-9 0,-3-1-2 0,2 0-3 16,-1-1-1-16,-1 0-2 0,3-6 2 0,1 3-4 15,-1-3 0-15,-2 2 2 0,3-5 46 0,0 1 52 16,0-3 42-16,-1 7 29 0,1-7 19 0,0 0 3 16,0 0-22-16,0 0-19 0,19-14-16 0,-10 4-19 15,4-2-12-15,2-2-14 0,3-7-11 0,1 1-12 0,4 0-8 16,0-1-9-16,-5-2-6 0,1 4-4 16,-5 5 10-16,-1-1-4 0,-4 6-2 0,0-4-10 15,1 4 0-15,-2 2-8 0,-4 2-4 0,-2 0-10 16,2 0-8-16,0 2-40 0,-4 1-59 0,3-1-77 0,-3 3-84 15,0 0-45-15,0 0 5 0,2 10-42 0,-7 0-84 16,-3 0-329-16,3-1-789 0,0-1 349 16</inkml:trace>
  <inkml:trace contextRef="#ctx0" brushRef="#br0" timeOffset="192829.37">14963 9093 196 0,'4'-3'180'0,"-4"3"-4"0,0 0-6 0,6-1-12 0,-6 1-11 15,4-3-4-15,-4 3-5 0,6-1-7 0,-6 1-7 16,3-3-9-16,-3 3-11 0,0 0-10 0,0 0-8 16,0 0-12-16,0 0-8 0,4-2-9 0,-4 2-4 15,0 0-11-15,0 0-6 0,0 0-4 0,0 0-1 16,-26 6-7-16,16 0 0 0,-8-1-3 0,-1 0-4 15,0 2 2-15,-7 0-4 0,6 1-2 0,-8-1 0 16,8-1-1-16,0 2-3 0,-3 5-1 0,6-4 0 0,2-2-3 16,2-1-2-16,2 2 1 0,1-3-4 0,3 1 0 15,-2 1 0-15,4-2 0 0,0 2 1 0,2 0-2 16,2-1 1-16,1 1 3 0,3-1-3 16,3 2 2-16,2 1 1 0,2-1 1 0,3 4-2 0,3-5-9 15,6 4 8-15,-4-5-3 0,10 6 1 0,-7-5 10 16,5 3-4-16,-6-2-2 0,-1 1 0 15,1-2 3-15,-6 0-3 0,-2-2-5 0,-1-2 1 0,-6 1 4 16,2 0-9-16,-2 0 0 0,0-2 0 0,-4 0 1 16,-1 2 0-16,-4 0 4 0,-6-2-1 0,-8 5 2 15,-9-2-2-15,-3 0 2 0,-4 2 2 0,2-4-1 16,-3 2 0-16,-1-3-2 0,-1 0 2 16,2 0-1-16,2 1 2 0,4 0-3 0,2-3 0 0,4 0-1 15,6 2-2-15,6 0-13 0,-2-2-13 0,3 0-22 16,5 1-19-16,5-1-26 0,0 0-34 0,0 0-228 15,0 0-388-15,24-8 172 0</inkml:trace>
  <inkml:trace contextRef="#ctx0" brushRef="#br0" timeOffset="193194.24">15328 9215 29 0,'-1'-5'328'0,"0"-1"-8"15,1 0-13-15,0 1-1 0,0 5-22 0,-2-4-12 16,2 4-31-16,0-6-24 0,0 6-22 0,0-4-22 16,0 4-13-16,0 0-23 0,2-5-22 0,-2 5-1 15,0-3-23-15,0 3-26 0,0 0-18 0,0 0-15 16,0 0-8-16,0 0-7 0,0 0 0 0,2 17-3 15,0-12-7-15,0 5-2 0,-2 1 2 0,2 0-1 16,-2 0 2-16,0 2-1 0,0-1 7 0,0 1-9 16,0 3 6-16,-2-3-4 0,2-1 0 0,0-1-4 15,0-1 2-15,-2-2-1 0,0 1-1 0,1-3-5 16,1 0 0-16,-1-1-10 0,-1 0-6 0,1-3 1 16,1 2 0-16,0-4 3 0,-4 4-3 0,4-4 0 15,-5 3-8-15,5-3-29 0,-11-1-39 0,4-1-32 0,1-3-45 16,-4-3-41-16,1-5-258 0,2-2-507 15,1 0 225-15</inkml:trace>
  <inkml:trace contextRef="#ctx0" brushRef="#br0" timeOffset="193344.31">15308 8994 227 0,'5'-9'254'0,"-1"-1"-6"0,-2 1-4 16,3 1-6-16,-1 2-13 0,0 1-9 0,0 1-35 15,-1-2-19-15,-1 1-20 0,0 4-2 0,1-3-24 16,-2 2-16-16,-1 2-31 0,4-5-30 0,-4 5-26 15,0 0-23-15,0 0-28 0,12 7-31 0,-11-2-31 16,0-1-39-16,-1 4-238 0,-1-3-407 0,1 3 180 16</inkml:trace>
  <inkml:trace contextRef="#ctx0" brushRef="#br0" timeOffset="193943.87">15640 9189 52 0,'3'-3'346'0,"-3"3"-5"16,4-7-24-16,-2 3-13 0,1 3-23 0,-3 1-19 16,2-5-26-16,-1 2-26 0,-1 3-22 0,0 0-17 15,0 0-23-15,0 0-23 0,4-4-22 0,-4 4-11 16,0 0-30-16,0 0-5 0,0 0-9 0,2 10-3 15,-2-5-8-15,-2 4-8 0,2-4 1 0,0 5-5 16,-2 0 2-16,0 1-4 0,1 2-3 0,0-1-1 16,-2 0-1-16,2-2-2 0,-4 2-2 0,5-3 1 15,-1-1-2-15,1-3-14 0,-1 0 4 0,-1 1-2 16,4-3 9-16,-4 1 0 0,2-4 30 0,0 5 29 16,0-5 31-16,0 0 39 0,0 0 3 0,0 0-7 15,0 0-13-15,12-7-14 0,-5-2-9 0,1 1-13 0,7-6-2 16,-3-1-19-16,2 1-1 0,5-5-11 15,-4 6-2-15,-2 0-9 0,0 3-1 0,-5 0-3 16,-1 4-5-16,-3 1-4 0,1-2-1 0,-1 5-7 16,1-3-3-16,0 2-5 0,-1-1-5 0,-3 2-21 0,-1 2-24 15,4-2-23-15,-4 2-11 0,0 0 5 16,12 6 11-16,-5-1 2 0,4 2-13 0,-2 3-12 16,5 0-12-16,-2 2-14 0,10 3-12 0,-8-2-2 15,13 2-28-15,-1 0-19 0,2 1-20 0,1-4-31 0,2-2-27 16,-2 0-47-16,-3-5-236 0,2-2-570 0,-6-3 253 15</inkml:trace>
  <inkml:trace contextRef="#ctx0" brushRef="#br0" timeOffset="194561.49">16329 9242 153 0,'4'-12'219'15,"-2"0"-23"-15,-2 0-11 0,2 0-6 0,-4 2-7 16,0-2-14-16,-1 0-16 0,2 4-12 0,-3 1-9 16,0-2-12-16,0 4-13 0,-2-2-10 0,0 3-6 15,-1 2-14-15,-2-1-7 0,-1 4-10 0,1 2-3 16,-1-1-6-16,-3 2-4 0,4 3-8 0,0-1 0 15,-3 4-5-15,2-4 3 0,0 9-4 0,1-7-5 16,-1 7-3-16,2-1 6 0,0 2-5 0,0-2 0 16,3-3-5-16,1 1-6 0,3-1-6 0,-2 1 0 15,3-4-2-15,0 2 0 0,1-3 4 0,2-2-1 16,1 0-2-16,0 0 5 0,-1-3-2 0,1-1-4 16,4-1 9-16,0-3 5 0,-1 2 15 0,0-4 15 15,4-1 1-15,-2-2 8 0,-2-4-3 0,5 0-1 16,-3-2-1-16,3 2 5 0,-5 3 10 0,1-2 14 15,-3 4 7-15,0 0 0 0,2-1-11 0,-6 4-5 16,5-1-8-16,-3 0-6 0,-2 2-7 0,2-1-6 16,-3 4-20-16,3-3-18 0,0 1-21 0,-3 2-16 15,0 0-2-15,4 8 3 0,-1-3 0 0,-2 2 8 16,0 3 1-16,0 3 3 0,1 4-1 0,-2 10 8 0,0 1-1 16,1-1 1-16,-1 3 3 0,0 1 4 0,-1 0 0 15,-1 3 3-15,2-2-2 0,-1-2 4 0,-3 0-1 16,3-1 2-16,-3-2 0 0,0-3 1 15,-1-5-1-15,1-2-2 0,-2-1-2 0,2-4 3 0,0-1-3 16,-2-1 0-16,1-3 3 0,-4 0 3 0,1 1 1 16,-2-4 2-16,-3-2 3 0,4 0 3 0,-5-2 10 15,1-3 10-15,1-1 1 0,-2 0 6 0,-2-1 11 16,6-2-1-16,0 1 15 0,-1-3 1 0,2-4-2 16,1-2-12-16,4 0-1 0,4-4-8 0,4-10-18 15,7 1-19-15,6-3-9 0,4 1-3 0,6 2-5 16,5-8-1-16,-1 14-7 0,7-7 0 15,-4 8 1-15,-1 1 4 0,15-4-1 0,-15 8 1 0,17-4 4 16,-14 9 3-16,1-1 3 0,-5 0 7 0,-4 3 3 16,-7 1 7-16,-5-1 9 0,-2 5 7 0,-2 0 7 15,-2 0 2-15,-1 2 0 0,-4-1 1 0,0 1-1 16,-1-1-10-16,1 1-7 0,0 0-6 16,-5 2-6-16,3-3-22 0,-3 3-20 0,0 0-19 0,0 0-28 15,-26 5-32-15,16-3-30 0,0 1-57 0,0 0-62 16,-2 0-164-16,3-2-468 0,1-1 207 0</inkml:trace>
  <inkml:trace contextRef="#ctx0" brushRef="#br0" timeOffset="195578.81">16803 9186 188 0,'0'0'290'0,"0"0"-28"0,-2-3-27 0,2 3-23 0,0 0-26 16,0 0-22-16,0 0-18 0,0 0-18 0,0 0-12 16,0 0-11-16,4 16-14 0,-2-9-5 0,-1 5-6 15,0 2-11-15,1 3-6 0,-1-1-7 16,-2 2 0-16,-1 1-9 0,1-2-5 0,1 2-1 0,0-3-14 15,0-5 0-15,1 1-5 0,-2-2-1 0,2 0-5 16,1-5 3-16,-4 2 1 0,4-2 20 0,-2-3 40 16,0 2 44-16,0-4 37 0,1 4 24 0,-1-4-23 15,0 0-14-15,9-9-14 0,-3 1-18 0,4 0 2 16,-2 1-22-16,1-5-9 0,2-3-12 0,1 0-7 16,-2 1-4-16,3 0-14 0,-4 2 2 0,3-1-11 15,-5 3 0-15,2 4-6 0,-4-5-2 0,-1 6 0 16,3 1-4-16,-3 0-7 0,-1 0 0 0,1 0-8 15,-1 2-5-15,-3 2-9 0,5-3-3 0,-5 3-9 16,7 3 0-16,1-1 1 0,0 5-10 0,-1-2 4 16,1 3 1-16,2-1-5 0,0 2-9 0,1 1-4 15,-1-2-7-15,0 3-8 0,0-4 0 0,3 1-10 16,-3-1 5-16,3-1 3 0,-3 0 5 0,-2-1 2 16,1-2 5-16,0-3 6 0,-3 0 13 0,2-2-6 15,-3-1-1-15,4-2 5 0,-4-2-5 0,1-1 5 16,0-4 4-16,-1-4 3 0,-3 3 0 0,5-4 4 15,-6-3 4-15,3-6 0 0,0 2 4 0,-2-2 0 16,1 2-4-16,-2-1 7 0,2-4 2 0,-1 3 1 16,-1 1 2-16,-1 7 7 0,2 0 6 0,1 0 3 15,-1 2 21-15,-2 3-9 0,0 1-6 0,0 2 26 16,0 2-3-16,0 0-13 0,1 1-1 0,-1 2-2 16,0 1-5-16,0-1-4 0,1 3-8 0,-1 2-17 15,2-5-16-15,-2 5-30 0,0-3-26 0,0 3-15 0,0 0 7 16,0 0 4-16,-4 14 8 0,-1-6 8 0,2 5 5 15,-2 3 6-15,-1 2 6 0,-1 7 7 16,1 1 3-16,-3-1 6 0,4-1 3 0,2 5-1 16,1 0 7-16,-1 0 4 0,3-6 1 0,3-4 3 0,0 0 2 15,1-1 2-15,4-2 4 0,1-2-4 0,4 1 6 16,2-3 0-16,4 0 2 0,8-2-6 0,1-1-4 16,3-3-9-16,2-4-4 0,0-2-3 0,2-2-2 15,-3-1-3-15,2-4-1 0,-7-4 0 0,6 2 3 16,-7-4 2-16,-1 0 1 0,-2-2 6 0,-7 5 6 15,-2-2 12-15,-3 0 2 0,-1 0 9 0,-2 1 5 16,-1 2 1-16,-1-2-1 0,0 3-1 0,-4 3-6 16,0-2 1-16,-2 3-6 0,-4-2 1 0,1 1-2 15,-1 0-1-15,-3 3 10 0,1 0-13 0,-4 0 0 16,-2 3 0-16,-1 0 0 0,-4 1-4 0,0 3 4 16,-2 2-2-16,0 1 1 0,-6 6-3 0,6-4 0 15,-3 5 4-15,1 1 9 0,4-3-10 0,2-1-2 16,3 2 0-16,1 1-4 0,2-3 8 0,4-1-3 15,0 0 4-15,2-5-1 0,0 4 3 0,3-3 1 16,3-2 5-16,1 1-1 0,2-2 8 0,6-1 6 16,-1 0 9-16,3-2 1 0,-1-1 11 0,4-1-6 15,-1-2 4-15,-1 3 3 0,2-3 8 0,-3 1 1 16,-2 0-4-16,-2-1-1 0,0-1-6 0,-2 1 3 16,-3 2-4-16,1-1-6 0,1-1-6 0,-1 1 2 15,-2 0-9-15,-4 2-2 0,6-2-29 0,-2-1-27 16,-4 3-35-16,0 0-51 0,7-2-61 0,-7 2-63 15,5-1-82-15,-5 1-190 0,0 0-561 0,9-1 249 16</inkml:trace>
  <inkml:trace contextRef="#ctx0" brushRef="#br0" timeOffset="195924.42">17916 9133 168 0,'3'-2'315'16,"-1"-1"-30"-16,1 0-24 0,-3 3-31 0,7-2-23 16,-3 0-18-16,-4 2-24 0,7 4-18 0,-1 2-11 15,-1-2-17-15,1 6-13 0,2 5-6 16,-3-1-14-16,-1 1-9 0,1 6-6 0,-5-3-8 0,3 1-5 16,-6-1 2-16,3 2-18 0,-4-3 1 0,3 0-7 15,-3-5 0-15,4-2-5 0,-4 0-6 16,3-3-1-16,1-1 3 0,-4-2-1 0,4 1 22 15,-2 0 45-15,0-2 59 0,2-3 48 0,0 0 7 0,0 0-15 16,0 0-18-16,8-13-21 0,-4 3-18 0,2-5-12 16,4-1-9-16,2-1-16 0,2-7-10 0,4 2-4 15,-4-2-11-15,4 2-8 0,-2 2-7 16,-3 5-4-16,-2 1-11 0,0 0-24 0,-1 7-37 0,-1-4-47 16,-3 6-55-16,2 1-63 0,-4 1-64 0,1 3-65 15,-5 0-117-15,0 0-227 0,5 6-709 0,-5-6 313 16</inkml:trace>
  <inkml:trace contextRef="#ctx0" brushRef="#br0" timeOffset="197160.34">19034 8880 165 0,'0'-6'246'0,"3"-1"-6"15,-1-3-10-15,-2 3-7 0,2-1-4 0,0 1-12 16,-2 0-10-16,1-1-7 0,-1 3-7 0,3 1-23 15,-1 1-1-15,-2-2-21 0,0 1-18 0,0 4-12 16,2-5-20-16,0 2-19 0,-2 3-32 0,0 0-6 16,0 0-4-16,0 15-4 0,-4-3 0 0,-2 6-6 15,2 6-3-15,-5 6-3 0,4-1 0 0,-4 6-2 16,2 3 2-16,-2 9-5 0,1 0 2 16,-1 2 2-16,4-3-2 0,0-12-1 0,1 0 2 0,0 0-4 15,3-1 1-15,-2-5 3 0,1 1-4 0,-2-5 3 16,3-3-4-16,-1-4 2 0,1-4 1 0,0-4-1 15,0 3-5-15,1-7 2 0,-2 4 5 0,2-3-1 16,0 1-3-16,-1-2 2 0,1-2 2 0,0 1-5 16,0-4 1-16,-3 5-6 0,3-5-3 0,0 5-5 15,0-5-9-15,-2 2-9 0,2-2-17 0,0 0-14 16,0 0-17-16,0 0-16 0,0 0-7 0,0 0 3 16,0-12-367-16,4 2-500 0,2-7 221 0</inkml:trace>
  <inkml:trace contextRef="#ctx0" brushRef="#br0" timeOffset="197460.17">19112 9048 168 0,'-5'-4'213'0,"4"1"-17"0,-3 0-23 0,3-1-20 16,1 4-17-16,-2-4-21 0,2 4-22 0,0 0-13 15,0 0-8-15,0 0-3 0,0 0-9 0,3 13-9 16,-2-5-3-16,7 0-3 0,-3 2-10 0,3 2-2 15,-2-1 3-15,4 1-5 0,-2 2-9 0,-1 3-3 16,1-2 4-16,-3-3-8 0,0 0-4 0,-1 3-2 16,-1-3-9-16,-3 0-3 0,0-4 1 0,-2 2 0 15,-3-1-5-15,0-2 5 0,-2 0-3 0,-4 0 7 0,-5 1-3 16,-1-3-11-16,-3 2 18 0,-2-5-5 16,0 0-2-16,3-1 1 0,-4-2 2 0,1-1 1 15,3 1-2-15,0 1-2 0,6-1 5 0,-1-4 6 16,3 5-4-16,3-3 3 0,1 1 2 0,0-1-8 15,3 0-38-15,0-1-27 0,3 0-244 0,1 4-330 16,12-13 146-16</inkml:trace>
  <inkml:trace contextRef="#ctx0" brushRef="#br0" timeOffset="197912.87">19584 9103 185 0,'0'0'257'0,"0"-6"-21"0,0 6-21 0,-2-3-17 16,2 3-21-16,-1-4-18 0,1 4-16 16,-1-4-16-16,1 4-15 0,0 0-12 0,0 0-9 15,0 0-11-15,-18 7-8 0,11-6-8 0,1 4-8 0,-2 2-1 16,-4 1-9-16,-1 1-4 0,-1 1-7 0,-2 4-2 15,1-1-6-15,2-1-2 0,2 2-5 0,-1-1-2 16,5 2 3-16,-1-2-5 0,0 2 1 16,3-4-3-16,1 1-1 0,2-1 0 0,2-1-4 0,1 2 4 15,3-5 3-15,-1 2-1 0,4-2 1 16,3-1 1-16,3-1 2 0,1-3 10 0,-1 0 2 0,6-4 4 16,-1 1 16-16,0-1 15 0,0-5 16 15,-8 2 3-15,3 1 7 0,2-7-2 0,-2 1-11 16,-3 1 7-16,0-7-8 0,2 0-9 0,-3 1-7 0,-3-3-6 15,-1 1-8-15,0 0-5 0,-3 2-6 0,0-2 16 16,-2 6-21-16,-2 0-7 0,0-1-2 16,-1 2 2-16,-1-1-9 0,-3 4-11 0,0 0-7 0,-3 0-6 15,-1 1-12-15,0 2-19 0,2 1-20 0,-1 3-23 16,-2 0-19-16,2 3-27 0,0-2-23 0,-2 5-32 16,2-3-28-16,2 4-57 0,3-3-202 0,0 1-509 15,4 0 225-15</inkml:trace>
  <inkml:trace contextRef="#ctx0" brushRef="#br0" timeOffset="198243.74">19958 9082 78 0,'0'-5'364'0,"0"0"-18"16,4 1-8-16,-3 0 1 0,-1 0-41 0,0 4-34 15,1-4-27-15,-1 4-32 0,0-3-22 0,0 3-26 16,0 0-21-16,0 0-24 0,0 0-24 0,0 0-10 16,0 0-7-16,0 0-4 0,4 10-14 0,-1-1 0 15,-2 1-10-15,-1 0-7 0,3-1-4 0,-3 5-6 16,0 2-1-16,0-3 0 0,0 3 0 0,0 0-8 16,-2 0 0-16,1 0-2 0,1-4 1 0,0-1-1 15,-1-2-1-15,1 0-3 0,-3 2-4 0,3-6-14 16,0 0-5-16,0-1-1 0,-1 3-2 0,1-7 5 15,-3 6-2-15,3-3 0 0,0-3 5 0,-1 4-3 16,1-4 2-16,0 0-7 0,0 0-45 0,0 0-51 16,-15-9-49-16,8 0-85 0,1-1-271 0,-5-4-559 15,4-3 247-15</inkml:trace>
  <inkml:trace contextRef="#ctx0" brushRef="#br0" timeOffset="198393.34">19936 8828 46 0,'0'-9'286'0,"0"4"-19"16,1-3-18-16,-1 3-25 0,3 1-13 0,-3-2-31 16,0 6-21-16,1-6-41 0,-1 6-40 0,0-3-15 0,0 3-27 15,0 0-25-15,0 0-25 0,3 17-37 0,-3-12-47 16,0 2-197-16,-3-2-318 0,2 4 141 16</inkml:trace>
  <inkml:trace contextRef="#ctx0" brushRef="#br0" timeOffset="199029.31">20099 9024 141 0,'0'0'296'0,"0"0"-30"16,3 1-30-16,-3-1-25 0,4 2-24 0,-4-2-22 15,2 7-15-15,0-2-15 0,-2 2-11 16,0 1-16-16,0 3-7 0,0 1-10 0,0 1-10 0,0 4-8 15,0 0-6-15,0-1-1 0,0-3-8 0,2-4-8 16,-2-2-4-16,2 0-4 0,0 1-2 0,-2-3 1 16,0-1 2-16,2 0 36 0,0-2 25 0,-2-2 9 15,0 0-12-15,0 0-13 0,23-10-9 16,-14 2-6-16,5-1-3 0,4-3-11 0,-5 1-8 16,2-3-8-16,-1 3-2 0,2-2-4 0,-2 1-6 0,-2 0 3 15,-1 5-3-15,-2 0-6 0,1-1-3 0,-3 4-2 16,1 1-6-16,-4-1-6 0,1 3 3 15,0-1-7-15,0-1-4 0,-5 3 0 0,13 3-7 16,-9-1 0-16,2 1-1 0,3 1-4 0,0 4 2 0,4 0 14 16,-3 1-11-16,-1-1-11 0,4 3-5 0,0 3 3 15,-3 1-8-15,3-3 0 0,-2 1-1 0,2 0 4 16,-5-5 2-16,1-1 3 0,0 1-1 16,-1-1 4-16,-1-4 3 0,-2-1 2 0,0 1 2 0,0-4 4 15,4-3-5-15,-4 1 5 0,3-5 2 0,-2 1 11 16,3-8 4-16,-5 4 11 0,4-5 3 0,-2 0-1 15,-2-3 17-15,6-5-4 0,-1-1 3 0,0-1-5 16,3-1 3-16,-2 1 7 0,-1-3 3 0,1 4 4 16,-1 7 10-16,-3 0 10 0,1 3 7 0,-2 4-1 15,-1 3-10-15,-1-1-9 0,0 3-5 0,0-1-12 16,-2 4-5-16,0-1-25 0,2 1-21 0,-3 3-31 16,0 0-6-16,0 0-1 0,2 11 7 0,-4 1 2 15,0 3 6-15,-1 3 0 0,-4 7 5 0,1 1 10 16,-3 6-3-16,3-4 14 0,-2 1-13 0,-2-1 2 15,3 1 6-15,0-3-3 0,0 3 7 0,3-9 0 16,2-4 1-16,-2 1-3 0,0-2-11 0,2-3-13 16,-1-3-11-16,-1 0-9 0,4-4-10 0,-1 2-2 15,-2-3 5-15,3 1 3 0,-2-1 5 0,2-4-7 16,-3 5-22-16,3-5-40 0,0 0-131 0,0 0-278 16,-10-18-574-16,10 7 254 0</inkml:trace>
  <inkml:trace contextRef="#ctx0" brushRef="#br0" timeOffset="199560.39">20572 9022 192 0,'-2'-3'246'0,"-3"0"-9"0,5 3-6 16,-4-4-9-16,4 4-14 0,-4-2-14 0,4 2-17 16,0 0-11-16,0 0-27 0,14-7-13 15,-1 7-12-15,9-3-12 0,7 1-14 0,7-1-6 16,15-2-1-16,-13 2-19 0,17 1-14 0,-3 0-7 0,0 1-11 15,-14 0-8-15,3 1-3 0,-4-3-5 0,-1 1 1 16,-5-1 0-16,-1-1 2 0,-11 4-8 16,-4-1 0-16,-3 1 2 0,-2-3 12 0,-2 3 14 15,2 0 12-15,-6-1 11 0,3 1 7 0,-7 0 3 16,10-3 4-16,-8 3-7 0,2-3-2 0,-4 3-7 0,0 0-11 16,9-2 8-16,-9 2-12 0,0 0-1 0,5-2-4 15,-5 2-6-15,0 0 0 0,0 0-8 16,0 0 0-16,0 0 0 0,0 0-4 0,7-1-12 15,-7 1 10-15,0 0-8 0,0 0 4 0,0 0-2 0,0 0 0 16,0 0-7-16,0 0 4 0,0 0 0 0,0 0-4 16,0 0 3-16,0 0-3 0,0 0 4 0,0 0-6 15,0 0-4-15,0 0-1 0,0 0-2 0,0 0 0 16,0 0-5-16,0 0-2 0,0 0 3 0,-12 12 2 16,3-7 0-16,0 3-2 0,-5 0 5 0,-2 3-6 15,3-1-2-15,-2 2 16 0,-1 0-13 0,2 0 3 16,1 1-6-16,2 3 2 0,2-3 2 15,1 1 0-15,2 2 2 0,2-3 2 0,3-5 2 16,-2 9-4-16,7-6 8 0,0 0 0 0,6 3 0 0,2 0 6 16,2-3-4-16,2 1 2 0,3-2 1 0,0 1-7 15,-2-1 7-15,2-2-6 0,-6-3 3 0,-3-1 12 16,2 3-20-16,-6-3 1 0,-2-3 3 0,2 1-4 16,1 2-16-16,-6-1-2 0,-1-3 2 0,-4 7-4 15,-6-4-16-15,-8 2-65 0,-18 4-76 0,-17-4-121 16,-6 2-236-16,0-5-580 0,8-3 258 0</inkml:trace>
  <inkml:trace contextRef="#ctx0" brushRef="#br0" timeOffset="203043.57">3502 11246 44 0,'-1'-4'264'0,"1"4"-14"0,0-7-14 0,0 7-20 0,1-4-21 16,-1 4-21-16,1-2-19 0,-1 2-18 0,5-3-15 16,-5 3-13-16,11 0-13 0,-4 0-9 0,5 0-7 15,1 3-11-15,6-2-7 0,0 4-7 0,0 0-8 16,0 3-7-16,8 1-6 0,-1 3-1 0,-3 3-4 15,0-1-7-15,-9 1-1 0,6 4-4 0,-8-1-6 16,2 3-1-16,-4 4 0 0,-4-2-3 0,-2 1-4 16,1 1 4-16,-10 3-8 0,1-4-1 0,1-5-6 15,-6 7 1-15,-3-2 0 0,-1 0 3 0,2-8 0 16,-2 1-1-16,-5 1 2 0,4-3 0 0,0-2 1 16,-1-2-1-16,-1 0 3 0,1 0 0 0,6-6 1 15,1 0 2-15,0-1 6 0,2 0 18 0,3-1 17 16,-1-1 19-16,1-2 27 0,3 0 25 0,0 0 14 15,0 0-11-15,-6-6-4 0,7 0-19 0,4-5-14 16,4-9-11-16,6-5-12 0,6-1-5 0,-1-2-8 16,6 3-3-16,-2-4-9 0,4 4-1 0,-2-2-4 15,1 3-1-15,-3 0-3 0,4 3-4 0,-5-1-5 16,1 3 0-16,-2 2 7 0,-8 4 2 0,1 1-11 16,-2 3 11-16,-4 1 0 0,-1 4 2 0,-3-2-11 15,1 2-6-15,-1 2-6 0,0-1 0 0,-1 1-8 16,-4 2-17-16,0 0-3 0,0 0-4 0,0 0 0 15,-4 12 5-15,-2-4 4 0,-3 6 0 0,-2 2 0 16,2 0-1-16,-7 6 5 0,5 2 3 0,2-1 0 16,0-5 2-16,4 0-1 0,1 1-1 0,-1-1 4 15,5-1 2-15,2 0-2 0,1 0 4 0,4-2-2 16,5-4-1-16,4 0-6 0,3 0-43 0,9-1-46 0,2-3-51 16,6-2-61-16,18-4-103 0,-17-1-167 15,18-3-526-15,-17-1 234 0</inkml:trace>
  <inkml:trace contextRef="#ctx0" brushRef="#br0" timeOffset="203371.45">4620 11444 5 0,'-1'-4'288'0,"1"4"-10"16,0 0-10-16,0 0-14 0,0-4-11 0,0 4-10 15,0 0-11-15,0 0 0 0,0 0-30 0,0 0-18 16,0 0-14-16,0 0-17 0,0 0-18 0,6-2-19 15,1 0-5-15,0 0-10 0,5-1-8 0,6-2-26 16,0 2-19-16,2 2-25 0,3 0-29 0,5-3-34 16,1 1-30-16,0 3-35 0,0 0-46 0,-1-2-39 15,-9-1-246-15,3 3-483 0,-4 0 213 0</inkml:trace>
  <inkml:trace contextRef="#ctx0" brushRef="#br0" timeOffset="203541.92">4684 11637 14 0,'5'2'174'16,"9"-1"-16"-16,4-1-14 0,4 0-16 0,6-1-28 0,4-2-30 16,5-1-47-16,2-2-49 0,1-1-106 0,11-4-141 15,2 4 64-15</inkml:trace>
  <inkml:trace contextRef="#ctx0" brushRef="#br0" timeOffset="203994.34">5743 11369 90 0,'-6'-1'185'0,"6"1"-13"0,-4-1-15 15,4 1-18-15,-13 0-18 0,13 0-5 0,-11 1-15 16,2-1-19-16,-1 4-1 0,-1 0-5 0,2 0-10 16,-3 2-2-16,-1 1 16 0,0 5-5 0,-5-4-4 15,3 4-8-15,2 2-4 0,-1 0-5 0,0 1-3 16,1 0 5-16,1-1 0 0,1 3-8 0,2-1-3 15,-1 0-2-15,4-2 12 0,1 2-3 0,1-6 0 16,2 5-3-16,4-2 5 0,2-3 0 0,1 1 5 16,4 1 8-16,6-1 5 0,5-1-3 0,6-2-3 15,5-3 0-15,3-2-8 0,2-3 8 0,-2-3-7 16,1 1 8-16,-4-6 18 0,-1 1 11 0,-2-4 5 16,-1-1 19-16,-10 3 1 0,2-4 5 0,-6 0 4 15,2 0-6-15,-5-4-15 0,2 1-3 0,-2-9-12 16,-6 7-10-16,-1-2-14 0,-5 2-17 0,0-3-12 0,-5 5-12 15,-2-3-25-15,-7-1-27 0,-7 2-35 16,-4 5-30-16,-5 3-28 0,-4 2-41 0,-2 5-49 16,-1 3-68-16,-1 0-341 0,5 3-665 0,7 2 294 15</inkml:trace>
  <inkml:trace contextRef="#ctx0" brushRef="#br0" timeOffset="204758.42">7550 11292 213 0,'0'0'330'0,"4"-6"-11"0,-4 4-16 0,0 2-27 16,0-5-17-16,0 5-25 0,0-4-27 0,0 4-28 16,0 0-20-16,0 0-22 0,0 0-13 0,0 0-15 15,0 0-16-15,0 0-17 0,-4 11 0 0,4-3-11 16,0 1-6-16,-1 2-10 0,-3 5-3 0,4 1-6 16,-4 0-4-16,3-1-2 0,1 2-8 0,-2 2 2 15,-1 4 3-15,3-5-9 0,-3-1 1 0,3 0-1 16,-1-3 0-16,-2-4-5 0,3 0-4 0,0-2-12 15,-1-2-13-15,-1-2-12 0,2 2 2 0,-2-4-13 16,1 1-2-16,1-1 0 0,0 1-1 0,0-4-1 16,-4 4-1-16,4-4-5 0,0 0-78 0,0 0-106 15,-10-13-41-15,5 4-177 0,0-10-483 0,2 2 215 16</inkml:trace>
  <inkml:trace contextRef="#ctx0" brushRef="#br0" timeOffset="204902.31">7535 11160 195 0,'0'-12'303'0,"1"3"-14"0,1-4-11 0,-2 4-14 16,0 2-19-16,0-1-20 0,2 2-19 16,-2 0-26-16,0 1-15 0,0 1-25 0,0 1-21 15,0 3-23-15,1-6-43 0,-1 6-27 0,8-1-31 0,-8 1-36 16,0 0-39-16,11 5-36 0,-3 0-48 16,-4 0-233-16,2-1-429 0,1 3 190 0</inkml:trace>
  <inkml:trace contextRef="#ctx0" brushRef="#br0" timeOffset="205276.33">8092 11235 247 0,'0'0'296'16,"0"0"-26"-16,0 0-22 0,0 0-23 0,0 0-22 0,8 0-26 15,-8 0-20-15,0 0-13 0,0 0-16 0,0 0-16 16,-16 8-9-16,10-4-10 0,-3 1-12 0,0 0-9 16,-2 2-7-16,2-2-12 0,-4 5 1 0,4-3-6 15,1 2-3-15,-1 0-1 0,-1-1-10 16,5 3-6-16,-3-2-2 0,4 1 0 0,3-1-5 0,1 4 1 16,1-2-4-16,3-1-3 0,0 2 0 0,5 4 0 15,5 0-3-15,-1-2-3 0,1 0 2 0,0-2-4 16,1 2 0-16,-2 0-1 0,-4-7-1 0,1 3 1 15,-1-1-2-15,-2 1 0 0,-2-7-4 0,-1 3 3 16,1-5 3-16,-3 3-12 0,1 1 0 0,-3-2 5 16,-3 2 1-16,-3-2 3 0,-4 1 1 0,-6 1-1 15,-2 0-9-15,-2-1-19 0,1-1-36 0,-3-1-41 16,-5 4-73-16,6-6-291 0,-1 1-505 0,3-5 225 16</inkml:trace>
  <inkml:trace contextRef="#ctx0" brushRef="#br0" timeOffset="206276.83">9784 11298 19 0,'0'-4'220'15,"0"-1"-1"-15,0 1-16 0,-4 0-16 0,1-1-17 0,0 2-17 16,-4-1-22-16,2 2-15 0,-4-1-7 0,0 2-8 16,-4 0-11-16,-3 1-11 0,-2 2-8 0,-4 2-4 15,-5 1-10-15,-2 3-2 0,2 0-5 16,-1 4-4-16,0-1-7 0,11-1-3 0,-7 3-5 0,-2 2-5 15,10-3 1-15,1 2-5 0,-1-4-7 0,5 4 2 16,0-1-1-16,3 3-4 0,3-5 3 0,1 2 0 16,4-1-2-16,1-1 1 0,2 0 0 15,3-1 5-15,7 4 5 0,1-7 2 0,5 4 1 0,2-7 0 16,10-2 2-16,0 1-3 0,-2-3 3 0,2-3 3 16,-4-1 5-16,-2-4 6 0,-5 2 12 0,-3-4 7 15,0 0-1-15,-3 0 6 0,0-2-6 0,-5 2 5 16,1-2 1-16,-2-2-9 0,1-2-7 0,-5 5-6 15,-3-3-6-15,-1-1 0 0,-1 1-4 0,-3 5-7 16,0-4-1-16,-1 1-9 0,-3 3-7 0,-2 1-4 16,0-2-8-16,-7 3-2 0,7-1-11 0,-3 4-14 15,1 0-19-15,1 0-24 0,-2 0-30 0,2 3-40 16,3 1-26-16,1 1-46 0,0 1-56 0,3 0-151 16,3 1-454-16,1-3 201 0</inkml:trace>
  <inkml:trace contextRef="#ctx0" brushRef="#br0" timeOffset="207342.46">9963 11281 259 0,'4'-2'264'0,"-2"0"-24"0,6 0-26 0,-4 0-25 15,-4 2-18-15,11-1-20 0,-3 2-18 0,-2 1-10 0,2 2-18 16,1 1-9-16,0 0-7 0,1 3-2 0,0 0-14 15,-2 2-6-15,-1 0-8 0,0 2-4 0,-1 2-7 16,-2-1-3-16,1 3-7 0,-3-3 2 0,-2-1-7 16,0 5-8-16,-3-5 2 0,-1 0 0 0,3-1-3 15,-3 0-3-15,0-1 4 0,0-2 6 0,2-2 4 16,-1-1 11-16,1 0 15 0,-2 0 19 0,3-3 26 16,-2 3 28-16,3-5 23 0,0 0 1 0,0 0-13 15,0 0-20-15,-1-17-1 0,2 11-20 0,3-5-11 16,2 0-4-16,3-4-11 0,1 0-9 0,6-6-8 15,-6 6-10-15,6 1-18 0,3-6-12 0,-2 2-3 16,5 2-15-16,-8 4-17 0,4 0-18 0,-1 2-13 16,-1 1-27-16,1 2-16 0,2-1-16 0,-1 3-19 15,1 0-10-15,1 2-12 0,1 1-10 0,-2 2-10 16,0 0-6-16,1 2 5 0,-1 1-4 0,0-1 10 16,-1 2 27-16,0 2 0 0,1-1 21 0,1 0 9 15,-2-2 10-15,0 2 7 0,1-4 16 0,-2 4 6 16,-3-3 8-16,-1-1 18 0,-2 1 16 0,2 0 19 15,-3-2 2-15,-1 0 29 0,-3 0 14 0,2 0 22 16,-3 0 17-16,-5 0 9 0,12-2 4 0,-12 2 10 16,5-2-3-16,-5 2-10 0,4-2-7 0,-4 2-3 15,0 0-7-15,2-3-9 0,-2 3-5 0,-2-6-8 16,2 6-5-16,-8-1-10 0,1 0-3 0,-1 1-2 16,-3 0-8-16,0 1-2 0,-3 0-1 0,1 2-2 0,-6 0-3 15,1 2-2-15,1 1-1 0,1 0-3 16,-1 0-2-16,-1 0-4 0,4 4 3 0,-1-3 0 15,5 1-5-15,-1 1 1 0,1-1-2 0,3 3 1 16,0-1-2-16,1-1 1 0,1-1 1 0,1 1 1 0,4 2 0 16,3-5-3-16,-2 2 3 0,4 1 3 0,1 0 1 15,2 1-5-15,1-3 3 0,4-1 3 0,-1-4-2 16,2 0 1-16,4-2 0 0,0-3-2 0,0-3 1 16,1 1 2-16,3-2-2 0,-4-3 0 0,4-5-1 15,-3 3 0-15,0-6 13 0,0 1-1 0,-3-7 8 16,1 2 3-16,1-2 4 0,-8 1 16 0,3-5-9 15,0-1-4-15,0-3 17 0,-2-2-15 0,-2 2 13 16,0 1 8-16,-2-1 9 0,0-1 3 0,1 8 7 16,-3-1 13-16,-2 10 1 0,2-1-2 0,-1 4-8 15,-2 4 2-15,1 1-11 0,-2 0-3 0,-1 2-16 16,1 1-4-16,0 0-7 0,-1 1-22 0,0 4-45 16,2-5-38-16,-2 5-26 0,0 0 12 0,0 0 2 15,0 0 7-15,-7 23 9 0,1-5 7 0,-3 5 3 16,0 4 3-16,-1 5 10 0,-3-1 2 0,0 0 5 15,2 1 6-15,-2 2 2 0,4-4-4 0,0 1 10 16,1 0-1-16,3-2-1 0,1-2 9 0,3-2-1 16,2-7 0-16,3 2 7 0,1-7-2 0,1 0 5 15,1-4 15-15,2 1-15 0,0-3 4 0,4 0-2 16,5-4 5-16,0-1 1 0,1-2 2 0,0-2 14 16,-1-5 4-16,2 2 9 0,-1-2 8 0,-1-5-1 15,2 0 0-15,-3 2-7 0,5-5-12 0,1-4 10 16,-10 7 13-16,4-3-3 0,-7 4-1 0,2-1 5 0,-4 4 9 15,0-1 3-15,-3 3-4 0,0 1-5 16,-1 1-5-16,0-1-11 0,-3 1-7 0,2 1-4 16,-3 3-15-16,3-5-17 0,-3 5-22 0,4 0-29 15,-4 0 8-15,0 0 8 0,0 0-4 0,3 10 6 0,-4-3 8 16,1-2 0-16,-2 2 2 0,1 5-4 16,0-3 6-16,1 1-15 0,-2-1 6 0,1 1-3 15,1 0-9-15,-1-2-11 0,1-1-16 0,-1 0-14 0,1 0-29 16,0-1-19-16,0-2-12 0,-2 1-11 0,2-2 5 15,0-3 7-15,-1 5-8 0,1-5-98 0,0 0-220 16,-9-9-514-16,4 2 227 0</inkml:trace>
  <inkml:trace contextRef="#ctx0" brushRef="#br0" timeOffset="207491.84">11119 11052 138 0,'2'-8'310'0,"-2"-1"-16"0,1 4-19 16,0-2-12-16,0 2-34 0,-1 1-26 0,3 0-21 15,-3 0-20-15,0 4-27 0,0-5-35 0,0 5-25 16,4-2-24-16,-4 2-30 0,0 0-27 0,6 8-48 16,-3-3-42-16,-3 5-43 0,-2-3-219 0,2 1-386 15,-2 2 171-15</inkml:trace>
  <inkml:trace contextRef="#ctx0" brushRef="#br0" timeOffset="208278.84">11324 11226 354 0,'0'0'354'0,"0"0"-34"16,2-4-17-16,-2 4-38 0,0 0-26 15,0 0-26-15,0 0-29 0,0 0-20 0,0 0-21 0,0 0-18 16,0 0-10-16,0 0-5 0,5 8-19 0,-3-3-11 15,-4 2-9-15,4-1-8 0,-4 3-6 0,2 3 4 16,0-1-13-16,-2 1-6 0,-2 3-6 0,0 1 0 16,0-4-7-16,2 0 1 0,-1 0-1 0,2-4-4 15,-1 1-6-15,2-4 14 0,-2 0-9 0,2 1-6 16,0-2 4-16,0-4 1 0,-1 5 32 16,1-5 40-16,0 0 27 0,0 0 9 0,0 0-6 0,0 0-13 15,0 0-15-15,20-15-8 0,-12 8-10 0,5-5-8 16,-1 0-14-16,2-2-2 0,1 2-7 0,-2-2-5 15,0 2-1-15,-1-1-8 0,-2 4 0 0,-1 0-7 16,-3 1-1-16,1 1-3 0,0 3-3 0,-3-1-7 16,0 3-2-16,0-1-11 0,-3 0-18 0,-1 3-23 15,7-5-28-15,-7 5-19 0,1-1-11 0,-1 1 14 16,0 0 10-16,9 8 4 0,-8-4-7 0,4 1 0 16,-1 1 15-16,5 1-13 0,1 1 2 0,4 4-1 15,5-2-8-15,7 1-9 0,1-2-4 0,5 1-13 16,1 1-9-16,3-5-6 0,-3 0-4 0,5-2-3 15,1 0 6-15,0 2-1 0,2-6 6 0,-2 1 8 0,-1-3 5 16,-4 1 6-16,0-4 19 0,-4-2 3 16,-3 0 19-16,-9 2 28 0,-3-6 20 0,1 1 21 15,-6 2 18-15,-2 0 18 0,-3-1 12 0,-1-1 0 16,-2-1 5-16,-3 3 0 0,0-2-6 0,-3 2-5 0,0-1-10 16,0 2-2-16,-4 3-8 0,2-1 1 0,-3 2-6 15,0 0-3-15,-4 3-3 0,3 0-7 16,-3 3-3-16,-1 0 3 0,0 3-2 0,-4 1-1 15,3 3-4-15,-2-2 0 0,3 4 3 0,-1-3-5 16,1 4 2-16,0 3-2 0,1-4-1 0,2 1-1 0,3-1 2 16,-1 0 0-16,4-2 2 0,0 0-3 0,1-5 1 15,4 2 1-15,-4-1 2 0,4-2 3 16,0 0-1-16,0 0 10 0,0-4 15 0,8 5 5 16,-2-4 2-16,2-1 3 0,2 0 2 0,3-2-4 0,-3-1 3 15,10-2 7-15,-4 1-12 0,-2 0-7 0,0 0-5 16,2-1-1-16,1 0-3 0,0 1 1 0,-4-1-2 15,-1 2-6-15,1-2 11 0,-3 1-9 0,2 1 2 16,-6 3-4-16,2 0-3 0,-3-1-1 0,1 1-7 16,-6 0 2-16,13 1-7 0,-9-1-10 15,4 0-2-15,-2 4-14 0,-1-1-12 0,0 3-20 0,0-2-25 16,1 1-27-16,0 5-31 0,0-4-33 0,-2 2-50 16,-1-1-267-16,-1-2-529 0,2 0 234 0</inkml:trace>
  <inkml:trace contextRef="#ctx0" brushRef="#br0" timeOffset="208628.68">12433 11234 114 0,'7'-8'262'15,"-1"4"-16"-15,1-1-17 0,0 2-25 0,0-1-22 16,0 3-20-16,-1-2-15 0,-6 3-14 0,14 3-16 15,-8-1-13-15,2 4-14 0,-3-4-8 0,3 8-3 16,-2-1-7-16,2 0-7 0,-4 1-7 0,-3 2-8 16,3 4 1-16,-4-3-7 0,0 2-4 0,-3 1-2 15,2 1-3-15,-3-6-4 0,3 1-2 0,-2 0-2 16,0 0-2-16,0-4-4 0,3-1-1 0,-3-1-1 16,1-1 0-16,2-1 0 0,-2 2 21 0,0-3 26 15,2-3 31-15,0 0 31 0,0 7 25 0,-2-7 13 16,2 0 0-16,0 0-19 0,0 0-21 0,6-13-3 15,-1 6-17-15,0-2-18 0,3-1-9 0,1-5-24 16,2 1-33-16,1-2-25 0,-3-2-32 0,5 3-28 16,-4-2-37-16,4 1-35 0,-1 0-35 0,-2 0-41 15,2 5-44-15,0-1-313 0,0 0-614 0,-3 4 271 16</inkml:trace>
  <inkml:trace contextRef="#ctx0" brushRef="#br0" timeOffset="209209.79">12770 11231 93 0,'0'0'319'0,"0"0"-13"0,0 0-14 0,0 0-14 15,0 0-20-15,0 0-28 0,0 0-23 0,0 0-23 16,0 0-21-16,0 0-16 0,0 0-16 0,0 0-15 0,0 0-11 16,0 0-18-16,14 4-21 0,-6 0-6 0,-2 0-28 15,2-1-14-15,2 3-11 0,0-1-20 16,1 0-15-16,-1-2-6 0,2 1-9 0,-1-1-6 15,0 1-4-15,-1-1 0 0,2-2 0 0,-3 1 5 0,2-2 0 16,-3-1 9-16,1 0 2 0,-1-2 6 0,2-2 3 16,-4 0 8-16,2 1 12 0,-2-4 11 0,2 0 6 15,-3 0 13-15,3-1 8 0,-3 1 13 16,1 0 10-16,1 0 10 0,-3 2-3 0,-2 0 4 0,2 1 0 16,0-1-2-16,-3 3-8 0,3 2-8 0,-4-4-2 15,5 3-14-15,-5 2-23 0,3-3-17 16,-3 3 7-16,0 0-9 0,2 11 3 0,-2-2-1 0,0 2-2 15,0 6 2-15,0 1 0 0,-2 7 4 0,-1 1-2 16,-6 3 2-16,4 3-1 0,1 2 1 0,-2 3 3 16,-1-4 2-16,-4 13-1 0,-2 0 4 0,3-12-1 15,1 0-3-15,-3-2 3 0,1 1 1 0,-1-1 0 16,1-4 0-16,0-5 0 0,0 1-3 0,3-10 3 16,-2 1-2-16,5-7 0 0,0 2 5 0,1-4 5 15,-1-1 1-15,1 1 12 0,-1-3 5 0,0-2 12 16,5-1 8-16,-14-5 25 0,10 0 34 0,-6-2 34 15,7-4 8-15,-3-5-13 0,6 0 8 0,-1-3 11 16,5-10-20-16,6-2-15 0,9-12-24 0,9-4-16 16,8 1-11-16,7 0-18 0,21-16-33 0,-16 25-20 15,3-1-5-15,-3 2-2 0,-2 4 0 0,-5 5-5 16,-7 8 3-16,-6 0 4 0,4 5-4 0,-6-2 4 16,1 3 1-16,-8 5 12 0,-5-1 2 0,0 6 2 15,-5-1-3-15,-1 0-5 0,-2 0-7 0,-2 1-1 16,2 1-57-16,-3 2-55 0,-3 0-10 0,0 0 12 15,0 0-24-15,-13 13-60 0,-1-9-85 0,-1 5-314 16,-6-1-649-16,5 1 288 0</inkml:trace>
  <inkml:trace contextRef="#ctx0" brushRef="#br0" timeOffset="210224.68">14845 10935 254 0,'0'-6'246'0,"0"3"-17"0,3-2-12 0,-3 1-22 15,0 4-19-15,1-5-18 0,-1 5-20 16,0-3-14-16,0 3-26 0,0 0-29 0,0 0-8 15,0 0-11-15,-4 15-8 0,3 1-4 0,-3 9-9 16,-1 5 3-16,-5 5-4 0,1 15-3 0,0 1 9 0,-5 0-2 16,5 1-4-16,0 3-3 0,-5-4 0 0,8 2-2 15,-2-4 1-15,0-4-3 0,-1-9-2 16,7-1-1-16,-2-4 0 0,0-1-3 0,0-2-3 16,3-6 2-16,-3-6-2 0,1-1-3 0,1-3-1 0,2-2 2 15,-1 0-1-15,-2-3 2 0,2 0 2 0,1-2 0 16,-3-2 0-16,3 1 0 0,0-4 2 15,-1 6-3-15,1-6-2 0,-2 4-1 0,2-4-9 0,0 0-83 16,0 0-120-16,-9-13-195 0,5 4-432 0,1-8 192 16</inkml:trace>
  <inkml:trace contextRef="#ctx0" brushRef="#br0" timeOffset="210542.8">14873 11235 133 0,'0'0'244'0,"-2"-6"-24"16,1 3-23-16,1 3-24 0,-3-3-17 0,3 3-19 16,0 0-12-16,0 0-18 0,0 0-7 0,5 12-9 15,0-5-7-15,4 1-7 0,5 4-6 0,0 1-10 16,4-2-2-16,-4 4-7 0,8 2-6 0,-7-5-6 16,1 2-3-16,-6-3-3 0,1 1-3 0,-3-3-6 15,-3 0-5-15,-1-1 1 0,-1-1-4 0,-1 0 0 16,-2-1 1-16,-4 0 1 0,-5 1-2 0,-6 2 2 15,-4-4-4-15,-8 3-1 0,-1-3 3 0,-3-2-3 16,1-1-3-16,0 0-4 0,0 0 1 0,0-3 1 16,2 1-2-16,9-1 3 0,-3-1-3 0,3 1-3 15,6 0 5-15,-1 0-5 0,5-1-4 0,0 0-26 16,4-1-34-16,2 2-50 0,3 1-35 0,13-11-27 16,5 4-174-16,9-3-373 0,4 5 165 0</inkml:trace>
  <inkml:trace contextRef="#ctx0" brushRef="#br0" timeOffset="210908.61">15529 11243 95 0,'6'-8'237'0,"-2"3"-13"0,-3 0-12 0,1-2-15 0,-4 3-11 16,1-2-21-16,-5-1-9 0,2 3-18 0,-2 1-12 16,-1-1-14-16,1 1-14 0,-5 2-9 15,0 0-7-15,0 2-13 0,-3 2-9 0,1 1-3 0,1 0-5 16,-7 5-9-16,5 2-5 0,0-2-2 0,-4 0-8 15,4 6-4-15,1 0-2 0,-3 0 1 0,4-1-2 16,2 3-1-16,2 1-2 0,3-3-2 16,-1 1-3-16,3-4 0 0,4 1-1 0,2 0 3 0,1-1-4 15,2-3 3-15,2 1 3 0,7 0 1 0,-1-3 11 16,4-2 3-16,0-1 8 0,4-2 4 0,-2-1 4 16,2-2 0-16,-2-2 3 0,2-3 6 0,-3 2 10 15,-1-4 12-15,0 2-3 0,-4-2 4 0,0-4-14 16,-1 2 0-16,-3-5-8 0,3 1-10 0,-4-2-4 15,-4 0-6-15,-1 0-5 0,2-1-6 0,-6 3-3 16,0 1-6-16,0 1-8 0,-1 0-6 0,-4 0-4 16,1 3-11-16,0 1-3 0,-2-1-8 0,-2 3-11 15,3 1-15-15,-4 0-8 0,4 1-22 0,-3 4-22 16,3 0-22-16,-8 0-25 0,8 0-31 0,0 3-33 16,-3-1-260-16,5 4-510 0,0-3 226 0</inkml:trace>
  <inkml:trace contextRef="#ctx0" brushRef="#br0" timeOffset="211245.62">15883 11219 38 0,'3'-2'350'0,"-6"-4"-12"0,6 1-15 16,-2-1-14-16,-1 3-24 0,0 3-14 0,2-5-26 0,1 2-36 15,-3 3-15-15,1-6-29 0,-1 6-20 16,0 0-16-16,0-3-18 0,0 3 2 0,0 0-47 16,0 0-6-16,0 0-11 0,0 0-9 0,3 14-3 15,-5-8-4-15,2 5-4 0,0 0-3 0,0 0 1 0,-1 2 8 16,1 3-16-16,-1 1-4 0,-2 1 1 16,2-3 0-16,1 2-1 0,0-5-1 0,-1 4-3 15,1-4 0-15,-1-1 2 0,1-1 0 0,-3 0-2 16,3-3-2-16,0-1-19 0,0-1-8 0,-1-1 0 15,2 0 2-15,-1-4-1 0,-1 8 10 0,-1-6 0 0,2-2 4 16,0 0-7-16,0 0-15 0,0 0-61 16,0 0-59-16,-10-14-38 0,5 6-25 0,0-4-9 15,1 0-253-15,-1-7-510 0,5 2 226 0</inkml:trace>
  <inkml:trace contextRef="#ctx0" brushRef="#br0" timeOffset="211394.23">15892 11030 89 0,'-3'-9'243'0,"6"-1"-5"0,-3 0-3 15,1 4-10-15,-1 0-11 0,0-1-20 0,1 2-22 16,-1 0-17-16,3 2-15 0,-3 3-18 0,0-5-19 16,0 5-31-16,1-4-38 0,-1 4-13 0,0 0-11 15,0 0-31-15,0 0-34 0,8 12-19 0,-5-8-46 16,-2 4-78-16,0-2-103 0,-1 3-324 0,1 0 144 16</inkml:trace>
  <inkml:trace contextRef="#ctx0" brushRef="#br0" timeOffset="212023.11">16126 11164 169 0,'5'4'275'0,"-5"-4"-30"16,0 0-28-16,4 3-25 0,-4-3-21 0,0 3-17 15,0 2-15-15,0 1-19 0,1 1-5 0,-1 1-17 16,1 4-9-16,-1 1-6 0,-1 0-10 0,1 2-2 15,0-3-11-15,-1 0-3 0,1 0-6 0,0 0-6 16,0-3-3-16,-3-1-4 0,3-2-3 0,3-1-2 16,-3 1-1-16,1-4 2 0,-1-2 26 0,1 7 12 15,-1-7 7-15,7-2-10 0,-7 2-6 0,12-6-3 16,-2 0-7-16,1 0 3 0,-1-3-7 0,5-2 10 16,-2-3-17-16,5 1-3 0,-4 1 0 0,5-1-2 15,-3 1-2-15,-2 1 2 0,-4 1-2 0,-1 5 1 16,0-1-4-16,-3-2 1 0,1 5-4 0,-4 0 9 15,1-1-26-15,1 1-1 0,-5 3-7 0,9 0 1 0,-9 0-7 16,9 6 0-16,-4-2-2 0,3 0 0 16,-2 6-4-16,1-2 5 0,3 4-2 0,0 0-1 15,0 0 3-15,3 2 0 0,1 1 2 0,-1-2-11 16,2 0-7-16,-2 1-8 0,4-3-3 0,-3 1 1 0,1-4-4 16,1 1 8-16,-4-4 2 0,0 1 2 15,-1-2-1-15,1-4 3 0,-1 0 3 0,1-3 3 16,-2-5 5-16,-1 2 0 0,1-5 0 0,0-1 3 15,2-2 22-15,-7-1-5 0,4-2 4 0,-3-3 5 0,2-3 4 16,2-4 4-16,-1 1 7 0,0-3-10 0,0 0 5 16,3-3 3-16,-3 3-2 0,2 1 11 15,-3 3 3-15,2 1 10 0,-5 8 4 0,0 5-2 16,-1 0 1-16,-2 1-14 0,0 3-1 0,2 1-9 0,-3 2-12 16,0-1-31-16,0 2-33 0,-1 3-37 0,0 0 3 15,0 0 6-15,0 0 8 0,-2 20 1 0,-1-4 11 16,-1 5 2-16,-4 4 6 0,0 4 7 15,0 0 9-15,-2 1-2 0,2 0 4 0,1-3 4 0,0 0-2 16,2-1 6-16,0-5 3 0,0-4 1 0,4 1 2 16,-3-2-11-16,3-4-27 0,-2-1-26 0,2-2-20 15,-2-3-21-15,2 1-8 0,0 0-10 0,-1-2 2 16,1-2-22-16,1-3-6 0,0 0-33 0,0 0-168 16,0 0-390-16,0 0 173 0</inkml:trace>
  <inkml:trace contextRef="#ctx0" brushRef="#br0" timeOffset="212528.56">16558 11168 92 0,'-11'-3'269'0,"4"2"-9"0,0 0-10 0,0 0-9 16,2 0-13-16,5 1-10 0,-8 0-17 0,4-1-9 15,4 1-18-15,0 0-9 0,-6-3-26 0,6 3-3 16,0 0-8-16,-8-1-9 0,8 1-3 0,0 0-5 16,0 0-2-16,0 0-7 0,0 0-4 0,0 0-7 15,0 0-10-15,-4-3-4 0,4 3-6 0,0 0-5 16,0 0-6-16,0 0-3 0,0 0-7 0,0 0-9 16,0 0-1-16,0 0 1 0,0 0-7 0,0 0-3 0,0 0 1 15,0 0-4-15,0 0-2 0,0 0-2 16,0 0-5-16,0 0 0 0,0 0-6 0,0 0 5 15,0 0-4-15,0 0-4 0,0 0 4 0,0 0-10 16,0 0 18-16,0 0-14 0,0 0 3 0,0 0 1 0,0 0 0 16,0 0-2-16,0 0 7 0,0 0 4 0,0 0-3 15,0 0 0-15,0 0 7 0,0 0 1 0,0 0 2 16,14-2-1-16,3-1-10 0,12 1 1 16,6 0-4-16,21-2 0 0,0 3-2 0,8-3 3 15,26-3-5-15,-24 2 0 0,37 0-1 0,1-1-4 16,2-1 7-16,-4-2-9 0,-10 3-1 0,-28 4 11 0,-4-3-10 15,-5-2 3-15,-18 4-2 0,-2-2 1 16,-6 1-2-16,-10 1 10 0,-6 2 26 0,1 0 4 0,-5-1 11 16,0 1-5-16,-3-3-10 0,1 3 2 0,-5 0-18 15,-2 1-31-15,8-3-61 0,-8 3-87 0,0 0-56 16,0 0-71-16,-27 9-146 0,9-5-219 16,4 0-701-16,0-1 311 0</inkml:trace>
  <inkml:trace contextRef="#ctx0" brushRef="#br0" timeOffset="-206339.82">3598 12961 136 0,'0'0'157'16,"4"-1"-13"-16,-4 1 2 0,2-2-18 0,-2 2-6 16,4-4-10-16,-4 4 0 0,0 0-16 0,3-3-6 0,-3 3-4 15,0 0-15-15,2-2-3 0,-2 2-9 16,0 0-4-16,0 0-12 0,0 0-1 0,0 0-12 0,0 0-7 15,0 0-6-15,0 0 0 0,0 0-12 16,0 0 1-16,0 0 0 0,-9 10 2 0,-1-5-2 0,-3 2-9 16,-3 2 3-16,-2 3 0 0,-7 2 4 0,3 2 1 15,-4-2-1-15,4 1-3 0,-2 2-1 0,1-1-2 16,1 1 4-16,-1-2-2 0,5-3 0 16,3 2 1-16,0-4-2 0,4-1 0 0,1 1-1 15,3-3-2-15,0-1-12 0,2 3-2 0,1 1-1 0,2-2 3 16,3 2 4-16,0-1-1 0,7 0 1 0,1 1 7 15,7 2 4-15,2-2-6 0,10 2 10 16,3-1 4-16,-1 0-3 0,0-1-2 0,1 1 0 16,0 1 5-16,-2-2-2 0,0 0 0 0,-3 2-2 0,-8-3 0 15,-3 1-5-15,-5-4-32 0,3 3-22 16,-7-3-13-16,1 0 6 0,-7 0 7 0,0 2 11 0,-8 1 13 16,-5 2 10-16,-6-2 2 0,-9 3 14 15,-1-2 4-15,-1 0 11 0,-3-2 13 0,1 0 9 16,3-2 8-16,-1 1-5 0,0-2 5 0,0 2-3 0,9-5-3 15,0 3-1-15,1-5-4 0,1 3-3 0,6 0 1 16,0-2-4-16,3 0-1 0,2 1-5 0,0-1 7 16,4-1 4-16,-2 1 0 0,6-1-1 0,0 0 1 15,-7 0-12-15,7 0-8 0,0 0-3 0,0 0-18 16,0 0-35-16,29-6-50 0,-14 3-71 0,3-2-88 16,4 1-278-16,-3-1 124 0</inkml:trace>
  <inkml:trace contextRef="#ctx0" brushRef="#br0" timeOffset="-205789.99">4344 13220 33 0,'0'0'141'16,"0"0"-7"-16,-13 2-25 0,7-2-8 16,0 3-8-16,-2 1-17 0,-1-1-13 0,-5 2 3 15,2 0-9-15,2 4-4 0,-4 1-5 0,-1 0-12 16,-1 2 1-16,4 2-6 0,-5-2 0 0,4 2-6 16,-1 2-9-16,3-2 17 0,2 1-17 0,-1 1 0 0,2 0-4 15,3 0 24-15,1-2-3 0,0-2-6 0,2-2 5 16,4 5 2-16,1-3 4 0,-1-2 4 15,6-1 12-15,1-2-1 0,7 1 25 0,2-3 2 16,4 0 4-16,9-3 4 0,1-2 8 0,-3-3 4 0,-2-1 11 16,-3 1 21-16,-7-4 25 0,1 2 35 0,-3-2 22 15,-4 1 32-15,-1-3-23 0,-3-1-18 0,1 0-8 16,-3-6-15-16,-1 1-27 0,-3-3-31 0,-2-2-10 16,-4 3-33-16,-2-1-25 0,-3 0-25 15,-3 2-18-15,-2 2-47 0,-3 2-43 0,-5 0-46 0,-8 7-63 16,2 0-74-16,-4 5-114 0,3 1-207 0,10 0-628 15,6-1 278-15</inkml:trace>
  <inkml:trace contextRef="#ctx0" brushRef="#br0" timeOffset="-204356.42">6377 13097 162 0,'0'-5'186'0,"0"5"-18"0,3-5-20 0,-3 5-15 16,0-3-14-16,0 3-16 0,0 0-7 0,0 0-14 0,0 0-10 15,7 13-3-15,-3-4-8 0,-1 1-12 16,1 2-6-16,-2 5-1 0,5-1-7 0,-2 2-1 15,1-1-1-15,0 2-5 0,-1-1-2 0,3 0-6 0,0 2 0 16,-1-3 2-16,1-3-3 0,0 0-4 0,-3-1-2 16,-1-3 4-16,2-5-8 0,-2 2 6 0,0 0 3 15,0-5-7-15,-2 0 4 0,2-1-3 16,-4-1 11-16,14-5 10 0,-10-2 1 0,4-1 7 16,1-4 1-16,1-4 12 0,-1 1-4 0,-2-1 8 0,4 0-6 15,-4 2 3-15,-2-3-4 0,3 0 6 16,-3 1 3-16,1 5 1 0,0-3 0 0,-4 4 1 0,2 0 3 15,0 1 1-15,-1 3-6 0,-2 1-7 0,1-1-7 16,0 1-5-16,-1 2-9 0,0-1-4 0,1 1-10 16,-2 3-12-16,0 0-3 0,0 0-1 0,0 0-2 15,-2 12-1-15,0 2-5 0,-3 3 5 16,-1 9 0-16,-1 2 0 0,-2 3 2 0,-3 15 1 0,1 0-1 16,-1 3 1-16,3-2 2 0,-1 2 0 0,0-2 0 15,1 3-2-15,4-3 3 0,-3-1-2 0,2-1 8 16,1 3-8-16,2-16 1 0,-1 3 2 0,3-2-4 15,0 1 4-15,-2-5-2 0,-1 0 0 0,3-3-5 16,-3-1 4-16,-1 0-2 0,0-8 21 0,4 0-3 16,-6 1 1-16,3-6 0 0,-1 2-4 0,-1-1-3 15,1-2-1-15,-1-1 1 0,-1-2 1 0,-3 0-3 16,0-2 0-16,-1 1 3 0,2-2 1 0,-3 2 3 16,0-3-5-16,-2 0 4 0,1 1-3 0,2-5 3 15,-4 1-4-15,-3-2 3 0,5 1 4 0,0 0 10 16,-1-5 11-16,1-2 4 0,1 2 10 0,1-3 20 15,1-4 7-15,1-2 5 0,1-2-7 0,5-2-6 16,3-9-3-16,6-2-8 0,7 0-27 0,9-17 0 16,8 0-9-16,6 1 1 0,6-1-6 0,19-15-2 15,-12 22-3-15,2-2 1 0,0 5 5 0,3 2-11 16,-3-2-2-16,-1 4-2 0,-4 5 10 0,-4 1 7 16,-13 7-12-16,1 2 7 0,-6 0 13 0,-6 6 12 15,-3 3 12-15,-6-1 10 0,3 5-3 0,-6-1-2 16,2 1-7-16,-4 1-9 0,1-1-4 0,-4 2-10 15,3 0-17-15,-4 2-19 0,4-5-21 0,-4 5-7 16,0 0-20-16,0 0-16 0,0 0-14 0,-8 11-19 16,4-6-23-16,-2 4-29 0,-3-4-19 0,0 5-25 15,0 0-37-15,1-3-42 0,2 2-65 0,-2-3-192 0,4 1-575 16,3-1 255-16</inkml:trace>
  <inkml:trace contextRef="#ctx0" brushRef="#br0" timeOffset="-203839.02">7512 13430 114 0,'-6'0'170'16,"6"0"-11"-16,-12 0-5 0,8 0-14 0,4 0-6 15,-4 0-11-15,4 0-3 0,0 0-4 0,0 0-3 16,-10 0 4-16,10 0-3 0,0 0-5 0,0 0 0 0,0 0-7 16,0 0-8-16,0 0-2 0,0 0-2 0,0 0-8 15,0 0-8-15,28-4-9 0,-14 3-3 16,3-3-7-16,2 4-5 0,4-3-4 0,5 1-7 15,-1-1-1-15,1 0-5 0,-1-2-5 0,1 4-3 0,-5-2-1 16,-4-1-3-16,-1 2 0 0,-4 1-1 0,-2-1-3 16,-3 1-1-16,-3 1-3 0,3-2 1 0,-4 2-6 15,-5 0-11-15,9 0-14 0,-9 0-13 16,0 0-18-16,0 0-19 0,0 0-17 0,0 0-25 0,-23 3-33 16,13 0-27-16,-2-2-207 0,1 0-406 0,-2 3 179 15</inkml:trace>
  <inkml:trace contextRef="#ctx0" brushRef="#br0" timeOffset="-203544.17">7538 13617 146 0,'-3'1'232'0,"3"-1"-12"15,-4 4-10-15,4-4-7 0,0 0 4 0,0 0-13 16,19 2-13-16,-1-3-20 0,12-3-16 0,2 2-11 16,6-1-16-16,13 1-8 0,1-1-13 0,1-4-8 15,-3 5-10-15,-10 2-6 0,0-5-8 0,-2 2-7 16,-3 0-5-16,-2 2 0 0,-14 0-9 0,0-1-5 16,-7 1 0-16,1 0-8 0,-6 1-2 0,-2-3-7 15,3 3-11-15,-8 0-17 0,7 0-4 0,-7 0-10 16,0 0-26-16,-11 12-36 0,0-10-53 0,-1 1-68 15,-2 0-221-15,3-2-459 0,-1 2 203 0</inkml:trace>
  <inkml:trace contextRef="#ctx0" brushRef="#br0" timeOffset="-201799.34">9099 13072 14 0,'-9'0'171'0,"9"0"-2"0,0 0-15 16,0 0-11-16,-5 0-15 0,5 0-9 0,0 0-10 16,0 0-7-16,22 0-3 0,-3-2-12 0,9-2-6 15,4 3-7-15,1-3-8 0,4 1-10 0,4 5 0 16,10-7-4-16,1 4-4 0,0 0-3 0,0-2-2 16,-15-1-9-16,0 4-4 0,-4 0-1 0,-3-3-13 15,-10 3-10-15,-1 0-17 0,-6-2-17 0,-1 4-21 16,-5-2-14-16,-3 0-20 0,-4 0-28 0,0 0-154 15,0 0-286-15,-28 0 127 0</inkml:trace>
  <inkml:trace contextRef="#ctx0" brushRef="#br0" timeOffset="-201272.27">9156 13097 91 0,'-2'-3'201'0,"2"3"-22"16,0 0-22-16,0 0-19 0,0 0-13 0,0 0-9 0,0 0-9 15,11 15-6-15,-4-8-7 0,7 3-7 0,-1 2-7 16,7 5-7-16,1 0-12 0,4 1-5 16,-2 0-8-16,1-1-3 0,3 1-4 0,0 0-3 15,-3 1-3-15,2-2-3 0,-2-2-2 0,2 2-3 0,0-3-11 16,-4 0 7-16,0-6-6 0,-4-1 0 0,-4 0-3 15,0-2-4-15,-4-2-1 0,-1-1 3 16,0 1 1-16,-3-3-2 0,1 0 7 0,-2 2 3 16,-5-2 14-16,8-3 0 0,-3 1 7 0,-5 2 3 15,0 0-3-15,7 0-2 0,-7 0-7 0,0 0-7 0,0 0-11 16,6 2-2-16,-6-2-2 0,-8 9-3 0,-2 0 0 16,-3 3-1-16,-8 7-2 0,1 3-1 0,-7 4-2 15,3-1-1-15,-12 9-1 0,0 2-1 16,1 4 1-16,0-3-2 0,4-1 3 0,8-7-4 0,-5 10 5 15,6-10-3-15,3 0 3 0,3 0-2 16,-3 0-2-16,3-3 2 0,-2 3-1 0,7-6 1 0,1-6-4 16,2 0 6-16,1-1 6 0,2-2 3 15,0-3-1-15,2-1 1 0,-1-2-3 0,1-2 2 0,2 1 3 16,0-3-1-16,-2 1 4 0,3-1 4 0,0 0 6 16,0-4 10-16,-1 5 7 0,1-5 10 0,-3 4 8 15,3-4 0-15,0 0 4 0,0 0-3 16,0 0-10-16,0 0-5 0,0 0-17 0,0 0-26 0,0 0-36 15,8-9-44-15,-6 3-50 0,5 2-42 0,2-1-32 16,0-2-5-16,-3-1-189 0,3 2-426 0,2-4 189 16</inkml:trace>
  <inkml:trace contextRef="#ctx0" brushRef="#br0" timeOffset="-200924.32">9080 14069 188 0,'-7'2'194'0,"7"-2"5"15,-6 0-3-15,6 0-15 0,-8 1-12 0,8-1-11 16,0 0-19-16,0 0-9 0,0 0-17 0,27-3-7 15,-4 1-11-15,13-1-10 0,1-4-8 0,19 1-9 16,3 0-7-16,5-4-3 0,27 0-11 0,-29 1-5 16,5 2 1-16,-4-1 7 0,0 1 2 0,-5-3 1 15,-7 5-7-15,-14-1-3 0,-8 4-1 0,-7-1-8 16,-3 0-2-16,-6 0-1 0,2 1-2 0,-7 0-3 16,-3 2-1-16,4-1-5 0,-4-1-6 0,0-1-14 15,-5 3-29-15,3-2-26 0,-3 2-27 0,0 0-46 16,-12-6-35-16,2 5-75 0,2-1-121 0,3 2-388 15,-3-2 172-15</inkml:trace>
  <inkml:trace contextRef="#ctx0" brushRef="#br0" timeOffset="-200088.92">10722 13298 149 0,'-1'-6'193'15,"-1"-6"-18"-15,1 7-9 0,-3-4-11 0,3 2-10 16,-3-1-14-16,0 2-14 0,-3-2-14 0,0 3-9 15,1 0-8-15,-3 0-10 0,-1 1-10 0,-2 2-2 0,2 1-10 16,-4-1-6-16,-3 5-1 0,-2-1-8 16,-3 2 7-16,3 2-9 0,-8 3-2 0,3 3-4 15,0 2-3-15,0 3-5 0,2 1 0 0,0 1-3 16,3 4-6-16,-3-1 2 0,4 0-2 0,2 3-2 16,4-4-4-16,3 5 3 0,3-8 1 0,2-1 1 15,3 2-3-15,2-1-2 0,5 0 4 0,-2-2 1 16,5-1-3-16,3-3 3 0,0 0 9 0,5-2 1 15,-2-3 8-15,2 1 0 0,2-5 1 0,3-1 6 16,-4-2 10-16,1-2 9 0,1-1 3 0,-2-4 12 0,0 0-2 16,-2-3 6-16,0 3-1 0,-2-5 1 15,0 0-2-15,-1-3-3 0,2 0-7 0,-3-1-8 16,2-4-7-16,-4 1-2 0,-1 2 1 0,1-1 0 16,-2 2 3-16,-3 7 8 0,0-1 3 0,-1 0-6 15,-1 5 0-15,1-1-8 0,-1 2-8 0,-2 0-8 16,2 1-9-16,-2 1-19 0,-1 2-14 0,0 0-3 15,0 0 1-15,0 0 2 0,0 13 1 0,0-7-2 16,0 5 0-16,0-1 0 0,0 2 0 0,3 4 5 16,1 1 0-16,0-1 2 0,3 0 3 0,5 1 2 0,-1-3 1 15,4 2 0-15,2-3-29 0,6 1-40 16,-4-4-61-16,6 4-76 0,-5-9-108 0,2 0-200 16,-2-1-553-16,1-3 244 0</inkml:trace>
  <inkml:trace contextRef="#ctx0" brushRef="#br0" timeOffset="-199407.18">11013 13456 39 0,'0'0'266'0,"0"-5"-20"0,0 5-25 16,0 0-22-16,1-1-24 0,-1 1-23 0,0 0-14 15,0 0-16-15,0 0-8 0,0 0-19 0,0 0-9 16,-1 12-10-16,-2-3-9 0,2-1-6 0,-1 3-5 15,-2 0-7-15,0 4-6 0,-1 1-4 0,1 1-4 16,-2 0-3-16,1 0 2 0,-3 0-9 0,4 0-2 16,-4 1-1-16,2-3-9 0,0 2 5 0,-1-1-4 15,2-5 1-15,1-1 1 0,1 0-2 0,0-1-1 16,2-2-3-16,-1-2-1 0,0-1 0 0,0 1-2 16,2 1 6-16,0-6 17 0,-1 2 23 0,1-2 23 15,0 7 24-15,0-7 22 0,0 0-4 0,0 0-12 16,0 0-9-16,16-9-5 0,-7 3-19 0,6-4-4 15,-2-1-9-15,3 1-5 0,7-6 2 0,-1-1-8 16,1 2-10-16,0-1-2 0,-8 3-2 0,2 0-7 16,-2 1-2-16,1 1 1 0,-3-4-6 0,-2 10-3 15,-2-7 3-15,-1 6 13 0,0-1 7 0,-4 3 5 16,1-2-10-16,-1 0 0 0,0 4-1 0,-1-2-6 16,-1 1-8-16,2 1-5 0,-4 2-5 0,2-3-9 15,-2 3-11-15,3-3 0 0,-3 3-6 0,0 0 2 16,0 0-1-16,-20 7 1 0,9-2 3 0,-1 0 5 15,-4 3-5-15,0 0 1 0,-1 3 1 0,1-1 3 16,0-1 1-16,1 3 3 0,1-3-7 0,1-1 5 16,4 1 1-16,0-3 3 0,-1 0-11 0,6-1 2 15,0-1 17-15,-1 1-15 0,1-1 3 0,0-2 1 16,2 1 1-16,-1 1-1 0,3-4 3 0,3 6-4 16,-1-2 2-16,6 1 7 0,1-2 2 0,0 1-4 0,5 1-2 15,0 1 3-15,7 0-5 0,-2-1 6 16,-1 2-7-16,2 1-26 0,7 1-44 0,-2-2-50 15,-4 2-59-15,-1-4-73 0,2 3-331 0,-4-3-630 16,1-2 278-16</inkml:trace>
  <inkml:trace contextRef="#ctx0" brushRef="#br0" timeOffset="-198707.18">11708 13263 37 0,'4'-2'173'0,"4"0"-15"0,-2-2-10 0,3 3-5 0,3 1-20 15,-3-3-10-15,2 6-13 0,-1-3-6 0,2 4-8 16,-1-1-6-16,1 4-6 0,-2 1-5 16,0-1-6-16,0 7-4 0,-2-4 0 0,2 6-2 15,-2 2-2-15,-3-1-6 0,-1 2-4 0,-4 0-4 0,-3 1-4 16,2-2 0-16,-7 7-3 0,3-7-3 0,-5 1-1 16,1-3-4-16,-4 1-4 0,-1-1-1 0,0 1 6 15,0-3-5-15,1-3 1 0,-1 2 3 16,4-6 0-16,1 2 1 0,-1-3 1 0,6-2-2 0,-2-1 10 15,2 0 16-15,0 1 19 0,0-2 32 0,4-2 27 16,-1 3 19-16,1-3 12 0,0 0-20 0,0 0-10 16,10-9-21-16,-1 3-2 0,6-3-17 0,1-2-1 15,6-3-17-15,2-5-5 0,0 0-10 0,4-2-11 16,-1-1-11-16,1 0-2 0,2-3-4 0,-2 3-5 16,0-2-1-16,-4 3-12 0,-2 4 6 0,-7 4 2 15,-4 3-4-15,-1 2-1 0,-4 2 1 0,-1 1-1 16,0-1-5-16,0 3-10 0,-1 0-18 15,0 0-14-15,-4 3-1 0,0 0 5 0,0 0 3 0,-8 9 1 16,-1 0 0-16,3 0 2 0,-2 1 5 0,0 5 0 16,-2-1 0-16,4 2 0 0,0 0 8 0,2 0-3 15,2-1 6-15,2 4-2 0,4-2 3 0,4-4-21 16,7 2-26-16,5 2-38 0,5-1-54 0,-1-6-72 16,10-1-111-16,-3-1-172 0,4-4-540 0,0-4 240 15</inkml:trace>
  <inkml:trace contextRef="#ctx0" brushRef="#br0" timeOffset="-197955.17">12462 12876 217 0,'0'0'198'0,"4"-4"-19"16,-4 4-25-16,0 0-13 0,2-3-14 0,-2 3-17 16,0 0-14-16,0 0-8 0,2 12-10 0,0-6-11 15,-3 3 1-15,0 0-7 0,1 4-5 0,-4 3-3 16,0 4-10-16,-1-1 7 0,-1 8 0 0,1-1-3 16,-2 1-4-16,-2-2-5 0,3 2-3 0,-2-2-1 15,3 1-3-15,1-8-7 0,-1-1 1 0,-1 0-5 16,2 0 3-16,0-5-7 0,3-2 3 0,-2-2-6 15,2 0 1-15,0 0 3 0,-2-3 9 0,3-1 35 16,0-1 25-16,0-3 26 0,-1 6 26 0,1-6 21 16,0 5 30-16,0-5 9 0,0 0-19 0,0 0-14 15,0 0-16-15,17-14-13 0,-10 7-8 0,3 0-18 16,3-5-16-16,1-3-8 0,9 1 3 0,-4-6-22 16,-1 8-6-16,2-5-12 0,1-2-5 0,-7 4-1 15,0 0-3-15,-1 4-1 0,1-4-15 0,-1 5 5 16,-4 2-1-16,0 0-6 0,-3 0 2 0,-1 3-3 15,-1 1 2-15,1-1-8 0,-1 0-3 0,-1 3 0 16,-1-1 2-16,1-2-6 0,-3 5-2 0,2-5 2 16,-2 5-10-16,4-4 2 0,-4 4-16 0,0 0-8 0,0 0-5 15,3-1-3-15,-3 1-1 0,0 0 4 0,0 0 0 16,0 0 6-16,0 0 4 0,-21 9-6 16,14-3 8-16,0-3-2 0,-2 2 18 0,1-1-15 15,-3 4-2-15,5-1-2 0,-3-2 4 0,0 2 2 0,1-2 2 16,3-1 5-16,0-1-6 0,-2 2 0 0,1 0 2 15,2-1 3-15,0-1-6 0,2 0 2 16,-2 1 5-16,0 1-3 0,4 0 4 0,-2-1 1 16,0 2 15-16,1 0-18 0,1-2 3 0,5 7-5 0,-1-3 6 15,0 4 4-15,2-1 0 0,7 4 5 0,4 2-3 16,2 4-4-16,1-1 2 0,-1 0-5 16,3 1-52-16,-2 1-64 0,0 0-93 0,1-4-141 15,-1 0-257-15,-4-5-661 0,2-1 294 0</inkml:trace>
  <inkml:trace contextRef="#ctx0" brushRef="#br0" timeOffset="-196586.06">9358 14359 200 0,'0'-4'269'0,"3"-1"-12"15,-3 0-15-15,3 0-17 0,-1 0-15 0,-2 5-24 16,1-5-19-16,0 4-18 0,-1 1-21 0,0 0-13 15,0 0-12-15,0 0-13 0,0 0-9 0,-1 18-12 16,0-6-6-16,-4 3-9 0,1 2-5 0,2 3-7 16,-5 6-2-16,2-1-5 0,-3 1-4 0,1 0-4 15,0 0 1-15,1 3-6 0,-2-4 1 0,2 1-4 16,1-1-4-16,-3-8 1 0,4 0-3 0,-1 1-1 16,1-7 1-16,1 1-3 0,0-1-5 0,3-2 4 15,-4-2 1-15,2-3 1 0,0 2 0 0,2-2 11 16,-1-1 22-16,0 1 18 0,1-4 25 0,-2 3 21 15,2-3 22-15,0 0-3 0,0 0-18 0,0 0-12 16,12-10-4-16,-2 0-11 0,-1-2-10 16,4-2-7-16,6-4-8 0,0 0-4 0,0-4-6 0,3 2-1 15,0 1-6-15,-3-1-12 0,3 3 5 0,-6 4-7 16,4-4 2-16,-4 4-3 0,-2 1 0 0,0-2-4 16,-1 4-6-16,-4 0-2 0,0 3 3 0,-1-3-2 15,-2 8-2-15,-2-3 2 0,2 1 2 0,-3-1 12 16,0 2-15-16,0 1-7 0,0 0 0 0,-3 2 10 15,2-4-17-15,-2 4-4 0,4-1-3 0,-4 1-5 16,1-5-15-16,-1 5 12 0,0 0-11 0,0 0-2 16,0 0 3-16,0 0 6 0,-19 9 8 0,9-6-8 15,0 2 1-15,-3 0 8 0,3 1-4 0,-3 4 3 16,0-3 1-16,0-2-1 0,2 2-2 0,1 2-2 16,-2-2 6-16,3-2-1 0,2 4 5 0,-1-3-5 15,1 2 4-15,2-3-2 0,-1 0-3 0,3 2 5 16,0-4 0-16,0 4 0 0,2-4 3 0,-1 3-2 15,1-1 4-15,1 0 2 0,1 0 2 0,1 2-1 16,2-2-2-16,-1 2-1 0,5 0-1 0,-2 0 8 16,1 1-2-16,1 1-1 0,2-1-5 0,-1 1 8 0,4 2-3 15,-3-3 2-15,5 3-3 0,-1 0-16 16,-1 0-33-16,0 3-27 0,3-1-9 0,-4-1-49 16,-1 1-62-16,1-1-76 0,-3-2-317 0,-2 1-637 15,2-2 282-15</inkml:trace>
  <inkml:trace contextRef="#ctx0" brushRef="#br0" timeOffset="-196211.25">9964 14590 290 0,'-4'-3'284'16,"4"3"-12"-16,0-5-18 0,0 5-25 0,0-7-25 16,4 5-23-16,-4 2-22 0,4-3-14 0,5 1-14 15,-3 1-14-15,3-3-22 0,5-1-16 0,-4 4-32 16,5-1-32-16,2 1-33 0,-4 1-47 0,5-1-51 16,1 1-48-16,-5-1-193 0,0 2-386 0,0 0 170 15</inkml:trace>
  <inkml:trace contextRef="#ctx0" brushRef="#br0" timeOffset="-196029.78">10027 14717 39 0,'-3'2'205'15,"3"-2"-8"-15,-5 3-5 0,5-3-17 0,0 0-17 16,13 1-13-16,-1-1-17 0,5 0-9 0,5 0-22 0,-2 0-31 15,8-3-55-15,3 3-60 0,0 0-89 0,-2-1-87 16,-2 0-242-16,1-2 107 0</inkml:trace>
  <inkml:trace contextRef="#ctx0" brushRef="#br0" timeOffset="-195638.09">10572 14495 63 0,'0'0'266'0,"0"0"-15"0,-1-7-18 0,1 7-22 16,0 0-25-16,0-4-20 0,0 4-19 0,0 0-15 15,0 0-19-15,0 0-9 0,0 0-11 0,-13 7-11 0,7-3-9 16,-3 3-8-16,1 0-7 0,-6 5-8 0,1 2-3 15,-1 1-6-15,-1 5-1 0,2-4-3 0,1 0-1 16,1 1-7-16,1 0 0 0,1-2-5 16,3 0-2-16,2-2-2 0,0-1 21 0,4 0-1 0,1 0-5 15,3-2 26-15,4 1 15 0,2-5 11 0,4 6 1 16,5-8 6-16,8 1-2 0,2-4 0 16,2-3-1-16,1-2-3 0,-3-2-7 0,1-4 5 15,-3 1-27-15,-2-4 10 0,-2-2-13 0,-1-3-5 16,-5-2-10-16,-5 5 0 0,-1 0-23 0,-4-2-12 0,-2-1-12 15,-5 0-10-15,-5 1-16 0,0 0-19 0,-8 1-26 16,-8-2-24-16,-5 3-40 0,-5 4-45 0,-3 1-73 16,-2 4-265-16,-4 2-568 0,1 0 252 15</inkml:trace>
  <inkml:trace contextRef="#ctx0" brushRef="#br0" timeOffset="-194186.7">9652 12709 59 0,'0'0'254'0,"0"0"-11"16,0 0-19-16,0-6-14 0,0 6-12 0,0 0-16 15,3-6-18-15,-3 6-12 0,1-4-15 0,0 1-15 16,2 1-12-16,-2-2-10 0,-1 4-5 0,4-7-3 16,-3 3-2-16,3-1 4 0,-1-2 3 0,-1 2-5 15,2-4-3-15,-1 1-6 0,3-5-8 0,-3 2-14 16,3-1-4-16,-1-4-4 0,0 1-2 0,0 0 3 15,-1 0-10-15,0 1-3 0,1-1-1 0,-4-4-6 16,4 9 0-16,-1-2-4 0,-1 0-3 0,-2 2-2 16,-1 1 3-16,4-1-2 0,-4 3-1 0,0 0-2 15,0 2-3-15,1 1-5 0,2-1-7 0,-3 5-3 16,0-5-14-16,-3 2-7 0,3 3-4 0,0 0-1 16,-23 5 0-16,7 5 7 0,-9 0-2 0,-5 4 4 15,-1 2 2-15,-1 2 0 0,-10 6-2 0,10-2 0 16,-12 4 3-16,2 0 2 0,-4 4 1 0,3-4 0 15,-6 3-4-15,4-4 6 0,10-7 0 0,2 2 2 16,-1-5-1-16,5 2-1 0,1-5 2 0,11-4 1 16,-2-2 1-16,4 1 6 0,2-3-6 0,3 0 1 15,2 0 3-15,1-3 7 0,1 0 23 0,1 0 34 16,5-1 30-16,0 0 4 0,-9-5-15 0,8-2-10 16,1 0-8-16,2-5-9 0,5-2-5 0,-1-1-6 15,3-2-7-15,3 0 1 0,3-5-6 0,3 3-9 16,1-1 0-16,-6 3-9 0,1 4-1 0,4 2-6 0,-3-1 2 15,2 4 0-15,-2 0 5 0,2 2-19 16,1 4 0-16,-6 2 0 0,8 4-5 0,-2 2 2 16,7 4 1-16,2 4 6 0,-3 2-13 0,3 1 3 15,-2 1-3-15,-1 3 1 0,0-1-3 0,0-1 9 0,-1 0-1 16,-1-1 4-16,1 0 1 0,-8-5-7 16,2 1-17-16,-2-5-30 0,-6 2-15 0,1-5-20 15,-1 2-22-15,-1-3-19 0,-3 0-30 0,0-1-47 16,4-3-83-16,-4-2-255 0,2-2-587 0,2-1 259 15</inkml:trace>
  <inkml:trace contextRef="#ctx0" brushRef="#br0" timeOffset="-186421.4">14810 13221 76 0,'0'0'154'0,"0"0"-11"0,-4-4-15 0,4 4-8 16,0 0-10-16,0 0-7 0,0 0-8 0,0 0-10 15,0 0-9-15,-2-4-8 0,2 4-6 0,0 0-12 16,0 0 0-16,0 0-8 0,0 0 3 0,0 0-11 15,0 0-3-15,0 0-4 0,0 0 1 0,0 0-4 16,0 0-7-16,0 0 5 0,0 0-4 0,0 0-7 16,0 0 5-16,0 0 5 0,0 0-11 0,16 2 2 15,-11-4 4-15,2 2-8 0,0-1-1 0,-1-1 5 16,2 0-7-16,0-1 4 0,-1 3 3 0,0-1 2 16,0-2 1-16,2 0 7 0,-4 1 1 0,3-1 5 15,-3-1 7-15,3-1-1 0,-4 2 0 0,-1 0 1 16,1-1 3-16,0 1 6 0,0-1-4 0,-3 2-1 15,3-1-2-15,-4 3-2 0,0-5-4 0,0 5-3 16,-5-3-7-16,5 3-1 0,-13-2-3 0,1 0-2 16,-4 4 0-16,-4 0-3 0,-2 1-4 0,-6 2 1 15,-1 2-3-15,-2 2-1 0,-1 2 1 0,0 1-9 16,1 2 6-16,3 1-3 0,-1 1 1 0,3 1-2 16,3 0 1-16,0 1-1 0,3 5 1 0,2-3-3 15,5-3-2-15,4 0 5 0,0-3 1 0,5 3 0 16,2 2 0-16,4-2 1 0,6-2 2 0,1 1-1 15,10 2 2-15,8-1 0 0,5-3-1 0,17-2 3 16,4 3 0-16,3-8-2 0,6-1 2 0,0-2-1 0,2-4 1 16,0 0-2-16,-2-3-2 0,0-4-1 15,-2 0 2-15,-5-3 2 0,-1 1-4 0,-7-3-1 16,-9 2 2-16,-6-2 2 0,-1-3-3 0,-4-2 4 16,-3 0-4-16,-2 0 2 0,-7 1 5 0,-5 3 15 0,1-1 9 15,-4 2 13-15,-3 0-5 0,-3 0 0 0,-2 2-2 16,-2-2-5-16,-3 4-5 0,-1-1-3 15,-4 2-5-15,-1 0 0 0,-6 4-5 0,-2 0-5 16,-2 0 1-16,-4 4 1 0,4 2-5 0,-6 1 1 16,-1 4-5-16,7-2 1 0,4 0-4 0,-1 5-2 0,-4 2 4 15,7-1-2-15,0-2 3 0,3 4-4 0,2-2 3 16,3 3-1-16,3-5-1 0,1 3 1 0,4-1-1 16,0-1 2-16,5-2 0 0,3 3-1 15,1-4 4-15,4 3 0 0,3-5 2 0,2 1-1 0,1-3 2 16,0-3-2-16,3 1-3 0,-2-4 0 0,3 1 2 15,-2-5-3-15,-1-1 2 0,-3 1 1 0,4-3 6 16,-5-1 3-16,-3 0 3 0,1-2-2 16,-1-2-3-16,-6 6 3 0,2-3 6 0,-2 1 1 15,-2 1-1-15,-1 1 4 0,-2 0 0 0,1 4-1 0,-2-3-1 16,2 1-3-16,-3 2 8 0,2 0-14 0,-2 0-3 16,0 0-3-16,0 4-11 0,0-3-8 0,0 3-4 15,0 0-9-15,0 0-6 0,0 0-11 0,0 0-9 16,-14 7-5-16,13-2 0 0,-1 0-8 0,2 1 4 15,0 0 10-15,3 1 5 0,4 1 5 0,0 1 2 16,3-1 5-16,7 0-1 0,0 2-5 0,4-2-3 16,0-3-10-16,6 4 6 0,1-3-3 0,2-5 4 15,-2 3 1-15,-1-7 8 0,-4 2 1 0,4-3 3 16,-9 2 6-16,1-3 12 0,-1-2 19 0,0-1 5 16,-4-1 19-16,0-2 17 0,-2 0 12 0,-2 1 7 15,-1 1 10-15,-2-1 8 0,1 2 16 0,-2-3 3 16,0 4 1-16,1-1-9 0,-5 3 5 0,1-2-11 15,0 4-7-15,-2-1-6 0,3 1-13 0,-3 0-9 16,3 1-2-16,-4 2-11 0,0-6-21 0,0 6-2 16,0 0-37-16,0 0-5 0,0 0 3 0,0 0 2 15,0 0-1-15,0 14 1 0,-4-5 3 0,1 1 3 16,0 2 8-16,-3 3-6 0,0 2 2 0,-1-3 0 16,-1 3 3-16,2-1-4 0,-1 1 14 0,3-6-8 15,2 0-2-15,-1-3 5 0,1-1-2 0,-1-1 4 16,2 0 1-16,1-3-1 0,-2 2 23 0,2-5 20 15,0 0 3-15,6 2-6 0,-6-2-3 0,16-9-7 16,-2-1-1-16,3 0-3 0,6-4-3 0,-5-2 1 16,1 4-3-16,0-6-4 0,2 0-4 0,-7 7 0 15,0-1-5-15,0 2-1 0,-4 5 5 0,-2-2-3 16,1 1-4-16,-4 2-1 0,1 0-2 0,-1 1-8 16,-1 3 0-16,-4 0-5 0,12 3-6 0,-6 3-4 15,1 2-4-15,0 4 0 0,1 2-5 0,2 3-28 16,-1 6-26-16,1-5-47 0,-2 7-50 0,1-1-50 15,-4-4-309-15,1-2-582 0,2-2 258 0</inkml:trace>
  <inkml:trace contextRef="#ctx0" brushRef="#br0" timeOffset="-185094.38">17319 13409 126 0,'0'0'144'16,"0"0"-2"-16,0 0-7 0,0 0-8 0,0 0-4 16,0 0-8-16,0 0-11 0,-3-4 3 0,3 4 0 15,0 0-7-15,0 0-9 0,8-9-2 0,1 2-9 16,-1 1-6-16,2-5-8 0,4-1 5 0,-1-2-1 15,7-6 7-15,-2-1 3 0,0-4 3 0,-1-1-12 16,0 0-7-16,2-2 3 0,-2-1-1 0,1-3-7 16,0 1-7-16,-1-2-3 0,-2 2-3 0,2 1-5 15,-2 0-2-15,-3 1-5 0,-2 1-5 0,-2 5-1 16,-2 5 10-16,-2 1 3 0,0 5-4 0,-2 2 0 16,2-2-6-16,-2 5-1 0,1 1-7 0,-2 2-1 15,1-3-5-15,-2 4-28 0,1-1-26 0,-1 4-6 16,0 0-2-16,0 0 6 0,-10 14 9 0,1-2-9 15,0 5 7-15,-5 7 6 0,-2 3-1 0,0 4 7 16,-1 13-1-16,-1 0 7 0,9-8-2 0,3 0 2 16,-3-3 0-16,5-3 6 0,4 0 0 0,3-2 2 15,0-4 1-15,4-4 2 0,-2-6-1 0,0-2 5 16,0 1 6-16,4-6 8 0,0 2 11 0,-1-6 13 16,2 1 14-16,-1-1 12 0,0-5 5 0,3 0-1 15,-2-2 3-15,0-3-2 0,-1 0-6 0,0-5-5 16,0 5-5-16,-3-5 0 0,6 0-8 0,-7 0 4 15,-1 0-10-15,-1 2-6 0,0-2-6 0,-2 0 0 16,-1 6-6-16,2-2-1 0,-2 2-7 0,0-1-14 16,-2 2-14-16,2 0-20 0,-2 3-26 0,2 2-22 15,-5-3-24-15,5 3-16 0,-9 1-27 0,9-1-20 16,-8 6-30-16,8-6-22 0,-1 6-182 0,1 0-436 16,2-1 193-16</inkml:trace>
  <inkml:trace contextRef="#ctx0" brushRef="#br0" timeOffset="-184677.26">17875 13285 19 0,'0'0'234'0,"0"0"-14"16,0 0-8-16,0 0-20 0,0 0-18 0,13-5-16 0,-8 5-17 16,6-5-17-16,1-2-8 0,8 0-17 0,7-3-6 15,1 1-8-15,2-3-12 0,-1-1-9 0,3-3-5 16,0 1-5-16,1-4-8 0,-1 0-4 15,-1 1 2-15,-3-1-6 0,-3-1-4 0,-1 0 2 16,-3 2 3-16,-7 4 2 0,-1 1 2 0,-6 1 6 0,0 4 4 16,-2-1-3-16,-4 1-4 0,1 1-5 0,-4 3-7 15,-1 1-5-15,-5-1-7 0,-3 1 0 0,-9 3-2 16,0 4 0-16,-11 1-6 0,-1 3-3 16,-1 4-2-16,6 0-8 0,-1 3 3 0,3 4 0 0,2-4-3 15,4 3 2-15,6-1-5 0,-3 4 2 0,10-3-1 16,2 0 9-16,4 1-4 0,7-1 2 0,6 3 2 15,9 0 0-15,5-4 2 0,5-2-1 0,15 1 0 16,7-4-1-16,-2-4 1 0,1-3 2 16,3-2-4-16,-1-3 3 0,0 0-1 0,-4-5 4 0,-13 3 6 15,-5-1-3-15,-2 1 0 0,-11-2 11 0,-3 0 6 16,-4 2 9-16,0-1 5 0,-5 3-3 0,-2-2-3 16,3 1-6-16,-4 0-6 0,-1 0-9 15,-4 1-23-15,4-4-29 0,-4 4-38 0,0 0-37 0,-13-3-44 16,4 1-59-16,0 4-263 0,-1-2-512 0,0-2 227 15</inkml:trace>
  <inkml:trace contextRef="#ctx0" brushRef="#br0" timeOffset="-183627.54">20257 12926 25 0,'0'-4'221'0,"-1"-1"-16"0,-1 1-24 0,1-1-21 15,-1 2-14-15,-2-1-15 0,4 4-12 0,-12-2-14 0,2 1-13 16,-3 3-8-16,-6 3-11 0,1 1-8 16,-9 3-8-16,-1 3-3 0,0-1-8 0,0 2-3 15,1 2-9-15,4-2-4 0,0 3-2 0,0-1-2 16,8-2-3-16,-1-2-3 0,3 4-1 0,2-2-2 0,2 0-3 15,4-1 6-15,-2-3-2 0,5 1-2 16,2-3-4-16,2 1 4 0,0-4 6 0,4 3 7 16,3-4 7-16,4 0 9 0,9-4 10 0,-3-1 3 15,2-3 3-15,0 0-1 0,1-2 2 0,3-5 3 16,-8 2 0-16,2 1-3 0,-1-4-5 0,-3 5-2 16,1 0-1-16,-5 3 11 0,-2-2-9 0,0 2-6 15,0 0-1-15,-1 2-5 0,-3-1 6 0,0 2-22 16,-1 1-1-16,-4 1-8 0,9-2-8 0,-4 2 0 0,-5 0-2 15,13 4-7-15,-3-1-8 0,0 2-15 0,-1 0-18 16,8 3-22-16,-3-1-30 0,1 3-28 16,2-3-39-16,-1-1-34 0,-2 2-245 0,4-3-474 15,-6 2 211-15</inkml:trace>
  <inkml:trace contextRef="#ctx0" brushRef="#br0" timeOffset="-183228.4">20642 12869 84 0,'1'-5'211'0,"-1"5"-21"0,0 0-18 0,1-5-21 15,-1 5-20-15,0 0-11 0,0 0-16 0,0 0-7 16,0 0-11-16,0 0-7 0,-11 11-11 0,2-5-4 15,1 2-10-15,-2 1 4 0,-4-1-14 0,-2 3-4 16,1-1-1-16,0 2-3 0,-2 0-8 0,4 0 2 16,-2-2-10-16,2 2-1 0,3-3 1 0,0 0 0 15,1 0-9-15,2-1 0 0,1 0 2 0,1 0 0 16,0 2-2-16,5-3 0 0,1-1-2 0,3 0 4 16,5 1-1-16,1-2-2 0,8 3 3 0,0-1-3 15,9-1-4-15,-6-2 0 0,0 0 0 0,-1 1-1 16,2-1 1-16,-4-1-1 0,-3 0 1 0,-3-1-3 15,-1-2 0-15,-2 4-6 0,-2-3-10 0,-2 1 9 0,-5-2 2 16,2 1-3-16,-2-1 1 0,0 0-7 16,-19 4-7-16,1-1-18 0,0 1-9 0,-1-2-22 15,-1-1-13-15,-1 1-26 0,0-2-55 0,0 0-105 16,2 0-288-16,0 1 128 0</inkml:trace>
  <inkml:trace contextRef="#ctx0" brushRef="#br0" timeOffset="-182775.17">21106 12842 8 0,'0'0'195'0,"0"0"-20"0,1-5-14 15,-1 5-16-15,0 0-23 0,0 0-2 0,0 0-25 16,0 0-4-16,-16 6-7 0,10-4-10 0,-4 3-4 16,1 2-5-16,-6 0-12 0,3 1-8 0,-5 1-2 15,2 1-3-15,-3-1-1 0,4 2-7 0,1 0-3 16,-1 0-6-16,4 0 2 0,-1 0-5 0,4-3-6 15,1 4 3-15,2-2-6 0,0 2-6 0,3-2 8 16,1 0 0-16,4 2-4 0,2 0 2 0,3 2 0 16,4-1-1-16,1-1 2 0,4-1 2 0,1-1-6 15,0 0 9-15,5 2-8 0,-6-5-6 0,0 2 6 16,2-1 2-16,-5 0-3 0,-3-4-9 0,-3-1 7 16,-1 1-6-16,-2-1 0 0,1 0-5 0,-2-1 1 15,-4 2 0-15,-1-1-2 0,0-3 7 0,-10 6-2 16,0-2-1-16,-6-1 2 0,-5 1-2 0,-9 1-21 15,2-3-16-15,-4 1-28 0,4-1-34 0,-1-2-61 16,-1 0-97-16,9-2-279 0,3 4 124 0</inkml:trace>
  <inkml:trace contextRef="#ctx0" brushRef="#br0" timeOffset="-181725.51">21436 12901 70 0,'0'0'259'0,"0"-5"-16"0,0 5-16 16,0 0-21-16,0 0-23 0,0-5-19 0,0 5-22 15,0 0-15-15,0 0-8 0,3-3-19 0,-3 3-12 0,0 0-9 16,0 0-8-16,0 0-12 0,0 15-3 16,-3-10-8-16,2 5-3 0,1-1-6 0,-2 3-2 15,0 0-6-15,-2 0-2 0,3 5 1 0,-1-2-7 16,2 1-2-16,-2 1 0 0,2-4-4 0,2 1 2 0,0-3-5 16,-2-1 1-16,1-2 2 0,3 2 0 0,-2-3-1 15,0 0 1-15,3-4 2 0,-1 2 22 16,2-5 17-16,2 0 12 0,0 0 2 0,2-5 2 15,0 0 0-15,3-1 0 0,2-5-8 0,-2 0-6 0,2 0 2 16,0-1-5-16,-2 1 8 0,0-2-7 0,3-1-18 16,-5 3 0-16,3-2-7 0,-5 4-5 0,0 1 3 15,-2 0 3-15,-1 1 4 0,-1 5-6 16,-3-3-2-16,2 1-7 0,0 1-2 0,0 0-8 0,-4 3-7 16,5-2-12-16,-2 1-16 0,-3 1-6 0,0 0 1 15,0 0 3-15,10 5 14 0,-9 0-10 0,4 2-6 16,2 0-8-16,-1 3-9 0,1-1-7 15,3 1-18-15,-1 2-14 0,2-1-13 0,2 1-5 0,-3-2-6 16,4 0-9-16,-4-4-2 0,2 2-7 0,3-1 8 16,-4-5 8-16,1 4 16 0,-1-5 3 0,0-1 10 15,0-3 14-15,1 2 5 0,-3-6 13 0,4 0 13 16,-3-1 25-16,-1-2 23 0,4-1 18 0,-4 2 15 16,5-5 12-16,-4 2 11 0,0-3 7 0,2 4 11 15,-5 0 4-15,1 1 0 0,0 2 5 0,-1-1-2 16,-3 3-2-16,1 1-6 0,-2 0-11 0,1 3-8 15,-2-2-7-15,2 1-6 0,-3 0-6 0,-1 3-12 16,5-4-5-16,-5 4-15 0,4-1-9 0,-4 1 2 16,0 0-3-16,5 8 1 0,-5-3-3 0,0 3-1 15,2-2-2-15,-2 4-2 0,-2 0 3 0,2 2-1 16,-1 1-3-16,-3 2 3 0,2 0 5 0,0 2-1 16,0-4-2-16,-1-2-1 0,2-1 3 0,-1-2-2 15,2-1 0-15,2-3 12 0,-4 2-14 0,0-1 5 16,2-5 1-16,0 4 18 0,0-4 24 0,0 5 19 15,0-5-16-15,0 0-5 0,14-10-9 0,-9 6-2 16,3-3 9-16,1 1-17 0,1-1-2 0,-1 0-5 16,5-3-3-16,3-2-2 0,-3 2 3 0,0 2-6 15,-4-1-6-15,2 1 8 0,-1 1-6 0,-2 0 12 16,1 0-16-16,-2 0-6 0,-2 4 5 0,-2 1-4 16,2 0-2-16,-2 1-1 0,-4 1-9 0,7-3-4 0,-7 3 5 15,0 0-3-15,10 6-3 0,-7-2 8 0,-1 2-3 16,3 1-1-16,-2 0 1 0,-1 2-2 15,2 3 6-15,-4-1 5 0,1 1-4 0,1 2 0 16,0-2-2-16,0-1-1 0,-2 1 0 0,0-1-8 0,2-1 6 16,-2-4-1-16,0 0 13 0,0-1-7 0,1 1 18 15,-1-2-1-15,0-4 31 0,3 4 30 16,-3-4-3-16,0 0-4 0,0 0-8 0,14-8-4 16,-8 0-11-16,2 2 3 0,-3-2-11 0,4 0-1 0,0-1-2 15,0 1-17-15,6-5 3 0,-6 5 9 0,-1-2-5 16,3 2-5-16,0 1-3 0,-2-2 3 0,1 3-5 15,-1-1-9-15,1 0-11 0,0 2-3 16,0 0-24-16,0 0-20 0,1 2-17 0,-1 1-21 0,4 2-21 16,0 0-19-16,3 0-24 0,-6 4-27 0,6 2-33 15,0-1-35-15,-5-2-63 0,0 1-175 0,-1 1-529 16,0 0 234-16</inkml:trace>
  <inkml:trace contextRef="#ctx0" brushRef="#br0" timeOffset="-181010.92">22698 13072 130 0,'0'0'221'16,"0"0"-4"-16,0 0 0 0,0 0-3 0,0 0-6 16,0 0-7-16,0 0-16 0,0 0-15 0,0 0-22 15,0 0-17-15,0 0-11 0,7-10-10 0,2 3-12 16,1 5-15-16,3-1-8 0,6-1-9 0,-2-3-11 16,2 1-4-16,3 1-11 0,-3-1-1 0,8-2-6 15,-7 1-2-15,0 0-2 0,-1 0-6 0,1 1-3 16,-6-1-1-16,0 2-3 0,-1 1 0 0,-4-3-1 15,-4 4 2-15,4 0-5 0,-4 0 4 0,0-1 3 16,-1 0-5-16,-1 1-2 0,-3 3-2 0,0-3-1 16,0 3-2-16,0 0-5 0,-12-7 0 0,6 7-1 15,-6 0-1-15,2 3 0 0,-3-3 3 0,-1 2-2 16,-4 1-4-16,4-2 2 0,1 5 1 0,1 0-2 16,0-1-3-16,2 1 6 0,0 1-8 0,3 0-1 0,3 3 1 15,3 0 12-15,5 1-7 0,6 1 3 0,8 1 2 16,10 4-1-16,4-3-8 0,14 6-16 15,4-7-12-15,4 1-11 0,3-2-7 0,3-3-3 16,2-1-4-16,0-3-1 0,2-1 1 0,1-2 8 16,-3-2 4-16,-4-4 2 0,-4-2 8 0,-17 0 7 0,-2-2 0 15,-5-4 3-15,-5 0 13 0,-9 0 6 16,-2 0 19-16,-5 2 0 0,-4-2 13 0,-2 0-3 16,-3 0-4-16,-4 2-3 0,-2-2-3 0,-6-2 3 15,-4 4-1-15,-9-2-3 0,1 2-2 0,-2 0-2 0,-3 3-2 16,-2 6 3-16,2-2-1 0,-2 5-4 0,2-1-1 15,7 0 2-15,1 4-2 0,1 2 0 0,1 1-4 16,4-2 6-16,-2 4-5 0,8 0 4 16,3-2-2-16,-2 1 1 0,7 3 1 0,1 0-4 15,4-4 1-15,3 7 4 0,5-1-5 0,1-5-2 0,5 3-4 16,-1-4-4-16,4-1-6 0,-1-2-9 0,3-3 2 16,-3 1-3-16,1-6 1 0,1 1 8 0,-4-3 1 15,0 0-2-15,-3-5 3 0,-1-2 0 16,0-2 9-16,-2-1 3 0,-3 1 4 0,-2-3 12 0,2-2 6 15,-2-6 3-15,-4 0 12 0,-3-1 9 0,3 0 6 16,-3-1 8-16,-1-2 4 0,1 0 5 0,1-2 4 16,0-1 6-16,-1 1 8 0,2 2 5 0,-1 5 8 15,0 4-4-15,-1 2 2 0,1 7 3 0,-1-3 0 16,2 6-11-16,-2 1-9 0,0 1-13 0,1 0-13 16,-1 3-32-16,0 3-37 0,1-4-16 0,-1 4-1 15,-1 13 2-15,0 3 5 0,-2 8 0 0,-1 9 5 16,0 1 4-16,2 13 3 0,-3 3 3 0,3-2 2 15,2 1 2-15,0 2 1 0,6-2-15 0,-3-4-46 16,0-8-63-16,0-3-54 0,-2-3-322 0,3-2-552 16,3-11 245-16</inkml:trace>
  <inkml:trace contextRef="#ctx0" brushRef="#br0" timeOffset="-179728.34">25292 12711 163 0,'-2'-2'202'0,"-4"-2"-20"0,6 4-26 0,-19 2-10 0,6 0-17 16,-6 4-18-16,-8 3-9 0,0 0-14 0,0 4-6 15,3-1-7-15,-3 2-12 0,4 3-4 0,-1-2-13 16,5 2-1-16,3-4-6 0,2 1 0 0,2 2-4 16,0-1-1-16,6-3-7 0,-2 0-3 0,7 0-2 15,-2-1 5-15,3 2 4 0,2-5 7 0,0-1 7 16,3 0 17-16,0-2 20 0,2 0 9 0,3-1 9 15,0-4 11-15,2 1 0 0,2-2 2 0,-2-2-6 16,1-1 1-16,6-3-5 0,-1 2-1 0,-2-2-14 16,0 0-5-16,2-1-7 0,-3 0-10 0,-3 3 6 15,3-3-20-15,-1 3 0 0,-6 1-10 0,5-1-5 16,-4 2-5-16,0 0-4 0,-1 1-5 0,-1 0-7 16,-2 1 0-16,3 0-2 0,-1 3-6 0,2 0-1 15,0 0-2-15,0 3-3 0,0 0-1 0,-2 0 0 16,0 2 1-16,2 0 3 0,0 3-5 0,0-3-1 15,-4 1 4-15,5 1-5 0,-3-4-1 0,-2 2 0 16,-1 0 9-16,1-2-9 0,-1-3 4 0,1 3-4 16,-3-2 6-16,2 0-1 0,-1-1 5 0,1 0 17 15,-4-2 25-15,5 3 12 0,-5-3 10 0,0 0-1 16,15-5 18-16,-5 0-9 0,-1-1-9 0,4-1-2 16,1-4 5-16,3 1-12 0,-3 0-7 0,2 1-6 15,0-3 2-15,1 0-2 0,-1 3-1 0,-1-1 0 16,-1 0-5-16,-2 4-5 0,-6-1-2 0,2 2-4 15,-3 3-6-15,0-1-7 0,1 1-1 0,-2-1-23 0,0 2-22 16,-4 1-28-16,7 0 8 0,-7 0-5 16,6 6-5-16,-3-3-12 0,1 3-17 0,-1 0-17 15,1 4-25-15,-2-3-41 0,1 1-45 0,-2 3-64 16,-1-5-346-16,4 2-675 0,1-2 299 0</inkml:trace>
  <inkml:trace contextRef="#ctx0" brushRef="#br0" timeOffset="-178957.47">27337 12625 101 0,'4'-4'192'0,"1"-1"-2"15,-2 2-12-15,1-2-20 0,-2 2-16 0,2 3-6 16,-1-4-11-16,-3 4-13 0,5-3-10 0,-5 3-12 16,0 0-13-16,1-5-9 0,-1 5-13 0,0 0-2 15,0 0-8-15,0 0-6 0,0 0-1 16,-14 12-2-16,4-7-10 0,-7 6 1 0,0-2-5 0,-2 3-2 15,0 0 4-15,-4-1-4 0,0 2-3 0,5-2 4 16,4 0-7-16,-5 1-1 0,5 0-4 0,0-2-8 16,0 2 6-16,5 0 3 0,0-2 1 0,5-1-5 15,0 3 5-15,4 0-2 0,4 0-2 0,5 3-1 16,5-3 6-16,8 3-4 0,0-1-2 0,2-1 2 16,1-1-2-16,0-1-1 0,-7 0 0 0,3-5 2 15,-3 4-4-15,0-3 4 0,-5-2-1 0,-4 1-5 16,0-2 3-16,-3 0-2 0,2-1-3 0,-2 0-1 15,-3-2 2-15,-1 0 2 0,0 4 2 0,-2-5 1 16,-8 5-2-16,-1-1 1 0,-5 0 1 0,-6-1-1 16,-1 0-5-16,-6 0 3 0,-3 1 2 0,0-4 1 15,0 0-3-15,0 0 1 0,-2 0-1 0,4 0-2 16,5 0 3-16,0-3-14 0,5 3-23 0,-1-1-25 16,5 0-27-16,4-1-48 0,3 0-203 0,5-2-364 15,3 0 162-15</inkml:trace>
  <inkml:trace contextRef="#ctx0" brushRef="#br0" timeOffset="-178560.32">27866 12746 60 0,'-3'-2'227'0,"-1"-3"-27"15,0 4-15-15,-2-1-24 0,6 2-16 0,-11 1-12 0,11-1-26 16,-11 4-6-16,1 1-7 0,-1 0-9 0,1 2-15 16,-4 7-3-16,1-4-10 0,2 1-1 15,-1 2-4-15,2 3-9 0,-3-3-7 0,10-1-1 16,-3 0-5-16,2-2 0 0,3 0-3 0,1 2 2 0,4-3-7 16,-3 0 2-16,5 2 3 0,1-5 12 0,3 2 11 15,2-3-1-15,-2-1 3 0,4-1 8 16,5 1 2-16,-6-3 4 0,0-1 10 0,0-2 0 15,-1-3 11-15,2 3-6 0,-1-6 1 0,-4 3 6 16,1-2-8-16,-1-2-14 0,-1 0-5 0,0-1-4 0,-1-1-7 16,-3-5-4-16,0 5-8 0,-4-6-11 0,-3 3-8 15,-2-2-8-15,0 3-6 0,0 4-8 0,-4-3-7 16,2 3-2-16,-4 1-11 0,1-1-10 16,-1 3-15-16,0 1-21 0,-3 1-31 0,3 2-17 0,-2 2-27 15,4 0-34-15,3 1-16 0,-1 2-223 0,1-2-452 16,5 3 200-16</inkml:trace>
  <inkml:trace contextRef="#ctx0" brushRef="#br0" timeOffset="-178194.36">28197 12487 317 0,'4'-12'319'0,"-4"7"-20"0,3-5-18 16,-3 5-22-16,1 0-32 0,0 1-23 0,-1-1-22 15,0 5-27-15,3-3-42 0,-3 3-31 0,0 0-19 16,0 0-4-16,0 0-9 0,0 12-5 0,-3 0-7 16,1 6 2-16,-2 8-2 0,-4 3-13 0,-1 2 7 15,4 2-5-15,-4-1-5 0,4 5 1 0,1-5-5 16,-5 0 3-16,6-4 6 0,0 1-13 0,3-7 0 15,0 0-1-15,1-5-2 0,-2-1 0 0,2-3-2 16,1-4 0-16,-4 1-1 0,4 0 1 0,-2-6-1 16,2 1 11-16,-2-1 46 0,0-3 3 0,0-1 17 15,0 5 15-15,0-5-4 0,1 6-9 0,-1-6-7 16,0 0-19-16,0 0-30 0,0 0-21 0,0 0-23 16,0 0-35-16,13-8-33 0,-13 8-36 0,4-5-61 15,-3 0-68-15,-1 1-270 0,4-2-558 0,-4 4 248 16</inkml:trace>
  <inkml:trace contextRef="#ctx0" brushRef="#br0" timeOffset="-177509.06">28417 12767 313 0,'3'-4'367'16,"-2"0"-32"-16,-1 4-34 0,1-4-30 0,-1 4-40 15,0 0-25-15,3-2-42 0,-3 2-22 0,0 0-14 16,0 0-14-16,0 12-13 0,-3-5-9 0,3 4-11 0,0-1-8 16,-1 3-5-16,-3 4-8 0,4-3-6 0,0-3-5 15,0 2-8-15,0-2 4 0,0 1-7 16,3 0 1-16,-2-4-5 0,0-1-3 0,-1-1-2 16,3-1 0-16,-2 0-3 0,4-2 9 0,0 0-5 15,3-4 4-15,-8 1 11 0,19-6 3 0,-6 2-1 16,-1-1-1-16,4-4 1 0,2 0-4 0,-3-2-3 15,4-1-4-15,-4 0-8 0,6-5 1 0,-8 2-4 16,2 1-3-16,2 0 6 0,-4 1-3 0,-7 1-10 16,3 5 10-16,1 0 5 0,-5 1-2 0,1 2-9 15,-3-1 1-15,1 1-12 0,-1 1-3 0,1 1-16 16,-4 2-14-16,5-2-1 0,-5 2-2 0,0 0 5 16,7 7 2-16,-4-2 0 0,-1 2 2 0,2-2 2 15,1 4-3-15,-1 1 0 0,3 0 6 0,-1-1-3 16,2 4 1-16,-1-4 2 0,2 0-3 0,2-2 2 0,-2 1 1 15,4 1-5-15,-4-3 10 0,3-2-10 16,-2 0 1-16,0-2 4 0,4-2 0 0,-2 0 0 16,-2-1 6-16,2-3 0 0,-1 1 0 0,-2-5-1 15,1-1 0-15,-1 1 6 0,2-5-1 0,0-2 6 0,-3 1 3 16,1-3 3-16,-2 0-5 0,5-8 2 16,-4 2 1-16,4-2 3 0,-7-4-1 0,4 2-5 15,0-2 3-15,-4 3 1 0,3-3-3 0,-3 2 5 16,-1 8-1-16,-3 2 15 0,3 1 5 0,-3 0-3 0,2 4 4 15,-2 5-4-15,-1 1-11 0,3 0 1 0,-3-1-2 16,1 4-34-16,-1 3-27 0,0 0 7 0,0 0 0 16,0 0 4-16,-9 18 3 0,0-4 4 0,1 4 1 15,-2 10 4-15,0 2 0 0,-3 1 3 16,1 2 1-16,0 1-2 0,-3-3 6 0,4 1 0 0,2-3 6 16,-1 0-1-16,4-3 3 0,3-1-2 0,-1-6 2 15,2 0 3-15,-1-4 2 0,1-5 1 0,2 0 3 16,-2 1 1-16,2-4-1 0,0-1-8 0,2 1-4 15,-1-3-11-15,-2 1-8 0,1-2-8 0,-4 1-5 16,4-4-21-16,-2 4-56 0,2-4-49 0,0 0-67 16,0 0-219-16,0 0-494 0,-3-13 218 0</inkml:trace>
  <inkml:trace contextRef="#ctx0" brushRef="#br0" timeOffset="-177319.51">28803 12741 33 0,'0'0'299'16,"0"0"-9"-16,0 0-4 0,-8-2-8 0,8 2-22 15,0 0-28-15,0 0-23 0,0 0-17 0,17-2-21 16,-2 1-16-16,3-1-14 0,12 1-20 0,0 0-32 16,1-1-37-16,1 2-32 0,3-2-47 0,-4 0-46 15,4 0-48-15,-3-2-61 0,-13 1-209 0,1 0-427 16,-1 1 190-16</inkml:trace>
  <inkml:trace contextRef="#ctx0" brushRef="#br0" timeOffset="-176980.45">29372 12700 348 0,'0'0'336'0,"1"-3"-14"15,-1 0-25-15,0 3-24 0,4-4-28 0,-4 4-19 16,1-4-23-16,-1 4-28 0,0 0-18 0,1-3-25 0,-1 3-10 16,0 0-14-16,0 0-18 0,0 0-22 15,0 0-11-15,0 0-6 0,4 11-7 0,-5-7-9 16,1 1-2-16,-1 6-10 0,-1-4-4 0,1 4 1 15,0 1-1-15,-2-1-7 0,1 6 3 0,0-2 2 0,-3-5-4 16,3 3-9-16,-1-2-21 0,1 0-17 16,-1 0-16-16,2-4-13 0,0 2-17 0,-1-3-4 15,0-1-5-15,2 1 4 0,-3-3 7 0,3 0 6 16,0-3-1-16,0 0-38 0,0 0-327 0,0 0-475 0,-9-16 210 16</inkml:trace>
  <inkml:trace contextRef="#ctx0" brushRef="#br0" timeOffset="-176822.8">29346 12501 127 0,'0'-10'278'0,"0"3"-16"0,0-1-17 0,0 4-23 15,0 0-25-15,1-2-18 0,-1 2-18 0,0 4-42 16,3-3-27-16,-3 3-20 0,0 0-23 16,0 0-28-16,14 5-30 0,-8-1-41 0,-1 3-32 0,1-2-84 15,-1 3-121-15,0-3-310 0,1 0 138 0</inkml:trace>
  <inkml:trace contextRef="#ctx0" brushRef="#br0" timeOffset="-176339.9">29830 12609 37 0,'0'0'214'0,"0"0"-21"0,0-6-21 0,0 6-20 16,0 0-11-16,0 0-16 0,0 0-11 0,4-2-18 16,-4 2-9-16,0 0-10 0,0 0-5 0,0 0-11 15,0 0-2-15,-16 8-7 0,9-2-5 0,0 0-4 16,-2-2-4-16,-3 4-7 0,3 0-3 0,-5 2-2 15,0 0-1-15,0 1-4 0,1 1-5 0,4-2 0 16,-5 0-1-16,5 2-7 0,0 0 5 0,3-3 0 16,2 2 2-16,0-1-6 0,1-1-2 0,1-1 4 15,4 4 4-15,1-5 5 0,-1 0 17 16,4 1 9-16,4-3 6 0,0 2 2 0,4-3-1 0,3-1 2 16,2-1 1-16,1-2 4 0,-1 0 2 0,0-3 4 15,-3-1 11-15,1-1-6 0,-4 0-1 0,-1-2 2 16,-1-1 5-16,0 2-5 0,-2-4-6 0,0 0-10 15,0-4-8-15,-1 0-2 0,-1 0-9 0,-4 1-6 16,-2 3-1-16,-1-2-6 0,0 0-9 0,-5 1-8 16,-1-1-7-16,-2 3-9 0,-1 0-15 0,0 0-7 15,-5 1-10-15,-1 4-11 0,-4-4-16 0,0 4-23 16,1 3-17-16,-2-2-17 0,1 3-29 0,1 3-41 16,3-2-235-16,2 2-463 0,4 0 206 0</inkml:trace>
  <inkml:trace contextRef="#ctx0" brushRef="#br0" timeOffset="-175825.84">30103 12621 200 0,'0'0'270'0,"2"-4"2"16,-2 4-23-16,0 0-21 0,0 0-16 0,0 0-28 16,0 0-17-16,0 0-17 0,0 0-19 15,3-4-13-15,-3 4-15 0,0 0-15 0,0 0-14 16,0 0-3-16,0 0-8 0,0 0-8 0,-3 14-7 0,-1-7 0 15,2 1-8-15,-2 1-5 0,0 1-3 0,0 4-4 16,-1-3-3-16,-1 1 1 0,2 4-5 16,-4-1 0-16,6-5-1 0,-1 0-3 0,1-4-1 15,0 2 1-15,2-1 0 0,-3-2 0 0,1-1 2 16,2 0 0-16,-1 0 32 0,1-4 39 0,-1 4 28 0,1-4 11 16,0 0-44-16,0 0 18 0,0 0-8 0,15-7-5 15,-7 3-13-15,1-1-7 0,0 0-5 16,1-2-6-16,1 2-8 0,0-2 0 0,1 2-9 15,-3-2-6-15,0 2-16 0,1 0 1 0,-3 2 9 0,-1-2-1 16,-1 3-1-16,-1-1 4 0,1 1-24 16,-5 2-2-16,9 0-3 0,-4 0-3 0,0 1-5 15,1 1-6-15,1 3 1 0,1 1-4 0,1-1-5 16,-1 3-10-16,2 1-2 0,-1-1-35 0,2 6-28 16,2-4-29-16,-5 0-30 0,-1 2-40 0,3-5-54 0,-2 3-86 15,-5-5-194-15,3-1-572 0,-1 0 254 0</inkml:trace>
  <inkml:trace contextRef="#ctx0" brushRef="#br0" timeOffset="-175628.67">30641 12839 334 0,'0'0'436'15,"0"0"-34"-15,0 0-40 0,0 0-39 0,0 0-34 16,0 0-40-16,0 0-73 0,0 0-80 0,0 0-94 16,0 0-109-16,0 0-320 0,0 0-464 0,0 0 206 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5:34:37.40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2789 3055 124 0,'0'0'181'0,"0"0"-11"0,0 0-12 16,0 0-7-16,1-2-9 0,-1 2-7 16,0 0-1-16,0 0-2 0,3-3-1 0,-3 3-1 15,0 0-1-15,0 0-4 0,4-2-5 0,-4 2-5 16,0 0-8-16,0 0-2 0,0 0-5 0,0 0-8 15,0 0-10-15,0 0-1 0,1-4-9 0,-1 4-1 16,0 0-13-16,0 0-6 0,0 0-10 0,0 0-3 16,0 0-4-16,0 0-6 0,0 0-5 0,-1-6-9 15,1 6-7-15,0 0-13 0,0 0-1 0,0 0-9 16,0 0-3-16,-12 12-1 0,7-7-2 0,-5 1 0 16,2 3 4-16,-6 2 2 0,-8 7 1 0,1-1 4 15,-2 1-1-15,0-1 2 0,-3 3 1 0,3 0-3 16,0-1 5-16,5 0-3 0,-1 0 1 0,0 1 4 15,4-4 1-15,2-2-3 0,1 0 3 0,3 1-2 16,-1 0-2-16,4-5-21 0,1 1-15 0,1 0-3 16,2-1 7-16,4 1 6 0,0-1 1 0,3-2 5 15,2 4 5-15,7-2-3 0,4 0 10 0,1-1 1 16,9 1 2-16,4-3-1 0,-4 3 6 0,3-4-2 16,-2 3 6-16,1 0-3 0,-2-2 5 0,-8 1-3 15,-2-1 1-15,1 0-5 0,-5 1-22 0,-1-4-6 16,-4 6-4-16,0-3 1 0,-4 2-9 0,0 1 2 15,-5 0 5-15,-5 2 2 0,-4-1 10 0,-5 4 2 16,-4-4 2-16,-10 4 6 0,-3 0 6 16,-1-5 5-16,-1 8 10 0,0-7 9 0,-3 2 6 0,-2-3 8 15,2-1 4-15,0-1 13 0,2-3 18 0,4-1 12 16,10 0 22-16,5-1 7 0,2-2 15 0,4 0 0 16,1-1 12-16,-2 3 1 0,10-3 10 0,0 0 0 15,0 0-15-15,-17-4-9 0,17 4-9 16,-1-4-20-16,1 4-7 0,-3-4-8 0,3 4-17 15,8-7-17-15,0 2-19 0,-3 1-20 0,5 0-19 16,-1-2-28-16,4 3-31 0,-4 0-37 0,0-1-35 16,-1-1-51-16,2 0-82 0,-1 2-217 0,-3-1-544 0,4-1 242 15</inkml:trace>
  <inkml:trace contextRef="#ctx0" brushRef="#br0" timeOffset="464.97">3229 3478 273 0,'0'0'292'15,"0"0"-30"-15,0 0-28 0,0 0-24 0,-4-2-23 16,4 2-20-16,0 0-19 0,-8 0-21 0,8 0-11 16,-12 6-13-16,2-1-11 0,1 1-10 0,0 0-8 15,1 0-12-15,0 2-6 0,0 0-6 0,0 1-6 16,1 0-5-16,1 0-8 0,0-1-3 0,1 2-2 16,1-3-4-16,0 3-3 0,1-1-13 0,-1-1-5 15,5-2-2-15,1 2 1 0,1-1 1 0,-2 0 2 16,3-1-1-16,4 1 4 0,0-2 2 0,4-1 2 15,0-2 7-15,7 1 0 0,-3-3 4 16,4 0 17-16,-2-5 0 0,-4 5 10 0,0-4-3 0,-1 1 17 16,-3-2 21-16,-1-1 28 0,0-1 5 0,0-2-7 15,-4 2-3-15,-1-2 13 0,0-2-8 0,-3 2-7 16,-1-1-22-16,-3-2-13 0,0 0-7 0,-3 0-30 16,-3 5 12-16,-3-4-14 0,-2 2-12 0,-4 2-12 15,-4 3-6-15,-5 0-14 0,-1 0-17 16,5 3-28-16,1-1-34 0,3 6-34 0,-3-1-40 0,2 1-52 15,2 0-70-15,-1-1-257 0,9 1-590 0,-2-1 262 16</inkml:trace>
  <inkml:trace contextRef="#ctx0" brushRef="#br0" timeOffset="960.05">3568 3142 416 0,'0'0'400'0,"2"-8"-12"15,-2 8-16-15,0-7-22 0,0 7-27 0,-4-4-27 16,4 4-29-16,0 0-29 0,0 0-29 0,0 0-24 16,0 0-37-16,0 0-45 0,0-5-44 0,0 5-37 15,0 0-14-15,0 0-17 0,0 16-4 0,0-4-1 16,0 5 3-16,-1 8 4 0,-3 4 4 0,1 7-2 16,1 0 2-16,-3-2 2 0,1 3-3 0,2-2-1 15,-1-3 5-15,1-3 2 0,0 0-2 0,2-2 2 16,-4-2 0-16,4-6 3 0,-1-2-4 15,1-2 0-15,0-4 4 0,0-4 0 0,0 0-1 0,0-2 1 16,0 2-11-16,0-7 35 0,0 8 23 0,1-3-6 16,-1-5 26-16,0 0 9 0,0 5 0 0,0-5-12 15,0 0 17-15,0 5-5 0,0-5-7 0,0 0-3 16,4 2-21-16,-4-2 4 0,0 0 1 0,0 0-9 16,0 0 3-16,0 0-7 0,0 0-17 0,0 0-20 15,0 0-37-15,0 0-11 0,0 0-34 16,0 0-41-16,0 0-42 0,0 0-44 0,0 0-55 0,0 0-67 15,0 0-272-15,0 0-647 0,0 0 287 0</inkml:trace>
  <inkml:trace contextRef="#ctx0" brushRef="#br0" timeOffset="1680.01">3804 3473 62 0,'0'0'361'0,"0"0"-38"0,2-2-41 16,-2 2-31-16,0 0-30 0,0 0-32 0,0 0-26 16,0 0-16-16,0 10-18 0,-1-4-12 0,1 1-9 15,-1 2-12-15,1 2-10 0,-2 2-8 0,1-1-7 16,1-1-10-16,-1 2-4 0,1-1-9 0,0 1-3 15,1-2-12-15,0-1-8 0,1-1-8 0,-2-1 0 16,1-2-3-16,0 0 3 0,1-2 0 0,1-1 8 16,-3-3 29-16,1 5 20 0,-1-5 10 0,0 0 5 15,0 0 11-15,25-9 1 0,-18 2 0 0,2 0 6 16,-1 1-2-16,2-2-24 0,3-4 9 0,-1-1-8 16,-1-2-7-16,-2 2-2 0,0-2-12 0,0 4 5 15,-4 4-5-15,3-3 7 0,-4 4-2 0,-1 1-10 16,1 1-2-16,1 1-10 0,-5 3-10 0,3-5-17 15,-3 5-13-15,2-6-30 0,-2 6-36 0,0 0-20 16,0 0 9-16,0 0 5 0,0 0 6 0,17 10 8 16,-12-5 16-16,3 2-9 0,1 0-2 0,0 3 2 15,2-3 0-15,-1 2 3 0,3-1 3 0,5 4-1 16,-4-5 1-16,3 0-4 0,2 0-4 0,-2-2 5 16,0-2 2-16,1 0-1 0,0-5 3 15,-6 1 5-15,2-2 12 0,-1-1 17 0,-2-4 15 0,1 1 22 16,-5-1 14-16,5-6 22 0,-5 3 3 0,1-2 3 15,0-5 8-15,-2-1 5 0,2-5 0 0,-3-2-1 16,-5-3 6-16,4-2 2 0,-3 2 15 0,3 1 0 16,-4 4 38-16,0 5 16 0,0 2 5 0,0 5-8 15,0 3-12-15,0 1-12 0,0 2-16 16,0 1-15-16,-1-1-14 0,1 6-25 0,1-6-32 16,-1 5-34-16,0 1-42 0,0 0-50 0,0 0-26 15,0 0 1-15,0 0 11 0,0 17 18 0,-4-3 3 0,4 4 16 16,-4 7 5-16,3 0 5 0,1 3 3 0,-3-2-8 15,2-6 27-15,1-1 7 0,-1 2 2 0,1-3 5 16,1 0-2-16,-1-7 6 0,0 2 1 16,0-1 9-16,-1-4-19 0,2 1-14 0,-2-4-8 15,-2 1-3-15,3 0-13 0,0-6 28 0,0 5 8 16,0-5 4-16,0 0 0 0,0 8 1 0,0-8-4 16,0 0-21-16,0 0-28 0,0 0-128 0,0 0-155 0,0 0-259 15,-14-13-673-15,9 3 298 0</inkml:trace>
  <inkml:trace contextRef="#ctx0" brushRef="#br0" timeOffset="1994.03">4149 3393 120 0,'-8'3'250'0,"8"-3"4"0,-5 2-5 16,5-2-3-16,0 0-11 0,0 0-21 0,0 0-18 16,0 0-22-16,0 0-18 0,0 0-12 0,0 0-10 15,23-2-15-15,-3 1-9 0,10-3-9 0,2-3-7 16,2 4-10-16,-2 0-14 0,3 0-2 0,-6-2-10 16,-6 2-1-16,-5 2-9 0,0-2-4 0,-7 0 0 15,1 0-6-15,-2 1-1 0,-4 0-4 16,3 1-3-16,-5-1-3 0,1 2 4 0,-5 0-7 0,8-1-4 15,-8 1-28-15,5-2-7 0,-5 2-33 0,0 0-32 16,0 0-30-16,0 0-32 0,0 0-48 0,9 2-62 16,-9-2-192-16,0 0-481 0,0 0 212 0</inkml:trace>
  <inkml:trace contextRef="#ctx0" brushRef="#br0" timeOffset="2331.48">4739 3337 244 0,'0'0'455'0,"1"-5"-21"0,-1 5-25 0,0 0-20 16,0 0-34-16,0 0-22 0,-1-7-34 0,1 7-33 15,0 0-27-15,0 0-33 0,0 0-20 0,0 0-23 16,0 0-25-16,0 0-26 0,0 0-32 0,0 0-35 15,0 0-12-15,0 0-8 0,0 0-4 0,-3 19 1 16,3-10 10-16,-1 1-10 0,1 4-6 0,0-2 4 16,0-1 0-16,0 6-4 0,0-4-1 0,0-1-26 15,-1 1 2-15,-2-2-14 0,3-1-16 0,-1-1-1 16,1 0-16-16,0-3-20 0,0 0-11 16,0 0-17-16,0-6 6 0,0 8 8 0,0-2 15 0,0-6 11 15,-4 4 10-15,4-4 6 0,0 0 2 0,0 0-94 16,0 0-93-16,0 0-81 0,-10-19-184 0,10 8-540 15,-3-1 239-15</inkml:trace>
  <inkml:trace contextRef="#ctx0" brushRef="#br0" timeOffset="2489.44">4711 3169 128 0,'0'-7'364'0,"-4"0"-4"0,5 0 21 16,-1 1-7-16,-1 1-17 0,1 5-23 0,0-10-26 15,0 10-34-15,0-4-29 0,0 4-29 16,-4-5-29-16,4 5-38 0,0 0-23 0,0 0-32 0,0 0-47 15,4-5-57-15,-4 5-32 0,0 0-27 0,0 0-35 16,0 0-52-16,19 10-60 0,-14-6-45 0,0-1-254 16,3 5-557-16,-3-2 246 0</inkml:trace>
  <inkml:trace contextRef="#ctx0" brushRef="#br0" timeOffset="2929.96">5075 3260 268 0,'0'0'259'0,"0"0"-26"16,0 0-22-16,0 0-23 0,0 0-23 0,0 0-14 15,0 0-17-15,0 0-17 0,-28 0-13 0,19 7-8 16,0-2-10-16,-2 3-9 0,-5 1-11 0,1 4-5 15,2-1-8-15,-1 1-4 0,4 1-5 0,0-2-5 16,-2 2-6-16,3 1-4 0,4-2-1 0,-1-2-4 16,2 1-2-16,0 0 1 0,4-3 1 0,0 3-1 15,0-3 1-15,4-1-3 0,2 1 4 0,3-2 1 16,0 0 4-16,5-4-1 0,3 2 3 0,3-4-1 16,3-1 0-16,7 2-1 0,-4-5 4 0,-5-1 5 15,-1 0 8-15,-2-3 13 0,-4-1 8 16,1-1 7-16,-3 1-3 0,-3 1 5 0,1-3-12 0,-5-2 14 15,3-1-10-15,-3 1 2 0,-1 0-3 0,-4-1-12 16,3-3-11-16,-6 4-24 0,-1 1 18 0,-1 0-15 16,-4 1-15-16,-4-1-5 0,3 1-11 0,-6 3-2 15,0 0-4-15,-2 3 2 0,5 0-17 0,0 2-17 16,0 2-21-16,-6 0-30 0,7 0-24 0,-1 2-35 16,0 1-38-16,3-2-43 0,4 2-253 0,-4 1-528 15,6 0 233-15</inkml:trace>
  <inkml:trace contextRef="#ctx0" brushRef="#br0" timeOffset="3431.22">5418 3232 368 0,'0'0'367'0,"0"0"-22"16,0 0-25-16,0 0-26 0,6-2-29 0,-6 2-32 16,0 0-27-16,0 0-17 0,0 0-34 0,0 0-13 15,0 0-14-15,0 0-20 0,0 0-16 0,0 0-7 16,1 12-9-16,-1-8-8 0,0 4-11 0,0 1-3 15,-4 3-5-15,3 0-4 0,-4 3-3 0,1 2-6 16,0-1-6-16,-1 1-4 0,1-2-1 0,2 2-4 16,-2-2 2-16,-1-1-5 0,1 0-5 0,3-7-6 15,-2-2-1-15,2 2-14 0,1-2 16 0,-3 0 1 16,3-5 21-16,0 0 18 0,-1 7 32 0,1-7 29 16,0 2 29-16,0-2 12 0,0 0 16 0,0 0-18 15,0 0-18-15,8-9-11 0,-7 5-14 0,8-3-11 16,-4 1-13-16,3-1-6 0,-2 0-8 0,1-1-6 15,-1 4-6-15,-1-3-7 0,0 4-9 16,-1-2-4-16,0 2-5 0,0 1-5 0,1 0-10 0,-2 0-2 16,-3 2-3-16,10 0-4 0,-10 0 0 0,0 0-23 15,19 4-17-15,-9-1-18 0,-1 4-16 0,1-2-19 16,2 0-14-16,-3 2-25 0,2 0-15 16,-1 1-37-16,-1 0-34 0,5 4-38 0,-4-5-39 0,7 2-73 15,-8-5-283-15,0-1-699 0,1 0 309 16</inkml:trace>
  <inkml:trace contextRef="#ctx0" brushRef="#br0" timeOffset="3620.05">5834 3392 93 0,'4'-5'409'0,"-4"5"19"0,0 0-4 15,0 0-22-15,0 0-25 0,1-5-35 0,-1 5-38 16,0 0-26-16,0 0-30 0,0 0-26 0,0 0-36 15,0 0-51-15,0 0-43 0,0 0-63 0,0 0-70 16,0 0-77-16,0 0-87 0,0 0-61 0,0 0-55 16,0 0-182-16,0 0-546 0,0 0 242 0</inkml:trace>
  <inkml:trace contextRef="#ctx0" brushRef="#br0" timeOffset="4438.81">2438 4054 53 0,'-8'-2'219'15,"8"2"-19"-15,0 0-8 0,0 0-12 0,0 0-5 0,0 0-8 16,0 0-8-16,0 0-12 0,0 0-6 16,0 0-15-16,0 0-10 0,0 0-6 0,0 0-12 15,0 0-8-15,0 0-5 0,0 0-12 0,0 0-8 16,0 0-5-16,0 0-6 0,0 0-8 0,0 0-5 16,0 7-4-16,0-7-8 0,0 0-3 0,0 0-2 15,0 0 0-15,0 0-5 0,0 0 0 0,0 0-1 16,0 0 0-16,0 0-3 0,24-2-2 0,-16 2 0 15,2 0 0-15,4 0-1 0,8 2-1 0,8-4 0 16,2 1-4-16,7-3 1 0,16 2-1 0,1-1 0 16,8 1-4-16,32-8 2 0,2 3 1 0,2 0 0 15,11 2 7-15,10 1 10 0,11-4-2 0,11 4 6 16,7 0 7-16,-1 0 5 0,7 1 4 0,4-2-1 16,-2 1-4-16,-6 1-3 0,-9 1-2 0,-2-1 13 15,-12-2-2-15,0 4-3 0,-9-2 2 0,-6 2-4 16,-8-1 2-16,-12 2 1 0,-34-3 3 0,-2 2 10 15,-4 0 0-15,-15-2 21 0,-4 0 6 0,-6 0 4 16,-11 1 0-16,-3 2 5 0,-3-2 18 0,-2 2 15 16,-1 0 5-16,-4-1 3 0,2 1-5 0,-2-2-3 15,-5 2-10-15,6-1-8 0,-6 1-13 0,9 0-12 16,-9 0-15-16,0 0-19 0,4 1-25 16,-4-1-29-16,0 0-31 0,0 0-38 0,8 2-50 0,-8-2-54 15,0 0-57-15,0 0-68 0,0 0-105 0,0 0-268 16,0 0-733-16,0 0 324 0</inkml:trace>
  <inkml:trace contextRef="#ctx0" brushRef="#br0" timeOffset="8580.81">7085 3712 250 0,'-2'-6'271'16,"2"0"-10"-16,-2 2-8 0,4 1-13 0,-2-2-19 15,0 5-20-15,0-4-20 0,0 4-26 16,2-4-25-16,-2 4-27 0,5-2-28 0,-5 2-20 15,0 0-8-15,0 0-7 0,0 0-6 0,0 13-1 0,0-8-5 16,1 7-2-16,1-4-1 0,0 6-3 0,2 1-1 16,-4-4 0-16,5 7-5 0,3-3-5 0,-3 2-7 15,4-1-8-15,-4-6 3 0,-1 3 0 0,4-5 0 16,-1 2-5-16,-2-3 3 0,-1 1-2 16,0-6 7-16,1 2 8 0,-1-3 19 0,1 3 3 0,-5-4 2 15,17-9-3-15,-8 2-1 0,3-3 7 0,1 0 2 16,0-6 4-16,-2 2 2 0,1-3-6 15,-1 3 5-15,-2-3 7 0,0 2 3 0,0 1 1 16,-4 1 5-16,0 3 2 0,2 0 3 0,-4 0 3 16,-1 3 0-16,3-1-9 0,0 4-6 0,-4 2-7 0,-1-2-10 15,3-1-14-15,-3 5-29 0,5-6-27 0,-5 6-23 16,0 0-3-16,0 0 7 0,8 15 5 0,-8-4 2 16,1 13 1-16,-2 6 7 0,-3 4 2 15,3 16 5-15,-3 4 0 0,-3 2 6 0,1-1 4 16,5 3 5-16,-3-1 1 0,5-2 0 0,-2 0 3 0,1-5 3 15,0-3 2-15,4 2 1 0,2 1 2 0,-2-6 5 16,0 4-1-16,-3-12-5 0,-1-2 6 0,0 0 0 16,-1 0 2-16,-2-1-1 0,2-2 1 0,-2-2 0 15,2-3 0-15,-5-1 2 0,2-5-2 16,-1-1 2-16,-2-2-2 0,1 0-2 0,-1-1 1 0,0-2 1 16,-2-1 1-16,1-2-3 0,1-1 2 15,-1 0 0-15,-2-2 0 0,2 3 6 0,-2-5-7 0,4 2 1 16,-1-4-2-16,2 2-4 0,-2-1 5 15,3-3-1-15,0 1 1 0,0-2 3 0,0 2-1 0,4-3 0 16,-5 5 3-16,5-5 2 0,-4 0-2 0,4 0 5 16,0 0-1-16,-14-5 17 0,9 1 13 0,-3-2 11 15,1-4 9-15,-1 3 5 0,-2-10-3 0,-3-1 9 16,0-7-8-16,3-2 10 0,1-4-9 16,-2-15-5-16,7-2-1 0,2-5-3 0,5-3-15 15,7 0-4-15,3 3 0 0,6-2-5 0,4 4-2 0,4 0-8 16,0 3-3-16,2 4-2 0,3-2-1 0,3 5-6 15,-1 2 4-15,-2-1-3 0,-5 15 1 0,-1 0 1 16,-4 1-4-16,2 0 2 0,-5 4 3 0,-3 7-1 16,-2-1 2-16,-3 3 8 0,-3 6 0 0,0-2-1 15,-4 1 1-15,1 1-11 0,-1 2-2 0,1 0 1 16,-4 0-2-16,3 1-5 0,-4 2-29 0,4-6-22 16,-4 6-18-16,5-1-10 0,-5 1 5 0,0 0 6 15,0 0-28-15,-10 15-37 0,1-10-32 0,0 4-35 16,1 0-58-16,1 1-316 0,-1-3-617 15,-2-1 273-15</inkml:trace>
  <inkml:trace contextRef="#ctx0" brushRef="#br0" timeOffset="9198.99">8046 4094 104 0,'0'0'176'0,"0"0"-7"0,0 0-6 16,0 0-10-16,0 0-6 0,0 0 0 0,0 0-11 16,0 0-4-16,0 0 0 0,0 0-1 0,0 0-4 15,0 0-9-15,0 0-3 0,0 0-3 0,0 0-3 16,0 0-5-16,0 0-11 0,0 0-9 0,0 0-5 15,0 0-5-15,22-6-13 0,-11 3 0 0,7 2-6 16,0-4-10-16,4 3 2 0,-1-1-8 0,10 0-10 16,-3 0-6-16,-1 1 0 0,0-1-4 0,-7 0 1 15,1 3-2-15,-2-1-3 0,-4 1 0 0,-2 0-4 16,1 0-4-16,-4 0-11 0,-2 0-11 0,-2 0-9 16,2 0-16-16,-8 0-13 0,5 1 8 15,-5-1-10-15,0 0-14 0,0 0-31 0,-14 8-33 0,3-3-32 16,-1-2-29-16,-6-1-172 0,2 3-397 0,2-4 175 15</inkml:trace>
  <inkml:trace contextRef="#ctx0" brushRef="#br0" timeOffset="9539.18">8102 4282 68 0,'0'0'222'0,"-2"3"3"0,2-3-4 0,-3 3-9 0,3-3-12 16,0 0-17-16,19-3-14 0,-2 2-14 0,5-1-14 15,8-1-17-15,2 1-11 0,0-1-7 16,4 0-4-16,1-1-6 0,0 1-4 0,0-1-5 0,-1 1-5 15,-3 1-6-15,-4-1-3 0,-9 1-6 0,-4 0-9 16,-3-1 1-16,-1 2-9 0,-5 0 2 0,0 1-8 16,-1 0-3-16,-6 0-1 0,10 0-8 0,-10 0-7 15,0 0-6-15,8-1-10 0,-8 1-20 16,0 0-14-16,0 0-40 0,0 0-51 0,-20 8-84 0,9-8-271 16,1 0-511-16,2 2 226 0</inkml:trace>
  <inkml:trace contextRef="#ctx0" brushRef="#br0" timeOffset="10998.37">9491 3795 151 0,'-4'-10'188'0,"2"3"-7"0,-4 0-12 15,0-2-13-15,1 1-5 0,0-1-11 0,1 3-8 16,-2 0-10-16,2 3-15 0,-1-4-12 0,1 2-8 15,0 0-9-15,-1 5-12 0,1-3-4 0,-2 2-14 16,6 1 1-16,-14 3 0 0,5 1-8 0,-4 2-5 16,-1 2-5-16,-1 4 2 0,-6 5-6 0,2 1-2 15,0 4-3-15,-2 3 1 0,1 0-4 0,1 4 0 16,2-1-3-16,-1 1-4 0,4 0 1 16,-1 2-3-16,3-1 1 0,1 1 2 0,5-3-6 0,2-2 5 15,3 1-2-15,1-8 14 0,3 0 7 0,0-2 3 16,2 2 1-16,3-5 0 0,-2-4 10 0,2 0 4 15,0-2 6-15,2-4 8 0,0 1 11 0,-1-1 6 16,4-4 10-16,-1 0 6 0,2-3 5 0,4-3-2 16,-1-1 0-16,-3-4 6 0,0 2-1 0,3-3 4 15,-3-4-3-15,-1 2-6 0,3-7-4 0,-2 0-7 16,-2 7-4-16,-3-5 8 0,0 4 9 0,-3 0-18 16,3-1-2-16,-5 5 6 0,1 0 4 0,0 1 2 15,-2 5-3-15,-1-3-7 0,-2 3-11 0,3 1-6 16,-1 1-10-16,1-2-4 0,-1 3-16 0,-2 2-1 15,0 0-15-15,1-4-24 0,-1 4-16 0,0 0-25 16,0 0-24-16,0 0 12 0,0 0 4 0,0 0 8 16,-1 14 6-16,-1-2 5 0,-1-3 3 0,2 3 6 15,-2 1-10-15,2 3 11 0,-3 1 4 0,2 0 14 16,2-2-15-16,0-2 18 0,-2-1-11 0,4 2 1 16,-2-5 2-16,1 2 0 0,-1 1 5 0,1-6 1 15,1-2-1-15,0 3 3 0,-1-2 0 0,1-1 7 16,-1-1 0-16,3 0-1 0,-1 0 7 0,-3-3-3 15,16 1 6-15,3-1-27 0,4-4-30 0,4-2-55 16,6 1-58-16,-1-4-72 0,2-3-105 0,-3 0-318 16,1-5-705-16,-1 0 311 0</inkml:trace>
  <inkml:trace contextRef="#ctx0" brushRef="#br0" timeOffset="11562.59">9973 4130 147 0,'0'0'282'16,"0"-3"-14"-16,0 3-17 0,-5-4-20 0,5 4-17 15,0 0-22-15,0 0-18 0,0 0-20 0,0-5-15 16,0 5-14-16,0 0-13 0,0 0-9 0,0 0-10 15,0 0-11-15,0 0-13 0,-14 10-8 0,6-6-5 0,-1 3-25 16,-1 0-3-16,2 1-6 0,-2 1 1 16,-1 6-1-16,-1-5-5 0,6 2-4 0,-2-1-2 15,0 2 1-15,2-2 1 0,1-2-2 0,1 2-5 16,0-3 5-16,3 2 0 0,1-3 9 0,1 1 5 16,2 0 6-16,0-3 9 0,3 2 10 0,4-2 13 0,0-2 6 15,4-1 1-15,-1-2-4 0,6 0 4 16,-1-2 3-16,1-3-2 0,3-2 4 0,-8-1 0 15,3 1 2-15,-3-4 9 0,1 0-25 0,-3 0 10 16,-1-2-26-16,-1-2-2 0,-3 1 5 0,-2 0-8 16,-1-3-9-16,-1 6 9 0,-3 1-19 0,0-3-9 15,-3 2-7-15,-1 0-6 0,-3 1-6 0,-2 2-16 16,-5 2 0-16,-1 1-14 0,-8 0-16 0,-4 0-12 16,8 5-31-16,-3 0-25 0,1 1-35 0,5 3-29 15,0-3-46-15,7 3-82 0,-3-2-196 0,7 0-551 16,3 1 244-16</inkml:trace>
  <inkml:trace contextRef="#ctx0" brushRef="#br0" timeOffset="12399.45">10378 3425 28 0,'0'0'240'0,"0"-5"-17"15,0 5-20-15,0-4-22 0,0 4-16 16,0 0-23-16,1-3-15 0,-1 3-12 0,0 0-22 16,0 0-14-16,0 0-9 0,0 0-8 0,4 12-4 15,-1 1-7-15,-2 3-9 0,-2 3 1 0,-2 10-4 16,-2 3-7-16,-4 16 2 0,-1 4-3 0,-7 30 5 15,2-27-7-15,-2 24-1 0,2-23 0 0,3 4-4 16,0-1-2-16,-1-5-1 0,5 1 0 0,-1-6 2 16,3-1-5-16,3-16-1 0,0 14-4 0,0-13 3 15,3 1 10-15,-1 0 1 0,2-1 2 0,0 2-2 16,-1-4 4-16,2 2-4 0,-1-5 0 0,0-2-2 16,0 3 0-16,2-3-3 0,-3-6-4 0,4 7 1 15,-4-8-4-15,1 0-1 0,-1 1 3 0,1-5-2 16,-1 2-1-16,0-4-3 0,0-2-2 0,2 1 1 15,-2-1-2-15,0 0 1 0,0-2-1 0,0-2-4 16,0-2 1-16,0 0 1 0,0 1-1 0,0-3 1 16,0 0 2-16,0-3-3 0,-2 6-1 0,2-6 4 15,2 5-6-15,-2-5 15 0,0 0 7 0,0 5 0 16,0-5 2-16,0 0 0 0,0 0 3 0,-2 3-3 16,2-3 4-16,0 0-2 0,0 0-1 0,0 0-2 15,0 4 1-15,0-4-4 0,0 0-3 0,0 0 1 16,0 0-5-16,2 4-2 0,-2-4-1 0,0 0 2 15,0 0-4-15,0 0 0 0,0 0-2 0,0 0 4 16,0 0-6-16,0 0 1 0,0 0-3 0,0 0 1 16,0 0-2-16,0 0-2 0,0 0 5 0,0 0 6 15,0 0-12-15,0 0 6 0,0 0-3 0,0 0-3 16,0 0 1-16,0 0 0 0,0 0 2 0,0 0-3 16,0 0 1-16,0 0-3 0,0 0 2 0,0 0-2 15,0 0 0-15,0 0-2 0,0 0 3 0,0 0 1 16,0 0 0-16,0 0-2 0,0 0 1 0,0 0 0 15,0 0 1-15,0 0-1 0,0 0 6 0,0 0-1 16,0 0-3-16,0 0 4 0,0 0 14 0,0 0 15 16,0 0 9-16,0 0-7 0,0 0-1 0,0 0-4 15,16-5-5-15,2-1-30 0,15-3-49 0,3-4-57 16,19-8-99-16,28-12-327 0,-28 11-578 0,27-19 255 16</inkml:trace>
  <inkml:trace contextRef="#ctx0" brushRef="#br0" timeOffset="13007.74">10411 3500 245 0,'0'0'257'0,"0"0"-15"0,0 0-13 0,0 0-34 16,0 0-18-16,0 0-21 0,40-5-11 0,-7 3-24 16,7 0-33-16,17 0-63 0,-3-2-71 0,5 1-125 15,0-2-107-15,-5-1-300 0,-1-6 133 0</inkml:trace>
  <inkml:trace contextRef="#ctx0" brushRef="#br0" timeOffset="15750.35">11206 3763 19 0,'0'-12'238'0,"1"0"1"0,1 3-13 0,0-4 3 0,0 5-10 15,0-2-15-15,0 6-2 0,1-4-16 0,-3 2-20 16,0 2-18-16,1 0-16 0,-1 1-16 0,0 3-22 15,0 0-10-15,0 0-9 0,0 0-11 0,2 18-5 16,-5-3-9-16,0 5-1 0,1 8-5 16,-3 2-4-16,1 0-1 0,-4 4-8 0,5-4 0 0,-1 1-2 15,1 1-4-15,-1-3-1 0,3 0-3 0,1-3 0 16,-2 2-1-16,2-7-4 0,-2-4 0 0,2 0-1 16,0-6-1-16,-1 1 0 0,0-2-1 0,1-2-4 15,0-1-1-15,0-1 3 0,1-2 2 16,-1 1-3-16,0-2 2 0,0-3-3 0,0 9-2 0,0-9 9 15,0 3-4-15,0-3 0 0,0 2-7 0,0-2-5 16,0 0-19-16,0 0-16 0,0 0-51 0,0 0-49 16,0 0-46-16,0 0-54 0,0 0-207 0,-1-13-477 15,7 8 212-15</inkml:trace>
  <inkml:trace contextRef="#ctx0" brushRef="#br0" timeOffset="16613.74">11749 3989 112 0,'-6'0'183'0,"6"0"-5"0,0 0-20 15,-9 0-5-15,9 0-16 0,0 0-4 0,-5-2-7 0,5 2-2 16,0 0-4-16,0 0-9 0,0 0-1 0,0 0-8 16,0 0-5-16,-4-3-1 0,4 3-9 0,0 0-5 15,0 0-6-15,0 0-1 0,0 0-4 16,0 0-1-16,0 0-4 0,0 0-5 0,0 0-5 16,0 0 1-16,0 0-8 0,0 0-4 0,0 0-2 0,0 0 0 15,0 0-2-15,0 0-4 0,0 0-3 0,0 0-5 16,0 0-1-16,0 0-3 0,0 0-6 0,0 0 1 15,0 0-3-15,0 0-3 0,0 0 1 16,0 0 0-16,0 0-2 0,0 0 12 0,0 0-2 16,0 0 2-16,0 0 0 0,0 0 3 0,0 0-2 15,0 0 6-15,0 0-2 0,0 0 2 0,0 0-2 0,0 0-2 16,0 0 0-16,0 0-3 0,0 0-3 0,0 0-5 16,0 0-4-16,0 0 6 0,0 0-3 15,0 0-5-15,0 0 0 0,0 0 2 0,0 0-4 16,0 0 4-16,0 0-5 0,0 0 0 0,0 0-1 15,0 0-2-15,0 0 3 0,0 0-5 0,0 0 0 0,0 0-1 16,0 0 3-16,0 0 0 0,0 0 0 0,0 0-2 16,0 0 0-16,0 0-2 0,0 0 1 0,0 0-1 15,0 0 4-15,0 0 0 0,0 0-2 16,0 0-5-16,0 0 2 0,0 0 4 0,0 0-2 16,0 0 1-16,0 0-5 0,0 0 0 0,0 0 5 0,0 0-4 15,0 0 1-15,0 0 8 0,0 0-5 0,0 0-3 16,0 0-1-16,0 0 2 0,0 0 0 0,0 0-1 15,0 0 1-15,0 0 2 0,0 0-4 0,0 0 0 16,0 0-1-16,0 0 2 0,0 0 0 0,0 0-2 16,0 0 2-16,0 0 0 0,0 0-2 15,0 0-2-15,0 0 7 0,0 0-7 0,0 0 5 0,0 0-5 16,0 0 4-16,0 0 0 0,0 0-7 0,0 0 7 16,0 0 2-16,0 0-3 0,0 0 0 0,0 0 4 15,0 0-5-15,0 0 4 0,0 0-3 16,0 0 2-16,0 0 0 0,0 0-1 0,0 0-7 15,0 0 6-15,0 0 0 0,0 0 2 0,0 0 1 0,28 0-1 16,-8-2 2-16,10 0 0 0,-1-1-6 0,7 3 5 16,2-4-4-16,16 2 2 0,0-2-1 15,-1 0 0-15,1 1 0 0,4-1 4 0,-6 3-8 16,-16 1 12-16,0-3-9 0,-2 0 2 0,-6 0 1 16,-6 2-2-16,-8 1-3 0,-3-1 6 0,-3 1 0 15,0 0 1-15,1 0 9 0,-6-1 5 0,-3 1 0 16,9 0 2-16,-9 0 3 0,7-1-14 0,-7 1-3 15,0 0-17-15,7 1-22 0,-7-1-32 0,5 1-37 16,-5-1-43-16,0 0-61 0,0 0-66 0,0 0-223 16,-16 5-537-16,16-5 238 0</inkml:trace>
  <inkml:trace contextRef="#ctx0" brushRef="#br0" timeOffset="18315.97">13518 3580 24 0,'-3'-3'237'0,"3"3"-12"0,0 0-13 16,0-4-15-16,0 4-16 0,0 0-21 0,0-6-16 0,0 6-14 15,0 0-18-15,0 0-13 0,0 0-13 0,0 0-10 16,0 0-11-16,0 0-8 0,1 18 1 16,-2-10-14-16,1 5-2 0,-1 4-4 0,0-2-5 15,-1 6 1-15,1 4-6 0,-5 1-1 0,3 3-1 16,-1 0-5-16,-1-2-1 0,3-2-3 0,-5 4 0 0,2-5 0 16,1 3-3-16,2-10 0 0,-1 0-2 15,3-6 1-15,-1 1-3 0,-2 1 1 0,3-4-1 16,0 2-4-16,0-5-1 0,0-1 0 0,-1 1 0 15,1 0 1-15,-2-6 14 0,2 0 26 0,2 5 13 16,-7-1 23-16,5-4 18 0,0 0 13 0,0 6 19 0,0-6 20 16,0 0 13-16,0 0 11 0,0 0 18 0,0 0-20 15,0 0-16-15,13-16-21 0,-7 4-13 16,4-4-17-16,0-1-12 0,6-7-14 0,3-1-9 16,-2-1-10-16,2 1-8 0,1 1-3 0,-2-2-5 15,1 4-6-15,-2 3-4 0,-6 5-3 0,2-1-7 16,0 1 5-16,-4 6-7 0,-1-1-3 0,-2 3-4 0,2-3-1 15,-5 4-3-15,0 4-14 0,2-3-7 16,-1 0 11-16,-1 1-12 0,-3 3-24 0,5-2-10 16,-5 2 10-16,10 6-15 0,-6 1 5 0,2 4 4 15,1 1 3-15,-1 8 2 0,0-4 0 0,-2 3 2 16,2 0 5-16,-2 0 4 0,0 0-1 0,-2 0 6 16,0 0-4-16,2 1 7 0,-4-2-4 0,4-3 5 15,-2-2 2-15,-2-4 6 0,1 3-4 0,1-5 3 16,-1 1 0-16,-2-4 4 0,2 2-8 0,0-2 24 15,-1-1-15-15,2 1 7 0,-2-4 0 0,0 5 4 16,0-5 1-16,2 3 2 0,-2-3 23 0,0 0-7 16,0 4 5-16,0-4-10 0,0 0-1 0,0 0 7 0,0 0-6 15,0 0 1-15,0 0 0 0,0 0-7 16,1 4-4-16,-1-4-10 0,0 0-2 0,0 0-19 16,0 0-74-16,0 0-31 0,0 0-17 0,3-12-29 15,-6 7-22-15,3-1-37 0,-1 0-37 0,2 0-42 16,-1-2-257-16,0-1-610 0,3-1 269 0</inkml:trace>
  <inkml:trace contextRef="#ctx0" brushRef="#br0" timeOffset="18731.82">14233 3442 185 0,'2'-4'227'0,"-4"0"-23"16,2 4-15-16,0-4-17 0,0 4-19 0,0 0-14 15,0 0-17-15,-16 8-15 0,5 0-9 0,-3 5-6 0,-5 6-11 16,-4 5-9-16,-1 5-5 0,-5 10-7 16,-5 0-5-16,5 0-6 0,3 8 0 0,3-4-6 15,8-10-6-15,5 1 3 0,1-2-5 0,1 1-2 16,6-2 22-16,0-1 2 0,6-4 8 0,4-2 0 15,-1 2 1-15,5-8 2 0,6 3 9 0,1-3 3 0,4-4-1 16,1 0-2-16,3-3-1 0,1-1-2 16,-1-3-12-16,1-2-6 0,-9-1-7 0,1-1-3 15,-4 2-3-15,-2-4 9 0,-7 0 7 0,0 1 10 16,2-2 15-16,-5 1 12 0,-4-1 3 0,13 1-3 16,-10-1-7-16,-3 0-1 0,0 0-11 0,8 0-5 15,-8 0-2-15,0 0-2 0,4 2-14 0,-4-2-18 0,0 0-18 16,4 1-16-16,-4-1-12 0,0 0-17 15,0 0-24-15,0 0-19 0,0 0-90 0,1-8-77 16,-2 2-60-16,1 2-56 0,-4-2-202 0,4 0-601 16,-1 0 266-16</inkml:trace>
  <inkml:trace contextRef="#ctx0" brushRef="#br0" timeOffset="19198.18">14460 3691 119 0,'0'-7'356'0,"2"4"-20"16,-2 3-19-16,0-4-29 0,-2-2-24 0,2 6-33 15,2-4-19-15,-2 4-29 0,0 0-23 0,0-3-33 16,0 3-23-16,0 0-14 0,0 0-4 0,0 14-10 15,0-8-9-15,0 6-5 0,0 2-8 0,-2 6 4 16,-2 4-3-16,2 0-15 0,-2 0-6 0,3 2 3 16,-1-5-12-16,-2-3 3 0,1 0-7 0,-2-2 5 15,1 0-6-15,3-6 0 0,1-2-3 0,-2 0 6 16,2-2-9-16,-2 0 0 0,1-2 2 0,1-1 5 16,-1 1 41-16,1-4 34 0,0 4 31 0,0-4 31 15,0 0 27-15,0 0 13 0,0 0-21 0,0 0-18 16,7-11-16-16,2 2-15 0,0-3-15 0,4-3-12 15,-2-2-16-15,6-4-9 0,1 2-9 0,-5 6-6 16,-2-2-6-16,1 2-6 0,-6 5-6 0,2 1-3 16,-3 3-6-16,-1-2-7 0,0 5-8 0,-2-3-12 15,2 2-24-15,-4 2-22 0,0 0-19 0,8 1 11 16,-8-1-9-16,10 6-9 0,-6 1-8 0,2 0-10 16,1 2-4-16,3 2-19 0,-4 1-28 0,3 2-14 15,-1-6-31-15,2 7-24 0,-2-5-25 0,-2 1-45 16,5-5-64-16,-3-2-276 0,1 3-665 0,-1-7 294 15</inkml:trace>
  <inkml:trace contextRef="#ctx0" brushRef="#br0" timeOffset="19648.89">15051 3805 70 0,'0'0'276'0,"0"0"-19"0,0 0-25 16,0 0-21-16,0 0-21 0,0 0-17 0,0 0-15 16,0 0-18-16,0 0-7 0,0 0-18 0,0 0-10 15,0 0-9-15,0 0-7 0,0 0-8 0,0 0-2 16,0 0-1-16,0 0-2 0,0 0-6 0,0 0-4 16,0 0 1-16,0 0-1 0,0 0-8 0,0 0-1 15,0 0-10-15,0 0-2 0,0 0-6 0,0 0-5 16,0 0-1-16,0 0-8 0,0 0-1 0,0 0-2 15,0 0-3-15,0 0 2 0,0 0-4 0,0 0-5 16,0 0 4-16,0 0-7 0,0 0 2 0,0 0 0 16,0 0-3-16,0 0-2 0,0 0 6 0,0 0 10 15,0 0 0-15,0 0-2 0,0 0 5 0,0 0 0 16,0 0 2-16,0 0 2 0,0 0 6 0,0 0 1 16,0 0 8-16,0 0 4 0,0 0-5 0,0 0-5 15,0 0-7-15,27-7 8 0,-14 4-13 0,7-1-8 16,8-2-1-16,0 4 0 0,4-1 0 15,3-2-4-15,-1-2 5 0,3 2-13 0,-1 1-5 0,0 0-8 16,-4-2-6-16,-4 2-3 0,-6 1-17 0,-2 0-13 16,-7 3-12-16,0-1-24 0,-4 0-18 0,-3-2-17 15,-1 2-12-15,-5 1-48 0,0 0-37 16,0 0-39-16,0 0-199 0,-23-3-489 0,9 3 218 16</inkml:trace>
  <inkml:trace contextRef="#ctx0" brushRef="#br0" timeOffset="19894.86">15263 3656 36 0,'-1'-4'311'0,"1"4"-1"0,0-7-5 0,0 7-6 16,1-4-22-16,-1 4-29 0,0-3-24 0,0 3-24 16,0 0-17-16,0 0-23 0,1-5-21 0,-1 5-20 15,0 0-22-15,0 0-9 0,0 0-15 0,0 0-8 16,0 0-8-16,0 15-5 0,0-7-6 0,2 3-4 15,-1 1-7-15,0 4-6 0,1 10 2 0,0-8 1 16,-1 10-4-16,1-10-1 0,-1 3-32 0,2-2-26 16,-1 1-26-16,3-2-39 0,-5 2-37 15,1-3-31-15,2-1-78 0,-3-5-223 0,3-3-502 16,-2 0 222-16</inkml:trace>
  <inkml:trace contextRef="#ctx0" brushRef="#br0" timeOffset="20260.64">15774 3625 343 0,'2'-4'354'0,"-2"4"-30"15,-2-6-31-15,4 4-25 0,-2 2-23 0,0-4-34 0,0 4-20 16,0 0-21-16,0 0-22 0,0 0-20 0,0 0-12 15,0 0-11-15,0 0-13 0,-2 12-6 0,0-1-10 16,-1 0-8-16,2 1-10 0,-2 4-5 0,-2 4 4 16,0 2-16-16,1 8 0 0,0-5-1 0,1-1-7 15,-1-5 1-15,1-1-8 0,1-1-9 0,2 0 5 16,-1 0 1-16,-1-1-2 0,1-6-3 0,1 2 6 16,0-3-10-16,0-1 1 0,0-2-6 0,-1-2 5 15,1 1 1-15,1 0-1 0,-1-5-2 0,0 6 0 16,0-4 3-16,0-2 0 0,0 0 1 15,-1 4-5-15,1-4 5 0,0 0-2 0,0 0-5 16,0 0-6-16,0 0-17 0,0 0-62 0,0 0-48 16,1-12-42-16,3 2-62 0,-2 0-63 0,5-9-215 0,-2 0-547 15,4-3 243-15</inkml:trace>
  <inkml:trace contextRef="#ctx0" brushRef="#br0" timeOffset="20493.9">15898 3449 213 0,'-1'-4'285'0,"1"1"-15"16,0-4-33-16,0 7-23 0,0-3-24 0,0 3-20 15,4-2-19-15,-4 2-16 0,10 4-9 0,-2 4-9 16,3-2-3-16,3 8-7 0,5 5-9 16,-2 2-5-16,2 1-2 0,-1 3-7 0,-1 6-1 15,-2 1-9-15,-6 0 0 0,4 16-6 0,-12-13-8 16,3 13-5-16,-8-13-2 0,-1 0-3 0,-4-2-8 15,-4-1-1-15,-11 10-1 0,2-14-7 0,-8 9-13 16,1-9-20-16,-9 4-52 0,-5-4-58 0,-2-1-71 16,-5-10-327-16,12-3-550 0,-1-5 243 0</inkml:trace>
  <inkml:trace contextRef="#ctx0" brushRef="#br0" timeOffset="21310.58">13473 4599 87 0,'-8'-3'200'16,"8"3"-20"-16,-6-1-11 0,6 1-19 0,-4-4-14 15,4 4-16-15,0 0-10 0,0 0-9 0,-6 0-12 16,6 0-6-16,0 0-12 0,0 0-3 0,-4-4-5 16,4 4-12-16,0 0-1 0,0 0-2 0,0 0-5 15,0 0 0-15,0 0 2 0,0 0 6 0,0 0-2 16,0 0-1-16,0 0-3 0,0 0-1 0,0 0-5 15,0 0-1-15,0 0-2 0,0 0-7 0,0 0-1 16,0 0 0-16,0 0-5 0,0 0 5 0,0 0 8 16,0 0-3-16,0 0-1 0,0 0 3 0,0 0 3 15,14 0 0-15,5-3-1 0,10 1-5 0,9-3-1 16,24-2-4-16,40-5-4 0,-3 4 4 0,13-4-11 16,7 3 1-16,9-3 8 0,5-4 7 0,8 2 22 15,6 2 3-15,2 5-1 0,-9-3-3 0,-2 1-5 16,-14 0 2-16,-12-3-8 0,-7 5-1 0,-9-2 8 15,-32 2 7-15,-5 0 6 0,-5 1 1 0,-16 2-3 16,-5-1 10-16,-3 3 26 0,-11-1 28 0,-6-1 9 16,-1 1 31-16,-3 3 21 0,-4-3 15 0,1 2 0 15,1-2-2-15,-2 2-14 0,-5 1-14 0,8-2-20 16,-8 2-16-16,5-2-29 0,-5 2-37 0,0 0-45 16,0 0-57-16,5-2-55 0,-5 2-74 0,0 0-70 15,0 0-72-15,0 0-97 0,0 0-356 0,0 0-819 16,-27 2 363-16</inkml:trace>
  <inkml:trace contextRef="#ctx0" brushRef="#br0" timeOffset="23660.67">14458 4801 105 0,'-4'-1'199'0,"4"1"-7"0,0 0-11 0,-2-5-8 0,2 5-6 16,0 0-13-16,0 0-7 0,0 0-5 15,-3-3-9-15,3 3-9 0,0 0-11 0,0 0-8 16,0 0-13-16,0 0-11 0,7-5-9 0,-1 1-8 16,0 1-9-16,3 1-3 0,4-2-8 0,1 0-6 15,3 2-3-15,1 0-6 0,1-1 3 0,0 3-8 0,3 0-4 16,-2 3 0-16,-1 0-6 0,2 2-3 0,-4-1-1 16,0 4-1-16,-2 1-5 0,-2 1-1 15,-1 3-6-15,-2 3 1 0,-5 0-1 0,-2 1 2 16,-3 0 0-16,-7 2-4 0,-3 6 3 0,0-2-1 15,-6 0 1-15,-4 1 4 0,-2 0 0 0,-2-4-3 0,0-1-2 16,0 3 9-16,-3-2-5 0,0-2-2 0,0-3 0 16,4-1 3-16,-1 0 1 0,5-6-1 15,2 1 2-15,6-4 0 0,-1 1 0 0,1-2 1 16,0-1 1-16,4 1 0 0,-1-1 14 0,4-1 19 16,-1 1 20-16,1-3 25 0,4 0 21 0,0 0 19 0,0 0 21 15,0 0-27-15,0 0-5 0,-6-8-28 0,6 8 3 16,5-7 5-16,-1 0-31 0,2 0-2 15,2-1-5-15,-2 1-20 0,-1 2 9 0,2 1-7 16,-2 0-3-16,5 0-3 0,-4 0-6 0,3 0-3 0,0 3-1 16,3 1-3-16,-1 0-11 0,3 0 2 0,-1 0-2 15,9 4-3-15,-4-2 3 0,2 4-3 0,1-1 1 16,7 1 4-16,-9 0 12 0,3 0-13 0,-2-1-7 16,1-1 0-16,0 2 8 0,1-1-2 15,-4 0-9-15,4-2-6 0,-6-1 0 0,3 0-1 0,-6-1 3 16,0 1 0-16,-4-4 1 0,1 0 9 0,-2 1-5 15,-2-3-2-15,1 0-1 0,0-2 10 0,-2 0-9 16,-1 2-8-16,0-2-9 0,1 0 5 0,-4 0 8 16,3-1-16-16,-2 0-5 0,1 2 0 15,-2 1-4-15,2-1-15 0,-2 3-15 0,1-3-22 0,-2 5-28 16,2-5-43-16,-2 5-54 0,2-3-67 0,-2 3-246 16,2-5-564-16,3 3 251 0</inkml:trace>
  <inkml:trace contextRef="#ctx0" brushRef="#br0" timeOffset="24027.73">15212 4782 326 0,'0'0'344'16,"0"-4"-15"-16,3 0-19 0,-3 4-26 0,-3-5-24 16,3 5-25-16,0 0-25 0,3-6-24 0,-3 6-23 0,0 0-21 15,0 0-14-15,0 0-21 0,0 0-11 16,0 0-20-16,0 0-12 0,0 0-7 0,2 12-4 15,1-1-5-15,-3-2 1 0,1 3-18 0,0 5 1 16,2 1-6-16,-2 3 0 0,-1-2-2 0,0 6 1 0,0 1-28 16,-1 0-16-16,2 3-20 0,-6 0-24 15,4-4-36-15,-2 3-38 0,-2-2-45 0,5 2-64 16,-5 0-229-16,1-4-512 0,0-4 227 0</inkml:trace>
  <inkml:trace contextRef="#ctx0" brushRef="#br0" timeOffset="24175.92">15206 5426 316 0,'4'4'429'16,"-4"-4"-8"-16,0 0-12 0,1 8-19 0,0-8-4 15,-1 0-12-15,3 3-15 0,-3-3-26 0,0 0-31 16,0 0-29-16,2 2-30 0,-2-2-41 0,0 0-53 0,0 0-61 16,0 0-76-16,0 0-95 0,0 0-110 0,0 0-542 15,0 0-797-15,0 0 352 0</inkml:trace>
  <inkml:trace contextRef="#ctx0" brushRef="#br0" timeOffset="28110.85">16633 4081 139 0,'-1'-4'201'0,"1"0"-17"16,-2-2-10-16,4 1-11 0,-2 0-14 0,1-1-16 16,2 1-13-16,0 1-12 0,5-1-12 0,-2 1-9 15,2-1-11-15,2 2-9 0,3-1-6 0,-3 3-6 16,3 1-1-16,0 1-5 0,0 3-6 0,3 1-6 16,0 4-5-16,-2 2-2 0,0 1 1 0,-2 1-5 15,0 1-1-15,2 8 0 0,-8-5-3 0,2 1-2 16,-5-1 0-16,-3 9-3 0,0-4 1 0,-3 2-3 15,-1-4-4-15,-3 4-2 0,-4-2 4 0,1 2 3 16,2-4-7-16,-5 2 3 0,0-6-4 0,0-2 0 16,1 0 0-16,2-4 2 0,0-2 2 0,4-2 5 15,-2 1 3-15,3-3 1 0,-3 2 11 16,6-2 20-16,-2-1 31 0,1-1 34 0,2 0 33 0,1-2 45 16,0 0 17-16,0 0-28 0,0 0-22 15,1-17-22-15,3 7-13 0,6-5-8 0,2-1-10 0,2-6-20 16,5-4-9-16,0 2-10 0,2 0-5 0,0-1-11 15,2-2-9-15,-5 4-8 0,0 1-1 0,-5 6 4 16,-2 0-9-16,1 3-5 0,-7 4 4 0,4 1-11 16,-5 4 4-16,1-1-11 0,-1 2-5 0,-2-1-25 15,2 0-22-15,-4 4-29 0,4-1-14 0,-4 1 3 16,0 0 10-16,3 9 8 0,-1-2 7 0,-2-1 3 16,0 6 4-16,2-1 8 0,-2-1 3 0,2 7 4 15,-1-5 5-15,6 5 3 0,-1-2 2 0,0 1 15 16,3-2-6-16,0 1-5 0,3-4-19 0,2 1-21 15,0 0-26-15,4-4-41 0,-3 0-45 16,5 0-60-16,1-6-65 0,-3-2-203 0,-4 0-538 0,-1 0 238 16</inkml:trace>
  <inkml:trace contextRef="#ctx0" brushRef="#br0" timeOffset="28730.69">17081 3688 91 0,'3'-4'287'0,"-3"-2"-12"0,1 1-13 0,1 2-16 0,-2 3-26 16,2-4-25-16,-2 4-23 0,0 0-20 16,1-3-13-16,-1 3-14 0,0 0-16 0,17 3-9 0,-11 4-5 15,6-2-13-15,-3 1-6 0,1 5-6 0,-1-5-12 16,5 9-3-16,-2-1-4 0,-3 2-6 0,-2 0-6 16,1-1-1-16,-2 2-4 0,-3 1-2 0,1 0-4 15,-3 2-2-15,-1-4-3 0,-1 2 0 16,-1-1-2-16,-1-1 0 0,-1-5-4 0,0 2 0 15,-1-2-4-15,0-2-1 0,0 0-1 0,2-4 1 0,0 1 0 16,0 0-2-16,0-3 0 0,0 2 0 0,2-4 3 16,1-1-3-16,-2 4-1 0,2-4 5 0,-3 4 2 15,3-4 11-15,0 0 3 0,-2 4 4 16,2-4 4-16,0 0 8 0,0 5-7 0,0-5-2 16,0 0 6-16,0 0 3 0,0 0-14 0,0 0 1 0,2 3 4 15,-2-3 0-15,0 0 7 0,0 0 4 16,0 0 6-16,0 0 10 0,0 0-1 0,0 0-5 15,0 0-1-15,0 0-4 0,0 0 1 0,0 0-5 0,17-6-18 16,-1-1 4-16,4 3-8 0,12-6-1 16,0 0 6-16,7 3-6 0,-2-2-8 0,13-2 0 0,-12 2-1 15,-3 1-2-15,-1 1-4 0,-2 3-5 0,-5-2 17 16,-8 4-12-16,-2-4-11 0,-4 5 3 0,-3-2 13 16,-4 1-24-16,1-1 9 0,-1 2 5 0,-1 1-3 15,-5 0-3-15,5-1-11 0,-5 1-3 16,7-2-17-16,-7 2-26 0,0 0-35 0,6-1-35 0,-6 1-46 15,0 0 16-15,0 0-7 0,-2 10-41 0,-1-3-50 16,0-2-81-16,1 1-180 0,2-2-559 0,1 1 247 16</inkml:trace>
  <inkml:trace contextRef="#ctx0" brushRef="#br0" timeOffset="29610.29">18299 4223 59 0,'-6'0'155'16,"-2"0"-15"-16,8 0-13 0,-9 1-13 0,9-1-8 16,-6 0-11-16,6 0-13 0,0 0-8 0,-8 0-5 0,8 0-7 15,0 0-6-15,0 0-5 0,0 0 7 16,-6 1 11-16,6-1 0 0,0 0 6 0,0 0-5 15,0 0-6-15,0 0 2 0,0 0-1 0,0 0-1 16,0 0 2-16,0 0-2 0,0 0-7 0,0 0-3 16,0 0-4-16,0 0 3 0,0 0-11 0,0 0 1 0,0 0-8 15,0 0-2-15,0 0-3 0,0 0-3 16,0 0-3-16,0 0-2 0,0 0-3 0,0 0-2 16,0 0-2-16,0 0-2 0,0 0-3 0,0 0 1 15,0 0-1-15,0 0-3 0,0 0 4 0,0 0-8 16,0 0 4-16,0 0 5 0,0 0-9 0,0 0 0 15,0 0 0-15,0 0 2 0,0 0 1 0,0 0 5 0,0 0 9 16,0 0 1-16,0 0 2 0,0 0-2 16,0 0 0-16,0 0-1 0,0 0-4 0,0 0 0 15,0 0-1-15,0 0 0 0,0 0-1 0,0 0-2 16,0 0 2-16,0 0-3 0,0 0-2 0,0 0 2 16,0 0 1-16,0 0-4 0,0 0 0 0,0 0-2 0,0 0 1 15,0 0 0-15,0 0-1 0,0 0 0 0,0 0-2 16,0 0-1-16,0 0 0 0,0 0 1 15,0 0 1-15,0 0-5 0,0 0 3 0,0 0 0 16,0 0-2-16,0 0 1 0,0 0 0 0,0 0 2 16,0 0-1-16,0 0 0 0,0 0-1 0,0 0-2 0,0 0-1 15,0 0 4-15,0 0-1 0,0 0 2 0,25-2 0 16,-7 0 0-16,0-1 2 0,5 3-3 16,5-2 12-16,3-2-9 0,2 1-4 0,1-1-1 15,-1 0 2-15,4 0 0 0,0-1-1 0,-3 0 0 16,1 1 1-16,-3 1 0 0,-11-2 2 0,0 2-1 15,-3 1-25-15,-4-2-15 0,-1 4-23 0,-6 0-14 16,1-3-19-16,-2 3-22 0,-2-4-88 0,-3 2-197 16,-1 2-433-16,0 0 191 0</inkml:trace>
  <inkml:trace contextRef="#ctx0" brushRef="#br0" timeOffset="29843.09">18537 4074 213 0,'0'-6'328'0,"0"1"6"0,1 1 4 16,-2-1 3-16,1 5-15 0,1-4-28 0,-1 4-20 15,1-5-40-15,-1 5-24 0,0 0-38 0,0 0-32 16,0 0-39-16,0 0-23 0,0 0-11 0,0 14-10 0,2 2-3 16,-4 3-6-16,1 8-1 0,0-2-10 15,1 7 0-15,2-1-7 0,0-1-8 0,2 1-31 16,-1-5-38-16,3 6-41 0,-1-4-54 0,0 1-66 15,-1-4-69-15,-2-6-245 0,1-3-560 0,1-8 248 16</inkml:trace>
  <inkml:trace contextRef="#ctx0" brushRef="#br0" timeOffset="31349.47">19516 3567 60 0,'0'-5'213'15,"1"2"-16"-15,-1 3-12 0,0-5-17 0,0 5-16 16,0 0-19-16,0-5-15 0,0 5-16 0,0 0-9 15,0 0-12-15,8 10-1 0,-7-6-7 0,2 8-11 16,-1-3-6-16,2 3-10 0,-3 1 7 0,3 3-16 16,-3 3 2-16,1 7-2 0,-1 0-5 0,0 1-1 15,-1-1-4-15,0-1-2 0,0-5 0 0,0-2 2 16,3 2-6-16,-2-2-4 0,2-1-2 0,-3-4 0 16,-3-1-1-16,3-3 0 0,0-1-3 0,3-1-1 15,-3-2 1-15,0 0 28 0,0 0 27 16,0-2 36-16,0-3 30 0,0 4 25 0,0-4 21 15,0 0 32-15,0 4 18 0,0-4-9 0,0 0-38 0,6-12-27 16,2 3-18-16,-1-6-15 0,2 4-14 0,3-6-3 16,-1 1-16-16,2-9-2 0,4 4-24 0,-2-3-8 15,0 3 4-15,-2 5-6 0,-2 0-12 0,1 4 2 16,-3 1-14-16,-4 3 4 0,4-1-3 16,-5 5-5-16,0 0-5 0,-2 0-9 0,2 1-12 15,0 0-44-15,0 2-3 0,-4 1-4 0,0 0 5 0,13 7-8 16,-8-1 7-16,2 1 2 0,0 6 10 0,-1 1-3 15,2 1-5-15,-2 2 9 0,-1 0 1 0,3 0 4 16,-3-1-1-16,0-1 21 0,-2-2-21 16,1-1 9-16,0 2 1 0,-2-6 2 0,1 4 6 15,0-6 3-15,0 0 4 0,-3 0-6 0,2-1 0 0,0-2-1 16,-1 1 5-16,-1 0 0 0,0-4 4 0,1 4 6 16,-1-4-4-16,2 3 5 0,-2-3-4 0,1 3 5 15,-1-3-1-15,1 3 0 0,-1-3-6 0,0 0-9 16,0 0-15-16,0 0-17 0,0 0-14 0,0 0-23 15,0 0-42-15,0 0-62 0,0 0-52 16,0 0-46-16,-5-12-245 0,6 8-573 0,2-1 255 0</inkml:trace>
  <inkml:trace contextRef="#ctx0" brushRef="#br0" timeOffset="31758.45">20327 3430 31 0,'0'0'211'0,"-2"-3"-19"0,-5 1-16 16,7 2-17-16,-13 7-11 0,3-1-12 0,-8 7-14 15,-3 1-11-15,-1 6-9 0,-2 4-10 0,-2 1-8 0,3 4-8 16,-5 13-4-16,5-14-7 0,-3 12-5 0,5 3 0 15,9-10-12-15,2 0 0 0,2-3-1 0,6 3 18 16,3-7 0-16,4 3 3 0,3-3 1 16,6 0 3-16,1-4-5 0,4 0 1 0,4-5-5 15,-1 2-5-15,4-6-4 0,-1 1-2 0,5-5-2 16,2 0-3-16,-3-1-6 0,-1-2-4 0,-6-2-3 16,-3 0-3-16,0 0-3 0,-7-2 1 0,-1-2-2 0,-6 1 28 15,4 0 8-15,-5 1 9 0,4-2-2 16,-8 0 14-16,7 0-16 0,-7 0-2 0,7 0-1 15,-7 0-9-15,0 0-9 0,0 0-5 0,7 0-6 16,-7 0-13-16,0 0-15 0,0 0-10 0,0 0-28 0,0 0-53 16,0 0-48-16,-1-7-36 0,1 7-41 0,-6-8-35 15,2 5-250-15,0-3-534 0,0 0 237 16</inkml:trace>
  <inkml:trace contextRef="#ctx0" brushRef="#br0" timeOffset="32198.4">20521 3700 283 0,'2'-4'352'0,"-2"4"-20"0,1-3-38 0,0-2-27 16,-1 5-30-16,0-4-26 0,0 4-24 0,0 0-27 15,0 0-28-15,0 0-23 0,0 0-15 0,0 0-9 16,4 12-6-16,-6-2-8 0,2 1-9 0,-2 5-5 16,1 5-6-16,-2-4-6 0,0 3 0 0,1-1-11 15,-3 5 3-15,1-5-4 0,1-2-4 0,0 2-5 0,2-8 2 16,-2 1-3-16,3-1-1 0,-1-1-4 16,1-5 1-16,-3 2 1 0,3-2-4 0,-1 0 18 15,2 0 23-15,-1-5 18 0,-1 3 28 0,1-3 23 16,0 0 0-16,0 0-10 0,0 0-18 0,20-11-6 15,-12 3-14-15,1-1-4 0,5-2-8 0,-4-3-7 16,4 0-11-16,-1 0 0 0,0 0-5 0,2 1-9 16,-3 1-8-16,-3 3-1 0,-3 4-2 0,-1 0 1 15,0 1-5-15,-1 0-2 0,-1 0-5 0,-1 3-27 16,-2 1-25-16,7-2-12 0,-7 2 3 0,9 3-11 16,-4-1-3-16,4 4-13 0,-2 1-15 0,1 0-30 15,0 4-28-15,0-5-27 0,2 6-33 0,0-5-26 16,1 1-68-16,2-2-237 0,-4 2-585 0,6-3 259 15</inkml:trace>
  <inkml:trace contextRef="#ctx0" brushRef="#br0" timeOffset="32611.93">21062 3794 35 0,'-4'-2'246'0,"4"2"-25"0,0 0-22 16,0 0-18-16,0 0-19 0,0 0-18 0,0 0-13 16,0 0-14-16,0 0-9 0,0 0-16 0,0 0-7 15,0 0-7-15,0 0-11 0,0 0-3 0,0 0-7 16,0 0-3-16,0 0 7 0,0 0-4 0,0 0 2 16,0 0 3-16,0 0-2 0,0 0 4 0,0 0-11 15,0 0-2-15,0-4-6 0,0 4-2 0,0 0-1 16,0 0 3-16,0 0-6 0,0 0-2 0,0 0 0 15,0 0-4-15,0 0 5 0,0 0-3 0,0 0 10 16,0 0-5-16,0 0 0 0,0 0 0 0,0 0 7 16,0 0-8-16,0 0-3 0,14 0 1 0,-5-3-8 15,3 1-4-15,1 0-2 0,8-1-4 0,6-2 2 16,-7-2-3-16,9 0-3 0,1-1 0 0,3 2 3 16,-2-1-7-16,-2 1 2 0,-2 1-2 0,-6 0-4 15,-3 0-3-15,-7 1 5 0,-2 4-5 0,3-1-2 16,-5-2-11-16,-3 3-12 0,1-3-10 0,-1 0-36 15,-4 3-35-15,0 0-27 0,0 0-22 0,-22-2-25 16,8 1-25-16,-4 0-17 0,4 1-177 0,-4-3-427 16,1 3 190-16</inkml:trace>
  <inkml:trace contextRef="#ctx0" brushRef="#br0" timeOffset="32841.97">21187 3653 29 0,'0'0'289'15,"-2"-4"7"-15,2 4 2 0,-2-6-6 0,2 6-10 16,0-4-17-16,0 4-24 0,0 0-27 0,0-5-16 16,0 5-26-16,0 0-15 0,0 0-19 0,0 0-22 15,0 0-28-15,0 0-15 0,0 0-12 0,0 0-4 16,0 0-8-16,0 25-1 0,0-17-10 0,-4 9 1 16,3 2-5-16,2 1-3 0,3 6-2 0,-4-7 4 15,0 1-33-15,2 5-31 0,0-6-37 0,-1 9-36 16,2-8-38-16,2-3-51 0,-1 0-53 0,2-5-219 15,-2 0-502-15,0-7 223 0</inkml:trace>
  <inkml:trace contextRef="#ctx0" brushRef="#br0" timeOffset="33260.22">21734 3645 2 0,'0'-4'404'0,"3"1"-14"0,-3-2-18 0,0 5-38 0,2-6-29 15,-2 6-28-15,2-3-32 0,-2 3-21 0,1-3-32 16,-1 3-17-16,0 0-27 0,0 0-13 0,0 0-20 16,0 0-21-16,0 0-8 0,0 0-11 0,2 10-6 15,-2-2-6-15,0 2-7 0,0 1-10 0,-1 3-7 16,1 5 0-16,-1 0 2 0,1-1-1 0,0-1-19 15,1 3-3-15,-1 5 3 0,0-7-1 0,0 0-1 16,1 0-2-16,-1-1-8 0,3-2 10 0,-3-4-4 16,1 0 1-16,-1 1-7 0,3-6 2 0,-3 1-2 15,1-1-1-15,-1-2 1 0,0 2-5 0,1-3 3 16,-1 1-2-16,0-4 8 0,0 5-4 0,1-2 0 16,-1-3-1-16,0 0-1 0,0 4 7 0,0-4-5 15,0 0 4-15,0 0 0 0,-1 3-4 0,1-3 0 16,0 0 3-16,0 0-4 0,0 0 3 0,0 0 2 15,0 0-1-15,0 0-13 0,0 0-8 0,0 0-11 16,0 0-17-16,0 0-19 0,0 0-59 0,0 0-63 16,0 0-38-16,8-15-47 0,-6 9-43 0,0-1-223 15,0-3-573-15,2-1 255 0</inkml:trace>
  <inkml:trace contextRef="#ctx0" brushRef="#br0" timeOffset="34125.44">21877 3367 98 0,'0'0'231'0,"0"0"-20"0,0 0-25 0,5-3-26 15,-5 3-9-15,9 6-16 0,5 1-11 16,2 3-13-16,4 7-5 0,4 1-9 0,0 3-4 15,1 1-15-15,-1 5-2 0,-3 1-5 0,-1 1-3 16,7 15-5-16,-5-3-2 0,-7 5-8 0,-2 1-1 0,-9 0-3 16,-3-12-9-16,-5 1-2 0,-1-1 0 0,-5-2-3 15,-2-2-1-15,-1-3 8 0,-1-1 4 16,-4-4 5-16,-1 1 9 0,-2-6 2 0,7-5-6 16,-3-1 2-16,0-1 5 0,1-2-3 0,5-2-4 15,1-2-4-15,0 1 2 0,5-4-13 0,0 1-4 16,0-1-4-16,0 1 3 0,2-1-4 0,3-2-2 15,-6 3 17-15,3-2-5 0,3-1-5 0,-4 3-3 0,4-3-16 16,0 0-41-16,0 0-59 0,0 0-59 16,19-8-68-16,-12 4-300 0,2-3-551 0,1 0 244 15</inkml:trace>
  <inkml:trace contextRef="#ctx0" brushRef="#br0" timeOffset="35859.07">22874 3454 135 0,'-2'-8'230'0,"0"1"-9"16,2 1-11-16,-1 0 4 0,2 2-20 0,-3-1-15 15,2 5-18-15,0-5-17 0,0 5-12 0,-2-7-21 16,2 7-14-16,0 0-8 0,0 0-12 0,-20 14-5 16,-2 3-15-16,3 5-6 0,-9 1-5 0,-10 12-6 15,0 4-4-15,1 1 0 0,2 6-5 16,3 4-3-16,6 1 0 0,3-5-1 0,1-1-4 0,13-9 0 15,-1 10 15-15,6-12 7 0,7-2-1 0,3 2 8 16,7-5-2-16,2-3 2 0,2-4-2 0,9 2-2 16,0-7 5-16,5-1 4 0,2-3 0 0,1-1-1 15,0-4-10-15,-2-2-5 0,-4 0 4 0,2-2-4 16,-13-2-4-16,0-2 1 0,-4 1 12 0,-6 1 3 16,0-1-2-16,-1-1 8 0,-6 0 1 0,8 0-4 15,-6 2-1-15,-2-2-8 0,0 0-6 0,8-2-5 16,-8 2-5-16,0 0-12 0,0 0-11 0,9 2-9 15,-9-2-18-15,0 0-32 0,0 0-94 0,0-7-81 16,1 2-60-16,-2-1-278 0,1 0-610 16,0 6 270-16</inkml:trace>
  <inkml:trace contextRef="#ctx0" brushRef="#br0" timeOffset="36312.92">23122 3589 109 0,'0'-5'324'0,"0"1"-28"0,0-1-26 0,0 5-26 0,0-5-29 16,0 5-28-16,2-4-28 0,-2 4-14 0,0 0-22 15,0 0-9-15,0 11-12 0,0 0-8 0,0 1-10 16,0 4-6-16,0 2-5 0,0 9-9 16,-2 0 3-16,-2 1-15 0,0 1 6 0,0-1-16 15,2-3-5-15,-2 0-2 0,0-5-2 0,3-1-4 0,-2-6-3 16,3-5-1-16,-1 4-4 0,1-6 1 0,-1 2 3 16,1-3 12-16,0-1 19 0,0-1 34 0,0-3 41 15,0 5 34-15,0-5-15 0,0 0-16 16,11-10-14-16,-4 3-9 0,3-1-11 0,1-4-12 15,0-2-9-15,3-1-11 0,1 1-3 0,0-1-20 0,-2 4 6 16,0-2 1-16,-3 4-14 0,-1 4-6 16,1 0-2-16,-5-1-16 0,0 1 5 0,1 2-10 0,-3 0-22 15,4 3-3-15,-7 0-7 0,10 2-7 16,-4 0-10-16,3 4-6 0,1-2-13 0,0 5-24 16,-3-1-22-16,5 4-22 0,-1 1-25 0,0-2-31 0,2 4-27 15,0-2-49-15,1-1-85 0,-5-5-181 16,8 3-568-16,-6-4 251 0</inkml:trace>
  <inkml:trace contextRef="#ctx0" brushRef="#br0" timeOffset="36731.36">23710 3759 93 0,'0'0'227'0,"-7"0"-19"0,7 0-23 16,-4-3-14-16,4 3-22 0,0 0-12 0,-5-4-18 0,5 4-13 16,0 0-14-16,0 0-5 0,0 0-10 0,0 0-3 15,0 0-7-15,0 0-7 0,0 0 1 0,0 0-4 16,0 0-2-16,0 0 3 0,0 0 3 16,0 0 1-16,0 0-2 0,0 0 0 0,0 0-2 15,0 0 2-15,0 0-7 0,0 0-13 0,-6 0-4 0,6 0-5 16,0 0 0-16,0 0-3 0,0 0-2 0,0 0-1 15,0 0-6-15,0 0 0 0,0 0-1 0,0 0-4 16,0 0 2-16,0 0-6 0,0 0 1 16,0 0 3-16,0 0-7 0,0 0 6 0,0 0 5 15,0 0-7-15,0 0 2 0,0 0 9 0,13-3 6 0,-2 3-2 16,3-2 1-16,4 0-4 0,10-1 0 0,-9 0-3 16,13 1-3-16,0-2-3 0,0-2 0 0,0 4-3 15,-2-2-2-15,-1-1-3 0,0 2-4 16,-7 0-8-16,-3-1-7 0,-5 1-14 0,-2 0-6 15,-6 2-11-15,3-2-17 0,-4 2-28 0,-5-1-33 0,0 2-21 16,0 0-51-16,-10-6-208 0,1 1-434 16,-1 1 192-16</inkml:trace>
  <inkml:trace contextRef="#ctx0" brushRef="#br0" timeOffset="36965.71">23858 3592 78 0,'-3'-5'297'0,"6"0"-5"16,-3 0 3-16,0 0 2 0,0 0-13 0,0 5-24 16,0-5-19-16,0 5-27 0,-3-6-31 15,3 6-14-15,4-5-31 0,-4 5-25 0,0 0-9 0,0 0-6 16,0 0-17-16,-1 21-13 0,1-9-10 0,0 1-7 16,0 5-2-16,1 1-6 0,-2 9-2 0,1-3-6 15,1 4-2-15,3 1 0 0,0-1-5 0,-3 1-37 16,4-5-33-16,3 4-36 0,-3-4-38 15,-1-4-31-15,0-1-59 0,-2-4-292 0,0-4-539 16,0-2 239-16</inkml:trace>
  <inkml:trace contextRef="#ctx0" brushRef="#br0" timeOffset="37611.46">24274 3466 123 0,'0'0'250'0,"4"-3"-25"16,-1-1-23-16,2 4-23 0,0-3-18 0,8 3-17 0,0-1-13 15,1 2-9-15,4-1-11 0,1 3-10 0,-1 1-6 16,1-1-13-16,0 4-4 0,-4 1-9 16,1-1-5-16,-5 0-9 0,-1 0-7 0,-1 2-8 15,-1 0-3-15,-3-1-2 0,-4 3-5 0,2-2-2 16,-3 2-6-16,-4 0 1 0,0-1-5 0,-4 2 4 0,1-3-8 16,-1-1 2-16,-1 1-6 0,0-1 1 0,-1-1 0 15,2-1-2-15,3-1 1 0,-1 0-1 16,0-2 1-16,1 2-11 0,2-2 7 0,0 1 0 15,-1-2-5-15,1-1 2 0,3 5 1 0,0-6 3 16,3 6-6-16,1-3 8 0,0 2-1 0,3 0-4 16,3-1 5-16,-1 1-6 0,4 3 4 0,3-1 2 15,-6 2 3-15,8 3 0 0,-5 1 4 0,2-3-3 16,-2 1 2-16,-1 1-2 0,-1 0-1 0,-4-2 0 16,-2 1-3-16,0 1 2 0,-2-3-6 0,-4 3 0 15,0 1-5-15,-3-5 4 0,-1 4 2 0,-1-2-3 16,-3-2 2-16,-3 1-3 0,-2-2-6 0,-4 0-15 15,0-3-19-15,1 0-29 0,-1 0-24 0,-2-4-43 16,3-1-55-16,-1-3-192 0,1-1-413 0,6-2 183 16</inkml:trace>
  <inkml:trace contextRef="#ctx0" brushRef="#br0" timeOffset="37892.86">24605 3238 270 0,'-1'-4'273'0,"1"0"-30"0,0 4-26 0,6-2-24 16,-6 2-19-16,16 13-14 0,0-1-11 0,7 10-15 15,-1 4-7-15,10 11-10 0,-1 4-15 0,-3 5-3 16,-1 0-8-16,-3 3-5 0,-4 2-13 0,-5 1-2 15,-8 5-1-15,-3 0-8 0,-4-1-1 0,-6-4-8 16,-5 0-4-16,-6-5-4 0,-5-2 2 0,-6-4-6 16,-6-4-5-16,-4-4-8 0,-8-5-19 0,-1 0-39 15,-2-2-52-15,-6-6-58 0,3-1-98 0,-5-5-194 16,4-4-468-16,12-5 207 0</inkml:trace>
  <inkml:trace contextRef="#ctx0" brushRef="#br0" timeOffset="40741.78">25456 3207 26 0,'2'-7'142'0,"0"4"8"0,1-2-14 0,-2-2 12 15,0 2 6-15,1 0-7 0,0 1 4 0,0-1 1 16,-1 2-2-16,1-1-9 0,0 1-11 0,-2 3-15 16,0 0-13-16,0 0-7 0,0 0-22 0,0 0-10 15,0 0-9-15,-13 8-4 0,4 5-4 0,-10 9-5 16,-3 5-4-16,-11 15-6 0,-3 2 0 0,-4 1-7 16,1 4-2-16,3-1 1 0,0 0-3 0,8 0 1 15,1 1-2-15,9 0 2 0,6 2 12 0,9 0-2 16,6-2 0-16,4-14-3 0,16 9 1 0,13-5-2 15,10-4-13-15,6-6-19 0,34 6-26 0,-26-18-44 16,28 1-60-16,3-6-70 0,-28-7-172 0,-1-5-407 16,1-2 181-16</inkml:trace>
  <inkml:trace contextRef="#ctx0" brushRef="#br0" timeOffset="41329.8">25836 3462 175 0,'0'-6'275'0,"1"-3"-9"15,1 4-16-15,-1 0-3 0,0 0-17 0,-1 0-23 16,0 5-22-16,0-5-17 0,3 3-28 0,-3 2-17 15,0 0-10-15,0 0-15 0,0 0-12 0,6 12-8 16,-5-2-5-16,-1 0-9 0,0 6-5 0,0 3-11 16,0 1-2-16,-2 5-6 0,-2 3-3 0,0 1-2 15,-1 0-1-15,-3 1-1 0,3 1-4 0,-4 0-1 16,4-2-4-16,1-9-1 0,4-3-2 0,-4-1-4 16,3-3 0-16,1-6 0 0,-1 1 4 0,-2-3 6 15,3-1 37-15,0-4 36 0,0 8 54 0,0-8-8 16,0 0-17-16,12-13-10 0,-1 1-18 0,2-9-11 15,4 1-3-15,-2-4-16 0,3 2-1 0,1-4-11 16,3 1-10-16,-1 1-5 0,0 0-6 0,-1 4-7 16,-3 6-10-16,-4-1 7 0,-3 4-2 0,-1 3 1 15,-4 1-5-15,0 2-6 0,-1 1-5 0,1-1-22 16,-1 2-29-16,1 1 3 0,-5 2-5 0,8 5 3 16,-4 1-6-16,2 0-5 0,-1 5-12 0,0-1-16 15,2 2-21-15,2 2-18 0,-2 2-28 0,2 2-32 16,-1-3-36-16,1 3-41 0,1-1-66 0,-1-6-198 15,-1-2-562-15,3 0 249 0</inkml:trace>
  <inkml:trace contextRef="#ctx0" brushRef="#br0" timeOffset="41790.86">26476 3625 31 0,'0'0'238'0,"-5"-2"-20"0,5 2-17 16,0 0-20-16,-5-2-20 0,5 2-14 0,0 0-13 15,0 0-18-15,0 0-10 0,0 0-6 0,0 0-13 16,-4-3-12-16,4 3-11 0,0 0-1 0,0 0-6 16,0 0-6-16,0 0-6 0,0 0-1 0,0 0-8 15,0 0-1-15,0 0-3 0,0 0-4 0,0 0-5 16,0 0-2-16,0 0-3 0,0 0-1 0,0 0 0 15,0 0-7-15,0 0 0 0,0 0-1 0,0 0-3 16,0 0 1-16,0 0 0 0,0 0-1 16,0 0 0-16,0 0 10 0,0 0 2 0,0 0 1 0,0 0 7 15,0 0-2-15,0 0 17 0,0 0 4 0,0 0 3 16,0 0 3-16,0 0 3 0,0 0 0 0,0 0-1 16,0 0-1-16,17 0-4 0,2 0-3 0,1 0-5 15,7-3-2-15,4 1-5 0,3 1 3 16,-1-2-8-16,2 0-3 0,-2 1-5 0,-5-1 1 15,-6 1 1-15,-4 0-3 0,-4 2-5 0,-2 0-3 0,-2-2 0 16,-1 3 1-16,-2-2 0 0,-3 1-2 0,-4 0-3 16,11-2 0-16,-8 1-3 0,-3 1-18 0,0 0-11 15,0 0-20-15,0 0-24 0,0 0-24 0,-18 0-30 16,7 0-33-16,1 0-44 0,-1 0-241 16,4 0-478-16,7 0 211 0</inkml:trace>
  <inkml:trace contextRef="#ctx0" brushRef="#br0" timeOffset="42379.08">27092 3330 220 0,'2'-4'202'0,"1"1"-19"0,1 1-24 16,-4 2-13-16,9-1-12 0,-9 1-18 0,15 3-9 16,-8-3-13-16,4 4-9 0,1 1-8 0,-2 2-7 15,0 1-4-15,0-2 0 0,-2 4-12 0,1 4 1 16,-1 0-6-16,-1 0-1 0,-3 2-6 0,-1 1-2 15,-3 1-2-15,-2-1-2 0,-3 3 0 0,-4 3-5 16,-3-2 2-16,-4 1-6 0,-2 1 0 0,-3-3 1 16,-2-4-7-16,-1 4 3 0,2-8-2 0,5 0-1 15,0-4-1-15,5 0 2 0,1-2-8 0,2 1 7 16,2-5 3-16,3 1 15 0,-2 0 12 0,0-1 30 16,3 1 20-16,-1-1 28 0,4-2 8 0,0 0 0 15,0 0-22-15,0 0-9 0,-3-10-19 0,3 10-5 16,9-5-12-16,-2-2-8 0,2 4-6 0,2 1-7 15,-1 0-7-15,2-2-1 0,-1 1-5 0,3 3-7 16,0-3-3-16,-1 3-3 0,1 0-2 0,-1 0 1 16,6 3-7-16,-1-2-2 0,4 2-7 0,-3 0 5 15,0 1 2-15,0-3 0 0,0 4-4 0,-1-4 2 16,-4 4-2-16,-3-3 1 0,0-2 2 0,-1 1-4 16,-1-1 1-16,-1 0 1 0,-8 0-4 0,11 0 0 15,-4-1-1-15,-1-1 4 0,1-3-1 0,-2 4-4 16,1-4-1-16,-2 3-1 0,0-1-10 0,0-3 1 15,-2 2-9-15,1 1-8 0,-1-1-16 0,0 0-6 16,-1 0-29-16,0 1-12 0,0-1-34 0,-1 1-24 16,0 3-41-16,2-8-40 0,-1 4-49 15,-2-1-215-15,4-2-530 0,-1 2 235 0</inkml:trace>
  <inkml:trace contextRef="#ctx0" brushRef="#br0" timeOffset="42658.25">27464 3137 90 0,'0'0'234'0,"6"-2"-23"15,-6 2-22-15,13 7-21 0,-3 2-11 0,8 3-13 16,1 6-14-16,4 4-1 0,4 5-19 0,5 15-6 15,-3-4-11-15,-2 4 0 0,0 2-5 0,-4 2-2 16,-8-3-2-16,-7-8-11 0,1 20-6 16,-13-6-7-16,-5 6 1 0,-10-2-6 0,-6-3-3 15,-5-7-3-15,-11-2-3 0,-6-2-18 0,-4-6-30 0,-8-1-47 16,-23 2-65-16,22-10-121 0,-4-6-133 0,3-5-396 16,-3-9 175-16</inkml:trace>
  <inkml:trace contextRef="#ctx0" brushRef="#br0" timeOffset="46092.11">20028 4671 41 0,'3'-3'89'0,"-3"3"-12"15,2-4-8-15,-2 4-5 0,2-3-13 0,-2 3-1 16,0 0-3-16,0 0-7 0,6-2-2 0,-6 2-5 0,0 0-6 16,10 0 3-16,-10 0-8 0,0 0 0 0,10 0-3 15,-10 0-1-15,11 2-3 0,-6 0 2 0,2-2-3 16,1 0 3-16,1 0-4 0,0 1-2 15,2 1-2-15,2-1 4 0,1 0-1 0,4 2-6 16,3-3 0-16,-5 2 2 0,5 0-1 0,-1 1-4 0,2-1 3 16,6-2 3-16,-9 1-4 0,9 1-3 15,-5-1 7-15,0-1 0 0,5 0-5 0,-1 0 1 0,3-1 3 16,0-2-3-16,5 1 3 0,-1-2 4 16,3 3-3-16,-1-1 7 0,3 2-9 0,-3-3 8 15,4 2-4-15,-1 0-3 0,-2-1 0 0,-1 4-2 16,0-2 0-16,-1 0 4 0,-2 0-4 0,3 0 3 0,-4 2-1 15,0-2-4-15,-1 0 2 0,-1 3 1 0,1-3 5 16,0 0-4-16,-1 2-10 0,-2-1 4 16,3-1-1-16,0 0 0 0,-1 0 2 0,2 1 0 15,-4-2 1-15,4 2 4 0,-1-1-6 0,0 3-3 16,1-6-3-16,-2 8-7 0,0-6 2 0,0 1-5 16,-2 0 5-16,3-1 7 0,-4 1 2 0,2-3-2 0,-1 2-4 15,0 0 0-15,1-1-3 0,-3 2 6 16,-3 0-4-16,4-3 3 0,6-1 5 0,-1 1-5 15,-2 1-5-15,3 0 5 0,0-1 6 0,3 1-5 16,-3 1 2-16,2 0-3 0,-2 0 4 0,0 1 0 0,-1-2-5 16,0 5 4-16,-1-6-1 0,-2 1 1 0,2 2 1 15,-2 0 1-15,2-3-2 0,0 3-2 16,-1-1 6-16,3 0-3 0,-1 1-10 0,-1-3 1 16,0 0 2-16,2-1 2 0,0-1-1 0,-1 3 2 15,1 0 3-15,1 0-2 0,-1 0-1 0,1 1 7 16,1-2-7-16,-1 3 1 0,-1-4 3 0,3 3-6 0,-1-1 2 15,-1-2 5-15,1 3-3 0,-1-4 5 16,3 2-2-16,2 2 8 0,-1-2 2 0,-5-1-8 16,4 4 2-16,2-5-1 0,-1 2 0 0,2-1 2 15,-1-1-3-15,-3 4 4 0,2-1-7 0,-2 1-2 16,1-2 4-16,3 2 9 0,-2-3-8 0,-2 1-1 16,0 0-4-16,-2 3 9 0,3-4-7 0,-1 0 1 15,-3 0-1-15,2 1 6 0,-1-2-1 0,2 3 0 16,-4-2 2-16,4 1-2 0,-2 3 2 0,1-5 4 15,-1 0-6-15,2 1 1 0,1 1-6 0,-1 0 5 16,-2 3 1-16,1-2-1 0,-1-1 1 0,2 2-3 16,0-2 0-16,-2 2 4 0,1-3-6 0,-1 2 4 0,0 0 0 15,-4-1-4-15,2-2-2 0,0 4 5 16,-4-3 0-16,6 0 8 0,-4-1-1 0,3 3-6 16,-1 1 6-16,3-1-3 0,-2 0-2 0,4 0 2 15,-4-1 0-15,2 0 1 0,-1 2-7 0,0-3 7 0,0-1-8 16,-2 4 7-16,0-2-6 0,-1 1 2 0,-1-3 6 15,1 2 0-15,1 1-6 0,-4-1 5 0,4-3-2 16,-1 5 1-16,-1-4-2 0,2 3 6 16,0-1-2-16,0 0-8 0,-5 1 4 0,6-1-1 15,-7 2-1-15,3-2 1 0,1 1 3 0,-2 0-1 0,-1-2-1 16,-5 2-2-16,9-1 3 0,-3-1-1 0,0 1 4 16,2 2 2-16,-10 0-2 0,10-2 5 15,-1 2 0-15,-1 0 0 0,3-3-2 0,-2 2-3 16,3 2 1-16,-1-1-2 0,1 1 0 0,1 0-2 15,-4 1-1-15,1-2 1 0,2 1-1 0,-3 1 1 0,3 0 0 16,0-2-3-16,-4 0 2 0,0 1 1 0,-1 0-1 16,4 0-3-16,-3 1 3 0,-1-2-8 0,2 2 7 15,0-2-2-15,2 2 12 0,1 1-13 16,0-2 3-16,0 2-2 0,0 0-1 0,0-2 4 16,0 0-3-16,1 1 3 0,1 0-3 0,-3-3 2 0,-4-2-1 15,0 6 1-15,-4-4-2 0,-3 0 0 0,1 1 7 16,-1-2-7-16,1 2 7 0,-1-2-6 15,-1 2-3-15,0 0 4 0,-2-2-2 0,3 0 0 16,-2 1 0-16,-1 2 2 0,1-2-2 0,-5 1 1 16,2 0 4-16,0 1 0 0,3-1-3 0,0 1 4 0,-3-2 1 15,2-3 1-15,1 5 5 0,-4 0-3 0,4-1-4 16,0 1 1-16,-5-1 1 0,1 1 3 16,3-2-7-16,3 1 0 0,-2 2 0 0,-4-1-2 15,4 0 4-15,2 2 3 0,-6-2-4 0,5 0-5 16,2 1 3-16,-5 0 3 0,2-1-2 0,-1 0-1 0,-2 0 4 15,-3 3 0-15,5-1 3 0,-4-2-2 0,-1 0 2 16,-1 0 0-16,-2 0-1 0,4 0-1 0,-3-2 3 16,3-1 0-16,-7 3-4 0,3 0-3 0,-2-1 2 15,-2 0 1-15,1-1-3 0,-6 2 1 0,9 0-1 16,-4-1 6-16,-5 1-6 0,7-2 0 0,-7 2 4 16,0 0 0-16,0 0 0 0,10 0-1 0,-10 0-2 15,0 0 0-15,0 0-1 0,0 0-2 0,0 0 2 16,6-1-10-16,-6 1-30 0,0 0-29 0,0 0-25 15,0 0-27-15,0 0-206 0,0 0-345 0,-15 8 152 16</inkml:trace>
  <inkml:trace contextRef="#ctx0" brushRef="#br0" timeOffset="46974.89">24015 4852 218 0,'0'0'206'0,"0"0"-25"0,0 0-21 0,-3-4-14 16,3 4-18-16,0 0-9 0,0 0-21 0,0 0-11 15,0 0-14-15,-1 12-3 0,-3-4-11 0,0 5-3 16,-1 1-7-16,-5 4 1 0,-1 5-9 0,-2 0 7 16,1 6-15-16,0-7 1 0,-2 5-4 0,1-1 1 15,0 1-3-15,2-3-5 0,-2 3-1 0,1-4 4 16,-1-1 5-16,2 5-6 0,3-8 0 0,3-1 3 15,-3-1-2-15,2 2 4 0,-1-2-1 0,3-2-4 16,1 1-1-16,-3-6 0 0,2 0-4 0,1-1-3 16,3-2 1-16,-5-2 6 0,5 2 1 0,-2-3-1 15,2 0-2-15,-2-2 2 0,2-2-2 0,2 7 6 16,-2-7-1-16,0 5-2 0,0-5 6 0,0 3 0 16,0-3 11-16,10 2 0 0,0-2-2 0,4-2-5 15,5-1-3-15,11 2-5 0,-2-2-3 0,2 1-13 16,0-1-21-16,-1-1-25 0,3 1-32 0,0 2-31 15,-4-4-16-15,2 1-33 0,-1-1-35 0,-9 3-189 16,0 0-401-16,-1-3 178 0</inkml:trace>
  <inkml:trace contextRef="#ctx0" brushRef="#br0" timeOffset="47322.9">24219 5204 224 0,'-1'-5'283'15,"1"5"-1"-15,-2-5-12 0,2 1-20 0,0 4-26 16,0 0-26-16,-2-4-23 0,2 4-22 0,0 0-17 16,-2-2-31-16,2 2-15 0,0 0-8 0,-6 7-12 15,2 1-6-15,1 4-7 0,-2 2-4 0,-4 11-5 16,-1 3-2-16,1 2-9 0,-1 1-4 0,1 0-4 0,-3 2-1 16,3 0-5-16,3-1-2 0,-2-1-2 0,2 1-2 15,2-4 0-15,0 1 0 0,0-2 0 16,4-7-3-16,0-2 1 0,0-1-5 0,0-4 2 15,-1-1-1-15,2 0-2 0,-1-3 5 0,0 0 6 16,3-2-3-16,-3-1 0 0,1-2-2 0,-1 1-4 0,0-2 2 16,1 1 1-16,-1-4 0 0,2 5-3 0,-2-5 2 15,0 0 0-15,0 5-1 0,0-5 0 0,0 0-2 16,0 3-1-16,0-3-5 0,0 0-12 16,0 0-6-16,0 0-8 0,0 0-9 0,0 0-1 15,0 0-21-15,0 0-68 0,0 0-54 0,0 0-51 0,2-13-220 16,1 6-484-16,1 1 215 0</inkml:trace>
  <inkml:trace contextRef="#ctx0" brushRef="#br0" timeOffset="47948.18">24618 4923 154 0,'0'-4'297'16,"0"4"-13"-16,-1-6-20 0,1 6-18 16,0 0-17-16,1-2-18 0,-1 2-20 0,0 0-17 0,0 0-13 15,1-5-16-15,-1 5-18 0,0 0-14 0,0 0-12 16,0 0-12-16,0 0-12 0,0 0-7 0,0 0-10 16,0 0-8-16,0 0-10 0,0 0-8 0,0 0-4 15,0 0-7-15,0 19-1 0,0-9-3 0,-1 1 0 16,1 5-3-16,-1 3-3 0,0 2 4 0,-1 4-5 15,2-1 0-15,0 3 0 0,-1-1-3 0,1 0 1 16,3 1 0-16,-2 0-5 0,1 0 4 0,2 0-4 16,-2-2 4-16,3 3-2 0,0-5 3 15,-3-3-3-15,0-1 3 0,-1-1-6 0,5-1 3 0,-3-1-3 16,-2-4 0-16,2-2-1 0,-1 2 4 0,-2-4 0 16,4-1 2-16,-4-2-4 0,0 0 0 0,1 0-1 15,-1-1 1-15,0-4 0 0,5 5 2 0,-5-5 3 16,-3 4 7-16,3-4-2 0,0 4 3 0,0-4-3 15,0 0-3-15,3 4 4 0,-3-4-7 0,0 0 3 16,0 0-4-16,0 0 2 0,0 0 0 0,0 0 3 16,4 4-7-16,-4-4 3 0,0 0-3 0,0 0-5 15,0 0 3-15,0 0-1 0,0 0 0 0,0 0 1 16,0 0-3-16,0 0-4 0,0 0-8 0,0 0-8 16,0 0-21-16,0 0-14 0,0 0-24 0,0 0-25 15,0 0-23-15,0 0-26 0,0 0-29 0,0 0-20 16,0 0-52-16,0 0-158 0,0 0-445 0,0 0 197 15</inkml:trace>
  <inkml:trace contextRef="#ctx0" brushRef="#br0" timeOffset="48645.92">24673 5754 70 0,'0'0'194'0,"0"0"-20"0,0 0-18 0,0 0-21 16,0 0-11-16,0 0-17 0,0 0-13 0,-6 4-9 15,6-4-9-15,-5 4 3 0,3 1-18 0,1-1-9 16,1 1-2-16,-2-2-5 0,0 2-2 0,0 3-5 16,0-6-7-16,2-2-1 0,-3 5-2 0,1-2-3 15,2-3-1-15,0 0-3 0,0 7 4 0,0-7 6 16,0 0 12-16,-2 4 21 0,2-4 17 0,0 0 18 16,0 0 15-16,0 0 11 0,0 0 6 0,0 0-6 15,0 0-13-15,0 0-11 0,0 0-11 0,0 0-6 0,0 0-5 16,0 0-9-16,0 0-5 0,0 0-13 15,0 0-1-15,6-12-9 0,-6 12-3 0,0 0-8 16,0 0-6-16,0 0-4 0,0 0-17 0,0 0-4 16,0 0-11-16,0 0-7 0,0 0-7 0,0 0 4 15,0 0-2-15,0 0 1 0,0 0 3 0,0 0 0 16,0 0 4-16,0 0-1 0,0 0 5 0,0 0 0 16,0 0 2-16,0 0 5 0,0 0 6 0,0 0 12 15,0 0 24-15,0 0 14 0,0 0 34 0,0 0 2 16,0 0-9-16,5-5-7 0,-3 3-7 0,0 0-5 0,1-2 2 15,0 0 0-15,-3 4 0 0,4-2-11 16,-4 2-5-16,0 0-13 0,0-5-22 0,0 5-19 16,0 0-26-16,0 0-23 0,0 0-42 0,0 0-44 15,0 0-57-15,-14 0-96 0,14 0-249 0,-19 0-591 16,10-1 262-16</inkml:trace>
  <inkml:trace contextRef="#ctx0" brushRef="#br0" timeOffset="50890.07">28535 3791 145 0,'2'-3'199'15,"-2"-2"-8"-15,3 2-19 0,-1 0-15 0,2 1-15 16,1 0-17-16,0 0-15 0,3-1-11 0,-1 3-9 16,6 0-8-16,-1 0-12 0,-2 3-5 0,3 0-11 15,-4 3-6-15,1 2-2 0,3 4-3 0,-4 1-6 0,0 3-2 16,-2 1-1-16,1 8-5 0,-3 0-1 16,-1 0-19-16,-1 0 1 0,-6 3-2 0,-1-1 5 15,-1 2-5-15,-3 0 5 0,-3-3 0 0,-2-2-3 16,-1 1 2-16,0-1-3 0,-4-2 4 0,4 0 2 15,-5-1-2-15,2-9 1 0,5 1 4 0,-1-3-1 0,-2 2 8 16,3-4 2-16,3-2 6 0,0 1-3 16,0-2-1-16,4-1 3 0,0 0 9 0,1-1 15 15,1 1 19-15,0-2 22 0,3-2 18 0,-5 3 36 16,5-3-1-16,0 0 11 0,-4 0 19 0,4 0-11 16,0 0-34-16,12-15-19 0,1 5-12 0,4-3-14 0,2-4-6 15,2-3-1-15,3 0-19 0,0-2-21 16,3-3-7-16,1 1-9 0,0 2-7 0,0-3 3 15,-1 1-11-15,-1-3-1 0,-2 7 4 0,-3-2-2 16,0 2-2-16,-7 5-3 0,0 2 10 0,-5 1 16 16,1 5-1-16,-6 2 7 0,1-2-7 0,-1 3-4 15,0 1-2-15,-1 0-7 0,-1 0-12 0,1 1-20 16,-3 2-23-16,7-3-22 0,-7 3-27 0,0 0 8 16,0 0 3-16,-2 13 16 0,-3-1-3 0,0-2 10 15,-2 6 7-15,2 4 2 0,-6 3 5 0,4 2 6 16,-2-1 0-16,4-5 7 0,1 0-1 0,-1 0 7 15,5 0-1-15,4 0-1 0,-3-2 11 0,4 0 1 0,3-1 0 16,4 0 5-16,8 2 0 0,2-3-5 16,-4-5-30-16,11 1-55 0,3-3-65 0,1-2-82 15,-1-5-322-15,1 1-606 0,-2-5 268 0</inkml:trace>
  <inkml:trace contextRef="#ctx0" brushRef="#br0" timeOffset="51572.98">29254 3289 144 0,'0'-2'240'0,"0"2"-22"0,0 0-23 0,0 0-18 15,0 0-17-15,1-5-24 0,-1 5-16 0,0 0-18 16,0 0-22-16,0 0-8 0,0 0-10 0,-4 12-6 16,3-4-14-16,-4 2 1 0,0 1-2 0,1 5-9 15,-1 2 2-15,-3 0-3 0,0 2-3 0,1-2-3 16,3 1-4-16,-5 5-2 0,3-7 0 0,-2 1 0 15,5 1-4-15,-1-2-1 0,0-2 3 0,1-3-3 16,2-3-3-16,-2 3 2 0,2-5-4 0,1 0 3 16,-1-1-3-16,1-1 0 0,1 0 3 0,-2-1 1 15,3 0 15-15,0-1 14 0,2 2 6 0,2-3-3 16,0 0-6-16,8 3-2 0,-5-4-4 0,5 1-7 16,-1-1-12-16,-3 0-24 0,7-1-25 0,-7 0-33 15,4 0-39-15,0-2-33 0,-2 0-46 0,-2-1-153 16,0 0-367-16,2-1 164 0</inkml:trace>
  <inkml:trace contextRef="#ctx0" brushRef="#br0" timeOffset="51752.27">29387 3489 64 0,'0'0'288'0,"-1"-5"-21"0,1 5-31 15,0 0-25-15,0 0-24 0,0 0-23 0,0 0-22 16,0 0-13-16,0 0-12 0,-2 22-12 0,0-2-8 15,-1 4-8-15,-1 6-5 0,1 5-9 0,-5 16-2 16,3-1-6-16,1 2-10 0,3 0-45 0,-2-4-43 16,1 2-47-16,2-2-51 0,-4-15-242 0,2 1-403 15,2-5 179-15</inkml:trace>
  <inkml:trace contextRef="#ctx0" brushRef="#br0" timeOffset="53420.91">29678 4284 151 0,'0'0'276'0,"0"-4"-16"15,0 4-22-15,0 0-23 0,0 0-22 0,0 0-26 16,0 0-53-16,4-5-44 0,0 4-49 0,1-1-41 16,3 2-28-16,3-1-62 0,2 0-145 0,6-1-275 15,4 2 121-15</inkml:trace>
  <inkml:trace contextRef="#ctx0" brushRef="#br0" timeOffset="53578.07">30262 4257 78 0,'4'-2'278'0,"1"-1"-29"0,-1-1-27 15,4 0-27-15,1-1-34 0,2 1-45 0,3 2-58 16,4-3-43-16,10 0-75 0,2 0-159 0,2 0-237 15,0 1 105-15</inkml:trace>
  <inkml:trace contextRef="#ctx0" brushRef="#br0" timeOffset="53735.15">30961 4209 20 0,'0'0'286'0,"9"-4"-28"0,-3 0-26 15,0 3-37-15,1-3-46 0,1 3-49 0,11-5-57 16,-1 5-73-16,4-2-84 0,0 1-77 0,4 2-204 16,2-3 90-16</inkml:trace>
  <inkml:trace contextRef="#ctx0" brushRef="#br0" timeOffset="53885.28">31438 4170 49 0,'0'0'339'0,"0"0"-19"0,0 0-33 0,5-4-31 16,-5 4-26-16,5-3-33 0,-1-1-48 16,1 2-52-16,5-2-46 0,-1 0-56 0,0 1-71 15,1 0-98-15,1-2-113 0,-2 1-311 0,0-5 138 0</inkml:trace>
  <inkml:trace contextRef="#ctx0" brushRef="#br0" timeOffset="55472.59">31232 2920 69 0,'0'0'156'0,"-4"-3"-26"0,4 3 1 0,0 0-10 15,0 0-8-15,0 0-8 0,0 0-15 0,0 0-8 16,0 0-4-16,0 0-13 0,0 0-11 0,0 0-4 15,0 0-7-15,0 0-6 0,0 0-1 0,0 0-6 16,22 9-7-16,-1-5 7 0,-2 5-7 0,11 0-4 16,1 2-4-16,5-3 7 0,-2 2-2 0,2 2-8 15,2-4-6-15,-3 1 5 0,-1 0-7 0,2-3-5 16,-3 1 9-16,-1-2-11 0,4 0 3 16,-4 0-1-16,-2-3 25 0,0-3-3 0,-2 2-3 0,-5-3 5 15,-4 0-7-15,-2-1-3 0,-2 3 3 0,-2-4 4 16,0 2 10-16,-3 1 9 0,-3-2 10 0,0 2 3 15,0 0-5-15,-2-2-4 0,0 1-5 0,0 1 4 16,-1 0 5-16,-4 1 1 0,5-4 2 16,-5 4-3-16,6-2-2 0,-6 2-4 0,5-3-6 0,-5 3-5 15,0 0-3-15,3-1-3 0,-3 1-1 0,0 0-2 16,0 0-3-16,0 0-4 0,0 0 0 0,0 0-1 16,0 0 1-16,4-3 0 0,-4 3 1 0,0 0 5 15,0 0 7-15,0 0 6 0,0 0-1 0,0 0-1 16,0 0 3-16,0 0-4 0,5-2-1 15,-5 2-3-15,0 0-6 0,0 0 3 0,0 0-6 0,0 0-1 16,0 0-10-16,0 0 8 0,0 0-8 0,0 0-10 16,0 0-9-16,0 0-26 0,0 0-18 0,1 6 4 15,1-1 5-15,-4 7 6 0,2 5 2 0,-4 10 4 16,2 5 3-16,-7 12 4 0,-1 8 4 16,-4 4 3-16,-7 28 7 0,-4-5-1 0,4-22 1 0,-10 30 4 15,-1 1 0-15,4 5 7 0,-1-2 0 0,6 1 3 16,0-8 3-16,9-26 2 0,0 1-2 0,4-3 6 15,-1 2-3-15,1-9-4 0,1 6 3 0,0-8 1 16,-1-2-2-16,5 2 2 0,-1-10 1 16,-1-3 0-16,-2 1 1 0,4-2 2 0,-1-2-3 15,1 1 0-15,-2-4 2 0,0 0-2 0,3-1 5 0,-3-4 0 16,4-3-5-16,-1 1-4 0,2-6 3 0,-1-1 2 16,-1-3-3-16,0 0 3 0,2 0-4 0,0-2 4 15,0-2-3-15,0 0 2 0,1-1-5 16,0-2 1-16,1 1 1 0,0-5 2 0,0 8-2 15,-3-4-2-15,3-4 2 0,0 0 2 0,-1 6 5 0,1-6-6 16,0 0 1-16,-3 3 14 0,3-3 4 0,0 0 6 16,0 0 1-16,0 0-1 0,0 7 3 0,0-7-2 15,0 0 2-15,0 0-1 0,0 0 2 0,0 0-5 16,0 0 3-16,0 0 0 0,0 0-1 16,0 0 1-16,0 0-3 0,0 0-1 0,0 0-3 0,0 0 3 15,0 0-6-15,0 0-4 0,0 0-3 0,0 0 3 16,-23-2 3-16,-7 0-11 0,-23-2-8 0,-13-4-46 15,-42-4-73-15,-7-2-114 0,-7-7-254 16,-11-10-526-16,-4-12 233 0</inkml:trace>
  <inkml:trace contextRef="#ctx0" brushRef="#br0" timeOffset="152091.63">2393 8464 42 0,'0'0'106'0,"0"0"-6"0,0 0-19 15,0 0-9-15,0 0-3 0,0 0-11 0,0 0-1 16,-15-3-7-16,15 3-7 0,-16 2-3 0,10-4-3 16,-7 5 0-16,1-2-2 0,1-1-5 0,0 0 2 15,-1 0 2-15,-1 0-3 0,0 3-3 0,-2-1 0 16,2-2-5-16,2 4-6 0,-2-4-3 0,-1 0 8 16,3 0 1-16,-1 3-12 0,3-2 0 0,-1-1 3 15,1 2-2-15,1-1 3 0,3-1-2 0,-4 1 0 16,4-1-6-16,5 0 14 0,-9 0-11 0,9 0-2 15,-9 0 4-15,9 0 8 0,0 0 2 0,-7 0 0 16,7 0 9-16,0 0 3 0,0 0 11 0,0 0 0 16,-6-1 6-16,6 1 8 0,0 0-3 0,0 0-3 0,0 0-7 15,0 0 3-15,0 0-1 0,0 0 2 0,0 0-3 16,0 0 4-16,0 0-7 0,0 0-2 16,0 0 0-16,0 0-1 0,-6 4 2 0,6-4-2 15,0 0 1-15,0 0-2 0,0 0-1 0,0 0 3 0,0 0-2 16,0 0-1-16,0 0 2 0,0 0-3 0,0 0-2 15,0 0-3-15,0 0-1 0,0 0-1 0,0 0 3 16,0 0-4-16,0 0-1 0,0 0-2 16,0 0 0-16,0 0 0 0,0 0 4 0,0 0 0 0,0 0-1 15,0 0-3-15,0 0 1 0,0 0-3 0,0 0-2 16,0 0-2-16,0 0-2 0,0 0-1 0,0 0 0 16,0 0 0-16,0 0 0 0,0 0-3 15,0 0-3-15,0 0-1 0,0 0 3 0,0 0 2 0,0 0-6 16,0 0 3-16,0 0-5 0,0 0 1 0,26-4-1 15,-7 4 1-15,9-3-4 0,3 0 1 0,7 0 0 16,13-4-3-16,5 6 2 0,3-3 0 16,0 3 2-16,2-5-1 0,-1 0-4 0,-1 3 3 0,-3 0-3 15,-1-2 4-15,-17 1-5 0,1 1 2 0,-5-2-1 16,-3 5 1-16,-3 0-1 0,-8-2-4 0,-7 2-3 16,1-3-10-16,-5 2-14 0,-1 1-11 0,-3-1-8 15,1-2-15-15,-6 3-23 0,4-1-31 0,-4 1-17 16,0 0-27-16,0 0-21 0,-23 1-19 0,10 0-180 15,-1-2-412-15,-2 0 182 0</inkml:trace>
  <inkml:trace contextRef="#ctx0" brushRef="#br0" timeOffset="152478.04">2643 8286 307 0,'-6'-6'340'16,"2"0"-15"-16,-1-1-19 0,4 1-8 0,-3 2 10 15,1-2-21-15,1 1-25 0,1 2-18 0,-2 0-32 16,3 3-23-16,-4-6-24 0,4 6-20 0,0 0-33 16,0 0-37-16,0 0-13 0,0 0 3 0,-6 14-13 15,3 0-5-15,-2 10-9 0,0 4-3 0,0 2-4 16,1 0 3-16,0 3-2 0,0 1-7 0,-1-1-2 15,0 0 0-15,4-3-5 0,-2-2-3 0,2-1-2 16,1-1 2-16,0-8-5 0,0 0 7 0,0 1-6 16,0-7-3-16,0-2 0 0,0-2 5 0,0 1-8 15,0-2 8-15,0-2-9 0,0-3 16 0,1 3-5 16,-2-1-5-16,1-4-1 0,0 5 13 0,0-5-14 16,0 0 5-16,0 6-10 0,0-6 18 0,0 3 4 15,0-3-2-15,0 0 2 0,0 0 1 0,0 0-9 16,0 4 1-16,0-4-8 0,0 0-22 0,0 0-27 15,0 0-28-15,0 0-35 0,0 0-39 0,0 0-72 16,0 0-162-16,0 0-210 0,10-12-634 0,-1 5 281 16</inkml:trace>
  <inkml:trace contextRef="#ctx0" brushRef="#br0" timeOffset="153260.81">3884 8292 213 0,'3'-10'214'0,"-1"2"-6"0,1-3-6 16,-2 2-4-16,2 0 1 0,-2 1-20 0,-1-1-4 15,0-1-14-15,0 0-7 0,0 1-2 0,-1 2-11 16,-2-3-8-16,-1 3-10 0,3 0-13 0,-3 2-11 15,3 0-10-15,-3 0-5 0,0 0-13 0,0 3-5 16,-2-1-4-16,-3 0-15 0,0 4 23 0,-4-1-7 16,3 6-3-16,-10-2-11 0,3 6-4 0,-7 2-7 15,1 4-1-15,1 1 1 0,1 2-2 0,-3 1-7 16,4 0-9-16,2 4-3 0,0 0 0 0,1 2 3 16,1 0-7-16,4-1 4 0,1-3-9 0,4-3 1 15,2 1 3-15,4-1-7 0,-2-3 3 0,3-1 0 16,-1-2 0-16,2-2 1 0,1-1 5 0,-1-3 5 15,0-1-1-15,1 1 5 0,-2-4 22 0,0 1 31 16,1-1 35-16,0 0 34 0,-1-3 35 0,0 0 8 16,0 0-18-16,0 0-10 0,19-10-13 0,-10 4-10 15,4-6-7-15,-2 0-12 0,5-1-10 0,-2 0-7 16,-4-2-9-16,5 2-6 0,-2-1-2 0,0 0-3 16,1 0-14-16,-6 6 9 0,2-6-2 0,-2 6-4 15,-2 1-2-15,-2 2-9 0,0 0-5 0,1-2-7 16,-2 5-4-16,1 0-7 0,-2-2-5 0,0 2-3 15,-2 2-6-15,4-4-14 0,-4 4-15 0,4-3-16 16,-4 3-24-16,0 0-22 0,0 0-9 0,0 0 5 16,3 9 11-16,-5 0 6 0,2 2 5 0,-2 1 7 15,0 5 4-15,1 0 2 0,-3 0 3 0,3 0 6 16,0 0 2-16,-2 2 3 0,2-7 2 0,1 1-1 16,-2-2 4-16,2-1 5 0,0 0 0 0,0-4 8 15,0 1-7-15,2-2 4 0,-2 0 4 0,1-1 11 16,-1-4 8-16,0 4 17 0,1-1 15 0,-1-3 19 15,4 2-2-15,-4-2-5 0,18-4-8 0,-5-1-4 16,6-2-4-16,8-3-6 0,-4-1-24 0,5-3-32 16,-1 0-54-16,1-1-49 0,5-4-69 0,-2 5-85 0,-3 1-96 15,0 0-496-15,-6-2-942 0,1 2 416 16</inkml:trace>
  <inkml:trace contextRef="#ctx0" brushRef="#br0" timeOffset="153757.72">4330 8537 290 0,'0'0'351'0,"0"-6"-3"0,0 6-11 16,0-6-3-16,0 2-4 0,0 4-14 0,-1-5-21 15,1 5-23-15,-4-2-29 0,4 2-23 0,0 0-23 16,0 0-23-16,0 0-18 0,0 0-19 0,0 0-24 0,0 0-18 15,0 0-28-15,0 0-11 0,0 0-8 0,0 0-18 16,-5 17 6-16,1-6 1 0,0 4-1 16,3 2-5-16,-3-1-8 0,0 2 0 0,-1 1-1 15,0 1-4-15,1-2-1 0,3 0-12 0,-3 1 12 0,2-2-3 16,-1-2-3-16,3-2 3 0,-4-1-8 0,1-1 2 16,2 0-2-16,0-2 0 0,0-2-3 0,1-2 8 15,0-1 9-15,0 1-12 0,-2-1 5 16,2-4 0-16,0 5 19 0,0-5 23 0,2 5 14 0,-2-5 17 15,0 0-2-15,0 0-2 0,-3 6-5 0,3-6-6 16,0 0-9-16,0 0-5 0,0 0-4 16,0 0-24-16,0 0-31 0,0 0-59 0,0 0-136 0,0 0-150 15,3-16-480-15,-1 5-895 0,-1 4 397 0</inkml:trace>
  <inkml:trace contextRef="#ctx0" brushRef="#br0" timeOffset="164731">4927 7758 110 0,'-7'-2'150'0,"7"2"-19"15,0 0 3-15,0 0 2 0,0 0-5 0,0 0 0 0,0 0-5 16,0 0 1-16,0 0-3 0,0 0-11 16,0 0-9-16,0 0-5 0,0 0-16 0,30-6-6 15,-14 5-7-15,5-2-4 0,7 2-7 0,5 1 2 16,1-1-3-16,2-2 6 0,2 1-8 0,-1 2 0 0,-4 0-4 16,0-2-6-16,-5 4-4 0,-1-2-4 0,-7 0-7 15,-7 1 2-15,1-2-7 0,-6 1-1 0,-3 0-8 16,3 0-24-16,-8 0-25 0,10 0-7 15,-10 0 3-15,0 5-16 0,0-5-19 0,-14 5-38 16,5-1-43-16,-4-1-195 0,-3 2-375 0,4-1 166 0</inkml:trace>
  <inkml:trace contextRef="#ctx0" brushRef="#br0" timeOffset="166188.25">4914 7737 5 0,'0'0'193'16,"0"-5"-5"-16,1 1-6 0,-1 4-8 0,0 0-14 0,0-4-13 16,0 4-14-16,0 0-11 0,0 0-19 0,0 0-1 15,0 0-12-15,0 0-11 0,-1-4-6 16,1 4-10-16,0 0-10 0,0 0-6 0,0 0-1 15,0 0-11-15,0 0-5 0,0 0 0 0,5 16-5 0,-5-6-3 16,0 2-1-16,-2 8-2 0,-1 4-2 0,-1 1 0 16,2 5-3-16,-5 3-2 0,1 1-2 0,-3 0-4 15,0 14 3-15,-2-5-1 0,4-9-2 0,-2 2-1 16,-1-2 6-16,-2 12-5 0,5-12-3 0,-1 12 2 16,1-11 1-16,0-2 1 0,2 2 1 0,0 0-3 15,-4-1-5-15,5 0 7 0,-2-3-7 0,3 6 7 16,-2-4-6-16,0 1 1 0,1-2-1 0,-1 1 2 15,1-5-3-15,-1-1 4 0,0-3-4 16,-2 2 0-16,2-1 2 0,-1 0-3 0,2-7 0 0,0 3 1 16,0-3 5-16,3 0-3 0,-4 2 2 0,2-3-2 15,0-1 2-15,-2 1-1 0,3 0 0 0,1-6-3 16,1 0 3-16,-2-1 0 0,0 0-6 0,2 2 4 16,-1-3 0-16,1 1 2 0,-1-3-5 0,1 1 4 15,-2 1-4-15,2-1 5 0,0 0-1 0,0 1-2 16,-2 2 3-16,1-1-4 0,-1 0 2 0,1 2-3 15,0 1 1-15,-1 0 6 0,0 4-4 0,0 1 0 16,0 1 1-16,-2-1 2 0,2 2-3 0,-2 3 1 16,1-4-1-16,-2 0-2 0,3 0 3 0,-4 6 2 15,1 0-6-15,-1-5 6 0,2-3-2 0,-2 0 2 16,3 0-2-16,-1-5 2 0,2 0-2 0,-1 0 0 16,1-2-1-16,-2 1-4 0,0-5 3 0,2 4 2 15,-1-4 1-15,2 2-4 0,1-3 0 0,-2 2 3 16,1-5-2-16,0 4 2 0,-1-1 0 0,0-3 1 15,2 2-1-15,-1-1-3 0,1-3 4 0,-3 3-1 16,3-3 2-16,0 5 9 0,0-5 9 0,0 0 2 16,0 0 1-16,0 0-2 0,0 4 2 0,0-4-2 15,0 0-2-15,0 0 1 0,0 0 2 0,0 0-7 16,0 0 0-16,0 0-3 0,0 0-3 0,0 0-14 16,0 0-15-16,0 0-51 0,0 0-69 0,0 0-84 15,0 0-153-15,0 0-405 0,-1-14 179 0</inkml:trace>
  <inkml:trace contextRef="#ctx0" brushRef="#br0" timeOffset="166566.28">4587 9582 27 0,'-9'0'171'0,"9"0"-9"0,0 0-7 0,0 0 4 15,0 0 5-15,0 0-9 0,0 0-2 0,0 0-7 16,0 0-8-16,0 0-9 0,0 0 3 15,0 0-6-15,38-1-6 0,-16-2-8 0,11 1-5 16,0 0-3-16,21-2-3 0,0-2-4 0,0 3 1 0,0-1 1 16,0 1-8-16,-2-2-4 0,-15 3-7 0,-1-1-1 15,-4 1-14-15,-4-1-3 0,-7 3-6 16,-6-1-4-16,-1 1-1 0,-5-1-10 0,-1-1-1 16,-3 2-7-16,2 0-7 0,-1-3-26 0,-1 3-39 0,-5 0-40 15,0 0-69-15,0 0-72 0,0 0-269 0,0 0-530 16,-21-5 235-16</inkml:trace>
  <inkml:trace contextRef="#ctx0" brushRef="#br0" timeOffset="171486.03">5604 8151 190 0,'-4'-3'240'0,"4"3"-3"16,0 0-12-16,-2-4-8 0,2 4-12 0,0 0-19 16,0 0-23-16,0 0-17 0,0-4-15 0,0 4-16 15,0 0-12-15,7-4-14 0,1 4-8 0,1 3-7 16,5-3-6-16,-2 1-13 0,-1 0-4 0,7 5-5 16,2 3-7-16,-2-2-4 0,5 7-3 0,-5-2-7 15,0 1-2-15,-4 1 1 0,4 5-6 0,-4 3-1 16,-1 0 0-16,-8-3-2 0,4 7-5 0,-8-1 1 15,-1 2 1-15,0-2-5 0,-6 3 5 0,-2-1-3 16,-5-2 1-16,2 0-3 0,-5-2 1 0,-3 0-1 16,1-1 0-16,1-2 0 0,-3-1 1 0,6-5-3 15,-1-4 1-15,5 0 1 0,-1-3-3 0,1 0 2 16,0-3 8-16,5 2 17 0,0-2 16 0,1-1 23 16,-2-2 34-16,6-1 9 0,0 0-5 0,-8-6-16 15,9-2-12-15,3-4-21 0,1-6 7 0,8-6-12 16,6-2-14-16,0-4-10 0,11-10-9 0,-5 12 0 15,12-6-4-15,-9 8-10 0,2 1 5 0,-2 1-7 16,0 3 2-16,-1-1 1 0,-3 5-2 0,-8 2 0 16,-1 5-2-16,-5 2 9 0,-1 4-7 0,-3-2 0 15,-1 3-7-15,-1-1-6 0,0 1 1 0,0 2-31 16,-4 1-4-16,0 0 3 0,0 0 7 0,-4 13-4 16,-1-1 6-16,-3 5 4 0,-4 5 5 0,0 1-1 15,-1 2 5-15,3 0 2 0,2 0 1 0,0 0 3 16,4 1-1-16,4-6 6 0,1-1-3 0,3 2-17 15,7 2-17-15,1-6-26 0,8 0-44 0,7-1-61 16,9-3-68-16,0-4-264 0,16-2-547 0,3-4 242 16</inkml:trace>
  <inkml:trace contextRef="#ctx0" brushRef="#br0" timeOffset="172323.27">6858 8497 94 0,'-9'0'195'0,"0"0"-9"0,2 0-14 16,7 0-5-16,-9 0-13 0,9 0-7 16,-7 0-12-16,7 0-4 0,-7-2-3 0,7 2-13 15,0 0-7-15,0 0-13 0,0 0-5 0,-7 0-11 0,7 0-5 16,0 0-7-16,0 0-3 0,0 0 4 0,0 0 2 16,0 0 5-16,0 0 6 0,-5-3 2 0,5 3 5 15,0 0-4-15,0 0 1 0,-3-2 4 0,3 2-8 16,0 0-3-16,0 0-2 0,0 0-4 0,0 0-8 15,0 0-7-15,0 0-6 0,0 0-1 0,0 0-10 16,0 0-6-16,0 0 0 0,0 0-4 0,0 0-1 16,0 0-5-16,0 0-4 0,0 0-2 0,0 0 2 15,0 0-6-15,0 0 5 0,0 0 1 0,0 0-5 16,0 0 2-16,0 0 2 0,0 0-2 0,0 0-1 16,0 0 1-16,0 0-2 0,0 0 0 0,0 0-1 15,0 0-4-15,0 0-1 0,0 0-1 0,0 0 2 16,0 0 0-16,0 0-1 0,0 0 6 0,0 0-1 15,0 0 3-15,0 0 6 0,0 0 0 0,0 0 0 16,0 0 3-16,0 0 1 0,0 0-1 0,0 0 0 16,0 0 5-16,0 0-4 0,0 0-5 0,0 0 1 15,0 0-8-15,0 0 1 0,0 0-7 0,0 0 2 16,0 0 6-16,0 0-4 0,0 0-7 0,0 0 5 16,0 0-4-16,0 0 0 0,0 0-6 0,0 0-1 15,0 0 8-15,15 0-5 0,-2-5 3 0,8 2 0 0,9-1-7 16,3 1 2-16,7-2 0 0,15-1-6 15,2 1 11-15,1-3-9 0,3 3 1 0,-2-2 3 16,-1 4 2-16,-1 0-4 0,-16 1 3 0,-1-2-4 16,-3 2 4-16,-1-1-1 0,-7-1 2 0,-1 1-1 15,-6 1-5-15,-7 0-5 0,-1 1 9 0,-4-1 7 16,-2 1-3-16,1 1 9 0,-4 0-13 0,0-2-2 16,-5 2 0-16,8 0-18 0,-8 0-21 0,5-1-33 15,-5 1-32-15,6-2-37 0,-6 2-18 0,0 0-26 0,-6 10-68 16,3-7-323-16,-2 1-625 0,0-1 277 15</inkml:trace>
  <inkml:trace contextRef="#ctx0" brushRef="#br0" timeOffset="173487.1">8621 8014 176 0,'1'-6'260'0,"2"4"-5"0,-2-5-10 0,-1 5-9 15,1-2-15-15,-1 4-20 0,3-4-17 0,-3 4-22 0,1-4-19 16,-1 4-13-16,0 0-21 0,0 0-15 0,3-3-24 15,-3 3-11-15,0 0-5 0,0 0-7 0,1 17-7 16,-1-8-3-16,0 6-4 0,0 1-7 16,-1 2-1-16,1 0-1 0,-4 9-3 0,1-1 0 15,1-6-2-15,-2 6-4 0,1-5-3 0,2-2 1 0,-4 5-3 16,5-5-1-16,-3-2 1 0,2-2-1 16,-2 3 0-16,3-3-1 0,-2-6-4 0,1-1 3 15,2-1 7-15,-2-4-7 0,0 5 3 0,1-4 30 16,0 0 20-16,0-4 34 0,0 5 24 0,1-2 38 0,-1-3 33 15,0 0 28-15,0 0 19 0,0 0 3 0,0 0-28 16,0 0-19-16,11-12-24 0,-3 2-18 0,2-4-13 16,4 0-12-16,2-2-17 0,0-2-10 15,1 3-11-15,2-2-6 0,-6 3-12 0,3 2-6 0,-3 2-9 16,3 0-4-16,-7 3-10 0,1 0-5 0,-3 2-6 16,-2 2-6-16,3-4-10 0,-4 6-12 0,2-1-21 15,-2 1-7-15,-4 1-7 0,13 3 0 0,-8 1-15 16,-1 1-6-16,3 1-1 0,0 2-12 0,-1 1 11 15,1 2 1-15,-2 0 0 0,1 0-3 0,2 5 12 16,-4-1 7-16,0-3 6 0,-3 5 4 0,4-5-1 16,0-2 5-16,-1 3 7 0,-3-5 6 0,3 0-4 15,0 0 6-15,-3 0-2 0,0-3-4 0,2-1-3 16,-3 0-1-16,0-2 8 0,3 0 9 0,-3-2-6 16,1 5-3-16,-1-2 12 0,0-3 10 0,0 0-13 15,1 4 4-15,-1-4 1 0,0 0 4 0,0 0-1 16,0 0-9-16,0 0-10 0,0 0-16 0,0 0-18 15,0 0-63-15,0 0-65 0,9-7-40 0,-6 2-26 16,-1 2-29-16,3-2-29 0,0-1-325 0,1-1-678 16,2 1 300-16</inkml:trace>
  <inkml:trace contextRef="#ctx0" brushRef="#br0" timeOffset="173873.89">9655 7872 229 0,'0'-7'252'0,"-1"3"-26"0,1 4-24 0,-4-3-18 16,4 3-20-16,-17 5-15 0,3 6-15 0,-6 4-16 0,-6 7-5 15,-6 13-9-15,-4-1-10 0,3 4-8 0,-1 2-8 16,4-1-7-16,2 4-4 0,4-1-10 15,10-11-3-15,1 1-5 0,5 0-7 0,6 1 18 16,-1 1-3-16,7-3 5 0,5-1 5 0,5 0 10 0,3-1 15 16,3-6-8-16,4 1-3 0,7-6 6 0,3-1-3 15,2-2-3-15,17 1 6 0,-19-7-5 16,3 1-11-16,-2-3-7 0,-2 0-2 0,-5-3 2 16,-6 0-13-16,-2-2 28 0,-10 0-14 0,2-1 4 15,-4 0 4-15,-2-1 8 0,-1 0 6 0,0 3-7 0,-5-3 6 16,10 1-8-16,-6-1-4 0,-4 0-9 0,0 0-8 15,0 0-16-15,8 2-21 0,-8-2-37 0,0 0-36 16,4 1-43-16,-4-1-25 0,0 0-48 16,0 0-51-16,0 0-47 0,0 0-62 0,0 0-250 0,0 0-626 15,0 0 278-15</inkml:trace>
  <inkml:trace contextRef="#ctx0" brushRef="#br0" timeOffset="195289.19">8707 8128 66 0,'-7'3'97'0,"1"2"-16"0,1-1-3 0,0 2-12 16,1-1-7-16,-1 1-10 0,2 1 3 0,-1-1-5 15,4-1-3-15,-2 2 0 0,2 0 4 0,2 0 7 0,1-1 3 16,3 0 9-16,5 1 5 0,1-1-5 0,1-2 0 16,6-1 1-16,0-2 1 0,2 1-3 0,8-2-1 15,-8-2-3-15,-1 1-1 0,2-3 10 16,-8-2 5-16,5-1-7 0,-6 0-8 0,1-2 0 0,-5 0-3 15,0 1 6-15,-2-5 2 0,0 6-7 0,-3-3 2 16,0 2-5-16,-4-2-8 0,0 2-4 0,-2-1-7 16,-2 0-2-16,1 3-3 0,-3 1-6 0,0-2-3 15,-5 3-3-15,-1 1-3 0,-2 2-1 16,-4-2-1-16,0 3-4 0,0 4-5 0,0 1-1 0,-1 1 0 16,5 0-2-16,-4 1 5 0,4 3-7 15,2 1-6-15,3-3-4 0,-2 4 3 0,5 0-9 16,-2-3-14-16,4 4 0 0,2-1 4 0,3-1 2 0,2 1 5 15,2-1 0-15,5-2 3 0,3 1 3 0,5-1-2 16,2-3 5-16,3-3 3 0,4-1 0 0,-4-3-2 16,5-1 3-16,-10-4 1 0,4 2 2 0,-4-1 3 15,-3-6-1-15,-1 2-2 0,-1-1 4 0,-5 1-1 16,-1-2 5-16,-2 2 10 0,0 1 5 0,-1 0-5 16,-4 1 0-16,0 1-4 0,-2-2-2 0,-4 3 1 15,1 1-3-15,-3 0-2 0,-4 1-3 0,0 3-1 16,-2 0 0-16,-5 6-5 0,0-2 2 0,0 2 1 15,-4 3-1-15,-2 5 1 0,1-4-2 0,3 5 1 16,4-1-2-16,0-4 4 0,2 3 0 0,0 0 2 16,4 0-6-16,3-3-11 0,0 1-6 0,3-3 1 15,2 1 3-15,1-1 4 0,2-3 1 0,3-1 1 16,0 1 5-16,6-2 1 0,2-1 5 0,2-3-1 16,5-3 2-16,1-1-3 0,0-2 1 0,3 0 5 15,-4-2-6-15,0-1 0 0,-4 0 1 0,3 0 2 16,-11 0-5-16,3 3 1 0,-1 2 2 0,-6-2-1 15,2 2 2-15,-1 2 0 0,-3-2-2 0,0 5 1 16,-9-4-9-16,-1 4 4 0,-3 2 4 0,-9 3-2 16,5 0-2-16,-10 5 3 0,1-1-2 0,0 2 1 15,2 1 0-15,6-2 0 0,-6 3 2 0,6-3 1 16,4 2-1-16,0 1 1 0,2-4-7 0,4-1 4 16,2 0-18-16,1-3 1 0,2 2 5 0,2-2 2 15,1-2 0-15,0-3 8 0,9 3 4 0,0-5 1 16,0-1 6-16,10-4 8 0,-6-1 10 0,2-2 5 15,-2-4-6-15,0 4-1 0,0-5-2 0,-2 1 0 16,-1 1-4-16,-5 2 2 0,1 2-2 0,-1-1-1 16,-3 5 0-16,0-5-3 0,0 6-1 0,-2-1-1 15,-1 0-2-15,1 5-13 0,-1-5-5 0,1 5-10 16,-7-2-9-16,7 2-20 0,-13 5-12 0,4 0-41 16,3 2-32-16,-3 0-208 0,4 1-370 0,0 3 164 0</inkml:trace>
  <inkml:trace contextRef="#ctx0" brushRef="#br0" timeOffset="196120.33">9633 8132 236 0,'1'-4'222'0,"1"0"-1"0,1-1-4 0,-1 1 2 15,-1 1-14-15,-1 3-16 0,2-5-17 0,-2 5-13 16,2-4-21-16,-2 4-12 0,1-3-15 0,-1 3-18 16,0 0-17-16,3-5-21 0,-3 5-19 0,0 0-10 15,0 0-2-15,0 0-1 0,0 16-5 0,0-9-3 16,-3 4 2-16,0 0-2 0,0 5-1 0,-2-2-1 16,1 5-3-16,-1-4-2 0,0 2 2 0,1-1-3 0,0-1-1 15,0-4 2-15,-1 1-1 0,4-2 2 16,-2-3 0-16,2-1-1 0,1-1 1 0,-1 0-5 15,1 1 11-15,-2-2 25 0,1 0 23 0,1-4 26 16,0 3 26-16,0-3 9 0,0 0-9 0,0 0-16 0,0 0-4 16,14-10-7-16,-9 3-18 0,3 0-6 15,2 0-6-15,0-1-8 0,1 1 1 0,-2-2-8 16,1 2-7-16,-1 1-4 0,-2 1-5 0,-1 0-2 16,1 3-4-16,-4-1-3 0,0-1-5 0,1 1-8 0,-4 3-3 15,5-2-25-15,-5 2-7 0,7 0 10 0,-7 0-15 16,6 5-6-16,-5-3 1 0,3 3-3 0,0 1-4 15,1 4-5-15,-1-2-6 0,0 2-17 16,0 1-15-16,1 5-20 0,-4-4-21 0,4 5-13 16,-1-1-17-16,0-3-46 0,-3-2-258 0,3-1-503 0,3 0 223 15</inkml:trace>
  <inkml:trace contextRef="#ctx0" brushRef="#br0" timeOffset="197020.54">10232 8286 30 0,'-6'-3'222'0,"6"3"-6"16,0 0-9-16,-4-1-19 0,4 1-8 0,0 0-18 16,0 0-7-16,0 0-5 0,0 0-5 0,-5-2-7 15,5 2-11-15,0 0-12 0,0 0-9 0,0 0-13 0,0 0-8 16,0 0-8-16,0 0-7 0,0 0-5 0,0 0-9 16,0 0-4-16,0 0-2 0,0 0-12 15,0 0-1-15,0 0-4 0,0 0-5 0,0 0-3 16,0 0 1-16,0 0-6 0,0 0-1 0,0 0-3 0,0 0 0 15,0 0-1-15,0 0-4 0,0 0 2 0,0 0-5 16,0 0 2-16,0 0-2 0,0 0-1 0,0 0 0 16,0 0-1-16,0 0 0 0,0 0 2 15,0 0-1-15,0 0-1 0,0 0-1 0,0 0 3 0,0 0 6 16,0 0 6-16,0 0 2 0,0 0 1 0,0 0 4 16,0 0 1-16,0 0-3 0,0 0-3 0,0 0-1 15,0 0-4-15,0 0 6 0,0 0-8 16,0 0-1-16,0 0-1 0,0 0-5 0,0 0 3 0,0 0 1 15,0 0-4-15,0 0-4 0,0 0 4 0,0 0-1 16,0 0-5-16,0 0 3 0,0 0-2 0,0 0 0 16,0 0 1-16,0 0 3 0,0 0-2 0,0 0-3 15,0 0-2-15,0 0-1 0,0 0 13 0,0 0-10 16,0 0 0-16,0 0-2 0,0 0 4 0,0 0-4 16,0 0 3-16,0 0-3 0,0 0-1 0,0 0 3 15,0 0-3-15,0 0 2 0,0 0-2 0,0 0-1 16,0 0 1-16,0 0 0 0,0 0 1 0,0 0 0 15,0 0-3-15,0 0-1 0,0 0 2 0,0 0 2 16,0 0-2-16,0 0 0 0,0 0 3 0,0 0-1 16,0 0 1-16,0 0 6 0,0 0-10 0,0 0 3 15,0 0-3-15,0 0 11 0,0 0-11 0,0 0 2 16,18 3-4-16,-7-4 5 0,2 1-3 0,6 0-3 16,1 0 3-16,0 3 3 0,4-3-2 0,3 0 1 15,-5 0 1-15,1 1-4 0,4-1 3 0,-4 3-1 16,-4-3 1-16,0 0-1 0,0 0 6 0,-7 0-6 15,-1-3 0-15,1 6 0 0,-5-3-3 0,1 0 5 16,-3 0-20-16,-5 0-10 0,10 0-12 0,-10 0-8 16,8 0-8-16,-8 0-13 0,0 0-9 0,5 0-14 0,-5 0-18 15,0 0-31-15,0 0-35 0,0 0-45 16,0 0-164-16,0 0-418 0,0-7 184 0</inkml:trace>
  <inkml:trace contextRef="#ctx0" brushRef="#br0" timeOffset="197495.67">10843 8170 172 0,'0'-2'244'15,"0"2"-6"-15,3-7-5 0,-3 7-11 0,1-3-13 16,-1 3-10-16,3-2-17 0,-3 2-16 0,0 0-19 16,1-5-17-16,-1 5-9 0,0 0-8 0,0 0-21 15,0 0-9-15,5-2-13 0,-5 2-17 0,0 0-14 16,0 0-16-16,0 0-3 0,0 0-6 0,0 0 0 16,0 15-4-16,-1-7 0 0,1 1-2 0,-4 2-4 15,3 1 4-15,-2 2-3 0,3 1 0 0,-1 0-2 16,-2 1 3-16,3 0-3 0,0 0 3 0,0-4-3 15,-1 0-2-15,0-1 3 0,1-1-1 0,0-2 1 16,-3 1-1-16,3-2-1 0,0-1 3 0,3 1-4 16,-3-2 4-16,0-1 0 0,0-1 1 0,0-3 3 15,-3 6-5-15,3-6 2 0,0 0 1 0,0 4 12 16,0-4 4-16,3 4-7 0,-3-4 10 0,0 4-9 16,0-4-2-16,0 0 0 0,0 0-5 0,0 0 3 15,0 0-2-15,0 0 4 0,0 0-7 0,0 0 0 16,0 0-7-16,0 0-7 0,0 0-9 0,0 0-12 15,0 0-8-15,0 0-13 0,0 0-16 0,0 0-16 16,0 0-26-16,0 0-4 0,0 0-17 0,0 0-17 16,0 0-12-16,0 0-17 0,0 0-165 0,0 0-366 15,0 0 162-15</inkml:trace>
  <inkml:trace contextRef="#ctx0" brushRef="#br0" timeOffset="197882.06">10990 7943 41 0,'0'0'201'0,"10"2"-32"0,0 2-17 0,6 4-9 0,2 3-13 16,5 7-9-16,1 2-11 0,3 1-12 0,0 4-8 16,0 1-8-16,-2 0-5 0,-2 5-7 0,-1-2-7 15,-3 2-4-15,-1-1-4 0,-8 2-9 0,-1-4-5 16,-2 2 1-16,-3 2-10 0,-6-3-2 0,0-4 3 16,-6 1-1-16,-4-2 10 0,2-7 0 0,-5 2-5 15,-7 0-3-15,4-2-1 0,-1-5-2 0,-5 1-1 16,6-3-6-16,-1-3-2 0,1 2 0 0,0-4 0 15,-1 1-1-15,2-2-5 0,3 0 2 0,5-1-6 16,-4 0-1-16,7-1 1 0,-2 0-5 0,0 1-15 16,3-1-16-16,-1-2-23 0,6 0-47 0,-5 1-113 15,5-1-123-15,0 0-356 0,3-11 159 0</inkml:trace>
  <inkml:trace contextRef="#ctx0" brushRef="#br0" timeOffset="198631.99">11777 7921 179 0,'0'-4'230'0,"0"4"-18"0,2-3-25 0,-2 3-19 16,0 0-23-16,1-6-18 0,-1 6-15 0,0 0-17 16,-13 16-7-16,-4-2-6 0,-7 9-12 0,-12 9-3 15,1 4-5-15,1 4-3 0,1-2-4 0,1 2-11 16,4 0-3-16,12-8-4 0,0 0-2 0,6 3-2 15,1 1 0-15,6-1 0 0,6-2-3 0,2-1-5 16,5-1 1-16,6 1 4 0,4-3-3 0,7-1-3 16,13 2-19-16,1-4-38 0,7-6-57 15,-15-7-82-15,3-7-173 0,1 2-373 0,-1-6 165 0</inkml:trace>
  <inkml:trace contextRef="#ctx0" brushRef="#br0" timeOffset="199103.11">11924 8172 84 0,'3'-7'290'0,"-2"2"-12"16,-1 1-4-16,3-1-16 0,-2 2-19 0,-1 3-25 16,1-7-18-16,-1 7-28 0,4-1-18 0,-4 1-17 15,0-4-14-15,0 4-13 0,0 0-14 0,0 0-12 16,3 12-9-16,-3-4-8 0,-3-1-7 0,3 4-7 16,-4 1-4-16,-1 3-1 0,1 2-7 0,-1-1 0 0,-4 3-4 15,4-3-4-15,-3 1-4 0,4-2-2 16,2-3-2-16,-2-2 1 0,0-3 9 0,3 0-13 15,1-2 0-15,-2 0-2 0,2-3 4 0,-2 3 21 16,2-5 23-16,2 4 1 0,-2-4-13 0,0 0 0 0,16-9-5 16,-7 5-1-16,4-4-9 0,2-2-3 0,2-2-2 15,-1 3-3-15,1-1 0 0,1 0 4 0,-3 1-11 16,-3 4-2-16,0-2 2 0,0 2-5 16,-2-1-2-16,0 2-5 0,1 2 4 0,-1 0-8 0,0 1-1 15,0 1-2-15,2 1-19 0,2 0-7 0,-4 3-39 16,4 2-32-16,3 1-32 0,-2 3-42 0,-1-1-52 15,3 1-107-15,-3 0-173 0,1-2-542 16,1 1 241-16</inkml:trace>
  <inkml:trace contextRef="#ctx0" brushRef="#br0" timeOffset="199375.41">12567 8245 76 0,'0'0'244'16,"0"0"-1"-16,-8 0-12 0,8 0-12 0,0 0-15 16,-4-3-19-16,4 3-19 0,0 0-18 0,16-2-15 15,-6 2-13-15,4-2-14 0,3 1-9 0,6 1-8 16,5-2-13-16,3 0 0 0,0 2-18 0,8-1-7 15,-2 0-11-15,0 1-6 0,0-2-17 0,-1 1-24 16,-3 1-25-16,-5-3-27 0,-1-1-18 0,-8 3-31 16,-6-1-29-16,0-2-46 0,-6-2-152 0,-2 4-364 15,-3-2 162-15</inkml:trace>
  <inkml:trace contextRef="#ctx0" brushRef="#br0" timeOffset="199607.54">12748 8086 75 0,'-1'-3'296'0,"1"-1"4"0,-2 0-1 15,2 4-9-15,0-5-25 0,0 5-28 0,-2-5-20 16,2 5-28-16,0 0-22 0,2-4-23 16,-2 4-25-16,0 0-19 0,0 0-14 0,2 14-9 15,2-5-10-15,0 3-8 0,-2 4-6 0,1 2-7 0,3 9-7 16,-2-2 6-16,1 1-6 0,-1 1-23 0,-4 0-35 15,5 0-37-15,-2-1-44 0,-3 3-28 0,-3-4-26 16,3 1-58-16,-1-10-214 0,1-3-462 16,-3-4 204-16</inkml:trace>
  <inkml:trace contextRef="#ctx0" brushRef="#br0" timeOffset="200081.95">13230 7998 153 0,'4'-5'228'0,"1"1"-5"0,-1 0-19 0,1 0-19 16,3 2-18-16,-2 0-15 0,1-1-18 0,2 1-9 16,-1 2-9-16,3 0-10 0,-1 2-15 0,1 1-7 15,1 0-4-15,-2 2-11 0,2 1-7 0,-3 2-6 16,-2 1-8-16,-1 1-3 0,2 0-7 0,-7 3-3 16,2 3-4-16,-7 0-3 0,-4 3-4 0,-2-3 1 15,-4 6-2-15,-6-1-4 0,-2 0 0 0,0-2-2 16,-2-2 0-16,0 0-4 0,1-2 2 0,6-3-5 15,3-3 1-15,1-3 2 0,3 1-5 0,0-4 0 16,6 1 1-16,-2 0 3 0,1 0 10 0,3-1 29 16,-4-1 14-16,6-2 5 0,0 0-10 0,0 0-7 15,0 0-7-15,22 0-6 0,-2 2 0 0,-2-2-11 16,5 1-2-16,5 0-3 0,0-1-2 0,-1 3 9 16,-5-3-14-16,6 2-6 0,1 3-3 0,-7-2-4 15,6 0-9-15,-9-2-18 0,1 2-34 0,-4 1-40 16,-2-3-45-16,0 0-68 0,-4-1-256 0,0-1-503 0,-3-2 223 15</inkml:trace>
  <inkml:trace contextRef="#ctx0" brushRef="#br0" timeOffset="200382.37">13662 7763 250 0,'4'-5'261'0,"-3"1"-28"0,3 2-23 16,-4 2-26-16,10-2-22 0,-1 5-12 0,1 2-12 16,7 5-15-16,6 10-10 0,-2 2-11 0,1 7-7 15,9 10-2-15,-7 7-9 0,3 2-3 0,-5 3-6 16,-3 0 0-16,-5 0-9 0,-5-2 5 0,-4-2-13 15,-6-11-5-15,-4-1-5 0,-3 10-3 16,-6-9-1-16,-1-4-6 0,-16 6-10 0,-1-3-3 0,-9-2-30 16,-7-4-54-16,-7 2-52 0,0-8-102 0,-31 3-207 15,28-14-454-15,0-7 200 0</inkml:trace>
  <inkml:trace contextRef="#ctx0" brushRef="#br0" timeOffset="201807.33">9220 9043 90 0,'-2'-4'123'0,"2"4"1"0,0 0-8 0,0 0-9 0,0 0 2 16,0-5-8-16,0 5 1 0,0 0-6 0,0 0-6 16,1-5 3-16,-1 5-4 0,3-3 0 0,-3 3-4 15,0 0-6-15,0 0-5 0,0 0-4 0,0 0-7 16,0 0-7-16,0 0-9 0,0 0 0 0,0 0-8 15,-2-4-5-15,2 4-3 0,0 0-6 0,0 0-3 16,0 0-2-16,0 0-1 0,0 0-1 0,8 0-4 16,-8 0-1-16,10 2-3 0,-1-1 3 0,0-1-2 15,0 0-5-15,5 0 3 0,0 1 2 0,4-1-5 16,0 0-2-16,5 0 3 0,4-1 1 0,5 1 0 16,-2 1-1-16,5-1-2 0,2 0 4 0,18-1 2 15,-1 2-4-15,4-1 3 0,1 1-2 0,33-3-2 16,-32 2 3-16,0-1-1 0,32 1-1 0,-28 0 2 15,31 1-3-15,-2 0-1 0,3 2-2 0,-4 0 1 0,1-3 2 16,-2 4-4-16,-25-4 0 0,26 2 0 0,4-2 1 16,-4 1 4-16,1 2-4 0,2-6 9 15,5 5 7-15,-1 0 7 0,-3-1 1 0,5-2-1 0,-5 2 4 16,-1 2-3-16,4 1-2 0,1-2-4 0,-3 1-4 16,4 0-3-16,-3 1 1 0,-2-2-8 0,-1-2-3 15,-1 3 4-15,-2-6-2 0,-27 3-1 0,30 0 0 16,-2 3-5-16,-24-6 5 0,26 3 3 0,-30-1-3 15,27 0-2-15,-32-1 3 0,0 1 4 0,-1 1-6 16,-3 0 9-16,0-2-6 0,-4 3-2 0,0 0 2 16,-14-2 2-16,-2 3-2 0,2 1 0 0,-3-2 0 15,-1-1 0-15,-3 0 0 0,-11 0-1 0,1 0-4 16,-2 0 2-16,-5 0 2 0,-1 0 10 0,-3 0 6 16,-2 0 10-16,1-1 7 0,-4 0 0 0,1-1 3 15,-6 2-3-15,11-1-1 0,-7 0-6 0,-4 1-5 16,7-1-2-16,-7 1-3 0,0 0-2 0,6-2 0 15,-6 2-6-15,0 0 1 0,0 0-1 0,0 0-4 16,0 0 3-16,8 0 2 0,-8 0-7 0,0 0-1 16,0 0-2-16,0 0-2 0,0 0 3 0,0 0-3 0,0 0 2 15,0 0-3-15,0 0 6 0,5 0-7 16,-5 0-6-16,0 0-7 0,0 0-16 0,0 0-19 16,0 0-19-16,0 0-26 0,0 0-21 0,0 0-26 15,0 0-36-15,0 0-52 0,0 0-171 0,0 0-430 0,0 0 190 16</inkml:trace>
  <inkml:trace contextRef="#ctx0" brushRef="#br0" timeOffset="204849.75">11432 9351 84 0,'-5'-4'97'16,"5"4"3"-16,0 0 0 0,0 0-14 0,0 0-13 15,-1-4-7-15,1 4-5 0,0 0-10 0,0 0-3 16,-4-2-4-16,4 2-8 0,0 0 0 0,0 0 3 0,0 0-4 15,0 0 1-15,0 0-8 0,0 0 1 0,-6-2-2 16,6 2 3-16,0 0 2 0,0 0-2 16,0 0 1-16,0 0 3 0,0 0-1 0,0 0-8 15,0 0 15-15,0 0 0 0,0 0 2 0,0 0-10 0,0 0 8 16,-6 0-5-16,6 0 5 0,0 0 4 0,0 0-5 16,0 0-2-16,0 0-3 0,0 0-5 0,0 0-5 15,16 0 3-15,-3 0-5 0,3 0-3 16,3 2 0-16,3-1-7 0,-1 3 3 0,7 0-4 0,1-3 5 15,-1 4-8-15,-1 0 1 0,1 4-3 0,-9-2 2 16,2 1-3-16,-1-1-4 0,-3 2 5 0,-2 1 2 16,-5-3-3-16,-1 3-12 0,-2-1 0 0,-3 2 2 15,-4-1-3-15,-3 3-6 0,-3-1 2 0,-7 1 5 16,-1 0 1-16,-3 0-4 0,-6 2-3 0,0-3 7 16,4-2-2-16,-3-3 2 0,4 1 6 0,-1 1-3 15,1-2 3-15,-2-2-3 0,1 2 3 0,2-4 8 16,3 2-11-16,4 0 6 0,1-3-4 0,0 0 0 15,4 0 1-15,-2-1-4 0,5-1 6 0,2 0-4 16,0 0 3-16,0 0-1 0,5 9 3 0,4-8 2 16,10 1 6-16,0 0-5 0,3-1-4 0,5 3 11 15,1-2-8-15,0 3 0 0,0-2-4 0,-5 0 2 16,8 2 1-16,-7 1-7 0,-3 0 5 0,-1 1-4 16,-2 0 4-16,-3 1-1 0,-1 0-4 0,-4 1-1 15,-2-3 1-15,-3 2-4 0,-1-1-11 0,-3 1 7 16,-4 1-4-16,-3 0-2 0,-4 0 6 0,-5-1 4 15,-11 4 1-15,1-2 0 0,-6 0 9 0,-1-1-6 16,-5-4 8-16,3 0 1 0,-2-2 0 0,-1 1 3 16,-4-1 0-16,1-3 6 0,3 0-1 0,-3-2 14 0,5-3 8 15,3 2 9-15,3-1 1 0,8 1 4 16,-2 0 7-16,8-3 0 0,3 3 13 0,1 1 9 16,-1-1 4-16,7 1 2 0,-1-1-1 0,1-1-7 15,-1 3-9-15,4-1-6 0,2 2-16 0,0 0-12 0,-4-3-15 16,4 3-18-16,0 0-20 0,10-5-31 15,-6 2-38-15,1 1-29 0,4-2-56 0,3 3-54 0,-5-1-144 16,2-1-399-16,4-1 176 0</inkml:trace>
  <inkml:trace contextRef="#ctx0" brushRef="#br0" timeOffset="205466.79">12259 9405 122 0,'0'-8'255'0,"-1"5"-17"0,2-1-10 0,-1 4-15 15,1-8-18-15,-1 8-9 0,2-2-19 0,-2 2-14 0,0-4-19 16,0 4-14-16,0 0-6 0,1-4-18 0,-1 4-12 16,0 0-11-16,0 0-10 0,0 0-13 0,0 0-5 15,0 0-14-15,0 0-9 0,0 0-1 0,-1 13-4 16,1-5-6-16,1 1-1 0,-1 4-1 0,0 4-3 16,0 0-2-16,0 1 1 0,-1 1 0 0,-1-1-4 15,2 3 3-15,0-2 0 0,-1 6 0 16,0-7-1-16,1 0 1 0,-2-1-2 0,1 0 1 15,0-2 0-15,0-2 0 0,1-4 0 0,0 2 0 0,0-1-3 16,-2-2 4-16,2-2 3 0,-1 1-5 0,1 1 2 16,-4-3-3-16,4 0 1 0,-1-1 4 0,1 1-3 15,0 0 3-15,0-5-2 0,-1 5-1 0,1-5 3 16,1 5 4-16,-1-5-5 0,0 2 3 0,0-2-1 16,0 0-2-16,-1 7 3 0,1-7 1 0,0 0 0 15,0 0 1-15,0 0-1 0,0 0 1 0,0 0-5 16,0 0-17-16,0 0-22 0,0 0-29 0,-2 3-38 15,2-3-38-15,0 0-33 0,0 0-218 0,-3 0-422 16,3 0 187-16</inkml:trace>
  <inkml:trace contextRef="#ctx0" brushRef="#br0" timeOffset="206286.19">12267 10011 69 0,'0'0'196'0,"0"0"-17"0,0 0-18 0,0 0-10 15,0 0-16-15,0 0-17 0,0 0-10 0,0 0-14 16,0 0-13-16,0 0-6 0,0 0-14 0,0 0 7 0,0 0-19 15,0 0-2-15,0 0-6 0,0 0 3 0,0 0-9 16,-8 0-4-16,8 0-6 0,0 0-3 16,0 0 2-16,0 0-4 0,0 0-7 0,0 0 4 15,0 0-4-15,0 0 5 0,0 0 10 0,0 0 6 0,0 0 18 16,0 0 12-16,0 0 6 0,0 0 5 0,0 0-4 16,0 0-3-16,0 0-10 0,0 0-4 0,0 0-3 15,0 0-5-15,0 0-5 0,0 0-5 16,0 0-5-16,0 0-7 0,0 0 0 0,0 0-4 0,0 0-4 15,0 0-8-15,0 0-6 0,0 0-5 0,0 0 0 16,0 0 0-16,0 0 0 0,4 8 2 0,-4-4-1 16,0-4 3-16,0 8 0 0,1-4 0 0,-2 0 0 15,1-4-2-15,0 5 1 0,0-5 3 0,0 4-6 16,0-4 8-16,1 4-2 0,-1-4 3 0,0 0 10 16,0 4 13-16,0-4 13 0,0 0 9 0,0 0-2 15,0 0-1-15,0 0-6 0,0 0-5 0,0 0-4 16,0 0-4-16,7-12 9 0,-7 12-17 0,0-4 1 15,0 4-3-15,2-2-5 0,-2 2-1 0,0 0-4 16,0 0-8-16,0 0-4 0,0 0-6 0,0-6-13 16,0 6-9-16,0 0 0 0,0 0 0 0,0 0 5 15,0 0 1-15,0 0 4 0,-6 11 3 0,6-11 7 16,-4 6-3-16,4 0 1 0,0-6-1 0,-1 2 2 16,1-2 2-16,-2 4 3 0,2-4 1 0,0 0 2 15,-1 5 3-15,1-5 10 0,0 0 9 0,0 0 20 16,0 0 13-16,0 0 1 0,0 0-4 0,0 0-3 15,0 0 0-15,0 0 11 0,9-11 5 0,-8 5-8 16,1 4-1-16,0-2-3 0,-1 1-4 0,-1 3-5 16,3-5-2-16,-2 2-2 0,-1 3-10 0,0 0 0 15,3-4-3-15,-3 4-16 0,0-5-35 0,0 5-43 16,0 0-54-16,0 0-76 0,0-4-118 0,0 4-189 16,2-4-551-16,-2 4 244 0</inkml:trace>
  <inkml:trace contextRef="#ctx0" brushRef="#br0" timeOffset="207831.02">14689 8618 56 0,'0'-5'250'0,"3"0"-10"0,-3-2-6 0,1 2-17 16,1 0-12-16,1 0-19 0,0 0-17 0,1-1-19 15,-1 2-17-15,4-3-9 0,-2 4-17 0,4-1-8 16,5 0-17-16,-1-1-3 0,5 3-11 0,-2 3-5 16,2 0-8-16,-1 4-7 0,3 0-6 0,-2 2-3 15,0 5-5-15,5 3-4 0,-10-1-4 0,2 2-2 16,-2 6-7-16,-3-5 2 0,-1 7-5 0,0-1 0 0,-5-4-3 16,-1 5 0-16,-3 3-2 0,-4-4 4 15,-4 2-7-15,-2-1 0 0,-7 0 0 0,3-5-1 16,-4 2 3-16,1-3-2 0,1-3-2 0,1-1 2 15,-1-2-4-15,2 0 0 0,2-2-1 0,1-2 1 0,2-1 6 16,0-1-4-16,3-3 1 0,1 2-2 16,0-4 2-16,1 3 10 0,-1-3 26 0,1 1 33 15,4-2 31-15,0 0 24 0,0 0 0 0,0 0-20 16,0 0-10-16,10-16-9 0,3 3-9 0,2-3-8 0,7-6-11 16,4-1-8-16,-2-4-19 0,9-9-11 0,3-1-10 15,1 1-10-15,-5 0-6 0,-10 12 4 16,-1-1 0-16,-3 0-4 0,0 5 3 0,-8 5-2 15,3 1 1-15,-8 3 8 0,2 3 0 0,-1 0 1 0,-5 3 1 16,4 1-2-16,-1-1-4 0,-4 2-14 0,0 3-8 16,0 0-1-16,0 0-1 0,0 0 0 0,-18 17-3 15,8-2 7-15,-4-1-3 0,1 12 5 0,-2-1-1 16,6 1 2-16,0 1 5 0,3 2 3 0,-1 0-2 16,7-2-5-16,7-1 5 0,0 1 3 0,9-3-13 15,3 1-16-15,6-1-23 0,6-7-35 0,15 2-50 16,-9-6-65-16,17-2-109 0,-2-9-193 15,-11-1-549-15,10-4 243 0</inkml:trace>
  <inkml:trace contextRef="#ctx0" brushRef="#br0" timeOffset="208684.49">15395 8002 19 0,'1'-3'233'0,"2"0"-10"0,2-3-25 0,0 5-13 0,4-6-22 15,0 4-12-15,2 1-14 0,-1-1-8 0,2 1-16 16,2 0-11-16,-1 2-10 0,2 2-7 0,-1-2-9 15,3 2-9-15,-4 2-4 0,-1-1-9 0,1 1-5 16,-4 1-9-16,1 1-5 0,-5 0-3 0,2 0-14 16,-5 1 5-16,2 3-3 0,-5 0-5 0,-3-1-5 15,-1 0 1-15,-3 1-1 0,-1 0-7 0,-1-1 11 16,-1 2-5-16,0-4-2 0,1 0-1 0,1-1-2 16,0-1 1-16,4-1-4 0,-1 0 2 0,2 0 0 15,0 1 2-15,1-1-3 0,0-3-7 0,2 3 8 16,1-4 1-16,4 7 1 0,2-2 0 0,5-1 1 15,2 1-1-15,4 0 6 0,4 2-2 0,-3-2-1 16,9 5 6-16,-8-1-3 0,2-2 0 0,-3 1 0 16,1 2-2-16,-4-1 1 0,0 1-3 0,-3-1-1 15,-1 2-5-15,-6-2-4 0,-2-4-2 0,-2 1-3 16,-2 1 5-16,-5-1-2 0,-8 3 5 0,-13-1-1 16,-6 4 3-16,-6-7-1 0,-16 3-10 0,0-1-21 15,4 0-40-15,12-5-68 0,0 0-242 0,2-3-411 16,-1 0 182-16</inkml:trace>
  <inkml:trace contextRef="#ctx0" brushRef="#br0" timeOffset="210749.17">16409 8678 135 0,'0'0'175'0,"-7"0"-1"0,7 0-3 0,0 0-9 16,-8 0-17-16,8 0-15 0,0 0-5 15,0 0-13-15,0 0-11 0,-8-3-8 0,8 3-8 16,0 0-8-16,0 0-11 0,0 0 2 0,0 0-6 16,0 0 1-16,0 0-2 0,0 0 2 0,-6 0-3 0,6 0-2 15,0 0-3-15,0 0-2 0,0 0-1 0,0 0-1 16,0 0-2-16,0 0-4 0,0 0 3 16,0 0-11-16,0 0-8 0,0 0-1 0,0 0-1 15,0 0-2-15,0 0-4 0,0 0-3 0,0 0 0 0,0 0-6 16,0 0-4-16,0 0 3 0,0 0 3 0,0 0 0 15,0 0-5-15,0 0-1 0,0 0-5 16,0 0 2-16,0 0 0 0,0 0-1 0,0 0-1 16,0 0 1-16,0 0-3 0,0 0 3 0,0 0 0 0,0 0-2 15,0 0 0-15,0 0 0 0,0 0 1 0,0 0-1 16,19-1-3-16,-2-4 6 0,12 2-6 0,4 2 2 16,6-3-3-16,13-3 3 0,4 4 2 15,3-1-5-15,1-4 3 0,3 1-2 0,-6 3 0 0,3-2 0 16,-3-1-1-16,-5 2 3 0,-11 1-7 0,-4 1-9 15,-4 1-7-15,-4 2-11 0,-2-4-18 0,-9 4-3 16,0-3-19-16,-6 2-17 0,-1 1-19 0,-5 0 6 16,-3 1-22-16,-3-1-21 0,0 0-194 15,0 0-367-15,-20 2 162 0</inkml:trace>
  <inkml:trace contextRef="#ctx0" brushRef="#br0" timeOffset="211001.93">16884 8459 265 0,'-2'-11'306'0,"1"2"-8"16,1 0-13-16,-4 3-17 0,4-1-23 0,-3 3-20 15,2-1-29-15,1 1-26 0,0 4-18 0,0-6-37 16,-1 4-37-16,1 2-34 0,0 0-1 0,-7 14-9 15,3 1-4-15,1 11-3 0,-5 5-1 0,3 2 2 16,1 4-3-16,-2 9 1 0,2 3-33 0,0-1-29 16,3-2-42-16,1-1-32 0,1-12-45 0,1-2-262 15,0-1-452-15,3-12 200 0</inkml:trace>
  <inkml:trace contextRef="#ctx0" brushRef="#br0" timeOffset="213099.02">18315 8061 115 0,'1'-4'197'0,"-1"4"-3"0,3-8-9 0,0 6-12 0,0-1-7 16,-2-1-10-16,-1 4-13 0,3-5-4 16,-2 2-8-16,2-1-13 0,-3 4-17 0,0 0-4 15,1-3-9-15,-1 3-12 0,0 0-13 0,0 0-15 0,0 0-6 16,0 0-5-16,0 0-6 0,1 12-5 0,-2-2-2 15,0 1-4-15,-2 1-4 0,0 4-1 0,-1 1-6 16,2 2 5-16,-3 0-1 0,1 1-2 16,0 1-1-16,2 4 0 0,-2-1-4 0,0-7 2 15,0 3-4-15,3-2 4 0,-2 3-3 0,-2-4 1 0,4 1-1 16,0-4-1-16,-2-5 3 0,3 4-1 16,-1-1 0-16,0-5 0 0,1 1 0 0,0-2 2 0,0-2 5 15,-2 0 39-15,2 1 30 0,0-5 36 16,3 3 46-16,-3-3 23 0,0 0 12 0,0 0 0 0,0 0-27 15,0 0-10-15,8-17-23 0,-2 4-23 0,2-2-9 16,1-2-14-16,4-6-11 0,2-1-12 0,1-1-11 16,0 4-7-16,-2 3-5 0,-3 4-5 15,2-1-5-15,-3 1-3 0,-2 2-1 0,1 4-8 0,-2-1-3 16,0 4 4-16,-2 0-11 0,-1-2-2 0,0 5-4 16,-3-3-3-16,3 3-35 0,-4 2-31 0,9 0 1 15,-9 0 4-15,7 4 1 0,-2 1-2 0,-1 3-4 16,1 0 10-16,2 5 3 0,-2-3-2 15,0 2 10-15,-1 5-3 0,1-2 2 0,-1 1 9 0,-2 0 3 16,0 1 5-16,3 0-2 0,-3-1 7 0,1 0-1 16,-2-4 3-16,0 1 2 0,2-2 13 0,-2 0-12 15,-1-4 1-15,1 0 4 0,1 0 5 0,-2-1-2 16,1-1 0-16,-1-1 0 0,0-4-3 0,1 7 6 16,-1-7 4-16,0 0-1 0,0 7-3 0,0-7 3 15,0 0 1-15,2 4 3 0,-2-4-1 0,0 0 0 16,0 0 1-16,0 0 10 0,0 0-13 0,0 0 1 15,0 0-2-15,4 4 3 0,-4-4 0 0,0 0 6 16,0 0-4-16,0 0 0 0,0 0-1 0,2 5-1 16,-2-5-4-16,0 0 2 0,0 0-2 0,0 0 5 15,0 0-1-15,0 0 1 0,0 0 6 0,0 0-14 16,0 0 3-16,0 0-2 0,0 0-3 0,0 0 4 16,0 0-3-16,0 0 2 0,0 0 1 0,0 0 3 15,0 0-5-15,0 0 0 0,0 0 1 0,0 0 0 16,0 0 3-16,0 0-3 0,0 0 4 0,0 0 3 15,0 0 12-15,0 0-19 0,0 0 3 0,0 0-4 16,0 0-1-16,0 0 2 0,0 0 2 0,0 0-10 16,0 0 5-16,0 0-2 0,0 0-1 0,0 0-1 15,0 0 2-15,0 0 6 0,0 0-6 0,0 0 4 16,0 0-8-16,0 0 11 0,0 0 2 0,0 0-5 16,0 0-1-16,0 0 3 0,0 0-5 0,0 0 3 15,0 0 1-15,0 0-5 0,0 0-2 0,0 0-3 16,0 0 6-16,0 0-7 0,0 0-1 0,0 0 1 15,0 0-1-15,0 0-1 0,0 0 2 0,-4 3-1 16,4-3-1-16,0 0 5 0,0 0 1 0,0 0-11 16,0 0 2-16,0 0 20 0,0 0-17 0,0 0 2 0,0 0 1 15,0 0-1-15,0 0 2 0,0 0 1 16,0 0 1-16,0 0 2 0,0 0-4 0,0 0 13 16,0 0-7-16,0 0 2 0,0 0-2 0,0 0 2 15,0 0 0-15,0 0 3 0,0 0-3 0,0 0 0 16,0 0-3-16,0 0 3 0,0 0 1 0,0 0 2 15,0 0 1-15,0 0-5 0,0 0 0 0,0 0-1 16,0 0 5-16,0 0-1 0,0 0 0 0,0 0 11 16,0 0-18-16,0 0 0 0,0 0-1 0,0 0 2 15,0 0-4-15,0 0-2 0,0 0 2 0,0 0-2 0,0 0 2 16,0 0-2-16,0 0-1 0,0 0 12 0,0 0-14 16,0 0 1-16,0 0-1 0,0 0-3 0,0 0 1 15,0 0 1-15,0 0-1 0,0 0 3 16,0 0 5-16,0 0 1 0,0 0 1 0,0 0 0 0,0 0-1 15,0 0-2-15,0 0 3 0,0 0-1 0,0 0 1 16,0 0 2-16,0 0-5 0,0 0 1 0,0 0-1 16,0 0 0-16,0 0-2 0,0 0-1 0,0 0 0 15,0 0 1-15,0 0 3 0,0 0-3 16,0 0 2-16,0 0 2 0,0 0 0 0,0 0 0 0,0 0 0 16,0 0 3-16,0 0 0 0,0 0 0 0,0 0 2 15,0 0-3-15,0 0 0 0,0 0 2 16,0 0 1-16,0 0-3 0,0 0 6 0,0 0-4 0,0 0 5 15,0 0-2-15,0 0 1 0,0 0 1 0,0 0-3 16,0 0 2-16,0 0-1 0,0 0 2 0,0 0 0 16,0 0-2-16,0 0 2 0,0 0 0 0,0 0 1 15,0 0-3-15,0 0 0 0,0 0 1 16,0 0-1-16,0 0 1 0,0 0 3 0,0 0-4 0,0 0 0 16,0 0 1-16,0 0 2 0,0 0 0 0,0 0 1 15,0 0-2-15,0 0 0 0,0 0 6 0,0 0-6 16,0 0 1-16,0 0-2 0,0 0-2 0,0 0 2 15,0 0 2-15,0 0-3 0,0 0 4 0,0 0-4 16,0 0 2-16,0 0-1 0,0 0 1 0,0 0 0 16,0 0 2-16,0 0-4 0,0 0 4 0,0 0-3 15,0 0 1-15,0 0-3 0,0 0 3 0,0 0-2 16,0 0 0-16,0 0 5 0,0 0-3 0,0 0 1 16,0 0 1-16,0 0 6 0,0 0-13 0,0 0-9 15,0 0-7-15,0 0-17 0,0 0-19 0,0 0-25 16,0 0-29-16,0 0-19 0,0 0-28 0,0 0-20 15,0 0-33-15,0 0-147 0,-15-10-388 0,12 7 173 16</inkml:trace>
  <inkml:trace contextRef="#ctx0" brushRef="#br0" timeOffset="213984.2">18881 8361 149 0,'0'0'183'0,"-8"0"-3"0,8 0-10 0,0 0-6 0,0 0-5 15,-5-3-10-15,5 3-6 0,0 0-7 0,0 0-7 16,0 0-13-16,0 0-9 0,-4-1-6 16,4 1-8-16,0 0-6 0,0 0-5 0,0 0-3 0,0 0-8 15,0 0-5-15,0 0-5 0,0 0-3 0,0 0 0 16,0 0-4-16,-5-4-2 0,5 4-2 0,0 0 1 16,0 0-2-16,0 0-2 0,0 0 2 0,0 0-3 15,0 0-3-15,0 0-1 0,0 0-8 0,0 0 1 16,0 0-6-16,0 0 5 0,0 0-6 0,0 0 3 15,0 0-4-15,0 0-2 0,0 0 1 0,0 0-4 16,0 0-3-16,0 0 1 0,0 0-3 0,0 0-3 16,0 0-1-16,0 0-2 0,0 0 1 0,0 0-1 15,0 0 0-15,0 0-5 0,0 0 0 0,0 0 2 16,0 0-3-16,0 0-1 0,0 0 2 0,0 0 1 16,0 0-1-16,0 0-3 0,0 0-3 0,0 0 0 15,0 0 3-15,0 0-2 0,0 0-1 0,0 0 2 16,0 0 2-16,0 0-3 0,0 0 1 0,0 0 0 15,0 0 0-15,0 0-1 0,0 0 1 0,0 0 1 16,0 0 0-16,0 0-1 0,19-2 0 0,-6 2-4 16,6-4-5-16,14 2 6 0,-1-2-11 0,4-2 2 15,2 3 6-15,-2 1-4 0,3-1 0 0,-1-2 0 16,-2 1 3-16,-1 1-1 0,-1 2 1 0,-5-3 2 16,-2 2 1-16,-8 2-4 0,-1 0 4 0,-5-1-1 0,-2 1-7 15,-2-1-8-15,-2 1-3 0,-1-3-6 16,-6 3-7-16,9 0-14 0,-9 0-8 0,6 0-8 15,-6 0-9-15,0 0-13 0,0 0-16 0,0 0-19 16,-16 5-27-16,9-3-27 0,0 1-45 0,0-2-152 16,-2 0-402-16,3-1 177 0</inkml:trace>
  <inkml:trace contextRef="#ctx0" brushRef="#br0" timeOffset="214363.17">19594 8178 200 0,'0'-8'295'16,"0"3"-11"-16,2 0-15 0,-2 1-11 0,1-1-13 16,-1 2-23-16,0 3-16 0,2-7-26 15,-2 7-19-15,1-2-21 0,-1 2-19 0,0 0-14 0,0 0-19 16,0 0-18-16,0 0-5 0,0 0-9 0,0 0-8 15,3 17-2-15,-3-8-5 0,0 3-7 0,1-2-6 16,-1 4 0-16,0 0-4 0,1 3 1 16,-1-2 0-16,0-2-9 0,1 2-1 0,1-4-2 0,-1 2 2 15,-1-2-1-15,1 2 0 0,1-5-5 0,-2 0 3 16,0-3-4-16,0-2 2 0,2 4-3 0,-2 0 5 16,2-5-2-16,-2-2 1 0,0 6 1 0,0-4-2 15,0-2 0-15,0 0 2 0,0 0-3 0,-2 5 3 16,2-5-2-16,0 0-3 0,0 0 2 0,0 0-2 15,0 0-7-15,2 3-3 0,-2-3-20 0,0 0-16 16,0 0-20-16,0 0-22 0,0 0-24 0,0 0-19 16,0 0-392-16,3-21-559 0,6 7 247 0</inkml:trace>
  <inkml:trace contextRef="#ctx0" brushRef="#br0" timeOffset="214617.81">19861 8006 222 0,'1'-3'267'0,"-1"3"-24"16,3-5-24-16,-3 5-27 0,2-2-18 0,-2 2-22 0,0 0-11 15,16 10-6-15,-5-4-8 0,3 9-9 16,4 4-11-16,1 2-11 0,-6 2-6 0,2 4-8 16,-2 0 0-16,-3 3-12 0,-3 3-5 0,-2-3-7 15,-6 0-6-15,-3 2-5 0,-3 1-2 0,-7-1-5 16,-1 0-4-16,-7-2 1 0,-6 8-9 0,-6-3-5 0,-5-5-7 15,8-7-26-15,-12 4-35 0,-6-3-40 16,-2 3-59-16,-1-10-84 0,-11 0-181 0,1-12-443 16,2 1 196-16</inkml:trace>
  <inkml:trace contextRef="#ctx0" brushRef="#br0" timeOffset="-214382.51">18281 7885 29 0,'0'0'224'15,"-1"-6"-14"-15,1 6-24 0,0 0-17 0,-2-1-17 16,2 1-20-16,-11 7-13 0,1 0-11 0,-8 9-10 16,-2 8-8-16,-6 5-5 0,0 9-6 0,-6 7-1 15,3 1-7-15,2 0 7 0,1 5-7 0,4-1-1 16,3 3-2-16,6 2-6 0,5-4-6 0,1 1-7 15,8-5 1-15,5-11-2 0,7 8-1 0,9-4-7 16,7 4-6-16,7-8-17 0,10-5-44 0,5-4-83 16,4-5-288-16,8-3-430 0,-2-12 191 0</inkml:trace>
  <inkml:trace contextRef="#ctx0" brushRef="#br0" timeOffset="-211746.97">20695 7923 204 0,'0'-8'217'0,"1"1"-13"16,1 3-15-16,-2-1-13 0,1 2-19 0,-1-1-12 15,0 4-15-15,0-5-14 0,0 5-13 0,0 0-13 16,0 0-6-16,-22 12-13 0,1 3-6 0,-1 5-6 16,-4 4-2-16,2 3-9 0,-8 11-7 0,4 0 2 15,5-7-10-15,4-1 0 0,2 1-6 0,4-2 3 16,1 5-4-16,4-2-4 0,5 0 2 0,6 3-5 15,3-3 3-15,6 0-1 0,5-1 0 0,4-2 1 16,7-4-16-16,17 5-20 0,5-4-42 0,2-8-62 16,1-4-269-16,0-6-418 0,1-4 186 0</inkml:trace>
  <inkml:trace contextRef="#ctx0" brushRef="#br0" timeOffset="-211216.26">21071 8061 109 0,'0'-5'271'0,"1"1"-7"15,-1 1-9-15,0-1-18 0,0 4-23 0,2-5-19 16,-2 5-25-16,0-4-21 0,0 4-17 0,0 0-17 16,0 0-14-16,0 0-11 0,0 0-10 0,2 15-8 15,-2-5-7-15,0-1-5 0,0 3-8 0,-1 1-5 16,1 2-5-16,-3 0-4 0,1 0-3 0,-2 3-5 15,1-1-1-15,-2 0-4 0,5-2-1 0,-4-3-2 0,4-2-3 16,0 1-1-16,0-4 1 0,-1 0-4 0,1-1 2 16,-2-2 1-16,0-1 25 0,2 0 20 15,0-3 34-15,2 4 18 0,-2-4-12 0,0 0-20 16,10-9-4-16,-4 1-9 0,8-3-7 0,0-2-11 0,0 0 5 16,2 0-9-16,-2-2-3 0,6-3-7 0,-5 5-3 15,-2 3-5-15,0 0-2 0,-5 2-2 16,-1 4 4-16,-2-3-13 0,3 4-1 0,-4-1-9 15,1 2-14-15,-1 1-7 0,-4 1-8 0,0 0-2 0,10 5-2 16,-6 0 8-16,1 2-4 0,4 0-2 0,-4 4-1 16,0 0-26-16,2-1-30 0,3 7-18 15,-3-1-21-15,2-2-23 0,-1 0-32 0,1 2-38 16,0-8-76-16,-1 2-182 0,-2-1-509 0,3-4 226 0</inkml:trace>
  <inkml:trace contextRef="#ctx0" brushRef="#br0" timeOffset="-210797.35">21636 8173 219 0,'-6'-1'202'0,"6"1"-7"0,-8-4-21 0,8 4-12 15,0 0-13-15,-7 0-15 0,7 0-12 0,-2-3-11 16,2 3-12-16,0 0-10 0,0 0-5 0,0 0-11 16,0 0-7-16,0 0-7 0,-7-1-8 0,7 1-2 15,0 0-3-15,0 0-2 0,0 0 1 0,0 0 0 16,0 0-3-16,0 0-1 0,0 0 2 0,0 0-3 16,0 0-3-16,0 0 2 0,0 0-2 0,-4-3 2 15,4 3 0-15,0 0 1 0,0 0 0 0,0 0-2 16,0 0-4-16,0 0-2 0,0 0-4 0,0 0-3 15,31 0-1-15,-15-1-4 0,6-1-1 0,5 1-3 16,7 0 0-16,-1-4-4 0,1 5 5 0,2-4-7 16,2 1-3-16,-2 0 4 0,0 1-4 0,-2-1-4 15,-2 2 6-15,-3-2-2 0,-8 2 0 0,-3 1-3 16,-4 0-1-16,-5 0-5 0,0 0-13 0,0-1-6 16,-4 1-12-16,-5 0-8 0,5-1-9 0,-5 1-7 15,0 0-14-15,0 0-16 0,0 0-24 0,-23 2-23 16,13-2-20-16,-4 0-53 0,2 0-131 0,2 0-364 15,-2 0 162-15</inkml:trace>
  <inkml:trace contextRef="#ctx0" brushRef="#br0" timeOffset="-210178.69">22254 7863 137 0,'11'-1'153'0,"1"0"-18"0,2 2 5 0,4 2-18 0,4 0-7 16,-3 1-10-16,4-1-13 0,4 4-2 0,0 2-17 15,-7-3 0-15,-1 3-24 0,-1 0 14 0,-4 1-11 16,0 1-7-16,-5-1-5 0,-5 1-1 0,1 1 0 15,-2-1-16-15,-6-1 2 0,-2 2-1 0,-3 1-3 16,-2 1-4-16,-3-2-8 0,1-1 5 0,-4-2 1 16,5-1 1-16,-2-2 5 0,-1 2-10 0,1-1-2 15,3-4-2-15,0 1-2 0,3-1 1 0,1 0 0 16,0 1-1-16,-1-4-2 0,5 3 5 0,-1-1-3 16,3-2-4-16,0 5 4 0,0-5-1 0,5 2-1 15,4 1 3-15,4-1 1 0,0 0 4 0,0 2-11 16,3 1 3-16,2 0 6 0,-1-1 2 0,-3 0 0 15,2 4 1-15,-4-4-4 0,-1 1 1 0,1 3 4 16,-5-3-3-16,2-1-2 0,-5 4 3 0,0-2-3 16,-3 0-3-16,-1 0 1 0,-1 0 0 0,-3 1 1 15,-5 0-4-15,-1-1 3 0,-3 3-1 0,-6-2-3 16,1-3 3-16,-4 3-4 0,1-4 0 0,0 1 5 16,-6 2-8-16,3-5 2 0,4 0-4 0,-1 2-22 15,-2-3-23-15,2 0-27 0,2 0-23 0,6-2-59 16,0 0-110-16,0-1-288 0,7-1 128 0</inkml:trace>
  <inkml:trace contextRef="#ctx0" brushRef="#br0" timeOffset="-209833.09">22598 7690 126 0,'13'4'174'0,"2"5"-13"0,5 0 1 15,7 6-10-15,1 3-14 0,3 3-2 0,6 10-4 0,0 2-10 16,-5 5-8-16,-1 0-7 0,-2 1-8 0,-13-7-8 15,-5 1-8-15,0 13-11 0,-7-12-2 0,-5 0-7 16,-6 0-9-16,-6 0-4 0,-12 6-2 16,5-10-6-16,-14 7-4 0,-2-1-6 0,-7-2-1 15,0-6 0-15,-4-1-11 0,-7-2-26 0,-1 0-39 0,-4-2-50 16,6-4-101-16,-2-2-139 0,1-10-362 0,18-2 160 16</inkml:trace>
  <inkml:trace contextRef="#ctx0" brushRef="#br0" timeOffset="-208034.12">23504 7622 154 0,'5'-8'195'0,"-4"2"-1"0,4 1-9 15,-2-2-1-15,-1 3-10 0,1-1-14 0,-2 3-15 16,1-1-15-16,-2 3-13 0,1-5-16 0,-1 5-13 0,0 0-7 16,0 0-10-16,-13 18-6 0,-2 1-3 0,-3 6-11 15,-5 3-1-15,-8 15-11 0,3 1-2 16,-3 2-2-16,3-1-2 0,2 4-6 0,3-3 0 16,5-1-1-16,4-1-5 0,6-9-3 0,4-2-2 0,5 1 5 15,4-2-5-15,6 0 6 0,8-3-5 0,14 5 3 16,8-3-10-16,6-9-35 0,11-2-39 15,7-4-82-15,-4-2-248 0,3-5-425 0,4-6 189 16</inkml:trace>
  <inkml:trace contextRef="#ctx0" brushRef="#br0" timeOffset="-207549.67">23919 7789 80 0,'-1'-6'286'0,"2"1"-13"0,-1 2-21 16,1-1-26-16,-1 4-22 0,0-6-23 0,0 6-28 0,0 0-16 16,0 0-26-16,0 0-11 0,0 0-11 0,-2 20-8 15,1-6-9-15,-2 2-8 0,-2 2-7 0,-1 7-5 16,-1 2-1-16,2-1-9 0,-4-1 0 0,3 1-13 16,-2 1 10-16,4-2-10 0,2-7-2 0,-1-1-4 15,3-5 1-15,-1 0-3 0,-2-3-4 0,3-1 1 16,0-2 0-16,-1-1 17 0,-2 1 21 0,6-3 34 15,-3-3 32-15,0 5 1 0,0-5-10 0,0 0-10 16,10-11-15-16,-3 4-8 0,0 0-8 0,2-4 8 16,2-2-30-16,0 0 0 0,-1-1-2 0,3 2-12 15,0 0-1-15,-7 3-2 0,2 1-7 0,-2 0-6 16,1 3 5-16,-2 1-4 0,-1 0-13 0,-1 1-3 16,1 1-9-16,1 2-15 0,-5 0-7 0,14 2-27 15,-6 1-27-15,2 1-24 0,0 4-34 0,2-1-38 16,3 3-67-16,-6-4-303 0,8 4-591 0,-6-4 261 15</inkml:trace>
  <inkml:trace contextRef="#ctx0" brushRef="#br0" timeOffset="-207241.65">24499 7945 3 0,'-5'-3'218'0,"5"3"-14"0,0 0-10 16,0 0-19-16,0 0-13 0,0 0-13 0,0 0-19 15,0 0-13-15,14-4-9 0,-1 2-11 16,1 1-7-16,3-1-14 0,3-2-4 0,2 3-9 15,10-2-4-15,-1-1-9 0,8 0-3 0,-2 1-6 0,2 0-7 16,0-2-9-16,1 2-15 0,-6-1-22 0,-6 1-27 16,-6 1-39-16,-3 0-32 0,0-1-60 0,-10-1-117 15,-3 1-308-15,-1 0 136 0</inkml:trace>
  <inkml:trace contextRef="#ctx0" brushRef="#br0" timeOffset="-207014.66">24705 7804 173 0,'-4'-4'292'0,"4"-3"-10"0,0 3-9 15,0 0-7-15,0 0-13 0,0 4-19 0,0-6-18 16,-1 2-25-16,1 4-23 0,0 0-21 0,-3-5-24 16,3 5-26-16,0 0-14 0,0 0-10 0,0 13-7 15,0 0-10-15,0 1-8 0,0 7-5 0,0 4-7 16,0 0 0-16,0 1-11 0,0 2-29 0,-1-3-18 15,1 2-22-15,1-2-29 0,-2 2-26 0,-4-8-33 16,5 1-34-16,0-4-275 0,-2-5-476 0,2 0 210 16</inkml:trace>
  <inkml:trace contextRef="#ctx0" brushRef="#br0" timeOffset="-206563.05">25101 7694 127 0,'1'-4'229'0,"3"3"-17"0,0-2-19 0,3-1-19 16,5 2-10-16,-3 2-13 0,5 1-10 0,4 3-15 15,3-3-6-15,-2 6-12 0,0 0-9 0,0 1-12 16,-1 4-8-16,0-3-10 0,-4 6-5 0,-1-1-8 16,-4 2-6-16,1-2-6 0,-4 2-5 0,-4 1-6 15,-2 2-1-15,-7-1-5 0,-2 6-7 0,-5-4 2 0,-2 1 1 16,0-8-4-16,-4 5-1 0,3-5-3 16,1-2-2-16,-1 0-2 0,3-3-3 0,1-2-2 15,4-1 5-15,3-2-3 0,-1 1 2 0,1 1-2 16,1-3 4-16,1 0-1 0,0 1 6 0,4-3 1 0,-1 2 2 15,1-2-3-15,5 6 12 0,0-5 9 16,5 0 2-16,3 1 0 0,5 0-1 0,0 2 7 16,4 0-5-16,-1-2-4 0,6-2-5 0,-7 2 1 15,1-1-2-15,-2 1-6 0,-1 0-2 0,-1-2 0 0,-6 0-5 16,3 0-6-16,-6 0-18 0,2 3-21 16,-5-3-9-16,2 0-13 0,-7 0-9 0,6 0-20 0,-6 0-54 15,0 0-54-15,-1-5-255 0,-4-2-478 16,-3 3 211-16</inkml:trace>
  <inkml:trace contextRef="#ctx0" brushRef="#br0" timeOffset="-206285.75">25573 7544 152 0,'7'-3'225'0,"-2"3"-14"16,6 0-15-16,0 4-12 0,6 7-14 0,2 0-12 16,3 5-9-16,3 9-4 0,-2 2-9 0,9 12-13 15,-9 5-8-15,-5 2-2 0,-4 2-13 0,-9 0-8 16,-5 0-12-16,-4-2-8 0,-1-11-5 0,-5-2-15 16,-3 1-10-16,-1-6-14 0,-5 1-1 0,-1-2-4 15,-6-2-10-15,-12 7-24 0,7-10-55 0,-14 4-47 16,-1-7-63-16,-1 0-209 0,8-13-417 0,0-5 186 15</inkml:trace>
  <inkml:trace contextRef="#ctx0" brushRef="#br0" timeOffset="-205068.47">26371 7422 188 0,'0'-2'179'0,"0"2"-17"0,0 0-17 0,-8-3-14 15,8 3-16-15,-21 10-7 0,4 2-7 0,-2 3-11 0,-4 6-11 16,0 6-8-16,3 4-10 0,-5 15 1 0,1-2-7 16,1 4 0-16,4-1-15 0,8-1-1 15,4 1 0-15,7-1-7 0,3-11 8 0,8 9-9 16,8 0-4-16,-2-13 6 0,17 7-9 0,2-4-12 0,6-6-32 16,6-6-56-16,-2-2-97 0,-10-12-102 0,16 1-299 15,-15-5 133-15</inkml:trace>
  <inkml:trace contextRef="#ctx0" brushRef="#br0" timeOffset="-204564.13">26646 7667 197 0,'1'-6'259'15,"3"-2"-9"-15,-4 2-18 0,4 2-10 0,-3-1-21 0,2 0-14 16,-2 1-18-16,3 3-20 0,-4 1-16 15,0-5-14-15,0 5-14 0,0 0-13 0,0 0-13 16,9 13-1-16,-8-3-13 0,-1 1-6 0,0 4-7 16,0 3-6-16,0 3-2 0,-4 5-3 0,-2 1-10 0,2-1 0 15,-1 1-2-15,-3-3-2 0,4-4-5 16,3-2-3-16,-1 2 2 0,0-8-4 0,-3-2-1 16,4-2 2-16,1-2-2 0,0 1 0 0,0-2 10 15,-2 0 23-15,4-1 26 0,-4 0 29 0,2-4 27 0,2 2-12 16,-2-2-9-16,0 0-16 0,19-11-7 0,-10 5-10 15,5-6-7-15,-1 2-14 0,2-5 16 0,-2 3-24 16,10-6-2-16,-7 8-6 0,1-2-8 16,2 1-3-16,-7 5-6 0,-2-2-5 0,2 1 5 0,-1 5-16 15,-4-2-8-15,4 0-12 0,-5 3-16 16,2 1-4-16,1 1-13 0,1 2-14 0,-1 1-20 0,-1 2-15 16,2-1-18-16,0 3-28 0,2 5-28 15,-7-3-50-15,8 5-90 0,-4-7-203 0,-1 1-555 0,3-2 246 16</inkml:trace>
  <inkml:trace contextRef="#ctx0" brushRef="#br0" timeOffset="-204320.42">27130 7832 204 0,'0'0'258'0,"0"0"-5"0,0 0-11 0,0 0-6 16,0 0-16-16,0 0-21 0,0 0-18 0,0 0-17 16,0 0-22-16,17-5-17 0,0 5-7 0,4-3-11 15,6 1-10-15,6 1-13 0,-1-1-31 0,4 2-14 16,0-4-21-16,2 2-17 0,15-1-25 0,-16-1-24 16,-3 2-31-16,-2 0-45 0,-4-3-36 0,-10 3-225 15,-5-3-416-15,-3 3 185 0</inkml:trace>
  <inkml:trace contextRef="#ctx0" brushRef="#br0" timeOffset="-204097.56">27364 7662 166 0,'0'0'305'0,"-1"-5"-15"16,1 5-18-16,0-5-27 0,0 5-27 0,0 0-24 15,0 0-28-15,0 0-22 0,0 0-17 0,0 0-16 0,5 12-12 16,-2-2-12-16,-3 6-5 0,2 1-10 16,-2 3-5-16,4 3-6 0,-4 5-5 0,1-3-24 15,-1 2-26-15,2 0-33 0,1 1-37 0,-4-2-51 16,4-6-55-16,-3-2-234 0,0-4-438 0,-2-3 193 16</inkml:trace>
  <inkml:trace contextRef="#ctx0" brushRef="#br0" timeOffset="-203518.41">27944 7591 271 0,'0'0'271'0,"-2"-5"-19"0,2 5-25 0,0 0-21 0,0 0-23 0,0 0-19 15,0 0-21-15,0 0-17 0,0 0-15 16,0 0-13-16,0 0-11 0,0 17-9 0,-3-6-8 15,0 4-6-15,-3 2-7 0,-1 1-16 0,1 3-3 0,0-3-4 16,2 7-2-16,1-7-1 0,1 1-10 0,4-1 2 16,-2 0 1-16,2-1-1 0,1 0-5 0,2 0 2 15,0-7-2-15,2 6 1 0,1-5-2 16,2-1 0-16,-1-2 0 0,4 1 0 0,0-1-7 0,-3-4-14 16,3 2-17-16,1-5-9 0,-2 0-16 0,0-1-12 15,-2-2-29-15,1-1-5 0,-1 0-19 0,-2-2 9 16,-2-3-4-16,-1 0 7 0,0 0-2 15,-1 0 22-15,0-1 26 0,-2 0 15 0,0 4 40 16,-1-3 28-16,1 4 23 0,0-4 6 0,0 3 14 0,-2 1 14 16,0 0 4-16,2-1 5 0,-2 5-8 0,0-6-8 15,0 6-8-15,0 0-11 0,2-3-10 0,-2 3-10 16,0 0-9-16,0 0-6 0,0 0-6 0,0 0-4 16,3 12 0-16,-4-5-4 0,2 2-1 0,-2 0 3 15,-1 6-5-15,2-3 1 0,0 5-1 0,0-1-1 16,-2 1 0-16,2 0-23 0,2 0-27 0,-4 0-20 15,0-5-27-15,2 4-19 0,-2-2-31 0,2-5-77 16,-2 1-152-16,2-4-398 0,-1-1 176 0</inkml:trace>
  <inkml:trace contextRef="#ctx0" brushRef="#br0" timeOffset="-203219.97">28279 7471 8 0,'0'0'258'0,"0"0"-29"0,3-3-22 15,-3 3-22-15,6 7-11 0,2 0-16 0,4 6-13 0,1 2-13 16,6 8-7-16,1 4-6 0,1 4-4 15,6 14-6-15,0 1-10 0,-5 4-7 0,-2 0-10 16,-9-3-10-16,-5-1-8 0,-5-10-5 0,-1 11-5 16,-5-14-12-16,-5 3-13 0,-6-5-5 0,-3 3-4 0,-9 4-8 15,-8-3-21-15,-5-3-29 0,-3-1-45 0,-5-6-59 16,-6-1-249-16,-5-2-422 0,1-6 187 16</inkml:trace>
  <inkml:trace contextRef="#ctx0" brushRef="#br0" timeOffset="-200870.06">18276 9162 87 0,'-4'-2'153'0,"4"2"1"0,0 0-8 16,0 0-8-16,-3-3-9 0,3 3-2 0,0 0-11 15,0 0-8-15,-3-3-8 0,3 3-4 0,0 0-16 0,0 0-7 16,0 0-6-16,0 0-10 0,0 0-4 0,0 0-7 16,0 0-4-16,0 0-4 0,0 0-6 15,10-2 0-15,-10 2-6 0,12-2 0 0,-3 1-8 0,0-1 1 16,2 0 0-16,3 2-1 0,-2-1-6 0,2 1-3 15,5-1 0-15,4-2 2 0,6 0-3 0,2 2-1 16,0 0-2-16,-1-2 4 0,0 2 1 16,2-2-5-16,1 3 4 0,-1-3-1 0,-4-1-1 0,3 4 0 15,-3-1-3-15,-1-1 2 0,1-1 0 0,1 2 0 16,-1-2 0-16,3-1 3 0,0 4-3 0,-2-1 3 16,2-2 0-16,-1-1-4 0,2 2 2 0,0-1 0 15,0 2-1-15,3-6-1 0,-3 3 3 0,2 2 0 16,2 0 1-16,-2 0-2 0,2-3-2 0,0 2-1 15,-2-2 3-15,1 2 1 0,-2-1 1 0,4 4 0 16,-4 0-4-16,3-2-1 0,1 1 0 0,0 1 2 16,2 0 2-16,-4 0-7 0,5 0 5 0,-2 0-4 15,3 0 0-15,10 0-1 0,-10 0 2 0,-1 0-1 16,-2 0 0-16,2-2 1 0,-1 0-1 0,1 1 0 16,-3 0 1-16,0 0-3 0,0-1 1 0,-2 0 2 15,-1 1-2-15,0 1 2 0,0 0 1 0,-1-3-3 16,2 3 7-16,-3-2-8 0,-1 2 2 0,0 0 0 15,4-5-3-15,-1 5 1 0,-2-1 0 0,3 0 1 16,-1 1 1-16,2-3-1 0,2 2 2 0,-5-2 2 16,3 3-5-16,-1-1-1 0,-1 1 1 0,0-2 0 15,1 4 1-15,-3-2 2 0,4 0 3 0,0-2-5 0,-2 5 0 16,2-3 1-16,2 0 2 0,-2-1-3 0,-3 2 0 16,3-1 1-16,0 2 0 0,0-4 1 0,-2 2 2 15,3-1-2-15,-2 1 3 0,1-2-1 16,-3 2 1-16,3-2-1 0,-2 1 1 0,3 1-1 0,-1-2 4 15,0 1-2-15,0 0 1 0,-1 1-2 0,-1-2 1 16,1 0 2-16,-3 1 5 0,0 1-1 0,3-2-1 16,-2 2 1-16,1-2 2 0,0 2-4 0,2 0 5 15,-1-1 1-15,2-1-1 0,0 2-1 0,-2-1-9 16,3 1-2-16,-1 0-1 0,0 0 2 0,4 0 0 16,-2-1 0-16,12 0-1 0,-13 1 2 0,-4 0-3 15,2-2-1-15,0 2 1 0,1 0-1 0,3-1-1 16,-3 2 2-16,-2-1-1 0,4 2-1 0,-5-2 0 15,1 1 1-15,-2-1-2 0,4 0 0 0,-4 0 0 16,3 1-1-16,-1-1-1 0,0 0-6 0,1 0 0 16,2 1 0-16,2-1-5 0,0 2 0 0,-1-2 4 15,0-2 0-15,-1 1 2 0,0 1-2 16,2-1-2-16,-4 0 4 0,-2 1-4 0,2 0 3 0,-3-2 2 16,1 1 1-16,0 1 2 0,-1-1 1 0,-1 1 0 15,-4 0-3-15,3 0 4 0,-2 0-4 0,-2 0 2 16,6 0 3-16,-3-1-4 0,-2 2 0 0,1-1 3 15,2-1-5-15,3 1 2 0,-3-2-1 0,1 2-1 16,0-2 4-16,1 1-3 0,0 1 2 0,1 0-1 16,0 0 1-16,-2 1 1 0,0-2 0 0,0 0 3 15,0 0 2-15,-1 1-8 0,-1 0 4 0,2 0 1 0,-1-2-2 16,-2 1 3-16,7 0 3 0,-8 1-8 16,4-3 3-16,-4 1 2 0,0 1 0 0,1-1-3 15,1 0-2-15,0 2 5 0,-2 0-4 0,-5 0 3 16,3-1-1-16,1 0 0 0,1-2-1 0,-1 5 4 0,0-4-5 15,1 1 1-15,-5 1 0 0,5-1 3 16,0-2-2-16,-1 0 2 0,-4 3 1 0,-4-1-2 16,3-2-5-16,6 2 5 0,-5 1 0 0,-2-1-3 15,2 2 6-15,5-2-4 0,-7 1 2 0,6-1-1 0,0 1 1 16,-5 1 2-16,6-1 0 0,-5 0-3 0,-1 0 1 16,-2-1-1-16,3 1-6 0,5 0 9 0,-7 0-2 15,-1-2 0-15,2 2-3 0,-2 0 4 16,2-2 1-16,-1-1-4 0,0 2 2 0,7-2-1 15,-7 2 1-15,-1-1 2 0,3 1-7 0,5 0 2 0,-1-3 5 16,1 1-4-16,-6 2 0 0,1 0 2 16,6-2-8-16,-7 3 9 0,1-3-1 0,4 1-3 0,-4 2-1 15,0 0 3-15,-3-3 1 0,2 3-1 16,1-1 2-16,-1 0 1 0,-2 1-4 0,10-2-4 0,-9 1 5 16,10 0-2-16,-3 0 3 0,0 1-1 0,3 0 0 15,0 0 0-15,-3 0-3 0,0-2 3 0,1 2 3 16,2-2-4-16,-2 2 3 0,1 0-3 15,2 2-1-15,1-2 4 0,1 0-7 0,2 3 8 0,1-2-4 16,4-1-1-16,10-1 4 0,-12 2-4 0,0 0 1 16,12-1 2-16,1 0 2 0,-13 3-4 0,12-3-3 15,-11 0 4-15,12 1 6 0,-11 2-3 0,-1-3 4 16,11 0 5-16,1 1-2 0,-15-1-2 0,0 0 2 16,0 1-6-16,-1-1 2 0,-1 0-2 0,0 2 2 15,-3-4-1-15,0 2-1 0,-1-1-2 0,0 1 2 16,-2 0 0-16,0-1 0 0,-1 1-1 0,-2-3-2 15,-4 3 2-15,-2-1 7 0,1 0-1 0,-3-1-1 16,-1 1 5-16,3-1-6 0,-1 0-2 0,1 2 1 16,-4-2 1-16,4 1-3 0,-1-1 1 0,-1 2 3 15,1 0-3-15,-6-2-1 0,-1 2 3 0,0 0 3 16,0 0-2-16,-1 0 4 0,1-1-1 0,-3 1-3 16,3 0 9-16,-5 0-2 0,1 0 5 0,-2 0-3 15,-6 0 8-15,11 0 10 0,-7-1-1 0,-4 1 7 16,9 1-3-16,-9-1-2 0,0 0-2 0,5-1-5 15,-5 1-1-15,0 0-3 0,0 0-8 0,9 0-15 0,-9 0-25 16,0 0-35-16,0 0-44 0,0 0-49 16,0 0-99-16,0 0-173 0,-28-1-457 0,1-5 203 15</inkml:trace>
  <inkml:trace contextRef="#ctx0" brushRef="#br0" timeOffset="-199486.46">22480 9447 11 0,'0'0'130'0,"0"0"-7"15,0 0-5-15,0 0 3 0,0 0-2 0,0 0-12 16,0 0 11-16,0 0-19 0,0 0-9 0,0 0-6 15,0 0 2-15,22-4-2 0,-8 1-9 0,0 3 1 16,9-2-6-16,5-1 1 0,3 1-4 0,0-3 14 16,1 3 1-16,-4-1-8 0,1 0-6 0,-6 2-6 15,-5 0-9-15,0-2-4 0,-8 3-3 0,4 0-9 16,-8 0-22-16,1 0-29 0,1 0-28 0,-8 0-21 16,6 0 4-16,-6 0-3 0,0 0 3 0,0 0 11 15,-18 6-11-15,2-1-10 0,-4 0-11 0,-3-1-3 16,-5 1 5-16,0-2-1 0,-1 2 4 0,1-4-5 15,1 2 13-15,0-2 7 0,5-1 15 0,3 0 1 16,-3 0 37-16,7 0 10 0,1-1 20 0,1-1 20 16,3 0 21-16,1 1 11 0,5-1 8 0,-4 2-1 15,3-2-1-15,5 2-2 0,-6 0-7 0,6 0 0 16,-8-3-13-16,8 3-5 0,0 0-4 0,-6 0-8 16,6 0-2-16,0 0-1 0,0 0-8 0,0 0-2 15,0 0-4-15,-6 0-2 0,6 0-2 0,0 0-4 16,0 0-3-16,0 0-5 0,0 0 0 0,0 0-4 15,0 0-2-15,0 0-8 0,-7 3-1 0,7-3-3 16,0 0 3-16,-3 5 1 0,3-5-3 0,-1 5-4 16,1-5-9-16,1 4 7 0,-1 1 2 0,0 2 1 0,3-4-4 15,1 4 8-15,1 3-1 0,2 0 4 0,0-1-1 16,7 3-2-16,2 0 2 0,5 3 4 16,2-1-3-16,4 3 5 0,-3-2 4 0,1-1-5 15,-1 1-2-15,-1 2 8 0,-3 0-12 0,-4-3 2 0,-2-1 6 16,-1 1-6-16,-4-1-4 0,-1 1-6 0,0 1-20 15,-7 0-3-15,-2 2 0 0,-3-2 5 16,-6 0 4-16,-5-1 5 0,-10 3 6 0,-1-2-2 0,-5-2 6 16,-1-2-12-16,-1 0 15 0,-2-3-3 0,-1 0 6 15,3-2 0-15,0-4-1 0,5-1 9 0,0 2 15 16,10-3 17-16,4 0 27 0,1-3 20 0,2 6 23 16,4-3 23-16,0-3 13 0,1 3 11 0,6 0-15 15,-7-3-17-15,7 3-8 0,-2-2-14 0,2 2-11 16,8-8-10-16,-1 7-5 0,5-2-2 0,0-1-16 15,3-1-7-15,3 2-7 0,5 1-1 0,-1 0-6 16,-2 0-12-16,8 1-21 0,2-1-36 0,-1-1-38 16,2 3-47-16,1-1-54 0,1-3-52 0,0 3-227 15,0-3-493-15,-1 0 218 0</inkml:trace>
  <inkml:trace contextRef="#ctx0" brushRef="#br0" timeOffset="-198868.22">23404 9415 236 0,'0'0'276'0,"0"-4"-13"0,0 4-8 0,0-6-4 16,0 6-9-16,0-6-14 0,0 6-15 0,0-2-12 15,0 2-15-15,0 0-12 0,0-5-23 0,0 5-15 16,0 0-6-16,0 0-17 0,3-5-16 0,-3 5-14 16,0 0 4-16,0 0-25 0,0 0-22 0,0 0-6 15,0 0-32-15,0 0-13 0,0 0-9 0,-3 12-2 0,3 0 1 16,0 0 4-16,-4 5-2 0,3 4 5 15,-4 7 8-15,-4 0-6 0,5-1 2 0,0 2 1 16,3-3-1-16,1-3 1 0,-4 4 6 0,4-8-3 16,-4-2 2-16,4 0 1 0,-1-1-2 0,1-6 2 0,0 2-1 15,-2-2 3-15,2-3-1 0,0-2-1 16,0 2 3-16,2-2-1 0,-2-1 2 0,0 2 0 16,0-3 5-16,0-3-1 0,0 5 0 0,0-1 9 15,0-4 14-15,0 0-1 0,0 5 1 0,0-5 4 0,0 0-1 16,0 3 0-16,0-3-7 0,0 0 18 0,0 0-20 15,0 0-3-15,0 0-1 0,0 0-4 0,0 0-9 16,0 0-20-16,0 0-21 0,0 0-24 0,0 0-31 16,0 0-43-16,-2 5-44 0,2-5-42 0,0 0-258 15,0 0-517-15,-2 2 229 0</inkml:trace>
  <inkml:trace contextRef="#ctx0" brushRef="#br0" timeOffset="-198683">23403 10071 177 0,'1'3'429'0,"-1"-3"3"0,0 3 2 0,0-3-11 0,0 0-21 16,0 0-34-16,0 0-39 0,0 0-32 0,0 0-29 16,0 0-40-16,0 0-48 0,0 0-56 0,0 0-82 15,9-8-121-15,-9 4-163 0,4-4-394 0,2 1-688 16,1 0 305-16</inkml:trace>
  <inkml:trace contextRef="#ctx0" brushRef="#br0" timeOffset="-196252.92">29250 8253 124 0,'5'-1'151'0,"3"1"-8"0,0-1-24 0,3 2 5 16,-2 0-16-16,4 0-12 0,-3 3-16 0,3 5 0 15,-3-2-5-15,2 5-4 0,-1 1-4 16,-3 2-10-16,2 3-4 0,-5-1-11 0,-1 10-1 15,-1-2-4-15,-3 1-2 0,-3 3-4 0,-2-3 5 0,-2 0-10 16,-4 3-4-16,0-5 1 0,-2 0-3 0,-4 0 2 16,4-2 1-16,-1-6-2 0,0 1 2 0,3-3-4 15,-1 0 5-15,0-2-3 0,5-3-7 16,-2 0 5-16,1-4 2 0,3 2-1 0,0-3 0 0,1 0 17 16,3 0 28-16,-3-2 28 0,2 1 36 0,0-1 35 15,2-2 27-15,-2 3 24 0,2-3-12 0,0 0-20 16,8-13-14-16,-1 2-27 0,5-4-14 0,7-7-17 15,1 1-5-15,6-6-37 0,-2 0-24 0,12-7-18 16,-3-2-14-16,4 1-10 0,-16 11 0 0,2-4 1 16,0 4 0-16,-7 0 1 0,0 5 3 0,-5 6-4 15,-4 4 6-15,-1 0 0 0,-3 5-9 0,0-3 0 16,1 2-2-16,0 2-15 0,-2 2-26 0,0-3-22 16,-2 4 2-16,0 0 3 0,0 0 3 0,-9 10 16 15,3 0 0-15,-2 7-1 0,1 0 5 0,-2 6 3 16,-1-5 2-16,5 9 5 0,1 0-8 0,4-2 1 15,3 5 1-15,1-4-6 0,5-1-6 0,2-1-19 16,2 0-24-16,3-4-51 0,6-5-66 0,-5-4-269 16,3-3-510-16,-2-1 226 0</inkml:trace>
  <inkml:trace contextRef="#ctx0" brushRef="#br0" timeOffset="-195468.15">29830 7841 70 0,'-10'0'239'16,"10"0"-16"-16,0 0-20 0,0 0-18 0,0 0-26 16,0 0-16-16,14-6-12 0,-2 6-20 0,2 0-21 15,6-3-15-15,8 3-9 0,3 0-21 0,2 0-7 16,3 0-15-16,-2 0-15 0,0 1-14 0,-4-1-12 16,1-1-12-16,-13 2-3 0,-3-2 5 0,-2 1-2 15,-1 0-15-15,-6 0 15 0,-2-1 3 0,-4 1 5 16,0 0 4-16,0 0 2 0,-19-4 1 0,3 1 1 15,0 1 10-15,-5 1-5 0,2 1 7 0,-4-3-2 16,5 2-5-16,-2-2 4 0,-1 2 9 0,3 1-6 16,-1-2 12-16,5 2 2 0,0-1-14 0,4 1 2 15,-3-3 2-15,7 3 0 0,-2 0-3 0,0 0 10 16,8 0-8-16,-10 0 1 0,10 0-5 0,-9 0 7 16,9 0 2-16,-5 3-7 0,5-3-5 0,0 0 6 15,-4 3-4-15,4-3 2 0,-4 4 2 0,4-4 8 16,4 7 3-16,0 1 7 0,-3 0 9 0,7 1 2 15,2 7 0-15,-1 1 14 0,8 4 0 0,-2 1-4 16,2 2-2-16,2 1 6 0,-1 4 4 0,-3-3-4 16,3 3-1-16,-4-1 8 0,-1 0-5 0,-3-2-4 15,-5 2-6-15,0-2-2 0,-2-7-3 0,-6 0-3 16,2-1-1-16,-5-1-7 0,-3-4-1 0,-3 1-1 0,-2-1-2 16,-2-5-1-16,-1 2 1 0,-2-4 0 15,0 0-4-15,1-3 6 0,0-2 5 0,1-3 17 16,3 0 15-16,5-3 19 0,-1 3 29 0,1-1 11 15,4-2-1-15,1 1 8 0,-2-3-1 0,4 2-4 16,2-2-16-16,2 0-2 0,4 1-28 0,1-1-11 0,5 0-17 16,1 0-21-16,5 2-21 0,1-1-30 0,3 3-27 15,0 2-32-15,4-1-47 0,-4 4-75 0,5 0-303 16,-5-1-557-16,-1-1 246 0</inkml:trace>
  <inkml:trace contextRef="#ctx0" brushRef="#br0" timeOffset="-194936.56">30305 8562 45 0,'0'0'177'0,"0"0"0"16,-7 1-2-16,7-1-12 0,0 0-8 0,0 0-10 16,0 0-8-16,0 0-9 0,0 0-9 0,0 0-4 15,0 0-7-15,0 0-6 0,0 0-6 0,-4 1-1 16,4-1-6-16,0 0-3 0,0 0 3 0,0 0-1 16,0 0-5-16,0 0-2 0,0 0-6 0,0 0-7 15,0 0-8-15,0 0-6 0,19 4-4 0,-6-4-8 16,0 0-1-16,1 0-4 0,5 0-3 0,-1-1-3 15,4 1 0-15,-1-2-2 0,0 2 6 0,2 0-1 16,-3 0-1-16,2-1-2 0,-3 2-5 0,-1-1 0 16,-4 0-7-16,-2 0 5 0,-2-1-5 0,-2 1-2 15,-2-1-1-15,-6 1-2 0,9 0 2 0,-9 0-6 16,8-1-9-16,-8 1-14 0,6-2-11 0,-6 2-19 16,4-2-27-16,-4 2-48 0,0 0-54 0,0 0-40 15,-10-8-234-15,8 5-483 0,0-1 213 0</inkml:trace>
  <inkml:trace contextRef="#ctx0" brushRef="#br0" timeOffset="-194690.96">31081 8470 51 0,'6'-2'205'16,"-6"2"-22"-16,10-3-20 0,0 1-21 0,-2 0-24 16,2 2-32-16,4 0-46 0,-3 2-38 0,9-5-64 15,-8 2-93-15,8 1-168 0,0-3 75 0</inkml:trace>
  <inkml:trace contextRef="#ctx0" brushRef="#br0" timeOffset="-194537.72">31503 8460 191 0,'8'-1'204'0,"3"-2"-19"0,3 0-13 0,3 3-34 0,3-2-32 16,3 2-43-16,4 0-47 0,0-2-52 0,-8 2-138 15,4-2-187-15,7-1 83 0</inkml:trace>
  <inkml:trace contextRef="#ctx0" brushRef="#br0" timeOffset="-194404.26">31957 8459 95 0,'0'0'289'0,"7"0"-5"15,-7 0-20-15,8-3-27 0,-3 0-18 0,3 3-25 16,2-2-28-16,-2 2-22 0,3-2-40 0,-3 2-52 15,0 0-84-15,4-2-94 0,-3 1-189 0,2-3-342 16,-1 1 151-16</inkml:trace>
  <inkml:trace contextRef="#ctx0" brushRef="#br0" timeOffset="-193570.73">32034 7582 78 0,'0'0'110'0,"0"0"-17"0,0 0-7 0,0 0 2 16,12 17-11-16,-5-8-9 0,8 0 2 0,0 2-3 16,8 4 0-16,2-1 2 0,3 1-11 0,1-1-14 15,4 0 6-15,0-3-5 0,-1 0 2 0,0-4-5 16,0 4-2-16,3-2-6 0,-5-8-6 0,2 5 3 16,0-4-6-16,-10-2-3 0,0 0 10 0,-2-1 6 15,1 0 15-15,-8-2 22 0,0 0 20 0,-2 2 1 16,0-3 7-16,-1 0 4 0,-2 0 11 0,-1 2-1 15,-2-1 0-15,2-1-1 0,-2 1-5 16,-2 1-7-16,-3 2-12 0,6-3-3 0,-2 1-14 16,-4 2-6-16,3-3-6 0,-3 3-7 0,4-3-9 0,-4 3-2 15,0 0-4-15,5-2-8 0,-5 2-2 0,0 0-7 16,0 0-9-16,0 0-8 0,0 0-7 16,3-2-2-16,-3 2-21 0,0 0-8 0,0 0-21 0,0 0-23 15,0 0-18-15,4 7 7 0,-4 1 14 16,0 1 5-16,-2 8 2 0,2 8 9 0,-4 4 13 0,-2 17-4 15,-1 4 3-15,0 4 6 0,-6 4 11 0,-4 27 5 16,-4-4 0-16,-5-1 4 0,3 9 5 0,-3-2 6 16,6 1-1-16,-2 0 1 0,2-2 2 0,-1-3 2 15,8-26-6-15,-7 23 8 0,6-25-5 0,3 1 5 16,0 3 1-16,-1-4 3 0,0-1 1 16,0 1 2-16,1-5 10 0,1-5-1 0,3-11 3 15,0 3-8-15,0-4 0 0,2-4-2 0,1 0 3 0,-1-3-2 16,1 1 2-16,-1-10 0 0,4 2-5 0,-3-4-1 15,2-3 1-15,-1-1-2 0,3-3-2 0,-2 1 0 16,0-3-3-16,0-2 3 0,0 1 10 0,2-2-11 16,0-3 7-16,-3 5 27 0,3-2 3 15,0-3 5-15,-4 4-3 0,4-4 2 0,-8 0 2 16,-2-3-11-16,-17-3 2 0,-25-5-9 0,-33-10-3 0,-16-2-29 16,-9-3-90-16,-10 0-135 0,-23-11-198 0,4-6-464 15,0-6 206-15</inkml:trace>
  <inkml:trace contextRef="#ctx0" brushRef="#br0" timeOffset="-178571.62">2406 11960 99 0,'0'0'171'0,"0"0"-10"0,0 0-12 0,0 0-18 15,0 0-12-15,0 0-11 0,0 0-7 0,0 0-14 16,0 0-8-16,0 0-5 0,0 0-1 0,0 0-5 16,-5-1 1-16,5 1 1 0,0 0-2 0,0 0-2 15,0 0 0-15,0 0-1 0,0 0-5 0,0 0-2 16,0 0-2-16,0 0-8 0,0 0-1 0,0 0-1 15,0 0-7-15,0 0-3 0,0 0-5 0,0 0-2 16,0 0-4-16,0 0-2 0,0 0 1 0,0 0 4 16,0 0-6-16,0 0-2 0,0 0-2 0,0 0-1 15,0 0 1-15,0 0-3 0,0 0-2 0,0 0-2 16,0 0-1-16,0 0-2 0,0 0 0 0,0 0 0 16,29 5 1-16,2-7-1 0,24 2-1 0,10-4 4 15,34 1-4-15,5-1 1 0,2 1 2 0,5 2-1 16,-2-4 5-16,-2 4 5 0,3-2-2 0,-12 2 0 15,-6 1-1-15,-29 0-3 0,-3-1-3 0,-6 0 2 16,-4 1-1-16,-20 0-2 0,-8 0 1 0,-3 0-4 16,-5 0-1-16,-2 0-1 0,-5 0-3 0,1 0-4 15,-3 0 1-15,-5 0-2 0,5-2-3 0,-5 2-16 16,0 0-22-16,0 0-14 0,-29-3-12 0,10 1-11 16,-2 4-16-16,0-2-16 0,1 0-33 0,-7 0-207 15,-2 0-383-15,9 0 170 0</inkml:trace>
  <inkml:trace contextRef="#ctx0" brushRef="#br0" timeOffset="-178140.14">3199 12005 90 0,'0'0'295'16,"0"0"1"-16,0 0-2 0,0 0-3 15,-4-1-11-15,4 1-8 0,0 0-14 0,-1-7-14 16,1 7-15-16,0 0-16 0,0 0-21 0,0 0-20 16,0-4-15-16,0 4-19 0,0 0-30 0,0 0-1 0,0 0-19 15,0 0-23-15,0 0-47 0,0 0-47 0,0 0-6 16,0 0 4-16,0 22 1 0,0-6 1 15,-5 4 5-15,1 9 3 0,0 1 0 0,-1 1 1 16,-2 4 3-16,0 2 3 0,-1-3 4 0,5 0-3 16,-3-2 5-16,2 1-5 0,0-3 4 0,-1-2 0 0,1-2-2 15,1-7 2-15,0 0 3 0,2 0 0 16,-1-2 2-16,2-6 4 0,0 1 0 0,-2-3-5 16,2-1 2-16,0-2 4 0,0-1-3 0,-1 2 5 15,1-4 0-15,-3-1 1 0,3-2 3 0,-1 8-4 16,1-5 1-16,0-3-12 0,0 0-6 0,0 4-5 0,0-4-18 15,0 0-18-15,1 4-25 0,-1-4-35 0,0 0-50 16,0 0-45-16,0 0-249 0,0 0-497 16,0 0 221-16</inkml:trace>
  <inkml:trace contextRef="#ctx0" brushRef="#br0" timeOffset="-176721.88">4092 11903 115 0,'0'0'197'16,"3"-6"-6"-16,-3 6-4 0,-3-6-7 0,2 4-5 16,1 2-17-16,4-5-13 0,-4 5-1 0,0-5-14 15,0 5-4-15,0 0-22 0,4-3-8 0,-4 3-14 16,0 0-9-16,0 0-11 0,0 0-9 0,0 0-6 16,0 0-4-16,1 15-13 0,-1-5 0 0,0 7-4 15,-4 1 0-15,3 6-5 0,-3 4-4 0,-1 1 3 16,-4 2-7-16,0 1 0 0,0 2-5 0,0 10 3 15,2-10 1-15,0 2-1 0,-1 0-2 0,3-4 1 16,-3 1-2-16,2-2-4 0,0-1 5 0,-3-1-3 16,3-2 4-16,2-9-9 0,0 2-2 0,3-10 2 0,-2 2 3 15,2 0 2-15,-2-5-5 0,2-2 3 0,0 1-1 16,-1 0 0-16,2-1 2 0,-1-2-3 16,0 1 6-16,1-4 5 0,1 6 22 0,-1-6 11 15,-1 4 19-15,1-4 0 0,0 0 8 0,0 0 5 0,0 0 11 16,1 3 9-16,-1-3 13 0,0 0 4 0,0 0 5 15,0 0 15-15,0 0-36 0,10-15-30 0,-2 6-23 16,5-7-4-16,4-3-4 0,0 0-5 16,1 1-2-16,-2 2-6 0,-1 2-1 0,3-1 0 0,-3 4-10 15,2 1-3-15,-2-1 2 0,4 2 0 0,-2 0-7 16,-2 1 5-16,-2 5-13 0,4-2-3 0,-5 1 4 16,1 3-8-16,1 1 2 0,-1 0 1 0,-3 4-1 15,4 1 0-15,-1-1-7 0,-4 4 7 0,5-1-7 16,-5 0 0-16,4 0 3 0,-6 3-7 0,5 0 5 15,-5-1 1-15,0 1 4 0,-1 0-12 0,0-1-19 16,-1-1-17-16,0 1-14 0,-2-1-20 0,1 3-24 16,-1-4-28-16,-1-1-17 0,1 1-10 0,0 0-16 15,0 0-9-15,1-2-52 0,0-2-178 0,1 0-459 16,2 1 203-16</inkml:trace>
  <inkml:trace contextRef="#ctx0" brushRef="#br0" timeOffset="-176238.05">4610 12514 28 0,'0'0'268'0,"0"0"-14"16,-1-5-12-16,1 5-1 0,0 0-13 0,0 0-10 16,1-4-12-16,-1 4-11 0,0 0-32 0,4-4-21 15,1 1-24-15,0-1-13 0,1 1-13 0,5-1-9 16,1-4-12-16,6 1-12 0,-1 1-8 0,3-2-5 15,7-1-7-15,-5 1-8 0,1-1-8 0,5-2 0 16,-1 1-5-16,-3 0 2 0,2 1-5 0,-7-3-3 16,-3 0 3-16,2 2 3 0,-1-1-7 0,-2-1 2 15,1-1-6-15,-6 6 7 0,-4-3-5 0,3 2 12 16,-1 2 9-16,-4 1 9 0,-1 0 2 0,0-1-10 16,0 2-2-16,-3-1 1 0,0 3-13 0,0 2-7 15,-9-6-3-15,1 3-5 0,-2 3-4 0,-5 2 2 16,-5-1 0-16,1 3 2 0,-6 6-4 0,4-1 0 15,-3 1 0-15,6 0-1 0,1 1 0 0,-4 4 1 16,5 0 0-16,5-1-3 0,0 1-1 0,3 0 0 16,0 0-5-16,8-2 5 0,0 3-2 0,4 0 1 15,1-2 4-15,9 1 0 0,4-1 1 0,6-2 3 16,6-2-1-16,2-2 2 0,4 0-2 0,4-2 2 16,12-1-1-16,1-3-1 0,-2 1-2 0,-10-2 2 15,-4-1 0-15,-1-1 2 0,-6 1-3 0,-2 0 3 16,-10-1-2-16,2 1 0 0,-9 0 2 0,-1-2 1 15,-2 0 6-15,-3 4 6 0,0-4-1 0,-5 2 12 16,8 0-14-16,-8 0-2 0,9 0-6 0,-9 0-21 16,0 0-19-16,0 0-46 0,0 0-49 0,0 0-65 0,0 0-80 15,0 0-162-15,-27-1-474 0,19 0 210 0</inkml:trace>
  <inkml:trace contextRef="#ctx0" brushRef="#br0" timeOffset="-174740.03">5727 12184 161 0,'0'0'154'0,"5"-5"-2"0,-4 1-12 0,-1 4-13 16,7-3-6-16,-7 3 6 0,5 0-17 0,-5 0-10 0,6-2-9 16,-6 2-11-16,5-3-5 0,-5 3-13 0,0 0-3 15,0 0-5-15,0 0-13 0,0 0 2 16,0 0-4-16,0 0-2 0,-20 9 2 0,3-1-10 16,-1-1-3-16,0 0-3 0,-1 3-2 0,-5 0 2 0,5 2 0 15,-2-5-7-15,6 3 1 0,-3 0 2 0,3 0-7 16,-1 3-5-16,4-2 5 0,-1 2-8 0,4-4 4 15,1 0 0-15,2 3 0 0,2-3-2 16,3 3-2-16,2-2 5 0,1 0 1 0,5-2-4 0,2 1-1 16,6 1-2-16,-1 0 7 0,4-1-4 0,0 0-2 15,0-1-5-15,-3 2 5 0,3-3 0 16,1-2-2-16,-2 5 0 0,-7-8-1 0,-1 2 3 0,-1 2 0 16,-3-3-8-16,2 1 0 0,-3-2 2 0,0-1 2 15,-3 1 7-15,-1 3-1 0,0-5 2 0,-5 6-1 16,-3-3 1-16,-2 0 0 0,-2 0-1 0,-5 1-4 15,3-1 4-15,-4 2 1 0,0-1-2 16,3 1-5-16,2-3-11 0,-1 3-18 0,1-2-23 0,2 0-27 16,2-1-41-16,2 0-56 0,2-1-118 0,0 1-318 15,5-2 142-15</inkml:trace>
  <inkml:trace contextRef="#ctx0" brushRef="#br0" timeOffset="-174273.01">5899 12518 196 0,'0'0'253'16,"0"0"-21"-16,3-4-22 0,-3 4-22 0,4-4-27 16,-1 2-13-16,1-1-13 0,4-1-17 0,2 1-9 15,5-1-12-15,5 1-8 0,0-1-9 0,12-3-7 0,-4 2-12 16,4 1-5-16,1-4-7 0,-1 0-1 0,0-1-4 15,-1 1-7-15,-2-4-4 0,1 1-2 16,-3 0-2-16,-11 2-3 0,10-6-2 0,-11 3 0 0,-1-2 4 16,-2 2-1-16,-5 4 5 0,-2-4 4 15,0 2-3-15,-3 2 0 0,-4 0-3 0,-5-2-9 16,-2 3 3-16,-5-3-6 0,-4 5-2 0,-5-1-3 16,-4 5 0-16,-1-2 0 0,-4 6-7 0,4 2 1 15,-6 4 0-15,3 1-1 0,3 2-2 0,0 3-1 16,3 2-2-16,2-1-3 0,5 3 1 0,8-2 2 0,1 1 1 15,5 1 0-15,4 5 0 0,8 0 4 16,6 1 0-16,8-2 0 0,5-3 0 0,2 0 0 16,17 1 0-16,-9-6-4 0,13 0 4 0,1-3-2 15,0-3 3-15,-13-4-2 0,17 1-1 0,-2-2-1 0,-12-2 1 16,-6 0 2-16,0-4-2 0,-7 2 4 0,-8 0 4 16,-1 0 10-16,-7 0 10 0,-2 0 5 0,-2-2-2 15,-3 2-4-15,3 0 0 0,-3-3-12 16,-1 0-15-16,-4 3-16 0,5-1-26 0,-5 1-39 0,0 0-58 15,0 0-63-15,0 0-265 0,-12-8-503 0,7 8 223 16</inkml:trace>
  <inkml:trace contextRef="#ctx0" brushRef="#br0" timeOffset="-173456.83">8128 11838 222 0,'4'-12'216'0,"1"4"-10"0,1-2-1 16,-5 4-10-16,2 0-11 0,-2 0-18 0,3 2-18 16,-1 1-18-16,-1 0-19 0,-2 3-14 0,0 0-6 15,0 0-13-15,0 0-10 0,1 16-6 0,-2-2-9 16,-4 13-3-16,-3 0-8 0,2 3-4 0,-4 2-2 16,1 4-4-16,0-1-3 0,-4 10 1 0,3-13-5 15,5 1 0-15,-2-3-5 0,1 1 0 0,3-2-3 16,1-1-2-16,-2-3 1 0,-1-8-4 0,4 2-2 15,-1-8-1-15,0 2-1 0,1-2 2 0,-2-6-1 16,3 4 0-16,-1-3-1 0,1-1 1 0,-3 0-8 16,3-2-3-16,0 2-3 0,0-5-1 0,-2 5-4 15,-1-3-3-15,3-2-9 0,-5 3-19 0,-1-3-24 16,-2 0-23-16,0 0-43 0,-1-1-29 0,-1-2-202 16,1-1-392-16,0 1 174 0</inkml:trace>
  <inkml:trace contextRef="#ctx0" brushRef="#br0" timeOffset="-173189.52">7770 12214 52 0,'-8'-3'158'0,"3"1"-3"0,-1 1 2 0,-1-1-7 16,7 2 8-16,-9-1-6 0,9 1-4 0,-3-2-6 16,3 2-12-16,0 0-18 0,0 0-10 0,0 0-8 15,16-7-8-15,2 3-11 0,10 1-9 0,4 0-4 0,4-1-9 16,-1 1-7-16,4-4 0 0,12 3-8 15,2-4 0-15,-14 6-6 0,1-1-4 0,-1-1-4 16,-1-1 2-16,-4 0-5 0,-6 2-1 0,-5 1-1 16,-6 0-2-16,-3-2-6 0,-1 4-2 0,-2-1 1 15,-3 1-3-15,-3 0-10 0,1-3-13 0,-6 3-1 16,7 0-12-16,-7 0-13 0,0 0-11 0,0 0-16 16,0 0-12-16,0 0-18 0,-22 4-22 0,17-4-53 15,-4 0-116-15,1 2-315 0,3 0 140 0</inkml:trace>
  <inkml:trace contextRef="#ctx0" brushRef="#br0" timeOffset="-172834.67">8615 12054 36 0,'2'-3'173'0,"-2"3"-5"0,4-3-3 0,-4 3-12 15,0 0-12-15,0 0-13 0,0 0-11 0,0-4-15 16,0 4-12-16,0 0-9 0,0 0-9 0,0 0-15 15,0 0-9-15,0 0-17 0,0 0-17 0,0 0-16 16,0 0-9-16,0 0 2 0,0 0-7 0,0 0-2 16,0 0-5-16,0 0-5 0,0 0-1 0,0 0-2 15,0 0-3-15,0 0 6 0,5 9-2 0,-5-9-4 16,0 0-8-16,0 0-8 0,0 0-6 0,0 0-28 16,0 0-92-16,0 0-190 0,0 0 85 0</inkml:trace>
  <inkml:trace contextRef="#ctx0" brushRef="#br0" timeOffset="-171989.27">8675 12051 147 0,'1'-8'253'0,"0"6"-10"0,-1 2-10 15,0-5-11-15,0 5-13 0,4-5-16 0,-4 5-17 16,0-4-17-16,0 4-19 0,3-2-18 0,-3 2-14 0,0 0-11 15,0 0-16-15,0 0 0 0,0 0-19 0,0 0-11 16,4 11-8-16,-4-4-2 0,-3 1-3 16,2 4-3-16,-2-1-6 0,-1 3-1 0,-1 3-3 15,1-1-2-15,-1 1 0 0,4 0 1 0,-3-5-8 0,3 3 1 16,-2-5-2-16,-1 1-5 0,4-5 2 0,-1 4-1 16,1-4-2-16,0-1 7 0,-1 0-5 0,1-3 2 15,-3 1 0-15,3-3 24 0,0 5 28 16,0-5 6-16,0 0-1 0,0 0-8 0,0 0-6 0,13-10 3 15,-3 3-11-15,-2-2-6 0,0 3 3 0,1-4-10 16,2-2-1-16,-2 2-9 0,-1 1 1 0,3-1-5 16,-3 3-2-16,0 0 3 0,-2 2-7 0,0 1 2 15,-2 1-6-15,0-3-5 0,-1 5-3 0,0-2-3 16,1 2-3-16,-4 1-1 0,0 0 2 0,9 4-7 16,-4-3-2-16,-2 5 0 0,1-3 4 15,-1 4-3-15,1 0 5 0,2-2-1 0,-1 5 3 0,2-2-2 16,2 2 14-16,-1-2-11 0,-2 2 3 0,7-3-4 15,-7 0 3-15,5 0 3 0,0 0-1 0,2-4-1 16,-3 0 2-16,4 0 4 0,-1-1 4 0,5-4 3 16,1-2 14-16,-6 0 8 0,5-1 9 0,-3-2 2 15,2 0-1-15,-2-2 1 0,-1 0-2 0,0-3-11 16,-5 3 1-16,5-6-2 0,-2 1-2 0,-1 4 0 16,-2-5 7-16,-3 3-15 0,-3 1 0 0,3 0-9 15,2 1-1-15,-4 1-9 0,-2 2 7 0,2 1 0 16,-1-1-3-16,-1 5-6 0,0-2-12 0,0 1-13 15,0-1-20-15,-2 4-23 0,1-5-28 0,-1 5-28 16,0 0-2-16,6-1 0 0,-6 1-14 0,9 5-14 16,0 0-12-16,1-1-24 0,2 1-18 0,3 1-24 15,4-1-222-15,0 0-489 0,11 0 217 0</inkml:trace>
  <inkml:trace contextRef="#ctx0" brushRef="#br0" timeOffset="-171656.54">9721 12056 144 0,'4'-3'234'0,"-3"-2"-12"0,-1 1-12 16,4 1-16-16,-4-2-16 0,0 5-17 0,-4-7-16 16,3 3-14-16,-3 1-11 0,4 3-16 15,-4-3-9-15,2 1-11 0,2 2-4 0,-10-2-14 16,10 2-7-16,-12 4-9 0,7-1-6 0,-4 0-1 0,0 2-7 16,-2 1-4-16,-1 2-1 0,-2 2-7 0,3 2-1 15,-2 2-5-15,-1-2 1 0,2 0-2 0,1 1-3 16,2 0 1-16,1-2-4 0,3 2-2 0,0-3 4 15,5 1-4-15,0 3 4 0,5 1 3 16,0-3 2-16,7 0 10 0,3-4 13 0,4 0-2 0,11 0-5 16,0-5 0-16,2-1 0 0,0-2 2 0,0-4 4 15,-1-1 3-15,-3 0 4 0,-1-8 2 16,-7 5 2-16,3-6 23 0,-9 2-12 0,1-4-9 0,-3-2-2 16,-6-1 3-16,7-3-15 0,-12 2-8 0,-1 1-4 15,-4-5-1-15,-3 5-11 0,-6-3-11 0,-5 3-20 16,-2 2-29-16,-8 2-35 0,-7 6-38 0,-17-1-66 15,2 5-82-15,-5 1-216 0,5 6-520 0,13-4 231 16</inkml:trace>
  <inkml:trace contextRef="#ctx0" brushRef="#br0" timeOffset="-170104.49">11430 12042 55 0,'2'-7'271'0,"2"1"-17"15,-3-1-5-15,3 2-10 0,-4 0-8 0,4-2-15 0,-4 5-16 16,4-3-20-16,-4 0-21 0,0 5-14 0,1-2-19 16,-1 2-18-16,1-4-13 0,-1 4-20 0,0 0-18 15,0 0-6-15,0 0-1 0,3 11-13 16,-3-4-6-16,0 3-3 0,-3 0-2 0,2 4-3 0,-3-5-3 16,3 6 2-16,-2 0-6 0,2-1 1 0,-3-1-5 15,3-1 2-15,1 1-2 0,-4 0-2 0,4-1 4 16,-2-2-4-16,-1 0-1 0,1 1 0 15,0-1 0-15,1-3 0 0,-3-1-2 0,4 0-18 0,-2-2-3 16,0 2-5-16,1-3 0 0,0-1 1 0,1-2 0 16,-3 5-1-16,3-5-30 0,0 0-34 0,-16-7-52 15,8 0-34-15,0-3-11 0,1 0-16 0,-4-9-165 16,6-1-392-16,1-4 174 0</inkml:trace>
  <inkml:trace contextRef="#ctx0" brushRef="#br0" timeOffset="-169970.01">11340 11947 76 0,'0'-21'183'0,"-1"1"12"16,1 3 21-16,0 0 6 0,0 3-2 0,0 2-4 15,0 2-10-15,0-1-9 0,1 2-18 0,0 2-19 16,1 0-17-16,0 2-14 0,-2 1-16 0,2 0-13 16,-1 1-23-16,0 0-29 0,-1 3-33 0,4-3-27 15,-4 3-28-15,10 5-35 0,-6-1-35 0,1 0-38 16,-1 4-65-16,2 0-137 0,-3 2-379 0,1 0 168 16</inkml:trace>
  <inkml:trace contextRef="#ctx0" brushRef="#br0" timeOffset="-169573.37">11708 12022 38 0,'0'0'262'0,"0"0"-28"0,0 0-25 0,0 0-22 0,0 0-19 15,0 3-15-15,0-3-23 0,0 6-7 0,0 0-14 16,-1 0-13-16,-2 4-7 0,2 0-11 0,-1-1-6 16,-2 4-6-16,0-4-7 0,0 6-6 0,0-3-5 15,0-1-8-15,1 0-4 0,1 0 0 16,1-5-2-16,-3-1-6 0,3 1-3 0,-2-2 3 16,2 0-2-16,1-4 20 0,0 6 25 0,0-4 27 0,0-2 23 15,0 0 12-15,4 2-12 0,-4-2-7 0,8-7-16 16,-1 0-13-16,1 2-7 0,3-5-4 0,2 3-15 15,4-5-8-15,-2 3-4 0,-2-1-2 0,0 4-6 16,-2 0-10-16,2 1-1 0,-3 1-8 0,1 1-6 16,0-1-4-16,-1 2-6 0,-1 1-4 0,3 1-8 15,-1 0-12-15,-2 1-11 0,2 0-15 0,1 0-21 16,-3 3-26-16,1-1-26 0,2 1-30 0,-2 3-37 16,0-4-50-16,-2 1-241 0,0-2-515 0,0 2 228 15</inkml:trace>
  <inkml:trace contextRef="#ctx0" brushRef="#br0" timeOffset="-168903.49">12170 11710 173 0,'1'-7'277'0,"3"0"-21"0,-3-2-11 16,2 3-22-16,-2 1-26 0,0 0-20 0,-1 3-22 16,0 2-17-16,1-2-22 0,-1 2-13 0,0 0-12 15,7 6-11-15,-7 6-8 0,0 5-10 0,-4 10-6 16,0 3-5-16,-6 15-6 0,-2 5-7 0,-3-3-3 16,2-1-4-16,-5 0-3 0,8 0 1 0,-3-13-6 15,7-2-1-15,2 3-1 0,0-1-4 0,-1-2-2 0,5-2 3 16,-3-5-1-16,6-6 1 0,0-1-2 15,-1-1-1-15,0-4 1 0,3-4 0 0,-4 1-2 16,2-4 15-16,-1-1 23 0,2 1 27 0,-3-2 19 16,4-1 15-16,-5-2-7 0,0 0-9 0,14-7-14 0,-6 0-6 15,-3 2-10-15,4-7-7 0,-4 2-9 16,-1 1-9-16,0-5-12 0,-3 4-5 0,2-4-8 16,-2 3-13-16,-5 1-18 0,2-1-9 0,-5-1-9 15,-3 0-4-15,0 1 2 0,-3 2 1 0,-4-1 5 0,3 2 0 16,2 1 5-16,0 1-1 0,0 2 4 0,5 0 5 15,-1 0-5-15,4 1-15 0,-1 1-16 0,1 0-9 16,4 2 0-16,0 0-8 0,0 0-1 16,12-3-1-16,3 1-4 0,14 0 0 0,6-1-3 0,2 0 12 15,21 2-1-15,-3-2-1 0,2 1-1 0,-3-2 1 16,6 2 11-16,-6-3 4 0,-1 0 5 0,-3 1 8 16,-10-2 5-16,-5 2 6 0,-1-1 14 15,-4-2 8-15,-3 2 13 0,-7 3 18 0,-3-1 22 0,-3-1 21 16,-2 0 15-16,-7 3 12 0,3 0 0 0,-2-2 3 15,-1 2-8-15,-1 0-9 0,-4 1-10 0,8-2-5 16,-8 2 1-16,5 0-25 0,-5 0-11 0,0 0-11 16,0 0 9-16,7 4-17 0,-8 0-3 0,-1 1 0 15,0 0 8-15,1 3-14 0,0 1 3 0,-2 2 2 16,-2-1-4-16,4-1 3 0,-2 4-3 0,-2-3-6 16,4 2-23-16,-2-3-3 0,1 2-23 0,0-7-9 15,-1 3-23-15,0 0-19 0,3-2-11 0,-1-1 0 16,-1 1-3-16,1-3 14 0,1-2 9 0,-2 4 11 15,2-4-138-15,0 0 4 0,-8-11-126 0,4 2-369 16,0 1 163-16</inkml:trace>
  <inkml:trace contextRef="#ctx0" brushRef="#br0" timeOffset="-168757.75">12779 11886 270 0,'0'-10'305'0,"0"1"-24"0,0 0-22 15,0 5-24-15,0-3-23 0,0 1-19 0,0 2-28 0,0 1-18 16,0 3-36-16,1-5-43 0,2 2-40 15,-3 3-39-15,0 0-31 0,0 0-30 0,10 8-29 16,-5-3-25-16,2 2-195 0,-5-1-347 0,5 2 154 16</inkml:trace>
  <inkml:trace contextRef="#ctx0" brushRef="#br0" timeOffset="-168203.49">13067 11981 105 0,'0'0'279'0,"0"0"-30"0,0 0-29 0,0 0-23 16,0 0-23-16,7 3-23 0,-7-3-15 15,1 3-12-15,-1 1-13 0,0 2-11 0,-1 2-12 16,-1 4-4-16,-1-2-8 0,-1 2-7 0,-2 4-8 0,3 0-3 16,1-4-6-16,-1-1-5 0,1 0-5 0,-1-1-5 15,3-3 0-15,-1 0-3 0,0-4-3 0,1 3 0 16,0-3-2-16,0-3 16 0,-2 5 33 15,2-1 22-15,0-4 7 0,0 0-11 0,0 0-3 0,14-9-10 16,-5 2-13-16,3-2-8 0,2-1-11 0,5-2 0 16,-5 0-4-16,4 1-7 0,1 2-4 0,-5-2-5 15,4 2-2-15,-4 0 0 0,-2 3-9 16,-1 1-5-16,-3-1-3 0,1 3 0 0,0 0-2 0,-3 2-5 16,2 0-7-16,2 1-7 0,-2 1-6 0,-1 0 2 15,2 2-13-15,1 2-7 0,1 3 0 0,0-1-8 16,1-1-9-16,1 4-11 0,2 0-6 0,-5-2-2 15,4 1-1-15,4-2 2 0,-3 2 4 0,-2-3 4 16,-1-3 5-16,-1 1 5 0,1-3 8 0,-2 0 0 16,0-1 9-16,0-2 2 0,-1-2 9 0,1 1 11 15,-2-2 20-15,0 0 14 0,1-4 10 0,-3 3 14 16,-1-3 13-16,2 0 7 0,-2 0 0 16,2 1 7-16,-3-2 2 0,-1 2 5 0,3 0 0 0,-2 1 3 15,-3 1-2-15,3 3-11 0,-4-1 2 0,1 0-17 16,2 0-13-16,-3 4-7 0,5-4-16 0,-5 4-7 15,0 0-14-15,1-3-19 0,-1 3-3 0,0 0 5 16,0 0 1-16,2 14-3 0,-2-9 4 0,0 4 2 16,-2-1 0-16,2 5 0 0,0-2 0 0,0 1 0 15,-1 2-6-15,1-1-27 0,-4-1-25 0,3-2-25 16,1 0-24-16,-4 2-39 0,4-3-4 0,-2 1-5 16,-1-3-12-16,3-2-43 0,-3 0-182 0,-2 0-440 15,5-5 196-15</inkml:trace>
  <inkml:trace contextRef="#ctx0" brushRef="#br0" timeOffset="-168042.06">13558 11847 191 0,'0'-10'273'0,"2"3"-24"0,-2 0-25 0,0 2-24 16,0 1-22-16,0-1-24 0,1 3-24 0,-1 2-33 15,6-3-32-15,-6 3-35 0,0 0-41 0,15 8-33 16,-8-4-41-16,-2 1-191 0,0 0-298 0,3 3 133 15</inkml:trace>
  <inkml:trace contextRef="#ctx0" brushRef="#br0" timeOffset="-167750.93">13999 11555 38 0,'2'-7'294'0,"0"2"-24"0,0-2-34 16,0 5-27-16,-2-2-26 0,0 4-28 16,1-4-14-16,-1 4-20 0,0 0-11 0,-1 25-11 15,1-7-12-15,-5 10-4 0,-1 3-8 0,-3 13-8 16,-1 2-8-16,1 1-8 0,1-2-4 0,0-9-2 0,-1 10-6 16,5-14-2-16,-1-1-3 0,3 0-3 0,-3-3-1 15,2-1-5-15,-1-2-2 0,3-11-25 0,-2 3-17 16,2-5-15-16,0-1-14 0,0-2-23 0,-2-2-7 15,3-2 2-15,-1 0 10 0,1 2 5 0,-3-5 10 16,3-2-7-16,3 3 2 0,-3-3-117 0,0 0-127 16,-3-12-324-16,3 2 144 0</inkml:trace>
  <inkml:trace contextRef="#ctx0" brushRef="#br0" timeOffset="-167511.58">13776 11959 226 0,'0'0'266'0,"-5"-2"-4"0,5 2 5 16,-7-4-16-16,7 4-17 0,0 0-26 0,0 0-25 16,21-6-19-16,6 1-18 0,3 3-12 0,6-2-17 15,6 3-10-15,11-4-14 0,2 1-9 0,2 1-11 16,-2-2-11-16,-1 2-5 0,-4-1-13 0,-15 0-2 16,-3 2-7-16,-2 0-2 0,-11 0-2 0,-4-1-6 15,-5 3 1-15,-1-1-5 0,-1 0-3 0,-2-2-7 16,-2 1-7-16,-4 2-10 0,0 0-21 0,0 0-19 15,-15-6-13-15,5 6-21 0,-3-1-23 0,-3 1-20 16,0 1-25-16,3-1-37 0,0 2-224 0,3 0-441 16,4 0 196-16</inkml:trace>
  <inkml:trace contextRef="#ctx0" brushRef="#br0" timeOffset="-167174.91">14394 12044 213 0,'0'0'238'0,"0"0"6"0,-2 3-7 0,2-3-9 15,0 0-10-15,0 0-14 0,0 0-18 0,0 0-16 16,15 0-20-16,-2-3-15 0,5 0-15 0,2-2-12 16,1 0-8-16,5-1-7 0,1-2-15 0,-5-1-6 15,4 2-7-15,0-3-8 0,-5 2-3 0,-6-3-9 16,2 1-3-16,-2 1-6 0,-5-1-4 0,-2 2-4 15,-3-1 0-15,-5 4-7 0,0-2-5 0,0 0-3 16,-8 3-2-16,-1-1 1 0,-5 0-6 0,-4 4 1 16,-2 0-2-16,-2 4-3 0,1 1-1 0,-5 5-2 15,7-1-4-15,1 2 4 0,1 3-1 0,2 1 5 16,1 3-5-16,1 5 2 0,8-3-4 0,5 7 5 16,8-1-1-16,7-1-1 0,12 0-19 0,13 4-44 15,11-1-70-15,9-9-123 0,32-2-208 0,-3-4-504 16,-25-7 223-16</inkml:trace>
  <inkml:trace contextRef="#ctx0" brushRef="#br0" timeOffset="-166242.55">16918 11810 47 0,'3'-3'276'0,"-3"3"-17"15,3-5-20-15,-3 1-16 0,0 4-15 0,0-4-19 16,0 4-20-16,0 0-21 0,4-3-20 0,-4 3-13 16,0 0-17-16,0 0-25 0,0 0-15 0,0 0-7 15,0 0-6-15,-18 12-1 0,5-3-7 0,-2 2-12 16,-9 5-1-16,9-1-5 0,-7 0 0 0,0 5-3 15,3-4-2-15,4-2 0 0,1 0-3 0,2 0 0 16,1 1-4-16,2-1 4 0,0 1 0 0,5-3-3 16,0-2-2-16,3-1 1 0,2 4 1 0,4-5 0 15,4 2-2-15,0 0 2 0,9-1 1 0,0 1-4 16,2-2 1-16,-2-1-3 0,3-1 0 0,-4 0 3 16,-4-1-6-16,1-2 0 0,-5 2-2 0,-1-1 1 15,1-1-5-15,-3 0-1 0,-2 1-10 0,0-3-18 16,0 3-4-16,-3-2-2 0,-1 1 7 0,0-3 4 15,-8 9 3-15,-2-4 4 0,0 2 0 0,-7-2 6 16,-1 5 0-16,-1-3-2 0,4 0-12 0,-5-2-34 16,1 0-27-16,0 0-37 0,-1-3-70 0,5-1-104 15,1-1-329-15,2-3 145 0</inkml:trace>
  <inkml:trace contextRef="#ctx0" brushRef="#br0" timeOffset="-165904.72">17048 12126 129 0,'0'0'271'0,"0"0"-21"16,0 0-27-16,0 0-23 0,11-5-20 0,-4 3-16 0,3-2-19 16,7 1-16-16,3-4-14 0,11 2-12 0,-2-3-7 15,3 1-9-15,-1-2-9 0,0-2-9 0,2-1-7 16,-4 0-2-16,1-4-6 0,-2 3-9 15,-3-3-2-15,-1-1-2 0,-8 6-6 0,0-2 8 0,-3 1 18 16,-4 4 0-16,-1-2-6 0,-2 3-3 0,-2 0-11 16,0 0-6-16,-4 1-7 0,-4 0-8 0,-1 1-5 15,-6 2-1-15,-1 0-3 0,-9 3-3 0,-1 1-1 16,-7 6-1-16,-1 0-4 0,-2 1 1 16,5 4-2-16,2-2-4 0,-1 4-18 0,3-1-20 0,8-1 3 15,-2 2-17-15,3 0-22 0,3 1-22 0,-1-1-22 16,6 5-22-16,-2-4-17 0,6 2-17 0,2-5-175 15,2 0-380-15,3-4 168 0</inkml:trace>
  <inkml:trace contextRef="#ctx0" brushRef="#br0" timeOffset="-165422.94">17581 11937 17 0,'4'-4'315'0,"-1"-1"-32"15,-1 1-33-15,3 2-26 0,0-1-24 0,0 2-24 16,3 1-17-16,4 1-18 0,-2 4-14 0,-1 1-15 16,3 0-15-16,-1 2-10 0,0 5-15 0,1 0-13 15,-5 1-13-15,-1-2-11 0,-1 2-11 0,-1-2-16 16,-1 2-13-16,-6 1-7 0,0 2-12 0,2-5-1 16,-1-2-2-16,-1 0-3 0,0-5 4 0,-2 5 12 15,2-4 1-15,-1-1-8 0,2-1 12 0,1 2 6 16,-1-3 31-16,2-3 32 0,-3 4 34 0,3-4 15 15,0 0-4-15,0 0-13 0,0 0-27 0,20-17-11 16,-3 8-7-16,-2-1 3 0,5-6-6 0,3-1-6 16,3 1-5-16,-2-1-9 0,1-2 1 0,0 2 6 15,-3 0 0-15,-7 5 6 0,2-2 11 0,-2 5 8 16,-6 3 6-16,1-1 9 0,-2 0-3 0,-3 2 3 16,0 1-14-16,-1 2-6 0,1-1-8 0,-4 2-8 15,3-2-6-15,-4 3-10 0,5-4-10 0,-5 4-15 16,0 0-11-16,0 0 4 0,4 7-7 0,-4-3 0 15,-1 2-4-15,-2 1 2 0,1 1 15 0,-2 4-10 16,1 1 6-16,-1-2-4 0,1 6 4 0,-1-1 1 16,1-6 3-16,2 4-1 0,-3-2 1 0,3 0 5 15,-2-3 8-15,3 2-11 0,-1-5 2 0,1 0 0 16,0 0-1-16,0 0-5 0,0-1 0 0,-3 0-1 16,3-5-3-16,3 5 7 0,-3-5 12 0,-3 3-7 15,3-3-1-15,0 0-1 0,0 0-18 0,0 0-83 16,0 0-100-16,-6-14-70 0,2 3-216 0,3-6-529 15,1 0 235-15</inkml:trace>
  <inkml:trace contextRef="#ctx0" brushRef="#br0" timeOffset="-165275.82">18023 11735 264 0,'3'-6'327'0,"-2"-1"-17"0,-1 3-23 16,4-1-25-16,-3 2-21 0,1-2-29 0,-1 2-21 0,-1 3-14 15,1-5-41-15,-1 5-43 0,5-1-26 0,-5 1-36 16,14 4-39-16,-7-1-48 0,2 2-54 15,1 1-60-15,-3 2-206 0,1-1-407 0,0 1 180 16</inkml:trace>
  <inkml:trace contextRef="#ctx0" brushRef="#br0" timeOffset="-164756.56">18301 11970 201 0,'1'5'190'0,"-1"-5"-16"16,0 0-15-16,0 4-16 0,0-4-21 16,0 0-2-16,1 4-14 0,-1-4-7 0,7 1-6 0,0 1-6 15,5-1-10-15,-1 0-4 0,7-1-8 0,0-1-11 16,1 0-1-16,0-4-3 0,9-1-7 0,-3-3-6 16,-4 1-1-16,-1 0-8 0,-2-2 0 0,1-2-4 15,-3 2 0-15,2-4-3 0,-8 3 0 0,3 3 27 16,-6-1 27-16,0 2 4 0,-3 3-5 0,1-3-8 15,-4 3-8-15,-1-3-7 0,-1 0-6 0,-4 4-4 16,0 0-9-16,-3 2-2 0,-5 1-7 0,-1 1-3 16,2 1-2-16,-8 2 5 0,1 3-13 0,0 1 2 15,0 4-2-15,-4 2-1 0,9-2-1 0,-4 1-2 16,5 3 0-16,-2-3-3 0,6 4-1 0,0 0-1 16,1 0 1-16,2-2-1 0,4-3 0 0,2 0 1 15,2 2 2-15,1-5 0 0,4 3-1 0,0-3 2 16,4 4 2-16,8-4 2 0,0-3 2 0,-2-1 7 15,12-2 10-15,-7-3 22 0,6-1-1 0,0-1 7 16,-2-3 11-16,-3-1 9 0,5-5 10 0,0 0 1 16,-1 0 6-16,-3-3-5 0,0-1-4 0,0-1-4 15,-3-4-7-15,0 3-10 0,-1-2-4 0,-2 0-6 16,-4 6-5-16,3 1 0 0,-8 3 0 0,1 1 3 16,-2 1-15-16,-3 2-13 0,0 0-6 0,-1 2-5 15,0-1-19-15,2 4 5 0,-6 0-25 0,7 5 0 16,-1 2-1-16,0 0-6 0,2 3 9 0,-3 2-4 15,1 1 1-15,-1 3 2 0,2 1-15 0,-3 0-31 16,1 0-48-16,-2 2-61 0,-1-2-60 0,0-2-77 16,-2-3-201-16,-2-4-563 0,0-4 249 0</inkml:trace>
  <inkml:trace contextRef="#ctx0" brushRef="#br0" timeOffset="-163406.75">21136 11683 80 0,'0'0'102'0,"1"-4"-2"0,-1 4-25 16,0 0-23-16,0 0-19 0,0 0-17 0,0 0-11 15,0 0-38-15,0 0-39 0,0 0-78 0,0 0 35 16</inkml:trace>
  <inkml:trace contextRef="#ctx0" brushRef="#br0" timeOffset="-162292.71">21040 11679 202 0,'4'-4'209'0,"-4"-2"-18"0,4 4-5 16,-3-3-5-16,-1 1-11 0,0 4-14 0,2-5-13 0,-2 5-18 15,0 0-11-15,0-6-14 0,0 6-11 0,0 0-7 16,0 0-12-16,-20 6-8 0,9-1-5 0,-6 1-7 16,-2 2-5-16,-3 3-11 0,-5 2 2 0,1-4-7 15,5 1-5-15,2 1-3 0,1 0-4 0,-5 3-3 16,9-4 2-16,-4 1-1 0,5 0-5 0,2 2 1 16,3 0-4-16,1-3-4 0,3 0 6 0,2 0-2 15,2 1 1-15,4-1-1 0,3 2 1 0,3 1 1 16,4-1-3-16,8 2 5 0,-6-3-9 0,11 2 2 15,-4 0 1-15,4-1 1 0,-5 1-7 0,-3-3 0 16,-4-2 4-16,3 4-7 0,-8-7 7 0,4 2-3 16,-6 0-4-16,-3 1-8 0,5-2 1 0,-6-3-13 15,-3 2-1-15,3-1-1 0,-4 1 4 0,-4 0 7 16,-6 0-1-16,0 0 3 0,-12 0 5 0,-6 2-2 16,-2-2-4-16,0-2 3 0,0 0 3 0,-1-1-2 15,0-2-11-15,3 4-9 0,1-4-27 0,-1 0-23 16,8-3-37-16,-1 1-31 0,7 0-164 0,1-2-337 15,4 0 149-15</inkml:trace>
  <inkml:trace contextRef="#ctx0" brushRef="#br0" timeOffset="-161892.65">21536 11765 14 0,'-6'-2'204'0,"1"-3"-17"0,-3 3-21 0,-1 0-11 15,0 3-20-15,-1-1-7 0,-3 2-8 16,0 4-13-16,-1-1-9 0,-4 3-13 0,1 3-9 0,2 2-7 0,-1 1-9 16,3 1-3-16,0 2-9 0,2-1-4 15,3 1-7-15,-1 0-5 0,4-2 4 16,2 2-8-16,5-4 2 0,1 3-3 0,3-1 1 0,1 1 2 15,2-1-3-15,5-5 0 0,4-1 8 16,1 1 5-16,0-3 0 0,8-3 2 0,0-1 2 0,-4-2 4 16,0-2 1-16,-1-1 11 0,-2-1 8 0,1-2 10 15,-8 0 10-15,4-4 6 0,-2 2-6 0,-3-3-1 16,-3 1-20-16,0-4-7 0,0-2-9 16,-8 2-10-16,3-4-11 0,-5 2-7 0,-2-3-12 0,-2 2-4 15,-5-4-8-15,-1 6 1 0,-5-2-12 16,2 3-11-16,-5 3-3 0,1-1-10 0,-1 3-12 0,-8-2-9 15,8 8-20-15,0-3-18 0,2 5-22 16,-1 0-30-16,3 2-38 0,3 1-212 0,3-2-431 0,5 2 191 16</inkml:trace>
  <inkml:trace contextRef="#ctx0" brushRef="#br0" timeOffset="-161325.69">21955 11753 10 0,'3'-6'333'15,"-1"1"-26"-15,2-1-23 0,-3 2-30 0,2 1-30 16,-2 0-28-16,-1 3-20 0,4-4-40 0,-4 4-31 16,0 0-7-16,0 0-12 0,6 10-9 0,-6-2-14 15,2 3-1-15,-1 6-8 0,-1 0-7 0,-1 1-3 16,-3 5-2-16,1 3-7 0,2-6-2 0,-3-1 4 15,2 0-11-15,-2-4-7 0,-1 2-9 0,4-5-1 16,-2-1-1-16,2-1 0 0,-2-2-2 0,2-3 6 16,1 0-2-16,-1-1 21 0,1 0 9 0,0-4-2 15,0 0-5-15,0 0-2 0,16-10-5 0,-6 5 4 16,-1-5 1-16,5-1-2 0,3-2 2 0,-3-2-2 16,0 1-2-16,5-4 8 0,-5 4-14 0,5-5-2 0,3 2-3 15,-9 2 8-15,1 1-8 0,-4 8-3 16,-1-2-3-16,0 0 0 0,-3 4-4 0,0-2-2 15,-3 4-4-15,3 0-4 0,-4-1 0 0,-2 3-2 16,10 4 1-16,-5-1-2 0,-1 5 3 0,0-1-3 0,1 3 3 16,-2 2-2-16,-1-2 4 0,2 7-1 0,-1 0-3 15,0-5 5-15,-1 4-3 0,0-3 3 16,0-3-2-16,0 2 2 0,-2-6 0 0,3 5 0 16,-5-4 0-16,4-3 10 0,-1 1-7 0,-1-1 6 0,0 0 28 15,0-4 24-15,1 4 12 0,-1-4-2 0,0 0-21 16,18-8 9-16,-9 2-14 0,0-1 0 0,5-4-2 15,0-2-14-15,3 1-5 0,-3 0 8 0,8-6-9 16,-1 1-2-16,-1 1-5 0,-4 3-3 16,1 0-15-16,-1 1-7 0,0 3-29 0,0 0-18 0,-2 3-29 15,0-1-17-15,-1 4-18 0,1 2-17 0,-1 0-19 16,2 2-18-16,-2 2-17 0,-1 1-21 0,0 2-228 16,0-1-476-16,-2 3 210 0</inkml:trace>
  <inkml:trace contextRef="#ctx0" brushRef="#br0" timeOffset="-160969.29">22692 11928 185 0,'0'0'234'0,"0"0"-7"15,0 0-9-15,0 0-13 0,0 0-18 0,0 0-17 16,13-4-20-16,-6 2-13 0,5-2-15 0,5-1-11 16,2-2-11-16,8-1-9 0,1-3-9 0,-1 1-9 15,3-2-9-15,-2-2-5 0,0-1-6 0,1 0-5 16,-5-1-8-16,2 1-5 0,-6-1-2 0,2 0-3 15,-7 2-4-15,-2 0-6 0,-1 1 0 0,-6 1-4 16,0 3 6-16,-3 0-1 0,-2 2-5 0,-1 0-4 16,-1 2 1-16,-5-1-5 0,-1 3-1 0,-6 1 0 15,-3 2-1-15,-6 2-5 0,-5 6 2 0,-1 0-3 16,1 4 0-16,4 3-1 0,0 1-2 0,-1 2 1 16,5 0-2-16,2 3 1 0,3 4 0 0,4 0 2 15,5 1 2-15,6-8 1 0,8 9 2 0,8-2 0 16,3-4 4-16,4-1 1 0,5-3 0 0,2 0-1 15,5-5 0-15,17 1 1 0,-1-4-3 0,0 0 6 16,2-6-1-16,0-3-1 0,-17 0-4 0,-4-1 3 16,-2-1-3-16,-4 0 7 0,-7 1-5 0,-7-1 0 15,-2 0-5-15,-2 1-5 0,-2 0-22 0,-1 0-37 16,-2-1-57-16,-4 2-141 0,0 0-163 0,-13-10-455 16,4 6 202-16</inkml:trace>
  <inkml:trace contextRef="#ctx0" brushRef="#br0" timeOffset="-158339.78">23802 11385 169 0,'0'-6'227'0,"2"-2"-10"0,-2 4-1 0,0-3-10 16,0 1-8-16,0 2-16 0,0 1-17 0,0-2-15 16,0 5-22-16,4-2-16 0,-4 2-27 0,0 0-21 15,0 0-4-15,0 0-9 0,0 14-8 0,0-1-5 16,0 4-7-16,-2 7 0 0,0 7-4 0,-3 4-2 15,1 2-1-15,-5 10-5 0,0 1-2 0,-1-2 1 16,-1 0-3-16,3-9-1 0,3-4-10 0,-3 0 3 16,4-1 1-16,0-5 0 0,-2 0-5 0,2-8 3 15,2 0-2-15,-1-3-3 0,1-5 3 0,-1-1-1 16,0-1 3-16,1-4-2 0,2 3 2 0,-1-3 4 16,-2-1 10-16,3 0 16 0,-3-1 10 0,2 1 2 15,1-4 6-15,0 0-1 0,-3 4 8 0,3-4-12 16,0 0 1-16,0 0-6 0,-7 0-2 0,7 0-3 15,0 0-3-15,-10-8-7 0,5 1-6 0,-4 2 1 0,1-4-1 16,-1 1-5-16,-1-1-2 0,-4-2 0 16,-2 0-3-16,1 1 2 0,1-2-7 0,-2 3 6 0,0-2-7 15,1 4-5-15,3 0 8 0,0 0-2 16,4 2-3-16,2 2 1 0,-1-1 5 0,2 2-3 0,3-1 9 16,-1-2 5-16,3 5-2 0,-3-3 9 0,3 3-18 15,4-5-1-15,9-1-10 0,5 3-3 0,11-2-6 16,3-2-4-16,18-3-5 0,5 1 0 0,-4-1-2 15,3 2 4-15,-1-3 8 0,1 2-2 0,-5 1-1 16,-11 2-1-16,0-1 5 0,-4-1-5 0,0 2 3 16,-3-2 4-16,-10 4 0 0,-1 1 2 0,-4 1 6 15,-4-2 6-15,-2 3 7 0,-2-1-3 0,-2 2 5 16,-1 0-5-16,1-5-4 0,-6 5-8 0,8 0 3 16,-8 0-2-16,0 0-3 0,9 0-5 0,-9 0-2 15,3 5-2-15,-3-5-1 0,1 7 0 0,-1-2-5 16,0 3 4-16,0-1-2 0,-1 2 2 0,-1 1 2 15,1 2 1-15,-1-2 3 0,0 2 6 0,-2 0-4 16,3 0-16-16,-3-3-12 0,2 4-6 0,-2-3-23 16,2-1-25-16,-2 0-13 0,2-1-16 0,0-3-10 15,-1 2-11-15,2-2 0 0,-2-2 5 0,-1-1 3 16,1 1-53-16,3-3-159 0,-14-5-369 0,5-1 163 16</inkml:trace>
  <inkml:trace contextRef="#ctx0" brushRef="#br0" timeOffset="-158189.53">24125 11468 282 0,'1'-10'286'0,"2"3"-27"0,-2 0-25 0,-1 2-26 0,1 0-22 15,-1 1-19-15,2 0-27 0,-2 4-23 0,2-3-17 16,-2 3-25-16,0 0-26 0,9 7-37 16,-4-3-16-16,-2 1-36 0,1 4-24 0,2 0-34 15,-2 3-221-15,1-1-344 0,-1 1 152 0</inkml:trace>
  <inkml:trace contextRef="#ctx0" brushRef="#br0" timeOffset="-157642.12">24458 11623 129 0,'4'-1'349'0,"0"-2"-28"0,-4 3-39 16,4-1-30-16,-4 1-27 0,0 0-26 0,0 0-23 15,0 0-26-15,9 3-9 0,-8 0-20 0,-1 3-11 16,0 4-14-16,0 1-6 0,0 5-11 0,-1 0-9 16,-3 3-8-16,0 1-7 0,-1-2-7 15,1 1-24-15,-5 7-11 0,4-10-2 0,1-5-3 0,3 0 0 16,-3 0-1-16,2-5 0 0,-1 1-3 0,1-2 5 16,0-2 5-16,2 4 23 0,0-5 24 0,0-2 26 15,0 5 33-15,0-5 34 0,0 0 6 0,0 0-12 16,0 0-15-16,11-14-18 0,1 2-20 0,2-1-10 15,-1-1-7-15,1 0-14 0,0-1-15 0,8-4-8 16,-3-1-8-16,-5 9 0 0,-1-1-5 0,-3 4-9 16,-1 1-6-16,1 0 18 0,-3 5-26 0,-2-2-4 15,1 0-17-15,-1 3-16 0,-5 1 2 0,11 1 5 16,-4 2-5-16,-3 2 3 0,1-1-6 0,-1 5 3 16,-3 2 1-16,4-1-2 0,-3 3 2 0,0-2 3 15,-1 5 2-15,2 1 2 0,-2-5-13 0,3 4-10 16,-6-3-1-16,4-5 5 0,-4 3-3 0,2-5 5 15,2 1 6-15,-2-3 5 0,0-1 6 0,0 2 16 16,0-5 29-16,0 7 29 0,0-7 32 0,0 3 20 16,0-3 18-16,0 0 18 0,0 0-15 0,0 0-19 15,13-15-13-15,-4 7-8 0,1-4-13 0,3-2-5 16,1-1-8-16,0 0-8 0,4 1-2 0,-5 0-13 16,2 2-2-16,-2 1-9 0,-3 2-1 0,-1 1-2 15,-1 2 3-15,-1-1-12 0,1 5-19 0,2-4-30 0,-3 4-23 16,0 0-28-16,6 1-22 0,-4 2-28 15,2 2-27-15,1 1-31 0,-2 3-34 0,4-1-27 0,-1 2-52 16,0 0-318-16,4-2-677 0,-2 5 299 16</inkml:trace>
  <inkml:trace contextRef="#ctx0" brushRef="#br0" timeOffset="-157124.28">25152 11809 272 0,'0'0'265'15,"0"0"-18"-15,0 0-12 0,0 0-11 0,-5-2-14 16,5 2-9-16,0 0-8 0,0 0-22 0,0 0-15 16,0 0-8-16,0 0-23 0,14-4-13 0,-1 2-12 15,0-1-15-15,0 1-3 0,4-3-8 0,0 0-7 16,1-1-5-16,0 0-13 0,2 0-2 0,-2-4-6 16,-4 0-3-16,4 1 5 0,-1-4-16 0,-2 2-3 15,-5-1-3-15,3-2 2 0,-3 1-2 0,-3 4-7 16,0-1 5-16,-2 0-1 0,-2 4 1 0,1 0-4 15,-3 0-4-15,-1 0-2 0,0 2-3 0,1 0-3 16,-1 4 0-16,-3-7-3 0,-1 5-7 0,-3 1 0 16,7 1 1-16,-15 3-7 0,5 3 5 0,-2-1-4 15,2 2 0-15,-3 2 4 0,1 0-1 0,1 5 0 16,1-1 0-16,1 1 2 0,1-2 4 0,3 4-6 16,-1-4 4-16,4 3-3 0,0-2 7 0,2-1-1 15,3 1 2-15,1-1 3 0,3-1-1 0,0 0 1 16,4-3 1-16,3 1-1 0,0-2 1 0,5-4 2 15,-2 1 5-15,5-1 3 0,-3-2 11 0,-1-2 10 16,0-2 15-16,-2-1 12 0,-2 1 8 0,4-3 6 16,-4-3 4-16,4 0-12 0,-4-1 1 0,-1-1 0 15,5-2 1-15,-3 0-16 0,3-4 1 0,-3 4 1 16,-2 0-12-16,1 1 2 0,-6 5 5 0,1 0-3 16,-1 0-3-16,-2 3-3 0,-2-1-9 0,0 4-9 15,-1-3-7-15,1 2-9 0,-4 2-16 0,0 0-8 16,11 6-8-16,-5-2-8 0,-4 1-3 0,4 4-2 15,-3 2 5-15,1 3-22 0,-2 1-29 0,0 1-41 16,-2 0-66-16,-2 2-41 0,-2-2-55 0,-1 0-288 16,1-5-621-16,0-5 275 0</inkml:trace>
  <inkml:trace contextRef="#ctx0" brushRef="#br0" timeOffset="-156210.37">27290 11538 159 0,'1'-5'271'15,"3"1"-29"-15,0 1-26 0,1-2-25 0,1 2-18 16,2 2-20-16,0 1-16 0,3 3-14 0,1 3-10 15,-2 1-12-15,4 3-12 0,0 5-11 0,0-1-2 16,-2 3-14-16,-1 5-7 0,2 2-13 0,-3 0-4 16,-6-4-5-16,4 4-3 0,-6 2-5 0,0-7-4 15,-2 1 3-15,0-3-4 0,-2 1-5 0,2-2-2 16,-5-4-1-16,3-3 0 0,2-1-2 0,-1-1-1 16,1 0 23-16,-3-2 18 0,2-3 22 0,1 1 26 15,0-3 38-15,0 7 48 0,0-7 34 0,0 0 24 0,0 0 10 16,0 0-15-16,0 0-28 0,1-15-37 0,3 5-19 15,3-7-18-15,-2-1-12 0,2 0-15 16,4-8-22-16,3 2-22 0,1 0-27 0,-2 0-17 16,0 1-24-16,5 0-29 0,-2 2-25 0,-4 6-15 15,0 0-41-15,3 5-21 0,-2-2-24 0,2 1-24 16,-2 7-28-16,2-1-27 0,3 3-26 0,1 0-56 16,-2 2-244-16,-2 3-610 0,-2-1 271 0</inkml:trace>
  <inkml:trace contextRef="#ctx0" brushRef="#br0" timeOffset="-155810.68">27859 11751 208 0,'0'0'276'0,"-5"3"-9"0,5-3-2 0,0 0-2 16,-5 1-13-16,5-1-15 0,0 0-17 0,0 0-22 15,0 0-21-15,23-4-20 0,-3-3-17 0,9 0-12 16,3 0-13-16,0-4-11 0,3 2-13 0,-2-4-10 15,-1 0-1-15,-3-2-17 0,3 0-10 0,-5-2-9 16,1 3-3-16,-5-3-2 0,-5 5-9 0,-3 0 0 16,-3-2-3-16,-1 1 1 0,-4 4-9 0,-3-2 2 15,-3 2-7-15,0 0-2 0,-5 3-6 0,-2-1-1 16,-7 3-3-16,0 1 0 0,-8-1 2 0,-1 7-3 16,-11 1 5-16,-2 4-11 0,3 2 3 15,0 3-2-15,2 2 4 0,3 3-6 0,3 0 3 0,4 5-1 16,0-2-1-16,5 3-12 0,7-1 3 0,4 2 3 15,6 2 1-15,6-9 5 0,5 4 4 0,6 0 1 16,3-2-2-16,8-5 5 0,0 1 1 0,5-3 0 16,4-6-2-16,17 0 9 0,-3-3 5 0,1-1 3 15,-15-3-3-15,-1 0 1 0,-7 0 1 0,-12-3 12 16,2 3 9-16,-10 0 16 0,1-1-14 0,-5 0-7 16,0-1-10-16,-1 2-21 0,-6 0-27 0,8-2-40 15,-7-1-71-15,-1 3-155 0,-9-5-258 0,2 2-597 16,-2-1 264-16</inkml:trace>
  <inkml:trace contextRef="#ctx0" brushRef="#br0" timeOffset="-154325.36">28720 11204 78 0,'1'-4'256'0,"1"-2"-13"0,-1 1-11 16,1 1-20-16,0-1-15 0,-2 5-25 0,1-5-20 15,3 3-22-15,-4 2-33 0,0 0-30 0,0 0-9 16,0 0-5-16,2 13-8 0,-3-2-5 0,0 9-6 16,-6 9-1-16,2 1-12 0,-2 4 5 0,-5 13-2 15,-1 4-5-15,0-2 1 0,-2 1-5 0,4 1 1 16,-2-3-1-16,0-1 1 0,4-2-6 0,-1-9 1 15,6-5-5-15,0 1 4 0,0-3-1 0,1 0-1 16,1-12-5-16,2 3 10 0,2-3-5 0,0-5 4 16,-2-1 2-16,5-2 5 0,-2-2 14 0,0-1 23 15,-1-1 20-15,2 0 28 0,-2-1 23 0,1-2 9 16,-3-2 24-16,5 1 6 0,-5-1-3 0,0 0-17 16,9-9-20-16,-5 6-4 0,-3-4-22 0,2-2-8 15,-1-1-15-15,-2-1-11 0,0-2-21 0,-1-4-7 16,-3-3-13-16,0 3-10 0,-5-7-3 0,0 5-9 15,-2-4-8-15,-6-1-5 0,3 3 0 0,1 6 1 0,-3 0 1 16,3 1-3-16,0 1 11 0,4 5-6 16,0-2 6-16,4 5-1 0,-1-4 2 0,2 5-7 15,2-1-8-15,-1 1-1 0,3 1-17 0,0 3-22 16,14-6-22-16,4 2-17 0,9 0-16 0,5 1-27 16,4-1-28-16,4 1-35 0,13-4-57 0,-14 6-256 0,13-3-554 15,-12-1 245-15</inkml:trace>
  <inkml:trace contextRef="#ctx0" brushRef="#br0" timeOffset="-153975.05">29131 11621 5 0,'0'0'211'0,"0"0"-11"0,0 0-19 0,0 0-16 0,0 0-18 15,17 1-14-15,1-5-16 0,1 1-7 0,11-3-11 16,2 3-12-16,3-5-10 0,0 3-5 0,-1-2-5 16,-3-3-12-16,-2 2-2 0,-4-2-5 15,-9-1 0-15,3 2 10 0,-2 1 3 0,-7 0-1 0,-1 3 3 16,-1-4 2-16,-1 2-12 0,-4 2-3 0,-2-2-7 16,-2 3-6-16,-4-2-4 0,-3 1-3 0,-1 2-5 15,-5 0-5-15,-4 0-3 0,-3 2-1 0,-5 2-3 16,-1 6 1-16,7-1-8 0,-7 2-2 0,7 2 0 15,0-1 0-15,4 3-4 0,-2 0 0 0,1-2-9 16,3 6-22-16,3-3-8 0,0 1-27 0,6 2-20 16,-2 0-1-16,4 0 8 0,3 1-14 15,5-5-12-15,2 2-66 0,0-2-127 0,6-1-323 0,2-2 144 16</inkml:trace>
  <inkml:trace contextRef="#ctx0" brushRef="#br0" timeOffset="-153655.86">29659 11462 328 0,'7'-8'312'15,"-1"2"-28"-15,0 2-29 0,-2-1-27 0,-3 2-27 16,3 1-23-16,0 0-22 0,-4 2-18 0,11 2-15 16,-4-1-17-16,-2 3-23 0,3 0-12 0,-2 4-10 15,4 1-17-15,-1 4-10 0,-1 1-1 0,-3 1-5 16,0 3-7-16,-1 0 0 0,-5 2-2 0,-2-5-7 15,1 5 1-15,-2 1 2 0,0-5-9 0,0 0 0 16,2-3-2-16,-2-1-5 0,0-3 6 0,1-4 4 16,1 3 1-16,-2-3-3 0,3-1 11 0,1-1 23 15,-3 0 26-15,3-3 35 0,0 4 24 0,0-4 33 16,0 0-23-16,0 0-8 0,0 0-21 0,3-16-7 16,3 5-14-16,-1-2-29 0,6-1-19 0,-1-3-21 15,5-5-18-15,-2 1-15 0,2-1-46 0,-1 1-22 16,-1 4-21-16,-3 0-21 0,1 3-29 0,-1-1-28 15,1 3-42-15,-6 3-65 0,4 0-168 0,-2 0-496 16,-4 4 220-16</inkml:trace>
  <inkml:trace contextRef="#ctx0" brushRef="#br0" timeOffset="-153337.29">29934 11426 49 0,'0'0'281'0,"9"-7"-27"15,-8 6-23-15,-1 1-14 0,9-1-30 16,-4-1-17-16,0 1-19 0,2 1-21 0,2 3-10 16,0-1-14-16,0 1-13 0,2 5-10 0,-2-2-13 0,3 4-5 15,-1 1-6-15,1 4-9 0,-3 0-9 0,1 2 1 16,-3 0-6-16,0-2-2 0,-3 4-4 16,2-2-7-16,-5 0 0 0,2-5-2 0,-1 1-2 15,-2-3-3-15,-2-1-4 0,2-2 3 0,0 0-8 0,0-2 4 16,0-2 5-16,-3 2 12 0,3-1 23 0,0-4 24 15,0 6 31-15,0-6 27 0,0 0 13 0,0 0 31 16,0 0-22-16,0 0-22 0,0 0-25 16,10-16-11-16,-4 6-18 0,1 1-26 0,-2-2-32 0,9-2-25 15,-1-4-35-15,5-1-40 0,-5 2-34 0,1 2-40 16,1-1-50-16,4-2-53 0,-6 3-274 16,2 1-574-16,-2 2 254 0</inkml:trace>
  <inkml:trace contextRef="#ctx0" brushRef="#br0" timeOffset="-152459.97">30411 11586 46 0,'0'0'258'0,"0"0"-19"15,0 0-26-15,0 0-21 0,18-5-20 0,-7 4-16 16,7-4-16-16,2-1-14 0,8 2-14 0,3 1-14 15,-2-4-13-15,2-2-11 0,-4-2-8 0,-2 5-2 16,-1-6-11-16,-3 4-5 0,-2 1-3 0,-1-3-5 16,-2 3-5-16,0-2-2 0,-7 2-3 0,0 0 4 15,-4 1-2-15,0 3 1 0,4-2-3 0,-6 1-3 16,-1 3-4-16,-2-3-5 0,0 4-1 0,0-5-3 16,-5 2-2-16,-4 3-1 0,-1-1-1 0,-1 2-3 15,-6 3-1-15,0 0-2 0,-2 3-2 0,1-5 2 16,-1 6 0-16,1 1-6 0,3-2 1 0,1 4-1 15,4-2-2-15,2 1-4 0,-1 2 2 0,3 0 3 16,3 0-2-16,3 5 2 0,5-5-1 0,9 3 5 16,6 4 0-16,5-1 1 0,3-2-4 0,5-1-13 15,3-5-15-15,15 2-4 0,2 0-3 0,-2-7 3 16,5 2 3-16,0-6-4 0,-1-1 4 0,-3-1 2 16,-14-7 5-16,-3 4-1 0,-3-4 2 0,-5 0 3 15,-6-1 10-15,-5 0 15 0,-2-2 42 0,-6 4 8 16,0-7-7-16,-3 4-1 0,-3 0-8 0,-2 1 1 15,-1-3-12-15,-5 3 0 0,-5-4-5 0,-3 1 3 0,-1 2-6 16,-4-1-5-16,-3 3 0 0,-5 2 0 16,6 1-5-16,-6 2-2 0,4 0 1 0,2 3-3 15,3 0 0-15,-1 4-4 0,6-1 1 0,3 2-11 16,-4 0-18-16,5-1-12 0,4 1-10 0,-4 1-6 16,5 0 9-16,3 2 0 0,0-3 6 0,2 2 7 0,2 0 4 15,2 0 4-15,4 1 2 0,-2-3 4 16,5 2 0-16,1-4 3 0,-2-1 4 0,3 0-1 15,0-5 5-15,0-1 6 0,0 1-6 0,-1-6 14 16,1 0 1-16,0-1 16 0,-4-5 43 0,2 5 21 0,-2-6 7 16,0 1 11-16,-3-2 14 0,-1 0 4 15,2-7-13-15,-3 6 3 0,0-8-10 0,3-2-9 16,-3 3 1-16,0-4-22 0,1 3-6 0,-2 1 2 16,1 5 8-16,2-4-1 0,-5 5 7 0,2 2 4 0,-3 8 5 15,1-4-20-15,-1 4 4 0,0 1-5 0,2 4-14 16,-2-1 11-16,0 0-24 0,0-1-9 0,-1 4-23 15,0 2-27-15,2-4-35 0,-2 4-28 0,0 0-24 16,0 0 31-16,0 0 6 0,-3 17 7 0,1-5 7 16,-2 5 1-16,-2 0 6 0,-1 8 4 0,1-1 0 15,1 2 5-15,-3 0 6 0,3 1 0 0,-3 0 8 16,3 0-2-16,1 2 1 0,-1-2 3 0,1 3 6 16,2-3-2-16,-2 0 6 0,1-1-4 0,1-7 4 15,-1-2 2-15,2 0 0 0,1-5 1 0,-3 1-1 16,3-3 4-16,0-1 1 0,-1 1-4 0,1-4 4 15,0 0 1-15,0-1 6 0,-3-2 9 0,6 1 26 16,-3-4 25-16,0 6 27 0,0-6 17 0,0 3 11 16,0-3 14-16,0 0-3 0,1 3-13 0,6 0-7 15,6-3-17-15,15-4-14 0,9 0-49 0,20-3-63 16,11 2-121-16,29-4-135 0,5-6-415 0,4-7-760 16,7-2 337-16</inkml:trace>
  <inkml:trace contextRef="#ctx0" brushRef="#br0" timeOffset="-150058.9">3792 13812 161 0,'4'-4'326'0,"-3"1"-14"0,2 0-12 0,-1-1-19 16,0 0-23-16,-2 0-28 0,0 0-23 0,-2-1-24 15,2 5-22-15,-3-5-18 0,0 1-18 0,-1 1-16 16,4 3-13-16,-10 0-15 0,-3 3-8 0,-5 2-10 16,-10 4-9-16,0 3-3 0,-3 1-9 0,3 5-4 15,0-2 22-15,1 2-8 0,2 2-11 0,1-3-22 16,9-3-20-16,1-2-24 0,2 0-23 0,3-2-18 15,1 0-10-15,2-2-5 0,-1 1 3 0,6-4 9 0,-3-1 6 16,3 2 11-16,-2-1 5 0,3 0 8 16,3-1 7-16,-2-1 16 0,4 1 28 0,3-3 20 15,2-1 11-15,3 0 2 0,-2-1 2 0,6-3-4 16,-3 1 0-16,0 0-4 0,0-2-5 0,-1 3 0 16,-3-1-7-16,0 1-4 0,-1 0 0 0,-1 2-6 0,-2 0-7 15,2-3-3-15,-2 3-3 0,-6 0 0 0,12 3-4 16,-6 0-3-16,1 1 0 0,-1-1-1 15,3 4 0-15,-1 1 0 0,-2 1-3 0,3 0 4 16,-4 0 1-16,3 2-20 0,-3-2 1 0,5 1 4 16,-4 1 0-16,0-3 5 0,1 0 3 0,1 1-1 0,0-3 5 15,-3 0-1-15,0-3 3 0,0 0 6 16,2-1 0-16,0 1 8 0,1-2 19 0,5-5 13 16,-1 2 5-16,5-6 9 0,-2-2 4 0,2 1 12 15,2-2 5-15,4-7 8 0,-1 1-9 0,-4-3-14 16,2 2 7-16,2-3 13 0,-3 0-6 0,3-1-5 0,-7 1-10 15,-1 8-3-15,-1-1-6 0,-3 3 2 0,-4 2-5 16,2 1-8-16,0 4-4 0,-4-1-5 16,2 0 3-16,-2 2-28 0,0-1-17 0,-2 3-21 15,-2 1-15-15,8-1-11 0,-8 1 0 0,9 5-4 16,-8-1-2-16,4 1-3 0,-1 3 3 0,2 1-8 16,0 1-8-16,-1 5-24 0,0 1-33 0,-3 1-47 15,-1 0-43-15,-1 1-85 0,-1-7-179 0,-1 0-530 16,2-5 235-16</inkml:trace>
  <inkml:trace contextRef="#ctx0" brushRef="#br0" timeOffset="-142815.68">6082 13675 238 0,'3'-17'229'0,"-1"2"-11"0,1 4-9 0,-1 1-9 0,1 0-14 16,-2 4-13-16,-1 0-17 0,0 1-16 0,3-1-20 16,-2 1-13-16,0 1-31 0,-1 4-27 0,0 0-7 15,0 0-5-15,0 0-7 0,-5 21-2 0,1-4-4 16,-1 9-4-16,-5 2-2 0,0 1-1 16,-2 5-4-16,2 15 5 0,2-15-1 0,0 2 0 0,2-2-5 15,1-1 1-15,0-1-1 0,-1-3 9 0,3-4 0 16,-1-6-2-16,2 2 0 0,-2-6-2 0,3-4 0 15,-1 1-5-15,1-3-1 0,1-2 3 0,-3-3 0 16,3 2-1-16,-1 0 0 0,1-3 0 0,0 0 7 16,-1 1 6-16,1-4 2 0,0 5-7 0,0-5 2 15,0 0-3-15,-1 4-2 0,1-4 1 0,0 0-7 16,0 3-8-16,0-3-6 0,0 0-17 0,0 0-18 16,0 0-25-16,0 0-31 0,-4 2-39 0,4-2-26 15,0 0-32-15,0 0-164 0,0 0-383 0,0 0 170 16</inkml:trace>
  <inkml:trace contextRef="#ctx0" brushRef="#br0" timeOffset="-141938.93">5924 14108 80 0,'0'0'117'0,"0"0"-4"16,0 0-8-16,0 0 0 0,0 0 2 0,0 0 5 16,0 0-2-16,0 0-8 0,0 0-6 0,0 0-7 15,0 0-6-15,0 0-3 0,19 0-5 16,-3-3-8-16,6 3-4 0,7 0-7 0,3-4-3 0,4 1-5 15,4 1-6-15,-2-1 3 0,-1 0 6 0,14-1-3 16,-16 3-6-16,-2-1-2 0,-4 0-4 0,-7 1-4 16,-4 1-3-16,-4-1-4 0,-4 1-1 0,1-4-4 15,-3 4 2-15,0 0-2 0,-8 0-5 0,9 0 3 16,-9 0-6-16,7 0-4 0,-7 0-5 0,0 0-6 16,0 0-11-16,0 0-14 0,0 0-24 0,-24 8-44 15,13-6-52-15,-2-1-161 0,2-1-335 0,3 0 148 16</inkml:trace>
  <inkml:trace contextRef="#ctx0" brushRef="#br0" timeOffset="-140927.54">6720 14134 148 0,'-8'0'210'0,"8"0"-14"0,0 0-9 0,0 0-11 16,0 0-7-16,0 0-14 0,0 0-20 0,19-6-14 16,-7 3-12-16,7-2-8 0,0 2-12 0,3-4-10 15,6 2-8-15,1-4-8 0,-2 3-4 0,-7 0-4 16,1-3 1-16,-2 1 1 0,-1 0 8 0,2-1 8 15,-3 1 14-15,-7 0 13 0,3-2 8 0,-3 2 2 16,-2 1 4-16,-2-1-9 0,0 1 6 0,-2-3-15 16,-2 4-14-16,-1 0-9 0,-2-1-7 0,-1 2-10 15,-2 0-7-15,-2-2-7 0,0 3-12 0,-4-1-7 16,-4 2-2-16,-3 2-5 0,-2 0-5 0,-1 2-3 16,0 2-7-16,1 0-4 0,0 2-11 0,1 2-12 15,4-2-3-15,5 2-15 0,-4 0-3 0,1 1-6 16,1 3-7-16,3-1-6 0,1 0-8 0,3 3 10 15,3-2 6-15,2 4 9 0,7 1 2 0,3-2 3 16,8 4 4-16,4-3 6 0,9-1-3 0,18-1 3 16,5-2-5-16,-5-5-6 0,5-1 8 0,1-3-1 15,-2-3 6-15,-2 0 6 0,2-4 2 0,-13-1 7 16,-4 0-2-16,-1 0 6 0,-4-1 16 0,-4-3 19 16,-8 5 10-16,-4-4 27 0,0 2 17 0,-6-3 0 15,-1 3-4-15,0-3-9 0,-5 2-6 0,0-2-8 16,-3 1-8-16,-6 0-4 0,1 1-6 0,-5-1-2 15,0 4-6-15,-5 0 0 0,-8 1-6 0,2-2 1 16,-9 6-8-16,-1 0-2 0,2 0 2 0,8 3-1 16,-2 1-13-16,0 0-12 0,11 0-19 0,-1 1-13 15,2-1-21-15,1 1-16 0,0 2 0 0,6-1 11 16,2 1 9-16,2-1 7 0,7 5 2 0,1-5 0 16,9 2-3-16,14-3-11 0,-1 2-9 0,4-4-1 15,3-1 1-15,-1-4-6 0,2-1 4 0,-2 0 3 16,-1-1 7-16,-3-5 14 0,-2 0 32 0,-3 0 21 15,-8 0 31-15,-2-1 39 0,-1 0 17 0,-4 1 4 16,-2-1 3-16,-4 0 2 0,-1-1-7 0,1 0-1 16,-5 0-8-16,3 0-10 0,-1-2-4 0,-4 3-6 15,0 3-8-15,0-1-3 0,-1 5-7 0,-2-2-9 16,2-1-10-16,-4 5-7 0,5 1-7 0,-12 0-10 16,7 3-10-16,1 4-5 0,-2-2-6 0,-6 11 0 15,3 1-1-15,-1 6 6 0,-3 3-4 0,4 3 5 16,2 3-8-16,-3 0-13 0,2-1 2 0,0 0 3 15,6 0 2-15,-6-1 4 0,6 0 7 0,0-4-4 16,1 0 4-16,1-7 3 0,0 0 4 0,-1-1-18 16,-1 0-6-16,1-1-3 0,-1-3-1 0,0-1-4 15,0-3-1-15,-2-1 6 0,1 0 5 0,-1-2 5 16,-1-2 4-16,-4 1 1 0,0-1 1 0,-1-2 1 16,0 1 6-16,-2 1 8 0,1-2-3 0,-2-3 8 15,3 0-4-15,-3-3 15 0,3 1 13 0,-3-3 10 16,0-2 15-16,4 2 23 0,2-4 8 0,-1-2-1 15,3-3-1-15,1-2-9 0,4-4-3 0,3 1-10 16,5-8-12-16,4-2-4 0,2 0-8 0,13-11-7 16,1 0-7-16,5 3 0 0,5 1-3 0,0 2-1 15,-10 7 2-15,10-4-3 0,-7 7 7 0,-3 2-3 16,4 1 1-16,-3 4 0 0,-5 0 0 0,-3 9-4 16,-6-2 0-16,2 4-3 0,-6 1-10 0,-3 4-45 15,0-1-40-15,-3 4-20 0,-1 1-13 0,-4 1-43 0,0 4-195 16,-4 0-391-16,0-1 174 0</inkml:trace>
  <inkml:trace contextRef="#ctx0" brushRef="#br0" timeOffset="-139678.43">8087 14105 187 0,'0'0'190'15,"0"0"-18"-15,0 0-18 0,13-5-13 0,-7 1-19 16,6-2-9-16,0 2-13 0,5-1-11 0,2-4-4 0,0 1-8 16,4-5 0-16,4 1 6 0,-4-2-12 15,4 0 6-15,-3-2 1 0,-2 0-1 0,-5 5-2 16,-5 1-3-16,4-2 1 0,-5 0 10 0,-2 1 1 16,-3 5-2-16,2-2-9 0,-7 1-9 0,2 2-9 0,-3-2-5 15,0 2-5-15,-4 3-9 0,-1-1-4 16,-4 1-1-16,-5 0-7 0,-4 4-3 0,-4 0-3 15,-4 2-3-15,-1 4-2 0,-1 0-2 0,6 1-4 16,-1 1-2-16,3 0-1 0,3 2 2 0,-5 5-4 16,8-4-13-16,0 3-3 0,4-2-2 0,2 3 4 15,3-2-1-15,2 2-5 0,3 0 4 0,4 1 1 16,7-2-2-16,3-2-3 0,11 3-8 0,-2-3-9 16,9-3-2-16,4-2-4 0,-2-2-8 0,2-4 2 15,0-4 7-15,1 0 1 0,-3-3 8 0,1-3 4 0,-2-2 9 16,-2 0 14-16,-2-4 9 0,-2 1 17 0,-2-3 12 15,-3 0 12-15,-4 4 14 0,-1-2 17 0,-3-1 13 16,-1 2 10-16,-2 1 7 0,-2 0 6 16,-2 5 8-16,-1-2-4 0,-2 4-4 0,3-1-15 15,-3 0-13-15,-1 2-5 0,1-1-14 0,-2 1-6 0,-2 3-14 16,4-3-27-16,-4 3-5 0,0 0-3 0,0 0-4 16,5 10 0-16,-5-6-1 0,0 4-3 15,0 0 5-15,0 3-8 0,-1 1-1 0,-2 5 1 16,1 0 1-16,-2 2-3 0,1-2 28 0,2 0-12 0,-3-4-8 15,2-1-7-15,0 0 8 0,1-3-3 0,0-4-4 16,1 3 4-16,-1-4 3 0,1 0-1 0,0 1 11 16,0-5 22-16,1 6-1 0,-1-6 3 15,0 0 5-15,0 0-2 0,0 0-13 0,11-11 5 16,-5 6-6-16,1-4-3 0,2 1-2 0,0-3-7 0,1 0-3 16,2-2-11-16,-2 1-2 0,-1 2-6 0,1 1 6 15,-3 2-6-15,-1 1-1 0,-1-2-3 16,-1 5-9-16,2-2-8 0,-2 4-11 0,0-1-7 0,0 0-3 15,-4 2 6-15,0 0 3 0,14 2-2 0,-8 1 2 16,3 2-6-16,4 2-1 0,1 0-5 0,3 3-5 16,2-1 1-16,8 5 5 0,3-1 0 0,2-3-2 15,5-1-2-15,2 3-8 0,12-1-2 16,-15-5 3-16,3 2 2 0,11-1 0 0,-12-5 2 16,1 1 6-16,-2-3 1 0,-1 0 8 0,-2 0 9 0,-2-7-1 15,-13 1 5-15,3 2 19 0,-8-4 22 0,0 1 17 16,-5 0 2-16,-1-3-3 0,-2 0-6 0,-1 1 1 15,-4-3-5-15,-2 3-2 0,-4-1-2 0,-1-1-6 16,-6 4 0-16,-3-4-4 0,-2 3 0 0,-3 1-5 16,-7 0 4-16,4 7-2 0,-3-3 0 0,-3 3-6 15,6 3 0-15,4-2-4 0,-1 4-1 0,0 3-5 16,5-4-1-16,-2 5-1 0,3 0 2 0,1 1 0 16,4-1 2-16,1 3 2 0,2-2 0 0,3 0 2 15,1 2 1-15,6-2 1 0,-3 1 2 0,8-1 2 16,4 3-1-16,1-5-3 0,5 0-10 0,3 0-4 15,5-3-7-15,2-2 1 0,-2-2-7 0,0-3 0 16,1-4 2-16,-4 0 3 0,-2-5 3 0,-4 2 16 16,5-5 11-16,-4-3 5 0,-2-5 4 0,-3 1 8 15,0-3 6-15,-3-3 7 0,-2-1-8 0,-1-2-7 16,-2-4 0-16,3-12-3 0,-6 13 1 0,3-13-3 16,-2 11 0-16,-1-1-1 0,-1 1-1 0,2-1 0 15,1 3 0-15,-5 1 10 0,1 5 15 0,-2 8 3 16,1 2-2-16,0 5-5 0,0 2-1 0,-4 3-7 15,4 1-22-15,-1 2-9 0,1 4-4 0,-8 1 2 16,1 6 1-16,-4 6 0 0,-1 4 2 0,-3 4-3 16,-4 8 0-16,0 4 1 0,-1 9 1 0,-2 4 6 15,7-2-2-15,1 1 0 0,6-12 3 0,4 1-2 16,0-1-2-16,4 1 3 0,4-1 0 0,0-2 3 16,-3-1-6-16,3-6-24 0,0-3-24 0,1-3-34 15,3-2-30-15,-2 0-30 0,-1-7-54 0,-1-1-234 16,0-4-469-16,4-2 207 0</inkml:trace>
  <inkml:trace contextRef="#ctx0" brushRef="#br0" timeOffset="-139341.72">9919 13883 94 0,'5'4'210'0,"3"6"-11"0,1-3-15 16,1 3-14-16,2 5-11 0,-1 0-18 0,-3 2-11 16,1 0-14-16,-1-1-9 0,-2 3-9 0,-2 1-11 0,-3-2-11 15,-1 0-8-15,4-1-4 0,-8 0-8 0,0-5-7 16,3-2-1-16,-4 1 2 0,1-3-5 0,3-2 12 16,-2-2-2-16,2 1 19 0,-3-1 21 0,4-1 31 15,0-3 28-15,-4 2 11 0,4-2-5 16,0 0-1-16,0-10-9 0,0 3-5 0,4-3-13 0,1-1-12 15,2-2-12-15,3-4-6 0,0 1-21 0,3-1-4 16,7-5-6-16,-2 1-15 0,1 1-26 16,0 0-21-16,3 2-34 0,-4 7-38 0,0-3-28 15,6 2-37-15,-6 2-38 0,0 5-43 0,0 2-45 0,1 1-65 16,-1-1-185-16,-4 6-546 0,-1 0 242 0</inkml:trace>
  <inkml:trace contextRef="#ctx0" brushRef="#br0" timeOffset="-138962.5">10337 14125 329 0,'0'0'318'0,"0"0"-28"16,0 0-26-16,14-3-29 0,-1 0-21 0,6-3-15 16,8-2-12-16,1-1-18 0,1-2-13 0,3 1-18 15,2-1-8-15,-5-3-13 0,3-1-7 0,-4-2-12 16,4 0-11-16,-6-4-5 0,-1 1-10 0,-3 1-5 15,-2-3-4-15,-8 7 5 0,-2-1 10 0,-4 6 1 16,0-2-10-16,-4 0-9 0,-2 3-4 16,-2-2-13-16,-4 4-9 0,-1 1 3 0,-7 1-6 0,-3 2-3 15,-5 2-7-15,-6 2-3 0,0 4-4 0,4 5-2 16,3 1 3-16,1 4-8 0,4-1-1 16,0 5-3-16,4 5 0 0,5-1 0 0,4 3 4 0,7 1 0 15,11-2-2-15,7-2-1 0,1 4 2 16,21-1 1-16,0-4-1 0,5-4-1 0,2-2 0 0,-2-3-2 15,0-4 3-15,-10-4-2 0,-1-1 1 0,2 0-3 16,-2-3 4-16,-3-1-3 0,-7-1 6 16,-8 0 1-16,-7-1 1 0,-1 1-5 0,-1 0 1 0,-3-2-5 15,-3 0-24-15,-3 1-35 0,0-3-56 0,-2 5-62 16,-9-5-80-16,-2 0-331 0,0 0-634 0,1 1 280 16</inkml:trace>
  <inkml:trace contextRef="#ctx0" brushRef="#br0" timeOffset="-137275.35">12465 13314 106 0,'3'-10'209'16,"1"0"-16"-16,0 0-15 0,-2 6-20 0,0-1-17 15,-1 1-20-15,1-1-14 0,-1 3-8 0,-1 2-12 16,0 0-11-16,3 12-17 0,-5 0 1 0,0 6-7 16,-3 8-3-16,-3 5-9 0,-6 15 3 0,-2 2 0 0,-4 0-1 15,-2 2-4-15,3 4-3 0,-4-1-1 16,0 1 2-16,1-1 8 0,3 0-5 0,0-7-3 15,8 2 2-15,0-14 14 0,5-2 1 0,0-1-2 16,2-2 11-16,1 1-7 0,2-2 0 0,0-8-3 16,-1-3-8-16,2 0-7 0,-1-5-4 0,2-2-3 15,-2-1-1-15,1-1-2 0,1-1-2 0,1-2 1 16,-2-1-5-16,0 3 2 0,0-7 12 0,0 5 13 16,0-5 11-16,-2 5 15 0,2-5 12 0,2 4 17 15,-2-4 14-15,0 0 11 0,0 0 5 0,0 0-6 0,0 0-9 16,0 0-7-16,10-9-4 0,-8 4-24 15,4-5-8-15,-3 1-6 0,2-3-13 0,-1-5-11 16,-1 5-14-16,1-7-14 0,-4 1-13 0,0-10-25 16,-5 3-16-16,-4-3-7 0,-2-1 7 0,-1 4 3 15,-1-1 3-15,-3 3 0 0,0 2 7 0,2-1-1 0,0 6 6 16,1 2 8-16,3 2 12 0,-2 4-11 0,6 0 6 16,-2 2 3-16,4 1 4 0,0 0-5 0,3 0 4 15,-4 2-6-15,4 1 0 0,1 2 1 16,11-5-7-16,10 3-28 0,13 2-25 0,18-2-41 15,6 2-48-15,2 2-66 0,3-5-105 0,-2 1-228 0,-2-3-597 16,-3-2 264-16</inkml:trace>
  <inkml:trace contextRef="#ctx0" brushRef="#br0" timeOffset="-136444.9">12837 13734 228 0,'2'-4'272'0,"2"0"-21"15,0-1-15-15,-2 2-10 0,2-1-17 0,-2 2-23 16,1-1-14-16,-3 3-27 0,4-4-15 0,-4 4-17 15,0 0-11-15,4-1-14 0,-4 1-8 0,0 0-13 16,4 10-12-16,-3-6-5 0,-2 4-3 0,1 4-6 16,0 0-4-16,-3 5-2 0,2 2-4 0,-2 3-2 15,1-3 1-15,0 0-7 0,-2 6 2 0,2-7 3 16,1-1-12-16,1-6 1 0,1 1-2 0,1 0 0 16,1-2 1-16,-2-4-1 0,2-1 5 0,0-1 1 15,3-1 13-15,2-1 1 0,3-2 0 0,1-2 0 16,1-4 5-16,3 0-3 0,1-3 8 0,-2-1-7 15,4 1-7-15,-2-3-1 0,5-5-4 0,-7 2 0 0,4-2 4 16,-4 3-7-16,-1 0-3 0,-1 1-4 16,1 1-3-16,-6 5 3 0,-2-2-11 0,3 4 1 15,-6 1 0-15,1 0-11 0,0-1 4 0,-1 1-10 16,0 3-11-16,-3 1-13 0,5-2-2 0,-5 2 4 0,0 0 2 16,0 0 5-16,6 7 1 0,-4-2 2 0,0 0-2 15,2 2 0-15,-3 3-2 0,7-2-11 16,-3 1-12-16,4 0-4 0,0-1-13 0,4 4-11 15,2-3-5-15,-2-1-3 0,6-1-8 0,-1-2-10 16,1-1 0-16,2 1-3 0,-2-1 5 0,1-4 1 16,1-3 7-16,-1 0 16 0,-1-4 5 0,0 0 11 0,-2-3 22 15,1-1 27-15,-4 1 18 0,0-3 14 16,-2-1 14-16,0 3 15 0,-5 0 18 0,0 1 10 16,0 0 8-16,-2 1 10 0,0 4 7 0,-1-2-3 0,-2 2-7 15,2 1-7-15,-1-2-11 0,-1 3-13 0,0 0-7 16,-2 3-17-16,4-4-5 0,-4 4-8 0,0 0-3 15,0 0-1-15,-2 14-4 0,0-6-1 0,-2 6 6 16,1-3-8-16,-5 5-2 0,1 2 1 0,-3 5-3 16,1 1-1-16,-3-2-2 0,5-2 3 0,-2 2-2 15,0-3 3-15,0-3 1 0,4-2-1 0,1-3-5 16,0-2 2-16,0-3 1 0,3-2 2 0,-2 2 7 16,2-1 21-16,1-5 3 0,0 0-1 0,8 0 0 15,-8 0-5-15,16-8 0 0,-3 1-3 0,-1 0-1 16,4-4 12-16,0 2-10 0,1-3-9 0,-1 0-8 15,2 1 1-15,-2-1-2 0,2 3-3 0,0-4-8 16,-4 4 9-16,-2 2-6 0,-1 2-2 16,1 1-1-16,-2-1 0 0,0 0 0 0,-1 3-2 0,-1 1-4 15,-1 0-7-15,2 2-13 0,-2 0-17 0,0 1-18 16,1 0-26-16,1 3-32 0,-1 2-27 0,-1-2-49 16,3 0-72-16,-2 2-187 0,1 0-488 0,1-2 216 15</inkml:trace>
  <inkml:trace contextRef="#ctx0" brushRef="#br0" timeOffset="-135510.55">14090 13871 67 0,'0'0'183'0,"0"0"-21"0,4-5-14 0,1 5-19 15,4 0-10-15,0 0-14 0,4 0-12 0,-1 0-8 16,1 0-10-16,6 0-16 0,1 0-11 0,-2-2-10 16,1 1-6-16,0-1-3 0,4 0-7 0,-4 0 5 15,-2-1-7-15,-1-5-3 0,1 1-8 0,-4 1 3 16,1-4 1-16,-3 3-3 0,-1-1 5 0,-2-1 5 0,0 1 5 16,-4 1 3-16,1-1 4 0,-4 0 6 15,0 4-4-15,-1-1 0 0,0-2-11 0,-4 5-3 16,1-1 5-16,-5-1-8 0,2 0-2 0,-5 4-2 15,-4 1-3-15,-3 2-2 0,2 1 13 0,0 1-2 16,-2 2-1-16,4 2 5 0,-1 6-4 0,-2-2 4 16,3-1-6-16,-3 10 1 0,5-5-1 0,2 0 1 15,3 2 0-15,0-2-5 0,4 0-1 0,2-1-2 16,5 1 0-16,2-2 0 0,3 0 4 0,4 0-5 0,10-1 2 16,2-1-2-16,6-2 2 0,1-4-4 0,1 3 0 15,2-10 2-15,-1 0-2 0,2 0-3 0,-2-3 1 16,2-6 1-16,-4 1 1 0,-1-4-3 15,-1-2-1-15,-3-3 0 0,-3-1 0 0,1-1 0 16,-5-9 2-16,2 2 2 0,-5-4-2 0,-1-2 2 0,1 1-1 16,3-11 1-16,-6 7 0 0,3-9 8 0,-7 8 5 15,7-8 13-15,-6 13 18 0,1 2 16 16,-1 2 17-16,-3 3-4 0,-1 9 5 0,0 0-1 16,-5 4-7-16,1 1-11 0,1 3-7 0,-3 4-9 0,3-2-23 15,-4 1-28-15,1 1-10 0,-1 3-1 0,0 0 1 16,0 12 0-16,-1 0-2 0,0 3 5 0,-6 9 1 15,1 2-1-15,-2 1 1 0,-1 3 2 0,4 3 0 16,0-1 2-16,-1 1-2 0,-1-1 7 16,2 0-5-16,1 3 0 0,1-3 1 0,0 0-1 0,0-3 6 15,1-3-5-15,1-1 3 0,-1-7-2 0,0-2 0 16,-1-3 20-16,4-4-2 0,-2-1 0 0,0-2-2 16,0-1 7-16,-2-1-2 0,2-1-1 0,-2 0 4 15,3-3-3-15,0 0-1 0,-10-1 0 0,5-4-2 16,-4 0-5-16,-2-2 0 0,-2-3-4 0,-3-1 4 15,2 1-4-15,-1-2 1 0,2 1-1 0,4 4 2 16,-1-3-1-16,2 5-3 0,3-4 0 0,0 2-5 16,2 3 2-16,1-1-5 0,2-2-9 0,5 2-6 15,2 0-2-15,5 0-10 0,6-2-1 0,5 2-1 16,9 0 2-16,3-2-5 0,0 2-7 0,5 1 0 16,-2-1 3-16,17-1 3 0,-16 4 10 0,0 0-4 15,0-1 2-15,-1-2 7 0,0 1-2 16,-5 0 2-16,-1 0 0 0,-2 2 3 0,-10 2 3 0,2-3 6 15,-5-2 12-15,-6 2 10 0,-2 2 14 0,1 0 9 16,-1-1 1-16,-5 0 1 0,-4 2-2 0,13 0-9 16,-9-1 0-16,-4 1-7 0,0 0-5 0,6 0-5 15,-6 0-1-15,3 3-2 0,-3-3-3 0,-3 10-2 16,-1-1 1-16,2-1 0 0,-6 3 1 0,4 4 0 16,2-3-4-16,-1 5 0 0,-1-1 2 0,3-3-2 15,-3 1 6-15,4-1-4 0,0 2 5 0,0-5-5 16,1 2 2-16,-1-1-1 0,3-3-14 0,-3 0-20 15,0-2-18-15,0 0-17 0,0-1-19 0,0-1-4 16,0-1-18-16,0-3-64 0,0 0-41 0,0 0-175 16,0 0-418-16,1-13 185 0</inkml:trace>
  <inkml:trace contextRef="#ctx0" brushRef="#br0" timeOffset="-135347.15">15379 13592 115 0,'3'-12'307'0,"-6"3"-18"15,3 2-16-15,3 1-23 0,-3 2-25 0,0-1-26 16,0 1-16-16,0-2-26 0,0 6-27 0,4-2-31 16,1 2-29-16,-5 0-32 0,10 2-38 0,-1 3-41 15,3 0-51-15,-2 0-58 0,0 3-192 0,2-4-371 16,-1 1 164-16</inkml:trace>
  <inkml:trace contextRef="#ctx0" brushRef="#br0" timeOffset="-134977.12">15870 13651 58 0,'0'0'174'0,"0"0"-12"16,0 0-10-16,-23 7-5 0,17-4-12 0,-2 2-9 15,-2 1-9-15,1 0-14 0,-3 0-8 0,1 6-6 16,-2 0-10-16,-1 1-8 0,0-1-7 0,4 2-4 15,0 1-7-15,3-5-2 0,-1 4 6 0,5-1-19 16,-1-1-2-16,3 2-1 0,2-5-5 0,1 3 11 16,2-3 5-16,3 2 15 0,0-4 4 0,9 3 3 15,0-4-4-15,3 2-2 0,3-5-3 0,-3 1-2 16,2-3-1-16,-2-1 6 0,1-3 0 0,-2 1 0 16,2-5 3-16,-3 1-3 0,-2-3-5 0,0-1-2 15,-6 1-10-15,2-4 0 0,-2 0-5 0,0-2-6 16,-4 5-5-16,-1-7-1 0,-4 2-4 0,0 1-4 15,-2 2 0-15,0-1-5 0,-7-2 0 0,1 6-4 16,-3-3-3-16,-2 2 0 0,-3 2-5 0,2 0-5 16,-4 5-3-16,0-3-12 0,-1 2-14 0,2 3-21 15,-2 2-22-15,1 0-36 0,5 2-31 0,-1 1-44 16,1-1-259-16,3 2-481 0,4 0 212 0</inkml:trace>
  <inkml:trace contextRef="#ctx0" brushRef="#br0" timeOffset="-134610.02">16170 13759 104 0,'0'0'316'0,"6"-4"-20"0,-5 3-26 15,-1 1-25-15,6-2-24 0,-6 2-27 0,0 0-22 0,2-2-22 16,-2 2-15-16,0 0-16 0,0 0-14 15,0 0-11-15,2 11-9 0,-4-5-10 0,0 1-4 16,0 3-11-16,-3-1-2 0,-1 6-7 0,0-5-6 16,0 1-1-16,2 0-6 0,0-1 0 0,0-2-3 0,3-2-4 15,0 1-3-15,-1-5 3 0,1 3 5 0,0-3 13 16,1-2 8-16,9 3-3 0,-2-6 8 0,5 3 14 16,1-5 4-16,4-2-13 0,2-2 4 15,2 1 0-15,-2 2 6 0,-1-5-9 0,0 4-4 16,0 2-1-16,-5 0-8 0,-2 1-8 0,0 2-2 0,0-1-5 15,-2 3-15-15,1 0-2 0,2 0-15 0,-3 3-10 16,3 3-13-16,-3 2-8 0,4 4-16 16,-1 1-32-16,-1 3-36 0,1 2-51 0,-5-1-50 15,2 3-124-15,-1-5-217 0,-3-3-595 0,3-3 263 16</inkml:trace>
  <inkml:trace contextRef="#ctx0" brushRef="#br0" timeOffset="-133477.41">18418 13661 12 0,'-1'-4'158'0,"-7"0"-2"0,3 0-21 0,-3 1-8 0,2 3-23 16,-8 0 0-16,1 2-12 0,-5 3-1 0,0 2-26 16,-6 5 8-16,-1 3-10 0,-1 2-4 0,4 2-11 15,3 2-8-15,0 1-4 0,2-2 1 0,9-1-7 16,1-2 6-16,1 0 10 0,3 1 4 0,3 0 0 15,5-1 0-15,0-3 5 0,8 2 5 16,1-2 4-16,1-4 7 0,6-1 2 0,5-3 0 16,3-2-4-16,0-3 2 0,1-4-6 0,-1-2-1 0,-1-3 1 15,0-3 1-15,-5-1 10 0,-6 2-11 0,-2-3 5 16,-2-2-5-16,0 1-2 0,-3-2-5 0,-5-2-7 16,0 2-7-16,-2-2-4 0,-3 0 10 15,-3-2-19-15,1 2-5 0,-3 1-2 0,-4 1-6 0,-3-1-5 16,1 3 1-16,-6 2-10 0,4-1-3 0,-6 6-6 15,2-2-4-15,-3 4-3 0,0 3-11 0,2-1-11 16,-1 2-13-16,2 1-19 0,3 1-26 0,2 2-18 16,1-1-26-16,3 3-13 0,6-1-14 0,2 1-20 15,1-2-174-15,4 2-387 0,5 0 171 0</inkml:trace>
  <inkml:trace contextRef="#ctx0" brushRef="#br0" timeOffset="-133096.65">18784 13361 178 0,'3'-10'295'0,"1"2"-29"0,-2 1-26 0,0 0-19 16,-1 4-33-16,1 0-25 0,-1 1-34 0,-1 2-19 16,0 0-14-16,1 12-6 0,-2 4-12 0,-3 3-5 15,-2 12-10-15,-3 3-5 0,-7 10-4 0,0 4-8 16,-3-2-3-16,1 2-5 0,2-1 0 0,-4-1-8 15,3 1-1-15,7-15 1 0,1 2-5 0,4-1-5 16,1-2 2-16,4-2-2 0,0-1 0 0,0-8-3 16,4-3 0-16,4 0-3 0,-3-6 4 0,0-1 12 15,1-1-5-15,1-2 18 0,-1 1 17 0,-2-3 19 16,3-5 16-16,0 0 9 0,-7 0 2 0,8-5-18 16,-4-1-9-16,-1-3-7 0,-1 0-14 0,-2-3-14 15,-4-5-10-15,-1 0-12 0,-9-8-12 0,1 1-6 16,-5 0-4-16,4-2 0 0,-4 1 5 0,4 3-6 15,-3 1 6-15,7 6 3 0,2 5 3 0,3-1 4 16,-2 3 6-16,4-1-3 0,3 1-6 0,3-2-1 16,9 3-5-16,19-2-11 0,5 0-24 0,20-2-28 15,7 6-39-15,27-4-47 0,1 6-65 0,-26-2-335 16,31-2-587-16,-6 1 259 0</inkml:trace>
  <inkml:trace contextRef="#ctx0" brushRef="#br0" timeOffset="-132381.4">20449 13239 37 0,'2'-12'275'16,"-1"0"-16"-16,2-2-10 0,0 6-4 0,-1-1-25 16,-1 4-16-16,1-1-29 0,-1 0-18 0,0 3-20 15,1 0-34-15,-2 3-19 0,0 0-8 0,0 0-10 0,3 18-8 16,-5 2-4-16,2 8-7 0,-5 4-4 15,-2 3-5-15,2 12-5 0,-5-1-3 0,0 0-2 16,3 0-4-16,2-12-1 0,-5 0-2 0,9 2-7 16,-3-2 1-16,-1-3-2 0,2-2-1 0,-2 0 1 15,5-5-4-15,-1-4-1 0,-2-4 1 0,-2-6 2 0,5-1-4 16,0 0 0-16,0-2 3 0,-1-3 9 16,2 1 28-16,-1-3 15 0,0-2 24 0,-2 5 0 0,2-5 11 15,0 4-12-15,0-4 0 0,0 0-8 0,-3 4-14 16,3-4-3-16,0 0-6 0,0 0 9 0,0 0-30 15,0 0-15-15,0 0-17 0,0 0-21 0,0 0-8 16,0 0-46-16,0 0-38 0,0 0-54 16,-4-14-113-16,3 8-234 0,2-1-554 0,-1 0 246 15</inkml:trace>
  <inkml:trace contextRef="#ctx0" brushRef="#br0" timeOffset="-131979.06">20914 13416 61 0,'1'-3'245'0,"-1"3"-21"0,0-4-22 0,0 4-22 0,-3-5-17 16,3 5-15-16,0 0-15 0,-10 0-9 0,10 0-9 15,-14 8-20-15,5-4 0 0,-2 6-9 0,-3-1-9 16,1 3-10-16,-1 0-7 0,1 1-7 0,-1-2-7 15,2 2-2-15,2-1-4 0,5 1-5 0,0-2-3 16,1 1-1-16,4-1-8 0,0 2 5 0,4-1-4 16,3 3-6-16,4-1 2 0,-1 1-6 0,4-3 1 15,4 1-3-15,-1-1 3 0,-2 2 0 0,3-2-4 16,-4 0-3-16,1-2-3 0,-7-1-4 0,0 2-2 16,1-5-10-16,-4 5 4 0,0-6-2 0,-3 3 0 15,0 0-1-15,-5 1 1 0,-1-2 4 0,-6 0 1 16,-3 2-2-16,-4-1 2 0,-8 2-1 0,5-4 0 15,-10 0 5-15,7-3-3 0,-5 2-2 0,-2-2-4 16,3-1-5-16,6 0-17 0,0-2-9 0,0 1-10 16,3-4-6-16,7 1-10 0,-1 1-4 0,3-1-5 15,4-1 6-15,0-3-263 0,5-4-360 0,10 0 159 16</inkml:trace>
  <inkml:trace contextRef="#ctx0" brushRef="#br0" timeOffset="-131680.76">21246 13312 19 0,'0'-15'290'0,"1"3"-17"0,-1 4-6 0,3-3-16 16,-3 3-22-16,0 1-26 0,0 2-22 0,1 1-18 16,-1 1-24-16,0 3-26 0,0 0-13 0,0 0-14 15,0 0-9-15,3 15 1 0,-3-1-17 0,0 3-4 0,0 10-9 16,-3 2-4-16,2 1-5 0,-2 0-6 15,3 3-4-15,-4 2-1 0,3-4-2 0,2-1-3 16,2-2-5-16,-3-1 2 0,0 0-4 0,1-8-1 16,-2-1 4-16,2-2-5 0,-1-4-3 0,0-2 1 15,0 2 0-15,3-3-4 0,-3-1 3 0,-3-3-9 0,3 0-10 16,0-1-4-16,0-4-2 0,0 7-2 16,-1-4 0-16,1-3-16 0,-4 3-39 0,4-3-37 15,0 0-40-15,-14-5-30 0,6 1-51 0,3 0-136 16,0 0-393-16,-5-4 175 0</inkml:trace>
  <inkml:trace contextRef="#ctx0" brushRef="#br0" timeOffset="-131472.49">21106 13602 156 0,'-4'-1'210'0,"4"1"-2"0,-7-1 0 0,7 1 6 0,-4-3-10 16,4 3-9-16,0 0-19 0,-1-4-18 0,1 4-15 15,14-4-15-15,0 2-11 0,13-2-15 0,6-2-7 16,3 1-12-16,16-1-6 0,0-1-9 15,3-1-5-15,2 2-7 0,-2-2-7 0,-4 1-9 0,-11 4-8 16,-5-1-4-16,-3-1-3 0,-4 2-16 0,-11-1-9 16,0 1-4-16,-7 3-12 0,0-3-18 0,-5 3-33 15,-2-4-27-15,-3 4-28 0,0 0-20 0,0 0-37 16,-15-3-186-16,6 1-394 0,-2 2 174 0</inkml:trace>
  <inkml:trace contextRef="#ctx0" brushRef="#br0" timeOffset="-130538.65">22819 13125 211 0,'5'-9'236'0,"0"4"-8"0,0-1-9 15,-2 1-16-15,1 1-19 0,-3 1-21 16,3 1-19-16,-2 0-20 0,-2 2-14 0,0 0-16 15,5 5-11-15,-5 2-10 0,-1 3-9 0,1 7-4 0,-5 9-14 16,-1-1-2-16,-1 1-5 0,1 8-3 16,-4-1-3-16,-4 2-3 0,-2 8-4 0,5-10-4 15,-1 0-2-15,-2 1 8 0,5-5-9 0,-1 0-3 16,2-3-1-16,2-6 0 0,2-3-2 0,0-5-1 0,3-1-4 16,-1-3 3-16,0 1 0 0,2-3 18 15,-2-1 28-15,2-1 31 0,0-4 31 0,0 5 26 16,0-5-18-16,7-2-18 0,-7 2-2 0,18-11-15 15,0 2-10-15,0-3-10 0,5-5-4 0,1 3-6 16,2-3-5-16,2-4-10 0,0 1-7 0,0-2 1 16,2 0-5-16,0 0-9 0,-3-2 1 0,2 3-6 15,-4 2 3-15,-3 2-6 0,-8 6-2 0,-2-1-1 16,-2 5 2-16,-2 2-5 0,-1 1-3 0,-1-1 0 16,-3 2-11-16,2 1-9 0,-3-1-5 0,-2 3-2 0,0 0 1 15,0 0-1-15,-20 10 3 0,3 0 6 0,-1 0-4 16,-7 2 3-16,-2 3 1 0,-1-2-3 15,0 2 14-15,-3 1-11 0,2-1-3 0,2 0 6 16,4-3-3-16,-3 3 3 0,8-3 0 0,3-2 2 0,-3-3 0 16,9 0 1-16,-2 0-4 0,4-2 3 0,2 0 0 15,0-3-1-15,0 1 0 0,1 1-2 0,-1-1 3 16,3-1 3-16,2-2 0 0,0 0 4 16,8 8-5-16,-4-5 4 0,4 1 1 0,2-2-2 0,4 2-3 15,8 0 17-15,-5 0-14 0,4-1-2 0,6 3 2 16,1 2 4-16,0-5-12 0,4 3-7 0,-1 0-16 15,-3-1-19-15,0 1-25 0,2-1-21 0,-4 0-19 16,1-3-10-16,-4 2 1 0,0 0 7 16,4-1-3-16,-8-3-11 0,3 0 3 0,-4 0 6 0,0 0-8 15,-6-2 25-15,3 1 9 0,-5-6 24 0,2 2-1 16,-3-2 23-16,-1 0 28 0,2-4 28 0,-5 2 27 16,3-3 21-16,-3 0 6 0,-1 2 17 0,2-2 15 15,-2 0 14-15,0 1 7 0,0 0 1 0,0 1 8 16,-2 1-3-16,2 2-6 0,-4 0 1 0,4 2-5 15,0 0-13-15,-4 0-11 0,1 3-12 0,0-1-5 16,-1 3-7-16,3-5-13 0,-3 5-10 0,1-5-25 16,-1 5-7-16,0 0-3 0,0 0-3 0,0 0-4 15,0 13-1-15,0-4-1 0,-1-1 6 0,1 1-4 16,-3 4 0-16,1-2 1 0,-2 0 8 0,4 1-24 16,0-1-8-16,-4 0-20 0,4-1-16 0,-1 1-16 15,-2 2-13-15,2-5-17 0,0 2-20 0,-2-3-14 16,-1 0-15-16,3-2-25 0,-3-3-33 0,0 3-57 15,-1-5-153-15,5 0-458 0,-5-6 203 0</inkml:trace>
  <inkml:trace contextRef="#ctx0" brushRef="#br0" timeOffset="-130364.68">23457 13272 154 0,'2'-13'301'15,"1"3"-14"-15,-2 0-23 0,2 3-22 0,-2 0-25 16,1 2-22-16,1 0-28 0,-2 1-39 0,1 1-50 15,-2 3-30-15,0 0-23 0,0 0-34 0,10 7-33 0,-6-2-49 16,-2 0-77-16,1 3-132 0,-1 1-324 0,1 0 144 16</inkml:trace>
  <inkml:trace contextRef="#ctx0" brushRef="#br0" timeOffset="-129496.64">23652 13409 212 0,'0'0'300'0,"3"-4"-25"0,-3 4-28 16,4-1-26-16,-4 1-27 0,0 0-13 0,0 0-25 15,7 6-10-15,-7-3-22 0,3 2-10 0,-3 2-11 16,0 1-10-16,1 4-12 0,-1 0-1 16,-1 2-9-16,1 1-8 0,0 0-8 0,-3 1 7 15,2-3-15-15,-3-2-3 0,4-1-4 0,0 1-6 0,0-5-1 16,0 2-2-16,0-4-2 0,0 1 10 0,0 2-10 15,0-4 4-15,4-1 26 0,-4-2 4 0,0 0-8 16,0 0-3-16,13-4-4 0,-4-4-5 0,-1 3-3 16,0-4-6-16,5 0-5 0,1-3 2 0,-5 3-8 15,4-3-2-15,-2 0-2 0,0 3-2 0,-4 1-1 16,1-1-2-16,-2 6-4 0,-2-3-2 0,1 3-3 16,-1 0-10-16,-3-1-19 0,3 3-18 0,-4 1-9 15,0 0 5-15,0 0 2 0,10 5 6 0,-6 1 3 16,0 1 5-16,0-2 5 0,1 6 2 0,5-3 0 15,3 6 4-15,2-2 3 0,7 5 1 0,5-2-3 16,1-3-7-16,5 2-3 0,-1-4 8 0,4-3-10 16,1 1 3-16,0-4 0 0,0 1 0 0,0-2 1 15,0-1 9-15,0-2-2 0,-5-4 4 0,-2-1 3 16,-2 1-1-16,-9-2 6 0,1-2 5 0,-3-1 5 16,-7 3 0-16,4-5 7 0,-5 0-2 0,1 1-1 15,-4-2 2-15,-3 1 0 0,0-1-3 0,-3 1-3 16,-4 2 1-16,-1-4-3 0,-5 5-2 0,-4-2 1 15,-2 1 0-15,-4 4-2 0,-2 0 0 0,-6-1 0 16,1 5 0-16,-2 3 2 0,-1 5-3 0,0-4-1 16,2 4 0-16,2 1 3 0,6-1-3 0,3 3-1 15,0 1 4-15,3-3-4 0,6 2-3 0,-3 1-12 16,5 0-3-16,1-2 0 0,2 1 6 0,2-1-2 16,1-2 2-16,4 0 3 0,-2 0 2 0,5-1 4 15,2 0 0-15,2-1 2 0,1-2-3 0,1-3 11 16,2-2 5-16,1-1 3 0,2-4-3 0,1 2 2 15,-1-7 1-15,7-1 0 0,-4-3-3 0,0-1 9 16,-1-1 2-16,-1-3 7 0,-1 0 0 0,-1-2-4 16,0-5 1-16,0 0-1 0,-4-2 0 0,1-1 2 15,5-13 0-15,-10 10 3 0,4-11-2 0,-2 10-4 16,1 1 5-16,-4 0-6 0,-1 3 0 0,0 3 4 16,-1 3 10-16,-1 8 0 0,-2 2 4 0,-2 3-4 15,2 2-2-15,-1 1 2 0,0 4-13 0,0-1-6 16,-1 1-13-16,1 1-28 0,-2 4-9 0,0 0 8 15,0 0-2-15,0 0 3 0,-16 22 2 0,6 2 1 0,-4 1 3 16,1 6 3-16,-1 3-1 0,0 12 5 16,-4 2-2-16,4-2 3 0,3 0-4 0,-2 0 7 15,10-11 1-15,-2 0-3 0,3-1 6 0,3-2 0 16,0-3 0-16,0-1-2 0,3-3 5 0,-1-8 8 16,1-2 11-16,0-2 10 0,2-5 9 0,-2 2 14 0,0-5 16 15,-1 2 19-15,1-2 33 0,3 0-5 16,4-3 1-16,-2 2 1 0,5-3-17 0,5-1-7 15,4-5-14-15,8 3-5 0,0-3-21 0,1-3-35 16,0 1-37-16,2-2-50 0,2 1-49 0,0-1-64 0,2-4-91 16,-2 1-319-16,0 0-646 0,-2-1 286 0</inkml:trace>
  <inkml:trace contextRef="#ctx0" brushRef="#br0" timeOffset="-129213.96">25276 13473 323 0,'0'0'384'16,"0"0"-34"-16,0 0-39 0,0 0-27 0,0 0-36 15,0 0-51-15,0 0-82 0,0 0-106 0,0 0-153 16,0 0-203-16,-11-9-375 0,11 9 167 0</inkml:trace>
  <inkml:trace contextRef="#ctx0" brushRef="#br0" timeOffset="-9964.69">6153 15604 71 0,'0'0'97'0,"0"0"5"15,0 0-17-15,0 0-7 0,0 0-17 16,0 0 8-16,0 0-16 0,0 0-4 0,0 0-12 15,0 0-4-15,4-3 0 0,-4 3-2 0,0 0-3 16,0 0-1-16,0 0 13 0,0 0-5 0,0 0-5 0,0 0-7 16,0 0 9-16,0 0 1 0,0 0 4 0,0 0-8 15,0 0 4-15,0 0 3 0,0 0-1 0,0-5 4 16,0 5-3-16,0 0 0 0,0 0-4 16,0 0 3-16,0 0-2 0,0 0-6 0,3-3-2 15,-3 3-4-15,0 0-5 0,0 0 2 0,0 0-4 0,0 0 1 16,1-5-3-16,-1 5 1 0,0 0 1 0,0 0 5 15,0 0 3-15,0 0 0 0,1-2-2 16,-1 2 3-16,0 0 5 0,3-3-4 0,-3 3 5 16,0 0 9-16,0 0-8 0,0 0 1 0,3-4 1 15,-3 4 1-15,1-3 3 0,-1 3-5 0,0 0 1 0,0 0-2 16,0-5 1-16,0 5-2 0,0 0 3 0,3-4-1 16,-3 4-1-16,0-2-4 0,0 2 4 0,0 0-1 15,0 0-2-15,1-6 1 0,-1 6-5 16,0 0-4-16,0 0 2 0,1-5 0 0,-1 5-3 15,0 0 1-15,1-4-6 0,-1 4 1 0,0 0-4 0,0 0-5 16,0 0 1-16,0 0-9 0,0 0-12 0,0 0-13 16,0 0-16-16,0 0-13 0,0 0-3 0,0 0-1 15,4 16 4-15,-8-5 10 0,3 5 5 16,-3 2-5-16,-1 1 4 0,0 7 5 0,-3-2 7 16,1-4 13-16,2 4-6 0,-2 1-2 0,-1-2 6 15,2-4-3-15,0 0 6 0,2 0 2 0,-1-3-1 0,0 1 5 16,-2 0 0-16,5-5 0 0,-3 1 1 0,2-4 1 15,-2 1 2-15,4-2-1 0,-2-1 2 16,2-2 2-16,-2 0 1 0,3 1-4 0,0-4 9 16,-1 3-4-16,1-5 10 0,-1 4 17 0,1-4 11 15,-3 4 16-15,3-4 11 0,0 0 8 0,0 0 4 0,0 4 8 16,0-4 6-16,0 0 8 0,0 0 2 16,0 0 5-16,0 0-2 0,0 0-2 0,0 0-15 15,0 0-7-15,9-16-7 0,-1 9-10 0,-2-1-4 16,2-2-4-16,-1 0-10 0,2-4-6 0,1 1 0 15,2-1-2-15,-3-1-6 0,1-1-6 0,2 2-1 0,-1-2 1 16,3 2-9-16,-3-1 4 0,3 0-4 16,-2 2 1-16,1 0-7 0,0 0 3 0,-4 3-1 15,1-2-1-15,-1 2-1 0,-1 5 0 0,-2-4-1 16,3 1-3-16,-1 5-1 0,-3-1 0 0,0-3 2 16,0 3-3-16,1 1 1 0,-1 0-5 0,1 0 2 15,-1-1-5-15,0 2 2 0,-1 0-2 0,-4 2 2 0,11-1-10 16,-6 1-6-16,-5 0-3 0,11 2 2 15,-6 1-6-15,0 3-1 0,0-2 5 0,0 5-4 0,1 0 4 16,0 1-1-16,1 0 4 0,-1 2-1 16,-2 1 1-16,0-1 4 0,1 4 0 0,-2 1 2 15,0-3-2-15,-1 2-1 0,-2 0 2 0,2 1 3 0,-4 0-2 16,2-5 3-16,0 1 3 0,-2 3-3 16,0-4 5-16,1-3-2 0,-3 2 0 0,2-2 0 15,-2 1 2-15,2-4-3 0,1 0 6 0,1 1-2 16,-3-3 1-16,6 0 3 0,-3-4-2 0,-4 7 3 15,4-4 0-15,0-3 9 0,0 0 26 0,0 4 17 0,0-4 13 16,0 0 0-16,0 0 6 0,0 0 0 0,0 0-11 16,4 0-2-16,-4 0-11 0,18-5-5 0,1-1-16 15,9-3-32-15,-1 2-42 0,2-2-55 16,2 0-58-16,2 1-84 0,-1 0-273 0,4-3-559 16,-4-1 248-16</inkml:trace>
  <inkml:trace contextRef="#ctx0" brushRef="#br0" timeOffset="-9409.55">7016 15840 129 0,'0'0'143'0,"0"0"-2"15,0 0-9-15,0 0-9 0,0 0-12 0,26-2-3 16,-13 4-7-16,8-4-8 0,2 2-11 0,8-2-8 16,-2 2-8-16,2 0-7 0,-1 0-6 0,2 0-3 15,-1 0-6-15,-3-3-8 0,0 3 4 0,-7 0-11 16,-7 0 1-16,0 0-8 0,0 0 2 0,-5 0-8 0,4 0 1 16,-7 0-3-16,-1 0 3 0,0 0-13 15,-5 0-8-15,8 0-13 0,-8 0-1 0,0 0-40 16,0 0-21-16,0 0-10 0,0 0-5 0,0 0-20 15,0 0-101-15,-13-5-232 0,8 4 103 0</inkml:trace>
  <inkml:trace contextRef="#ctx0" brushRef="#br0" timeOffset="-9084.8">7459 15634 14 0,'0'0'193'0,"0"0"-16"0,0 0-21 0,4-3-11 0,-4 3-13 15,0 0-15-15,16 7-5 0,-5-1-12 0,-1 0-2 16,-1 4-8-16,5-1-17 0,-1 2 2 0,1 1-6 16,-1 3-6-16,1-2-8 0,-1 1-6 0,-3 3-7 15,0-1-6-15,-3 0-2 0,-4 0-2 0,0-2-4 16,-3 1-4-16,-1 1-4 0,-3 1-6 0,-4-3 0 15,-2-1 3-15,-4-1-6 0,0 0 0 0,1-1-10 16,-5 0 10-16,0-2-1 0,-1 0-3 0,1-1 0 16,-2-2-3-16,1 0 1 0,3 1 1 0,2-3-6 15,4 3 2-15,-2-3-2 0,1 0-19 0,6-2-24 16,0-2-23-16,0 3-29 0,2-1-25 0,3-2-24 16,0 0-118-16,0 0-282 0,0 0 125 0</inkml:trace>
  <inkml:trace contextRef="#ctx0" brushRef="#br0" timeOffset="-8550.85">7959 15874 12 0,'0'0'125'0,"0"0"-10"0,0 0-6 16,0 0-3-16,0 0 12 0,0 0-11 15,0 0 5-15,0 0 2 0,0 0-6 0,0 0-5 16,0 0-9-16,24-5-9 0,-12 2-6 0,3 2-10 16,2-2-2-16,2-1-8 0,1 0-3 0,0 0 1 0,0-3-7 15,6-3-2-15,-8 4 0 0,2-2-5 0,6-5 1 16,-10 4-4-16,1-4-1 0,-2 2-3 16,-1-1-8-16,3 0 3 0,-4 0 2 0,-6 2-3 15,1-1-1-15,-3 2-2 0,-3 0-4 0,1-1 0 16,-3 1-5-16,-4-1-3 0,-1 3-1 0,-2-1-1 15,-5 1-2-15,2 3-4 0,-4 1 1 0,-3-3-2 16,-1 6 0-16,-1 0-3 0,-2 6 5 0,1-2-6 16,1 4 5-16,1 1-2 0,2-1-2 0,3 4-1 15,-4 2 0-15,3 0-1 0,5 3 2 0,-1-2-1 16,5 3 5-16,2-1-10 0,3 1 10 0,8 0-5 16,0 1 3-16,7-5-2 0,4 3-5 0,2 2-11 15,1-6-23-15,5 1-28 0,0-4-44 0,-8-5-56 16,2-1-176-16,-2-1-368 0,-1-5 163 0</inkml:trace>
  <inkml:trace contextRef="#ctx0" brushRef="#br0" timeOffset="-8163.96">8455 15700 139 0,'0'0'243'0,"0"-6"-22"0,0 6-22 0,1-4-19 15,-1 4-16-15,0 0-20 0,0 0-14 0,0-4-16 16,0 4-11-16,0 0-8 0,0 0-9 0,9 12-4 16,-5-7-14-16,1 1-8 0,-1 4-4 0,1 0-8 15,0-1-3-15,-1 4-3 0,-2 1-6 0,1-2-2 16,1 1-3-16,-1 2-5 0,-2-1-4 0,0-2 3 16,0 0-5-16,-2-1-7 0,2 0 2 0,-1-2-1 15,0-2-2-15,0 0-4 0,0-2 0 0,2 0 4 16,-4 0 1-16,4-2-1 0,-2-3 8 0,-2 7 16 15,2-4 24-15,0-3 34 0,0 0 28 0,0 0 19 16,0 0-4-16,0 0-21 0,0 0-9 0,0 0-8 16,3-17-4-16,3 9-16 0,-1-4-3 0,0-2-14 15,2-1-2-15,2-2-7 0,1 0-4 16,-1 1-8-16,0 3-3 0,1-2-5 0,-2 4-3 0,0 0-6 16,-1 2-14-16,2 0-10 0,0-1-18 15,0 4-27-15,0-1-12 0,-3 3-34 0,3 1-27 16,-1 1-21-16,2 0-36 0,-2 2-32 0,0-3-51 15,2 6-241-15,0-3-542 0,-2 2 240 0</inkml:trace>
  <inkml:trace contextRef="#ctx0" brushRef="#br0" timeOffset="-7498.27">8750 15787 101 0,'0'0'189'0,"0"0"-14"0,0 0-20 0,0 0-10 16,0 0-15-16,0 0-14 0,11 6-7 0,1-6-12 0,0 1-6 15,2 0-11-15,4 1-11 0,2-2-13 0,-1 1 4 16,3-2-8-16,6 1-4 0,-1-3-1 16,-7 2-8-16,2-4-4 0,-3-1-5 0,2 1-2 0,-1 0-2 15,-2-3-1-15,1 0-5 0,-5-2 1 16,3 2 11-16,-7-1 8 0,0 1 2 0,-2-1 0 15,-3 0 6-15,1 1-1 0,0-1-1 0,-3 0-5 16,0 1-3-16,-3 1-6 0,0 4-4 0,-3-4-4 0,1 2-1 16,-3 1-3-16,0-1-2 0,-2 3-1 15,1-1-4-15,6 3-2 0,-19-1 0 0,7 3-2 16,2 2 3-16,-2 1-8 0,2 1 4 0,0 3-5 16,1-2 0-16,-1 4 1 0,-2 0 1 0,7 0-5 15,-4 3 6-15,5-1-1 0,-1-2-2 0,5 4 0 16,3-4-3-16,-1 2 5 0,5-1-2 0,0-2 1 15,7 2-4-15,1-5 2 0,2 3 0 0,1-5-1 16,4-3 1-16,5 3 3 0,-7-5-4 0,2-2-4 16,0-3 4-16,3-6 3 0,-3 4-3 0,1-4 2 15,1 0 8-15,-2-4 13 0,-4 3 5 0,-1 1 8 16,-3-4 8-16,1 4 14 0,-3-1 7 0,-2 4 9 16,-3 1 1-16,0-1 2 0,-2 2-3 0,-1 0-11 15,0 4-6-15,0-2-9 0,0 1-1 0,-1 1-12 16,0-1-5-16,-3 3-11 0,0 0-4 0,0 0-1 15,6 8 1-15,-6-3-6 0,-1 2-1 0,-1 2 2 16,1 4-1-16,-1-1-1 0,-1 2-4 0,-1 2-2 16,1-3 2-16,1-1-1 0,-2-3 1 0,3 2-3 15,-2-4-1-15,3 1-6 0,-1-3 10 0,1-1-1 16,0 0 1-16,4-1-1 0,-4-3-6 0,15-2 5 16,-4-2 2-16,1 0 2 0,1 0-9 0,6-3 5 15,-6 1-1-15,6 0 0 0,-7 0-4 0,-2 1 1 16,3 0 2-16,-3 1-1 0,3 1 1 0,-3 0-1 15,1 1-4-15,1 2-6 0,-2 3-17 0,2-1-16 16,-1 3-31-16,-1-3-37 0,-1 4-47 0,1 2-90 16,-2-2-247-16,-3-1-537 0,1-2 237 0</inkml:trace>
  <inkml:trace contextRef="#ctx0" brushRef="#br0" timeOffset="-6745.63">10257 15793 44 0,'0'0'132'0,"0"0"4"15,0 0-4-15,0 0 0 0,0 0 1 0,0 0-4 16,0 0-7-16,28-2-13 0,-9 1-6 0,10-1-8 16,3 2-5-16,5-1-6 0,-1 1-7 0,1 1-7 15,-2-2-5-15,-3 1-3 0,-3 0-8 0,-1 1-5 16,-6 1-7-16,-9-1-5 0,-2-1-3 15,1 0-6-15,-6 2-5 0,2-4-12 0,-3 4-3 0,-5-2-17 16,9 0-4-16,-9 0-21 0,0 0-31 0,0 0-24 16,0 0-28-16,0 0-12 0,-22-6-129 0,13 6-279 15,0-3 124-15</inkml:trace>
  <inkml:trace contextRef="#ctx0" brushRef="#br0" timeOffset="-6451.67">10699 15626 203 0,'0'0'211'0,"2"-4"-12"0,-2 4-19 16,4-4-12-16,-4 4-18 0,3-3-16 0,-3 3-11 16,5-1-8-16,-5 1-13 0,10 2-17 0,-3 2-2 0,4-1-6 15,-1 0-6-15,2 3-9 0,-1 2-1 0,2 1-11 16,2 2-4-16,-2 0-7 0,-3-2-5 0,-1 6-3 15,-1-5-5-15,-3 2 1 0,3 0-11 16,-6 0 1-16,2 0-8 0,-4-1-7 0,-1 0-2 16,-2 1 4-16,-7 1-3 0,4-3-2 0,-6-1 3 0,2 0-3 15,-5-1-6-15,-2 0-4 0,0-2-18 16,1 1-27-16,3-2-23 0,0-2-25 0,3-1-25 16,0 1-26-16,3-1-138 0,-4-2-318 0,4 0 142 15</inkml:trace>
  <inkml:trace contextRef="#ctx0" brushRef="#br0" timeOffset="-6063.98">11449 15486 148 0,'0'0'179'0,"0"0"-17"0,0-5-16 0,0 5-19 16,0 0-1-16,0 0-25 0,0 0-8 0,0 0-12 16,1 13-10-16,-1 0-2 0,0-1-9 0,-1 5-2 15,-2 2-1-15,2 8-13 0,-2-1-7 0,0 2-3 16,0-2 0-16,0 4-6 0,0-5 0 0,-2 2-3 15,2-8-4-15,-1 1-4 0,2-1-1 0,-1-2 1 16,2-5-2-16,-2 1-4 0,3-4 0 0,-5 0 2 16,4-2 4-16,-1 0-11 0,2-2 3 0,-1-2 1 15,1 1 4-15,-3-1-4 0,3-3 13 0,-3 5 4 16,3-5 0-16,0 4 1 0,0-4-5 0,0 0-14 16,0 0-9-16,0 0-36 0,0 0-23 0,6-12-60 15,-3 8-56-15,-1-1-100 0,2 0-295 0,0-4 130 16</inkml:trace>
  <inkml:trace contextRef="#ctx0" brushRef="#br0" timeOffset="-5599.2">11782 15630 79 0,'0'-5'218'0,"0"5"-23"0,0 0-16 16,2-3-20-16,-2 3-16 0,0 0-19 0,0 0-13 0,0 0-12 16,0 0-8-16,0 0-11 0,5 12-7 0,-4-8-8 15,-2 2-6-15,1 2-8 0,0 0-6 0,-1-2-3 16,-2 6-8-16,-1-2-1 0,-4 4-2 0,-1-1-2 16,-3 1-5-16,1-2-3 0,-1 2 1 15,-1-2-5-15,-5 1 2 0,1 0-5 0,1-4-1 0,-1 2-3 16,3-1-1-16,0-2 2 0,3 1-5 0,2-4 2 15,1 3-1-15,0-2-3 0,2 0-1 0,2-1 3 16,0 0 1-16,2 1-7 0,3 0 7 16,0 0-4-16,4 0 5 0,7 0-1 0,-2 1-4 0,8 1-1 15,1-2 0-15,2-1-8 0,0 1-4 16,-3-2-2-16,5 0-6 0,-5 0-1 0,0-1 3 0,2 0-1 16,-7-2 0-16,-1 0 2 0,-5 2 1 0,0-2 0 15,-1-1-2-15,-6 0-2 0,9 1-1 0,-9-1-1 16,0 0 1-16,0 0 4 0,-19 0 2 0,6 0 0 15,-6 0 0-15,0 0 2 0,-3 0 0 16,3 0-1-16,0-1 6 0,-2 1-5 0,0-1-3 16,4 1-13-16,4-3-10 0,3 3-15 0,1 0-5 0,3-1-9 15,-1 0-1-15,7 1 2 0,-6-1-41 0,7-5-116 16,3 1-239-16,4-1 106 0</inkml:trace>
  <inkml:trace contextRef="#ctx0" brushRef="#br0" timeOffset="-5267.57">12121 15554 45 0,'4'-16'272'0,"-3"2"-12"0,-1-2-15 0,0 2-12 16,0 2-16-16,0 2-9 0,0 2-19 16,0 2-23-16,0 1-16 0,4-1-15 0,-4 2-13 15,0 4-13-15,0-6-17 0,0 6-22 0,0 0-9 16,0 0-8-16,0 0-6 0,0 0-7 0,-5 18-3 0,1-1-7 15,0 1 0-15,0 1-4 0,-1 8-2 0,-4 3 1 16,0-2-3-16,2 4-5 0,-4 1-3 16,3-2 2-16,-3-1-6 0,6 0 4 0,0-5 0 15,1 0-5-15,-1-6 0 0,3-2 0 0,-2 0-4 16,1-5 3-16,1-1-1 0,0-3 0 0,0-1-1 0,0 0-2 16,2-2-1-16,-1 0-3 0,0-2 1 0,0 0-5 15,1-3 5-15,-2 6-4 0,1-4-3 0,1-2-5 16,0 0-9-16,0 0-15 0,-3 3-14 15,3-3-19-15,0 0-48 0,0 0-69 0,0 0-243 16,-3-13-463-16,3 9 205 0</inkml:trace>
  <inkml:trace contextRef="#ctx0" brushRef="#br0" timeOffset="-5085.63">11969 15802 124 0,'0'0'208'0,"0"0"-17"0,9-5-16 0,1 2-7 15,3 2-6-15,7-2-16 0,8 0-6 0,4-1-10 16,3 2-6-16,1 1-12 0,-3-2-2 0,-1 1-14 16,-3 0-11-16,-7 2-9 0,-3-3-7 0,-5 3-5 15,-4 0-11-15,-1-2-4 0,-1 1-9 0,-3 1-20 16,-5 0-34-16,0 0-43 0,0 0-50 0,-18-4-79 16,-3 3-144-16,0-2-357 0,-7 0 158 0</inkml:trace>
  <inkml:trace contextRef="#ctx0" brushRef="#br0" timeOffset="-3965.3">6253 16682 148 0,'3'-3'164'0,"-2"-1"-3"0,-1 4-4 16,4-5 0-16,0 0-12 0,-3 1-1 0,3-1-10 16,-3 4-11-16,-1 1-13 0,4-6-8 0,-4 6-17 15,1-4-11-15,-1 4-6 0,0 0-13 0,0 0-7 16,0 0-12-16,0 0-5 0,0 0-4 16,5 11-6-16,-5-5-7 0,0 2 0 0,-1 5-5 15,0 3 2-15,-3 1 0 0,-1 0-2 0,0 0-3 16,-3 6 7-16,4-6-6 0,0-1-2 0,0 2-2 15,2-5 2-15,-2 4 1 0,0-5-6 0,3-1 2 16,-1-2 1-16,-1 0 3 0,3-2 3 0,0-2-5 16,0 0 18-16,-3 0 16 0,2-3 23 0,1-2 23 15,0 0 2-15,0 0-10 0,0 0-5 0,19-11-9 16,-11 1-8-16,5 0-4 0,-2-4-3 0,5 2-1 16,-2-4-13-16,0 4 1 0,0 1-8 0,-4 0-3 15,2 4-4-15,-5 0-2 0,1 0-4 0,-2 3-4 16,-2 1 6-16,0 0-18 0,0 3-2 0,-4 0-4 15,12 1-1-15,-4 1-4 0,-1 4 0 0,-1-1-4 16,0 5 7-16,2-2-7 0,-2 2 1 0,2 1-7 16,1 2-14-16,-3 3-15 0,3-2-18 0,0 2-19 15,-5-1-11-15,4 0-18 0,-2 2-12 0,1-7-13 16,0 1-31-16,-4-2-150 0,-2-1-352 0,4-2 156 16</inkml:trace>
  <inkml:trace contextRef="#ctx0" brushRef="#br0" timeOffset="-3683.34">6752 16863 154 0,'0'0'220'0,"0"0"-10"16,0 0-19-16,0 0-18 0,5-6-22 0,1 5-8 0,7-1-22 15,9 2-9-15,4-5-13 0,5 2-11 0,-2 1-9 16,2 0-5-16,-13 0-10 0,4 0-7 0,-3 4-6 16,-2-4-5-16,-5 4-4 0,-1-4-6 0,-2 4 2 15,-1-4-13-15,-3 2 0 0,-5 0-8 0,9 0-3 16,-5 2-8-16,-4-2-4 0,0 0-10 16,0 0-9-16,0 0-11 0,0 0-23 0,0 0-25 15,0 0-35-15,0 0-26 0,0 0-36 0,-19-5-101 16,19 5-295-16,-18-3 131 0</inkml:trace>
  <inkml:trace contextRef="#ctx0" brushRef="#br0" timeOffset="-3402.34">6999 16697 84 0,'4'-5'134'0,"-4"5"-12"15,8-2-5-15,-8 2-19 0,9 2 0 0,0-2-8 16,0 4-1-16,2-1-4 0,2 2 0 0,-1 1-8 15,4 2 4-15,-3 1-7 0,1 2-7 0,4 1-4 16,-8 0-2-16,4 5-1 0,-2-2-10 0,-1 2 2 16,-2 1-4-16,-2 0-2 0,-4-1-9 0,3 2 3 15,-5-4-5-15,0 2 1 0,-2-5-4 0,-2 0-1 16,-1 0-1-16,-2-2-5 0,0-1-3 0,-1 0-3 16,-3-1 0-16,1 0-2 0,0-1-1 0,0 0-3 15,0-3-14-15,4 2-2 0,-4-3-22 0,4 1-17 16,0-3-31-16,2 2-28 0,0-2-13 0,3-1-18 15,0 0-129-15,0 0-282 0,11-13 125 0</inkml:trace>
  <inkml:trace contextRef="#ctx0" brushRef="#br0" timeOffset="-2980.84">8126 16782 166 0,'0'0'208'0,"-2"-5"-26"0,2 5-18 0,0 0-20 16,-6-3-15-16,6 3-10 0,0 0-18 0,-15 10-5 15,6-4-15-15,-1 3-6 0,0-2-8 0,1 4-3 16,-4 1-10-16,3 1-7 0,-5 2-2 0,6 0-11 15,-3-1 0-15,6 0-6 0,-4 1 3 0,2-3-8 16,3 0 4-16,2-2-7 0,2-1 0 0,-2 1-5 16,3-3 1-16,0 0 4 0,3-2 11 0,-2 0 3 15,3-1 14-15,1-1 5 0,3-3 6 0,5 2-2 16,-3-4-1-16,-1 0-1 0,5-3 3 0,1 0-5 16,-2 0-1-16,3-4-3 0,-6 1-1 0,2-4-5 15,0-1-3-15,-2 0-5 0,-3 4-2 0,-2-3-4 16,1 0-3-16,-5 1-8 0,1-3-5 0,-2 4 4 15,0 0-14-15,-2 1-4 0,1 3-7 0,-4 0-9 16,0 1-2-16,-2 2-8 0,-3-2-11 16,1 2-17-16,-1 4-17 0,-3-2-21 0,3 4-13 15,-2-1-29-15,2 1-18 0,4 2-37 0,2-2-145 16,-1 1-362-16,5-4 160 0</inkml:trace>
  <inkml:trace contextRef="#ctx0" brushRef="#br0" timeOffset="-2034.47">8820 16864 28 0,'-6'-4'163'0,"0"0"-13"15,-1 2-16-15,-2-1-10 0,-2 1-11 0,-1 0-9 16,0 2-19-16,-4-1-2 0,1 1-7 0,-2 1-12 15,2 1-4-15,-3 1-6 0,0-1-4 0,1 1-9 16,2 4-5-16,-2-2-2 0,6 2-5 0,-4 3-2 16,2-3-1-16,1 0-6 0,1 4 0 0,1-3-7 0,1 0 7 15,2 2-6-15,2-1-6 0,-1 1-2 16,3-1 7-16,1-2-2 0,1 1-5 0,1-1 2 16,-2 0 8-16,4-2 7 0,-1 0 2 0,0-2 11 15,3 2 13-15,2-3 9 0,-1-2 14 0,-5 0 10 16,12-1 15-16,-6-1 10 0,7-4-9 0,-4 0-7 15,1-2-5-15,4-5 2 0,-1 1-8 0,-3-3-5 16,3 0-8-16,1-6-9 0,-4 4-4 0,3-8-5 16,-3 7-4-16,-1-7-4 0,2 1-6 0,-1 1-1 15,-5 2-4-15,0 4 7 0,-1 0-7 0,0 2 3 16,-3 1 1-16,0 2-4 0,0 3 17 0,-1-1-11 16,2 3-6-16,-1 0-2 0,-1 1-2 0,1 2-10 15,-1-2-11-15,2 4-15 0,-2 2-19 16,0 0-4-16,0 0 9 0,0 0 1 0,-12 13 2 15,6-1 1-15,-1-3 2 0,-3 6 2 0,1 4-1 16,3 3 12-16,-6 3-9 0,7 1 2 0,-3 1-9 0,3 1-6 16,4-3-8-16,-3 4 3 0,4-9-8 15,4 3 1-15,0-2-1 0,2-4 4 0,3-2-1 16,4-1 6-16,1-4-8 0,6 3 0 0,0-5-15 16,10 1-14-16,1-2-7 0,2-5 3 0,0-3-6 15,3-3 5-15,-1 0-5 0,-2-5-3 0,-2-2 15 16,-3-1 5-16,-1-5 13 0,-5 0-1 0,3 1 20 15,-6-1 10-15,-5 2 17 0,-1 0 21 0,-3-1 12 16,1 3 21-16,-3-1 17 0,-3 4 1 0,1 1 2 16,-5-2-5-16,-1 2-5 0,0 2-6 0,-1 1-5 15,-2 0-7-15,-1 1-7 0,0 2-3 0,-6-4 1 16,-1 6-11-16,-1 1-3 0,-6 0-2 0,3 5 0 16,-3 0-6-16,2 1 0 0,0 3-4 0,3 0-4 15,-1 4-5-15,1-4-4 0,3 4-3 0,-1 0-13 16,4-2 1-16,2 1-9 0,1-1 7 0,3 2-6 15,1-3 2-15,0 1 3 0,4 0 3 0,2-4-2 16,2 2-1-16,3-1 8 0,0-1 0 0,1-2 2 16,6-5 4-16,0 0-2 0,0 0 4 0,1-4 0 15,-1-4-2-15,0 1-1 0,-3-5 3 0,2 0 9 16,-3 0 10-16,4-8-3 0,0-1 6 0,-8 4-6 16,4-8 2-16,-2 0 1 0,-1-1-4 0,-1-2 6 15,0-1-6-15,1 2 6 0,-6 0 10 0,1 1 7 16,-2 2 8-16,-3 6 3 0,3-2 3 0,-4 5 2 15,3 3 4-15,-3 2-10 0,1 3 1 0,-2 1-3 16,2-1-9-16,-1 7-3 0,0-8-22 0,0 8-15 16,0 0 4-16,0 0 5 0,0 0-8 0,-10 15 1 15,1 0 2-15,4 0 0 0,-7 9 2 0,0 2 0 16,1 1 3-16,0 4-6 0,3 0 0 0,-1 1 2 16,1 0-1-16,3-2-1 0,4 2-8 0,1-5-20 15,0 2-14-15,1-2-19 0,1-8-25 16,0-2-18-16,2 0-55 0,2-2-244 0,2-6-442 15,2-1 196-15</inkml:trace>
  <inkml:trace contextRef="#ctx0" brushRef="#br0" timeOffset="-1710.45">9744 16888 88 0,'0'0'139'16,"0"0"-4"-16,-5 2-13 0,5-2-5 0,0 0-9 15,0 0-4-15,0 0-6 0,28 1-13 0,-12-2-5 16,3-1-14-16,1 0-4 0,6-1-12 0,-6-1-1 15,10 3-1-15,-1-5-9 0,-1 3 9 0,-6 0 3 16,-3 0-3-16,-2 0 0 0,-6 2 0 0,-1-1-2 16,-2 0-8-16,-2 1 9 0,1 1-6 0,-7 0-8 15,11-2-14-15,-11 2-14 0,0 0-9 0,0 0-27 16,0 0-24-16,0 0-39 0,-19-10-62 16,11 8-98-16,-3 0-275 0,11 2 121 0</inkml:trace>
  <inkml:trace contextRef="#ctx0" brushRef="#br0" timeOffset="-1437.8">10152 16707 60 0,'0'-3'202'0,"0"3"-22"0,0 0-18 0,0 0-9 16,0 0-7-16,0 0-16 0,15 10-3 0,-6-5-15 15,0 4-2-15,0 1-15 0,-1 0-7 0,2 2-3 16,0 1-10-16,-3 0-6 0,-1 1-5 0,2 1-9 16,-3-3-7-16,0 5-9 0,-3-2-6 0,-2-2-5 15,-1-2-10-15,0 0 0 0,-2 0-9 0,-3 1 4 16,1-5-7-16,0 3 3 0,-3-3-9 0,1 1-6 16,-4-1-28-16,6-5-20 0,0 2-40 0,0 0-23 15,5-4-44-15,-8 1-117 0,8-1-302 0,0 0 134 16</inkml:trace>
  <inkml:trace contextRef="#ctx0" brushRef="#br0" timeOffset="-261.36">10589 16584 87 0,'0'0'177'16,"6"-1"-10"-16,-6 1-18 0,0 0-3 0,22 6-17 16,-13-1-7-16,0 0-13 0,4 3-15 0,-4 1-5 15,1 4-5-15,3 2-2 0,-6-3-16 0,0 4-4 16,-3 2-7-16,-3-2-6 0,-1 2-6 0,-3 1-1 15,-6 5-4-15,-1-1-6 0,-4 0-2 0,0-2 1 16,-1-6-13-16,-6 4 4 0,3-6-5 0,4-1-1 16,-5-2-1-16,5-1 2 0,-1-1-4 0,3-1-4 15,2 0 2-15,4-4-2 0,-1 1 5 0,2-1-11 16,-1 2 8-16,3-4 0 0,3-1 9 0,0 0-11 16,0 0-1-16,22-1 0 0,-2-2 3 0,0 1-4 15,6-5 0-15,5 6 1 0,-3-6-3 0,-2 0-1 16,2 2 3-16,-1-2-5 0,-7 0 1 0,-1 2 3 15,2-3-2-15,-6 1 11 0,2 1 16 0,-6 1 13 16,-1 1 15-16,-1-2 15 0,0 0 6 0,-1 4 5 16,-2-3 9-16,1 2 1 0,-2-1-3 0,0 2-7 15,-5 2-13-15,5-3 1 0,-5 3-15 16,8-3-8-16,-8 3-9 0,0 0-4 0,0 0-15 16,0 0-5-16,0 0-3 0,0 0-3 0,0 0-2 0,0 0-2 15,0 0 10-15,-13 18-12 0,8-10 1 16,2 0 0-16,-2 0-2 0,1 2 3 0,3 2-3 15,-4-4 0-15,5 5-2 0,-4-5-2 0,3 1-5 16,1-4 0-16,-3 2-7 0,3-4 3 0,0-3 1 16,0 10 8-16,0-6 0 0,0-4 9 0,0 0 7 15,0 0-8-15,7 3 3 0,-7-3 2 0,0 0-5 16,20-12 3-16,-12 6-4 0,1 0 3 0,-3-1-5 0,4-1 1 16,-2 1-2-16,1 0 0 0,-3-2-2 15,1 3 2-15,-2 0-1 0,1 1 0 0,-1 2-1 16,-2 0-1-16,-3 3-4 0,4-7 0 0,-4 7-8 15,5-4-15-15,-5 4-19 0,0 0-11 0,0 0 6 16,0 0 6-16,0 0 5 0,16 9 3 0,-12-4 1 16,0 3 11-16,2-4-5 0,6 5 1 0,5 1 3 15,-1 0-5-15,2 0-9 0,9 2-6 0,0-5-4 16,-2 3 0-16,5-3-3 0,0-1 7 0,0-3 4 16,0 0 2-16,2-1 7 0,0-2 0 0,-5 0 3 15,-5-3 4-15,-2 1 4 0,-1-6 3 0,-2 4-2 16,-2-5 9-16,-3 4 3 0,-1-3 0 0,-3 0 4 15,-3 1 7-15,0-2-4 0,-1 4 3 0,-4-3 1 16,0 2 4-16,-1-1-4 0,-3 2-1 0,-4-2 1 16,-1 2-1-16,-2 2-1 0,-2-2 0 0,-5 1 4 15,3 4-4-15,-3-1 1 0,0 2-2 16,5 1-3-16,-1 1 4 0,2 0-2 0,0 1 0 0,1-1 2 16,3 3-4-16,0-1 0 0,4 2 5 0,-1-2-4 15,0 0 4-15,5 2-1 0,0-2 2 0,5 0-4 16,-1 2 4-16,4-2-5 0,1 0 5 0,1-2-5 15,0-1 2-15,0-3 4 0,4 0-3 0,-3-4-2 16,5-2 13-16,-3-3 14 0,-3 2 6 16,4-4 11-16,-1 0 4 0,-3 0 5 0,0-5-1 15,-1 0 0-15,3 0-3 0,-2-9-5 0,-1 3-2 16,1-4-6-16,-1-1-2 0,-1-1-6 0,0 0 0 0,2-3-7 16,-4 4 4-16,1 1 4 0,-3 8-5 0,-2 2 6 15,-1 4-4-15,-1 1 2 0,4 3-10 0,-3 2 5 16,1 1-10-16,-1 1-12 0,-1 5-2 15,0-6-9-15,0 6-2 0,0 0 0 0,-14 19 7 16,7-9-3-16,-4 6 1 0,-3 7 2 0,-3 1 0 16,6 3 1-16,-5 2-3 0,5-3 1 0,2 1 2 15,0 1 1-15,3-2 0 0,-1-1 7 0,6-5-6 16,1-1-3-16,0 0 4 0,1-1-1 0,2-3 2 16,-2-3 0-16,4-1 3 0,-4-3-3 0,2 1 4 15,-2-4 1-15,3 1 11 0,-4-2 3 0,0-1 10 16,0-3 0-16,4 4-5 0,-4-4-3 0,0 0 1 15,13-2-12-15,-13 2-17 0,0 0-30 0,14-3-26 16,-9-2-40-16,0 1-36 0,-2-1-51 0,-1 2-272 16,3-3-499-16,-5 6 221 0</inkml:trace>
  <inkml:trace contextRef="#ctx0" brushRef="#br0" timeOffset="-4.12">11848 16872 253 0,'2'-6'263'0,"-2"6"-28"0,0-4-24 16,0 4-48-16,0 0-48 0,0-7-90 0,0 7-132 15,5-4-86-15,-5 4-210 0,9-5 93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5:42:39.25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3603 2580 147 0,'0'0'151'0,"-1"-6"-10"16,1 6-8-16,0 0-16 0,0 0-2 0,1-3-15 16,-1 3-8-16,0 0-5 0,0 0-8 0,2-3-13 15,-2 3 4-15,0 0-5 0,0 0-1 0,0-7 3 16,0 7-10-16,0 0 7 0,0 0-9 0,-1-5 1 15,1 5-5-15,0 0 2 0,0 0-1 0,0-4 0 16,0 4 1-16,0-4 1 0,0 4-1 0,0-4-5 16,0 4-3-16,4-5 6 0,-4 5-1 0,1-5-5 15,-1 5 4-15,-1-7-8 0,1 5 0 0,0-3-5 16,0 5 1-16,1-6-1 0,-1 2-4 0,0 0 1 16,3-1 2-16,-3 5 0 0,0-7 1 0,1 4-1 15,1-1 4-15,0-2-4 0,-2 6 0 0,-2-5-4 16,4 3-2-16,-2 2-3 0,0-7 2 0,0 4-2 15,0 3-2-15,0-6-1 0,0 6 5 0,0 0-10 16,1-3-7-16,-1 3-12 0,0 0-30 0,0 0-13 16,0 0-1-16,-6 9 5 0,3 1 3 0,-1 5 1 15,3 4 4-15,-5 10 6 0,-4 4 4 0,-1 2 8 16,-3 11-6-16,0 1 1 0,0 0 5 0,-4-1 0 16,4-2 5-16,7-10-1 0,-1 2 6 15,3-2-1-15,0 2 4 0,-4-5 1 0,5 1-3 16,0-3 1-16,0-3-1 0,2-6 3 0,-1-3-1 15,2-5 3-15,1 0-3 0,-3-2 2 0,2-1 1 16,1-4-1-16,0 1 5 0,-4-2 6 0,4 1 11 0,0-1 11 16,0-4 15-16,-1 3 6 0,1-3 11 15,0 5 9-15,0-5 3 0,0 0 1 0,0 0-5 16,0 0 15-16,0 0-10 0,0 0 0 0,0 0-6 16,0 0-7-16,0 0 0 0,0 0-15 0,0 0-13 15,0 0-18-15,1-20-23 0,3 12-17 0,-4-4-14 16,4-4-16-16,-3-3-19 0,3-1-12 0,1-9-15 15,-1 1 2-15,0-5-10 0,1 1-3 0,5-3-1 16,2-11 6-16,-1-1-3 0,2 1 10 0,2-1 9 16,1 0 11-16,-5-1 10 0,1 2 7 0,-1 1 20 15,-2 12 5-15,-1-13 19 0,-2 15 8 0,3 0 13 16,0 0 1-16,2 4-1 0,-2-2 11 0,4 3 4 16,-4 1 3-16,3-1 5 0,-2 9 8 0,-3 0 4 15,0 9 10-15,2-6 4 0,-2 4-8 0,-1 3-4 16,0 0-7-16,-2 2-1 0,1-1-7 0,2 2-8 15,1-1-1-15,1 1-4 0,2 1-3 0,0 1-6 16,2-1 3-16,-1 6-4 0,5 1-8 0,2 1-16 16,-5 7-2-16,3 1-3 0,-4 3-5 0,-3 2 0 15,-5 11 8-15,-1-3-1 0,-9 4 2 0,-4 2 4 16,-5 2 0-16,-8 8 1 0,4-10 1 0,-11 6 5 16,2-13 0-16,1 0 3 0,-2-2-3 0,-1-1-1 15,2-2 7-15,-1-4-1 0,1 1 2 16,3-4-1-16,5-5-2 0,1-2 16 0,6 1 11 0,3-5 12 15,1 1 12-15,2 1 12 0,0-4 14 0,1 3 17 16,1-3 14-16,4 0 9 0,-8 4-6 0,8-4 0 16,-6 0-1-16,6 0-21 0,-4 1-9 0,4-1-5 15,0 0-12-15,0 0-6 0,0 0-12 0,0 0-9 16,0 0-2-16,4 7-9 0,4-2 2 0,2 1-3 16,4 3-5-16,1 5 0 0,6 1-7 15,0 3 2-15,1 2 1 0,2 2 1 0,-2 0-8 16,1 2-26-16,-1-1-1 0,-1 3 12 0,1 3-6 15,0-6 6-15,-3 4 1 0,2-2-7 0,-4 1-15 0,-1-5-8 16,-5-4 2-16,2-1 6 0,-5-2-10 0,-2-3-2 16,2-3-1-16,-3-1 4 0,-1 0 6 15,-3-2 5-15,2-1 7 0,-2 0 24 0,5 0 30 16,-6-4 31-16,3 4 23 0,-3-4 3 0,0 0-5 16,0 0 4-16,0 0-17 0,0 0-5 0,7-11-11 15,-7 11 2-15,3-7-17 0,-3 0-11 0,3 2-19 16,-2-2-33-16,3 1-25 0,-3-1-27 0,8 1-39 0,-5 1-51 15,0-1-66-15,5 0-79 0,-3-1-259 16,4 3-616-16,0-2 274 0</inkml:trace>
  <inkml:trace contextRef="#ctx0" brushRef="#br0" timeOffset="602.54">4321 2815 40 0,'0'0'279'0,"0"0"-12"0,-1-5-21 0,1 5-11 15,0 0-14-15,-1-2-26 0,1 2-10 0,0 0-23 16,0 0-19-16,-3-4-14 0,3 4-14 0,0 0-21 15,0 0-6-15,0 0-11 0,0 0-25 0,0 0-8 16,0 0-3-16,-10 6-7 0,3-1 0 0,-3 3-5 16,3-1-5-16,-5 0-5 0,-5 5 7 0,5-1-9 15,-1 0 2-15,0 2-7 0,3 2 2 0,-2 0-3 16,1-2 1-16,-1 3-2 0,2-1-1 0,2-3-3 16,2-2 4-16,1 2-3 0,0-3-1 0,1 2-4 15,4-2 4-15,-1 2-2 0,1-2 4 0,1-1-1 16,-1 0 2-16,4 1 2 0,1-3 3 0,6-1-2 15,1 2 12-15,4-2-1 0,4 0 8 0,1-3 0 16,1-2 15-16,-4 0 6 0,5-2 13 0,-4-1 14 16,-1-1 26-16,0-4 4 0,1 0 24 0,-3-2-4 15,0 4 6-15,-3-9 14 0,-3 3 0 0,2 0-2 16,-5 2-3-16,1-4-4 0,-4 3-16 16,1 1-4-16,-4-1-13 0,-1 0-14 0,-1-1-21 0,-4 0-16 15,1 1-32-15,-2 2-38 0,-3-2-40 0,-4 4-68 16,-3 0-86-16,-4 3-86 0,-8-1-150 0,9 4-246 15,-2 0-747-15,7-3 331 0</inkml:trace>
  <inkml:trace contextRef="#ctx0" brushRef="#br0" timeOffset="4832.04">5009 2894 172 0,'2'-4'202'0,"-2"2"-15"0,1-4-11 0,1 1-15 15,-2 1-14-15,0 4-17 0,-2-8-10 16,0 3-19-16,-6 4-5 0,3-4-12 0,-5 3-5 16,-3 1-14-16,-6 1-5 0,-2 0-2 0,1 1-8 15,-9 3-8-15,2 2-7 0,5-3-2 0,-6 2-7 0,0 5 3 16,10-3-11-16,-9 0 3 0,8 4-2 0,2-2-5 16,2 1 1-16,4-2-1 0,-3 3-6 15,2 1-1-15,3 3 7 0,4-5-6 0,2 2 0 16,5-2-3-16,-2 1 1 0,5-3 2 0,2 3-2 15,4-3 2-15,5 2 2 0,5-2-4 0,-1-5 2 16,8 0-9-16,2-1 3 0,2 1 1 0,-6-8-2 0,5 2-1 16,-2-3 2-16,0-5 1 0,0-1-2 15,-5-1 5-15,2-7 9 0,-4 1 18 0,-2-3 12 16,-2-2 18-16,-3-2 30 0,-2-1-5 0,1-5-7 16,-5 0-17-16,1-3 3 0,-6-12 2 0,1 1 10 15,-4 10 10-15,-2-12 18 0,-1 14-2 0,-1 2-5 16,2 2 6-16,-2-2-3 0,-2 6-9 0,1 8 15 15,3 1-12-15,-2 2 1 0,2 1-10 0,0 4-2 16,0 3-20-16,-1 0-7 0,2 4-20 0,0-2-45 16,0 5-44-16,0 0-2 0,0 0 7 0,-4 14 4 15,3 6 5-15,-1 11 6 0,-4 16 3 0,0 1 5 16,0 5 4-16,1-4 4 0,3 1 0 0,1-4 0 16,4-11 6-16,-1-1 3 0,2 1 1 0,0-4 4 15,0 2-5-15,2-5 6 0,-1 0 3 0,-2-7-1 16,3-2-1-16,-3-7 9 0,2 2-7 0,-5-3-2 15,3-2 6-15,0-1-1 0,-2-1 4 0,-1-5-19 16,2 3 30-16,-2-5 12 0,1 5-3 0,0 0 17 16,-1-5 8-16,4 3 7 0,-4-3 1 0,0 0-6 15,0 0 5-15,1 5-4 0,-1-5-10 0,0 0-11 16,0 0-2-16,0 0-1 0,0 0-24 0,0 0-25 16,0 0-22-16,0 0-89 0,0 0-70 0,0 0-67 15,4-14-81-15,-4 9-268 0,0 5-661 0,4-14 292 16</inkml:trace>
  <inkml:trace contextRef="#ctx0" brushRef="#br0" timeOffset="5498.67">5398 2748 44 0,'7'-5'268'0,"-2"3"-21"16,3-1-24-16,-1 3-10 0,5 0-20 16,-2 0-15-16,9 2-12 0,-5 3-14 0,4 5-16 15,1-1-8-15,-3 3-13 0,4 4-10 0,-1 2-10 16,-1 2-11-16,-4 2-7 0,-5-4-7 0,1 6-5 16,3 1-8-16,-8 0-4 0,-1 2-1 0,-4-9-8 15,-1 8-6-15,-2-7-4 0,-2 0-2 0,-4-2-6 16,0-3 6-16,0 1 3 0,4-4 2 0,-5-3 2 15,2 1 1-15,0-2 10 0,3-2 17 0,-1 0 34 16,1-2 12-16,1-2 37 0,4-1 28 0,-6 4 14 16,6-4-2-16,0 0-4 0,0 0-11 0,-9-13-21 15,7 1-18-15,6-5-16 0,3-6-30 0,3-2-23 16,5 1-22-16,2-1-14 0,3 1-12 0,6-1-6 16,-2 3-4-16,1 0-1 0,0 1-1 0,1 3-8 15,2-1 4-15,-7 1 2 0,6 4-2 0,-1 2 3 16,-7 3-5-16,0-2 1 0,-2 4 0 0,-1-3 4 15,-5 4 2-15,-1 1 6 0,-4 2 9 0,2-2 8 16,-4 1 4-16,1 3 5 0,-1-1-7 0,1 0 5 16,-2-1-2-16,-3 3-4 0,6-2-6 0,-6 2-2 15,0 0-3-15,9-1-5 0,-9 1-3 0,0 0-11 16,0 0-12-16,0 0-8 0,6 3-15 16,-6-3 6-16,0 5-1 0,0-1 6 0,0 4 7 0,-3 2-4 15,2 1-1-15,0 5 5 0,-2 0 2 0,1-1-1 16,0 3 5-16,1-1-2 0,1 1 4 0,-4 1-6 15,3-2 11-15,-3 0-2 0,3-5 3 0,1-1 0 16,-1 2-2-16,1-1-1 0,1-3-1 0,-1 2 13 16,-1-5-10-16,1-1 0 0,0 1 3 0,0-6-3 15,1 7 12-15,-1-7 0 0,-1 5-4 0,1-5 8 16,0 0-6-16,-3 6 3 0,3-6 2 0,0 0 0 16,0 0 3-16,0 0 1 0,0 0-6 0,0 0 5 15,0 0-3-15,0 0-32 0,0 0-25 0,0 0-20 16,0 0-35-16,0-25-51 0,-1 12-52 0,1-1-47 15,0-3-56-15,0-2-64 0,0 0-292 0,-3-8-716 16,2 0 317-16</inkml:trace>
  <inkml:trace contextRef="#ctx0" brushRef="#br0" timeOffset="5660.57">5889 2505 132 0,'-4'-11'315'0,"3"1"12"15,1 2 5-15,-1-1 10 0,-2 2-6 0,2 2-14 16,1 2-21-16,-3 0-20 0,3-3-35 15,0 1-26-15,0 5-23 0,3-1-24 0,-3 1-31 16,0 0 3-16,0 0-23 0,0 0-21 0,0 0-34 16,0 0-49-16,13 5-55 0,-6 3-56 0,2-1-58 15,-1 3-52-15,0 0-73 0,-6 1-285 0,3-1-606 16,0 1 269-16</inkml:trace>
  <inkml:trace contextRef="#ctx0" brushRef="#br0" timeOffset="6547.05">6601 2732 191 0,'0'-7'287'0,"-3"2"-22"15,1-1-20-15,-3-1 14 0,1 3-25 0,-4-2-20 0,2 1-23 16,-7 2-15-16,4 0-25 0,-2 2-11 16,-1 1-16-16,-2 1-12 0,1 2-10 0,-5 2-12 15,4 0-10-15,0 3-7 0,-2 3-14 0,3-1-16 16,1 0-16-16,5-1-20 0,-1 1-14 0,3 0-10 16,-2 0-11-16,5 4-3 0,3-4 4 0,4 2-5 15,3-2-7-15,2-2-8 0,3 3-2 0,4-6-9 16,0 1 0-16,1-4-1 0,4 2-1 0,0-7 3 15,-3 1 7-15,0-1 3 0,-1-2 7 0,-1-2 7 16,0-2 8-16,-6 2 13 0,5-3 18 0,-6-2 7 16,0 5 10-16,-3-3 17 0,2 2 21 0,-4-1 21 15,-1 1 7-15,0 4 6 0,-3-1-5 0,0 0 4 16,2 1-8-16,2 1-8 0,-4 2-21 0,-1 1-12 16,0 0-8-16,0 0-9 0,0 0 0 0,0 0-6 15,-9 16-4-15,4-3 1 0,0 5-2 0,-4 4-2 16,0 7 1-16,3 1 3 0,-2 4-4 0,3 11-2 15,-4 3 2-15,4-15-5 0,1-1 4 0,3 0-3 16,0 0-2-16,1 1 0 0,-2-5-1 0,0 0 3 16,-1-1-5-16,2-1 2 0,0-7 0 0,-5 1-6 15,2-2 6-15,-2-3-6 0,0 0 0 0,1-4 0 16,-3 0-11-16,-1-4 12 0,0-2 4 16,-1-1 3-16,-4-1 0 0,0-2 1 0,-5-4 0 0,-3-2-6 15,3 0 21-15,-1-4 13 0,0 0 11 16,5-3 18-16,0-2 11 0,2-1 0 0,3 0-29 0,-3-10 15 15,4-1-10-15,6-3-8 0,3 1-7 16,6-3 0-16,4 0-36 0,5 1 14 0,7 0-9 0,-2 0-21 16,7 5 16-16,0 2 0 0,5 3-2 0,-4 1-1 15,4 0-8-15,2 4 14 0,0-2-6 16,-1 4 0-16,-5 0-2 0,3 1 2 0,-4 3-2 16,-8 2-1-16,-3 0 8 0,-4 3 8 0,-5 1 4 15,0-1 7-15,-1 1-1 0,2 2 7 0,-8 1-2 16,9-4-1-16,-9 4-2 0,8-2 3 0,-8 2-8 0,2-3-2 15,-2 3-13-15,0-2-14 0,0 2-8 16,0 0-7-16,0 0-2 0,0 0-14 0,-11-2-11 16,11 2-15-16,0 0-12 0,-12 3-24 0,12-3-19 15,-9 2-20-15,9-2-27 0,-6 4-34 0,6-4-40 16,0 0-68-16,-5 3-180 0,5-3-530 0,0 0 234 16</inkml:trace>
  <inkml:trace contextRef="#ctx0" brushRef="#br0" timeOffset="7084.85">7103 2716 100 0,'1'-3'297'0,"1"-3"1"16,0 2 12-16,-2-1 7 0,1 1-40 0,2 2 7 16,-3 2-26-16,1-5-22 0,-1 5-17 0,3-3-50 15,-3 3 2-15,0 0-24 0,1-4-36 16,-1 4-5-16,0 0-14 0,0 0-7 0,5 14-12 15,-5-9-11-15,0 7-11 0,0 0-1 0,-3 5-4 16,1 1-6-16,-2 10 13 0,0-4-20 0,1 3 2 0,-3-1-7 16,0-1 2-16,3-1-7 0,2-2 7 15,-4-6-2-15,3 1-11 0,-1-7 15 0,3 1-16 16,-3-5 3-16,2 1 4 0,1-2 9 0,0-5 30 16,1 6 32-16,-1-6 37 0,0 0 4 0,0 0-12 15,0 0-15-15,18-10-7 0,-7 2-11 0,0-4-11 16,4 2-10-16,1-3-4 0,4-5-7 0,2-1-9 15,-3 2-5-15,3-1-9 0,-2-1-5 0,-4 6-4 16,0 2-2-16,-7 1 2 0,1 3-15 0,-1 0 6 16,-4 1-6-16,3 2-2 0,-4 2-4 0,1-1-12 15,-5 3-18-15,5-4-22 0,-5 4-3 0,0 0-13 16,0 0-6-16,18 7-6 0,-12-2-22 0,1 4-20 16,-1 1-19-16,-2 0-29 0,1 1-22 0,2 0-21 15,-3 1-23-15,3-1-27 0,1-3-50 0,-1 0-286 16,1-4-642-16,0 1 285 0</inkml:trace>
  <inkml:trace contextRef="#ctx0" brushRef="#br0" timeOffset="7538.9">7525 2895 168 0,'0'0'232'0,"0"0"-4"16,0 0-8-16,0 0 1 0,0 0-9 0,0 0-4 15,0 0 1-15,2-5-15 0,-2 5-17 0,0 0-18 16,0 0-15-16,4-3-13 0,3-1-16 0,1 2-9 15,4-2-9-15,-2 1-12 0,8-1-8 0,1 0-22 16,2 0 9-16,-1-2-8 0,7-3-10 0,-7 4-1 16,6-6-6-16,2 2-5 0,-5-3-3 0,-4 3 3 15,-1-3-6-15,5-3-15 0,-1-2 13 0,-8 3 7 16,1 2-1-16,-3-1-1 0,-3-3 3 16,3 3 9-16,-5-1 10 0,-3 2-2 0,-2 3 0 15,-2-2-8-15,-4 2-2 0,-1 0-3 0,-3 1-19 16,-4 0 19-16,-5 4-13 0,-3 1-9 0,-7 2 4 0,4 1-7 15,2 4-2-15,1-2-1 0,-2 5-2 0,8 3-5 16,-5 2 3-16,5 0-7 0,1 5 3 0,0 5-18 16,8-4 27-16,5 2-1 0,2-2 2 15,7 9 3-15,3-5 10 0,9-1-2 0,8 0 7 16,3-2 10-16,18 2 4 0,3-5-3 0,3 1 8 16,0-5 3-16,0-4 6 0,-1 2-9 0,-3-3 4 15,-12-1 3-15,-3-2-2 0,-1-3 7 0,-4 0 4 16,-11 3 6-16,-3-4 10 0,-7 0 10 0,0 0 9 15,-3 3 10-15,-2-3-2 0,-6 0 0 0,10 0-8 16,-10 0-5-16,0 0-9 0,14 0-13 0,-14 0-16 16,0 0-30-16,8 0-36 0,-8 0-49 0,0 0-62 15,0 0-85-15,0 0-69 0,0 0-78 0,0 0-465 16,-29 9-883-16,29-9 391 0</inkml:trace>
  <inkml:trace contextRef="#ctx0" brushRef="#br0" timeOffset="10250.87">8396 2012 100 0,'1'-3'232'16,"-1"3"-7"-16,2-4-11 0,-2 4 1 0,2-4-10 15,-2 4-6-15,0 0-15 0,0 0-20 0,0-5-15 0,0 5-16 16,0 0-16-16,0 0-13 0,0 0-19 0,0 0-18 16,0 0-12-16,0 0-4 0,0 0-8 15,-5 13 0-15,0-5-4 0,-3 4-3 0,-2 5-3 16,-6 2-4-16,0 5-13 0,-2-1-26 0,2 3-32 15,-3-1-44-15,1 0-62 0,1 1-90 0,3-3-131 16,5-7-400-16,0 0 177 0</inkml:trace>
  <inkml:trace contextRef="#ctx0" brushRef="#br0" timeOffset="10737.55">8825 2360 52 0,'3'-2'297'16,"-3"2"-9"-16,5-3-14 0,-5 3-19 0,0 0-21 16,4-3-20-16,-4 3-19 0,0 0-23 0,0 0-18 15,0 0-16-15,0 0-14 0,0 0-22 0,0 0 0 16,-25 6-12-16,14-4-10 0,-9 5-9 0,4 1-5 16,-3-1-11-16,3 2 1 0,-1-2-12 0,3 2-5 15,3 2-6-15,-1-3 0 0,2 6-5 0,1 1-3 16,1 0-1-16,7 1-3 0,-3-1 2 0,5 3-12 15,4-1 3-15,6 0 5 0,4 4-2 0,2 0-1 16,3 1-2-16,2-2 0 0,0-2-1 0,2 0 1 16,-3-2-4-16,1 2-3 0,-8-4-16 15,0 0-5-15,-2-7-5 0,-6 6-4 0,1-4-8 16,-1-1-1-16,-5 0-1 0,-1-1 5 0,-6 0 0 0,-2 0 8 16,-10 1 0-16,-1-2 1 0,-12 1 4 0,0-2 0 15,-1-2 2-15,0 1-3 0,0-3-7 16,-2 0-20-16,5-2-38 0,7 1-50 0,3-3-93 0,3-2-210 15,3 3-470-15,5-5 208 0</inkml:trace>
  <inkml:trace contextRef="#ctx0" brushRef="#br0" timeOffset="11467.82">10479 2251 81 0,'0'-7'310'0,"0"2"-12"0,-1 1-4 0,1-1-11 15,-2-2-37-15,2 2-4 0,0 1-26 0,0 4-25 16,0 0-18-16,0-6-24 0,0 6-14 0,0 0-28 16,0 0-15-16,0 0-6 0,0 19-12 0,0-4-5 15,-2 11-2-15,-2-3-13 0,-1 5-4 0,0 1-7 16,-1 3-1-16,-1 2-5 0,1 2 1 0,-1-2-8 15,-3-1 3-15,5 1-10 0,-3-4 5 0,3-1-7 16,-3 0 1-16,6-9-2 0,-3-2-4 0,1-1 0 16,0-2-3-16,0-3 1 0,3-2 5 0,-3-3-11 15,4 0 4-15,-1-2-1 0,-2 0 3 0,2-1-5 16,1-1 2-16,-5 2 5 0,5-5-1 0,0 4 0 16,0-4 3-16,-2 3-4 0,2-3-10 0,0 0-34 15,0 0-39-15,-10-7-47 0,9-1-59 0,-4-1-83 16,1-3-265-16,-1-5-564 0,3-2 250 0</inkml:trace>
  <inkml:trace contextRef="#ctx0" brushRef="#br0" timeOffset="11772.52">10401 2086 246 0,'-5'-2'324'0,"5"2"-19"0,0-3-26 16,0 3-31-16,5-7-25 0,0 3-22 0,8 1-28 16,6-1-13-16,14-3-20 0,3 4-12 0,16 1-12 15,2 2-11-15,1-3-18 0,1 6-10 0,-5-3-16 0,-16 0-23 16,-2 1-22-16,-3 0-15 0,-7-1-19 16,-4 3-11-16,-3-3-10 0,-2 1-13 0,-3-1-18 15,-5 3 2-15,-1-3 0 0,-2 3 9 0,-3-3 8 16,0 0 4-16,0 0 2 0,-13 6 5 0,0-3 9 15,-2 0 6-15,-4 3-3 0,1-2 4 0,0 0 0 16,-1-1-1-16,-2 4-15 0,6-4-27 16,-2 2-31-16,7 1-35 0,-4 1-51 0,1-3-94 0,1 1-300 15,2 1 133-15</inkml:trace>
  <inkml:trace contextRef="#ctx0" brushRef="#br0" timeOffset="12102.71">10342 2441 192 0,'-2'1'207'0,"2"-1"-1"0,-3 4-20 0,3-4-12 16,0 0-1-16,0 0 3 0,10 5-4 0,2-5-20 15,7 0-11-15,9-2-14 0,4-1-12 0,4-3-11 16,0 4-11-16,2-1-9 0,3 1-6 16,-8 0-10-16,3-3-8 0,-7 2-4 0,-6 1-5 15,-3 2-6-15,-1-1-4 0,-8 0-2 0,-2 1-6 16,1-3-1-16,-2 3-5 0,-1 0-2 0,0-2-12 16,-2 4 0-16,-5-2-7 0,0 0-5 0,0 0-10 0,0 0-9 15,0 0-14-15,-14 4-19 0,1-3-18 16,2 1-31-16,-2 1-47 0,5 2-44 0,-1-3-189 15,3 0-409-15,6-2 181 0</inkml:trace>
  <inkml:trace contextRef="#ctx0" brushRef="#br0" timeOffset="12518.07">11233 2376 215 0,'0'0'281'0,"1"-4"-28"15,-1 4-22-15,0 0-26 0,0 0-20 0,-8-3-22 16,8 3-17-16,0 0-13 0,-17 3-17 0,8 1-9 16,-3 0-14-16,-4 1-1 0,-1 4-18 0,0 1-7 15,1 0-7-15,-7 4-4 0,6-4-10 16,3 7 0-16,0-3-3 0,1 1-7 0,3-1-2 0,1 2-6 15,4-3-1-15,-2 1-2 0,2-3-1 0,5 1 2 16,2 0-4-16,1 0 1 0,5-1 0 0,0-2-3 16,3-1 0-16,6 0 1 0,1-2-3 0,0-5-1 15,10 5-3-15,-5-6-1 0,-1 0 1 16,-4-3 0-16,-4 0-2 0,-2-1 4 0,6-1 8 16,-9 0 2-16,3-4-9 0,-5 2 7 0,1-4 0 15,-3 2-3-15,-1-2-1 0,-3-2-1 0,-2 2-4 16,1-3-4-16,-5 2-1 0,0 2-6 0,-6-4-4 15,-2-1-4-15,0 3-10 0,-3 0-20 0,6 1-23 16,-4 2-22-16,1 0-23 0,2 1-34 0,1 1-43 16,2 0-52-16,1 2-176 0,6-2-440 0,1 2 195 15</inkml:trace>
  <inkml:trace contextRef="#ctx0" brushRef="#br0" timeOffset="12892.98">11416 2376 200 0,'6'1'227'16,"-2"-1"-13"-16,6 3-16 0,-4-2-10 0,3 4-16 15,4 0-16-15,-4 2-12 0,0-1-14 0,4 3-11 16,-3 1-16-16,3 4-10 0,-3-1-5 0,0 0-10 16,-2 3-7-16,0-2-10 0,-3 3-3 0,-3-5-7 15,1 3-3-15,-3-1-8 0,-1-2 3 0,-2-1-10 16,0 2 3-16,0-5-8 0,-2 2 1 0,1-5 1 15,1 2-1-15,-1-3 1 0,0 1 4 0,1-1 19 16,-1 0 20-16,0-2 32 0,4-2 7 0,0 0 6 16,0 0 16-16,-11-7-7 0,8 2 13 0,3-5-14 15,3 1-32-15,-1-8 9 0,7-1-9 0,-4 0-9 16,11-4-15-16,-1 0-9 0,-2 0 0 16,4-1 0-16,-4 9 2 0,0 0 7 0,0-1 0 15,-3 6-9-15,0 1-10 0,-3-1 1 0,-1 2-3 16,-1 1-9-16,0 2 0 0,0 0-7 0,-1 0-6 0,-3 0-35 15,-1 4-37-15,8-5-45 0,-8 5-51 0,0 0-41 16,0 0-2-16,0 0-12 0,0 0-30 0,1 15-46 16,-3-10-57-16,-2 0-210 0,0 1-583 0,4-6 258 15</inkml:trace>
  <inkml:trace contextRef="#ctx0" brushRef="#br0" timeOffset="13448.27">11897 2431 2346 0,'4'-8'200'0,"0"6"-3"15,-4 2-30-15,1-1-21 0,-1 1-41 0,4-4-28 16,-4 4-11-16,0 0-23 0,4-3-10 0,-4 3-6 16,0 0-8-16,0 0-6 0,0 0 2 0,0 0-4 15,5 13 0-15,-5-4-2 0,0-2 3 0,-1 6-4 16,-3-1-1-16,4 5-1 0,-5 1 6 0,2 0-6 15,2-1 5-15,-3 0-3 0,0-1 1 0,3-3 2 16,-2-5-5-16,2 3-1 0,1-5 4 0,0 2-2 16,0-4 4-16,0 0-8 0,0-1 38 0,0-3 42 15,0 4 37-15,0-4-2 0,0 0-7 0,0 0-13 16,18-10-8-16,-8 2-13 0,6-3-15 0,-2-1 4 16,0 0-12-16,1-2 2 0,2 1-11 0,-2-1-1 15,0 4-11-15,1-2 5 0,-6 7-9 0,-2-2 3 16,-1 2-12-16,-2 3 1 0,1-2-5 0,-3-1-6 15,1 2-2-15,0 3-13 0,-4 0-11 0,0 0 4 16,14 5-2-16,-10 0-6 0,-2 2 2 0,2 2 8 16,3 1-2-16,-5 1-2 0,2 0 3 0,1 4 5 15,-1 1-2-15,-3-2 0 0,3-3-4 16,0-2-3-16,0 1 5 0,-3-2-5 0,3-2 1 0,-4-1 3 16,4 0 1-16,-2-2 16 0,2 1 12 15,-1-4-1-15,-3 0-1 0,10-2-1 0,-4-1 8 0,4-2 10 16,-3-2-9-16,2-2 5 0,-1 1-16 0,4-3 11 15,-1-2 0-15,0-1-2 0,-2 7 2 0,0-3-4 16,0 0 1-16,-2 5-5 0,1 0 3 0,-4 0 4 16,1 1 0-16,4 0-10 0,-8 3-21 15,3-2 14-15,-4 3-6 0,10 1 0 0,-3 1-20 16,-2 0-6-16,4 1-12 0,0 4-36 0,1 0-40 16,0 1-51-16,-2 1-59 0,1 1-69 0,-3-1-393 0,3-1-743 15,-1-4 328-15</inkml:trace>
  <inkml:trace contextRef="#ctx0" brushRef="#br0" timeOffset="14448.12">12604 2451 131 0,'3'-2'323'16,"-3"-5"1"-16,2 3-4 0,-2 4-11 0,3-3-16 15,-1 1-24-15,-2 2-30 0,1-5-25 0,-1 5-20 16,0 0-24-16,2-4-15 0,-2 4-24 0,0 0-16 0,0 0-22 16,0 0 3-16,4 13-10 0,-3-8-9 15,-2 4-7-15,2 2-11 0,-1 2-3 0,0 3-6 16,-4 1-3-16,4 0-6 0,-1 0 2 0,-4 0-6 15,2-2-2-15,2-1-3 0,0-2-1 0,2-4-8 16,0 1 2-16,-1-4-3 0,2 2-6 0,-1-2 4 16,2-1 6-16,-3 0 1 0,2-2 17 0,-2-2-5 15,10-1 1-15,-4-1 2 0,3-3 7 0,2 0-4 16,-1-1 2-16,2-2 3 0,1-2-2 0,2-4-4 16,-3 6-12-16,2-6-1 0,0 4 0 0,-6 2 3 15,2 1-5-15,0 0 4 0,-2 0-2 0,-3 5-3 16,3-3-5-16,-3 0-16 0,-1 3 10 0,0-1-8 15,-4 3-12-15,5-2-12 0,-5 2-9 0,6 0 1 16,-6 0 1-16,10 6-6 0,-6 0-3 16,0-1 2-16,5 4-5 0,1-1 4 0,2-1-7 0,-2 3-18 15,0-3 9-15,4 5-7 0,2-7-5 0,0 6 1 16,-3-8-4-16,6 3-2 0,0-4-4 0,-2 4 7 16,-3-8-4-16,0 2 6 0,-1-5 8 0,0 1 5 15,-2-2-3-15,2-5 14 0,-2-1 9 0,1-1 8 16,-5-3 17-16,1 0 8 0,-1-2 10 0,-2-1 3 15,2-6 9-15,-3-2 0 0,1 4 13 16,-1 2 8-16,-3-5 9 0,5 2-2 0,-4 6 12 16,-2 0 1-16,1 2 2 0,-1 5-9 0,4 0 3 0,-4 3-4 15,0-1-2-15,0 4-3 0,-4-1-14 0,8 1-5 16,-4 5-8-16,0-7-14 0,0 7-26 0,0-7-30 16,0 7-12-16,0 0 1 0,0 0 7 0,-11 12 5 15,6 0 6-15,-2-2 4 0,-1 5 5 16,-2 0 4-16,3 4 2 0,-2 0-5 0,1 4-13 15,2 2-7-15,0-6-9 0,1 5-8 0,4-6-3 16,2 2-4-16,2 2 3 0,2-6 8 0,4 2 4 16,4-2-1-16,6 1-10 0,-2-5-6 0,9 0-3 15,5-3-15-15,1-1 4 0,1-6 3 0,3-1 8 0,0-2 6 16,-1-1 8-16,-3-6 6 0,3-1 6 16,-3-1 3-16,-4-3 5 0,3 1 7 0,-6-2 12 15,-3 0 16-15,-5 0 15 0,-2 4 24 0,-4-3 12 16,-3 4 17-16,-3-2 1 0,0 1 9 0,-1 2-25 15,-4-4 5-15,4 7-2 0,-4-2-3 0,-4 2-12 16,-1-1-8-16,0 2 10 0,0 1-18 0,-3 1-2 0,-6 4 7 16,5 1-11-16,-4 1-5 0,-2 2 7 15,-4 3-8-15,4 1-2 0,-1 2 0 0,2 2-4 16,3 0-11-16,-3-1 14 0,1 3 3 0,0 0-5 16,8-1 3-16,-3 1-11 0,7-4-6 0,-3 0 1 15,4-4 4-15,-1 4-3 0,1-7 5 0,1 2 0 16,0-1 3-16,3 0 5 0,4-4 17 0,0 2-9 15,3-3-1-15,1 1-4 0,-1-2 1 0,2-2 1 16,0-2 0-16,-1 1-4 0,0 1 6 0,1-1-8 16,-2 1-3-16,0 0 4 0,-1-3 0 0,1 2-19 15,-2 1 13-15,1 2-1 0,-5 0-1 0,3-3-12 16,1 3-28-16,1 2-20 0,2-1-12 0,-3 1-30 16,1 3-42-16,0 2-60 0,0-2-113 0,2-2-180 15,-3 3-539-15,0-3 239 0</inkml:trace>
  <inkml:trace contextRef="#ctx0" brushRef="#br0" timeOffset="16835.12">3994 3610 129 0,'0'0'117'0,"0"0"0"0,0 0-16 16,0 0-15-16,0 0-5 0,0 0-4 0,0 0-14 15,0 0 7-15,0 0-4 0,0 0-9 0,17-5-2 16,-17 5-4-16,12-1-2 0,-4-1-14 0,1 0 8 16,0 2-7-16,5-3-17 0,-4 2 10 0,7 0 0 15,1-2-8-15,2 0 6 0,2 3 2 0,-2-1-6 16,10 0 7-16,1-1-5 0,4 0-2 0,-3-1 3 16,5 3-2-16,-1-3-5 0,4 1 4 0,-2 2-5 15,0-2 1-15,12 1 2 0,-9-1-6 0,11-2 4 16,-12 1-6-16,12 3 8 0,0-3-11 0,0 2 8 15,0-2-5-15,-1 1 3 0,3-3 3 0,1 2-8 16,0 3 0-16,-2-1-1 0,4-1 4 16,-1 0-4-16,0-2-1 0,-2 1 5 0,2 3-5 15,-1-4-1-15,-4 3 6 0,-10 0-6 0,9 1-1 0,1 1 0 16,3-2-1-16,-4 1 3 0,2-2-1 0,-12 2-1 16,16-2-5-16,-3-2 1 0,1 4 1 0,-1-3 5 15,-1 2-7-15,-1-2 3 0,-10 1 2 0,10 0-5 16,1-2-15-16,-15 4 18 0,17-3-6 15,-4 1 8-15,-9-2-1 0,10 4-8 0,1-2 13 16,-12 0 7-16,15-1 2 0,-1 1-2 0,-1-3 0 0,-2 1 0 16,3 2 3-16,4-3-5 0,-2 0 1 15,-3 1 0-15,1 1-2 0,4-1-5 0,-6-2-6 16,4 3 6-16,-1-4 0 0,3 7 0 0,-6-4-2 16,7-1 0-16,-4 0-5 0,1 1 1 0,3 1-1 15,-3-2 2-15,3 2-4 0,-4 2 2 0,1-2 1 16,-1 0-3-16,-1-4 1 0,2 7-2 0,-4-1 2 0,7-2 0 15,-4-1 6-15,-1 0 5 0,2 2 1 0,0 0 0 16,-3-1-1-16,1 0 0 0,1-1-4 16,-1 1-2-16,-4 3 0 0,4-5 1 0,0 5 0 15,0-1-3-15,1-1 1 0,-2 0-3 0,-13-2 3 16,14 6-6-16,-16-4 3 0,15-1 0 0,-2 2-1 16,-13 1 6-16,3-4-7 0,-1 4 1 0,12 0 0 0,-2 2 1 15,1-6-1-15,-11 3-1 0,12 0 6 16,-12-2-8-16,0 2 2 0,13-1 2 0,-12 0-3 15,-2 1 2-15,1 0-4 0,1 0 6 0,-3 1-7 16,2-2 2-16,-2 2 3 0,2-2-1 0,-2 2 2 16,1-3-3-16,0 3-1 0,-2 0 2 0,2-2 1 15,-2 2-2-15,0-1-3 0,0 0 2 0,-2-2-5 16,1 1 7-16,0 0 1 0,1 0-1 0,-1 2-1 16,-2-1 0-16,-3 1-3 0,2 0 4 0,2-3-3 15,-3 3 4-15,0 0-4 0,0 0 2 0,0 0 1 16,-3 0 3-16,3 0 2 0,-1 0-4 0,-3 3 1 15,1-3-6-15,-7 0 1 0,5 0 1 0,-4 1 0 0,5-1-1 16,-3 2 2-16,0-2 1 0,-5 0 1 16,3 1-2-16,4-2 0 0,-7 2 1 0,3-2 1 15,0-1 1-15,4 1-3 0,1 1-3 0,-1-3 5 16,0 3-2-16,-5 0 3 0,7-1-5 0,-1 0 1 16,0 1-1-16,-7-2-1 0,7 1 0 0,0 1 0 15,-5 1 2-15,6-2-1 0,-1 1 4 0,-7 0-1 16,8 0-1-16,-7-2 1 0,-3 2-2 0,4-1 1 15,0 1 3-15,-5-1 6 0,5 0 2 0,6-1-3 16,-7 2 2-16,0-2-2 0,6-1 0 0,0 3-2 16,-8 0 2-16,1 0-2 0,11 0-1 0,-5 0-2 15,2 0 0-15,1 0-1 0,-1 0 0 0,0 0 0 16,3 0 0-16,-1 0 2 0,1 0-1 0,2 0 1 16,-2 0-2-16,1 0 2 0,2 0 4 0,-3 0-2 15,3 0 1-15,-4-1-2 0,1 0 0 0,0 1 0 16,0-2-1-16,-1 1-1 0,1-1 5 0,0 0-2 15,-3 2-4-15,1-3 1 0,0 1-1 0,1 2 2 16,1 0-4-16,-1 0 3 0,-2 0-2 0,0 0 3 16,0 0-3-16,0-2 34 0,-1 1-7 0,0-1-2 15,-5 2-3-15,-1-3-5 0,-3 2 1 16,5-2-3-16,-2 0 0 0,-3 3-3 0,0-2-1 0,-6-1 0 16,5 3-2-16,1-4-3 0,-3 3 3 0,-5-1-6 15,3 0 5-15,-1 2-3 0,-2-2 7 0,2 2-2 16,-4 0 5-16,2-2 6 0,-3 2-2 0,-1 0-1 15,-2-1-2-15,4-1 6 0,-4 1-10 0,-5 1 0 16,11 0-2-16,-11 0 2 0,8 0-7 16,-8 0 1-16,6-1 2 0,-6 1-5 0,0 0 1 0,7 0-2 15,-7 0-1-15,4-5 3 0,-4 5 2 0,0 0-7 16,0 0 3-16,3-1-1 0,-3 1 1 0,0 0-5 16,0 0 4-16,0 0-2 0,0 0 6 0,0 0-6 15,0 0-3-15,0 0 5 0,0 0-1 16,0 0 1-16,0 0 0 0,0 0-3 0,0 0 3 15,0 0-1-15,0 0-1 0,0 0 2 0,0 0 1 16,0 0-7-16,0 0 5 0,0 0-2 0,0 0 5 0,0 0-4 16,0 0 2-16,0 0-1 0,0 0 2 0,8 3-1 15,-8-3-1-15,0 0-3 0,0 0 4 16,0 0-2-16,0 0 0 0,0 0-3 0,0 0 3 0,0 0-8 16,0 0-23-16,0 0-26 0,0 0-23 0,0 0-25 15,0 0-36-15,0 0-51 0,2 4-232 16,-2-4-459-16,0 0 203 0</inkml:trace>
  <inkml:trace contextRef="#ctx0" brushRef="#br0" timeOffset="18367.34">6984 4957 73 0,'1'-6'249'0,"1"0"-5"15,-1 1-8-15,0 0-2 0,1-2-3 0,-2 3-10 16,1 0-13-16,0 0-22 0,2 1-16 0,-3 3-18 16,2-4-17-16,-2 4-17 0,0 0-13 0,1-3-18 15,-1 3-29-15,0 0-34 0,0 0-7 0,0 0-2 16,0 14 0-16,-1-1-3 0,-1 5-1 0,-1 10-4 16,-2 2 4-16,0 6-2 0,-4 9 10 0,-5 3-11 15,5 0-1-15,0 4 1 0,-1 1 1 0,2-5-2 16,0-2 0-16,3-11 1 0,1-1-4 0,2-2 2 15,-2 1 0-15,4-3-1 0,-1-3-2 0,1 1 1 16,-3-7 2-16,2-2-3 0,1-2 6 0,0-1-6 16,-4-5 2-16,4-1-4 0,0-1 2 0,0-1 3 15,0-2-2-15,-2-2 1 0,4 3-2 0,-4-3 2 16,4-2 0-16,-2 2 1 0,0-4-1 0,0 5 4 16,0-5-1-16,0 0 10 0,-4 3 15 0,4-3 13 15,0 0 17-15,0 0 16 0,0 0 6 0,0 0 19 16,0 0 10-16,0 0 15 0,0 0-34 0,0 0 2 15,-1-14-34-15,-2 3 2 0,3-2-11 0,-1-4-30 16,1-10-16-16,-2-4-26 0,0-6-22 0,2-9-10 16,4-4-16-16,-4-6-6 0,4 3-10 0,2-5 0 15,1 2 3-15,0 0 5 0,1 1 6 0,1 1 9 16,-1-1 7-16,1 1 11 0,-4 4 9 0,1 2 12 16,-2 14 17-16,-1-2 14 0,-2 4 8 0,-1 3 6 15,3-3 16-15,-3 9 4 0,1 3 4 0,-1 3 7 16,-1 2 3-16,1 3-1 0,1 2-12 0,-1 2 10 15,1 1-5-15,-2 3-6 0,1-2-4 0,0 1-6 16,0 2-4-16,0 3-9 0,-1-5-2 0,1 5-19 16,1-5-16-16,-1 5-5 0,0 0 1 0,15 3-6 15,-5 1 5-15,3 3-8 0,5 1 3 0,7 9-1 16,0-3 0-16,0 7 7 0,2-1-6 0,-5 2 4 16,2 2 2-16,-1 3 2 0,-1-3-1 0,-4 5 5 15,-2 0-1-15,-4-2 2 0,-4-1-2 0,-3-1-5 16,-3-1-1-16,-3-5 6 0,-5 2 0 0,-3-1 3 15,-7-1 4-15,-7 2-3 0,-1 0 7 0,-3-7 1 16,-1 3 2-16,0-2 2 0,-3-3 5 0,-1-1 3 16,3 0 3-16,-2-2 0 0,2-2 6 0,1 0 7 15,7-2-4-15,0 1-2 0,1-2-3 0,4 1 2 16,3-2-2-16,5-1 6 0,2-1-3 0,-1 0-10 16,1 2-4-16,2-3 16 0,-1 2-20 0,5-2 5 15,-5 1-9-15,5-1-18 0,-5 2-14 0,5-2 7 16,0 0-4-16,0 4-11 0,0-4-22 0,5 8-36 15,0-4-39-15,3 2-59 0,-1-2-91 0,-1 0-181 16,-1 0-509-16,-5-4 225 0</inkml:trace>
  <inkml:trace contextRef="#ctx0" brushRef="#br0" timeOffset="19166.32">7144 5576 303 0,'0'0'322'0,"0"0"-14"0,0 0-27 0,-1-2-20 16,1 2-25-16,0 0-32 0,0 0-20 0,0 0-22 15,0 0-22-15,0 0-13 0,0 0-18 0,0 0-13 0,0 0-18 16,0 0-14-16,0 0-7 0,0 0 1 16,0 17-10-16,-3-12-6 0,3 4-4 0,0 3-3 15,-1 0-4-15,-3 5-5 0,4 0-4 0,-3 0 1 16,1 1 0-16,-1 0-6 0,2 2-1 0,-3-3-3 0,1 0 2 16,1-6-4-16,1 2 0 0,-2-1-1 15,3-2-1-15,-1 1-2 0,1-5 0 0,0 1-1 16,-3-2 2-16,2-1 0 0,1 0 2 0,0-4 16 15,0 6 24-15,0-6 36 0,0 5 28 0,0-5 39 16,0 0 27-16,0 0 30 0,0 0 23 0,0 0 20 0,0 0-20 16,0 0-16-16,5-11-29 0,-1 1-23 0,5-2-17 15,-4-3-18-15,4 1-12 0,4-2-14 16,-4 1-16-16,0 2-5 0,1-3-10 0,-2 7-9 16,-3 0-4-16,1-1-9 0,-1 0-3 0,-1 6-6 0,2-1-7 15,-3 1-6-15,-1 0-1 0,2-1-9 0,-2 3-2 16,0 0-18-16,-2 2-25 0,4-4-24 0,-4 4-22 15,0 0-15-15,0 0 4 0,0 0 4 0,11 6 11 16,-8 0-1-16,-2-1-8 0,2 2 1 0,-2-1 8 16,4 5 8-16,-3-1 4 0,1 1 2 0,-1 1 2 15,-1 2 4-15,0-1 4 0,1-2 8 0,0 0 3 16,1 2 5-16,-2-4-3 0,1-1 6 0,-2-3 2 16,0 1 2-16,0-1-1 0,0-1 13 15,2 1-5-15,-2-3 3 0,0-2 1 0,0 5 5 0,0-5 4 16,0 5 0-16,0-5 2 0,1 2 1 0,-1-2 2 15,0 0 10-15,0 0 4 0,3 4 1 0,-3-4 0 16,0 0 3-16,0 0-4 0,0 0-7 0,11-5-27 16,3-1-55-16,13-3-90 0,5-3-109 0,1-2-151 15,14-9-333-15,1-3-816 0,-3-6 362 0</inkml:trace>
  <inkml:trace contextRef="#ctx0" brushRef="#br0" timeOffset="19898.82">7838 4974 84 0,'5'-3'204'0,"4"1"-14"0,1-3-20 0,-2 4-16 0,-2 0-16 16,4 1-12-16,-1 2-12 0,-1 1-11 15,3 1-7-15,-2 0-3 0,0 4-9 0,0 0-2 16,0 1-6-16,-2 0-4 0,0 5-4 0,-1-1-8 16,-3 0 0-16,1 2-8 0,-4 1-2 0,-3 1-5 15,-1-1-3-15,-2 1-4 0,-3 0 1 0,0 3-2 0,-1-10 0 16,1 4 0-16,-2 1 4 0,-1-3-1 16,5-2 3-16,0-3 2 0,1 0 2 0,0-4 4 15,2 1 5-15,0 1 20 0,0-2 31 0,1-1 22 16,3-2 49-16,-4 3 32 0,4-3 13 0,0 0 13 15,0 0-29-15,0 0-19 0,3-15-20 0,2 8-16 0,4-8-18 16,3 1-14-16,0-1-12 0,7-7-12 16,1 2-12-16,0 0-8 0,-1-2-7 0,-1 5-1 15,-4 5-16-15,-1 0-13 0,0 2 3 0,-7 1-5 16,3 3-3-16,-5 1-3 0,3 1-6 0,-3 1-10 16,-1 0-10-16,1 1-19 0,-4 2-20 0,5-5-36 15,-4 4-17-15,-1 1 8 0,0 0 8 0,7 11 7 16,-2-8 3-16,-4 8 12 0,-1-2 7 0,2 3 1 15,4 2 7-15,-5-1 2 0,4 3-18 0,0 0-2 16,-2-2-8-16,4 3-26 0,1-2-32 0,-4-4-31 16,1 0-37-16,0 0-40 0,0-2-62 0,-1-4-327 15,1-1-667-15,-1 0 295 0</inkml:trace>
  <inkml:trace contextRef="#ctx0" brushRef="#br0" timeOffset="20146.09">8290 4902 270 0,'0'0'276'0,"1"-4"-26"16,-1 4-27-16,7-2-16 0,-7 2-13 0,14 4-12 16,-4 0-16-16,5 5-12 0,1 1-13 0,1 2-13 0,4 6-4 15,-2 3-11-15,3 0-4 0,-7 4-14 16,2 0-6-16,-7 1-12 0,-3 0 0 0,-3 6-9 15,-4-2-12-15,-7 1-17 0,-2 0-14 0,-9 1-10 16,-5 7-19-16,0-11-26 0,-15 5-31 0,-4-5-34 16,-1-2-54-16,10-9-76 0,0 0-194 0,-4-4-455 0,1-5 202 15</inkml:trace>
  <inkml:trace contextRef="#ctx0" brushRef="#br0" timeOffset="20463.37">8001 4734 104 0,'-9'-7'264'0,"3"2"-16"0,-3 1-23 15,-2 1-24-15,0 1-20 0,1 2-20 0,-3 2-17 16,-5 4-17-16,-1 2-13 0,-5 9-14 0,-1 7-7 0,0 6-13 16,-7 9-5-16,0 8-6 0,3 3-8 0,3-2-8 15,6 2-2-15,1-4-3 0,3 3-3 0,6-4-3 16,10-10-6-16,0-2 2 0,9 3-2 16,3-2-3-16,5-3-1 0,8-3-4 0,13 4-14 15,4-7-40-15,8-5-53 0,8-5-76 0,-5-4-253 0,7-8-441 16,1-3 196-16</inkml:trace>
  <inkml:trace contextRef="#ctx0" brushRef="#br0" timeOffset="21028.89">9094 5138 161 0,'0'0'190'0,"0"0"-7"16,-9-2-14-16,9 2-5 0,0 0-8 15,0 0-8-15,0 0-2 0,-4-1-3 0,4 1-1 16,0 0-1-16,0 0 1 0,0 0 4 0,0 0-12 0,0 0-14 16,0 0-9-16,0 0-12 0,0 0-8 0,23-4-11 15,-4 1 2-15,2 0-10 0,7 2-18 0,1-3-2 16,4 0-10-16,3 0 23 0,1 3-8 0,3-3-5 16,-2 1-4-16,-2 2-4 0,0-2-10 15,-6 2-3-15,-3-2-3 0,-6 2-3 0,-7 1-1 0,-3 0-3 16,0 0-5-16,-4 0-3 0,-1 0-11 0,-6 0-16 15,11 0-16-15,-11 0-4 0,5 0-10 0,-5 0-10 16,0 0-15-16,0 0-26 0,-17 7-22 0,6-5-36 16,1 1-43-16,-1 1-241 0,1-2-474 15,0 1 209-15</inkml:trace>
  <inkml:trace contextRef="#ctx0" brushRef="#br0" timeOffset="21330.92">9180 5340 127 0,'0'0'298'0,"-6"3"-5"0,6-3-15 0,-2 3-7 16,2-3-26-16,0 0-21 0,0 0-16 0,37-5-16 15,-9 3-22-15,4-3-13 0,6 2-19 0,12-4-12 16,1 0-14-16,1 0-9 0,-12 5 8 16,15-4-7-16,-18 1-4 0,-4 1-5 0,-3 2-12 15,-9 2-7-15,-2-3-1 0,-6 1-5 0,-1-1-7 0,-1 1-10 16,-3 2 1-16,-8 0-6 0,12-1-15 0,-10 0-29 16,-2 1-34-16,9 0-41 0,-9 0-46 0,0 0-48 15,0 0-81-15,0 0-301 0,-19 9-594 0,19-9 263 16</inkml:trace>
  <inkml:trace contextRef="#ctx0" brushRef="#br0" timeOffset="28279.82">11279 4517 191 0,'1'-11'256'0,"3"4"-5"0,-3-1-4 16,3 0-11-16,0 0-1 0,-4 4-17 0,3-1-14 16,-1 2-18-16,1-1-18 0,-2 1-16 0,-1 3-21 15,0-4-18-15,0 4-10 0,0 0-32 0,0 0-21 16,0 0-4-16,0 0-3 0,3 16-8 0,-6-1-1 15,-1 3-1-15,2 11-4 0,-1 1-1 0,-2 2 0 16,-3 1 1-16,3 5-5 0,0-3-1 0,0 1-22 16,1-1-27-16,0 0-31 0,3 0-37 0,-3-1-48 15,4-5-69-15,0-1-229 0,0-7-476 0,1-5 211 16</inkml:trace>
  <inkml:trace contextRef="#ctx0" brushRef="#br0" timeOffset="28946.7">10428 5223 86 0,'0'0'161'0,"0"0"-6"0,0 0-5 0,0 0 1 16,0 0-13-16,0 0-6 0,-9 1-7 0,9-1-5 15,0 0-7-15,0 0-8 0,0 0-11 0,0 0-10 16,0 0-15-16,0 0-1 0,0 0-6 0,0 0-6 16,0 0-1-16,0 0-3 0,0 0-5 0,0 0-2 15,0 0-7-15,0 0 1 0,0 0-5 0,0 0-6 0,0 0-2 16,0 0-1-16,0 0-1 0,0 0-3 16,0 0-1-16,0 0 1 0,0 0 2 0,0 0-2 15,0 0 1-15,0 0-3 0,0 0 0 0,0 0-1 16,0 0-2-16,0 0 2 0,0 0-9 0,0 0 2 15,0 0-3-15,-4 1-3 0,4-1 0 0,0 0 3 16,0 0-3-16,0 0 3 0,0 0-1 0,0 0-1 16,0 0-2-16,23 0-1 0,-5-1-3 0,11 1 7 15,8-3-5-15,16 2 2 0,10 0 2 0,33-2 0 16,-1 1 4-16,10-1 6 0,10 5 4 0,9-2 0 0,10-2 6 16,9 4 1-16,3 1 0 0,5-1 4 0,-2-4-1 15,4 6-2-15,-3-4-3 0,-13 4 3 16,-16-4 2-16,-7 0-4 0,-14-1-3 0,-7 1 1 15,-31 0-1-15,-3-2 2 0,0-1 1 0,-7 1 4 0,-16 0-1 16,-3 1 6-16,-11-1 9 0,-4 0 8 0,-7 1 11 16,1 1 14-16,-4-1 1 0,-2 1 0 0,0-1-4 15,2-1-15-15,-8 2 3 0,8-1-20 16,-8 1-12-16,6-1-20 0,-6 1-30 0,0 0-40 0,0 0-31 16,0 0-37-16,0 0-44 0,-32 1-64 0,10-1-286 15,3-1-564-15,1 2 251 0</inkml:trace>
  <inkml:trace contextRef="#ctx0" brushRef="#br0" timeOffset="30050.37">10617 5776 6 0,'-3'-5'240'16,"3"1"-18"-16,0 4-22 0,0-5-23 0,0 5-21 15,0 0-17-15,0 0-16 0,0 0-14 0,0 0-9 16,0 0-15-16,0 0-10 0,8 15-8 0,-4-3-5 15,-4-2-5-15,4 10-8 0,-3-1-2 0,-2 7-5 16,-2 1-5-16,2 2-5 0,-3 0 2 0,0 2-4 16,-2-1-4-16,1 1-2 0,-3-2-1 0,3 0-6 15,1 0 3-15,-1-3-6 0,1-6 0 0,1-2-2 16,0 2-1-16,-1-5 0 0,1-3-2 0,2 0 1 16,1-2-1-16,-2-5 0 0,2 4 0 0,0-6-4 15,-2 1 9-15,1 1 30 0,1-5 17 0,0 6 19 16,0-4 21-16,0-2 22 0,0 0 19 0,-3 4 24 15,3-4 20-15,0 0 11 0,0 0 8 0,0 0 20 16,0 0-8-16,0 0-24 0,0 0-25 0,0-16-17 16,4 6-19-16,0-2-18 0,4-6-16 0,3-8-20 15,2 0-17-15,2-1-8 0,2-4-8 0,2 7-6 16,-1-4-7-16,3 2 4 0,-5 2-4 0,2 2-10 16,-1 1 0-16,-4 6-3 0,0-2-5 0,-1 5 1 15,3-3-3-15,-7 6 1 0,1 1-3 0,0-1 1 0,-3 5 1 16,2-3-11-16,-4 3 0 0,1 2-3 15,-1-2-2-15,-3 3-24 0,3-2-32 0,-4 3-4 16,0 0 10-16,13 6-19 0,-8-2 0 0,-1 3 8 16,1 2-5-16,1 1 5 0,0 3 3 0,-3 3 8 15,2 1 2-15,-1 6 3 0,1 3 7 0,-2 1 4 16,-3 1 4-16,0-1 4 0,-2-4 7 0,1 4-1 16,0-8 5-16,1 0 4 0,-1-2 18 0,-2 0-7 15,3-1-12-15,-1-6-1 0,1 0 7 0,-2 0-4 0,1-5 6 16,0 0 3-16,1 1 0 0,-1-3-2 0,-2 1 22 15,3-1 0-15,0-3-10 0,0 6 3 16,0-6 1-16,0 0 15 0,0 4 0 0,0-4 9 16,0 0 7-16,0 0 1 0,0 0-11 0,0 0-9 0,0 0-34 15,22-10-35-15,-6 3-46 0,10-5-53 16,3 0-71-16,16-10-89 0,4 0-329 0,-1-2-688 0,-1-3 305 16</inkml:trace>
  <inkml:trace contextRef="#ctx0" brushRef="#br0" timeOffset="30465.62">11512 5757 115 0,'0'-4'353'0,"1"1"-14"0,-1 3-31 15,1-5-23-15,-1 5-19 0,4-4-40 0,-4 4-14 16,0 0-38-16,0 0-20 0,0 0-34 0,0 0-17 0,0 0-12 16,0 0-2-16,0 18-16 0,0-5-7 0,0 3-6 15,-1 4-6-15,-2-1-3 0,3 7-2 16,-2 2-5-16,-2 0-2 0,1 4-6 0,-1-5-20 16,2 0-26-16,-2 2-22 0,0-3-26 0,-1 1-19 15,0 2-33-15,-3-2-36 0,3-3-33 0,-3 1-274 16,2-8-490-16,6 0 217 0</inkml:trace>
  <inkml:trace contextRef="#ctx0" brushRef="#br0" timeOffset="30637.02">11508 6478 102 0,'0'5'365'0,"1"-2"11"15,-1-1 8-15,0-2-15 0,0 0 3 0,3 7-16 0,-3-7-17 16,0 0-28-16,0 4-30 0,0-4-25 0,0 0-25 15,0 0-19-15,0 0-25 0,-3 4-40 0,3-4-44 16,0 0-65-16,0 0-92 0,0 0-226 0,9-13-403 16,-2 6-739-16,1 0 327 0</inkml:trace>
  <inkml:trace contextRef="#ctx0" brushRef="#br0" timeOffset="33196.21">12203 5814 30 0,'0'-3'202'16,"0"-4"-17"-16,1 2-8 0,2 2-14 0,-1-4-14 15,2 2-14-15,2 0-14 0,3 1-11 0,2-1-8 16,1-1-8-16,4 1-11 0,-2 4-9 0,2-3-5 15,6 4-4-15,-5 0-6 0,2 4-5 0,-6-3-10 16,3 7-4-16,-2 1-4 0,3 1-4 0,-5 0-4 16,0 7 0-16,-3-2-5 0,-1 2-5 0,-2 8 2 15,-5 0-6-15,-2 0 3 0,-5 4-2 0,-3-1 2 16,-1 2-7-16,-7-1 3 0,-1 2 1 0,-5-2-3 16,-1-2 1-16,-8 10-4 0,3-14-11 0,0-1 13 15,0 0-2-15,2-3 0 0,2-4-2 0,0-1 0 16,6-4 1-16,1 0 4 0,4-2 2 0,2-4 3 15,3 0 13-15,2 0 15 0,3-2 22 0,-1 1 29 16,1-2 22-16,-5 2 21 0,9-3 35 0,0 0-6 16,0 0-19-16,-6-9-13 0,6 3-20 0,5-3-16 15,-2-1-9-15,4 0-14 0,6-4-6 0,-4 7-8 16,2-6 4-16,2 4-25 0,0 1-1 0,0 3-6 16,4-2-12-16,-1 2-4 0,2 0 0 0,0 3-6 0,1 2-8 15,2 2 3-15,0 0 1 0,6 4-5 16,1 0 1-16,-2 2-5 0,-7-1 1 0,0 3 3 15,3-2-1-15,-4 1 0 0,1 1-5 0,-3-1-24 16,-3-2-8-16,1-1-3 0,-2-1-14 0,-2-1-5 16,-3 2 2-16,0-5 3 0,-2 2 6 0,3-1 13 15,-7-1-6-15,3 2 11 0,-4-3 2 0,0 0-22 16,0 0-34-16,15-6-25 0,-11 2-19 0,-3-2-24 16,3 1-42-16,-1-1-48 0,-2-4-232 0,3 5-509 0,1-7 226 15</inkml:trace>
  <inkml:trace contextRef="#ctx0" brushRef="#br0" timeOffset="33962.3">12792 5608 104 0,'0'0'267'0,"0"0"-13"0,0-8-11 0,0 8-19 16,0 0-20-16,0-3-23 0,0 3-18 0,0 0-18 15,0 0-16-15,0 0-19 0,0 0-9 0,0 0-16 16,0 0-19-16,0 0-8 0,0 0-9 0,1 12-3 16,-1-4-4-16,0 2-7 0,-1 2-3 0,1 3-4 15,0 1-1-15,-4 0-3 0,4 1-3 0,0 0-3 16,-4-1-1-16,4 1-1 0,-1-5 3 0,-2 2-6 15,2 0-3-15,1-3 1 0,-1-1 2 0,-2-1-3 0,3-2 3 16,0-1-3-16,0-1 2 0,-1-1 1 16,-2-1 30-16,2 1 26 0,1-4 41 0,0 5 49 15,0-5 11-15,0 0 19 0,0 0 8 0,0 0-24 16,0 0-16-16,14-12-11 0,-5 4-16 0,4-1-11 16,0-1-16-16,1-2-8 0,-1 0-11 0,0 0-11 0,0 4-4 15,-4-1-7-15,0 2-7 0,-2 3-8 16,-1 0-6-16,-2 1-11 0,1 1-3 0,-2-2-13 15,-3 4-29-15,6 0-18 0,-6 0-16 0,6 2 7 16,-2 3-4-16,-1 0-9 0,3 4 12 0,-2 0-7 0,0 1 2 16,-1 2 9-16,1 1 3 0,0-1 2 0,0 0 9 15,0 3 13-15,-1-3-12 0,0-2 3 16,0-2-27-16,-1 3-16 0,2-5-19 0,-4 1-20 16,1-2-12-16,2 1-18 0,-3 1-17 0,1-3-21 0,-1 1-23 15,3-2-12-15,-3-3-11 0,0 3-36 0,0-3-225 16,0 0-517-16,0 0 228 0</inkml:trace>
  <inkml:trace contextRef="#ctx0" brushRef="#br0" timeOffset="37011.92">14811 4846 104 0,'1'-7'218'0,"-1"2"-8"0,-1-4-17 0,1 5-20 0,-1-5-16 15,-2 2-16-15,0 2-12 0,-4-4-14 0,3 2-11 16,-6 1-10-16,-3-1-9 0,-5 2-8 16,-1 0-12-16,1 2-6 0,-5 1-5 0,-4 2-8 0,-3 0-4 15,0 3-3-15,2 1-5 0,-1 2 4 0,-2 3-1 16,0 0-3-16,5 0-7 0,1 2 0 0,5-2-9 16,1-1 6-16,-6 7-3 0,10-4-3 0,0 1-1 15,2-2-3-15,4 0 0 0,0-1 0 0,4 0-3 16,1 0 0-16,0 2 0 0,8-3 0 0,-3 0 3 15,7 1-6-15,2-3 10 0,4 2-7 0,4 0 0 16,0-4-2-16,9-1 0 0,2-3-1 16,-1-3 0-16,-6 3-1 0,6-9 14 0,0 0 9 15,-1-2 7-15,-1-3 14 0,-1-3 4 0,0 0 8 0,-3-5 2 16,1-3 0-16,-2-1-6 0,-2-4-2 0,0-3-4 16,2-8 11-16,-5-5-10 0,-3 12 16 15,2-13-3-15,-7 14 10 0,0-1 10 0,-2 3 9 16,-2 2 14-16,2 1 2 0,-4 3-15 0,-1 4 2 15,-1 3 0-15,1 2-2 0,-2 6 0 0,2-3-5 0,-1 1-5 16,-1 3-9-16,1 2-7 0,0 2-6 0,-1-1-8 16,1 2-10-16,0 0 4 0,0 4-18 0,0-6-26 15,0 6-1-15,0-4-11 0,0 4-20 0,0 0-25 16,0 0-22-16,0 0-22 0,0 0 3 0,0 0-16 16,0 0 9-16,0 0 12 0,-2 15 9 0,0-6 6 15,0 5 7-15,-2 1 7 0,1 4 4 0,-2 5 8 16,1 3 8-16,-1-1-2 0,-2 2 8 0,3 3 1 15,-3 0 8-15,2 1-2 0,0 0 5 0,-2-1 7 16,2 2-3-16,-2-4 2 0,3 3 4 0,0-4 3 16,3-1-2-16,-3 1 4 0,1-3 0 0,3-3-2 15,-4-3 4-15,4-3-2 0,0 1 7 0,0-4-7 16,0-2 3-16,3 0-1 0,-3-3-2 0,0 0 6 16,1-2-1-16,-1-2 4 0,0 1 5 0,0-2 19 15,0-3 15-15,0 5 19 0,0-5 8 0,3 4 14 16,-3-4 4-16,1 4-7 0,-1-4-9 0,26-5-3 15,2 0-25-15,7-3-51 0,24-5-53 0,-1 0-87 16,0-2-119-16,1-4-380 0,27-13-699 0,-30 8 309 16</inkml:trace>
  <inkml:trace contextRef="#ctx0" brushRef="#br0" timeOffset="37744.14">15160 4076 173 0,'0'0'219'0,"1"-5"-1"15,-1 0 1-15,0-1-1 0,0 6-9 0,1-6 3 16,3 3-10-16,-4 3-14 0,-4-5-19 0,4 5-14 15,4-4-13-15,-4 4-15 0,0 0-19 0,1-5-12 16,-1 5-6-16,0 0-24 0,0 0-8 0,0 0-8 16,0 0-7-16,0 14-3 0,0-6-4 0,-1 1-5 15,-3 2-2-15,4 3-3 0,-1 2 0 0,-3 0-5 16,-1 2 0-16,1 1-3 0,-1-3-1 0,1 1 0 16,2-5-2-16,-1-1-3 0,-1-1 3 0,4 0-4 15,-1-5 1-15,1 2 1 0,0-2-2 0,0 0 3 16,0-2 0-16,0-3 34 0,0 7 48 0,0-7 37 15,0 0 6-15,0 2 11 0,0-2-17 0,0 0-9 16,10-11-16-16,-1 5-14 0,0-5-6 0,1 2-11 16,-1 1-5-16,4-1-10 0,-3 0 2 0,-2 1-3 15,0 2-3-15,-2 0-7 0,-1 2-2 0,-1 2-8 16,0-1-8-16,-2 1-16 0,1-1-21 0,-3 3-7 16,0 0-7-16,9 8-8 0,-2-3 1 0,1 6-14 15,0-1 3-15,1 5-13 0,0 2-16 0,2 8-35 16,-2 0-33-16,0 0-36 0,-1 1-35 0,-4 0-58 15,-2 3-122-15,0-9-205 0,0-5-639 0,-1-1 283 16</inkml:trace>
  <inkml:trace contextRef="#ctx0" brushRef="#br0" timeOffset="38659.98">13919 5313 183 0,'0'0'208'0,"0"0"3"0,0 0-8 0,-9 0 0 16,9 0-13-16,-4 4-10 0,4-4-4 0,0 0-10 0,0 0-6 15,-2 1-10-15,2-1-10 0,0 0-7 0,0 0-12 16,0 0-5-16,0 0-7 0,0 0-8 15,0 0-7-15,0 0-7 0,0 0-4 0,0 0-9 0,-3 4-9 16,3-4-2-16,0 0-8 0,0 0-1 0,0 0-3 16,0 0-4-16,0 0-4 0,0 0-4 0,0 0-5 15,0 0 0-15,0 0-6 0,0 0 0 0,0 0 3 16,0 0-12-16,0 0 7 0,0 5-7 0,0-5-8 16,0 0 4-16,0 0-2 0,0 0-3 0,0 0-2 15,0 0 12-15,0 0-9 0,0 0-5 0,0 0 2 16,0 0-2-16,0 0-1 0,0 0 3 0,0 0-4 15,0 0-1-15,0 0-1 0,0 0 10 0,0 0-12 16,0 0 0-16,0 0 3 0,0 0-2 0,0 0-3 16,0 0 2-16,0 0 1 0,0 0 4 0,0 0-3 15,0 0-4-15,0 0 3 0,0 0 0 0,0 0 2 16,0 0 2-16,0 0-6 0,0 0 20 0,0 0-16 16,0 0-3-16,0 0 5 0,0 0-3 0,0 0 2 15,0 0-3-15,0 0 2 0,0 0 0 0,0 0-1 16,0 0 0-16,0 0 0 0,0 0 1 0,0 0 1 15,0 0-1-15,14-2-2 0,-14 2-1 0,21-5 1 16,0-1 7-16,14 2-7 0,3 1 9 16,22-6-9-16,5 2-6 0,30-5 5 0,4 7 2 0,4-2 12 15,10 3 8-15,8 0-4 0,4-1 4 0,-3 1 10 16,0-1-10-16,-7 1 8 0,-10-2 0 0,-3 0-7 16,-14 1-4-16,-28 4 0 0,-4-3-2 0,-15 1-3 15,-2 0 25-15,-9-3 6 0,-7 5 15 0,-6-1 24 16,-3 1 9-16,-4-1 9 0,-1 2 5 0,-4 0-4 15,4-2-11-15,-4 2-8 0,-5 0-10 0,8-1-12 16,-8 1-15-16,5-2-32 0,-5 2-22 0,0 0-47 16,0 0-39-16,9 0-69 0,-9 0-55 0,0 0-63 0,0 0-60 15,0 0-343-15,0 0-739 0,-22 2 327 16</inkml:trace>
  <inkml:trace contextRef="#ctx0" brushRef="#br0" timeOffset="39760.19">14743 6157 101 0,'5'-8'261'0,"-1"1"-5"0,1-2-4 0,2 1-7 15,-1-1-12-15,-5 6-8 0,3-2-9 0,-1-2-11 16,-2 2-20-16,0-3-25 0,-1 2-17 0,-2 1-1 16,-1-2-33-16,-3 1-15 0,-6 1-13 0,2 1-13 15,-4 2-6-15,-4-1-5 0,-5 2-9 0,-4 0-5 16,4 1-6-16,-7 2-5 0,2 1-7 0,-2 3 0 15,2 2-3-15,1 1-5 0,0-3-8 0,9 4 1 16,0-3-3-16,3 4-7 0,1-3-1 0,3 1-1 16,2 0 3-16,-2 3 7 0,3 0-12 0,0 2 5 15,5-5 0-15,1 4-2 0,3-1 3 0,4 1-1 0,-1-2 2 16,5 1 2-16,4 2 3 0,-1-6-2 16,5 1-1-16,2-1-2 0,2-1 4 0,5-2-3 15,1-2 1-15,3-2 0 0,-10-1 0 0,9-4-1 0,-8-1 13 16,-1-2 18-16,-3 2 23 0,0-7 9 15,-1 4 2-15,-2-8 24 0,-1 1-9 0,1-9 1 16,-4-1-6-16,3-3-11 0,-4-2-6 0,-1 2-8 16,-2-7-9-16,-1-1-3 0,2-10-10 0,-5 12-2 0,1-16-1 15,-2 16-6-15,-1 2-2 0,0 3 12 0,0 0 10 16,-1 10 7-16,-2 0-2 0,3 4-4 16,-2 3 1-16,2 2-4 0,0 1-5 0,-2 3-2 0,2-1-7 15,-1 3-44-15,1 1-29 0,0 3-30 0,0 0 11 16,0 0 5-16,-5 17 7 0,1 1 6 0,-1 8 4 15,0 4 7-15,0 2 3 0,-3 2 2 0,2 3 4 16,-2 9 6-16,4-13 0 0,3 1 0 16,-2-1 22-16,3 0-15 0,3-4-4 0,-2 2 6 15,-1-4 6-15,4-3-6 0,-4-6 3 0,4-1 3 0,-4 0-7 16,4-7 27-16,-2 1-16 0,1-2 1 0,-2-2-5 16,-1-1 5-16,0-2 2 0,1-1 3 0,-1 1-1 15,3 1-1-15,-2-3 6 0,-1-2-7 0,0 4 3 16,0-4 4-16,0 0 0 0,0 2-6 0,0-2-6 15,0 0-11-15,0 7-9 0,0-7-19 0,0 0-18 16,0 0-30-16,0 0-71 0,0 0-95 0,0 0-332 16,0 0-638-16,-4-14 283 0</inkml:trace>
  <inkml:trace contextRef="#ctx0" brushRef="#br0" timeOffset="40260.68">15028 5985 84 0,'3'-3'255'0,"1"1"-28"15,-1 0-21-15,2-1-21 0,0 3-21 0,-5 0-19 16,13 0-14-16,-6 0-14 0,4 3-10 0,-2 0-8 16,3 4-9-16,-1 0-8 0,-1 1-15 0,3 4-1 15,-4 2-7-15,0 0-6 0,0 1-5 0,1 2-2 16,-5 0-8-16,2 1 0 0,-6-1-4 0,0-2-5 15,-1 2-2-15,0-1 0 0,-5 0-2 0,1 0-2 16,3-3-2-16,-4-4 4 0,-3 4-7 0,3-6 0 16,0 5 0-16,0-4 0 0,-3 1 2 0,4-4-3 15,3 1-2-15,-4-2 4 0,1 0 4 0,4-2 8 16,0-2 7-16,-4 4 17 0,4-4 18 0,-1 4 28 16,1-4 33-16,0 0 33 0,0 0 27 0,0 0 17 15,0 0-22-15,0 0-17 0,0 0-19 0,5-24-16 16,0 14-15-16,5-4-13 0,3-9-5 0,1 0-17 15,2 2-14-15,-2-2-5 0,1-1-12 0,-2 10-4 16,0-1-3-16,-6-2-8 0,3 5-4 0,-2 2-9 16,-1 3 2-16,-4-3-4 0,1 5-5 0,0 0 1 15,0 1-13-15,-2 1-14 0,0 1-22 0,-1-3-25 0,-1 5-29 16,0 0-12-16,0 0 16 0,0 0 18 16,-3 17-1-16,2-8 5 0,-3 1 1 0,2 2 7 15,-3 3 4-15,2 2 3 0,2 0 8 0,1 2 3 16,2 0 7-16,2-2 3 0,1 3-2 0,4-1 4 0,3-2 2 15,6 0 0-15,2 0-25 0,7-3-32 16,5-2-39-16,1-4-52 0,5-1-57 0,12-5-67 16,-9 1-300-16,9-7-635 0,-12-1 282 0</inkml:trace>
  <inkml:trace contextRef="#ctx0" brushRef="#br0" timeOffset="40809.15">15542 5698 265 0,'1'-6'303'0,"2"4"-8"16,-3 2-20-16,2-7-23 0,-2 7-21 0,1-3-28 15,-1 3-23-15,0-2-22 0,0 2-25 16,0 0-12-16,0 0-12 0,3 10-18 0,-3-3-5 0,1 2-8 15,-2 2-7-15,1 4-10 0,-4 2-4 0,2 3-8 16,-2-1 1-16,1 1-10 0,-3-1 0 0,3 1-3 16,1-1 0-16,-1-4-9 0,3-3-1 0,-4 0-2 15,4-6-2-15,0 2 0 0,-1 0 1 0,1-4 4 16,-1 1 30-16,1 0 50 0,0-5 12 0,4 2-2 16,-4-2-14-16,17-9-7 0,-5 4-11 0,3-2 0 15,2-4-3-15,2 1-4 0,4-3-1 0,-6 1-5 16,6-3-3-16,-7 4-1 0,-5 3 4 0,-1 0-3 15,1 1-7-15,-3 1-6 0,0 1-8 0,-4 2-4 16,2 1-8-16,-2-3-15 0,-1 4-23 0,-3 1-6 16,11 5-16-16,-5-2 3 0,2 5-10 0,-2 1-11 15,3 5-6-15,0 3-22 0,1 0-39 0,-2 2-34 16,-3 0-52-16,3 8-50 0,-3-9-94 0,-3 0-293 16,1-5-682-16,-2-4 302 0</inkml:trace>
  <inkml:trace contextRef="#ctx0" brushRef="#br0" timeOffset="43315.12">16953 4609 92 0,'3'-6'204'16,"1"-1"-19"-16,1 3-13 0,3-4-12 0,0 2-12 15,2 2-15-15,3 0-9 0,3-1-8 0,2 1-11 16,1 3-13-16,2 2 1 0,-1 3-15 0,-1 2-9 16,3 1-17-16,-4 2 0 0,0 5-4 0,-4-2 14 15,-3 5-6-15,1 7-12 0,-7 2-3 0,-2 0-2 16,-2 2-5-16,-5-1-5 0,-2 4-2 0,-5-2-1 16,0 2-5-16,-5-2 2 0,0-3-7 0,-1-3-1 15,2 1 1-15,1-4-4 0,0-3 0 0,1-4 2 16,-1 0-5-16,5-5 4 0,0 1 1 0,0-2 0 15,4 0 9-15,0-3 10 0,1-2 24 0,0 2 28 16,2-1 37-16,-1-1 54 0,3-2 41 0,0 0 10 16,0 0-21-16,0 0-30 0,4-15-17 0,1 4-16 15,5-4-17-15,3-2-14 0,5-7-8 0,2 0-14 16,6-3-7-16,-2 1-11 0,3-1-23 0,-2 0 6 16,1 2-4-16,1 2-6 0,-5 4-4 0,-7 6-4 15,-1 1 0-15,-5 4-9 0,-1 0-3 0,-1 1 2 16,-3 4-10-16,0-1-16 0,1 1-26 0,-1 1-31 15,-4 2-9-15,0 0 17 0,4 8-5 0,-4-2 2 0,0 6-1 16,-1 0 9-16,-3 7-4 0,0-2 12 16,0 4-6-16,0 3 9 0,0-3 3 0,4 3 7 15,0-4 2-15,4-2 2 0,-1 2-6 0,2-3-17 16,3 0-21-16,2-1-29 0,0-4-36 0,6 1-44 16,3-4-70-16,1-2-112 0,1-4-204 0,-1-5-602 0,4-1 267 15</inkml:trace>
  <inkml:trace contextRef="#ctx0" brushRef="#br0" timeOffset="43729">17613 4271 226 0,'1'-3'330'0,"1"-1"-25"0,-2 4-22 0,4-3-27 16,-1 0-25-16,-3 3-25 0,3-2-27 0,-3 2-16 15,0 0-22-15,0 0-15 0,13 6-14 16,-8-1-12-16,1 1-13 0,3 3-3 0,-5 2-12 15,1 4-4-15,-1 2-12 0,-3-1-7 0,-1 4-5 16,0-1-3-16,-2 6-5 0,-4-7-1 0,3 5-3 0,-1-3-3 16,-4-3-1-16,3-5 0 0,0 2-2 0,1-2-5 15,0-2-3-15,2-3-1 0,0 1-2 16,1-4 2-16,0-1 2 0,0 1 0 0,1 0 3 16,0-4 3-16,7 4 2 0,4-4 0 0,8-1-4 15,4 2 2-15,7-2-4 0,6-1-19 0,0-3-38 16,-3 5-38-16,3-1-49 0,-1 1-60 0,1-3-85 15,-4 3-231-15,0-5-538 0,-5 0 238 0</inkml:trace>
  <inkml:trace contextRef="#ctx0" brushRef="#br0" timeOffset="44663.35">18122 4850 56 0,'0'0'200'0,"-8"2"-14"0,8-2-3 0,-8 1-7 0,8-1-1 15,0 0-3-15,0 0 0 0,0 0-3 0,0 0-9 16,0 0-13-16,-5 2-12 0,5-2-6 16,0 0-6-16,0 0-3 0,0 0-3 0,0 0-7 15,0 0-5-15,0 0-3 0,0 0-10 0,0 0-12 16,0 0-5-16,0 0-10 0,0 0-2 0,0 0-8 0,0 0-2 15,0 0-4-15,0 0-11 0,0 0-3 0,0 0-1 16,0 0-5-16,0 0-3 0,0 0 1 16,0 0-5-16,0 0 2 0,0 0 1 0,0 0-4 15,0 0 4-15,0 0-3 0,0 0 1 0,0 0 9 16,0 0-10-16,0 0-1 0,0 0-3 0,0 0 4 0,0 0-7 16,0 0 11-16,0 0-1 0,0 0-7 15,0 0 7-15,0 0-4 0,0 0 1 0,0 0-7 16,0 0 10-16,0 0-4 0,0 0-8 0,0 0 5 15,0 0-8-15,0 0 6 0,0 0 11 0,0 0-8 16,0 0-3-16,0 0-2 0,0 0 7 0,0 0 6 0,0 0 4 16,0 0 1-16,0 0-9 0,0 0-1 0,0 0 0 15,0 0-5-15,0 0 0 0,0 0-1 16,0 0-2-16,0 0 2 0,0 0 0 0,0 0-4 16,0 0 0-16,0 0-5 0,0 0-6 0,0 0 18 15,0 0-17-15,0 0 2 0,0 0 3 0,0 0 0 0,0 0 20 16,0 0-27-16,0 0 21 0,0 0-20 0,0 0 3 15,0 0-1-15,0 0 3 0,0 0-3 0,0 0 11 16,0 0-7-16,0 0 5 0,0 0-6 16,0 0 5-16,0 0-6 0,0 0 0 0,0 0 2 15,0 0 0-15,0 0 8 0,0 0-3 0,26-8-11 0,-6 3 6 16,0 2-4-16,1 2 2 0,11-3-1 16,-2-2 1-16,1 2-1 0,5-1-2 0,1 0 5 15,-5 0-6-15,0 1-6 0,-14 1-4 0,1 1 15 16,-6-2-6-16,2 3 1 0,-3-2-3 0,-1 3 5 15,-4-1 1-15,-1 0-4 0,-1 1 1 0,-5 0-2 0,7-2-22 16,-7 2-2-16,0 0-20 0,7-1-17 16,-7 1-13-16,0 0-17 0,0 0-28 0,5-3-54 15,-5 3-43-15,0 0-46 0,0 0-41 0,-9-6-235 16,4 3-583-16,3 1 259 0</inkml:trace>
  <inkml:trace contextRef="#ctx0" brushRef="#br0" timeOffset="45043.01">18739 4531 5 0,'0'-10'374'0,"1"5"-10"0,-1-4 6 0,0 3-16 0,2 1-24 15,-2 0-24-15,0 1-39 0,0 0-14 16,0 4-31-16,1-5-24 0,-1 5-23 0,0-4-29 15,0 4-38-15,0 0-14 0,0 0-10 0,0 0-13 0,1 22-2 16,-1-11-6-16,0 10-5 0,0-2-15 0,-2 8 1 16,0 3-11-16,1-1 2 0,1 2-2 0,-1 0 13 15,-1-1-21-15,-1-2 0 0,1-1-3 16,4 0-2-16,-4-8 0 0,2 2-3 0,0-4 3 16,2-3-5-16,-2-2 12 0,1-2-16 0,-1-3 2 0,-1-1-9 15,1-1 10-15,-2 0-3 0,4 0-2 0,-2-1 5 16,1-1 0-16,-1 0 4 0,0-3 8 0,0 0-11 15,0 4-11-15,0-4 12 0,0 0 4 16,0 0-5-16,-3 4-2 0,3-4-6 0,0 0 2 16,0 0-4-16,0 0-3 0,0 0-78 0,0 0-67 0,-5-10-53 15,4 2-56-15,1-2-72 0,-3-1-274 0,3-1-648 16,3-5 288-16</inkml:trace>
  <inkml:trace contextRef="#ctx0" brushRef="#br0" timeOffset="45328.28">18960 4333 194 0,'1'-5'308'16,"0"1"-17"-16,2-2-25 0,1 4-27 0,-2-1-24 0,2 1-27 15,-4 2-19-15,12 2-11 0,-1 2-12 0,2 4-14 16,4 5-16-16,4 5-6 0,1 5-8 0,0 4-11 15,2 16-5-15,0 3 1 0,-6 2-5 0,-1 4-10 16,-8 3-7-16,-3 0-5 0,-3 1-4 0,-7 0 3 16,-4-3-13-16,-6-3-8 0,-1 1-2 15,-8-5-1-15,-4-5-5 0,-1 0-7 0,-4-4-5 0,-6 0-6 16,-3-4-14-16,-5-4-24 0,1 0-25 0,-10-2-57 16,0-1-49-16,-5-8-56 0,-32 10-283 0,27-16-537 15,-23-2 238-15</inkml:trace>
  <inkml:trace contextRef="#ctx0" brushRef="#br0" timeOffset="45860.93">16850 4347 92 0,'4'-6'254'0,"0"0"-8"16,-1 4-23-16,4-3-24 0,-6 2-22 0,3 1-18 15,-4 2-23-15,0 0-16 0,0 0-13 0,0 11-10 16,-5 5-8-16,-4 1-12 0,-2 11-6 0,-6 14-5 16,-1 6-3-16,-5 8-1 0,-9 20 0 0,11-22-3 15,3 4-4-15,-3 0-8 0,3 0-2 0,8-3-3 16,5-4-2-16,2-2-2 0,10-13-3 0,2-2 15 16,5 0 1-16,11 8-2 0,-3-14 2 0,19 4 1 15,13-6-9-15,7-4 1 0,31 3-10 0,5-4-37 16,5-8-59-16,8 1-79 0,-2-5-117 0,-4-8-171 15,-4-2-464-15,-9-1 205 0</inkml:trace>
  <inkml:trace contextRef="#ctx0" brushRef="#br0" timeOffset="47107.09">19416 4033 38 0,'3'-5'182'0,"-3"5"-14"0,2-3 4 16,-2 3-7-16,3-5-4 0,-3 5-5 0,1-4-3 15,-1 4-22-15,5-3-11 0,-5 3-10 0,0 0-15 16,0 0-18-16,0 0-3 0,0 0-9 0,0 0-9 16,0 0-6-16,0 0-5 0,0 15-4 0,-2-8-10 15,2 4-1-15,-2 2-2 0,0 2-7 0,-1 2 1 16,1 1-2-16,0 0 1 0,-3 1-4 0,4 1-3 16,-1-1 2-16,0 1-2 0,2 1-2 0,-1-2-1 15,1 0-1-15,0-1-4 0,-1-1 13 0,-1 0-11 16,2-5 3-16,0-3-3 0,2 1 0 0,-2-3-6 15,0 1 2-15,-2-3 0 0,2-1 4 0,-1 1 26 16,1-1 17-16,0-4 10 0,1 6 8 0,-1-6 14 16,2 5 22-16,-2-5-1 0,0 3 11 0,0-3 12 15,0 0 10-15,0 0 8 0,0 0 10 16,2 4 0-16,-2-4 12 0,0 0 7 0,0 0-17 16,0 0-16-16,10-12-10 0,-6 6-17 0,3-3-12 0,2 0-13 15,1-4-8-15,1-3-9 0,2 0-9 0,1-1-9 16,0-3 0-16,4 0-9 0,0-2-9 0,-4 1-2 15,0 5-3-15,0 0-7 0,-2 2-2 0,2 1-3 16,-4 1-2-16,-1 3-2 0,-2 1 0 16,0 1 0-16,-2 2-2 0,0 0-8 0,-2 2 1 0,1-1-4 15,-1 2-12-15,-1-2-31 0,-2 4-35 0,0 0-1 16,9 6 10-16,-6-2 5 0,1 4 20 0,1 3-6 16,1 1 0-16,1 5-3 0,-3 1 12 15,-3-1 3-15,3 3 10 0,-3 1 1 0,3 2 1 0,-4-4 4 16,2 1 0-16,-2-2 3 0,2-1 2 15,-2 0 1-15,0-1 2 0,-2-5 1 0,4-1 7 0,-2-2-10 16,0-2 10-16,0-1 6 0,0 0-7 0,0-1 2 16,0 1 4-16,0-2 4 0,0-3 6 0,0 4 40 15,0-4 2-15,4 4 5 0,-4-4 5 16,0 0 2-16,0 0-4 0,0 0-5 0,0 0-8 0,0 0-4 16,-3 4-2-16,3-4-5 0,0 0-5 0,0 0-3 15,0 0-10-15,0 0-12 0,0 0-61 0,0 0-61 16,0 0-48-16,9 0-50 0,-9 0-61 0,0 0-90 15,0 0-326-15,0 0-746 0,0 0 331 0</inkml:trace>
  <inkml:trace contextRef="#ctx0" brushRef="#br0" timeOffset="54025.27">4218 8252 98 0,'0'-4'155'0,"1"1"-3"15,-1-2 0-15,2 0 0 0,0-1-5 0,-1 1 6 16,0-1-8-16,1-1 0 0,0 2-6 0,0-2-4 16,-1 2-13-16,0 0 0 0,-1-2-8 0,1 3 1 15,2-1-10-15,-3 0 2 0,1 2-15 0,-1 3-12 16,1-7-4-16,1 6-12 0,-2 1-5 0,2-4-14 16,-2 4-19-16,0 0-4 0,0 0-5 0,-4 12-2 15,-1 0-2-15,-1 6-3 0,-2 7 1 0,-2 6-4 16,-3 1 0-16,-1 15 0 0,-1 2 1 0,1 5-4 15,-2-2 4-15,1-2-3 0,6-3 1 0,-1-1-2 16,5-10 2-16,-2-3-1 0,2 1 0 16,-1-2-4-16,6-4 3 0,-4-3 0 0,3 1-1 0,-2-8-5 15,2-2 5-15,1-1 1 0,-3-2 1 0,2-3-2 16,1-2 1-16,0 0 1 0,-2-3-2 0,2 0-2 16,0-1 4-16,0-1 2 0,0-3 3 0,-2 5 10 15,2-5 13-15,0 5 6 0,0-5 6 0,0 0 7 16,0 0 1-16,0 4 4 0,0-4 3 0,0 0-14 15,0 0-1-15,0 0-28 0,-4-14-15 0,4 4-24 16,0 0-22-16,-1-6-34 0,1-3-25 0,1-8-31 16,3-2-28-16,1-6-35 0,4-13-245 0,0 2-479 15,-1-3 213-15</inkml:trace>
  <inkml:trace contextRef="#ctx0" brushRef="#br0" timeOffset="54375.06">4195 8088 136 0,'-4'-25'183'0,"1"7"-1"0,2 1-5 15,0-3 11-15,-1 9-10 0,1-3-2 0,0 3-3 16,-1 1-4-16,1 1-8 0,0 3-12 0,1-1-11 16,-1 2-14-16,1 1-12 0,-2 1-16 0,2 3-9 15,0-7-34-15,0 7-15 0,3-3-7 0,-3 3-9 0,0 0-2 16,17 13-3-16,-3-4-3 0,1 2-6 16,5 6-1-16,3 4-1 0,3-2 0 0,1 2 0 15,0 3-1-15,-3-2-1 0,4 3 2 0,-4 0 0 16,-1 1-3-16,-1 0 1 0,-7-2 2 0,-3-1-4 0,-3-1 2 15,-3-3 2-15,-6-1-6 0,-5 0 5 16,-5 5 2-16,-3-7 0 0,-10 2 1 0,-6 0 2 16,-1-4 1-16,-3 3 3 0,-3-5 4 0,3 0 1 15,-3-2 6-15,3 2-3 0,1-2-2 0,0-5 2 16,3 2-2-16,11-4 0 0,-5 1-3 0,5 0-4 0,7 1-1 16,0-2 5-16,2-2-3 0,3 1-4 0,2-2 1 15,-2 2-1-15,6-2-5 0,-9 0 3 16,9 0-7-16,-6 3-20 0,6-3-5 0,-3 2 0 15,3-2-10-15,4 7-20 0,3-5-28 0,0 0-47 0,6-1-58 16,-2 3-229-16,1-1-451 0,-1-3 199 16</inkml:trace>
  <inkml:trace contextRef="#ctx0" brushRef="#br0" timeOffset="54975.13">4659 8726 137 0,'0'0'233'0,"0"0"-13"0,0 0-8 0,0 0-14 16,-3-5-16-16,3 5-16 0,0 0-16 0,0 0-14 15,0 0-12-15,-3-2-15 0,3 2-11 0,0 0-14 16,0 0-6-16,0 0-9 0,0 0-7 0,0 0-9 15,0 0-3-15,-12 5-7 0,4-2-5 0,0 1-3 16,-1 3-3-16,0-1-5 0,-2 1-3 0,2 1-3 16,-4 3-4-16,-1 0-4 0,5 2 0 0,-5-3-2 15,8 1-1-15,-2 2-3 0,0-5-1 0,2 8-1 16,-3-3 3-16,4-2-2 0,2-1 0 0,2 1-1 16,-3-2 0-16,4 0 2 0,0-2-1 0,0-1-4 15,1 1 10-15,2-2 13 0,1 2 9 0,-1-5 19 16,3 1 12-16,1-1 11 0,5 1 17 0,-2-2-4 15,4-2 3-15,-1-2 8 0,1 0-1 0,4-4 4 16,-1 0 4-16,-5-2-3 0,4-1-9 0,-3-4-14 16,-1 2-7-16,-3-3-6 0,2 1-6 0,-5 4-4 15,0-7-2-15,1 2-7 0,-5 5-6 0,-2-4-5 16,0 2-7-16,0-1-7 0,-5 2 0 0,-1 1-15 16,-2 0-18-16,-3 1-14 0,-1 3-22 0,-6 0-38 15,0 1-29-15,-1 4-34 0,0 1-43 0,-1 1-41 16,8 1-66-16,-1 1-261 0,-1-1-603 0,9 0 267 15</inkml:trace>
  <inkml:trace contextRef="#ctx0" brushRef="#br0" timeOffset="57127.87">5171 8225 53 0,'6'-2'193'0,"-2"-3"-18"16,4 1-4-16,-3 1-22 0,5-1-9 0,4 0-8 16,-1 2-11-16,1-2-11 0,4 4-11 0,2 0-12 15,1 2 4-15,-2 1-11 0,0 2-9 0,0 2-6 16,-2 0-8-16,1 1-2 0,-3 3-7 0,-1 1-3 16,-1 4-4-16,-4-3-5 0,0 3-2 0,-4 1-4 15,-2 1 2-15,-3 4-5 0,-3-3 1 0,-2 4-2 16,-7 0-2-16,0 0-1 0,0-5 0 0,-2 2-3 15,1-3-2-15,-2-3-1 0,-1 1-1 0,1-1-1 16,2-2 3-16,-2-3-6 0,6-1 2 0,0-2 0 16,0 0 5-16,3-2 15 0,1 0 6 0,0-2 12 15,2 0 17-15,-1 1 19 0,1-1 35 0,3-2 34 16,0 0-13-16,0 0-9 0,0 0-13 0,4-16-16 16,3 8-10-16,3-6-12 0,4-1-8 0,4-6-5 15,3-4-9-15,0 4-6 0,1-4-10 0,1 5-2 16,-1 0-4-16,-3 2 1 0,0-2-11 0,-4 6-3 15,-3 2-1-15,-1 2 0 0,0 2-6 0,-4 0-5 16,-2 0 5-16,1 4-9 0,-3 0 4 0,2 0-9 16,-1 0 3-16,-1 2-4 0,-2-1-8 0,-1 3 3 15,5-5-26-15,-5 5-16 0,0 0 0 0,0 0 5 16,0 0 5-16,-5 12 4 0,0-3 7 0,-1 1-3 16,1 1 4-16,-2 0-1 0,3 5 4 0,-1-4-7 15,3 4 7-15,-1-1 1 0,-1 2 4 0,7-2-3 16,-2 1 9-16,2-2-6 0,0 1 5 0,6-1-16 15,0 1-14-15,5-4-28 0,3 0-33 0,1 0-48 16,-3-1-64-16,7-5-79 0,1-2-218 0,-4 0-547 16,0-3 242-16</inkml:trace>
  <inkml:trace contextRef="#ctx0" brushRef="#br0" timeOffset="57406.02">5834 8187 137 0,'0'-5'293'15,"0"5"-30"-15,0-4-24 0,0 4-28 0,3-3-27 0,-3 3-18 16,0 0-20-16,0 0-9 0,15 7-12 0,-6 1-11 16,6 3-11-16,-2-1-8 0,10 10-9 0,-4 0-1 15,0 3-15-15,2 0-4 0,-5 3-5 16,1 0-2-16,-7 4-3 0,3-1-10 0,-7 2-4 0,-3 0-10 15,-3-2-8-15,-4 5-3 0,-10-3-5 0,1-2-7 16,-8-2-12-16,-5 0-28 0,-2-1-31 0,-10 6-18 16,-3-6-43-16,-8-4-59 0,12-10-220 0,-11 4-434 15,10-8 193-15</inkml:trace>
  <inkml:trace contextRef="#ctx0" brushRef="#br0" timeOffset="57807">5370 8054 47 0,'-9'2'155'0,"-5"0"-8"0,-3 4-9 0,1 1-14 15,-3 3-8-15,-3 4-9 0,-6 3-4 0,5 6-10 16,-5 0-12-16,-7 13 1 0,9-10-4 0,-5 12-9 0,8-10 1 15,-4 14-11-15,9-12-5 0,3 2-4 0,6-2 1 16,-1-2-9-16,2 2-1 0,6-2 0 16,-1-3 29-16,3-4-6 0,4 2-3 0,5-5-7 15,0-2-1-15,10 5-3 0,1-4 1 0,11 0-2 0,4-3-24 16,18 1-39-16,1-1-43 0,3-9-52 16,-3 0-233-16,1-1-369 0,-4-3 165 0</inkml:trace>
  <inkml:trace contextRef="#ctx0" brushRef="#br0" timeOffset="58161.93">6515 8347 128 0,'0'0'345'0,"0"-2"-18"16,0 2-8-16,0 0-19 0,-1-6-16 0,1 6-23 15,1-7-31-15,-1 7-19 0,3-2-25 0,-2 0-20 16,4-1-23-16,2 0-24 0,5-1-29 0,5 0-34 16,3 0-32-16,1 2-38 0,8-3-50 0,-1 3-35 15,-6 2-60-15,1-3-60 0,-5 2-220 0,1-2-477 16,-6 3 211-16</inkml:trace>
  <inkml:trace contextRef="#ctx0" brushRef="#br0" timeOffset="58327.98">6575 8451 96 0,'-6'5'151'0,"1"-2"7"16,0-1 7-16,1 1 8 0,1-2 1 0,3-1-10 15,-2 5-6-15,2-5-4 0,9 4-14 0,1-4-15 16,8-2-10-16,3 0-14 0,6 2-22 0,5-2-22 16,0-1-32-16,0-1-25 0,4 2-45 0,-2-1-50 15,1-2-78-15,2-2-114 0,-3 2-312 0,1-2 139 16</inkml:trace>
  <inkml:trace contextRef="#ctx0" brushRef="#br0" timeOffset="58561.65">7306 8202 71 0,'0'-6'326'0,"0"2"-2"16,0 4-3-16,0-7-14 0,0 4-15 0,0 3-37 0,0-4-21 15,0 4-27-15,0 0-29 0,0-5-7 0,0 5-38 16,0 0-18-16,0 0-15 0,0 13-9 0,0-3-7 16,0 5-9-16,-3 2-11 0,2 8 0 15,1 3-14-15,0 2-2 0,0 6-26 0,0-1-34 0,0 0-36 16,4 1-57-16,-7 1-45 0,3-1-46 0,-1-4-308 16,-2-1-545-16,0-6 241 0</inkml:trace>
  <inkml:trace contextRef="#ctx0" brushRef="#br0" timeOffset="61560.92">10078 8120 90 0,'1'-6'165'15,"-2"3"7"-15,2-1-7 0,-1 4-3 0,-1-7-5 16,2 2-9-16,-1 2 0 0,0-3-15 0,0 6 1 15,1-7-7-15,-1 6-5 0,0 1-15 0,-1-5-6 16,1 5-12-16,0 0-9 0,1-6-18 0,-1 6-23 16,0 0-10-16,0 0-4 0,0 0-5 0,-2 15-5 15,0-5 1-15,0 2-2 0,-1 6-6 0,-2 0 1 16,-1 10 2-16,2-2-1 0,0-1-3 0,-2 1 4 0,-1-1-4 16,3 1 0-16,-2 1 0 0,2-3 3 15,-2 4-3-15,5-8-1 0,-2-2 3 0,1 1-7 16,2 0 4-16,-4-2 1 0,0-3-5 0,3 1 4 15,-3-4-1-15,0-1-1 0,3 0-1 0,-2-2 3 0,2-1-5 16,-3 0 3-16,4-2 0 0,-1 0 1 16,-2-1-1-16,2 0 0 0,1-4 1 0,-4 6-3 15,4-4-1-15,0-2 2 0,-4 3-7 0,-1-2-16 0,5-1-26 16,0 0-31-16,-10-8-33 0,6 0-39 16,0-1-201-16,-1-1-379 0,2-7 168 0</inkml:trace>
  <inkml:trace contextRef="#ctx0" brushRef="#br0" timeOffset="61924.4">9968 8029 151 0,'-1'-11'182'0,"-2"0"7"0,3 1 3 16,0 2-5-16,-1 0-4 0,-2 1-6 0,3 1-14 16,0 1-8-16,0 0-19 0,0 1-10 0,0 4-15 15,0-5-13-15,0 1-10 0,0 4-9 0,4-2-12 16,-4 2-4-16,13 0-17 0,-3 2-4 0,-1 0-6 15,5 2-2-15,3 3-8 0,0 2-1 0,0-2-2 16,2 4-6-16,0 0 0 0,5 1-3 0,-3 4-4 16,-3-4 0-16,-4 1-2 0,0 1-4 0,-5-2-3 15,-1-2 2-15,-3 0 1 0,1 2-4 0,-5-2 1 16,-2 1-5-16,-1-3 4 0,-6 4 1 0,-2-2 0 16,-8 5-2-16,-4-2 3 0,-5 0-2 0,-1 1 3 15,-2-3 4-15,-2-2-6 0,1 1 1 0,3-2 0 16,0-1 0-16,-2-1-4 0,11-1 7 0,1 0 0 15,-1-2-2-15,0 1-1 0,8 0-2 0,-1-3 2 16,2 3-2-16,3-2-1 0,1-1-10 0,0 2-13 16,2-1-19-16,-1-1-23 0,5-1 10 0,0 4-10 15,0-4-38-15,10 5-53 0,-5-5-206 0,8 2-391 16,0-2 173-16</inkml:trace>
  <inkml:trace contextRef="#ctx0" brushRef="#br0" timeOffset="62340.15">10347 8468 292 0,'0'0'300'16,"0"0"-18"-16,-1-5-22 0,1 5-20 0,0 0-24 16,0-4-22-16,0 4-20 0,0 0-18 0,0 0-22 15,0 0-14-15,0 0-20 0,0 0-25 16,0 0-14-16,0 0-10 0,0 0-3 0,0 0-9 0,0 21-2 16,0-11-5-16,-3 1-2 0,2 6-14 0,-4 1-1 15,1-1-4-15,1 2 3 0,0 0-3 0,-1 0 0 16,2-1 0-16,-2 1-2 0,2-2 0 0,0 0 2 15,-1-2-7-15,3-3 4 0,0 0 2 0,-2-5-9 16,-1 1 5-16,2-2 0 0,0 0 0 0,1-2 1 16,-2 1 2-16,4-2 1 0,-2-3 8 0,-2 5 15 15,2-5 9-15,-1 4 6 0,1-4 3 0,0 0 0 16,-1 4-4-16,1-4-6 0,0 0 1 0,0 0-9 16,0 0-5-16,0 0-25 0,0 0-22 0,4-13-23 15,-3 7-44-15,0 0-49 0,4-1-53 0,-2-3-68 16,1 0-201-16,2-2-493 0,-3 0 218 0</inkml:trace>
  <inkml:trace contextRef="#ctx0" brushRef="#br0" timeOffset="63524.17">10759 8168 157 0,'4'-3'179'0,"-1"-1"-18"16,3 1-11-16,0 1-18 0,0-1-16 0,3 1-9 15,2-2-10-15,0 3-8 0,-1 1-9 0,3 0-7 16,0 1-8-16,1 1-4 0,3 5-5 0,-6-2-4 16,2 2-6-16,-2 0 2 0,0 0-6 0,0 7-2 15,-2-3-6-15,-3 1 1 0,1 2-6 0,-3 1 0 16,-4 1-8-16,-2 0 1 0,-2 0 1 0,1 2-2 15,-5-1-5-15,-3-1 3 0,0 2-1 0,-5 2-3 16,4-8-4-16,-2 1 0 0,3-5 4 0,2-1-5 16,0 0 2-16,-3 0 4 0,6-3-4 0,-2 1-4 15,4-2 13-15,-2 2 25 0,3-2 21 0,1-2 22 16,2-1 25-16,-4 4 22 0,4-4-1 0,0 0-13 16,0 0-9-16,-3-11-16 0,6 5-5 0,2-5-12 15,5-1-5-15,-1-5-14 0,0 0 1 0,9-4-13 16,-5 5-4-16,6-5-5 0,-6 7-3 0,2-1-1 15,-1-2-9-15,1 5 3 0,-2 0-6 0,1 1 3 16,-6 3-6-16,2-1 0 0,-2 3-4 0,2 1-1 16,-5 0 2-16,0 2-7 0,2-1 10 0,-1 1-16 0,-5 2-7 15,3-2-12-15,-4 3-13 0,5-1 3 16,-5 1-5-16,0 0-2 0,12 5 1 0,-11-2-2 16,7 4-2-16,-7-2 3 0,3 0 0 0,-3 2 2 0,6 3 3 15,-5-1 3-15,2 1 1 0,0 1 1 16,-2 0 1-16,2-1 6 0,-1 0-2 0,0-1 1 15,1 0-1-15,-1-1-9 0,1 0-4 0,-2-2-12 0,2 4-16 16,0-5-22-16,1 3-23 0,-1-2-27 0,1-2-42 16,1 0-45-16,1 0-209 0,0-3-460 0,1-1 204 15</inkml:trace>
  <inkml:trace contextRef="#ctx0" brushRef="#br0" timeOffset="63823.42">11280 8083 87 0,'0'0'239'0,"0"-4"-24"16,0 4-19-16,0-4-24 0,0 4-16 0,5-1-17 15,-5 1-12-15,11 4-10 0,-6-1-14 0,6 1-7 16,-1 6-10-16,7-2-5 0,-3 4-12 0,6 6-1 15,-2 0-4-15,0 3-7 0,-1 1-2 0,-1-1-6 16,2 4-5-16,-5-1 2 0,-4 1-6 0,4 4-4 16,-8 0-1-16,-4 0-4 0,-1 0-2 0,-5-2-1 15,-5 1-2-15,-3-2-7 0,-5 2 0 0,-1-4-5 16,-7 0-5-16,-2-2-6 0,-5-3-32 0,-1 0-29 16,-15 4-40-16,13-10-40 0,-13-2-234 0,11-1-403 15,3-6 178-15</inkml:trace>
  <inkml:trace contextRef="#ctx0" brushRef="#br0" timeOffset="64291.16">10948 8029 120 0,'-1'-1'209'15,"1"1"-20"-15,-5-4-20 0,5 4-16 0,-2-4-14 16,2 4-12-16,-2-5-17 0,2 5-8 0,-1-3-13 16,1 3-11-16,0 0-5 0,-9-1-8 0,3 0-10 15,6 1-5-15,-12 2-2 0,4 1-5 0,-4 2-8 16,1-1-1-16,-7 4 1 0,0 2-4 0,-6 5-2 16,2 3-2-16,-1 2-2 0,0 0 1 0,0 5 5 15,1 0-2-15,3 4-6 0,-1-3-1 0,4 2-2 16,0 3-4-16,7-3 0 0,0 0-2 0,4 1-1 15,1-3 1-15,4 1-1 0,4-3 2 0,2 0 0 0,3-8 0 16,9 5 0-16,0 0 2 0,11-4-2 16,1-3 0-16,6 0-2 0,13 3-31 0,-10-8-49 15,16 3-72-15,-18-7-223 0,4-1-391 0,-2-4 173 16</inkml:trace>
  <inkml:trace contextRef="#ctx0" brushRef="#br0" timeOffset="65139">11937 8342 119 0,'0'0'157'16,"0"0"-14"-16,0 0-15 0,0 0-11 0,0 0-16 15,0 0-9-15,0 0-9 0,0 0-7 0,0 0-9 16,0 0-6-16,-4 2-9 0,4-2-4 0,0 0 1 0,0 0 6 16,0 0 2-16,0 0 5 0,0 0 11 0,0 0 14 15,0 0 6-15,0 0 3 0,0 0-2 16,0 0-7-16,0 0-6 0,0 0-10 0,0 0-5 16,14-9-9-16,-5 9-5 0,4-3-1 0,6 2-11 0,0 0-4 15,0-1-12-15,3 1-8 0,1-1-5 16,-4 0-7-16,11-1-4 0,-10 1-9 0,2 2-7 15,-4 0-12-15,-4-3-7 0,-1 3-13 0,-1 0-15 16,-5 0-10-16,0 0-12 0,-1-1-16 0,-6 1-17 16,7-1-53-16,-7 1-123 0,0 0-317 0,0 0 140 15</inkml:trace>
  <inkml:trace contextRef="#ctx0" brushRef="#br0" timeOffset="65429.7">11993 8494 74 0,'0'0'196'0,"-2"3"1"15,2-3-3-15,0 0-15 0,0 0-11 0,0 0-18 16,0 0-13-16,0 0-13 0,24-3-14 0,-11 3-10 16,10-2-9-16,4 2-9 0,3-1-9 0,-3 1-10 15,1-1-24-15,1-3-12 0,0 5-24 0,-9-1-33 16,2 0-23-16,-2 0-51 0,-2-1-48 0,-4 0-126 16,3 1-302-16,-2-3 134 0</inkml:trace>
  <inkml:trace contextRef="#ctx0" brushRef="#br0" timeOffset="66039.06">13000 8207 196 0,'9'-5'192'0,"-9"5"-20"0,9 0-13 0,-1 0-11 16,2 1-19-16,0 2-3 0,2-1-18 0,-1 3-7 15,1 1-10-15,2 1-10 0,0 2-8 0,-4 1-4 16,3 2-11-16,-3 0-7 0,-2 2-9 0,-2-1 3 16,-1 2-6-16,-5 4-1 0,0 0-6 0,-5 0 0 15,0 0-2-15,-5 4-1 0,-3-2-1 0,3-4 1 16,-7 0-5-16,0 0-3 0,3-2-2 0,-1-1-5 16,1-1 2-16,-1-1 2 0,2-3-12 0,0 0 10 15,4-3-1-15,0-1 0 0,-1 2-2 0,5-3 1 16,-1 0 5-16,3 0 15 0,-1-2 28 0,0 2 26 15,2-2 28-15,2-2 19 0,0 0 19 0,0 0-13 16,0 0-23-16,0 0-5 0,11-15-15 0,6 3-4 16,6-7-10-16,1 1-7 0,3-2-15 0,1-6-4 15,9-5-1-15,-10 7-10 0,1 5-4 0,-5 1 0 16,-4-2-16-16,-2 8 8 0,-4 0-3 0,-2 3 18 16,-5 2-8-16,2 0-6 0,-3 2 6 0,-2 0 8 15,1 0-27-15,1 3-9 0,-3-1-4 0,-2 3-21 16,3-5-17-16,-3 5-13 0,0 0 1 0,0 0 2 15,0 0 8-15,-3 15-3 0,1-8-7 0,-2 5 5 16,-1 5 3-16,5 9 3 0,4-3-1 0,3 3 9 16,6 1 1-16,8 0-4 0,1-4-30 15,9 1-42-15,11 1-66 0,5-1-110 0,-9-13-272 0,0-3-587 16,13 0 260-16</inkml:trace>
  <inkml:trace contextRef="#ctx0" brushRef="#br0" timeOffset="67255.98">15842 7972 195 0,'0'-7'199'16,"0"-2"-4"-16,3 2-7 0,-2 1-5 0,-2-1-3 16,1 3-12-16,0-3-13 0,0 5-15 0,0-3-12 15,0 5-12-15,0-5-13 0,0 5-15 0,0 0-19 16,-3-5-25-16,3 5-8 0,0 0-7 0,0 17-1 15,-1-4-6-15,-3 6-2 0,-1 9 2 0,-3 2-5 16,3 4-2-16,-4-1 9 0,5 2-5 0,-6-1-3 16,6 1 1-16,-3 0-1 0,1-3-4 0,1 1 0 15,-1 1 1-15,3-5 1 0,0 1-5 0,-1-2 2 0,1-3 2 16,-2-1-6-16,2-8 5 0,0-3-3 16,1-1 0-16,-4-1 3 0,5-3-5 0,-3 2-1 15,3-3 2-15,-1 0 0 0,0-2-2 0,0-2-2 16,0 3 3-16,1-3-4 0,1-3 1 0,-2 5-2 0,1-2-3 15,1-3 6-15,-4 3-7 0,4-3-22 0,0 0-24 16,0 0-44-16,-10-11-71 0,6 0-220 16,2 1-414-16,3-10 183 0</inkml:trace>
  <inkml:trace contextRef="#ctx0" brushRef="#br0" timeOffset="67583.05">15851 7758 6 0,'-1'-9'229'0,"-2"2"-8"16,2 1-16-16,0 2-11 0,-2-1-17 0,3 1-18 15,-1 1-19-15,1 3-19 0,0 0-17 0,1-5-11 16,-1 5-12-16,13 3-9 0,-2-1-10 16,1 5-4-16,7 1-7 0,-1 3-5 0,5 1-8 0,1 5-1 15,4-2-1-15,-8 2-4 0,1 3-5 0,-2 0 0 16,-2 1-3-16,-7-3-4 0,-1 0-6 0,-1 1 4 15,-4-2-4-15,-3 1 2 0,-1 1-2 0,-4-3-5 16,-5 2 0-16,0-1 1 0,-11 4-4 16,-6-5 5-16,-1 0 4 0,1-1-5 0,-5-1-3 0,3-2 4 15,3-1-4-15,-3-1-4 0,4 0 7 0,1-5-7 16,5 2 1-16,-1 1 2 0,-1-3-2 16,7-1 0-16,0 3-10 0,1-4-31 0,3 2-30 15,2 0-14-15,3-1-21 0,3 1-43 0,0-3-194 0,1-2-365 16,10 3 162-16</inkml:trace>
  <inkml:trace contextRef="#ctx0" brushRef="#br0" timeOffset="68110.36">16026 8369 33 0,'0'0'224'0,"0"0"-14"16,0 0-25-16,0 0-15 0,0 0-19 0,0 0-18 15,0 0-12-15,0 0-12 0,10 6-15 0,-2-3-5 16,-2-2-9-16,2 5-10 0,0-1-7 0,-2 2-5 15,6 1-6-15,-5-1-8 0,-2 3-5 0,2 1 1 16,-2 2-11-16,-3 4 3 0,2 0-8 0,-6 0 1 16,-1 9 0-16,-4-3-4 0,-4 0 2 0,-3 0-2 15,0 0-2-15,-1-1-4 0,-6-1 4 0,2-3-5 16,6-4-2-16,-1 0-7 0,2-3 7 0,-1 0-3 16,-1 1 2-16,5-7 0 0,0 1 0 0,1-2-2 15,3 1 0-15,0-2 10 0,1 1 17 0,1-1 26 16,3-3 24-16,-3 2 5 0,3-2 7 0,-3 3-1 15,3-3-3-15,0 0 0 0,0 0-12 0,0 0-14 16,22-5 4-16,-8 2 5 0,3-2-22 0,4 1 0 16,6-1-5-16,1 0-4 0,0 2-2 0,2-1-4 15,-4 0-10-15,-8 1 3 0,2 1 6 0,-5-1-12 16,0 1-5-16,-6 1 3 0,-2 1-4 0,1 0-4 0,-2-2-5 16,-6 2 0-16,9 0-2 0,-9 0-6 0,7 0-18 15,-7 0-20-15,7-1-15 0,-7 1-19 16,0 0-22-16,0 0-26 0,0 0-34 0,7 0-48 15,-7 0-12-15,0 0-50 0,0-7-182 0,0 7-478 16,-5-10 211-16</inkml:trace>
  <inkml:trace contextRef="#ctx0" brushRef="#br0" timeOffset="68722.3">16694 7978 178 0,'4'-4'250'0,"-1"2"-17"0,-2-1-23 15,3-1-19-15,0 2-18 0,2 1-21 0,-1 0-14 16,-5 1-16-16,10 1-9 0,-3 1-15 0,-1 2-11 16,1 0-11-16,0 4-8 0,0 1-13 0,-2 0 0 15,-2 3-10-15,-1 1-2 0,-1 4-2 0,-1 1-7 16,-6 2-5-16,-3 2 1 0,0 2-2 0,-4-1-7 15,3-6 0-15,0-2-4 0,-4 8 0 0,1-10-3 16,0 1 2-16,3-1-1 0,0-4-3 0,3 0 1 16,-2-4-3-16,4 0 0 0,1 0 11 0,2 0 20 15,-1-3 18-15,-1 2 31 0,4-1 43 0,0-3 23 16,0 0 12-16,0 0-19 0,0 0-14 0,0 0-12 16,8-19-4-16,1 10-26 0,1 0-5 0,7-5-27 15,-2-1 4-15,-1 0-4 0,7-3-2 0,-6 3-11 16,8-3-8-16,-9 4-3 0,3 1 0 0,-4 2-7 15,-3 2-5-15,-3 1 4 0,1 1-12 0,-3 4 3 16,0-1-2-16,0 0-11 0,-1 1-11 0,1 0-20 16,-1 0-32-16,-4 3-12 0,0 0 7 0,0 0 8 0,14 8 3 15,-13-3 6-15,3 2 6 0,0-1 3 0,1 4 1 16,-1-1 0-16,-3 2-6 0,3 1-7 16,1 1-14-16,0 1-16 0,-1-2-16 0,0 0-15 15,-3-2-20-15,3 1-18 0,0-1-38 0,-1-3-43 0,0-2-262 16,-3 0-530-16,0-5 235 0</inkml:trace>
  <inkml:trace contextRef="#ctx0" brushRef="#br0" timeOffset="68989.19">17048 7919 237 0,'0'-3'252'0,"1"0"-24"0,-1 3-25 0,3-5-20 0,-3 5-19 16,9 0-13-16,-9 0-11 0,13 7-14 0,-3-3-11 16,0 5-9-16,4 1-12 0,-1 4-10 0,6 6-3 15,-2 1-8-15,-2 1-2 0,-2 5-11 16,-3-2-7-16,0 3-2 0,-4 1-4 0,-5 3-3 0,-5-3-6 16,-2 4-4-16,-3-1-3 0,-5-3-4 0,-4 2-4 15,0-1-5-15,-5-5 0 0,0 3-22 0,-4-6-29 16,-1-1-25-16,1-1-33 0,-5-2-35 0,-1-7-42 15,-3-1-211-15,3-6-410 0,-2 3 181 16</inkml:trace>
  <inkml:trace contextRef="#ctx0" brushRef="#br0" timeOffset="69338.55">16738 7758 3 0,'0'0'170'16,"-5"-1"-21"-16,5 1-17 0,0 0-4 0,-17 7-16 15,7 2-1-15,-7 1-6 0,-6 10-10 0,-1 6-1 16,-11 10-7-16,1 5 0 0,-1-1-6 0,0 7 4 16,1-1-7-16,6-3-8 0,4 0-7 0,10-10-4 15,4 1-6-15,3-1-6 0,5-1-6 0,4 0 3 16,5 1-1-16,6-4-1 0,7 2-3 0,16 4-3 16,7-5 3-16,6 0-5 0,7-8-34 0,0-1-77 15,7-6-115-15,0-8-118 0,-3-4-335 0,-3-3 147 16</inkml:trace>
  <inkml:trace contextRef="#ctx0" brushRef="#br0" timeOffset="69857.36">17724 8201 256 0,'0'0'259'15,"0"0"-11"-15,0 0-9 0,-5-4-16 0,5 4-15 16,0 0-14-16,0 0-19 0,0 0-15 0,0 0-16 16,0 0-16-16,0 0-9 0,18 0-17 0,-4-1-8 15,5 2-10-15,3-2-20 0,6 1-25 0,4 0-35 16,-1 0-39-16,-1 0-43 0,1 0-57 0,-3-1-73 15,-5-2-173-15,-5 1-413 0,5 1 183 0</inkml:trace>
  <inkml:trace contextRef="#ctx0" brushRef="#br0" timeOffset="70003.02">17850 8308 94 0,'0'0'220'0,"2"3"-1"0,-2-3-10 0,17 3-27 15,1-2-17-15,8 2-17 0,6-1-27 0,4 0-50 16,1-1-59-16,13-1-92 0,-12 0-148 0,1-5-245 16,-5 2 110-16</inkml:trace>
  <inkml:trace contextRef="#ctx0" brushRef="#br0" timeOffset="72122.81">19201 7720 134 0,'2'-12'255'16,"-1"4"-11"-16,1-2-7 0,-2 6-17 0,0-2-18 15,2 0-18-15,-2 3-20 0,1-1-21 0,-1 4-17 0,0-5-20 16,0 5-20-16,0 0-10 0,0 0-10 16,0 0-6-16,0 24-7 0,-3-8-8 0,1 2-5 15,-1 2-10-15,0 5 6 0,0 0-7 0,2 0-2 16,0 1-3-16,-1 1-2 0,4-1 0 0,-2-7-4 0,0-1-3 16,1 0-2-16,0-3 2 0,0-1-2 0,-1-2 1 15,0-2-1-15,0 0-1 0,0 0-1 16,0-1-1-16,-1-1-10 0,0-1-13 0,0-2-25 15,2 0-21-15,-4-1-37 0,2 2-19 0,0-3-35 0,-2 3-55 16,1-4-144-16,-2 1-376 0,0-2 166 0</inkml:trace>
  <inkml:trace contextRef="#ctx0" brushRef="#br0" timeOffset="72505.61">18819 8293 25 0,'0'0'178'0,"-5"1"13"0,5-1-12 0,0 0-8 16,-8 2-9-16,8-2-13 0,0 0-13 0,-4 1-12 15,4-1-8-15,0 0-10 0,0 0-8 0,0 0-3 16,0 0-5-16,0 0-10 0,0 0 10 0,0 0 0 15,0 0 4-15,0 0 1 0,0 0-2 0,0 0-14 16,16-5-3-16,-6 2-11 0,12-1-5 0,10-1-1 16,5-1-15-16,18-1-2 0,2 0-2 0,9-1-2 15,26-1-1-15,-28 1 9 0,32-1 3 0,-33 3-2 16,2 0 2-16,-3 0-6 0,-7 4 6 0,-4-3-13 16,-17 1-5-16,-2 4-3 0,-10-1-5 0,-3 0-2 15,-3 1 1-15,-5 0-12 0,-3-1-19 0,-2 1-17 16,-6 0-15-16,9 1 3 0,-9-1 0 0,0 0-1 15,0 0 2-15,-14 7-34 0,0-3-41 0,-1 3-23 16,-3-2-35-16,-3 0-44 0,3 0-191 0,-2-2-438 16,5 1 194-16</inkml:trace>
  <inkml:trace contextRef="#ctx0" brushRef="#br0" timeOffset="73075.22">19329 8383 12 0,'0'0'210'0,"0"0"-12"15,-4 2-13-15,4-2-13 0,0 0-17 0,0 0-14 0,0 0-9 16,0 0-16-16,0 0-13 0,0 0-7 16,0 0-13-16,0 0-11 0,0 0-7 0,0 0-6 15,0 0-6-15,0 0-3 0,7 8-4 0,-2-6-4 0,0 3 6 16,4 2 6-16,0 0-9 0,2 3-3 0,1 2-8 16,-2 3 0-16,-1-2-4 0,1 3-4 0,-2 1-5 15,-2-1-1-15,-2 2-3 0,-2 3-3 0,-2-2 1 16,-2 6-1-16,-2-6-2 0,-2 7-5 0,-2-8-6 15,-4 5 4-15,0-1 1 0,-1-6 0 0,2-1-3 16,-3 1 5-16,0-3-2 0,-3 1-3 0,4-3 1 16,-1-1-2-16,5-1 4 0,0-2 1 0,4-3-5 15,-4 2 2-15,6-3 1 0,-1 1 2 0,1-1 25 16,-1-2 20-16,2 3 18 0,2-4 14 0,0 0 7 16,-3 4 8-16,3-4-4 0,0 0-5 0,0 0-5 15,16-1-15-15,1 0-3 0,2-3-12 16,7-1-1-16,5 0 0 0,3 1 2 0,1-1 10 0,-1 1-2 15,-2 0-10-15,1 1 0 0,2-1 0 0,-6 2-16 16,-1-1 7-16,-9 3-4 0,-4 0-7 0,-3-2-5 16,-3 2 1-16,-4 0-6 0,3 0 0 0,-4 0-3 15,3 0-7-15,-7 0-2 0,8 0 4 0,-8 0-23 16,0 0-8-16,9 0-19 0,-9 0-24 0,4-3-34 16,-4 3-38-16,0 0-52 0,0 0-63 0,0 0-81 15,0 0-189-15,4-3-555 0,-3-1 245 0</inkml:trace>
  <inkml:trace contextRef="#ctx0" brushRef="#br0" timeOffset="74091.97">20478 7879 73 0,'2'-5'273'0,"1"1"-27"16,2-1-28-16,-1 1-29 0,5 1-12 0,2 1-19 16,1-1-16-16,3 3-15 0,3-1-11 0,0 1-17 0,1 1-6 15,3 2-7-15,-3 2-16 0,-2 2-5 0,-1 2-12 16,-1-1-11-16,-4 1-8 0,-2 0-8 15,-1 5-3-15,-4-2-12 0,-2 1-6 0,-2 2-4 16,-2 0 0-16,-5 3 3 0,-2-1-2 0,-4-1 0 0,-3 3-4 16,0-4 2-16,2-2 1 0,-1-1-2 0,2-1 1 15,3-2 1-15,-3-1 4 0,7-3-3 0,-2 2-3 16,3-1 5-16,-4-2-4 0,5 0 0 16,0-1 1-16,1-1-2 0,1 1 4 0,0 1-1 0,2-4 1 15,2 8-1-15,2-6 1 0,3 1-2 0,5 1 4 16,0 1-2-16,4 2-1 0,-3-3 0 0,4 2-2 15,-2 1 3-15,3 1-1 0,-3-2-7 0,-2 1 1 16,-1-1 2-16,-2 2 0 0,0 0-3 0,-2 0-1 16,-2 0-3-16,-1 1-12 0,-3-2 7 0,0 3 0 15,-4 0 3-15,-2-1-3 0,-3 1 4 0,0 0 0 16,-6-1 2-16,-1-1 4 0,-3 2-4 0,-1-1 2 16,0-2 1-16,-2-3-6 0,1 4 3 15,-2-3-2-15,3-2-25 0,-1-1-30 0,0 1-34 0,2-3-61 16,0-4-145-16,4 0-331 0,4 0 146 0</inkml:trace>
  <inkml:trace contextRef="#ctx0" brushRef="#br0" timeOffset="74573.62">20988 8025 92 0,'7'-2'240'0,"5"-1"-30"0,-2 3-20 15,4-2-24-15,-1 4-12 0,6 1-17 0,-3 2-9 16,0 2-13-16,1 3-13 0,1-1-9 0,-3 3-11 16,-2 3-10-16,-5-1-8 0,2 3-11 0,-5 1-11 15,-3-1 5-15,-2 1-9 0,-7 2-2 0,-5 3-7 16,-1-2-3-16,-1-5-4 0,2 0-1 0,-9 3 1 15,7-5-6-15,-2-1-1 0,0 0 1 0,1-5-2 16,-2 1 1-16,7-1 0 0,1-4-1 0,3-2 11 16,-1 3 27-16,2-3 26 0,0 1 36 0,1-1 34 15,4-2 2-15,0 0-24 0,-5-7 0 0,5 0-16 16,3 3 17-16,1-6-18 0,3 0-7 0,7-5-12 16,5-3-10-16,-1 0-14 0,5-3-7 0,0 2-5 15,-3 3 0-15,-4 2-10 0,-2 2-5 0,1 1-3 16,-4 4 0-16,-2-2-7 0,-1 4-7 0,-2 2 8 15,0 2-19-15,-1-4-15 0,-1 2-14 0,2 3-16 16,-6 0-3-16,0 0-8 0,9 5 3 0,-7 0 4 16,0 1 6-16,2 2 6 0,0 1-1 0,-2 2 15 15,1 1-14-15,3 0-16 0,-3 4-6 0,-1-1-19 16,2-2-23-16,0 1-26 0,-4-3-27 0,3 2-18 16,-1-3-23-16,1 0-48 0,-2 0-232 0,-1-3-502 15,3-3 223-15</inkml:trace>
  <inkml:trace contextRef="#ctx0" brushRef="#br0" timeOffset="74888.02">21458 7745 124 0,'8'-10'303'0,"1"2"-20"0,-2 1-18 15,4 2-21-15,-2 0-19 0,3 3-26 0,-1 1-5 16,2 2-32-16,-1 2-13 0,1 4-17 0,-2-2-11 16,2 4-12-16,-1 4-11 0,-7-1-12 0,0 4-9 15,-1 1-8-15,-2 3-5 0,-4-1-10 0,-2 8-2 16,-3-4-7-16,-1-3-3 0,1-3 0 0,1 0-10 16,-1-3 1-16,2-3-5 0,0 0-3 0,1-2-5 15,1-4 1-15,0 2 0 0,2-4-4 0,-1 2 6 16,4-1 0-16,2 0-7 0,6-4 7 0,10 1-6 15,12-1-12-15,1-4-31 0,8 0-36 0,9-4-50 16,-12 6-65-16,-1-7-104 0,12-2-184 0,-11 0-502 16,-2-1 222-16</inkml:trace>
  <inkml:trace contextRef="#ctx0" brushRef="#br0" timeOffset="75188.84">22000 8165 188 0,'0'0'295'16,"0"0"-3"-16,-4 3-9 0,4-3 1 0,0 0-27 0,0 0-18 16,0 0-26-16,0 0-25 0,0 0-14 0,31-4-26 15,-11 1-27-15,10 0-32 0,4 1-24 0,2-5-41 16,0 2-33-16,1 1-32 0,0 3-41 16,1-3-45-16,-1-1-70 0,-2 0-204 0,-6-2-435 0,-1 2 193 15</inkml:trace>
  <inkml:trace contextRef="#ctx0" brushRef="#br0" timeOffset="75540.03">22692 7943 326 0,'-2'-5'349'15,"2"1"-20"-15,0 4-31 0,-1-3-21 0,1 3-37 16,1-6-31-16,-1 6-22 0,0 0-19 0,0 0-18 16,0 0-21-16,0 0 2 0,2 13-23 0,-2-2-16 15,4 1-12-15,-4 1-5 0,0 7-8 0,2 0-8 16,-1 1-5-16,0 2-4 0,4 2 4 0,-5-5-19 16,0-1-1-16,2 2-5 0,-4-3 2 0,6 0-2 15,-4 0-7-15,0-2-2 0,1-3 1 0,-1-2-3 16,0 0 0-16,2-2-2 0,0-2 0 0,-2-1-1 15,0-1-5-15,0 0 4 0,0-2-1 0,0-3-3 16,0 6 3-16,0-6-2 0,-2 4-5 0,2-4 2 16,-2 4-6-16,2-4 3 0,0 0-1 0,0 0-44 15,0 0-78-15,0 0-76 0,2-17-71 0,0 6-272 16,0-1-580-16,6-5 258 0</inkml:trace>
  <inkml:trace contextRef="#ctx0" brushRef="#br0" timeOffset="75773.19">22944 7768 259 0,'1'-3'285'15,"-1"3"-27"-15,3-7-27 0,-3 7-30 0,3 0-17 0,-3 0-19 16,6 6-11-16,-1-2-11 0,4 9-14 16,-3 2-1-16,7 10-16 0,0 7-4 0,-1 0-6 15,4 17-6-15,-4 0-5 0,-3 3-5 0,-4-3-10 16,-5 3-8-16,-4 1-4 0,-5-2-3 0,-5-2-7 0,-8 7-5 15,-1-4-6-15,-8-2-7 0,-6-5-6 0,-2-4-8 16,-7-3-8-16,-8-3-17 0,0-6-43 16,-4 1-49-16,-32 3-49 0,30-12-49 0,-31-4-269 15,2-6-500-15,22-11 222 0</inkml:trace>
  <inkml:trace contextRef="#ctx0" brushRef="#br0" timeOffset="76219.95">20360 7583 219 0,'-1'-4'228'0,"-3"4"-25"16,4 0-23-16,-10-1-17 0,1 5-14 0,-7 8-8 16,-4 7-14-16,-1 8-8 0,-10 19-16 0,-1 1-12 15,-10 26-15-15,1 3-4 0,14-22-8 0,-7 22 0 16,17-21-6-16,3 0-4 0,5 1-3 0,9 0 20 16,6-4-1-16,8 2-2 0,8-2-7 0,10-5 0 15,9-4-5-15,8 0-4 0,32 4-4 0,-1-10-38 16,-18-14-68-16,30 6-89 0,0-11-262 0,0-4-444 0,-30-11 197 15</inkml:trace>
  <inkml:trace contextRef="#ctx0" brushRef="#br0" timeOffset="79221.48">24875 7744 152 0,'-4'-12'239'0,"6"2"-8"0,-2 3-10 0,0 0-12 0,0 2-26 16,0 0-20-16,0 1-23 0,0 4-26 0,0 0-12 16,0 0-4-16,0 0-19 0,-8 26-6 0,0-2-11 15,0 5-7-15,-3 1-4 0,1 15-3 16,-4-1-9-16,5-8-1 0,-3 10-2 0,1 0-4 0,2-12-7 15,4 0 0-15,-2 0 1 0,2 0 4 0,-1-1-3 16,2-3-1-16,3-3-5 0,-3-1 1 0,1-6-2 16,2-2-2-16,0 0-2 0,-2-1 0 15,2-5-2-15,-2-1-1 0,3-1-1 0,-1-3 0 0,-3-2 1 16,4 1-5-16,-1-1 5 0,1-1-2 0,-4 1-4 16,0-3-2-16,4-2-8 0,-5 0-19 0,5 0-22 15,-9-8-34-15,5 1-37 0,-2-2-37 0,2-1-74 16,0-7-126-16,4 0-379 0,0-2 168 0</inkml:trace>
  <inkml:trace contextRef="#ctx0" brushRef="#br0" timeOffset="79541.17">24869 7440 134 0,'-2'-4'198'0,"0"0"-24"0,2 4-21 0,0 0-15 15,0 0-11-15,0 0-12 0,0 0-9 0,10 14-7 16,0-5-3-16,-1 4-17 0,10 8 4 0,-1 0-6 16,3 2-6-16,0 1 1 0,0 1-4 0,1 4-7 15,-2 0-6-15,-1-1-2 0,-2 0-6 0,-2 0-4 16,-1 0-5-16,-9-2-2 0,-1-7-1 0,-3-1-3 16,-2 0-1-16,-4 1 2 0,-7-3-4 0,-5 5-3 15,-6-6 3-15,-3-1-5 0,-1 0-2 0,-7-3 0 16,-1-1-13-16,2-2 8 0,0-1 0 0,-3-1 0 15,5 1-5-15,1-3 1 0,0 1-3 0,2-2-2 0,0 1 0 16,6-1 0-16,6 0 1 0,0 0-1 16,6-2-6-16,0 0-23 0,0 2-20 0,5 0-17 15,2 1-15-15,3-2-32 0,0-2-75 0,14 4-165 16,-1-3-373-16,6-1 165 0</inkml:trace>
  <inkml:trace contextRef="#ctx0" brushRef="#br0" timeOffset="80137.64">25057 8252 120 0,'-3'-4'267'0,"3"4"-27"0,0-3-24 0,0 3-19 15,0 0-24-15,0 0-18 0,13 0-19 0,-13 0-12 16,14 3-17-16,-3 1-12 0,-2 4-7 0,0-4-10 16,1 4-10-16,-1 0-7 0,-1 1-12 0,-3 1-8 15,0 1-9-15,0 2-4 0,-5-1-8 0,-1 2-4 16,-4 0 3-16,-3 2-4 0,-1 0-3 0,-5-1-1 16,1-1 0-16,-2-2-2 0,1 1 1 0,-1-2-2 15,5-3-1-15,-1 1 0 0,1-4-2 0,2 0 0 16,3 0 1-16,1 0-2 0,-1-3 2 0,1 0-4 15,2 1-1-15,0 1 1 0,2-4 2 0,6 7 1 16,-1-4-2-16,1 0 2 0,5 0-4 0,3 1 2 16,-3-1 2-16,2 2-2 0,4-1 0 0,-5 2-6 15,6 1 0-15,-3-2 2 0,-2 1-2 0,-4 2 4 16,4-1-3-16,-5-1 0 0,-2 1 4 0,3-1-3 16,-4 2 2-16,-1-1 3 0,-3 0-2 0,-1 1 8 15,-4-1-4-15,-1 5 3 0,-2-6 1 0,-5 5-5 16,-1-4 1-16,-1 1 0 0,0-2-3 0,-2 1 0 15,0-2-5-15,-3 0 1 0,1-2-1 0,2-4-19 16,-2 1-25-16,1-2-31 0,-1-4-29 0,5 2-61 16,-3-5-186-16,4 1-381 0,6-2 168 0</inkml:trace>
  <inkml:trace contextRef="#ctx0" brushRef="#br0" timeOffset="80741">25720 7763 196 0,'5'-5'226'0,"4"5"-17"16,-3-2-25-16,3 0-17 0,-2 1-16 0,3 4-17 15,1-1-13-15,-3 4-9 0,2 1-10 0,-4 1-13 16,2 3-5-16,-3 2-7 0,3 3-12 0,-8 4-6 15,-3-3-6-15,1 2-4 0,-7 5-4 0,-3-2-3 16,1 0-3-16,-2-1-2 0,0-4-4 0,-1-2-4 16,-1-1-4-16,1-1 0 0,0-1-2 0,0-2-1 15,3-3-2-15,1-1 1 0,3-1 3 0,-1-1 9 16,2 0 16-16,2 0 24 0,-2-1 22 0,2-2 21 16,1 2 31-16,3-3-5 0,0 0-9 0,0 0-12 15,1-11-16-15,5 5-1 0,1-2-24 0,1-3-9 16,6-3-7-16,6-4-9 0,1 0-1 0,1-1-6 15,-1-1-4-15,3 3-6 0,-5 1-2 0,-2 5-6 16,-3 1 3-16,-5 2-6 0,3 2-10 0,-5-1 28 16,0 3-25-16,-1 0 0 0,-2 0-4 0,0 2-10 0,0-1-8 15,-4 3-15-15,6-3-12 0,-6 3-7 16,0 0-1-16,8 6 4 0,-7-1 3 0,0 0 0 16,2 7 2-16,-2-3 5 0,0 3 4 0,3 5 2 15,-3-2 1-15,5 0-13 0,-1 1-9 0,0-4-18 16,0 4-21-16,-1-4-20 0,1 1-20 0,-1-3-22 0,2 0-20 15,-2 1-46-15,-2-5-82 0,2-1-174 0,-1-3-500 16,-1 0 222-16</inkml:trace>
  <inkml:trace contextRef="#ctx0" brushRef="#br0" timeOffset="80985.84">26117 7720 70 0,'1'-5'322'0,"3"1"-21"16,-1 0-29-16,-1 3-31 0,-2 1-25 0,8-3-22 16,-3 3-19-16,4 4-15 0,1 1-14 0,0 3-13 15,4 5-13-15,4 6-11 0,2 2-9 0,-4 1-10 16,3 1-7-16,-6 4-5 0,1 3-12 0,-5 1-2 16,-2 1-8-16,-5-2-7 0,-2 1-11 0,-6-1-9 15,-3-1-8-15,-8 1-9 0,-1-4-9 0,-5 0-26 16,-5-1-27-16,-1-4-32 0,-3-1-21 0,-4-5-40 15,0-1-45-15,-15-4-239 0,15-4-462 0,2 0 204 16</inkml:trace>
  <inkml:trace contextRef="#ctx0" brushRef="#br0" timeOffset="81452.39">25773 7488 162 0,'-9'-4'209'0,"-3"4"-14"16,-1 2-16-16,-6 2-18 0,-7 6-10 0,0 4-6 0,-2 8-13 16,-10 9-12-16,-4 9-6 0,2 2-9 15,2 5-6-15,-13 22 1 0,16-20-12 0,6 2-4 16,3-2-5-16,7-1-2 0,6-2 7 0,5 3 2 16,5-18-1-16,9 0 2 0,-1-1-5 0,6-1 8 0,7-4-8 15,2-3-1-15,4 0 2 0,8-4-1 0,3-2 1 16,13 2 18-16,3-6-21 0,-1-1-2 15,-10-5 1-15,-4-2-15 0,-3-1 1 0,-4 1 7 16,-9-3 10-16,-7 0 17 0,-1 0 6 0,-2-1-1 0,-1 0 4 16,-4 0-4-16,2 0-9 0,-7 0-13 0,7 2-6 15,-7-2-8-15,8 0-12 0,-8 0 0 0,0 0-19 16,0 0-24-16,0 0-36 0,5-3-39 16,-5 3-70-16,0 0-78 0,0 0-78 0,0 0-90 0,-20-4-232 15,20 4-660-15,-12-5 293 0</inkml:trace>
  <inkml:trace contextRef="#ctx0" brushRef="#br0" timeOffset="83833.33">26848 7879 204 0,'0'0'310'0,"0"0"-16"0,0 0-13 0,-4-1-17 16,4 1-14-16,0 0-17 0,0 0-25 0,0 0-11 15,0 0-25-15,0 0-19 0,0 0-12 0,0 0-20 16,0 0-32-16,14-8-19 0,-5 6-22 0,9-5-23 16,-1 2-30-16,3 1-34 0,8-3-38 0,-2 2-48 15,2-2-75-15,-9 4-236 0,1-3-472 0,0 4 209 16</inkml:trace>
  <inkml:trace contextRef="#ctx0" brushRef="#br0" timeOffset="84002.21">26922 8015 8 0,'-4'7'279'0,"0"-5"-9"0,2 1-6 15,-2-2-5-15,4-1-22 0,-4 4-26 0,4-4-24 16,0 0-28-16,22-3-30 0,0 2-21 0,6-3-37 15,1 0-40-15,4-2-48 0,3 2-48 0,15-7-56 16,-11 6-214-16,-2-3-364 0,-2 2 162 0</inkml:trace>
  <inkml:trace contextRef="#ctx0" brushRef="#br0" timeOffset="84305.84">27765 7591 134 0,'4'-14'330'0,"0"2"-24"16,1 0-6-16,-1-1 4 0,-1 1-24 16,1 5-23-16,-3-1-28 0,1 2-16 0,1 1-22 15,-2-1-21-15,-1 5-22 0,3-4-21 0,-3 5-19 16,1-4-35-16,-1 4-5 0,0 0-12 0,3 11-3 0,-2-1-8 15,-2 4-2-15,1 4-7 0,-4 1-8 0,1 9 4 16,-1 0-1-16,-3 3-4 0,4 1-7 16,-1-2 6-16,-1 0-4 0,1-2-8 0,0 0-22 15,-2-3-20-15,2-4-21 0,0-4-32 0,-1 2-13 0,0 0-19 16,1-2-24-16,-4 0-13 0,5-5-53 16,-1-2-265-16,0 0-507 0,-1-3 224 0</inkml:trace>
  <inkml:trace contextRef="#ctx0" brushRef="#br0" timeOffset="84770.28">27534 8120 26 0,'-5'2'215'15,"1"-2"-9"-15,0 3-7 0,4-3-12 0,-6 1-12 16,6-1-14-16,-4 3-11 0,4-3-12 0,0 0-10 15,0 0 1-15,0 0-5 0,0 0-8 0,-5 2-9 16,5-2-11-16,0 0-5 0,0 0-7 0,0 0-6 16,0 0-5-16,0 0-3 0,0 0-7 0,0 0-5 15,-2 2-7-15,2-2-6 0,0 0 1 0,0 0-7 16,0 0-4-16,0 0-6 0,0 0-1 0,0 0-3 16,0 0-4-16,0 0-1 0,0 0-2 0,0 0-4 15,0 0 6-15,0 0-9 0,0 0-4 0,0 0-2 16,0 0 2-16,-4 3-1 0,4-3 0 0,0 0-2 15,0 0 1-15,0 0 2 0,0 0 3 0,0 0-7 16,0 0 6-16,0 0 0 0,0 0 12 0,0 0 9 16,0 0 5-16,25 0-1 0,-8 0 9 0,10-1-13 15,6-2 0-15,0 1-8 0,7-2 1 0,12 0-2 16,3 1 5-16,1-4 13 0,4 3-3 0,-9 0 0 16,1 2-1-16,-14-3-1 0,-4 4-6 0,-2 0 0 15,-9 1-2-15,-6-2-6 0,-4 1-1 0,-2-1-3 16,1 2-2-16,-5 0-2 0,0 0-18 0,-7 0-12 15,9-2-22-15,-9 2-16 0,5 0-8 0,-5 0-6 0,0 0-14 16,0 0-24-16,-21 7-31 0,7-5-38 16,0 2-41-16,0 2-254 0,-2-3-512 0,-4 1 227 15</inkml:trace>
  <inkml:trace contextRef="#ctx0" brushRef="#br0" timeOffset="85306.22">27804 8314 28 0,'0'0'343'0,"-4"1"-23"0,4-1-18 0,0 0-28 16,-5 3-27-16,5-3-32 0,0 0-24 0,0 0-21 15,0 0-13-15,9 6-20 0,-3-3-16 0,6 0-11 16,-1-1-12-16,1 1-10 0,-1 4-23 0,-1-2-13 15,2 2-20-15,-1 0-12 0,-2 2-9 0,0 6-1 16,-5-4-8-16,-1 1-4 0,-1 5-5 0,-4 1-1 16,-6 7 3-16,0-2 0 0,-6 1 7 0,-2 1-7 15,-2-3 1-15,-1 1-2 0,-4 0 3 16,1-3 1-16,1-1 0 0,2-2 0 0,5-3 0 16,-2-2 1-16,3-4 4 0,3 1-4 0,-1-4 0 15,4 2 0-15,0-2-1 0,2-3 0 0,1 2 2 0,1 0 4 16,0-2 16-16,0 1 18 0,3-3 23 0,-3 3 17 15,3-3 15-15,-3 2 18 0,3-2 14 0,0 0 13 16,0 0 11-16,0 0 4 0,0 0-3 0,0 0 9 16,0 0-17-16,0 0-13 0,0 0-13 0,0 0-14 15,13-6-18-15,-3 0-4 0,3 3-11 0,6-2-5 16,9 0-13-16,-6 1-5 0,7 2-6 0,-2 1-2 16,-7 0-9-16,0 1-1 0,1 2-8 0,-2 0 7 15,1 2-11-15,-2-2 0 0,-7 1-1 0,3-2-7 16,-5 1 0-16,0 1-17 0,-4-2 4 0,3 0-5 15,-3 2 0-15,0-3 3 0,-5 0 7 0,8 1-6 16,-8-1 7-16,7 2 4 0,-7-2 8 0,0 0 15 16,8-2 6-16,-5-2-3 0,2 1-27 0,-1-2-24 15,2-4-32-15,8-1-30 0,-1 0-41 0,3-2-46 16,-1 0-57-16,2 2-74 0,1 0-102 0,1 1-272 16,-1 2-729-16,-1 0 323 0</inkml:trace>
  <inkml:trace contextRef="#ctx0" brushRef="#br0" timeOffset="88057.76">29128 7592 176 0,'0'0'237'0,"0"0"-9"16,0 0-11-16,-4-2-9 0,4 2-13 15,0 0-9-15,0 0-8 0,0 0-16 0,0 0-10 0,0 0-12 16,0 0-12-16,0 0-17 0,0 0-14 0,10-7-18 16,0 6-8-16,9-3-9 0,1 1-7 0,8 0-7 15,5 1-6-15,0 0-7 0,3-3-12 16,-2 0-12-16,0 4-9 0,-4-3-17 0,-2 4-13 0,-10-3-9 16,0 1-6-16,-6-1-11 0,-2 1-11 0,-4 0 2 15,1 1-6-15,-7 1-21 0,2 0 0 0,-2 0-4 16,0 0-7-16,-24-1 1 0,7 2-2 0,-6-1 8 15,4 0 10-15,-4 1 8 0,-4 1 9 0,6-2 9 16,0 1 9-16,2-2 1 0,0 1 15 16,2 0 16-16,3 0 0 0,1-2 8 0,2 1 20 0,-1 1 6 15,5 0 11-15,0 0 4 0,0 0 9 0,7 0 4 16,-9 0-2-16,9 0-9 0,-7 0 2 0,7 0 1 16,-6 1-6-16,6-1-6 0,-5 2-8 0,5-2-3 15,-4 6 0-15,3-2-3 0,-3 0 2 0,1 2-3 16,2 1-1-16,0 0 1 0,1 3 13 0,0 2 1 15,1 0 4-15,0 5-3 0,3 1-1 0,0-1 8 16,5 9-11-16,-3-9 8 0,5 9-3 0,1-2 2 16,1-2 0-16,-4 1-7 0,2 0 2 0,-3-4-4 15,0-1-2-15,-3 3-2 0,0-3-2 0,0 1 2 0,-1-2-6 16,-3 1-3-16,-2 0 5 0,-3-1-5 16,-1 0 8-16,0-3 2 0,-3 1-3 0,-2-4-3 15,0-1 3-15,-2-3-2 0,3 0 3 0,-3-2 8 16,1 1 3-16,1-3 12 0,-1 1 13 0,2-2 11 15,1 1 13-15,2-1 10 0,1-2 11 0,5 0 2 16,-8 1 1-16,8-1 6 0,-5 1-10 0,5-1 7 16,0 0-4-16,0 0-5 0,0 0-10 0,0 0-19 15,0 0-39-15,-4-4-31 0,4 4-36 0,12-3-34 16,-5 1-30-16,5-1-43 0,-2 2-53 0,3 0-69 0,-2-1-194 16,3 0-505-16,-2 1 225 0</inkml:trace>
  <inkml:trace contextRef="#ctx0" brushRef="#br0" timeOffset="88551.85">29572 7792 122 0,'6'-6'298'16,"2"-1"-30"-16,1 3-27 0,0-2-24 0,5 3-24 15,4 1-24-15,-3 3-20 0,2 2-14 0,2 3-12 16,0 1-15-16,-2 0-8 0,1 5-12 0,-4 1-12 16,-1 3-6-16,-2 0-6 0,1 9-8 0,-6-6-6 15,-2 6-7-15,-3-6 0 0,-3 0-4 0,-8 6-2 16,1-3-4-16,0-3-4 0,-4-2-1 0,1 0-3 16,-3-3 0-16,2 1-3 0,0-1-2 0,-2-5-2 15,6 0 0-15,-1-3 0 0,2 1 0 0,3-2 3 16,-1 0 1-16,3-1 16 0,-1-3 13 0,-1 2 30 15,3 1 24-15,2-4 45 0,-3 3 34 0,3-3 20 16,0 0-5-16,0 0-25 0,0 0-14 0,8-18-18 16,-1 9-16-16,6-4-12 0,1-2-11 0,3-6-10 15,2 3-12-15,-5-4-10 0,8-1-6 0,-3 4-3 16,-6 5-7-16,2-1-9 0,-5 3-2 0,-2 5-7 16,0-2-5-16,-1 5-2 0,-4 0-9 0,0 0 1 15,0-1-13-15,0 3-20 0,0 0-24 0,-3 2-25 16,3-2-30-16,-3 2-8 0,0 0 17 0,6 6-3 15,-3 0 16-15,-2 2 19 0,1 2-7 0,-2 0 9 16,2 2-1-16,2 2 9 0,1 1 5 0,-1 2 4 16,1 0-19-16,2 0-16 0,-1-1-38 0,0-2-24 15,2 1-30-15,0-3-22 0,-1-1-30 0,-3 0-47 16,1-4-329-16,-1-2-634 0,0-1 280 0</inkml:trace>
  <inkml:trace contextRef="#ctx0" brushRef="#br0" timeOffset="89021.66">30046 7463 249 0,'6'-8'283'0,"0"2"-30"0,2-2-21 0,4 2-22 16,5 0-10-16,-4 2-21 0,6 1-17 15,1 1-13-15,-2 2-11 0,0 2-17 0,-1 0-13 16,-1 2-9-16,-3 0-13 0,-1 1-15 0,-2 0-11 0,-1 2-7 16,-2 0-10-16,0 2-9 0,-4 1 0 15,-3 1-8-15,0 0-4 0,-6 2 0 0,0 1-3 16,-3 1-2-16,-4-1-1 0,2-2-1 0,-1 1-2 15,-3-1-1-15,5 0-2 0,-2-6 2 0,2 6-4 0,2-4-3 16,-2-1 1-16,6-2 2 0,0 2-2 16,3 0 2-16,-3 1-1 0,4-2 1 0,4 3-1 15,0-1 1-15,1-2-3 0,9 6 2 0,-4-4-2 16,7 4 0-16,-2-3 2 0,3 1-3 0,-2 1 3 0,0-1 1 16,0 1-4-16,-6-3 2 0,1-1-3 15,-2 0 0-15,-1-1-8 0,-4-1-3 0,-1 1 1 0,1-1-4 16,-6 1 1-16,0 0-3 0,-3 3 9 15,-7-7-6-15,1 5 0 0,-8 1-12 0,1-4-11 0,-2 1-20 16,-1 0-22-16,2-2-30 0,0-1-16 0,1 0-36 16,0-1-75-16,5-1-137 0,2-1-398 0,1 1 177 15</inkml:trace>
  <inkml:trace contextRef="#ctx0" brushRef="#br0" timeOffset="89643.76">30602 7974 64 0,'0'0'273'0,"-5"3"-21"15,5-3-22-15,-4 2-18 0,4-2-21 0,0 0-15 16,-6 1-21-16,6-1-13 0,0 0-15 0,0 0-6 15,-3 2-9-15,3-2-11 0,0 0-8 0,0 0-8 16,0 0-3-16,0 0 11 0,0 0-7 0,0 0 1 16,0 0 5-16,-5 3 0 0,5-3 1 0,0 0-5 15,0 0-8-15,0 0-2 0,0 0-9 0,0 0-12 16,0 0-4-16,0 0-4 0,0 0-5 0,0 0-5 16,0 0-5-16,0 0-6 0,0 0 1 0,0 0-4 15,0 0-3-15,0 0 6 0,0 0-11 0,0 0 0 0,0 0 0 16,0 0-8-16,0 0 1 0,0 0 6 15,0 0-6-15,0 0-4 0,0 0 2 0,0 0 2 16,0 0-3-16,0 0-1 0,0 0-3 0,0 0-1 16,0 0 2-16,0 0 9 0,0 0-8 0,0 0-6 15,0 0 8-15,0 0-6 0,0 0 0 0,0 0 0 16,0 0 2-16,0 0-6 0,0 0-1 0,0 0 6 16,0 0-3-16,0 0 2 0,0 0-1 0,0 0 1 15,0 0-2-15,0 0 1 0,0 0-1 0,0 0 1 16,0 0-2-16,0 0 2 0,0 0-3 0,0 0 9 0,0 0-5 15,0 0 0-15,0 0 1 0,0 0-4 16,0 0 1-16,0 0 0 0,0 0 5 0,0 0-3 16,0 0 3-16,0 0-1 0,26-3 1 0,-15 2-2 15,7 0-3-15,0 0 3 0,1 0-1 0,2 0 3 16,7-2 27-16,-7 1-9 0,8 2 7 0,-4-4-7 16,-3 1-2-16,0 3 6 0,-6-2 5 0,-2 1 8 15,-3 0 7-15,-3 0 4 0,-1-1-2 0,-1 1-16 16,-6 1 12-16,9 0-2 0,-9 0-9 0,8-1-6 0,-8 1-3 15,5-3-20-15,-5 3-18 0,6-1-25 0,-6 1-24 16,0 0-23-16,4-1-29 0,-4 1-42 0,0 0-67 16,0 0-77-16,0 0-273 0,0 0-623 15,0 0 276-15</inkml:trace>
  <inkml:trace contextRef="#ctx0" brushRef="#br0" timeOffset="91469.54">31323 7500 82 0,'0'0'258'0,"1"-8"-7"0,0 5-23 15,-1-1-20-15,0 4-19 0,8-6-23 0,-3 5-14 16,3-4-17-16,2 3-14 0,-1-1-12 16,4 2-7-16,-2 1-14 0,2 3-4 0,-3-2-11 15,3 3-5-15,6 4-8 0,-3-2-4 0,-2 4-8 16,-4-3-2-16,1 1-8 0,-3 0-5 0,0 5-8 0,-3-4-2 15,1 7-2-15,-4-2-3 0,0 3-3 0,-4 0 2 16,-3 0-1-16,-3-2-5 0,-3 2 1 16,-1-3-1-16,-1 1-2 0,-2-1 2 0,2-4-2 15,-4 3-2-15,7-3 0 0,-2-1 1 0,2-2-2 0,1-2 0 16,4-1-4-16,-1 1 4 0,-2-1 0 0,6 0-4 16,-3 0 1-16,3-1 1 0,-2 1 1 15,2-1-2-15,3 2-1 0,0 0 3 0,3 0 1 16,3 2-3-16,0 0 4 0,2 1-2 0,0 0-1 15,0 1 0-15,1-3 1 0,5 6 1 0,-2-1-1 16,-2-2-3-16,-2-1 3 0,2 1 0 0,-6 0-2 0,3-1-4 16,-3 0 2-16,3 1-2 0,-3 1 2 15,-4-3-3-15,0 2-2 0,-2-1 0 0,-2 0 4 16,-4 1-4-16,-3-3 1 0,-6 3 1 0,0-1 1 0,-5-2-1 16,3 1-16-16,-5-2-20 0,4-2-23 0,-1 2-25 15,-2-4-47-15,2-1-47 0,2 3-219 16,0-3-430-16,6-3 190 0</inkml:trace>
  <inkml:trace contextRef="#ctx0" brushRef="#br0" timeOffset="91939.5">31679 7643 280 0,'9'-8'295'0,"-5"4"-23"16,3-2-25-16,-1 3-24 0,0 1-20 0,2-1-27 16,-1 2-19-16,0 3-13 0,3 3-16 0,1 1-12 15,-4 3-12-15,2 2-10 0,-1 0-11 16,-3 0-9-16,0 7-8 0,-2-1-8 0,-2 2-8 0,-5-2-2 16,0 2-6-16,-2-1-5 0,-6-1-3 0,3 1-1 15,-6 3-6-15,2-4 1 0,0-4-5 0,0 0-2 16,0 0 3-16,1-5-6 0,2 1 0 0,2-2 4 15,3-1-4-15,0-2 1 0,-4-1 19 16,8 0 24-16,-3-1 34 0,0-1 42 0,4-1 33 0,0 0 13 16,0 0-4-16,0 0-21 0,1-9-17 0,9 1-18 15,1-2-10-15,-1-2-13 0,5-5-10 0,-2 1-10 16,8-7-10-16,2 2-5 0,1-1-9 0,-1 1-1 16,0 3-10-16,-4-2-5 0,-5 8 4 15,-1-2 2-15,1 5-5 0,-8-2 1 0,1 9-1 0,-2-2-6 16,1-3-12-16,-1 3-2 0,-2 1-20 0,-3 3-19 15,1-3-20-15,-1 3-29 0,0 0-3 0,0 0 4 16,0 0 2-16,5 13 2 0,-6-4 14 16,-3 4 4-16,4 4 18 0,0 0-11 0,0 0 5 0,0 3 1 15,5-1 7-15,-1 7 1 0,3-6-20 0,4 3-27 16,1 0-30-16,0-1-45 0,-1-4-33 0,-1-3-38 16,2-1-72-16,-4-4-353 0,1-5-692 0,0 0 306 15</inkml:trace>
  <inkml:trace contextRef="#ctx0" brushRef="#br0" timeOffset="92218.08">32249 7432 37 0,'5'-3'314'0,"-1"-1"-33"0,1 1-22 0,-1 1-29 0,0-1-25 15,-4 3-18-15,15 7-14 0,-3 1-10 0,7 9-14 16,-1 4-10-16,2 4-5 0,2 16-9 0,-1 6-7 16,-2 5-8-16,-6 3-6 0,-1 4-9 0,-7-1-12 15,-3 3-4-15,-4-1-3 0,-9-5-6 16,-7 2-11-16,-9-4-1 0,-5-5-6 0,-6 0-6 16,-7-5-4-16,-5-5-5 0,-3-1-10 0,-28 13-16 0,2-11-35 15,-7-6-38-15,-2-6-55 0,-5-2-66 0,29-9-62 16,-50-7-227-16,8-4-512 0,5-10 227 0</inkml:trace>
  <inkml:trace contextRef="#ctx0" brushRef="#br0" timeOffset="92753.49">29155 7204 90 0,'1'-2'240'0,"-1"2"-24"0,0 0-20 15,-9 15-21-15,-5 4-11 0,-5 10-17 0,-16 14-7 16,-15 26-16-16,-7-1-5 0,-2 3-10 0,1 8 1 16,6 3-6-16,2-1-8 0,7 1-6 0,2-6-11 15,19-23-5-15,4 2-2 0,9-1 7 0,8-2 0 16,6 0-5-16,8 0-7 0,9-1-3 0,14-4-1 15,27 17-7-15,8-12-31 0,9-8-37 0,6-8-66 16,10-11-97-16,-4-4-257 0,2-4-467 0,-3-11 208 16</inkml:trace>
  <inkml:trace contextRef="#ctx0" brushRef="#br0" timeOffset="96869.37">4207 10752 110 0,'0'-5'199'15,"3"-3"-7"-15,-2 1-12 0,-1 3-6 0,1-2-7 0,2-2-5 16,-3 5-11-16,1-1-12 0,1-2-15 15,-2 6-13-15,0-6-11 0,0 6-16 0,2-3-24 16,-2 3-20-16,0 0-10 0,0 0-2 0,0 0-5 16,-6 23-3-16,1 4 2 0,-5 3-4 0,-2 5-5 0,-6 11-4 15,3 6-5-15,-3 3 8 0,0-5-8 16,0 4 2-16,4-1-5 0,-4-2 6 0,2-1-3 16,4 0-2-16,-1-5 0 0,1-11 1 0,1 12 6 15,5-12-1-15,-3-3 9 0,4 1 4 0,1-4 0 16,3 0-1-16,-3-11 3 0,3 0-6 0,-1-5-3 0,0 0 0 15,2-1 2-15,-2-5-2 0,1 1 13 16,0 0 19-16,-1-3 20 0,2-2 22 0,-1 1 15 16,1-3 13-16,0 0-14 0,0 0-8 0,0 0-9 0,-5-9-11 15,5-4-7-15,-1 0-8 0,1-6-3 0,0 1 4 16,-1-7-18-16,2-4-9 0,2 1-13 16,1-5-11-16,2-2-16 0,1-16-11 0,2 2-12 15,1-4-8-15,1-2-7 0,-1-3-5 0,5-22-5 0,-6 23 2 16,5 2 0-16,-6-1 10 0,1 1 4 0,0 5 8 15,-4 16 8-15,-4-2 15 0,2 4 12 0,-3 5 6 16,0 1 7-16,-3 8 9 0,2 2 8 16,1 2 2-16,-4 3 3 0,4 1-2 0,0 6 1 15,0-4-10-15,0 2-6 0,0 3-12 0,4 0-16 0,-4-2-22 16,0 5-22-16,0 0-17 0,0 0 9 0,0 0 3 16,0 0 9-16,18 12-4 0,-3 0 7 0,2-1 5 15,8 8 1-15,2 0 3 0,1 1 0 16,0 4 11-16,3 1-2 0,-3-3 0 0,-1 3 4 0,0 0 1 15,-7 1 1-15,-1-2 5 0,-4-2-3 0,-3 2 1 16,-5-7-1-16,-5 0 7 0,-2-1 0 0,-5 0 5 16,-7-2-4-16,-10 3 3 0,-9 0 4 0,-1-2 0 15,-5-3 2-15,-12 2 4 0,1-2 8 0,10-4 0 16,-2 0 8-16,-10-1-7 0,13 1-1 0,2-4-4 16,1 2 6-16,1 1-6 0,4-3-2 0,0 1 3 15,10-1-3-15,0-2-2 0,6 1 0 0,4 2 1 16,-3-3-10-16,5 0-27 0,1 1-42 0,2-1 0 15,2 3-6-15,2 0-39 0,6-3-105 0,0 2-125 16,7-1-378-16,6-3 168 0</inkml:trace>
  <inkml:trace contextRef="#ctx0" brushRef="#br0" timeOffset="97421.14">4371 11347 114 0,'0'0'287'0,"-3"-3"-31"16,3 3-22-16,0 0-26 0,0 0-24 0,0 0-14 15,0 0-26-15,0 0-18 0,0 0-15 0,0 0-13 16,0 0-10-16,-3 11-8 0,3-2-12 0,-3-1-4 16,2 5-7-16,-3 5-7 0,-2 1-4 0,-2 7-4 15,-4-1-6-15,1 2-3 0,-1-1-4 0,2-1 0 16,-3-3-4-16,3-3-3 0,1-2-2 0,0-1-2 16,2 0-3-16,0-5 2 0,2 1-7 0,-1-4-2 15,3 1 6-15,1-2-2 0,-1-2 1 0,2 0 13 16,-1-1 14-16,2-4 7 0,-1 6 1 0,-1-4 0 15,2-2 1-15,0 4-3 0,0-4 0 0,0 0-3 16,0 0-5-16,0 0-5 0,21-2 0 0,-5-2-3 16,4 1-11-16,7-2-6 0,-8 1-30 0,8-3-33 15,-5 3-31-15,-1 2-31 0,-1-2-37 0,6-2-42 16,-6 3-67-16,-4 0-148 0,-2 0-438 0,-3 1 194 16</inkml:trace>
  <inkml:trace contextRef="#ctx0" brushRef="#br0" timeOffset="97714.55">4515 11550 228 0,'-1'-4'284'0,"1"4"-19"16,0 0-22-16,0-7-29 0,0 7-26 0,0 0-21 16,0 0-20-16,0 0-17 0,0 0-14 0,-4 16-9 0,-1-7-16 15,4 7-8-15,-3 2-9 0,-4 7 3 0,3 2-13 16,-3 2-12-16,0-3-3 0,0 6-4 15,0-4-6-15,3 0-3 0,-1-1-1 0,1-4 1 16,1-3-10-16,1-4-1 0,1-1-2 0,-1-3-4 0,2 0 3 16,1-5-2-16,-1 0-3 0,1-2 0 0,-2 0 0 15,1 0 0-15,1-1 10 0,0-4 5 0,-1 4 8 16,1-4 2-16,-2 4 0 0,2-4-3 16,0 0-14-16,0 0-30 0,0 0-28 0,9-9-39 15,-5 2-40-15,1-1-52 0,2-2-68 0,2-4-202 0,-2 0-470 16,2-3 208-16</inkml:trace>
  <inkml:trace contextRef="#ctx0" brushRef="#br0" timeOffset="98401.9">5047 11021 76 0,'5'-6'210'0,"3"3"-16"0,1-2-12 16,0 1-23-16,3 2-8 0,0 0-7 0,3 4-12 0,-1 0-13 15,8 2-9-15,-7 3-11 0,3 2-14 16,-1 1-6-16,-2 4-10 0,-2 0-7 0,0 1-7 15,-3 2 1-15,-4 0-12 0,3 0-6 0,-6 2 3 16,-2 0-5-16,-2 8-1 0,-8-2-1 0,1-8 0 0,-3 4-6 16,-2-4 2-16,3 0-4 0,-7-2-3 0,6-1 2 15,-2-3-5-15,-1 0 2 0,1-1 5 16,4-3 0-16,0 0 2 0,0-2 10 0,4 1 7 16,1-2 11-16,-2-2 16 0,2 0 15 0,0 0 23 0,4-2 27 15,-4 0 2-15,4 0-14 0,0 0-16 0,2-9-6 16,1 1-16-16,4 0-3 0,2-5-16 0,1 1-3 15,4-5-7-15,4-3-5 0,1 1-6 16,-1-3-7-16,5 3-5 0,-4-2-1 0,-1 1-2 16,2 3-5-16,-8 5-5 0,-2 4 4 0,-2-1-9 0,0 1 1 15,-2 1 1-15,-1 3-6 0,-1-1 1 0,-2 3-7 16,1-1 0-16,0 0-15 0,-3 3-14 16,3-2-20-16,-3 2-14 0,0 0 19 0,0 0-8 0,3 9 6 15,-4-1 0-15,-1 1 8 0,1 3 3 0,1 5 2 16,0-3-1-16,-2 2 7 0,4 1 2 0,1-1 2 15,1 2 2-15,2-2 1 0,1 0-11 0,5 0-11 16,-2-3-9-16,7 2-18 0,-3-5-36 0,4-2-41 16,1 0-51-16,-1-3-83 0,2-1-229 0,-3-4-543 15,0 0 240-15</inkml:trace>
  <inkml:trace contextRef="#ctx0" brushRef="#br0" timeOffset="98637.3">5645 10989 121 0,'0'-5'205'16,"0"5"-16"-16,0 0-21 0,0 0-13 0,15 8-7 16,-6 1-8-16,3 2-14 0,3 5-5 0,-1 3-5 15,3 6-9-15,-3 0-5 0,0 0-7 0,-5 4-9 16,-1 0-7-16,-5 2-5 0,-1 0-6 0,-7-1-8 15,-3 2-2-15,-5-1 1 0,-4-2-14 0,-7 0-9 16,-3-4-15-16,-12 8-38 0,-6-4-36 0,2-2-60 16,-5-8-253-16,13-7-397 0,-4-2 175 0</inkml:trace>
  <inkml:trace contextRef="#ctx0" brushRef="#br0" timeOffset="99018.54">5090 10778 86 0,'-24'15'170'0,"1"2"1"0,-1 5-24 16,2 4-10-16,-9 10-15 0,2 5-7 0,-2 1-11 15,7 4-13-15,0-2-9 0,5 4-9 0,3-5-6 16,10-7 4-16,-2-1-12 0,11-4-3 0,2 3-2 15,4-2 5-15,6-1-4 0,10-4-2 0,9 8-9 16,12-3-1-16,5-8-51 0,5-6-70 0,2-6-218 16,30 9-320-16,-24-17 142 0</inkml:trace>
  <inkml:trace contextRef="#ctx0" brushRef="#br0" timeOffset="99803.63">6441 11233 88 0,'0'0'176'16,"0"0"-9"-16,0 0-2 0,0 0-10 0,0 0-11 16,0 0 8-16,0 0-8 0,0 0 2 0,0 0-7 15,0 0-3-15,0 0-2 0,0 0-6 16,0 0-11-16,0 0-3 0,0 0-10 0,0 0-12 0,0 0-9 16,0 0-8-16,0 0-8 0,23-4-9 0,-10 1-10 15,6 0 1-15,9-2-8 0,3 4-1 0,1-2-6 16,4 0 4-16,-1 2-11 0,6 0-1 0,-3-2-5 15,1 1 0-15,-2-1-4 0,-3 3 3 0,-2-1-3 16,-10 1-3-16,-3-3-1 0,-6 6-3 0,1-3-4 16,-5-3-13-16,0 3-11 0,-1 0-26 0,-8 0-13 15,6 3 8-15,-6-3-9 0,0 0-25 0,0 0-23 16,-24 6-43-16,11-3-25 0,-2-2-207 0,-1 1-411 16,-3 3 182-16</inkml:trace>
  <inkml:trace contextRef="#ctx0" brushRef="#br0" timeOffset="100130.08">6492 11405 229 0,'-1'0'236'0,"1"0"-7"16,0 0-20-16,0 0-16 0,0 0-20 0,19 0-8 15,2-3-22-15,5-2-12 0,5 1-15 0,2 4-10 16,1-7-15-16,0 6-5 0,4-3-11 0,-2-1 9 16,0 4-6-16,0-2-2 0,-4-1-7 0,-3 3-1 0,-10 1-7 15,-6-3-7-15,0 1-1 0,-3 1-7 16,-2 1-3-16,-3-1-5 0,1 1-8 0,0-1-15 15,-6 1-7-15,0 0-16 0,0 0-23 0,0 0-30 16,0 0-48-16,0 0-62 0,-26 5-251 0,14-2-455 0,6-3 202 16</inkml:trace>
  <inkml:trace contextRef="#ctx0" brushRef="#br0" timeOffset="101566.01">7891 10802 98 0,'6'-18'253'0,"-3"1"-5"0,1-3 0 0,2 5 2 16,-2 6-11-16,0-3-17 0,-1 2-22 0,-1 5-15 16,2-2-25-16,-4 1-18 0,0 2-16 0,1-1-12 15,1 3-18-15,-2 2-30 0,2-4-36 0,-2 4-38 16,0 0-6-16,0 0-2 0,0 14 5 0,-1-1 2 15,-2 6 0-15,2 8-2 0,-3 1 8 0,3 3-4 16,-2-2 1-16,0 4 2 0,1-3-5 0,0 0 2 16,2-1 0-16,0-2 2 0,0-2-1 0,0 0 4 15,-2-6 3-15,2-2 1 0,0 2-20 0,0-1-18 16,2-1-26-16,-1-1-29 0,0-4-17 0,1 0-29 16,-4-1-212-16,4-1-379 0,0-6 168 0</inkml:trace>
  <inkml:trace contextRef="#ctx0" brushRef="#br0" timeOffset="102019.15">7555 11384 156 0,'0'0'174'0,"-5"1"-13"0,5-1-12 0,0 0-4 16,-10 0-13-16,10 0-8 0,-4 4-14 0,4-4-14 0,0 0-3 15,-4 1-9-15,4-1-13 0,0 0-4 0,0 0-10 16,0 0 1-16,0 0-6 0,0 0 1 0,0 0 0 16,0 0-5-16,0 0 3 0,0 0-4 0,0 0 3 15,0 0-3-15,0 0-5 0,0 0 0 0,0 0 3 16,0 0-1-16,0 0-6 0,0 0 1 0,0 0 0 15,0 0 1-15,0 0-3 0,0 0-8 0,0 0 6 16,18 0-1-16,0-1-6 0,9-3 5 0,11 4-7 16,17-6-1-16,9 3-2 0,32-2 5 0,-30 3 7 15,26-5 8-15,2 4 0 0,-28-1 8 0,1-1 11 16,23 1 0-16,-27-2 8 0,1 5-2 0,-1-3-4 16,-6-1 5-16,-6 4-7 0,-18-3 3 0,-3 3 6 15,-11-1 6-15,-5 2 11 0,-1-3 6 0,-4 3 5 16,-2 0-8-16,0-1-8 0,-1 1-14 0,-6 0 0 15,8-3-10-15,-8 3-22 0,6-1-38 0,-6 1-37 16,0 0-36-16,0 0-32 0,0 0-43 0,-14 9-41 16,-3-2-56-16,-3-1-326 0,-4 2-620 0,2-2 274 15</inkml:trace>
  <inkml:trace contextRef="#ctx0" brushRef="#br0" timeOffset="102885.26">7955 11685 52 0,'4'-1'201'0,"3"0"-18"0,0-1-20 0,0 0-20 15,4 3-12-15,-1 0-14 0,-1 1-14 0,0 0-10 16,4 2-10-16,-5 3-15 0,1-1-3 0,-3 2-14 16,4 4-1-16,-6-2-10 0,1 6-3 0,-2 1-1 15,-6 3-8-15,-3 4 4 0,-7 3-1 0,-2 4 3 0,-7-5-2 16,-1 2-1-16,-3-1-1 0,-1 0-5 15,-11 10-5-15,14-12 0 0,-3-1-3 0,4 2 0 16,-1-3-5-16,2-3-1 0,4 3 1 0,-1-4-3 16,7-2 4-16,1-2-3 0,1 0-2 0,2 1 4 0,2-4-5 15,-1-1 10-15,4 1 17 0,0-2 2 16,2-1 0-16,1-1 6 0,2 0 5 0,1-1 10 16,2 1 5-16,2-2 4 0,3 0-1 0,1-1-4 15,6-1 0-15,0-2-3 0,1 2-4 0,7-4 4 0,-5 1-5 16,11-2-2-16,-5-4-4 0,-5 4-1 0,-1-1 5 15,2-3 3-15,-9 0 8 0,-1 1 11 0,0 1 9 16,0-2 2-16,-2-4 1 0,-4 4-8 16,1-2-17-16,-2-3 5 0,-4-1-11 0,-1-2-21 0,-5-2-13 15,-4-10-3-15,-10 1-4 0,-1 1-3 0,-4-1-2 16,-2-2 2-16,-8-9 9 0,9 9-11 0,-2-3 8 16,4-1 11-16,0 4 6 0,5 1-5 0,0-1 8 15,5 3 5-15,6 7 6 0,-2-1-5 16,5 3-11-16,4 3 0 0,3 0-30 0,9-4-28 0,6 3-35 15,13 3-32-15,6 0-46 0,17 1-55 0,3 0-86 16,-2 5-286-16,-4-1-613 0,-11 4 272 0</inkml:trace>
  <inkml:trace contextRef="#ctx0" brushRef="#br0" timeOffset="105985.39">9909 10814 3 0,'0'0'104'0,"-4"-4"-9"0,4 4 6 16,0 0-7-16,-1-3-5 0,1 3-3 0,-3-4-5 16,3 4 0-16,-1-3-2 0,1 3 3 0,-2-4 5 15,2 4 2-15,0 0-3 0,0 0 3 0,-3-3-5 16,3 3-7-16,0 0-7 0,0 0-2 0,0 0-5 16,0 0-3-16,0-5-6 0,0 5-7 0,0 0-4 15,9-3-4-15,-9 3-5 0,14 3-6 0,-4-1-1 16,3 1-8-16,6-2 1 0,2 5-2 0,7 1-3 15,-2 4 0-15,0-3-5 0,0 2 0 0,1 2-2 16,-2 0 11-16,-7-4-16 0,4 9 3 0,-7-5-5 16,-1 3-4-16,-3-1-4 0,0 0-3 0,-6 1-3 15,-1-2 0-15,-5 4-1 0,-2-1 2 0,-3 1-1 16,-4-2 3-16,-6 2 0 0,-2 0 3 0,-1 1-1 16,-4-5 0-16,3-4 6 0,4 2-4 0,0-3 3 15,0-2-4-15,-2 1 5 0,8-3-1 0,-2 0-1 16,1 0 6-16,3-2-5 0,2 2 1 0,1-3 3 15,0 2 1-15,1-1-3 0,4-2 1 0,-1 2-4 16,1-2 4-16,9 6 0 0,-3-4 3 0,6 0-3 16,1 2 2-16,6-3-3 0,0 5 1 0,2-2-1 15,5 3 2-15,-6-2 4 0,10 4-10 0,-10-3 4 0,-2 2-3 16,9 2 1-16,-8-2-4 0,-2 1 4 16,-1 2 1-16,-3-1-3 0,-1 3 0 0,-5-4 2 15,0 1-2-15,-5 0 2 0,-2 0 0 0,-1 0-3 0,-3 1 3 16,-7 2 3-16,-3-4-2 0,-3 4 6 0,-7-1-3 15,-2-4-3-15,-2 1 1 0,8-5 3 16,-10 1 1-16,0-1 0 0,1 0 3 0,0-2 1 0,-1 0 0 16,1-3 7-16,6 0 11 0,0-2 11 0,3 0 1 15,-2-1 11-15,4 3 0 0,0-3 10 0,4 2-6 16,3-2 10-16,1 1 9 0,1 0-1 0,2 2-3 16,2-2 1-16,1 1-2 0,4 2-1 0,-9-3-7 15,7 2-7-15,2 1-12 0,-3-6-18 0,3 6-28 16,0 0-35-16,5-6-30 0,0 5-33 0,3-3-48 15,-2 0-89-15,3 0-131 0,3 1-405 0,-1 0 179 16</inkml:trace>
  <inkml:trace contextRef="#ctx0" brushRef="#br0" timeOffset="106821.19">10783 10934 50 0,'0'0'199'16,"0"0"-15"-16,0 0-14 0,0 0-17 0,-4-3-8 15,4 3-25-15,0 0-7 0,0 0-12 0,22-5-13 16,-12 3-6-16,8-1-13 0,4 0-1 0,5-1-10 0,2 1-7 16,-1 0-5-16,5 0-10 0,-4-2-4 0,0 2-1 15,-9 3-8-15,2-3-3 0,-4 1-3 0,-3 1-4 16,-3 0-2-16,-1 1-4 0,-2-1-5 16,-2-3-10-16,-4 4-4 0,-3 0 4 0,0 0 4 0,0 0-1 15,0 0-8-15,-21 0-2 0,4 0 2 0,-2 4 2 16,2-2 3-16,-2 0-3 0,0 1 2 0,1-2-3 15,-1-1 6-15,2 2-2 0,-6 0 4 0,2 2-1 16,3-1 2-16,-1-1 2 0,1 2-1 0,1-1 0 16,3-2-4-16,1 2 5 0,7-1-1 0,-7 1 2 15,4-1-7-15,1 1 5 0,3 0-2 0,-1-1 1 16,-2 1 0-16,3-2 4 0,0 2-5 0,1 1 1 16,-1-3 3-16,3 2-5 0,2-3 4 0,-5 4-4 15,1-4 0-15,4 0 3 0,0 0-4 0,-4 5 4 16,4-5-1-16,0 0 3 0,-2 4 3 0,2-4 3 15,2 5-1-15,-1-2 2 0,4 2 6 0,-2 2 4 16,3-2 6-16,4 3 8 0,3 3-3 0,2 2 0 16,1 1 0-16,7 1-2 0,1 3-3 0,0 0-1 15,-3 1-1-15,-1 1-3 0,1-2-1 0,-5 0-3 16,2 1-3-16,-5-3 6 0,-2 0-6 0,1 1 1 16,-6-3-6-16,-2 3 0 0,-1-1-4 0,-3-3 2 15,-4-1 0-15,-2 1 2 0,-4 2 2 0,-1-4-5 16,-4-1 3-16,-4 0-3 0,-6-1 1 0,6-2 0 0,0-2-1 15,-1-1 5-15,2 1 2 0,1-3 5 0,0-1 11 16,6-1 17-16,-2 0 15 0,4 0 23 16,0 0 10-16,4 0 7 0,5 0 4 0,-9 0-4 0,9 0-8 15,-4-7-15-15,4 7-17 0,8-5-16 0,1 0-17 16,2 0-18-16,6 1-29 0,6-1-33 16,-4 0-37-16,11-1-44 0,-2 2-78 0,-1-2-205 15,-1 1-455-15,3-2 202 0</inkml:trace>
  <inkml:trace contextRef="#ctx0" brushRef="#br0" timeOffset="107369.53">11606 11067 61 0,'13'6'141'0,"4"1"-8"0,-1 3-18 0,-1 2-11 16,3-1-13-16,-2 2-3 0,-1 0-8 0,-5 1-9 16,2 2-8-16,-6 0-8 0,0-1-2 0,-3 2-10 15,-3 1-1-15,-3-1 4 0,-3 0-1 0,-8 0-5 16,-4 2-6-16,-1-1 1 0,-4 0-7 0,-1-2 3 15,-1-4-4-15,1 2-2 0,5-5 16 0,0-4-2 16,0 3 0-16,6-3 10 0,-1-1-1 0,2 1-1 16,3-2 11-16,2-2 11 0,-1 2 14 0,4-2 27 0,-1 2 16 15,1-2 24-15,4-1 3 0,0 0-9 0,0 0-18 16,0 0-11-16,4-12-15 0,5 5-9 16,6-5-7-16,2 1-9 0,7-6-9 0,3 2-8 0,0-3 7 15,1 0-19-15,3-2-5 0,-1 3-6 16,2-4 8-16,-5 4-14 0,0 0-4 0,-4-1 9 15,-1 3-11-15,-7 2-6 0,-1 3-2 0,-6 5 1 16,-1-3 2-16,2 4 0 0,-5 1-6 0,0-3-1 0,1 4 7 16,-1 0-20-16,-1-1-12 0,-3 3-6 0,0 0-4 15,0 0 0-15,0 0 0 0,0 11 4 0,-3-5-8 16,-1 5 5-16,0 0-1 0,-1-1 2 16,1 5 0-16,0-1 0 0,-2 3 1 0,2 0 3 0,2-1 1 15,2 1 5-15,4-1 1 0,-1-2 5 0,6 1 1 16,4 2 0-16,7 0 13 0,5-1-23 0,3 0-41 15,2-4-52-15,2-1-84 0,0-7-319 16,4-1-552-16,0 0 244 0</inkml:trace>
  <inkml:trace contextRef="#ctx0" brushRef="#br0" timeOffset="107999.53">12200 10651 7 0,'0'0'207'0,"1"-4"-16"0,-1 4-14 15,0 0-18-15,0 0-19 0,3-4-11 0,-3 4-19 16,0 0-14-16,0 0-12 0,0 0-13 0,0 0-3 15,0 0-14-15,-4 14 1 0,2-9-7 0,-5 5-8 16,1 1-1-16,-3 4-4 0,1 0 3 0,-4 2-7 16,3 0-3-16,-3 5-8 0,3-3 2 0,0-4-2 15,0 1 2-15,1 1-7 0,1 0 2 0,1-2-2 16,2-3-5-16,1 1-1 0,1-5 0 0,0 3 0 16,2-4-2-16,0 0 10 0,0 0 8 0,4 0 29 15,0 1 17-15,5-1 5 0,1-1-7 0,8 1-3 16,4 0-5-16,6-1-6 0,0-1-4 0,-1-2-15 15,-5 0-26-15,-1-2-28 0,2-1-35 0,-5 0-39 16,1-3-51-16,-5 2-236 0,3-6-408 0,-3 2 181 16</inkml:trace>
  <inkml:trace contextRef="#ctx0" brushRef="#br0" timeOffset="108185.43">12435 10856 158 0,'-2'-3'216'0,"2"3"-23"0,0 0-23 0,0 0-14 16,-3-4-23-16,3 4-13 0,0 0-13 0,-2 11-12 0,-1-3-4 16,1 4-2-16,-4 5-5 0,0 3-7 0,-3 3-2 15,2 4-10-15,-1 0-6 0,0 4-3 0,4 0-1 16,-3-2-43-16,-1 3-25 0,-2-3-49 0,-2-1-98 16,3-2-136-16,3-9-321 0,-1-1 141 0</inkml:trace>
  <inkml:trace contextRef="#ctx0" brushRef="#br0" timeOffset="110364.95">13059 11276 74 0,'0'0'117'0,"-10"0"-11"0,10 0-5 0,0 0-8 15,0 0 7-15,-7 0 0 0,7 0-1 0,0 0 7 16,0 0 3-16,0 0-9 0,0 0 6 0,-7-3 0 15,7 3 1-15,0 0-3 0,0 0-8 0,0 0-6 16,0 0-11-16,0 0 0 0,0 0-3 0,0 0-10 16,0 0-1-16,0 0-2 0,0 0-4 0,0 0-6 15,0 0 4-15,0 0-4 0,0 0-3 0,0 0-3 16,0 0-4-16,0 0-3 0,0 0-1 0,0 0-5 16,0 0 3-16,0 0-2 0,0 0 1 0,0 0-2 15,0 0-2-15,0 0 1 0,0 0 0 0,0 0-4 16,0 0-2-16,0 0-2 0,0 0-1 0,0 0-5 15,0 0 1-15,0 0-5 0,0 0-1 0,0 0-2 16,0 0-1-16,0 0 2 0,0 0-2 0,0 0-4 16,0 0 6-16,0 0 0 0,0 0-9 0,-4-1 2 0,4 1 2 15,0 0 0-15,0 0 3 0,0 0 0 16,0 0 8-16,0 0-10 0,0 0 1 0,0 0-4 16,0 0 5-16,0 0-4 0,0 0 0 0,0 0 11 15,0 0-10-15,0 0 0 0,0 0 1 0,0 0 4 0,0 0 4 16,0 0-3-16,14-4-3 0,0 3 9 0,5-3-12 15,12 1-3-15,2-2 3 0,5 0-4 16,16-2 7-16,-2 3-8 0,4-1-3 0,-6-3 3 16,7 0 2-16,-5 4-6 0,-2 0 0 0,-12 0-3 0,-6-2 7 15,-1 3 0-15,-9 0 0 0,-3-1 0 0,-4 3 0 16,-3-2-1-16,-3 0 3 0,-1 2-2 16,-1 1-4-16,-2-2 1 0,-5 2-3 0,9 0-4 15,-9 0-8-15,6-1-8 0,-6 1-3 0,0 0-22 0,0 0-25 16,0 0-20-16,0 0-21 0,0 0-34 0,0 0-29 15,0 0-62-15,0 0-169 0,-18 3-441 0,18-3 195 16</inkml:trace>
  <inkml:trace contextRef="#ctx0" brushRef="#br0" timeOffset="111084.76">14039 10836 149 0,'0'0'157'0,"14"-2"-10"16,-5 2-18-16,5 0-9 0,4 0-14 16,1 2-8-16,3 2-5 0,7 1-8 0,2 1-7 0,-2 3 1 15,3-1-11-15,0 3-6 0,-4-1-2 0,-2-2-10 16,0 6-3-16,-9-4-6 0,-3 0-3 0,0 2-7 16,-3 2 0-16,-6-4-6 0,1 2-2 0,-5 1-5 15,-2 2-5-15,-4 3 1 0,-3-2 5 0,-2 1-4 16,-4-3-4-16,-4 4-5 0,-4-3 3 0,5-1 2 15,-1-3-9-15,0-1 4 0,1-2 0 0,2 2-4 16,-2 0-1-16,5-5 2 0,1 1 0 16,5-2 0-16,-2 0 2 0,3 1-3 0,0-3 1 0,1 1 0 15,3 0 2-15,1-3 1 0,1 8-2 0,4-5 3 16,4 3-3-16,3-4-3 0,3 5 9 0,4-2-6 16,0 2 4-16,-1-2-2 0,5-1 1 0,-1 4 1 15,-3-3 2-15,0 2-8 0,3-1 5 0,-7 2 1 16,3-3-3-16,-9 1 2 0,2 0-6 0,-1 1 0 15,-3 0-1-15,1-1-4 0,-7 1 4 0,2-2 10 16,-6 2-7-16,-1 2-1 0,-2-4 2 0,-12 5 0 16,3-3-3-16,-7 4 4 0,-5-5 0 0,-1 1-5 15,0-2 4-15,0 0 0 0,-3 0-3 0,3-2-1 16,1 1 5-16,6-3-5 0,-1 1 4 0,0-2-3 16,4 1-3-16,3 0 1 0,2-1-6 0,4 0-18 0,3 0-24 15,6 0-16-15,-8-1-44 0,8 1-187 16,7-8-321-16,3 0 143 0</inkml:trace>
  <inkml:trace contextRef="#ctx0" brushRef="#br0" timeOffset="111539.2">15020 10938 50 0,'-14'5'144'0,"0"4"-13"0,-5 2-17 0,5 0-2 0,-9 5-19 15,1 2 10-15,3 2-11 0,1-1-8 0,-1 1-2 16,4 1-14-16,3-6-5 0,-3 5-10 0,7-4 0 15,2 0-9-15,0 0-4 0,2-2-1 0,4 2-1 16,1 0 28-16,5 0 1 0,2-3 5 0,4 1 12 16,4-5 6-16,6 6 3 0,2-6-5 0,4-1 1 15,3-2-10-15,0-3 2 0,-2-2-5 0,2 0 1 16,-8-3-2-16,9-3-2 0,-6 1-4 0,-4-4 1 16,-4 1 4-16,0-4-7 0,-4 0-8 0,0-2-4 15,-2-3-3-15,-2-2-12 0,-1 1-2 0,-4-9-9 16,-4-1-8-16,-2-1 4 0,-2 2-12 0,-2 0-3 15,-5 1-4-15,-3 0 1 0,-2 3-5 0,-3 4 1 16,-4 1-4-16,1 0-3 0,-5 5 1 0,2 2-8 16,-3 1-19-16,6 5-18 0,0 1-25 0,3 3-24 15,-1 1-38-15,6 3-43 0,0 0-49 0,5 0-164 16,4 1-425-16,3 2 188 0</inkml:trace>
  <inkml:trace contextRef="#ctx0" brushRef="#br0" timeOffset="112067.9">15448 10963 126 0,'7'2'141'0,"1"2"-17"0,2 1-3 0,-1 0-14 16,-2 5-12-16,2-3-9 0,-2 4-5 15,0 4-7-15,-1 0-5 0,-3 4-6 0,-1-2-5 0,-4 3-2 16,0-1 0-16,-5 0-7 0,-3 3 4 0,-5 3-4 16,2-6-7-16,-4 2-4 0,2 1 2 0,1-7-3 15,0-1-9-15,0-2-2 0,-3-1-4 16,7-2 6-16,1-2 6 0,1 0 1 0,2-1 3 0,-1-2 20 15,1 0 14-15,3-1 26 0,1 0 29 0,-3-2 33 16,5-1 30-16,-4 3 9 0,4-3-5 0,0 0-18 16,0 0-25-16,13-15-8 0,-2 6-16 0,5-2-22 15,4-7-9-15,2 1-2 0,6-1-17 0,-1-3-7 16,0-1-4-16,4-3-2 0,-1 2-13 0,-2-1-1 16,-1 2-14-16,-4 4 0 0,0-2-7 0,-10 8 0 15,-4 0 3-15,0 6-4 0,-2-1-9 0,-1 1-4 16,-3 2-19-16,1 2-18 0,-1-2-25 0,1 2-22 15,-4 2-1-15,0 0 4 0,0 0 9 0,-5 14 4 16,1-2 5-16,-4 2 6 0,0 1 4 0,-1 2 1 16,3 0 0-16,1 1 0 0,1 0 7 0,1 1-2 15,2-1 2-15,5 1 2 0,1 1 4 0,3-2 0 16,4-1-12-16,1-2-22 0,4-1-27 0,4 3-38 16,1-2-37-16,-2-9-76 0,-4 0-244 0,2-1-519 15,0-4 231-15</inkml:trace>
  <inkml:trace contextRef="#ctx0" brushRef="#br0" timeOffset="112517.1">15947 10728 78 0,'4'-4'282'15,"-2"2"-19"-15,1-2-25 0,-3 4-25 0,0 0-26 16,7-1-19-16,-7 1-19 0,8 5-16 0,-4-3-17 0,1 3-9 16,3 3-15-16,-2 2-9 0,-3 2-7 0,3 2-11 15,-2 3-4-15,-3 0-10 0,-1 0-2 16,-4 2-4-16,3 0-4 0,-3-2-6 0,0 1 0 15,-1-3-6-15,1-4-1 0,3 0-4 0,-4-2-2 0,5-1-3 16,-2-2-3-16,0 0 4 0,2-1 0 0,2-1 22 16,1 0 23-16,7-1 17 0,3 2-4 0,6-3-4 15,6 1-6-15,4-3-7 0,3-3-7 16,1 3-4-16,-1-4-2 0,4 1 4 0,-3 1-14 0,3-3-4 16,0 2-4-16,-3-2 0 0,-6 2 9 15,-7 2 4-15,-2-2-2 0,-5 1 1 0,-3 2 0 16,-1-2-10-16,-4 2-2 0,3-1-7 0,-3 0 4 0,-5 1-27 15,9 0-35-15,-9 0-13 0,0 0-30 0,0 0-39 16,-10 9-50-16,-6-1-65 0,5-1-301 0,-1-1-576 16,3-1 255-16</inkml:trace>
  <inkml:trace contextRef="#ctx0" brushRef="#br0" timeOffset="113882.96">17006 11197 90 0,'-5'0'127'0,"5"0"-21"0,-9 0-4 16,9 0-1-16,-4 3-10 0,4-3 7 15,0 0 3-15,0 0 3 0,0 0-2 0,0 0-7 16,-9 0 4-16,9 0 0 0,0 0 2 0,0 0 2 0,0 0 3 16,0 0 2-16,0 0-2 0,0 0-4 0,0 0-2 15,0 0-13-15,0 0-5 0,0 0-10 0,0 0-5 16,0 0-6-16,0 0-8 0,0 0-5 16,0 0-6-16,0 0-5 0,0 0-3 0,0 0-4 0,0 0-7 15,0 0 3-15,0 0-4 0,0 0-1 0,0 0-2 16,0 0-1-16,0 0-5 0,-5-3 1 0,5 3-3 15,0 0-1-15,0 0-3 0,0 0 2 0,0 0-3 16,0 0 2-16,0 0-2 0,0 0 1 0,0 0-1 16,0 0-2-16,0 0 1 0,0 0 6 0,0 0 0 15,0 0 3-15,0 0 0 0,0 0-1 0,0 0-1 16,0 0 0-16,24 0-2 0,-9-1-1 0,5-2 0 16,9 2 0-16,3-1 2 0,3-1-6 0,3 2-5 15,15-5 9-15,0 5-9 0,-2-5-1 0,1 2-5 16,-16 3-4-16,-1-2-7 0,-2 0-10 0,-3 1-12 15,-10-1-19-15,-2 2-6 0,-8 0-16 0,-1 1-18 16,-4-2-42-16,-1 0-33 0,-4 2-215 0,-1-5-420 16,1 5 186-16</inkml:trace>
  <inkml:trace contextRef="#ctx0" brushRef="#br0" timeOffset="114134.85">17236 11008 173 0,'-2'-9'297'16,"-1"-1"-13"-16,2-1 0 0,-1 2-16 0,2 3-12 15,-2 0-16-15,2 0-12 0,0 1-29 0,-1-1-18 16,1 6-24-16,0-4-19 0,0 1-21 0,0 3-19 16,0 0-25-16,0 0-28 0,0 0-10 0,0 0-5 15,-3 14-4-15,2-1-2 0,0 5-2 0,-2 9-4 16,0-2 0-16,1 7 9 0,-1-1-9 0,1-1-1 15,2 2-5-15,1-1-19 0,0 0-25 0,1 0-34 16,-1-2-34-16,3 1-29 0,-2-2-28 0,3-2-44 16,0-7-232-16,3-2-467 0,0-2 207 0</inkml:trace>
  <inkml:trace contextRef="#ctx0" brushRef="#br0" timeOffset="114781.74">17797 10831 177 0,'0'-7'241'0,"0"5"-26"0,4-1-21 0,1 1-20 16,0 0-15-16,3 2-13 0,3 0-12 0,3 2-10 16,-1 0-14-16,8 1-8 0,5 6-9 0,1 0-9 15,-9 0-9-15,-3 2-8 0,2-3-6 0,-3 3-12 16,-1 1-11-16,-4-3-7 0,-3 2-5 0,1 1-1 16,-6-1-4-16,2 1 0 0,-5 2-6 0,-3-2-2 15,0 2-4-15,-5 1 3 0,-2-3-2 0,-1 3 1 16,-1-6-3-16,2 1 1 0,0 0 1 0,3-5-2 15,0 0-3-15,-1 3 0 0,5-4-2 0,-1 0 2 16,2-1-3-16,0 1 1 0,0-1-4 0,-1 0 4 16,3-1-4-16,2 2 1 0,2-1 0 0,2 2 1 15,2 0 2-15,2 2-4 0,2-1 4 0,4 1 2 16,0 1 2-16,1 0 1 0,2 1-3 0,1 2 1 16,0-2 0-16,-1 4 0 0,-2-5-2 0,-2 3 3 15,-4-4-6-15,1 3 2 0,-4-4-4 0,1 5-2 16,-4-6 1-16,-1 1-4 0,-1 2 5 0,-4-1-5 0,-2 0 4 15,-2 0-1-15,-3 0 1 0,-5 1-2 0,-2-3-4 16,-3 0-8-16,1-1-39 0,0 0-31 16,-2-1-44-16,5-1-47 0,-3-2-166 0,0-1-373 15,6-3 165-15</inkml:trace>
  <inkml:trace contextRef="#ctx0" brushRef="#br0" timeOffset="115084.77">18482 10555 177 0,'8'1'189'0,"-8"-1"-17"0,15 7-9 0,-3 7-24 15,-1 1-2-15,8 10-15 0,2 3-7 0,3 20-1 16,-1 6-9-16,1 26-11 0,-11-22 1 0,0 32-9 16,-12-6-7-16,-2-24-7 0,-12 18-8 0,0-20-5 15,-6-2-3-15,-13 22-5 0,2-27-6 0,-15 23-3 16,-13-9-8-16,17-21 4 0,-29 16 0 0,0-6-6 16,-2-6-8-16,-4-3-21 0,-4-3-37 0,1-4-47 15,-8-10-63-15,-14-1-204 0,-10-3-377 0,0-8 167 16</inkml:trace>
  <inkml:trace contextRef="#ctx0" brushRef="#br0" timeOffset="115999.21">9693 10306 167 0,'0'0'195'0,"-2"-2"-20"16,2 2-22-16,-7 7-21 0,-2 8-9 0,-9 7-14 15,0 7-5-15,-11 16-6 0,-17 27 6 0,4 6 2 16,-7 7-9-16,3 12 4 0,2-2-9 0,3 4-8 16,1 0-9-16,7-7-9 0,11-2-3 0,6-1 27 15,7-2-7-15,14 0 2 0,6-2-2 0,10-5-4 16,4-23-17-16,19 21-2 0,13-7-5 0,15-4-3 15,12-9-22-15,8-2-42 0,10-8-72 0,8-3-106 16,5-2-217-16,4-10-440 0,-8-10 195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1T05:47:05.64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3677 13612 94 0,'-1'-3'165'0,"1"3"-12"0,-3-5-14 16,3 5-20-16,0 0-7 0,0 0-20 0,0 0-6 15,0 0-12-15,0 0-5 0,-2 18-8 0,-1-2-6 16,6 3-6-16,-3 6-5 0,0 9-2 0,-3 1-5 15,3 15-3-15,0 0-2 0,0 0-3 0,-4 0-5 16,3-1-1-16,-3 1 1 0,4-15-2 0,-2 0-5 16,4-1 1-16,-1-4-4 0,-1 2-1 0,3-7-2 15,1 2 11-15,-7-9 31 0,6-2-19 0,-2 0-2 16,-1-5-5-16,0-2-1 0,0-2-2 16,0 0-4-16,0 0 7 0,3-2 24 0,-2-1 14 15,-1-1 15-15,0-3 14 0,1 5 0 0,-1-5-11 16,0 0-7-16,0 0-8 0,0 0-8 0,0 0-6 0,0 0-7 15,4-14-1-15,-1 7-8 0,-2-1-13 0,-1 2-43 16,0-6-38-16,0 1-53 0,5-3-51 0,-1-1-77 16,-3-4-133-16,3 1-400 0,0-9 176 15</inkml:trace>
  <inkml:trace contextRef="#ctx0" brushRef="#br0" timeOffset="366.11">3605 13631 117 0,'0'0'147'0,"-10"0"-6"0,10 0-15 15,-7 1-19-15,7-1-16 0,-7 2-14 16,7-2 1-16,0 0-2 0,0 0-2 0,-6 1 0 15,6-1-5-15,0 0-7 0,0 0-5 0,0 0 1 0,0 0-3 16,11 4-6-16,3-5 2 0,7 2-9 0,8-1 1 16,11-3-11-16,11 2 0 0,7-5-3 0,4 3 1 15,2-4-5-15,1 4 0 0,0-4 1 0,-2 2-4 16,-6 1-10-16,0-1 10 0,-5-1-9 16,-15 4 8-16,-1-2-4 0,-6 1-7 0,-2 0 3 15,-8-1-5-15,-2 3 3 0,-8 1-2 0,-2-1-1 0,-1 1 0 16,-2 0-6-16,-5 0 3 0,0 0 0 0,0 0-3 15,0 0-2-15,-23 9-16 0,6-6-26 16,-1 3-36-16,0 2-38 0,0-3-173 0,0 4-311 16,1-3 138-16</inkml:trace>
  <inkml:trace contextRef="#ctx0" brushRef="#br0" timeOffset="832.58">3786 14369 73 0,'-4'3'135'0,"4"-3"-15"0,-6 4-8 16,3-1 8-16,3-3-16 0,-4 3-10 0,4-3-5 15,-2 2-5-15,2-2-2 0,0 0 1 0,0 0 1 16,0 0 5-16,9 2-1 0,-1-2-5 0,9-1-6 15,6-2-11-15,6-3-6 0,6 1 1 0,2 1-9 16,15-5 17-16,3-2-2 0,-1 2-2 0,-2 4-9 16,-13-2-4-16,-1 1-3 0,-3 0-5 0,-1 1-7 15,-6 0-5-15,-5 1-1 0,-4 1-3 0,-2 0-1 16,-7 1 2-16,-2 1-6 0,-2 0 2 0,-1-2-5 16,-1 3-6-16,-4 0-1 0,0 0-7 0,0 0-13 15,-15-7-22-15,2 7-23 0,-1 0-31 0,0-1-40 16,-4 0-39-16,-1 1-170 0,2 0-359 0,3-1 160 15</inkml:trace>
  <inkml:trace contextRef="#ctx0" brushRef="#br0" timeOffset="1230">3681 14062 151 0,'0'0'161'0,"0"0"-16"0,0 0-8 0,0 0-11 15,0 0 1-15,0 0-5 0,31-3-13 0,-5 1-10 16,5 1-8-16,4-1-8 0,2-2 9 0,14-3 0 16,2 1-6-16,-14 2-8 0,14-4-4 0,-17 4-10 15,0-1 2-15,0 1-7 0,-8-1-8 0,0 2-1 16,-6 0-7-16,-6 1-2 0,-3-1 2 0,-3 2 5 16,-1 0-5-16,-4-1-2 0,1 1 0 0,-6 1 6 15,6-2-13-15,-6 2-5 0,0 0 0 0,0 0-8 16,0 0-3-16,0 0-2 0,-26 5-13 0,19-4-35 15,-1 3-39-15,-1-2-49 0,2 1-56 0,0 1-185 16,3-1-389-16,3-1 172 0</inkml:trace>
  <inkml:trace contextRef="#ctx0" brushRef="#br0" timeOffset="2079.96">5084 13897 16 0,'4'-4'212'15,"0"-2"-10"-15,-2 2-7 0,1 1-4 0,-1-1-11 16,1 0-18-16,-2 0-13 0,-1 4-15 0,3-4-16 15,-3 4-11-15,0-3-13 0,0 3-10 0,0 0-12 16,-13 10-2-16,3-1-7 0,-6 4-7 0,-7 8-4 16,-2 1-8-16,-2 3-4 0,0 1-2 0,-10 8-11 0,1-3 6 15,10-4 10-15,6-1 2 0,-1-3-10 0,-1 0-3 16,-1 2-3-16,6-1-3 0,1-6-3 16,4-1-3-16,-1-2-3 0,2-3-2 0,4-2-1 15,1-2 0-15,2-1-14 0,-1-3-35 0,1 1-25 16,3-1-35-16,-1-3-57 0,2-1-233 0,0 0-418 15,0 0 185-15</inkml:trace>
  <inkml:trace contextRef="#ctx0" brushRef="#br0" timeOffset="2365.51">4725 13941 81 0,'-4'-6'251'0,"0"0"-9"16,3 0-11-16,-2 1-18 0,2 1-22 0,1 4-22 15,-1-5-16-15,1 5-12 0,0 0-14 0,0 0 6 16,16 8-7-16,0-2 0 0,7 7-2 0,1 4-6 16,8-1-6-16,-1-1-10 0,3 5-7 0,11 5-8 0,0-2-13 15,-12-3-3-15,-2-1-12 0,1 0-5 16,-2-1-3-16,-2 1-2 0,-1-4-5 0,-4 1-10 16,-5-6-3-16,-1 2-1 0,-2-5-6 0,-1 3-6 15,-4-4-5-15,-2 0-3 0,-2-1-12 0,1-3-2 0,-4 0-3 16,1 0-11-16,-4-2-21 0,0 0-19 0,0 0-20 15,0 0-18-15,0 0-19 0,0 0-20 16,-10-9-39-16,6 4-37 0,-1 1-198 0,0-1-441 0,1-5 196 16</inkml:trace>
  <inkml:trace contextRef="#ctx0" brushRef="#br0" timeOffset="2685.44">5407 13701 13 0,'-1'-6'221'0,"1"1"-8"0,1 2-17 0,2-1-23 16,-3 0-16-16,0 4-19 0,0 0-14 0,0 0-13 15,0 0-7-15,4 16-11 0,-3 0-10 0,4 3-8 0,-1 10-7 16,-3 3 5-16,2 17-13 0,-2 0-3 0,2 1-4 15,-6 0-5-15,2-1-7 0,-2 1-1 0,2-2-5 16,-2-16-5-16,3 4-1 0,0-4-2 16,0 0-6-16,0-5 1 0,0-2-3 0,0-7-3 15,-1 0 0-15,1-2-2 0,0-4-3 0,-2-5-2 0,-1 4 4 16,3-6-2-16,0 2 2 0,0-1-1 0,-1-3-6 16,-3-3-8-16,0 4-54 0,4-4-46 0,0 0-54 15,-10-5-200-15,6 0-383 0,-1-4 169 16</inkml:trace>
  <inkml:trace contextRef="#ctx0" brushRef="#br0" timeOffset="2984.76">5359 13887 146 0,'-4'-3'201'16,"4"3"-28"-16,-3-4-19 0,3 4-14 0,0 0-9 15,0 0 1-15,0 0-7 0,22 8-14 0,-7 1-8 16,2-4-10-16,2 5-10 0,7 4-5 16,-1-4-8-16,0 6-3 0,-2-2-9 0,-2 2-5 0,-4-3-6 15,-2 1-2-15,-1-1-6 0,-1 2-1 0,-7-2-5 16,1 1-2-16,-6-5-3 0,-1 4-1 0,-4-1-3 16,-1-2-4-16,-5 0-1 0,-3 2-5 0,-5-1 3 15,0 2-3-15,-7-3-2 0,4-3 0 16,1 1 1-16,-6 0-3 0,5 0 2 0,-1-3-5 0,4-4 0 15,-4 3 2-15,6-3-8 0,2 0-28 0,3-1-62 16,0-2-66-16,1 1-200 0,6-3-384 0,3-1 171 16</inkml:trace>
  <inkml:trace contextRef="#ctx0" brushRef="#br0" timeOffset="3347.9">5724 13880 9 0,'4'-2'213'0,"0"0"-22"0,-4 2 4 0,10 2-5 15,-2 0-16-15,3 1-15 0,-3-1-9 0,2 5-19 16,5 1-9-16,1 1-15 0,-2 3-8 0,-4 1-11 16,3 1-7-16,-3-1-3 0,-1 1-10 15,1 2-8-15,-3-1-9 0,-2 0-7 0,0 1-1 0,-4-1-2 16,0 0-7-16,-1-5-1 0,-1 2-5 0,-4 1 1 15,2-7 1-15,0 4 7 0,-4-5 3 0,1 1 8 16,2-2 20-16,-2 0 13 0,2-2 12 0,0-1 0 16,4-1 1-16,-14-4-3 0,10 0-6 0,3-3-6 15,-3 0-3-15,1-3-11 0,6-2-4 0,-2 2-9 16,6-8-6-16,0 4-2 0,1-3-4 0,1 1-6 16,0-1-1-16,6 2-2 0,-1-6-8 0,2 8-3 15,-2-1-3-15,3 0-12 0,0 4-32 0,0-2-42 16,-1 7-42-16,1-6-53 0,-2 6-60 0,-2 4-84 15,6 1-176-15,-6-3-524 0,1 3 232 0</inkml:trace>
  <inkml:trace contextRef="#ctx0" brushRef="#br0" timeOffset="3714.2">6235 14077 88 0,'0'0'230'15,"0"0"-11"-15,0 0-16 0,0 0-14 0,0 0-18 16,-3-8-20-16,3 8-13 0,7-5-14 0,2-3-12 16,0 2-11-16,5-4-10 0,3 3-11 0,1-5-6 15,-3 0-1-15,8-3-14 0,1-2-8 0,-1-2-3 16,-1 2-6-16,0-1-7 0,2 1 0 0,-5 0-7 16,-2 4 1-16,-3 3-1 0,0-5-6 0,-5 6-2 15,-4 1 0-15,2 1 0 0,-1-3-2 0,-4 3-3 16,-4 2-1-16,-2-1-3 0,-5 3 1 0,-1-2-4 15,-8 5-2-15,-3 2 1 0,-3 3-3 0,-7 2 4 16,2 1-2-16,-2 4 1 0,1 3-5 0,-1 2 2 16,4-1 0-16,0 7-1 0,4-5 0 0,4 4 1 15,3 0 10-15,7-3-1 0,3 0 9 0,4 1 0 16,7-2 1-16,4-1 1 0,11 5-2 0,3-5 1 16,8-2-2-16,1-2-5 0,4-6-1 0,2-2-1 15,1-1-2-15,14-1-4 0,-14-1-18 0,0-2-30 16,-2-5-58-16,-4 0-55 0,-1-2-80 0,0 0-156 15,-1-3-422-15,-6 1 188 0</inkml:trace>
  <inkml:trace contextRef="#ctx0" brushRef="#br0" timeOffset="4182.46">7044 13714 34 0,'0'-6'212'15,"0"2"-19"-15,0 4-8 0,0-7-9 0,-1 5-19 16,1 2-18-16,-1-5-14 0,1 5-16 0,-4-3-8 15,4 3-13-15,0 0-7 0,-21 5-9 0,12 2-4 16,-3-2-9-16,0 0-6 0,1 2-4 0,-7 6-4 16,4-3-4-16,-3 1-9 0,-5 7-1 0,10-5-3 15,0 2-3-15,1-3-1 0,2 2-1 0,0 1 0 16,1-1 6-16,6-2 4 0,-1 1-7 0,4-2 2 16,2 2 2-16,3-4 1 0,2 1-3 0,3 2-1 15,7-4-1-15,0 4-4 0,9-5 0 0,1 3-1 16,0-3-4-16,2 1-3 0,-1-2 2 0,0-1-3 15,-2 1-3-15,-9-5 0 0,0 2-2 0,-5 0 0 16,-2-2-2-16,-2 3-2 0,0-3-2 0,-4 0 3 16,-2 1-1-16,-3-2 0 0,0 0 2 0,0 0-4 15,-19 5 0-15,6-2 2 0,-5 1-2 0,-5-2 2 16,4-2-1-16,-3 4 3 0,-5 1-6 0,0 1-10 16,6-4-30-16,-1 1-36 0,3-2-42 0,1 2-37 15,4-2-220-15,1 0-405 0,0-2 179 0</inkml:trace>
  <inkml:trace contextRef="#ctx0" brushRef="#br0" timeOffset="4603.03">7587 13701 63 0,'0'0'205'0,"-1"-6"-20"0,0 3-21 0,1 3-15 16,-13-1-8-16,5 1-18 0,-2 3-14 0,1-1-10 0,-5 2-8 16,2 0-6-16,-4 3-10 0,-1 0-5 0,-2 1-7 15,1 1-6-15,3 3-4 0,0 0 0 16,3-2 11-16,2 6-3 0,1-2-3 0,0 2-3 15,5 1 0-15,-1-2-2 0,5 1-3 0,0 1-4 0,5 0 2 16,2 0-4-16,2-2-4 0,5 2-2 0,6 2-2 16,-1-4-6-16,5 0-1 0,-1-1-1 15,-5-2-2-15,0-3-4 0,0 3 0 0,0-3-4 16,-3 4-3-16,-3-6-2 0,-3 3-1 0,1-2-3 16,-5 1 2-16,0-2-2 0,-2 1 3 0,-6-1-3 0,-3 0 4 15,-7 0-2-15,-1 0-3 0,-4-1-2 16,-10 3 2-16,-3-1 0 0,1-2-2 0,-4 0-8 15,0 1-64-15,2-5-102 0,-4 4-253 0,4-5-455 16,0-2 202-16</inkml:trace>
  <inkml:trace contextRef="#ctx0" brushRef="#br0" timeOffset="7186.1">9141 13667 173 0,'-1'-4'181'0,"1"4"-17"0,0-8-12 16,0 4-16-16,1-1-11 0,0 3-5 0,2-2-21 15,3 2-7-15,4-2-11 0,1-1-6 0,4 3-11 16,2 1-4-16,3 1-4 0,3 1-10 0,-1 1-1 15,6 4-1-15,-1 2-9 0,0 4-9 0,-1 1-4 16,-3 2 1-16,-1 1 2 0,0 1-5 0,-4 2-4 16,-3 5-2-16,-1-2 0 0,-5 4-1 0,-5 0-2 15,0 0-2-15,-8 0 0 0,0 3-1 0,-5-2 3 16,-7 2-1-16,-2-2-3 0,-4-2 7 0,0 3-10 16,-4-6 0-16,0 0 3 0,0 1-5 0,2-6 1 15,-3 0 3-15,0-2 0 0,3-1 0 0,6-6-5 16,2-1 6-16,5-1 2 0,0-1 23 0,2-2 15 15,2 0 4-15,2-3-4 0,5 0-2 0,0 0-5 16,-2-12-4-16,7 3-4 0,5-4-4 0,9-8 2 16,2 1-5-16,3-4-2 0,-1 0-8 0,5-1 8 0,9-9-4 15,3-1-8-15,-2 1 3 0,-2 2-4 16,-8 5-3-16,9-4 3 0,-10 7-1 0,-3 0-5 16,-2 2 3-16,-2 0-1 0,-2 2 0 0,-9 8 5 15,0-2-7-15,-2 4 1 0,-2 3-2 0,-3 0-3 16,-2 2 2-16,-1 0-1 0,-2 2-4 0,-3 1 0 0,6 2 0 15,-18 3 2-15,3 4 1 0,-2 3-2 16,1 2-1-16,-1 9 0 0,-5 1 3 0,7 5-1 16,-2-2-1-16,6 1 3 0,2 0-1 0,2 2 4 15,6-2-1-15,2 0 3 0,5-1-1 0,1-7 5 0,11 4-4 16,4-3 1-16,1-1 0 0,10-2 0 0,0-3-5 16,0-6-9-16,5 2-39 0,0-4-46 15,3-5-55-15,-4 0-254 0,-1-4-434 0,-3-3 192 16</inkml:trace>
  <inkml:trace contextRef="#ctx0" brushRef="#br0" timeOffset="7850.35">9816 13305 160 0,'2'-5'146'0,"1"2"-8"0,2 0-11 15,0-1-17-15,3-1-9 0,2 3-16 0,0 2-3 16,3-3-9-16,1 3-6 0,0 3-10 0,5-1-5 0,-2 3 0 16,-2 2-6-16,2 1-11 0,-7-1 1 15,2 0-6-15,-1 5-1 0,1 0-4 0,-6 3-1 16,0-3-9-16,-6 5 1 0,-2-3-2 0,-2 1-4 16,-1 2 6-16,-4 0-8 0,0-8 3 0,0 1-2 15,3 0-1-15,-7 1 4 0,5-3 4 0,2-1-7 16,-2 0-1-16,-2 1-2 0,6-3 2 0,0 2-6 15,0-2 2-15,3-1-1 0,1 1 4 0,1 0-6 16,2 0 5-16,3 1-3 0,4 0 0 0,2 2 6 16,1-1-6-16,2 2 0 0,3-1 1 0,-1 1-1 0,-1-1 0 15,0 1-3-15,-5-1-2 0,1-2 4 0,-5 2-11 16,0-1 10-16,-5-1 4 0,0 1-7 16,-2 0 4-16,-4-2-1 0,-1-1 1 0,-7 3 6 15,-6 1-4-15,-2-3 3 0,1 0-2 0,-11 2-2 0,3-2-2 16,7-3-1-16,-9 5 3 0,9-7-15 0,0 3-26 15,2-2-38-15,7 0-60 0,-1-2-108 0,3 1-265 16,4-1 117-16</inkml:trace>
  <inkml:trace contextRef="#ctx0" brushRef="#br0" timeOffset="8261.91">10383 13883 126 0,'-5'2'147'0,"1"-2"-16"0,4 0-12 0,-10 2-10 16,6-1-10-16,4-1-12 0,-5 1-10 0,5-1-2 15,0 0 10-15,0 0 12 0,0 0 1 0,9 7-7 16,-9-7-9-16,28 0-6 0,-9-3-11 0,12 3 1 16,1 0-13-16,2-3 0 0,4 0-10 0,1-1-4 15,15-1-2-15,2-2 7 0,-2 2 7 0,-15 1-8 16,2-1-1-16,-4-1-1 0,-2 2-7 0,-7-1-2 15,-7 0-2-15,-4 2-9 0,1 1 1 0,-6-1-3 16,-4 1-1-16,0 0 5 0,-3 0-6 0,-3-1-6 16,-2 3-16-16,0 0-47 0,0 0-56 0,0 0-92 15,0 0-123-15,-17 0-351 0,17 0 156 0</inkml:trace>
  <inkml:trace contextRef="#ctx0" brushRef="#br0" timeOffset="10846.93">11252 13314 8 0,'-3'-5'172'0,"2"1"-4"0,1-3-11 0,-5 4-14 15,4-2-7-15,-2 0-5 0,3 3 0 16,-1-1-11-16,1 3-13 0,-2-5-9 0,2 5-8 0,0 0-14 15,-2-7-5-15,2 7-8 0,0 0-7 0,0 0-7 16,0 0-7-16,0 0-5 0,0 0 0 0,2 15-4 16,0-8 6-16,2 0-10 0,2 1-1 0,2 1-8 15,2 3 1-15,4-4-1 0,3 2-3 0,2 0-4 16,0-1 1-16,9 0-1 0,0-2-3 0,3 1 4 16,-2-4-3-16,5 0 0 0,-5-2-2 15,2 0-2-15,-1-4-1 0,-3-1 2 0,-4 3-4 0,-4-5-10 16,2-1 14-16,-1-2-2 0,-2 1-3 0,-1-1-1 15,-2-1 4-15,-2 4 16 0,-5-2-1 0,0-3 1 16,-1 4 7-16,-3 0 3 0,-2 1-2 0,1 0-3 16,-1 0-1-16,0 1 3 0,0 3-8 0,-2 1-1 15,2-4-3-15,-2 4-3 0,0 0 0 0,-7 9-4 16,1 1 0-16,-7 7 1 0,-1 5 1 0,0 7 0 16,-3 3-3-16,-6 11 0 0,5 0-2 0,-1 0 0 15,0 0-1-15,1 2 0 0,2 1 2 0,3-3 0 16,4-10 2-16,0 2-3 0,2-3 2 0,1 1-1 15,1-1-4-15,-1-6 3 0,2 0-1 0,3-8 0 16,-2-1-1-16,2-4-2 0,-2-2 4 0,2-4-2 16,-1 0 2-16,2-1 11 0,0 1 21 0,-1-3 11 15,1-4 8-15,0 4 8 0,0-4 3 0,-1 4-18 16,1-4-3-16,0 0-6 0,0 0-5 0,0 0-2 16,0 0-4-16,0 0-8 0,-7-12 2 0,6 7-5 15,-1 3-4-15,-2-3-7 0,3 2-30 0,-3-2-33 16,0 0-34-16,3 0-46 0,-2 1-53 0,-1-1-56 15,-1-2-203-15,4 2-482 0,-2-4 214 0</inkml:trace>
  <inkml:trace contextRef="#ctx0" brushRef="#br0" timeOffset="11165.29">11329 13762 133 0,'0'0'160'16,"0"0"-4"-16,0 0-15 0,0 0-12 0,0 0-20 16,24-6 0-16,-5 2-17 0,9 2-3 0,4-1-14 15,4 0-7-15,1-2-4 0,18 0-4 0,0 1-12 16,-3-4-1-16,2 4-1 0,-14 0-7 0,-2 1-2 0,-2-2-6 15,0 3-6-15,-6-1 3 0,0 1-7 0,-11 0 4 16,-3 4-9-16,-2-4 3 0,-3 2-3 16,-5-1 1-16,1 1-9 0,-7 0 8 0,8-1-10 15,-8 1 1-15,0 0 0 0,0 0-4 0,0 0-17 0,0 0-35 16,-20 2-23-16,12-2-52 0,8 0-141 0,-16 0-287 16,8 0 127-16</inkml:trace>
  <inkml:trace contextRef="#ctx0" brushRef="#br0" timeOffset="11686.53">12208 13583 55 0,'11'-3'142'0,"1"3"-17"0,1 0-12 16,1 0-12-16,2 0-4 0,4 3-18 0,-3 2-6 15,0 4-7-15,-2 0-6 0,-2 2-7 0,-1 1-2 16,-2 3-6-16,-2-1-2 0,-3 3-12 0,-4 2 6 16,-1 0-4-16,-4 7-10 0,-5-1 2 0,-1 1 9 15,-3-1-4-15,-5-1-9 0,0 0 11 0,-1-4 4 16,-1 1 0-16,-1-2 1 0,1-1-1 0,6-4 9 15,-1-3 6-15,3-4 7 0,2 0-6 0,-3 0 7 16,7-2 9-16,-1-2 18 0,3 1 13 0,-2-2 8 16,5-2-9-16,1 0-8 0,0 0-9 0,1-10-9 15,5 1-7-15,7-4-6 0,0-3-6 0,6-4-7 16,1 1-4-16,1-6-3 0,2 2-2 0,1-1 2 16,-1 0-13-16,-1 0-1 0,1 1-2 0,0 2-3 15,-4 1-6-15,-5 4 2 0,-1 2-2 0,-4 4 1 16,0 2-3-16,-3 1-5 0,-1 0 2 0,0 2-4 15,-1 2-2-15,-3 1-3 0,-1 2 1 0,0 0-2 16,0 0 2-16,-6 14 3 0,0-3-5 0,1 0 3 16,0 4 0-16,-3 2-2 0,3 1 1 0,0 2 3 15,1 2-4-15,1 3 4 0,6-7 7 0,0 3-10 16,0-3 1-16,6 1 2 0,0-2-2 0,9 2 1 16,-5-4-2-16,2-1-20 0,3-5-51 0,-7-4-54 15,6 1-70-15,2-3-254 0,-1 0-484 0,-1-2 214 16</inkml:trace>
  <inkml:trace contextRef="#ctx0" brushRef="#br0" timeOffset="12162.88">12580 13326 51 0,'6'-3'188'0,"-1"1"-16"0,3 0-8 0,1-1-9 16,4 2-10-16,-2 1-17 0,-2 4-12 0,4 1-15 15,-2 0-7-15,-1 6-4 0,2 2-7 0,-4 1-8 16,-2 3-6-16,2 0-7 0,-6 3-4 15,0 6-2-15,-4-8 0 0,-2 8-6 0,-3-1-3 0,-1-8-3 16,0 0 3-16,-1-1-4 0,1-2-1 0,-3 1-2 16,2-4 4-16,1-3 2 0,0 1 5 0,4-3-6 15,-1 0 2-15,1-1 15 0,3-2 21 0,1 0 10 16,0-3 17-16,0 0-13 0,6 5-8 16,3-5-9-16,5-2-9 0,7-3-9 0,7 0-4 0,2-3-9 15,1 3-4-15,1-4 0 0,3 1-8 0,0-1 6 16,0 1-12-16,-2-1-4 0,2 2-2 15,-5-1-10-15,-3 2 3 0,-9 0 0 0,-3 4 0 0,-3-1-2 16,-2 1-2-16,-2 0-6 0,-2 0 1 0,-1-1-10 16,-1 2-1-16,-4 1-5 0,0 0 1 0,0 0-40 15,0 0-40-15,0 0-51 0,-22 5-62 0,15-1-84 16,-4-3-195-16,4 2-518 0,-1-3 230 0</inkml:trace>
  <inkml:trace contextRef="#ctx0" brushRef="#br0" timeOffset="15063.8">13361 13718 104 0,'-8'0'139'0,"1"0"-4"0,0 3-2 0,-1-3-8 0,2 0-9 15,6 0 4-15,-11 0-3 0,7 0-3 0,4 0-7 16,0 0-5-16,-11 0-4 0,11 0-7 16,0 0-10-16,0 0-8 0,-6 0-10 0,6 0-1 15,0 0-11-15,0 0-2 0,0 0-6 0,0 0-6 0,0 0-4 16,0 0-2-16,0 0-5 0,-7-3-4 0,7 3 1 15,0 0-3-15,0 0-2 0,0 0-3 0,0 0-2 16,0 0-1-16,0 0 0 0,-6 4-4 16,6-4 1-16,-5 3-5 0,5-3 5 0,0 0-5 0,-6 0 1 15,6 0 3-15,0 0-2 0,0 0-1 0,-7 1 1 16,7-1 0-16,0 0-3 0,0 0 2 0,0 0 2 16,0 0-2-16,0 0-1 0,0 0 3 0,29-4-8 15,-8 3 8-15,-1 1-7 0,14-5 2 0,5 2 0 16,1-1 0-16,15 0-1 0,1 0 1 0,-1-1-2 15,1-1 0-15,-1 3 4 0,-1-2-2 0,-16 3-7 16,-1-1 6-16,-1 1 1 0,-3-1 1 16,-5-1-3-16,-8 2 0 0,-1 1 0 0,-7-1 0 0,0 2-1 15,-2-1 2-15,-5 1-1 0,0-1-3 0,-5 1 2 16,6-1-3-16,-6 1-4 0,0 0-9 0,0 0-23 16,0 0-21-16,-24 0-27 0,24 0-30 0,-14 0-64 15,7 0-116-15,0-2-322 0,0 2 142 0</inkml:trace>
  <inkml:trace contextRef="#ctx0" brushRef="#br0" timeOffset="15580.6">14424 13368 138 0,'5'-3'132'0,"4"-1"-7"0,2 1-17 0,0 0-16 0,1 1 0 16,2 0-11-16,4 2-5 0,4 0-8 15,-3 3-8-15,0 1-1 0,-1 3-5 0,0 0-9 16,-4 4-7-16,0 0 8 0,-2 4-7 0,-4-3-8 16,-4 7-3-16,-5 0 5 0,-5 1-3 0,-6 4-6 0,-8 0 5 15,-1 0-9-15,-6 5-1 0,-2-5 1 16,-13 10-4-16,2-6 2 0,10-10 1 0,-1 2-2 15,0-3 1-15,2 1 3 0,-2-3 14 0,5-1-1 16,1-1-1-16,11-3-3 0,1-3-2 0,1 0-6 0,3-4 2 16,2 0 18-16,1-1 10 0,2 1 8 0,3-1 7 15,1-2-6-15,0 0-3 0,16 3-6 16,-3-3-7-16,8-3-3 0,9 3 0 0,2 0-6 16,0-1-6-16,1 1-1 0,3 0-3 0,-1 0-4 0,0 1-1 15,1-3-6-15,-4 2-20 0,0-1-46 0,-9-1-58 16,8-1-78-16,-13 1-172 0,2-1-388 0,-1-1 172 15</inkml:trace>
  <inkml:trace contextRef="#ctx0" brushRef="#br0" timeOffset="16200.68">15061 13326 42 0,'13'-4'126'0,"4"-2"-1"16,0 5-11-16,4-2-17 0,-2 6-17 0,3-2 5 16,-4 4-17-16,2-2-11 0,1 2 7 0,-6 4-10 15,0-1-7-15,-6 1-7 0,-1 2 1 0,1 3-11 16,-5 2 3-16,-4 0-10 0,-3 2 5 0,-4 2-7 16,-6 1-3-16,-4 1 6 0,-2 0 1 0,-3-3-5 15,-2 5 21-15,-3-2 1 0,0-2-10 0,4 3 3 16,-6-3-3-16,3-2-4 0,3 1-3 0,3-2-6 15,6-3 2-15,1-2 13 0,-1 5-3 0,6-3 8 16,3-2 0-16,1-1-5 0,2 2 11 0,4-4 7 16,2 0 5-16,4-1-5 0,1-2-3 0,2 0-7 15,6 3-4-15,2-5-1 0,0 0-6 0,3 0-5 16,-2-3 1-16,8-1-7 0,-7-1 0 0,7-2 0 16,-6-2-1-16,-3-2-3 0,-5 3 3 0,3-4-5 15,-6 1-1-15,-3 0 3 0,1-5-1 0,-5 2-6 16,-3-8-3-16,-4 4 2 0,-3-5-2 0,-4-3 0 15,-7 0-1-15,-1-2-1 0,-5 1-2 0,4-2 2 16,-4 3-3-16,3-4 4 0,-2-3-4 0,3 5-1 16,-2 0-2-16,3 2 9 0,3 0 3 0,5 5 2 15,1 0 0-15,4 2 1 0,1 6-4 0,0 0 6 16,4 1-3-16,4 0-2 0,1 3-3 0,6 0-2 0,2 1-2 16,8-1 2-16,-1 3-2 0,8 2-1 15,3 3-16-15,-3 1-48 0,4 1-46 0,-1-1-77 16,-4 2-175-16,-6 1-388 0,1-2 173 0</inkml:trace>
  <inkml:trace contextRef="#ctx0" brushRef="#br0" timeOffset="16680.21">15728 13447 6 0,'19'3'149'0,"-2"3"-9"0,2-1-11 0,-1 1-19 0,-4 4-7 16,-2 2-8-16,-5-3-14 0,1 3-7 0,-5-1-9 16,-2 1-4-16,-5 4-4 0,-1 1 2 0,-4-3-8 15,-4 3-1-15,-6 3 3 0,1-3 0 0,-5 0-3 16,2-1-4-16,-1-4 8 0,-1 3 2 0,4-8-2 15,2 4 5-15,-1-5 7 0,5-1 6 0,2 2 5 16,-1-7 7-16,4 3 4 0,1-2 8 0,3-1 0 16,4 0 1-16,0 0-10 0,-4-5-11 0,9-3-4 15,4 0-9-15,5-4-6 0,8-2-6 0,5-1-8 16,2-4-1-16,2 2-6 0,-2-2-3 0,3 2-4 16,12-12-2-16,-15 12-5 0,-1-3 0 0,-1 4-4 15,-3 1 1-15,-2 0-6 0,-7 3 1 0,-4 5 0 16,0 0-2-16,-5 2 1 0,-2 0-3 0,0 3-3 15,-4 2 2-15,0 0-2 0,0 0-3 0,0 0 4 16,-27 9-5-16,17-3 2 0,-4 5 0 0,1 3-1 16,2 1 2-16,1 2-1 0,1 0-1 0,-2 10 1 15,6-8-3-15,5 8 4 0,5-3 1 0,3 0-5 16,1-1-2-16,9-2-21 0,-1-2-59 0,8-3-77 16,-1-1-119-16,7-5-168 0,-7 0-480 0,7-5 213 15</inkml:trace>
  <inkml:trace contextRef="#ctx0" brushRef="#br0" timeOffset="18695.97">16508 13600 33 0,'0'0'144'0,"0"0"-14"0,0 0-11 16,0 0-8-16,-8 0-10 0,8 0-3 16,0 0-19-16,-5 1-6 0,5-1-5 0,0 0 0 15,-9 1 2-15,9-1-6 0,-5 0-2 0,5 0-1 16,-8 4 1-16,4-3 3 0,4-1-12 0,0 0 2 15,-11 0 1-15,7 2-4 0,4-2 1 0,0 0-2 0,-5 0-3 16,5 0-7-16,0 0-2 0,0 0 2 16,0 0 5-16,0 0 1 0,0 0 1 0,0 0-6 15,23 0-5-15,-5-2-1 0,13-3-7 0,1 3-2 16,6-5-1-16,13 2-4 0,-13 2-6 0,16-2 0 0,-17-3 0 16,3 4-5-16,-5 0-17 0,0 2-34 0,-7-4-30 15,0 4-36-15,-6-2-42 0,-5 0-177 0,-4 2-351 16,-4-3 156-16</inkml:trace>
  <inkml:trace contextRef="#ctx0" brushRef="#br0" timeOffset="19103.66">17342 13242 147 0,'4'-5'185'0,"-4"-2"-9"0,4 2-16 0,-3 1-16 16,-1-1-12-16,0 5-16 0,0-6-11 0,0 6-11 15,0 0-10-15,0 0-5 0,-5 15-15 0,1-3 2 16,-1 6-2-16,-4 7-5 0,1 7 8 0,-2-1-2 16,3 3-3-16,0 1-10 0,-3 0 0 0,2-3-9 15,3 2 2-15,-1-1-6 0,3-2-8 0,-1-1 0 16,-1-5-6-16,4-4 1 0,-1-2 0 0,0-2-6 16,2-2 0-16,-2-3 1 0,2-2-1 0,0-2-6 15,-2-3 3-15,4 3 0 0,-2-5-1 0,0-1-4 16,0-2 2-16,2 4-5 0,-2-4-24 0,0 0-33 15,0 0-33-15,0 0-40 0,0 0-37 0,8-12-175 16,-6 5-361-16,2 0 160 0</inkml:trace>
  <inkml:trace contextRef="#ctx0" brushRef="#br0" timeOffset="19812.25">17756 13246 191 0,'0'-7'180'0,"0"5"-17"0,0 2-13 16,4-7-17-16,0 4-10 0,1 1-16 16,1-3-7-16,7 2-1 0,0-1-19 0,6-1-6 15,1 2-10-15,6-2-6 0,2 4-12 0,0-2-12 16,-6-2 8-16,1 4-4 0,-5 0-3 0,1-2-1 0,-5 1-2 16,-1 2 0-16,-8-1-10 0,4 1-7 0,-4 0-3 15,-5 0-1-15,4 3-4 0,-4-3 0 16,0 0-3-16,-23 7-2 0,4-4 2 0,-9-1 0 15,-2 3-1-15,0-3-4 0,-3 1 0 0,-1 0 0 16,-3 1 7-16,5-1-6 0,-4 1-1 0,4-1 2 16,4 1-1-16,-2 0 0 0,3-3-3 0,6 4 8 15,2-2-5-15,5 0 0 0,4 1-5 0,-3-2 3 16,7-2 3-16,-2 4 2 0,4 1 0 0,-1-2 8 16,0 0-6-16,5 3 8 0,-1-2 6 0,1-4 4 0,6 7-1 15,-2-1-8-15,0-2 12 0,-2 0-2 0,6-1-5 16,-3 2 3-16,4 1-5 0,-1-2 4 0,1 3-6 15,1-1-4-15,-1-2 1 0,2 4 2 0,1-2-2 16,-1 2 3-16,2 1-7 0,4 0-3 0,2 2 3 16,3 2-5-16,3 0 6 0,-2-1 0 0,0 2-1 15,-5 1-1-15,5-3-1 0,1 5 1 0,-3 0-3 16,-2-1 0-16,-5-1-1 0,-2 0-1 0,-1 1 1 16,-3-1 0-16,-2 1-3 0,-5 2 2 15,-2-2 2-15,-2 0-5 0,-5 0 3 0,-4-3 1 0,-2 2 1 16,-5-4-2-16,-5-1 4 0,-3 0 1 0,-4-3 13 15,12-6 14-15,-8-1 0 0,4 0-1 0,4-4 20 16,2 0-1-16,2-4 9 0,3 3 3 0,5-2 0 16,-2-3-7-16,6 1-2 0,3-1-9 0,4 0-2 15,6-1-3-15,6-1-9 0,4 3 0 0,10-2-3 16,2 3-2-16,2 4-6 0,-2-3 0 0,4 2 1 16,1 4-8-16,1 1-6 0,-5 2-39 0,-1 4-60 15,-1-1-92-15,-12 1-302 0,-1-1-523 0,-3-4 232 16</inkml:trace>
  <inkml:trace contextRef="#ctx0" brushRef="#br0" timeOffset="20686.78">19522 13187 99 0,'0'-6'215'0,"-1"1"-14"0,1 0-11 0,0 0-14 15,0 5-20-15,0-7-17 0,0 7-14 0,-3-2-10 16,3 2-12-16,0 0-15 0,0 0-8 0,-1 19-5 16,0-9-1-16,-2 3 3 0,2 4-3 0,-2 1-16 15,2 9 24-15,-4 1 1 0,1-5-7 0,3 4-9 16,-3-1-5-16,3-2-8 0,-2-3-2 0,-2-1-4 15,1 0-6-15,-1-3-6 0,0 2 0 0,0-2-2 16,1-2-9-16,0-4 1 0,-1-1-4 0,3 0-2 16,-2-3-3-16,1 0 1 0,0-2-2 0,1-1-3 15,-2 1 4-15,3-2-4 0,-3 0-1 0,2-2 2 16,2-1-2-16,-8 0-2 0,8 0-3 0,-8-4-3 16,3 0-16-16,1-1-30 0,1 0-50 0,-3-3-53 15,4-3-56-15,-2-2-212 0,0-4-445 0,4-2 198 16</inkml:trace>
  <inkml:trace contextRef="#ctx0" brushRef="#br0" timeOffset="20868.78">19462 12961 155 0,'0'-10'218'0,"1"1"-20"0,2 1-5 0,-3 1-13 15,0 2-20-15,1 0-15 0,-2 1-13 0,1-1-13 16,0 5-17-16,1-4-11 0,-1 4-7 0,5-3-8 15,3 3-9-15,-8 0-6 0,9 4-35 0,-5-1-46 0,-2 1-46 16,2 1-51-16,-1 0-184 0,-2 2-326 16,-1-2 145-16</inkml:trace>
  <inkml:trace contextRef="#ctx0" brushRef="#br0" timeOffset="21397.35">19780 13229 200 0,'0'0'188'16,"0"0"-19"-16,0 0-17 0,0 0-17 0,0 0-10 16,0 0-13-16,1 10-6 0,-2-4-6 0,1 3-9 15,-2 3-9-15,-5 2-5 0,4 3-11 0,-4 0-5 16,2 0-5-16,-6 6-4 0,3-6-8 0,0-1-5 15,-1 1 2-15,3-3-6 0,0-2 0 0,3-2-2 16,-1 0-5-16,0-5 14 0,3 1 20 0,-2-3 30 16,3 0 24-16,0-3-7 0,0 0-11 0,0 0-11 15,17-8-9-15,-7-1-10 0,4 1-1 0,3-6-5 16,-3 0-11-16,8-4-4 0,-7 6-3 0,5-5-6 16,-3 7-7-16,-3-3 0 0,3 3-3 0,-6 4-4 15,0 0-6-15,-1 0 2 0,-3 1-3 0,2 3-2 16,-1 0-3-16,2 2-2 0,-5 2-1 0,3 1 4 15,1 1-3-15,1 3-1 0,-2 1-2 0,0 1 7 16,-1 0-8-16,-1 0-4 0,0 4 1 0,-1 0-3 16,0 0-21-16,0-1-31 0,0-3-31 0,0 3-39 15,-1 1-41-15,0-5-43 0,1 3-248 0,-1-4-491 16,0 0 218-16</inkml:trace>
  <inkml:trace contextRef="#ctx0" brushRef="#br0" timeOffset="21844.83">20691 12921 166 0,'2'-6'164'0,"-1"0"-5"0,0 2-7 0,2-2-17 16,-2 3-13-16,0-2-10 0,1 1-10 0,-1 0-12 15,-1 4-10-15,2-4-8 0,-2 4-2 16,0 0-13-16,0 0 8 0,4 15 1 0,-4-4 21 15,0 6-5-15,-2 3 17 0,-1 6-8 0,1 6-10 0,-1 4 2 16,-2-1-5-16,2-2 28 0,-2 3-14 0,2 0-8 16,0-4-8-16,-1-1-4 0,4 2-8 0,-2-7-6 15,2 2-8-15,0-10-5 0,-3 1-1 0,2-4-6 16,1-2-4-16,0 0-3 0,-2-4-5 16,2 3-3-16,-1-7-2 0,1 2-4 0,-1-1-3 0,-1-2-2 15,1-1-31-15,1-3-35 0,-5 2-37 0,5-2-30 16,-9 0-37-16,9 0-33 0,-7-2-224 0,4-5-449 15,-1-1 199-15</inkml:trace>
  <inkml:trace contextRef="#ctx0" brushRef="#br0" timeOffset="22034.03">20532 13271 48 0,'0'0'238'0,"-5"-3"-4"0,5 3-8 0,-7-2-4 0,7 2-4 15,0 0-10-15,-2-3-12 0,2 3-13 0,0 0-19 16,12-5-21-16,1 1-11 0,5-1-16 0,4-1-11 16,6 0-9-16,5 2-10 0,2 0-10 0,1 0-13 15,2-3-30-15,-4 2-43 0,1 3-48 0,-6-1-57 16,3-2-62-16,-13 0-228 0,-1 1-438 0,1 1 193 16</inkml:trace>
  <inkml:trace contextRef="#ctx0" brushRef="#br0" timeOffset="22429.1">21003 13344 205 0,'0'0'214'0,"0"0"-15"16,0 0-21-16,0 0-22 0,0 0-11 0,13-8-15 15,-3 4-12-15,2 1-8 0,-1-2-14 0,7-2-10 16,1 2-10-16,1-3-5 0,1 1-8 0,5-2-6 16,-5 1-6-16,-3-1-5 0,1-1-8 0,-1 0 3 15,0 1-10-15,-2-4-3 0,0 2 1 0,-3 1-4 16,-4 1 1-16,-1 0-4 0,-1-2-3 0,-4 3-2 16,-2-1-1-16,0 2-3 0,-3-1 1 0,-1 3 0 15,-2-2-1-15,-3 2-4 0,-4 3 2 0,-5-1-2 16,-2 3 1-16,-3 1 0 0,-3 3-7 0,4 3 8 15,-6 3-3-15,2-1 18 0,-1 4 3 0,4 1-3 16,1 3-2-16,-1 1 0 0,9-2-2 0,4 1-1 16,-1 3 0-16,1 3 0 0,7-5-3 0,0 2 0 15,6-1-4-15,1 0 2 0,9 3-2 0,2-1 1 16,-3-4-6-16,3-4-4 0,2-1-35 0,0 0-45 16,1-3-47-16,3-4-39 0,-2 2-232 0,-1-4-424 15,-2-3 187-15</inkml:trace>
  <inkml:trace contextRef="#ctx0" brushRef="#br0" timeOffset="22765.95">21399 13179 19 0,'4'-6'197'16,"0"-1"-7"-16,3 0-7 0,1 4-13 0,1-1-17 15,0 0-13-15,4 3-13 0,-3 1-10 0,2 3-16 0,-1 3-3 16,6 0-10-16,-3 4-7 0,0 1-4 0,-1 2-11 15,-3 1-6-15,0 1-2 0,-1 2-3 16,-3 1-3-16,-3 2-4 0,-2-2-4 0,-2 3-1 16,-2-1-5-16,0-2-2 0,-3-3-3 0,-1 2-3 0,1-2-3 15,-2-5 4-15,3 2-3 0,-3-5 1 0,2 0 7 16,2-2 9-16,0 0 18 0,0-5 1 0,4 0-5 16,0 0-6-16,0 0-8 0,-9-11 1 0,13 2-10 15,-1-3 1-15,2-5-4 0,4 0-4 16,2 4-4-16,6-9-4 0,1-1-3 0,2 1-1 0,-1-2 4 15,4-1-11-15,0 2 2 0,0-1-4 0,2 3-14 16,-4 0-15-16,-5 7-13 0,-2 1-15 16,1 1-23-16,-5 3-22 0,-1 2-38 0,-1 1-38 0,-2 2-70 15,1 0-141-15,-5 1-411 0,-2 3 183 0</inkml:trace>
  <inkml:trace contextRef="#ctx0" brushRef="#br0" timeOffset="23380.05">21917 13135 17 0,'1'-5'219'0,"3"2"-19"0,-1-2-5 16,-1 1-18-16,2 2-16 0,1-3-10 0,-4 4-19 15,3-1-12-15,-4 2-13 0,0 0-13 0,0 0-9 16,9 3-4-16,-5 0-11 0,0 5-3 0,-2 0-4 16,2 1-7-16,0 4-6 0,-2 2-7 0,-2 1-1 15,2 2-5-15,-5 1-4 0,2 0 1 0,-2 1-6 16,-3 4-2-16,2-5-1 0,-1 0-3 0,1-1-4 16,-1-3-2-16,1-3 1 0,4-1-5 0,-2-4 0 15,0-2 2-15,0 2 3 0,2-2 36 0,0-2 15 16,0-3 0-16,4 5-7 0,-4-5-7 0,0 0-3 15,14-13-7-15,-6 6-5 0,4-5-2 0,-2-2-5 16,3 0 0-16,4-1-6 0,1-7-3 0,0 5 0 16,-1-5-3-16,0 3-2 0,2-1-6 0,-2 8-2 15,-3-2 2-15,0 4 0 0,-4 2-5 0,-1 0 0 16,-1 2 0-16,-1 3 6 0,-1-1-9 0,-1 2 0 16,0 1-6-16,-5 1 4 0,8 5 3 0,-5 0-2 0,1-2-2 15,-1 5 1-15,-1 3 0 0,0-1 0 16,-1 3 1-16,-1 3-3 0,-1 1 1 0,-2 0 1 15,2 1-2-15,-2-2 5 0,2-4-1 0,-4 0 1 16,4 2-3-16,-2-4-2 0,0-2 3 0,2-1 1 16,1 0 1-16,-1-4 0 0,1 1 3 0,0-4 4 0,0 0-2 15,0 0 0-15,16-10 1 0,-7 3-5 16,2-1-3-16,3-5 5 0,1 0-2 0,2-1-2 16,-2 2-3-16,9-8 5 0,-1 6-5 0,0-2 4 15,-6 6 1-15,2-1-4 0,-1 5 1 0,0-2-1 0,0 1-4 16,-3 2-1-16,2 1 3 0,-3 3-1 15,0-1-1-15,-1 1 5 0,-1 1-5 0,2 3 1 16,-2-1-7-16,-2 1-41 0,-1 4-34 0,-1-1-55 16,-2-2-53-16,2 3-74 0,-2-2-168 0,-1-3-468 0,-1 2 208 15</inkml:trace>
  <inkml:trace contextRef="#ctx0" brushRef="#br0" timeOffset="23694.81">22791 13072 214 0,'0'-5'209'0,"-3"-1"-17"0,3 0-13 0,0 4-15 15,0-2-22-15,0 4-14 0,-2-3-11 0,2 3-10 16,-8-2-11-16,8 2-14 0,-9 6-7 0,4-1-6 16,-3 2-3-16,0 1-12 0,1 4-3 0,2-2 3 15,-3 6-3-15,4-1 2 0,-2-3 0 0,4 7 1 16,2-1-1-16,0-1-8 0,2-1 0 0,6 4-5 15,-1-3-5-15,6 7-2 0,-3-7 1 0,6 5-4 16,-2-6-6-16,0-1-2 0,0-1 0 0,-1 1-4 16,0-2-1-16,-2-2-4 0,-2-1 2 0,-4-3-1 15,-1 1-4-15,-1-4-3 0,-1 4 0 0,-6-4 2 16,0-1 7-16,-2-1-4 0,-4 0-1 0,-9 1 1 16,-1-1-6-16,-3-1-1 0,-5-2 7 0,1-1-30 15,-1 2-59-15,1-3-77 0,6 1-268 0,0 0-456 16,2-3 202-16</inkml:trace>
  <inkml:trace contextRef="#ctx0" brushRef="#br0" timeOffset="24746.1">24464 13076 155 0,'-2'-4'179'0,"2"-1"-13"0,-2 0-13 0,0 1-16 16,2 4-14-16,-3-5-8 0,1 3-16 0,-3-1-10 16,5 3-11-16,-9 1-9 0,2 1 0 0,-5 2-13 15,-1 6-5-15,-2 0-2 0,-3 4-6 0,3 1 1 16,1-1-16-16,-5 7 3 0,2 1 33 0,2 1-12 16,-1-2-3-16,6-4 0 0,5 3 0 0,1-1 1 15,0 0 0-15,4-2-2 0,4 1 1 0,1-2 5 16,1-1 4-16,6-3 2 0,-3-3-2 0,5-4 1 15,3 3-8-15,2-4-2 0,0-4-5 0,4 0-2 16,-3-4 3-16,1-1-10 0,-2-4-1 0,-2 0-5 16,3-5-1-16,-3 0-2 0,-6 0-4 0,3-1-2 15,-3-1 0-15,-4 0-2 0,0-9-5 0,-5 7 3 16,1 1-7-16,-6 0 3 0,-1-2-3 0,-6-5-1 16,1 6-1-16,-6-3-1 0,2 5 0 0,-1 2-4 15,-4 1 0-15,0 2-1 0,0 2 0 0,-2 1-1 16,2 2-3-16,-1 2 0 0,2-1-19 0,3 4-19 15,3 1-23-15,-3 0-29 0,3 0-10 0,4 1-19 16,7-1-35-16,-9 1-25 0,6 1-193 0,3-2-406 16,0 0 180-16</inkml:trace>
  <inkml:trace contextRef="#ctx0" brushRef="#br0" timeOffset="25162.95">24665 12870 123 0,'4'-6'202'0,"-4"1"-21"16,4-1-17-16,-4 3-17 0,1 0-19 15,1-1-13-15,-2 4-11 0,0 0-11 0,0 0-11 16,0 0-6-16,-6 14-7 0,3-2-9 0,-7 5-2 0,-1 12 25 16,-4 0-8-16,-3 16-5 0,-4 2-5 0,-3-1-4 15,-1 2-2-15,3 3-5 0,0-7-9 16,2-1-5-16,8-9 2 0,1-2 21 0,5-3-7 15,1-1 2-15,4-3 1 0,2-4 0 0,4-6 9 0,2 2 2 16,1-5 5-16,1-3-4 0,5-3-4 0,2 3-4 16,6-6-4-16,1-3-12 0,-2-1-3 0,2-3-3 15,5-3-3-15,-8 1-4 0,-1-5 4 16,-3-1-12-16,0 0-6 0,-4-8-5 0,-5 6 5 16,-1-6-9-16,-1 2 2 0,-4-7-6 0,-8-1-3 0,-2 1-3 15,-6-2 2-15,-2-2-1 0,-4 5 1 0,-2-2-2 16,1 3-2-16,-2 1 3 0,2-2-2 0,-1 3 1 15,6 3-2-15,2 8 2 0,5-1 6 0,1 4-5 16,1 0 0-16,5 3 3 0,2-1-2 0,4 2-3 16,5 0 3-16,11-2-1 0,13 1-2 0,5 3-2 15,20 1-20-15,1 1-42 0,-1 1-62 16,4-5-83-16,0 3-281 0,5-2-529 0,-1-3 234 16</inkml:trace>
  <inkml:trace contextRef="#ctx0" brushRef="#br0" timeOffset="26699.64">26251 12813 42 0,'0'-9'194'0,"0"1"-13"0,0 3-21 0,3-2-15 0,-2 2-15 15,-1 1-18-15,0 4-15 0,1-3-10 0,-1 3-6 16,0 0-8-16,-2 15-7 0,-1-6-7 0,-1 8-6 15,2 4-10-15,-3 4-1 0,2 3-5 0,-1 3-1 16,2 1-3-16,-1 2-1 0,-1 1-2 0,4-1-4 16,0 0-3-16,0-5-3 0,3 0-3 0,-3-2 3 15,1-8-7-15,3-2 1 0,-4 0 3 0,1-8-8 16,2 2 0-16,-3-5 5 0,0 4-4 0,0-3 4 16,1-3-3-16,-1 1-2 0,0-2 5 0,0-3-4 15,0 0-3-15,0 0-39 0,0 0-41 0,0 0-41 16,0 0-182-16,0 0-320 0,0 0 142 0</inkml:trace>
  <inkml:trace contextRef="#ctx0" brushRef="#br0" timeOffset="27016.52">26168 13263 177 0,'-8'3'184'16,"3"-3"6"-16,-1 2 2 0,6-2-9 0,-5 3-17 16,5-3-11-16,-3 2-9 0,3-2-13 0,0 0-16 15,18-1-10-15,-4 1-13 0,7-1-9 0,8-2-9 16,3-1-5-16,5 1-12 0,0 2-1 0,1-5-5 16,12-1-6-16,-10-1-8 0,0 3-3 0,-3-2-5 0,0 1 0 15,-3 0-5-15,-6-1 1 0,-6 3-4 16,-4-1-4-16,-5 2-1 0,-3 1-2 0,-1 1-2 15,-3-1 3-15,-2 0-4 0,1 0-2 0,-5 2-5 16,3-5-4-16,-3 5 1 0,0 0-5 0,-10-3-19 0,10 3-14 16,-12-1-26-16,3 1-28 0,3 0-30 0,-2 0-29 15,8 0-211-15,-14 1-388 0,9-2 172 16</inkml:trace>
  <inkml:trace contextRef="#ctx0" brushRef="#br0" timeOffset="28060.65">26895 13215 178 0,'0'0'182'0,"-6"-4"-22"16,6 4-14-16,0 0-18 0,14-6-6 0,-4 1-14 15,2 1-9-15,1 1-12 0,6-4-8 0,1 2-11 16,-1 0-5-16,3-2-2 0,2-3-4 0,4 1-5 16,-14 2 2-16,7-1 4 0,-6-2-3 0,4-1-8 15,-2 2-4-15,-2-3-1 0,-3 2 14 0,-3 2-4 16,-3-1-4-16,1-2-3 0,-2 5-5 0,-3-4-4 15,1 3-4-15,-7 1-3 0,1 0-4 0,0 1 3 16,-8-1-10-16,0 3-3 0,-1 2 2 0,-2 1-3 16,-4-1 2-16,-2 3-1 0,-1 1-5 0,2 3-1 15,-4-1 3-15,0 4-5 0,4 1 0 0,1 0 0 16,4 1 3-16,0 0 2 0,3 1-3 0,2-3 2 16,1 4-1-16,7-2 0 0,1 1-3 0,6 0 4 15,4 2-1-15,5-2-2 0,10 3 0 0,8-2 0 16,-1-2-1-16,19 1-3 0,-1-4 0 0,0-3 4 15,6-1-6-15,0-4 0 0,2 0 0 0,1 0-1 16,-1-4 2-16,1-1 2 0,-3-2-3 0,-4-3-1 0,-14 1 1 16,-4-3 1-16,-6 1-1 0,-1-6 0 15,-5 2 0-15,-7 1-4 0,-3 0 3 0,-3-1 3 16,-2-2-2-16,-4 8 4 0,-3-4-1 0,-4 1-6 16,-2 1 3-16,-1 3 0 0,-2 0-3 0,-7-1-3 0,1 4 7 15,-3 0-5-15,1 1 3 0,-5 4-2 0,3-2-1 16,1 6 4-16,-1-1-3 0,4 4 0 0,1-2-1 15,3 4 1-15,2 1 2 0,1-2 2 0,3 3-3 16,2 1-1-16,0-1 1 0,6 0-2 0,1-1 0 16,2 1-2-16,3-3 1 0,1 0-4 0,3-2-5 15,1-1-10-15,4-3 2 0,-1 1-6 0,0-3 7 16,-4-3 2-16,0-1-3 0,4-1-3 16,-6-4 12-16,3-2-1 0,-5 2 2 0,3-5-2 0,-5 3 4 15,0-3 2-15,-1 0 2 0,-1-2-1 0,0 4 1 16,-1-3 2-16,-1-1 1 0,-2 5-4 0,2-2 0 15,-2 4 5-15,0-1-2 0,0 5-1 0,-1-2-2 16,2 2 6-16,-2 1-3 0,1 1-2 0,-1 3-1 16,0 0 4-16,0 0-3 0,0 0-2 0,0 19 4 15,-1-6-1-15,2 5-2 0,0 8 5 0,1 4 0 16,-1 2-8-16,-1 2 6 0,1 2 2 0,-2 13 1 16,0 1-3-16,-2-3 1 0,-1 1 4 0,2-14-5 15,0 0 2-15,-2 2-3 0,2-3 3 0,-3-3-1 16,0-1 1-16,-2-2 2 0,3-8-1 0,-1-1 0 15,-1-2-1-15,-3 0 1 0,1-8-3 0,1 2 10 16,-5-4 6-16,1-3 0 0,-1 0 5 0,-6-3 2 16,-1 0 2-16,2-3 3 0,0-2 4 0,-3-4 6 15,1-1 1-15,3 0 7 0,0-2 3 0,0-1 4 16,-2-5 3-16,5 3-2 0,3-2-3 0,2-1-5 16,3-7 1-16,2 1-8 0,7-1-3 0,4-4-6 15,4 3 0-15,4-3-5 0,7 0 2 0,-1 4-8 16,15-8 0-16,-9 8-3 0,0 4-1 0,14-6-1 15,-8 8-6-15,0 1 3 0,-1 0 1 0,1 3-3 16,1 1-2-16,-3 4-2 0,-1-2 2 0,-5 3-1 16,-7 2 1-16,-4 2 0 0,-2 1 1 0,-6 2-3 0,0-1-6 15,0 1-8-15,-2 0-8 0,-1-1-21 16,-4 3-25-16,0 0-12 0,0 0-18 0,0 0-17 16,0 0-26-16,0 0-38 0,0 0-239 0,-20 6-448 15,14-2 198-15</inkml:trace>
  <inkml:trace contextRef="#ctx0" brushRef="#br0" timeOffset="29316.62">28209 13132 74 0,'-3'-2'193'0,"3"2"-20"0,0 0-20 16,0 0-12-16,0 0-16 0,12-4-12 0,-6 4-9 15,3-1-12-15,3-3-7 0,2 1-7 0,-1 1-11 16,2-1-7-16,2-1-9 0,0 1 5 16,2-3-8-16,-1-1-8 0,4 1-3 0,-5-3-2 0,-1 1-7 15,-3-2 1-15,1 0-2 0,-2-1-3 0,-6 3-1 16,2-3-3-16,-2 3-2 0,-3 2 5 0,-1-5 2 15,0 5 7-15,-4-3-10 0,-2 5 0 16,1-1-4-16,-5-5-2 0,-1 5 1 0,-4 3-10 0,4-1 9 16,-5 2-8-16,1 2 0 0,-2-1 1 0,-2 5-1 15,-2 0 3-15,0 2-6 0,2 1 1 16,2 0-3-16,1 3 0 0,0 1 0 0,5-3-5 16,-2 3 9-16,5-1 5 0,0 1-4 0,2 3-2 0,6-3 3 15,-1 1 3-15,6-3-2 0,5 5-1 0,0-3-5 16,4-1 3-16,2-2-4 0,2 0 1 0,9-1 0 15,-3-2 0-15,4-3 1 0,-1-3 0 0,1-1-3 16,-4-5 1-16,1 0-1 0,-6 0-5 16,4-4 4-16,-6 0 0 0,-2-2 2 0,1 0-1 0,-4-2 7 15,0 1 8-15,-2 0 1 0,-1-3 27 0,-2 2-2 16,-3 1-3-16,3-1 24 0,-1 2-5 0,-2 3-1 16,-2-2 0-16,0 4-4 0,0 0-3 0,-2 2-7 15,5 1-1-15,-6-1-6 0,2 2-6 0,-3-1-3 16,0 4-2-16,0 0-3 0,0 0-3 0,6 11 0 15,-6-5-4-15,-1 6 0 0,1-1-6 0,-3 4 1 16,1 5-2-16,-1 4 2 0,-1-3-1 0,-1 4 1 16,1-1-1-16,0-2-3 0,1-4 1 0,0 0-1 15,0-2-5-15,3-3 5 0,-1-3-2 0,1-1 1 16,0-2 5-16,0-2 8 0,3 0 4 0,-1-2 1 16,3-2-1-16,-5-1-6 0,18-6 1 0,-7 2 4 15,0-4-9-15,4-1-1 0,-2-2 1 0,2-1-1 16,1 1-1-16,-1-4-5 0,-1 0 5 0,8-5-2 15,-3 4-3-15,-6 0 1 0,-1 0-4 0,1 4 0 16,-2-2 4-16,1 2-2 0,-3 3-3 0,-6 3 2 16,3-1 6-16,-2 2-11 0,-1 1-1 0,2 1-3 15,-3 0 0-15,-2 3-1 0,0 0 4 0,4 0-2 0,-4 0 1 16,0 0 1-16,9 8-1 0,-7-2-1 16,1 2 1-16,1 2 1 0,2-1-4 0,3 1-1 15,3 2 3-15,3 0-4 0,3 1-12 0,5 1-11 16,4 1-10-16,1-4-3 0,4-1-3 0,1-5 0 15,1 2 1-15,1-2 1 0,6-2 8 0,-5 1 1 16,1-4 1-16,-4-4 5 0,1 1 3 0,-4-2 2 16,-7 1 1-16,-4-4 3 0,-3 1 2 0,-4-1 1 15,0-3 3-15,-4-2 2 0,-3-1 0 0,0 3 3 16,-1-1 1-16,-4-1-1 0,-2 3 2 0,0 0 8 16,-3 1 1-16,0 0 2 0,-4 1-2 0,0 2 0 15,-3 0 0-15,1 0-2 0,-3 0-1 0,-3 3 1 16,2 0-1-16,-1 5 2 0,-3-1-3 0,6 2 1 15,1 1 3-15,1 1-5 0,1-2 0 0,-1 6 2 0,2-4 0 16,2 5 1-16,1-1 4 0,0 2-1 16,3 0-1-16,2 1 1 0,2 0-2 0,2 1 3 15,2-1 0-15,0 0 0 0,4 2-3 0,-1-6 1 16,2 1 0-16,-1 0 0 0,2-1-11 0,-1-3 16 0,3-1-5 16,-3-1-3-16,4-3 1 0,-1 0 4 0,-3-4-4 15,3-2-1-15,-4-1 2 0,1-4-3 0,3-4-4 16,-5 0 3-16,2-2 7 0,-4 0-3 0,0-2 0 15,-1 0 0-15,-3-1-3 0,3-6 1 0,-1 1-4 16,0-3 4-16,-2 1 4 0,0 0-1 0,-2-2-1 16,2-1 0-16,0 1 1 0,1-1-4 15,-1 1 1-15,0-1 4 0,1 11-1 0,-2-1 0 0,2 3-2 16,0 0 3-16,-3 5 0 0,0 3-4 0,2-1 5 16,-2 3-3-16,1 3-1 0,-1 1-2 0,0 3-1 15,0 0 1-15,0 0 0 0,-10 7 5 0,6 8-4 16,-4 2-1-16,1 7 0 0,-2 4 4 0,0-1 1 15,-2 5 0-15,4-1-1 0,-2 3-1 0,3-2 5 16,2 2-5-16,2-2 2 0,2 0-1 0,4 2 7 16,0-6-2-16,3 0 0 0,0-3 3 0,-1-7-1 15,1-1 1-15,-2 1-3 0,0-3 0 0,-1-4 1 16,1-3 0-16,-2-3-5 0,0 4 1 0,1-4 2 16,-1-3-19-16,-1-1-42 0,-2-1-50 0,0 0-44 15,0 0-65-15,6-8-165 0,-5 1-411 0,0-2 182 16</inkml:trace>
  <inkml:trace contextRef="#ctx0" brushRef="#br0" timeOffset="29663.47">29802 12859 50 0,'7'-3'206'0,"-2"0"-20"0,1 0 2 16,2 1-20-16,-2 1-18 0,2 1-12 15,2 3-9-15,0 2-4 0,-1 1-12 0,2 0-12 16,1 3-8-16,-3 3-8 0,3 3-8 0,-2 0-6 16,-4 1-3-16,2 0-3 0,-4 5-5 0,-3-2-6 0,3 0 1 15,-8 0-7-15,2-3-4 0,-2 0-3 0,0-1-3 16,-1-3-1-16,1-3 2 0,1-1 7 16,-2-3 4-16,-1-1 8 0,0-1 12 0,0-3 8 15,6 0-1-15,-10-2 6 0,3-1 2 0,4-2-9 0,-1-1 0 16,4-3-10-16,-2-2 2 0,2-1-10 0,2-1-6 15,2-1 0-15,1-1-12 0,5 0 4 0,-1-1-7 16,0 1-6-16,4 1-1 0,0 2-13 16,2-1 3-16,-1-1-12 0,4 4-34 0,-1-2-33 15,1 5-30-15,1 2-38 0,-3 0-46 0,3-1-37 16,-4 3-63-16,-3 3-176 0,1 0-487 0,0 0 215 16</inkml:trace>
  <inkml:trace contextRef="#ctx0" brushRef="#br0" timeOffset="30038.1">30161 13014 153 0,'0'0'196'0,"0"2"-1"15,0-2 7-15,0 0-8 0,0 0-15 0,0 0-18 16,9 3-17-16,2-6-11 0,0 2-15 0,7-2-15 16,2 2-3-16,1-4-15 0,9-4-8 0,0 0-10 15,-1 1-5-15,3-1-6 0,-5-3-4 0,1 0-5 16,-1-1-5-16,-4 1-3 0,-5 1-3 0,-3-2-8 15,0 1 1-15,-2-3-2 0,-7 3 2 0,0 0 1 16,-5 0 4-16,-1 0-3 0,0 2-1 0,-7 1-1 16,0-1-5-16,-6 5-5 0,-5-1 1 0,-1 2-2 15,-10 2-2-15,0 2 4 0,-1 5-1 0,1 2-3 16,-1 0 1-16,7 5-6 0,0 2 5 0,4-3-3 16,-1 8 0-16,3 1 0 0,8-1 11 0,7 5 3 15,3 2-1-15,9 1 2 0,9 0-6 0,7 1 1 16,4-5 1-16,15 6-2 0,4-3-4 0,-1-6-4 15,7-4 1-15,-1-5-3 0,-2-2 2 0,1-2-2 16,0-4-2-16,-13-1 0 0,-3-4-5 0,0 0 23 16,-6-2-5-16,-10-2 1 0,-1-1-8 0,-3 2-1 15,-4-1 0-15,-5-1-6 0,-2 3-5 0,-2-4-15 16,-1 4-48-16,-3 0-62 0,-2-1-78 0,-3 1-301 16,-1 2-539-16,6 2 238 0</inkml:trace>
  <inkml:trace contextRef="#ctx0" brushRef="#br0" timeOffset="32265.79">4648 15288 96 0,'2'-5'129'0,"-1"1"-6"0,-1-3-1 0,-1 1-6 15,2-1-17-15,-1 1-1 0,1 0 11 0,-2 0-14 16,1 1-7-16,-1-1-8 0,-1 1-7 0,1 0-6 16,1 5-7-16,-1-7-6 0,-1 5-8 0,2 2-7 15,0 0-2-15,0 0-2 0,0 0-6 0,0 0-1 16,-5 15-4-16,4-3-6 0,-2 8-4 0,1 13 2 15,-3-1 0-15,2 2 1 0,1 0-3 0,-1 13-9 16,-1 5-4-16,0-5 3 0,4 0-3 0,-2-1-1 16,-2-11 1-16,4 2-4 0,-3-5-6 0,3-2 12 15,2-1 2-15,-2-2 2 0,0-6-5 0,0-3 6 16,0-1-7-16,1-5 9 0,0-2-7 0,-1-2 1 16,0-1 4-16,3-2 19 0,-3 2 34 0,0-6 29 15,-1 3 2-15,1-4-7 0,0 0-6 0,0 0-16 16,-4-16-5-16,4 6-7 0,-3-3-5 0,1-4-3 15,-2-4-6-15,1-5-4 0,1-4-5 0,-2-2-1 16,4-1 3-16,-3-16-8 0,1 15-4 16,-2-12-2-16,4-2-3 0,-4 2 1 0,4-2-3 15,-3-1 0-15,2 15-1 0,-1-2-1 0,1 2-3 0,-2 0-1 16,-1 2 1-16,2 3-3 0,-1 3 6 0,2 7-8 16,-2 2 0-16,2 0 0 0,1 7 1 0,0-2-3 15,-3 4-1-15,3 1 2 0,0 1-1 0,4 1-1 16,0 2 2-16,1 2-2 0,3 1 0 0,2 1 1 15,4 2 0-15,5 3-1 0,0 2 3 0,1 1-1 16,4 7-1-16,0 0 1 0,-1 1 0 0,-1 1-3 16,1 3 3-16,-2 1 1 0,-2-3 1 0,-4 2-2 15,-1 3 0-15,-4 1 0 0,-4-6 0 16,-4 2-5-16,-5 0 4 0,-2-4-2 0,-4 1 1 16,-5-3 2-16,-9 3 0 0,-5-2-3 0,-3-3 0 15,2 0 3-15,-6-1 0 0,3-5-2 0,-1 3 0 16,0-6 0-16,2 0 3 0,2-1-4 0,6-1 5 0,3 0 1 15,7 1-3-15,1-2-1 0,1-1 0 0,3 0 3 16,3-1 1-16,5 1-5 0,0 0 0 0,-3 3-3 16,3-3-13-16,17 1-34 0,1-1-46 0,3 2-65 15,10-1-242-15,1-2-439 0,0 1 194 16</inkml:trace>
  <inkml:trace contextRef="#ctx0" brushRef="#br0" timeOffset="32647.5">5124 15524 108 0,'0'0'138'16,"-13"0"-12"-16,6 0-14 0,2 3-4 0,-2-1-16 0,-2 2-6 15,1 4-6-15,-1-1 12 0,3 4-1 0,-6 2-12 16,1 3-3-16,0 0-9 0,0 0-5 15,5 2-10-15,-1 2 2 0,2-2-5 0,0 0 0 16,0-3-8-16,8 2-4 0,-2-5 2 0,5 3 0 16,-1-5-2-16,4 0 0 0,-1-2 5 0,6-2-5 15,3 0-1-15,3-4-3 0,2-2-4 0,7-4-2 0,0 0-3 16,-2-5-4-16,0 1-3 0,-1-6-1 16,-2-1 4-16,-8 3-5 0,-4-2-2 0,0-1 2 15,-2-4-6-15,-4 3 0 0,-2-1 1 0,-4-1 0 16,-1-1-4-16,-4 1 0 0,-3 0-2 0,-2 1 0 15,-3 1-2-15,0 2 1 0,-2-1-4 0,0 6 4 16,-3-1-3-16,0 7 2 0,0-5-4 0,4 7-2 16,-2 0 3-16,2 1-14 0,4 0-19 0,1 1-22 15,-4 1-26-15,7 4-31 0,0-4-32 0,2 0-140 16,4-2-309-16,0 0 136 0</inkml:trace>
  <inkml:trace contextRef="#ctx0" brushRef="#br0" timeOffset="33010.24">5398 15162 41 0,'0'-11'203'0,"0"1"-7"0,0 3-24 15,0-1-19-15,0 4-16 0,0 1-13 0,0 3-22 16,0 0 0-16,0 0-9 0,0 0-12 0,-1 11-8 15,1 3-4-15,0 4 12 0,0 7-5 0,-4 4-5 16,3 5-1-16,-2 16-3 0,1-3 16 0,-2 4-6 16,4-2-9-16,-1-3-4 0,-3-10-8 0,4 11-4 15,0-15-4-15,4 0-4 0,-2-3-6 0,3 0 0 16,-2-11-2-16,-2 0-2 0,3-6 0 0,-3 0-4 16,2-2-3-16,-2-3-1 0,2-1 2 0,-2 0 6 15,-1-2 11-15,0-2 6 0,1 2 9 0,-1-4-2 16,0 0-7-16,0 0-6 0,0 0-4 0,0 0-5 15,0 0-3-15,0 0 1 0,3-13-13 0,-3 10-37 16,0-3-36-16,-3 1-32 0,3-1-39 0,0 0-64 16,3-6-63-16,-2 4-166 0,3-3-450 0,1-1 200 15</inkml:trace>
  <inkml:trace contextRef="#ctx0" brushRef="#br0" timeOffset="33545.08">5600 15383 82 0,'0'0'195'16,"0"0"-18"-16,-1-7-17 0,1 7-21 0,0 0-11 15,0 0-12-15,0 0-15 0,0 0-10 0,0 0-7 16,0 0-6-16,9 19-11 0,-4-7-6 0,0-3-6 0,-1 1-4 16,1 5-7-16,4-2-4 0,-4 1 0 0,4-1-12 15,1 0 1-15,-3 0-2 0,2-7 4 0,-3 2-11 16,2 1 0-16,-1-3-4 0,0-2 5 15,3-1-8-15,0-3 1 0,0 0 3 0,-1-3-2 16,3-1-4-16,-5-3-6 0,3-2 5 0,-4 1-6 16,5-7 2-16,-3 1 0 0,-2 0 1 0,1 3-2 0,0-6 2 15,1 2-4-15,-4 1-3 0,1 2 6 16,-1-1-6-16,-3 2 4 0,4 1-3 0,-5 5 2 16,3-2-3-16,-2 1-2 0,-1 2-4 0,0 4 9 15,0 0-12-15,0 0 1 0,0 0 6 0,0 0-2 16,0 30 10-16,-1-12-9 0,1 9 5 0,-5 1-6 15,7 4 6-15,-8 2 5 0,2 3-2 0,-1 16 2 16,1-6 2-16,-1 3-2 0,1-4-1 0,-1-10-4 16,1-2 2-16,3 15-3 0,-3-19 2 0,4 0 0 15,0 0 3-15,0-4-1 0,-1-7-3 0,-2 0-1 16,2-2 1-16,-3-4 1 0,2-4 4 0,-1 0 3 16,-1-1 21-16,-2-2 17 0,0-2-5 0,-1-2-4 15,-1-2 9-15,-4-4-11 0,1-3 1 0,-4-2-2 16,1-2-1-16,-1-2 7 0,-2-6 9 0,1-2-12 15,0-1 3-15,2-4 6 0,9-2-4 0,0 0-8 16,1-5-3-16,8 0-2 0,1-2-3 0,3 1-6 16,11-9-2-16,-4 12 0 0,2 3-5 0,3 0 1 15,6 5-5-15,2-2 0 0,1 4-16 0,-3 4-21 16,2-1-10-16,3 1-46 0,-1 6-41 0,-2 1-57 16,-7 4-240-16,0 1-454 0,-3 0 202 0</inkml:trace>
  <inkml:trace contextRef="#ctx0" brushRef="#br0" timeOffset="34362.33">6194 15400 63 0,'0'0'188'0,"0"-5"-19"0,0 5-18 16,0 0-16-16,0 0-12 0,0 0-14 0,0 0-9 15,0 0-10-15,0 0-5 0,9 14-3 0,-5-2-6 16,-1 0 3-16,1 6-6 0,-2-1-6 0,-1 5-6 16,1 0-2-16,-4 6-4 0,1-3-5 0,1 1-8 15,-4-2-2-15,-1-5-3 0,1-1-1 0,3-1-2 16,1-3-8-16,-4-2-2 0,3-4-1 0,2-2 32 15,-2 1 13-15,2-1 24 0,-1-3 9 0,0-3-5 16,0 0-14-16,0 0-5 0,12-13-10 0,-6 1-6 16,3-2-5-16,-2-3-5 0,4 2-5 0,-5-3-5 15,7-6-6-15,1 0 1 0,-1 1-9 16,1 0-1-16,-5-3-4 0,0 3 1 0,2 5-5 16,-2 1-1-16,-2 0-4 0,2 2 6 0,-4 9-7 15,-3-1-2-15,2 2-1 0,-1-1-1 0,1 2-5 16,-4 4 3-16,5 0-3 0,-5 0 2 0,0 0-1 0,9 11-3 15,-3-1 3-15,-3 0-1 0,2 2 0 0,1 2 1 16,-1 0-1-16,4 0-4 0,-3 2 3 16,4-2 6-16,1 2-10 0,0-2 1 0,5 1 0 0,-1-3-14 15,11 2-28-15,-1-3-12 0,-6-3-7 16,8 1-2-16,3-6-4 0,-1 0-2 0,-1-1 4 16,3-6 4-16,-2 2 5 0,-2-4 8 0,2-4 3 0,-3 0 9 15,-7 2 0-15,-2-5 6 0,2-4 1 16,-5 4 1-16,-5-1 7 0,-3-2 0 0,3 1 6 15,-5-2-1-15,-3 0 4 0,-1 2 0 0,-1 2 9 0,0 3-5 16,-3-1 6-16,-4 2 8 0,3 2 4 16,-2 2-2-16,0 0-2 0,-6 5-2 0,3-3 4 15,-4 9-2-15,-1-2 2 0,-2 4 0 0,2 2-1 0,-2 1 2 16,3 0-3-16,3 3 4 0,-6 6 13 16,3-4-3-16,0 1-2 0,5-2 1 0,4 3 2 15,1-3-3-15,0-3-1 0,8 3-1 0,0-3 2 16,-2 0-1-16,6 0-2 0,1-4-2 0,5 2 2 15,3-3 0-15,2-2-3 0,3-1-1 0,-2-4-2 16,2-4 1-16,-1 2-3 0,0-4 1 0,3-4-1 0,-6 1-1 16,-1-1 1-16,-2 0-2 0,-3-1 0 15,-1-2-1-15,-2-1 1 0,-5 3-5 0,0-7 6 16,-3 6-5-16,-4-7 4 0,1 2-5 0,-2 0 1 16,-2 2 0-16,-2-4-3 0,-1 3 0 0,-1 5 1 15,1 1 3-15,-1 2-8 0,-2-1 4 0,-2 7 1 16,0-5 4-16,-3 7-7 0,5 0-15 0,0 3-14 15,-1 2-30-15,0 1-34 0,2 1-39 0,2 1-39 16,0 1-191-16,2-1-399 0,1 0 177 0</inkml:trace>
  <inkml:trace contextRef="#ctx0" brushRef="#br0" timeOffset="35216.08">7140 15398 92 0,'0'-6'200'0,"3"1"-11"0,-3 5-20 0,1-7-15 16,-1 7-18-16,0 0-8 0,0 0-14 0,0 0-9 16,11 11-10-16,-7-4-5 0,0 0-9 0,1 5-5 15,-2 0-2-15,-2 4-10 0,3 0-3 0,-2 2-1 16,-2 1-8-16,0-1-4 0,-2 4-4 0,-2 2-4 15,3-4-4-15,-2-2-6 0,3 0 0 0,0-3-5 16,-1-4-2-16,1-1 4 0,0-3 5 0,0-2 13 16,-1 2 18-16,2-3 17 0,-1-4-5 0,8 0-9 15,-8 0-6-15,16-12-5 0,-4 1-7 0,0-1-3 16,1-3 0-16,1 0-7 0,-2-2-5 0,6-2-4 16,-2-3-3-16,-1-2-3 0,-3 9-2 0,1-2 7 15,1 0-9-15,-1 2-4 0,-2 0-2 0,-2 2 2 16,-1 5-4-16,0 2 3 0,-4 2-6 0,2-1-1 15,-2 2-2-15,-4 3 0 0,9 0-2 0,-9 0-3 16,0 0 3-16,15 7 0 0,-13-1-3 0,2 2 2 16,0 3-2-16,0 0 2 0,0 0 1 0,2 5-3 15,-2-4 4-15,0 5-1 0,0-1 0 0,-1 0-3 16,1 0 1-16,0 0-2 0,-1-5 0 0,-1-2 1 16,3-1 1-16,-2-2 1 0,-1-1 2 0,1 1 4 15,0-4 0-15,-3-2-2 0,11-2-1 0,-5-3 4 16,3-2-4-16,-1-1 1 0,1-1-3 0,2-3 1 15,1-2 2-15,-3-1 0 0,1 1-2 0,2-3 1 16,-3 2-3-16,1 3 6 0,0-4-7 0,-1 3 4 16,-1 4-1-16,-2-1-7 0,-1 3 4 0,-1 2-1 15,0-1 3-15,0 4-5 0,-1-1 3 16,-3 3-4-16,8-4 4 0,-8 4-2 0,0 0-2 0,0 0 4 16,16 7 7-16,-13-2-8 0,2-1-3 0,-1 1 3 15,3 4-3-15,-1-1 2 0,1 0-1 0,1-1-3 16,0 2 2-16,1-4-3 0,1 4 1 0,-1-4-2 15,0-1 0-15,4 1-1 0,-7-3 0 0,3-1-1 16,-1-1 3-16,2-3 2 0,-1-2-1 16,-1-3 0-16,0 1 2 0,-1-1-1 0,2-2 1 15,-3-5-4-15,2-1 6 0,1 2-2 0,-4-3 2 0,2-2-2 16,0 1 1-16,1 0 9 0,-2-1-9 0,1 4 1 16,-2 1-2-16,0 3-2 0,1 0 5 0,-3 3-1 15,1-1 1-15,-2 3 1 0,2 1-3 16,-4 1-1-16,3 1 2 0,-3 3-2 0,0 0 0 15,0 0 0-15,6 7 4 0,-6 1 4 0,1 0-4 16,4 2 9-16,-5 3-6 0,4 3-4 0,-4 4 2 0,1 0 1 16,2 0 1-16,-3 1 0 0,1-3-4 0,3 0 4 15,-3 0 2-15,2-3-2 0,-3 1-1 0,1-4 2 16,2-2 1-16,-2 0-5 0,0-5 1 16,2-1-2-16,-3 4 3 0,0-5 1 0,0-3-4 15,0 0-21-15,0 0-24 0,0 0-17 0,0 0-17 16,1-15-23-16,-2 5-25 0,-2 1-31 0,3-2-9 0,-1-2-62 15,-3-3-146-15,3-3-406 0,-3-2 181 0</inkml:trace>
  <inkml:trace contextRef="#ctx0" brushRef="#br0" timeOffset="35362.08">7954 15091 149 0,'-3'-12'227'0,"0"-1"-24"0,1 4 3 0,0-4-14 15,-1 6-18-15,3-4-15 0,0 5-12 0,0 0-19 0,0 1-7 16,0 1-17-16,0 4-6 0,4-2-13 0,-4 2-8 15,0 0-11-15,15 5-41 0,-11-2-58 0,5 0-74 16,-4 5-231-16,3-1-364 0,-3 0 162 16</inkml:trace>
  <inkml:trace contextRef="#ctx0" brushRef="#br0" timeOffset="36228.81">8494 15295 125 0,'-7'-1'150'0,"-6"1"-7"0,3 1 10 0,-4 4-14 15,-3 3-5-15,-1-1-2 0,-5 8-8 16,4 2 3-16,0 2-9 0,0 1-11 0,2 1-5 15,3 1-15-15,-2-2-8 0,5-3-12 0,-4 8 0 0,10-8-9 16,-3-1-2-16,3 1-8 0,4-5-5 0,-3 0-1 16,8-3 1-16,-3-1 3 0,3-2 2 0,0-3-6 15,2-1-5-15,4-2-3 0,3-2-3 16,-1-3-6-16,5-4-1 0,-1-1 0 0,0-2-6 16,4-5 0-16,-4 5-1 0,2-2-2 0,0-5 1 0,-4 5-3 15,0-2-2-15,-1 1-2 0,1 1-2 16,-5 1 2-16,1 4-4 0,-4-1 0 0,1 1 2 15,-2 3-4-15,-1 2 1 0,0 0-3 0,-1-1 4 16,1 2-1-16,-1 1-5 0,-3 2 0 0,0 0 2 16,9 7 0-16,-5-3 3 0,0 2-4 0,3 1 1 0,-2 0 0 15,3 1 0-15,-2 0-1 0,2 2 5 16,2-2-1-16,-3 1-4 0,2-3-2 0,-1 3 4 0,0-2-2 16,1 0-1-16,-5-3 0 0,5 0 2 15,-4-2 0-15,0-1 2 0,0-2-1 0,-5 1-2 16,14-6 1-16,-10-2 0 0,4-2 0 0,-3-1-1 0,0 0-2 15,3-4 1-15,-2-2 2 0,-1-1 0 0,2-6 0 16,-4 5-1-16,4-8 1 0,-2 2-2 16,1-3 0-16,-1 2 2 0,2-3-3 0,-2 1 4 15,0-2-2-15,1 0-3 0,0 3 4 0,-3 3 75 16,0 5-6-16,1-1-6 0,0 2-13 0,-2 1 1 0,1 6-13 16,-2 1 2-16,0-1-6 0,-1 6-7 0,1-3-6 15,1 5 4-15,-2 3-9 0,0 0-1 0,0 0-1 16,0 0-4-16,-8 18-3 0,3-1 1 15,0 2 1-15,-3 9-3 0,-4 2 1 0,0 3-1 16,-2 9 4-16,-1 4-4 0,0-2-4 0,-1 1 2 0,7 0 4 16,5-14 0-16,-2 4-2 0,8-3 31 0,-2-3 2 15,4-5-3-15,1-5 12 0,3-1 7 0,1-4 14 16,1 0 7-16,-1-4 11 0,8-2 0 16,-1-4-13-16,5-1-8 0,-2 0-1 0,10-6-10 15,-1-2 2-15,2 0-12 0,-2-4-5 0,0 2 0 0,0-6-15 16,-2 5-12-16,-6-1-68 0,4-3-53 0,-4 2-69 15,-3 1-98-15,0-4-348 0,6-8-674 0,3 2 299 16</inkml:trace>
  <inkml:trace contextRef="#ctx0" brushRef="#br0" timeOffset="36896.67">9381 15175 109 0,'0'0'158'0,"0"0"-13"0,0-6-16 0,0 6-17 16,0 0-14-16,0 0-11 0,0 0-3 0,0 0-10 16,0 0-9-16,0 0-8 0,-15 7-6 0,9-2-6 15,-2 1 2-15,-1 0-9 0,-1 0-6 0,1 2 2 16,-4 4-3-16,3-5-3 0,1 3-2 0,1-3-4 15,-4 2 0-15,5 1-4 0,-2-2 0 0,5 2-3 16,0 1-1-16,3-2-2 0,1 3 4 0,1 1 2 16,3-5 3-16,5 8-4 0,-1-3 12 0,7 0-12 15,-2 0-3-15,1-1 0 0,3 0 0 0,-2 2-3 16,2-3 1-16,-2-1-4 0,-1 2 2 0,1-2 5 16,-3 0-8-16,-4-2-5 0,0-1 3 0,-4-1-2 15,-1 1 0-15,-3-2 9 0,-1 2 4 0,-5-2 1 16,-2 0-2-16,-3 2 3 0,-2-5-3 0,-6 3-2 15,-1-3-1-15,2 1-1 0,-4-3 1 0,3 0-3 0,1 0-1 16,-1 0 1-16,6 0 1 0,-2 0-4 16,2-3-1-16,3 3-21 0,-2-3-46 0,6 1-53 15,1 0-186-15,1 1-325 0,4 1 144 0</inkml:trace>
  <inkml:trace contextRef="#ctx0" brushRef="#br0" timeOffset="37065.81">9822 15523 67 0,'3'-3'226'0,"-3"3"-25"0,1-4-23 0,-1 4-20 15,0 0-29-15,0 0-98 0,-14-4-196 0,8 4-179 16,-6-2 79-16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3:25:25.13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3130 1639 48 0,'0'0'130'0,"2"-7"-10"0,-1 5-7 0,0-1-1 15,3-1-4-15,-4 4-7 0,1-9-2 0,-1 7-4 0,-1-4-11 16,2 2-1-16,-1 0-2 0,4-3-2 0,-3 2-6 15,3 0-2-15,-4-2-1 0,1 2-7 0,3-2 0 16,-4 1-3-16,0 1-2 0,1-1-9 0,-1-1 0 16,0 2-3-16,2-2-4 0,-1 2 1 0,0-2-7 0,2 4 6 15,-3-2-5-15,0 0 2 0,1 3-9 16,-1 2 0-16,0 0-8 0,0 0 0 0,0 0-7 16,0 0-4-16,-2 17 26 0,-1 0 10 0,-1 9 5 0,-4 0-47 15,1 2-1-15,2 3 2 0,1-1-8 0,-3 5 6 16,4 2-6-16,-6 9 1 0,5 0 2 0,1 0 10 0,-2 1-5 15,3-14 1-15,-2 1 0 0,1-3-6 0,5-3 3 32,-4-3-2-32,1-5-1 0,0-2-5 0,1 2 6 15,1-1 4-15,-2-3-1 0,1-5-1 0,0-1-3 0,0 0 6 16,1-3-4-16,-2-1 0 0,1 0 2 16,0-1 4-16,1 0-1 0,-1-5-2 0,-1 7 2 15,1-7 3-15,0 7 1 0,0-7 1 0,0 0-2 0,1 4 0 16,-1-4 5-16,0 0 5 0,0 0 0 0,0 0 3 0,0 0 3 15,0 0 0-15,0 0 2 0,0 0-4 16,0 0 0-16,0 0-2 0,0 0 1 0,0 0-7 16,0 0-4-16,0 0-16 0,0 0-8 0,-1-21-9 15,2 12-2-15,-1 0-1 0,1 0 3 0,1 2 0 16,-2 0 6-16,0-3-5 0,0 1 5 0,1-1 0 0,0 3 6 0,-2 0 3 16,1 1 3-16,0 1 1 0,0-2 5 0,2 1 2 15,-2 2-1-15,0 2 1 0,2-3 0 0,-2 5-2 16,1-7-1-16,-1 7-11 0,1-3-23 15,-1 3-24-15,-1-4-23 0,1 4-33 0,0 0-49 16,1-5-48-16,-1 5-128 0,0 0-364 0,0 0 161 16</inkml:trace>
  <inkml:trace contextRef="#ctx0" brushRef="#br0" timeOffset="2889.2">3183 1517 53 0,'0'0'76'0,"0"0"9"0,0 0-4 0,0 0 2 16,0 0-12-16,0 0 8 15,0 0 1-15,0 0 0 0,0 0-1 0,0 0-8 16,0 0 6-16,0 0-2 0,0 0 1 0,0 0-2 16,0 0 0-16,0 0-5 0,0 0-2 0,0 0 2 15,0 0-2-15,0 0-8 0,-7-4-3 0,7 4-2 16,0 0 1-16,0 0-3 0,0 0-12 0,0 0 6 16,0 0-8-16,0 0-4 0,0 0-4 0,0 0 2 15,0 0-13-15,0 0 7 0,0 0-6 0,0 0-4 0,0 0-2 16,0 0-11-16,0 0 4 0,0 0-2 0,0 0-5 0,0 0-16 15,0 0-16-15,0 0-13 0,0 0-4 0,0 0 6 16,-5 11 10-16,5-5-3 0,-2 2 2 0,0-1 7 16,2 3 1-16,-1-1-5 0,1 3 8 0,-4 3 10 15,5 2-14 1,-3-1 13-16,1 2-6 0,-1-1 12 0,1 0-4 0,0 2 4 0,1-2 6 0,-2 2-3 0,1-2-1 16,-1-2 0-16,4 3 4 0,-2-7-6 0,-2 3 6 15,2 1 2-15,0-2 4 0,-2-2-9 0,1-1 7 16,2-1 1-16,-2 3 0 0,1-4-16 0,-1 4 14 15,-1-6-3-15,2 0 1 0,0 1-5 0,-1 0 6 16,1-2 2-16,-1 2 8 0,-1-2-15 0,2 1 8 16,0-2-1-1,0 0 1-15,0-1-1 0,0 3 0 0,0-6 0 16,-2 7-2-16,2-7 2 0,-1 4-3 0,1-1 3 16,-1 1-2-16,1-4-3 0,0 5-1 0,0-5 3 15,-3 6 0-15,3-4 3 0,0-2-1 0,-1 4-3 16,1-4 1-16,-1 6 10 0,1-4-5 0,0-2-6 15,-3 5 8-15,3-5-3 0,0 7-2 0,0-5 3 16,0-2-3-16,1 6 2 0,-1-6-21 0,-1 5 21 0,1-5-3 0,0 4 0 16,0-4 6-16,0 0-1 0,-3 4-14 0,3-4 13 15,0 0-2-15,-1 4 0 0,1-4-1 0,-3 4 5 16,3-4-13-16,0 0 12 0,0 0-8 0,0 0 5 16,0 0 0-16,0 0-4 0,0 0 9 0,0 0-3 15,0 0-3-15,0 0 3 0,0 0 0 0,0 0-1 16,0 0 0-1,0 0 8-15,0 0 2 0,0 0 7 0,0 0-3 16,0 0 9-16,0 0-2 0,0 0 0 0,0 0 3 16,0 0-8-16,0 0 2 0,0 0-4 0,0 0 1 15,0 0-2-15,0 0-5 0,0 0-3 0,0 0 2 16,0 0 2-16,0 0-2 0,0 0-1 0,0 0-3 16,0 0-2-16,0 0-3 0,0 0-2 0,0 0 10 15,0 0-1-15,0 0-8 0,0 0 6 0,0 0-5 0,0 0 4 0,0 0-8 16,0 0 4-16,0 0 1 0,0 0 4 0,0 0-4 15,0 0-9-15,0 0-7 0,0 0-4 0,0 0-9 16,0 0 4-16,0 0-3 0,0 0 7 0,0 0-2 16,0 0 0-16,0 0 6 0,0 0 3 0,0 0-7 15,0 0 7-15,0 0 7 0,0 0 0 0,0 0-1 16,0 0 8-16,0 0 6 16,0 0 3-16,0 0 3 0,0 0 1 0,0 0 3 0,0 0 4 0,0 0-2 0,0 0-2 15,0 0 6-15,0 0 1 0,0 0 7 0,0 0-5 16,0 0 6-16,0 0-9 0,0 0 3 0,0 0-6 15,0 0 1-15,0 0-8 0,0 0 0 0,0 0-1 16,0 0-1-16,0 0-3 0,0 0 3 0,0 0-10 16,0 0 3-16,0 0-10 15,0 0 6-15,0 0-6 0,0 0-6 0,0 0-15 16,0 0 7-16,2 5-1 0,-2-1-9 0,-2 1 13 16,4 3 0-16,-5 4 4 0,2-3-2 0,0 1 3 15,-1 3-2-15,1-2 6 0,1 4-4 0,-3 11 9 16,5-9 0-16,-5 0 0 0,1 0-3 0,1 0-1 15,1 3 7-15,-2-3-2 0,2-1-1 0,-2 0 6 16,-2 0-3-16,3 1 8 0,-1-5-3 0,2 5 5 0,-1-5 2 16,0-2-1-16,-1 1 10 0,2-1-2 0,-1 3-4 15,-1-1 5-15,0-3-7 0,0 3 11 0,0-1-3 16,2 0-2-16,0-1 6 0,0 0-1 0,0 1 2 16,-2-2 0-16,-1 0 4 0,1-2-9 0,2 0 7 15,0-2-6-15,0 2 6 0,-1-1-6 0,1 0 3 16,-2 1-1-16,1-4-6 15,2 2 1-15,-2-1 3 0,1 1-3 0,0-5-4 16,0 5 3-16,1-3-3 0,-1-2-4 0,2 7 0 16,-2-7 0-16,0 3-1 0,0-3 0 0,0 0-3 15,0 0 2-15,0 5-1 0,0-5 1 0,0 0 7 16,0 0 3-16,0 0 3 0,-3 2 1 16,3-2 1-16,0 0 4 0,0 0-3 0,0 0 6 15,0 0-1-15,0 0-2 0,0 0-1 0,0 0 0 0,0 0-2 0,0 0-2 16,0 0-3-16,0 0-1 0,0 0 2 0,0 0-8 15,0 0-9-15,0 0-15 0,0 0-21 0,0 0-21 16,0 0-63-16,1-11-84 0,1 1-257 0,-1-2-494 16,1 1 219-16</inkml:trace>
  <inkml:trace contextRef="#ctx0" brushRef="#br0" timeOffset="4031.02">3112 1634 27 0,'0'-4'180'16,"0"4"-8"-16,0 0-5 0,1-6-12 0,1 2-22 15,-2 4-4-15,4-6-14 0,-1 5-14 0,3-4-13 0,-2 3-9 0,1-1-7 16,6 1-11-16,-1-3-1 0,-1 2-10 0,5 1-9 15,0 2-2-15,4-1-7 0,4 2-5 0,-4 2-6 16,1 1-5-16,-1 0-2 0,2 4-3 16,6 1 1-16,-7 2-1 0,5 3-6 0,-2 1 2 15,-2 2-3-15,1 4-5 0,-3-1 6 0,0 3-10 16,-5 2 6-16,-2-1-9 16,-1 1 6-16,-5 1-5 0,-2-6 2 0,-4 5 5 15,-5 0 3-15,0 1 4 0,-7 0 0 0,-2-1-4 16,-3-3 4-16,-5 0 2 0,1-2-3 0,-2-1 5 15,-3-2-9-15,3 0 9 0,-1-2 0 0,2-3 2 16,6-1 4-16,-2-2 2 0,2-1-1 0,3-4 3 16,1 0 4-16,2 0 8 0,1-1 9 0,-1-1 15 15,1 1 9-15,2-1 8 0,3-2 7 0,5 0 1 0,-7 3 6 16,7-3 8-16,0 0-3 0,0 0 2 0,0 0 6 16,-16 0-15-16,16 0-2 0,0 0 0 0,0 0-3 15,0 0-10-15,0 0-8 0,0 0-6 0,0 0-6 16,0 0-5-16,0 0-1 0,0 0-6 0,0 0-4 15,0 0-5-15,0 0 3 0,0 0-7 0,0 0-1 16,0 0 3-16,0 0 3 0,-11-4-2 0,11 4 0 0,0 0-4 0,0 0-2 16,0 0 7-16,0 0 0 0,0 0 4 0,0 0-3 15,0 0-5-15,0 0-8 0,0 0-2 0,0 0 12 16,5-10-9-16,-5 10 2 0,0 0-2 0,0 0 9 16,0 0 0-16,0 0-7 0,0 0 0 15,0 0-2-15,5-11-4 0,-5 11-1 0,0 0 4 16,1-4-7-16,-1 4-1 15,0 0 1-15,0 0 5 0,3-7-6 0,-3 7-5 16,0 0 2-16,0 0-6 0,0 0 3 0,0 0 5 16,6-8-7-16,-6 8 1 0,0 0 0 0,0 0-6 15,4-2 2-15,-4 2-1 0,0 0 0 0,0 0-3 16,0 0 8-16,0 0-10 0,0 0 2 0,10-3-4 16,-10 3 3-16,0 0 4 0,0 0-9 0,0 0 13 15,0 0-19-15,21 8 3 0,-15-3-2 0,4 2-2 0,0 2-2 0,6 7 12 16,2 5 4-16,1 1-16 0,-1 4 5 15,-1-1-2-15,-1 4-6 0,-3-1 9 0,1 1-5 16,0-2 3-16,-3 2 3 0,1-7 5 0,-6-2-1 16,1-3 1-16,-1-1 5 0,-2-5-2 0,1 0 2 15,-1-4-14-15,1 0-6 0,-5 0 12 0,1-4 6 16,2 1 19-16,-3-4 14 16,5 3 13-16,-5-3-10 0,0 0-2 0,10-9-6 15,-2 1 3-15,2-1-8 0,-5 0-2 0,7-4 5 16,-2 1-7-16,-1 0-2 0,0 4-6 0,0-1-4 15,0 3 6-15,-4-1 1 0,0 3 0 0,0 1-11 16,2-1 3-16,-1-1-26 0,-2 3-17 16,-4 2-23-16,7-3-20 0,-7 3-22 0,8 2-30 15,-8-2-47-15,11 3-38 0,-4 2-70 0,-3-3-247 0,1 2-581 0,-5-4 257 0</inkml:trace>
  <inkml:trace contextRef="#ctx0" brushRef="#br0" timeOffset="4692.8">3957 2213 87 0,'0'-4'287'0,"0"4"-7"0,0-8-11 0,0 5-3 0,1-1 2 16,1 1-16-1,-2 3-8-15,-3-7-12 0,3 7-14 0,-3-4-29 16,3 4 7-16,-1-3-16 0,1 3-9 0,0 0-27 16,-1-5-14-16,1 5-15 0,0 0-8 0,0 0-24 15,0 0-19-15,0 0-15 0,0 0-8 0,0 0-8 16,-8 9-4-16,6-4-7 0,-4 5 0 0,-1 0 1 15,1 1-4-15,-4 2-3 0,0 6-3 0,0-4-1 0,5 1 12 16,-3 0-12-16,3-2-6 0,-1-2 7 16,2 0-5-16,1 2 4 0,2-2-3 0,0 1-1 0,-2-1-13 15,6-3-7-15,-3 0 24 0,2-1 3 0,1 1-5 0,-2-5 12 16,4 4-2-16,3-3 3 0,0-4 17 0,2 1 0 16,0-4 0-16,8 2 5 0,0-3 5 0,-1-4-8 15,0 0 10-15,1-3 7 0,-1 0-4 0,-2-2 0 16,-2-1-5-16,-1-3-6 0,-1 2-6 0,-2-2 8 15,0 0 4-15,-4 2-1 0,0 2 3 0,-1-5 5 16,-4 10-9 0,0-6-5-16,-3 3-6 0,2 3-2 0,-4-2-13 15,0 1-10-15,0 1-4 0,-3 2-10 0,3 1-21 16,-6-1-19-16,0 2-29 0,0 1-33 0,-3 2-56 16,-2 5-26-16,-3 0-39 0,2 3-39 0,2-3-54 0,1 6-334 15,3-2-707-15,6-1 313 0</inkml:trace>
  <inkml:trace contextRef="#ctx0" brushRef="#br0" timeOffset="8671.43">4689 2293 102 0,'3'-5'224'16,"-3"5"-1"-16,3-1-5 0,-3 1-7 0,3-4-12 16,-2 1-15-16,-1 3-14 0,0-4-15 0,0 4-21 15,-4-5-8-15,4 5-13 0,-8-5-15 0,1 4-9 16,-2-3-14-16,-1 7-5 0,-8-3-16 0,-2 2-6 15,2 0-6-15,-1 0-6 0,0 1-3 0,-1 3-5 0,4 0-3 16,0-3-3-16,-3 5-4 0,5-1-2 0,-2 0-1 16,4 0-3-16,1-2-3 0,0 4-3 0,2-2-5 15,-1 1-6-15,3-2-4 0,0 5 3 0,3-4-6 16,2 0-1-16,-1 0 2 0,2 3 2 0,1-3-1 16,2 1 5-16,0 1 1 0,3-3 1 0,0 1-28 15,4-1 8 1,4-5 5-16,-3 2 0 0,1-1 10 0,2-3 7 15,1 0 19-15,4-3 21 0,-5-1 23 0,5-6 17 16,-4 1 21-16,0 0 11 0,-1-7 8 0,2-7 3 16,-1-1 0-16,-3 2 1 0,0-6 2 0,-1-1-30 15,-2-4-12-15,-5-1-5 0,4-1-4 0,-3-11-13 16,-3-3-5-16,0 13-5 0,-2-8-9 0,0 8 4 16,-2 3 10-16,1 5 9 0,-1 1-2 0,0 1 12 0,0 9 3 0,-1 2-2 15,0 3-10-15,0 2-2 0,2 3-7 0,-1 0-7 16,2 3-5-16,-2 1-16 0,3 4-33 0,-1-7-47 15,0 4-52-15,1 3-41 0,0 0-8 0,0 0-9 16,-3 18 9-16,3 0 14 0,0 9 10 0,-1 6 18 16,1 13 16-16,1 4 11 0,0-6 11 0,3 4 10 15,3-2 7 1,-4-16 7-16,10 15 7 0,-5-8 8 0,2-4 21 16,-1-2-2-16,1-2 6 0,-2 0 6 0,2-7 1 15,-1-4 0-15,-3-1 3 0,-2-7 2 0,1 1-1 16,-2-2 4-16,2-4 3 0,-4 0 7 0,3 0 10 0,-4-1 11 15,0-4 14-15,1 6 9 0,-1-6 3 0,0 0 0 16,4 5 0-16,-4-5-3 0,0 0-7 0,0 0-9 16,0 0-4-16,0 0-33 0,0 0-36 0,0 0-51 0,0 0-49 15,0 0-54-15,-10-13-59 0,2 8-78 0,2-3-161 16,-2 0-519-16,3 3 230 0</inkml:trace>
  <inkml:trace contextRef="#ctx0" brushRef="#br0" timeOffset="9202.04">4917 2143 5 0,'6'-3'226'0,"-6"3"-20"0,11-2-13 15,-11 2-15-15,13 5-8 0,-4 2-8 0,0 0-13 16,0 0-9-16,4 8-11 0,-3 2-5 0,-1 0-19 0,-1 0-6 0,-1 5-12 15,-2-3-8-15,-2 0-3 0,-3 1-11 0,0-1-6 16,-1-2-3-16,-2 0-5 0,3 0-5 0,-6-1-5 16,2-5 0-16,0 2-7 0,-1-2-4 15,4-4 1-15,-2 1-7 0,1-3 2 0,-1-1 15 0,3-4 25 16,-1 7 39-16,1-7 39 0,0 0-2 0,0 0-13 16,0 0 8-16,0 0-34 0,0-25-7 0,6 8-9 0,6-6-18 15,2-4-12-15,1 3-11 0,3-2-6 16,0-4-10-16,2 8 1 0,1-5-7 0,-2 3 0 15,1 3 6-15,2 1-9 0,-9 6-5 0,2 2 6 0,-2 0-2 16,-4 4 14-16,0-1 11 0,-4 7 1 0,3-2-8 16,-3-2-5-16,-1 3-11 0,-2 0-4 0,-2 3-13 15,9-2 0 1,-9 2-7-16,0 0-1 0,10 8-3 0,-6 3 2 16,0 0 0-16,-1 6-1 0,-1 2 4 0,1 7 12 15,-1-6-11-15,2 4 0 0,-3-5 0 0,1 1 10 16,-1 5-9-16,0-7 2 0,2-1-3 0,-3-2 3 15,0-1-3-15,-2-2 3 0,4-3-2 0,-4-1 1 0,2-1 6 16,-1-2-10-16,1 0 11 0,0-5-1 0,0 9 7 16,0-9 1-16,0 0 3 0,0 0 0 0,-2 4-2 0,2-4 0 15,0 0-11-15,0 0-27 0,0 0-26 0,-8-20-43 16,3 10-41-16,2-7-44 0,1-2-41 0,2-5-19 16,-1-3-39-16,3-4-16 0,-1 4-214 15,3-4-545-15,-1 2 241 0</inkml:trace>
  <inkml:trace contextRef="#ctx0" brushRef="#br0" timeOffset="9323.91">5290 2051 377 0,'-1'-17'74'0,"-3"0"18"16,0 1 25-16,0 0 21 0,1 2 12 0,1 4 19 16,-1 0 17-16,-2-2 1 0,1 4 6 0,2 0 19 15,1 0-6-15,-2 3-4 0,2 0-4 0,-1-2-17 16,1 3-18-16,1 4-1 0,-2-8-33 0,2 8-9 16,-3-6-24-16,3 3-27 0,0 3-42 0,-1-3-55 15,1 3-49-15,0 0-31 0,0 0-39 0,0 0-60 16,11 11-274-16,-6-5-519 0,-1-1 230 0</inkml:trace>
  <inkml:trace contextRef="#ctx0" brushRef="#br0" timeOffset="10155.94">5645 2138 17 0,'0'-9'320'0,"-4"1"-20"0,0-1-18 0,2 0-13 15,-1-2-24-15,-6 4-17 0,3-1-19 16,-2 3-20-16,-1 1-21 0,0-1-13 0,-1 2-13 16,1-1-12-16,-2 1-17 0,0 3-17 0,0 2-8 0,-1 0-13 0,0 4-6 15,0-2-8-15,1 2-23 0,2 2-12 0,-1-2-19 16,1 4-16-16,5-4-17 0,-2 6-13 0,3-4-1 16,3 4 4-16,2-2 1 0,3 0 3 0,3-1-2 15,2 1 6-15,7-4-13 0,1 0-3 0,-2 0-5 16,3-4 8-16,-6-3-5 0,9-3 8 0,-4-1 5 15,1 0 3 1,-2-3 9-16,-7 4 14 0,8-6 22 0,-5 0 10 16,-6 1 20-16,5 1 12 0,-3-1-1 0,-2 1 25 15,-1 1 12-15,1 0 3 0,-3 0 5 0,0 2 0 0,0 2-5 16,0 0-6-16,-3-1-4 0,1 2-13 16,-2 2-20-16,3-5-21 0,-3 5-6 0,0 0-18 15,5 10-1-15,-5-4-3 0,2 6 4 0,-4 5-4 16,4 6 1-16,-5 9-3 0,0 0 3 0,3 15 1 0,-4-11 5 0,2-2-7 15,-2 14 3-15,3-12 6 0,-2 11-7 0,-1-13 0 16,2-3 4-16,-2-2-5 0,-2 0 0 0,3-2-2 16,0-3 1-16,1-7-1 0,-2 0 3 0,1-7-1 15,2 2 4-15,-3-3-8 0,3-2 12 0,0-2 4 0,-3 0 8 16,-1-1 2-16,1-1 3 0,-5-1-7 0,3-2 2 16,-7-2 1-16,4-1 19 0,0-2 10 0,-1-1 22 15,1-1 10-15,0-1 8 0,0-1 8 0,-3-8-2 16,6-2-6-16,-2-4-8 0,2-5-15 0,2-1-22 15,4-4-8-15,4 0-8 0,4 0-5 0,3-1-10 16,3 4-2-16,3 2-9 0,-2 2-4 0,7-2 2 16,0 4 3-16,1 3-5 0,1-1-4 0,-2 2 1 15,3 3-2-15,2 1-5 16,-4 2 13-16,-5 4-4 0,0-1-17 0,-4 4 12 16,-1 2 8-16,-4-2 1 0,-3 5 0 0,-2-1-4 15,3-1 4-15,-1 2-11 0,-3 1 2 0,0-3-12 16,-3 4-15-16,5-3-6 0,-5 3-20 0,0 0 9 15,0 0-7-15,0 0 13 0,0 0-7 0,-10 14-9 16,2-9-15-16,-1 2-33 0,-1-1-20 0,1 0-28 16,-1-1-25-16,1 3-21 0,1-4-28 0,-1 1-46 0,2 0-297 15,-1 2-615-15,4-4 273 0</inkml:trace>
  <inkml:trace contextRef="#ctx0" brushRef="#br0" timeOffset="10687.95">6029 2143 232 0,'3'-5'398'16,"-2"4"-20"-16,2-3-1 0,-2 1-17 0,-1 3-16 16,3-6-26-16,-3 6-30 0,0 0-24 0,1-3-29 15,-1 3-24-15,0 0-24 0,0 0-19 0,0 0-23 16,0 0-24-16,0 0-14 0,0 0-20 0,0 0-16 0,0 0-7 15,5 12-16-15,-5-7 6 0,3 8-8 0,-2-1-6 16,2 5-5-16,-2-1 5 0,0 2-10 0,3 2 4 16,-3 3-16-16,-1-4 12 0,0 2-3 0,4-5-5 15,-4-3-9-15,3-3 4 0,-2 2 0 0,-1-5-12 16,1-2 14-16,-1 3-2 0,0-3-2 0,0-2 12 16,3 1 14-16,-3-4 35 0,1 2 40 0,-1-2 33 0,0 0-15 0,0 0-15 15,14-9-12-15,-5-1-15 0,0-2-4 0,4-4-9 16,-3 2-13-16,5-7-3 0,1-3 0 0,-5 7-8 15,1 2 1-15,-3 1 1 0,-2-1-6 0,1 1 0 16,0 5-4-16,-3-2 10 0,1 6 0 0,-2 0-5 16,-3 1-9-16,3 0-4 0,-3 0-8 0,3 0-7 15,-4 4-11-15,4-4-17 16,-3 1-27-16,-1 3-25 0,0 0-25 0,0 0 11 16,0 0 5-16,1 11 10 0,-2-6 3 15,2 7 4-15,-1 0 0 0,-1 1 12 0,1 1 7 16,0 3 2-16,1 0 1 0,-1-5 2 0,3 0 3 15,-3 2 4-15,4-4 1 0,-3 0-6 0,2-3 15 16,-2 0 0-16,0-2 6 0,2 0 3 0,-2 0-2 0,2 0 3 16,2-4 3-16,-5-1-6 0,10 1 0 0,-2-1-14 0,2-2-35 15,0-4-32-15,8 0-54 0,-7-1-59 0,5-1-47 16,-3 4-56-16,-3-1-64 0,0-4-101 0,0 1-234 16,3-7-752-16,-4 11 334 0</inkml:trace>
  <inkml:trace contextRef="#ctx0" brushRef="#br0" timeOffset="11173.02">6474 2356 156 0,'0'0'268'0,"0"0"-19"0,0 0-22 0,22-10-15 0,-13 3-13 0,4 2-15 15,-3 1 4-15,2-5-12 0,4 2 0 0,1-5-12 16,-3 3-4-16,2-2-23 0,0-2 2 16,0-2-2-16,-3 2-10 0,6-5 5 0,-9 5-9 15,2-1 6-15,-1 3 3 0,0-3-16 0,-6 5 3 0,0-1 1 16,1 0-7-16,-3 3 7 0,-2-2-14 0,-1 3-9 16,3 1-15-16,-3-3-8 0,-3 4-4 0,-1 0-11 0,2-1-7 15,-6 2-14-15,-1 1 1 0,0 2-8 0,-5 3-9 16,-4 3 1-16,0-2-3 0,4 3-6 0,-5 4 2 31,4-1-3-31,2 2-7 0,3 1 5 0,0-4 1 0,-1 6 0 0,5 0-10 0,-1 1 1 0,4-3-1 16,3 3 5-16,3-4-1 0,0 1-2 0,5-4 5 31,1 6-1-31,2-7 4 0,3 3 7 0,3-4 5 0,1 0-1 0,2-1 8 16,1-3 4-16,-1-2 8 0,2 2 3 0,-2-1 7 15,0 0-1-15,-4-4 2 0,-2 5 7 0,-1-3-6 16,-4 0 10-16,-3 0 0 0,1 0 0 15,-2 2-7-15,-5-2-4 0,9 1-5 0,-9-1-5 0,6-1-7 16,-6 1-1-16,0 0-5 0,8 0-12 0,-8 0-16 16,0 0-19-16,0 0-28 0,0 0-39 0,0 0-8 0,6 1-40 15,-6-1-46-15,0 0-39 0,0 0-50 0,0 0-64 16,0 0-424-16,0 0-817 0,0 0 363 0</inkml:trace>
  <inkml:trace contextRef="#ctx0" brushRef="#br0" timeOffset="11620.26">7043 1624 274 0,'0'0'270'16,"0"0"-15"-16,0 0-27 0,0 0-22 0,0 0-22 15,0 0-23-15,0 0-18 0,0 0-19 0,0 0-13 16,0 11-11-16,-1-4-17 0,-3 3-15 0,-3 4-21 15,-1 1-45-15,-3 2-42 0,-3 4-58 0,-2 0-95 16,3-6-129-16,-1-1-347 0,2-1 154 0</inkml:trace>
  <inkml:trace contextRef="#ctx0" brushRef="#br0" timeOffset="12120.95">7265 1979 85 0,'8'-6'222'0,"-8"6"-16"0,0 0-20 0,0 0-14 0,0 0-12 16,0 0-15-16,0 0-18 0,-17 8-8 15,12-5-13-15,-1 1-12 0,-2 1-5 0,1 3-11 16,0-4-12-16,-1 3-7 0,1 0-7 0,0 1 4 0,1 1-8 16,3 3-6-16,0-2-3 0,0 0-6 0,3 3-1 15,5 4-2-15,-1-2 2 0,1 1-7 0,3 0 0 16,1-2-2-16,2 2-3 0,0-2-3 0,-3-5-2 0,1 7-1 16,-1-6-4-16,0 0 2 0,-1-2 0 0,-2 1-3 15,1-1-2-15,-4-1 1 0,2-2 0 0,-4 0 0 16,1 4 3-16,-2-6 3 0,-3 4-5 0,-5-1-2 15,-9 0-3-15,-8 1-28 0,-8-1-68 0,4-1-83 16,-5 1-200-16,3-6-405 0,1 0 180 0</inkml:trace>
  <inkml:trace contextRef="#ctx0" brushRef="#br0" timeOffset="12844.31">8243 1730 185 0,'1'-3'268'0,"-1"-3"-8"0,4 2 3 0,-3 0 2 15,-1-1-14-15,0-1-12 0,3 2-18 0,-3 1 3 16,1-2-17-16,-1 0-23 0,0 5-13 0,4-2-29 16,-4 2-12-16,1-4-18 0,-1 4-14 0,0 0-31 15,0 0-22-15,0 0-8 0,0 0-5 0,0 18-2 16,0-2-3-16,0 9-2 0,0 0-2 0,-2 3-4 15,-1 2-2-15,2 1 0 16,-2 1-2-16,3-3-4 0,-1 2 4 16,-3-2-1-16,3-1 1 0,-3-2-6 0,0-2 2 15,4 0 9-15,0-8-9 0,-1-4-3 0,1-2 2 16,0-2-4-16,-4 0 2 0,7 0-6 0,-2-7-10 16,-1 7 1-16,0-8 1 0,-4 9 4 0,4-7 0 15,0-2-2-15,-1 5 0 0,1-5-29 0,0 0-54 16,0 0-39-16,-8-15-41 0,4 6-42 0,4-6-46 0,-5-1-213 0,-1-2-506 15,3-8 224-15</inkml:trace>
  <inkml:trace contextRef="#ctx0" brushRef="#br0" timeOffset="13013.88">8253 1469 122 0,'0'-9'295'16,"3"0"-16"-16,-3 2-21 0,1-2-21 0,3 4-24 15,-3-4-24-15,8 2-22 0,4-1-15 0,2 0-12 16,7 3-15-16,11 0-25 0,2 0-22 0,-1 2-42 0,4 3-33 0,-2 1-60 16,-1 6-34-16,-5-2-79 0,-2 4-176 0,-6-2-376 15,-4 1 167-15</inkml:trace>
  <inkml:trace contextRef="#ctx0" brushRef="#br0" timeOffset="13207.02">8235 1993 92 0,'-5'3'251'0,"4"-2"0"15,-2 2-14-15,3-3-17 0,-4 3-16 16,4-3-15-16,11 2-17 0,0-4-16 0,16-1-9 0,5 0-19 16,4-2-26-16,2 3-37 0,3-1-41 0,13-5-65 15,-3 2-73-15,-14 3-234 0,-1-3-376 0,-1 1 167 16</inkml:trace>
  <inkml:trace contextRef="#ctx0" brushRef="#br0" timeOffset="13630.01">9072 1890 275 0,'0'-5'286'16,"0"5"-20"-16,-4-1-23 0,4 1-18 0,0 0-29 15,-4-5-25 1,4 5-17-16,0 0-16 0,-11 2-14 0,2 3-12 16,-3 2-14-16,-3 2-8 0,-3 2-11 0,-1 6-6 15,-1 1-11-15,6-5-4 0,0 2-5 0,-2 0-8 0,4 1 3 16,0-1-9-16,0 1-6 0,5-2-4 0,-1 2 0 15,3-2 1-15,2-2-7 0,2 0 2 0,2-2 0 16,2-2-1-16,1 1-1 0,1-4-3 16,3 4 6-16,2-5 0 0,0 0 3 0,4-2-4 0,4-2 4 15,0 0-5-15,-3-4 2 0,-1 1 11 0,-2-2 0 16,6-2-3-16,-7 0 1 0,6-3-2 0,-6-2-5 0,-3 4-2 16,2-4-1-16,-5 0-14 0,3-2 3 0,-4 2-14 15,-4-3-2-15,-3 3-8 0,3 1-14 0,0-1-3 16,-5 1-14-16,1 0-11 0,-1 1-13 0,-5-2-24 15,2 6-15-15,-1-3-19 0,-3 2-21 0,5 2-31 16,-3-1-27-16,2 2-31 0,2 1-146 0,2-1-410 16,1 1 182-1</inkml:trace>
  <inkml:trace contextRef="#ctx0" brushRef="#br0" timeOffset="13962.22">9219 1874 148 0,'8'2'184'0,"-1"-1"-7"0,-1 3-11 0,1-1-14 16,2 3-2-16,0 2-10 0,-4 0-8 0,4 3-7 15,-3-1-12-15,2 7-3 0,0-4-12 0,-2 6-3 16,-2-3-13-16,1 1-4 0,-2 0-8 0,-3 1-2 16,-3-2-8-16,3 1-8 0,-4-2-2 0,2-4-4 15,-1 2 0-15,2-5 10 0,-4 1-5 0,2-4-3 0,2 2 5 0,0-1 2 16,-2-2 16-16,3-4 29 0,-1 5 40 15,1-5 42-15,-4 4 36 0,4-4 19 0,0 0-8 16,0 0-22-16,0 0-19 0,-4-14-17 0,4 2-13 16,4 4-19-16,-3-3-18 0,7-5-16 0,-4-2-18 15,6 1-10-15,-5 0-18 0,4 0-6 0,1 2-17 16,-2-1-6-16,0 5-25 0,-1 2-18 0,1-1-27 16,0 3-39-1,-2-2-41-15,-1 4-39 0,-1 1-45 0,4 0-32 16,-5-1-43-16,3 3-41 0,-1 1-308 0,-5 1-681 0,0 0 301 15</inkml:trace>
  <inkml:trace contextRef="#ctx0" brushRef="#br0" timeOffset="14563.7">9587 1945 278 0,'0'0'367'0,"3"-4"-23"0,-3 4-27 0,0 0-29 0,0 0-33 16,0 0-29-1,0 0-32-15,0 0-18 0,0 0-19 0,0 0-15 0,6 10-17 16,-5-5-18-16,1 5-9 0,-1 0-10 0,-1 2-7 16,0 1-12-16,-3 3 0 0,-1 1-15 15,2 0-4-15,-2 1-2 0,1-1-4 0,0 0-4 16,-2-4-5-16,2-3 0 0,2 2-4 0,0-5-5 15,-2 0 5-15,3-2-5 0,0 1 5 0,0-6 18 16,-1 6 32-16,1-6 41 0,0 0 40 0,0 0 18 0,0 0-14 0,0 0-21 16,14-10-14-16,-8 3-7 0,2-2-17 15,3-3-13-15,3-1-10 0,-2-3-10 0,8-2-8 0,-1-2-5 16,-5 7-9-16,3-2-7 0,-3 4-4 0,0 0-3 16,-5 4-5-16,-4 0-5 0,2 2-5 0,-1 1-5 15,-6 1-3-15,8-1-11 0,-6 3-9 0,2-2-20 16,-4 3-5-16,0 0-2 0,12 4-7 0,-8-1-5 0,-2 1 9 15,3 2-9-15,1 2-6 0,0 1 4 0,-1 2 5 0,-1-2 1 16,-1 0 1-16,2 0-1 0,-1 2-11 0,-2-5 7 16,0 0 1-16,-3 0 4 0,3-1 2 15,1 0 14-15,-2-2-1 0,-1-3 20 0,4 7 23 16,-4-7 30-16,0 0 30 0,3 1 3 0,-3-1-6 16,0 0-11-16,16-10-1 15,-8 4 5-15,0 0-5 0,3-2-8 0,-1-1-10 16,3-2-3-16,-3 2-6 0,3-3-4 0,-2 2-4 15,5 2-2-15,-2-2 1 0,-4 3-8 0,-1 1 0 16,-2 0-4-16,0 3-3 0,-3 0-1 0,0 1-13 16,0-1-16-16,1 1-36 0,-5 2-15 0,0 0-12 15,12 5-17-15,-5-2-28 0,-1 1-33 0,1 1-34 0,-1 3-31 16,0 1-35-16,-2-1-35 0,0 0-58 0,-3 1-322 16,2-4-727-16,1 2 322 0</inkml:trace>
  <inkml:trace contextRef="#ctx0" brushRef="#br0" timeOffset="15534.88">10287 1946 157 0,'0'0'388'0,"0"-5"-35"0,0 5-27 15,0-4-30-15,0 4-35 0,0 0-32 0,0 0-26 16,0 0-28-16,0 0-12 0,0 0-20 0,0 0-13 15,3 15-9-15,-3-6-13 0,-1 3-16 0,-1 3-7 16,0 2-6-16,-1 2-4 0,1-8-15 0,-1 6 2 0,2-5-7 16,-2-1-5-16,1-1-3 0,1-1-7 0,-1-2-4 15,1-2 3-15,1 1-3 0,0-6 3 0,1 8 19 16,-1-8 34-16,-1 4 39 0,1-4 29 0,0 0-13 0,0 0-14 16,0 0-14-16,20-9-6 0,-11 0 3 0,0 2-11 15,1-3-9-15,3 1-9 0,-3-1-8 16,3-2-9-16,0 0-9 15,1 0-6-15,-4 0-3 0,4 2-11 0,-6 1-1 16,1 2-8-16,0 2-3 0,-3-1-3 0,-2 1-5 16,3 1-8-16,-4 1-10 0,0 1-12 0,-3 2-24 15,9-1-14-15,-4 0-6 0,-5 1-8 0,10 2-4 16,-3 3-8-16,0-3 8 0,1 1 1 0,0 3 0 16,3-1 1-16,-1 1 4 0,1 1 8 0,0-2-4 15,3 2 12-15,-4-5-6 0,3 3 3 0,0-2-6 0,-3 0 6 0,4-2 8 16,-5-1 1-16,4 0 3 0,-3-2-1 0,-1-2 5 15,4-2 8-15,-4 1-1 0,-2-2 4 0,0-2 21 16,-1-1-2-16,2-5 6 0,-3-1 7 0,0 3 5 16,-1-7 7-16,-1-1 13 0,3-2-16 0,-4-2 8 15,2-2 9-15,-1 0 7 0,-2 7 13 0,0-1 4 16,3 4 4-16,-6 1 0 0,4-1 10 0,-2 3-2 0,0 3-10 16,2 4-5-16,-1 2-2 0,0-4-4 0,-1 4-2 15,1-1-12-15,-1 3-1 0,0-1-5 0,0 4-6 16,0-7-18-16,0 7-24 0,0 0-23 0,0-4-34 15,0 4-34-15,0 0 8 0,0 0 7 0,-1 17 11 16,-1-7 11-16,0 6 2 0,-2-1 14 0,0 11 4 16,1-2 6-16,-1 0 8 15,0 0 5-15,-1-3-1 0,5-2-7 0,0 2-8 16,1 3 0-16,1-4 0 0,4-3 3 0,0 1 5 16,1-1 0-16,4-3-3 0,4-3-1 0,3 4-7 15,4-2-4-15,10-2-17 0,-1-4-12 16,1 1-5-16,2-5-6 0,1-2 5 0,-1-5 2 0,3 2 2 15,-5-6 9-15,1-1 7 0,-3-1 8 0,-2-1 6 16,-3-3 3-16,-8 5 14 0,1-2 12 0,-3-1 20 0,-6 2 13 16,-4 2 18-16,2-2 10 15,-6 0 2-15,3 3 1 0,-3-1 1 0,-1 1-6 16,-4 2-1-16,3-2-9 0,-4 5 3 0,-3-2-8 16,-3 0-2-16,-1 3 0 0,-1 1-1 0,-6 2-5 15,0 2 2-15,-1-1-8 0,0 5 7 0,1-2-3 16,3 3 1-16,-1-1 2 0,-1 2-6 0,4 0-5 15,0 2 6-15,5-6 1 0,-1 3-5 0,1-1 0 16,1 1 2-16,-1-1-4 0,4-5-8 0,4 2 3 16,-5-2 6-16,2-1 2 0,1 2 28 0,3-4 24 15,0 0 10-15,5 3 8 0,-5-3 6 16,13-2-4-16,-3-1-2 0,1 1-12 0,1-1-4 0,6-1-3 16,0-1 6-16,-4 3-9 0,6-1 1 0,0 0-7 15,-2 1 4-15,-4-2 1 0,5 3-7 0,1 1 0 0,-4 0-3 16,1 0-3-16,-5 0-4 0,2 0-8 0,-4 1 4 15,2 1-9-15,-1 0 0 0,-3-1-18 0,1 1-18 16,-2 0-27-16,1 1-22 0,-1-2-27 0,0 2-17 16,5 0-29-16,-6 0-36 0,4 2-38 0,-3-1-55 15,2-4-91-15,-3 3-249 0,2-3-654 0,-8 0 290 16</inkml:trace>
  <inkml:trace contextRef="#ctx0" brushRef="#br0" timeOffset="15751.04">11676 1937 187 0,'0'0'400'0,"0"0"4"15,0 0-12-15,0 0-27 0,0 0-31 0,0 0-29 16,0 0-32-16,0 0-26 0,0 0-25 0,0 0-32 0,0 0-35 15,0 0-84-15,0 0-84 0,0 0-83 0,0 0-97 16,0 0-109-16,0 0-189 0,0 0-531 0,0 0 236 0</inkml:trace>
  <inkml:trace contextRef="#ctx0" brushRef="#br0" timeOffset="17301.06">3517 3006 112 0,'0'0'127'16,"0"0"-13"-16,0 0-10 0,0 0-11 0,0 0-10 16,0 0-2-16,13-7-13 0,-8 6-6 0,3 0-9 15,3 0-4-15,0-1 1 0,1 2-4 0,3 0-4 16,5-5 6 0,3 5-4-16,5-2-1 0,3-3 7 0,-2 4-7 0,6-3 4 15,-3 2 4-15,5 0 2 0,2-1-2 0,15-2-6 16,-3 3-7-16,-1-2 6 0,6-1-11 0,-2 2-4 15,2-2 1-15,0 1-4 0,4 0-1 0,4 3-2 16,0-6-5-16,1 4 10 0,2 1-1 0,25-2-1 0,-34 0 4 0,8 1 2 16,-4-3-4-16,2 5 1 0,4-3-3 15,-4 3-2-15,-3-2-1 0,3 4 0 0,-5-2-2 16,2 1-3-16,-1-1 1 0,-1 0-1 0,-2 2-4 16,-2-1-1-16,0-1-3 0,3-4-1 0,-7 5 6 15,-10-1-6-15,15 1-1 0,-1-1-3 0,-4 1 3 0,3-2-4 0,-13 2 1 16,16-5-2-16,-2 5 8 0,0-1-8 15,-1 0-1-15,-1-2 1 0,0-1 1 0,-1 1 3 16,-11 3-6-16,14-2 4 0,-4 1 1 0,-11-2-2 0,15 1-2 16,-3 2 4-16,-15-1-3 0,17-2 2 0,-3-1-2 15,-13 4 0-15,13-1-2 0,2 0 3 0,-15 0 3 16,15 0 9-16,0-3 0 0,-16 4 6 0,16-3 1 31,-1 3 1-31,-2-2-5 0,-12-1 3 0,18 1-5 16,-16 4 2-16,14-5-1 0,-6 1 1 0,7-1-5 15,-3 2 27-15,0-2-2 0,0 6-6 0,3-6 1 0,-1 3-8 16,-4 0-1-16,3-2-2 0,-16 2-4 0,4 0 1 16,-4-3-3-16,4 3-2 0,10-1-2 0,0 1 0 15,-14-3-1-15,-1 2-3 0,3-1 0 0,-1 0 1 16,0-1-2-16,0 3 1 0,2 0-3 0,13-2 2 16,-15-1-4-16,14-1 3 0,-1 1-2 0,-11 1-1 15,11-1-1-15,0-1-1 0,-10 1-1 0,-4 1 7 0,3-2-2 0,12 0 8 16,-13 2 2-16,1 0 0 0,0 0-3 0,11-1 1 15,0 0 3-15,-13-1-1 0,2 1-3 0,14 3 0 16,-4-4-2-16,-10 3-3 0,10-3 1 0,4 4 0 16,-4-1-2-16,0-5-3 0,1 5 4 0,1-1-9 15,-12 2 5-15,11-3 2 0,-11 3-1 0,11-4 1 16,-16 3 0 0,5-4-3-16,0 3 3 0,11-3-1 0,-12 2 0 15,-2-1 2-15,17 0 4 0,-4 0 6 0,4-2-2 16,-1 3 3-16,1-2 2 0,1 2-2 0,4-1 0 15,-6 2 3-15,-2-1-7 0,-11 1 8 0,12 0 3 16,-13-1 0-16,-1 2-3 0,-2-1 14 0,0 0-9 0,-3 0 7 0,-3 2 2 16,1-3 3-16,1 3 8 0,-13-2-1 0,3 2 10 15,1-3-1-15,-5 2-2 0,0 0 9 0,-5-1-3 16,1 2 1-16,-3-3-1 0,2 3-3 0,-3-2-5 16,-2 2-29-16,-1 0 20 0,0 0 4 0,-1-2-7 15,-1 1-5-15,-5 1-21 0,9-1 15 0,-9 1-9 16,9 0 7-16,-9 0-2 0,5-1-6 0,-5 1 0 0,0 0-9 15,0 0 1-15,0 0 2 0,8 0 1 0,-8 0-3 16,0 0-14-16,0 0 2 0,0 0-13 0,0 0-41 16,0 0-9-16,0 0-41 0,0 0-43 0,0 0-51 15,0 0-23-15,0 0-45 0,0 0-332 0,0 0-649 16,-23 5 288-16</inkml:trace>
  <inkml:trace contextRef="#ctx0" brushRef="#br0" timeOffset="19242.32">5864 3933 89 0,'0'-10'226'0,"0"0"-10"0,1 1-10 0,-1-2-5 0,-1 1-13 15,1 5 0-15,0-3-8 0,1 4-13 0,0 1-17 16,-1-1-14-16,0-1-17 0,0 5-16 16,0-5-23-16,0 5-40 0,0 0-30 0,0 0 1 0,0 0-4 0,-5 29 1 15,4-3-2-15,-2 8-3 0,-2 15 3 0,-5 6 2 16,2 3-4-16,-1 0 5 0,1 1-1 0,1 1 3 15,-1-3 0-15,3 2 3 0,-1 0 5 0,3-7 0 16,-1-1-1-16,5-4 2 0,-2-15-7 0,-2 2 1 0,6-4 0 16,-3-3-3-16,1-1 1 0,-1-7-2 0,3-2 0 15,-3-2 1-15,-3-3-3 0,6-2 3 0,-6-3-4 0,2 0 4 16,1-3-3-16,0 4 1 0,0-5 2 0,1 1 5 16,-1 1 8-16,0-5 10 0,0 3 7 0,0-3 1 15,0 0 4-15,0 5-1 0,0-5-2 0,0 0-7 16,0 0-9-16,0 0-39 0,0 0-22 0,-10-15-30 15,5 5-37-15,-1-5-31 0,3-4-30 0,1 0-31 16,-2-5-191 0,-4-4-414-16,7 1 184 0</inkml:trace>
  <inkml:trace contextRef="#ctx0" brushRef="#br0" timeOffset="19636.58">5774 3732 231 0,'-4'-10'237'0,"2"1"-11"0,-1 2-6 0,3 0-16 16,-1 3-16-16,-2 0-17 0,3-3-18 0,0 3-18 15,0 4-16-15,0-7-21 0,0 7-10 0,3-2-13 16,-3 2-9-16,11 6-11 0,-1-4-6 0,3 3-2 16,5 4-10-16,0-1-3 0,8 7 2 0,-1 3-5 15,2 3-3-15,-5-1-2 16,3 4-1-16,0 4-1 0,-4-2-5 0,2 4 1 15,-9-1-7-15,-1 1 3 0,0-2-4 0,-4 1 2 16,-4-3-1-16,-5 0-2 0,0-6 2 0,-5-2-1 16,-3 2 4-16,-7 0 3 0,1 1 1 0,-8-3 0 15,0 1 2-15,1-5 3 0,-5 2 1 0,2-5-1 16,5-1-2-16,-7 2 2 0,6-5-3 0,2 0 0 16,0 2-1-16,0-3-1 0,0 1-2 0,5-2 0 0,3 0-4 15,1-2-2-15,-2 2 6 0,4-1-11 0,2-1 0 16,0-1-2-16,0 2-8 0,1-1-18 0,2 2-16 15,0 0-12-15,2-5-11 0,4 8-16 0,1-4-30 16,4 3-47-16,3-4-88 0,2-1-161 0,4 1-434 0,2-4 193 16</inkml:trace>
  <inkml:trace contextRef="#ctx0" brushRef="#br0" timeOffset="20391.37">6129 4613 267 0,'0'0'291'0,"0"0"-27"0,-4-2-26 15,4 2-28-15,0 0-23 0,0 0-20 0,0 0-23 0,0 0-15 16,0 0-16-16,0 0-9 0,-1 8-14 0,4 1-9 16,1 1-10-16,-4 3-6 0,0-1-4 15,1 5-9-15,-1 3-4 0,1-3-6 0,0 3-6 16,1 0-18-16,-4 5-3 0,4-6-3 0,-4 1 0 16,1-2 2-16,-1 0-3 0,2-2-3 0,-2-5 1 0,4 1-1 0,-4-2 2 15,2-3 0-15,0-1 1 0,0-1-5 0,0-1 11 16,0 1 20-16,0-1 17 0,0-4 21 0,0 5 24 15,0-5 34-15,0 0 24 0,0 0 28 0,-1 3 19 16,1-3 19-16,0 0-21 0,0 0-24 0,3-15-16 16,0 5-15-16,3-6-21 0,-1-1-16 0,2 0-13 15,2-1-11-15,-1 0-7 0,2 0-11 0,-1-2-7 0,0 4-4 0,0 2-11 16,-1 1-4-16,-2 2-6 0,0 1-4 0,0 2-2 16,1 2-2-16,-3 2-11 0,-3 0-2 0,3 0-5 15,-4 1-8-15,4 0-16 0,-4 3-13 0,0 0 1 16,9 2-1-16,-4 2 1 0,0 1-18 0,3 4 6 15,-2 0 0-15,-2 2 3 0,5 3 4 0,-1 2 3 16,-2 1 0 0,-1 1 2-16,-1 1 8 0,2-4 2 0,2 3 2 0,-4-3 0 15,-3-2 1-15,0-2 2 0,1 0 3 0,-1-2 1 16,2-1-4-16,-2-2-1 0,-1 1 4 0,1-2 5 16,-1 0 0-16,0-1 3 0,0-1 1 0,1 0 6 15,-1-3-4-15,2 6 3 0,-1-2 11 16,-1-4 8-16,0 0-4 0,0 0 1 0,0 0-1 0,0 0 0 15,0 0 1-15,0 0-2 0,0 0-3 0,0 0 3 0,0 0-15 16,0 0-47-16,0 0-59 0,0 0-52 0,0-14-38 16,1 6-55-16,1-1-57 0,0-3-75 0,2-5-274 15,0 0-705-15,3-8 312 0</inkml:trace>
  <inkml:trace contextRef="#ctx0" brushRef="#br0" timeOffset="20924.03">6685 4089 167 0,'4'-1'200'15,"-4"1"-18"-15,11 0-8 0,-3 0-19 0,4 4-14 16,-2-2-9-16,0 4-2 0,-1 1-10 16,2 3-8-16,1 3-1 0,0 0-9 0,-4 3-10 15,1 0-2-15,-3 4-5 16,-1-3 0-16,-3 2-9 0,1 0-5 0,-3 1 4 16,-5 3-8-16,0-3-9 0,-1-1-8 0,-1-1-3 15,-1-1 4-15,-1 0-4 0,1-1-4 0,1-3 1 16,2-3-4-16,-3-1 0 0,2-1-3 0,2-2 2 15,0-2 6-15,0 2 14 0,0-3 29 0,3-1 26 16,1-2 36-16,-5 5 36 0,5-5 28 0,0 0-25 16,0 0-29-16,0-14-16 0,5 3-18 0,-1-1-8 0,3-4-13 0,5-5-10 15,1-3-12-15,0 3-8 0,1-2-8 0,-2 0-10 16,4 2-6-16,-7 5-9 0,0 2 6 0,2-1-10 16,-3 4-5-16,-1 1-5 0,-1 3 0 0,-4 1-8 15,2 1-6-15,1-2-3 0,-2 5-6 0,-1-1-16 16,-2 3-30-16,4-1-22 0,-4 1 3 0,0 0 11 15,9 9 3-15,-9-1-12 0,5 1 8 0,-4 3 3 0,4 5 2 0,-1-3 7 16,0 4 10-16,-3-2 1 0,6 1 6 0,-3 0-3 16,1 0-18-16,0-2-26 0,0 1-19 0,-4-4-28 15,3 0-28-15,-1-2-30 0,-1 1-35 0,1-4-52 16,-2 0-58-16,-1-2-221 0,0-3-585 0,0-2 259 16</inkml:trace>
  <inkml:trace contextRef="#ctx0" brushRef="#br0" timeOffset="21162.47">7080 4059 9 0,'1'-3'287'0,"-1"3"-29"0,4-2-30 15,-4 2-22-15,0 0-12 0,8 10-13 0,-2-3-7 16,1 7-16-16,0 1-9 0,2 1-8 0,4 7-6 15,-3 1-7-15,-1 2-9 0,0 6-10 0,-4-5-9 16,2 3-11-16,-7 1-4 0,-3-1-7 0,-1 2-8 16,-1-1-18-16,-4-3-7 0,-2 1-25 0,-6-1-30 15,-1 2-47 1,-9-5-53-16,3 1-62 0,-2-7-273 0,1 1-481 0,-2-7 213 16</inkml:trace>
  <inkml:trace contextRef="#ctx0" brushRef="#br0" timeOffset="21499.98">6620 3805 174 0,'-3'-5'302'0,"2"4"-19"16,1 1-38-16,-2-4-30 0,2 4-24 0,0 0-18 15,0 0-22-15,-10 7-17 0,3 4-13 0,-2 13-13 16,-3 2-10-16,0 7-10 0,-5 13-27 0,-2 4-4 16,5 3-4-16,1-2-4 0,3-1-6 0,3 0-2 0,6-3-7 15,5-11 3 1,1-2-3-16,4-1-5 0,5-1-2 0,7-4-6 15,5-2 2-15,15 5-15 0,1-6-31 0,7-4-52 16,1-4-74-16,1-8-277 0,5-2-461 0,3-4 205 16</inkml:trace>
  <inkml:trace contextRef="#ctx0" brushRef="#br0" timeOffset="21979.99">7806 4321 259 0,'0'0'255'16,"0"0"-6"-16,0 0-10 0,0 0-5 0,0 0-6 15,0 0-12-15,0 0-12 0,0 0-20 0,0 0-17 16,0 0-13-16,0 0-21 0,0 0-11 0,0 0-12 16,27-5-9-16,-7 2-12 0,7-2-9 0,2 0-8 15,3 1-14-15,-4 1-22 0,-2 2-26 0,2-3-20 16,-9 2-26-16,3-1-26 0,-9 2-27 0,1 1-36 0,-3-1-51 15,0-1-55-15,-6 0-182 0,-2 1-445 0,-3 1 198 16</inkml:trace>
  <inkml:trace contextRef="#ctx0" brushRef="#br0" timeOffset="22327.93">7728 4516 199 0,'-4'1'226'0,"4"-1"1"0,-8 0 2 15,8 0 2-15,0 0-6 0,-3 1-17 0,3-1-13 0,0 0-23 16,0 0-18-16,0 0-13 0,30-5-14 0,-9 1-15 15,9-1-10-15,2 1-10 0,3-1-10 0,1-2-11 16,15 1-4-16,-16-1-11 0,0 3-3 0,-3 1-10 16,0 1 4-16,-11 3-10 0,1-2-7 0,-4-2 2 15,-4 3-3-15,-4-2-1 0,2 2-2 0,-2 0-6 0,-5-3-10 16,-1 3-13-16,-4 0-19 0,8-2-19 0,-8 2-16 16,0 0-29-16,0 0-51 0,0 0-60 15,-17 7-258-15,7-7-493 0,4 3 219 0</inkml:trace>
  <inkml:trace contextRef="#ctx0" brushRef="#br0" timeOffset="23450.83">9389 3778 6 0,'-2'-4'284'16,"0"-3"-16"-16,0 2-10 0,2-1-16 0,-2 2-25 16,1 2-22-16,1 2-27 0,0 0-19 0,-3-7-30 15,3 7-15-15,0 0-8 0,-1 13-10 0,0-1-8 16,0 5-6-16,1 3-4 0,0-2-7 0,0 9-4 0,0 3-7 16,1-1-12-16,-1-3-41 0,1 0-22 0,-1 0-35 15,-2 3-27-15,0-10-46 0,2 2-58 0,-2-2-163 16,-1-2-382-16,0-2 170 0</inkml:trace>
  <inkml:trace contextRef="#ctx0" brushRef="#br0" timeOffset="23883.47">8971 4337 166 0,'-6'1'171'0,"6"-1"-4"16,0 0-21-16,0 0-11 0,0 0-9 0,-5 1-15 0,5-1-13 0,0 0-11 16,0 0-5-16,-4 3-8 0,4-3-3 0,0 0-10 15,0 0 2-15,0 0-5 0,0 0 1 0,0 0-6 16,0 0-7-16,0 0 4 0,0 0 10 0,0 0 5 0,13 3-2 15,-2-6 0-15,11 3-6 0,10-4-3 0,19-1-2 16,9 0-1-16,32-6-6 0,6 3-2 0,11-1 6 0,10 1 8 16,-4 0-3-16,9-1-5 0,-2-2 0 0,5-1 2 15,-2 1-5-15,-2 3-5 0,-3-2 1 0,-10-1-5 16,-12 1-5-16,-30 5-3 0,-5-3 0 16,-6 2 2-16,-6 3-5 0,-16-2-1 0,-7 1-7 15,-7 0-1-15,-4 3 0 0,-3-2 1 0,-4 3-7 0,-2 0 1 16,-2 0-4-16,-6 0-5 0,5-1-12 0,-5 1-25 15,0 0-23 1,-29 1-35-16,0 3-26 0,-2 3-47 0,-1-1-66 16,-6-2-173-16,2 4-438 0,2-1 195 0</inkml:trace>
  <inkml:trace contextRef="#ctx0" brushRef="#br0" timeOffset="24652.99">9081 4763 264 0,'0'-5'287'0,"0"5"-4"0,0-5-15 15,0 5-24-15,0-3-19 0,0 3-23 0,0 0-27 16,0 0-19-16,0 0-16 0,0 0-15 0,0 0-30 15,0 0-9-15,0 0-15 0,0 0-2 0,4 16-9 16,-7-4-1-16,3 2-12 0,-1 5-2 0,1 8-2 0,-1 0-3 16,-2 0-2-16,-2 2-5 0,1 1-2 0,0-5-4 0,3 5 0 15,-3-5-8-15,3 0 3 0,-1-6-5 0,0 1 3 16,2-4-4-16,-1 2-4 0,-2-2 5 0,6-3 0 16,-6-1-8-16,2-1 2 0,1-1-2 0,0-3 1 15,-2-1 0-15,2-2 1 0,0 1 21 0,0-2 31 16,0-3 32-16,0 0 29 0,0 8 23 0,0-8 19 15,-2 1 19 1,2-1 17-16,0 0 13 0,0 0-20 0,0 0-20 0,4-11-18 16,-3 3-16-16,5-2-13 0,1-5-17 0,-3-2-8 15,1-2-19-15,4-5-14 0,4 0-10 0,-7 6-4 16,1 0-8-16,4-6-6 0,-3 7-5 16,-2 1-4-16,4 0-3 0,-3 4-5 0,3-2 0 0,-5 3-4 15,0 2-5-15,2-1-1 0,-3 3-1 0,0 1-3 16,0 0 0-16,-1 2-7 0,-1 1-5 0,1-1-4 0,0 2 2 15,-1 0-9-15,-2 2-30 0,0 0-5 0,0 0 6 16,11 4 2-16,-7 0 5 0,2 3 2 0,-3 5-2 16,1-1-15-16,1 4 13 0,-1 1 8 0,2 1 13 15,-3-1-6-15,0 2 6 0,-1 0-1 0,2 2-1 16,-4-2 1-16,3 8 3 0,-2-6 1 0,0-5 0 16,-1 0 6-16,2-1-1 15,-2-2 2-15,0-2-1 0,2 0 0 0,-2-3 3 16,-2-1 1-16,2-1-1 0,0-5 5 0,2 10 0 15,-2-6 2-15,0-3 1 0,0-1-8 0,0 0 13 16,0 0 0-16,0 0-2 0,1 8-6 0,-1-8-37 16,0 0-54-16,14-9-47 0,3 1-59 0,-2-1-49 15,2 0-51-15,2-3-56 0,4-1-366 0,0-2-776 16,-4 5 344-16</inkml:trace>
  <inkml:trace contextRef="#ctx0" brushRef="#br0" timeOffset="25000.77">9623 4801 56 0,'0'-4'371'0,"0"-1"5"0,0 1-5 15,0-1-12 1,1 0-11-16,-1 2-9 0,0 3-42 0,0-6-10 16,0 6-43-16,0-6-15 0,0 6-26 0,-1-4-22 15,1 4-19-15,0 0-19 0,0 0-21 0,0 0-22 16,0 0-23-16,0 0-12 0,0 0-6 0,2 14-15 16,1-5-9-16,-3 4-8 0,3 6-9 0,-3 6 4 0,0 1-10 15,0 0-35-15,-3 2-35 0,-1 2-28 0,0 0-34 16,-1 4-22-16,-1-2-35 0,-2 1-34 0,2 15-27 0,-2-12-1 15,-1 10-37-15,-2-12-221 0,6-2-537 16,-2 2 238-16</inkml:trace>
  <inkml:trace contextRef="#ctx0" brushRef="#br0" timeOffset="25153.99">9541 5584 322 0,'0'4'351'15,"0"-1"11"-15,0-3 8 0,0 4 5 0,0-4 0 16,0 0-6-16,0 5-11 0,0-5-9 0,0 0-28 0,0 4-16 15,0-4-27-15,0 0-29 0,0 0-23 0,0 0-31 16,0 0-42-16,0 0-44 0,0 0-42 16,0 0-37-16,8-13-56 0,-6 8-71 0,2 0-72 15,-1-1-60-15,1 2-63 0,2-5-90 0,-1 0-280 0,3-2-717 16,-2 2 318-16</inkml:trace>
  <inkml:trace contextRef="#ctx0" brushRef="#br0" timeOffset="25732.83">10143 4836 65 0,'0'-6'258'15,"1"1"-18"-15,1 1-11 0,0-1-21 0,2-2-15 0,-3 3-21 16,5 0-20-16,1-2-14 0,-2 3-14 0,4-2-16 16,1 2-12-16,2 1-8 0,-2 0-8 0,3 2-7 15,-3 0-6-15,1 2-4 0,1 3-10 0,-4 0-4 16,2 4-2-16,0 1-5 0,-1 4-3 0,0 2 0 0,0 0-4 15,-5 4 2-15,0 5-5 0,-2-2 3 0,-6 3-7 16,2-1 0-16,-7 4 0 0,-1-2 0 0,-3 2-3 16,-4-3-2-16,-2 3-4 0,-3-3-1 0,-2 2 0 15,1-2-2-15,-5-1-2 0,3-1 1 0,0-6 3 16,2-2-6-16,8-4 4 0,-1 0 4 0,5-7 10 16,-1 4 13-16,5-4 28 15,-1-2 42-15,2-1 28 0,-2 0 16 0,8-2-18 16,0 0 6-16,-9-11-9 0,9 5-15 0,0-1 2 15,3-5-29-15,3 2-8 0,-3-2-8 0,4 2-7 16,6-2-5-16,-4 1-13 0,2 2-8 0,4 1-3 16,-4 1-7-16,0 2-7 0,1 2-6 0,7 0-2 15,-9 3-3-15,8 0-5 0,-1 3 0 0,1 2-7 16,-2 3-1-16,5-2 2 0,-2 5 4 0,-1-2-4 0,5 5-1 16,-4-4 5-16,5 6 0 0,-8-8-6 0,0 2-32 0,-2-1-38 15,-1-4-54-15,-3 0-40 0,-1 0-56 0,-1 0-58 16,1-3-81-16,-4-2-284 0,-5 0-691 0,0 0 307 15</inkml:trace>
  <inkml:trace contextRef="#ctx0" brushRef="#br0" timeOffset="26302.33">10556 4595 102 0,'0'0'342'0,"0"-4"-16"0,0 4-24 0,0 0-32 0,0 0-27 16,0 0-25-16,0 0-17 0,0 0-31 0,2-2-22 16,-2 2-18-1,0 0-9-15,0 0-12 0,4 14-9 0,-4-6-13 16,0 4-4-16,3-2-7 0,-3 2-7 0,0 6-7 15,2-2-4-15,-2 1-5 0,-2 1-9 0,0 0 4 16,1-1 2-16,1 0-2 0,-3-1-13 0,3-3-6 16,-1-3 2-16,1 2-5 0,0-5 1 0,-2-1-4 15,2-1-2-15,0-1 21 0,0-1 38 0,-2 2 38 16,2-5 32-16,0 5 13 0,0-5 26 0,0 0-14 0,0 0-17 0,13-11-17 16,-4 4-17-16,5-6-12 0,-1-1-10 0,2 2-13 15,2-8-9-15,1 6-10 0,-5 3-5 0,2 0-10 16,-6 4-2-16,2-2-11 0,-3 3-4 0,1 0-9 15,-5 3-3-15,0 1-14 0,2 2 2 0,-6 0-9 16,11 5-4-16,-1 2-3 0,0 2-4 0,-1 5 0 16,2 1 0-1,-2 0-6-15,0 2-20 0,0 2-31 0,-3-2-46 0,3 9-55 16,-5-9-48-16,0 1-63 0,-4 0-72 16,-4-2-412-16,4-3-821 0,-4-3 363 0</inkml:trace>
  <inkml:trace contextRef="#ctx0" brushRef="#br0" timeOffset="29008.24">12207 4016 32 0,'4'-3'218'0,"-1"-5"-11"15,4-1-5-15,-4 5-3 0,0-1-1 0,0-2-13 16,-3 1-13-16,1 2-5 0,-1 0-13 0,0-1-14 16,-1-1-18-16,-2 3-8 0,-1-3-14 15,-6 2-13-15,-2 0-8 0,-4 1-13 0,-3 1-5 0,-11 2-7 16,3 0-4-16,-1 1-6 0,-2 0-6 0,2 3-2 16,-2 1-2-16,3 1-3 0,1 0-6 0,5 1-2 15,-6 2-1-15,8-1-2 0,4 1 6 0,-2 1-5 0,2-1-7 16,1 3-3-16,5-2 6 0,-3 2-7 0,6-2-5 15,1 1 2-15,2 1-3 0,2-2 2 0,2 1 0 0,1 0 2 16,1-1 1-16,4 0-4 0,2-3 7 16,1 0-2-16,5 1-1 0,3-4 0 0,1 0-1 15,-2-2 7-15,6-2-1 0,-4-2 4 0,4-4 12 16,-5 0 9-16,8-5 10 0,-8 0 14 0,4-6 2 0,3-1 5 0,-9-2 2 16,0-3 7-16,0-4-5 0,-3 1-5 0,1 0 0 15,-4-6-9-15,3-17-9 0,-3 4 2 0,-1 10-5 16,-1-11-10-16,-4 10-1 0,1-10 9 0,-1 13 16 15,-3-1 14-15,0 4 4 0,0-1-2 0,-2 3-5 16,0 3 12-16,0 9 6 0,1 2 24 0,0 4-3 16,-4 0-8-16,4 3-14 15,0 1-7-15,-1 0-12 0,1 1-9 0,0 1-27 16,0 4-25-16,0-5-33 0,0 5-32 0,0 0-36 16,0 0-5-16,0 0 9 0,0 0 7 0,-4 19 12 15,3-4 3-15,-6 4 3 0,5 8 15 0,-5 4 1 16,1 1 9-16,-2 4 0 0,3 10 8 0,0 3 18 15,1-3-8-15,0-8-1 0,-1-4 1 0,5 2 5 16,0-2 3-16,-1 1 1 0,2-3 1 0,-1-2-1 0,4-3 7 16,-3 2 6-16,-1-11-6 0,3-1 14 0,-3-3-8 15,1-2-7-15,-1-1 7 0,0-1 2 0,0-4-1 16,1 1-1-16,2-2 12 0,-6-1-6 0,6 2 0 16,-3-6 12-16,1 5 10 0,-1-2 6 0,0-3 12 0,0 3 8 15,0-3 9-15,0 0 6 0,3 4 13 16,-3-4-1-16,0 0-4 15,0 0 0-15,0 0-7 0,0 0-8 0,0 0-38 16,20-8-42-16,6-5-62 0,4-1-74 0,4-2-82 16,9-8-110-16,-2-3-404 0,4-4-809 0,-2 1 358 15</inkml:trace>
  <inkml:trace contextRef="#ctx0" brushRef="#br0" timeOffset="29649.94">12396 3202 1 0,'0'0'256'0,"2"-4"-6"15,1 0-15-15,-3 4-20 0,0 0-20 0,1-2-18 16,-1 2-22-16,3-4-16 0,-3 4-16 0,0 0-14 16,0 0-13-16,0 0-9 0,1 11-8 0,-1-5-8 15,-1 5-4-15,-2-1-8 0,2 5-7 0,-3 0-5 16,3 1 5-1,-4 4-11-15,1-2-7 0,-1-1-1 0,-2 0-1 16,7-4-6-16,-6 0 1 0,5-4-2 0,-2 1-3 0,3-3-5 0,-1 0 3 16,-2-2 0-16,2 0 34 0,1-2 32 0,0-3 29 15,-1 4 36-15,1-4-2 0,0 0-21 0,0 0-9 16,15-16-20-16,-5 4-6 0,1-1-9 0,1 0-5 16,2-1-11-16,-1 1-4 0,1 1-13 15,-2 1 0-15,0 1-2 0,-1 2-11 0,-5 2 1 0,2 2-15 16,-1 0 2-16,1 1-16 0,-1 3-13 0,5 4-17 15,-3 0-10-15,5 9 8 16,-1 2-30-16,-4 2-6 0,5 8-22 0,-5 0-28 16,-1 4-32-16,-4 4-45 0,-3-3-51 0,-4 0-332 15,-2 1-615-15,-1-2 272 0</inkml:trace>
  <inkml:trace contextRef="#ctx0" brushRef="#br0" timeOffset="30480">11648 4391 72 0,'-12'2'214'0,"4"-1"-16"16,1-1-12-16,3 1-16 0,-1 1-12 0,5-2-2 15,-8 0-1-15,8 0 0 0,-7 1 4 0,7-1-9 16,0 0-6-16,0 0-10 0,0 0-5 0,-6 2-12 16,6-2-4-16,0 0-5 0,0 0-4 0,0 0-4 15,0 0-9-15,0 0-3 0,0 0-6 0,0 0-4 0,0 0-8 0,0 0-4 16,0 0-3-16,0 0-4 0,-6 0-5 15,6 0-8-15,0 0-5 0,0 0-3 0,0 0 0 16,0 0-11-16,0 0-1 0,0 0 3 0,0 0-11 16,0 0 4-16,0 0-2 0,0 0-2 0,0 0 5 0,0 0 8 15,0 0 1-15,0 0 3 0,0 0-3 0,0 0 6 16,0 0 0 0,0 0-4-16,0 0-2 0,0 0-3 0,0 0 2 15,0 0-5-15,0 0-1 0,0 0-5 0,0 0-2 0,0 0 5 0,0 0-4 16,0 0-3-16,0 0-2 0,0 0 0 0,0 0-7 0,0 0-4 15,0 0-5-15,0 0 12 0,0 0-3 0,0 0-1 16,0 0 0-16,0 0-1 0,0 0 0 0,0 0 1 16,0 0-3-16,0 0 7 0,0 0-3 15,-3 3 8-15,3-3-15 0,0 0 0 0,0 0 7 16,0 0-3-16,0 0 1 0,0 0 1 0,0 0 8 16,0 0 0-16,0 0 11 0,0 0-7 0,19-6-3 15,-1 3 0-15,12-3-1 0,5 1 3 0,2-2-6 16,22-1 4-16,5-3-1 0,29 3 0 0,0-3-9 15,3-2 19-15,4 1-16 0,-6 2 29 0,2 0-18 16,-31 3 16-16,2 1 1 16,-6 0 2-16,-5-1-10 0,-16 2-7 0,-6-1 5 15,-2 3-1-15,-11 0 2 0,-8 1 24 0,-1-1-1 16,-1 2 10-16,-5 1 1 0,2-1-2 0,-2 0-6 16,-1 0-4-16,-5 1-16 0,9-2-15 0,-9 2-21 15,0 0-40-15,0 0-49 0,0 0-45 0,0 0-47 16,-19 6-43-16,2-1-54 0,1 0-84 0,-3-3-295 15,-1 3-713-15,5 0 317 0</inkml:trace>
  <inkml:trace contextRef="#ctx0" brushRef="#br0" timeOffset="31514.73">12080 5160 92 0,'-4'-3'212'0,"-1"-2"-19"0,1-2-12 0,-6 3-19 16,2-1-10-16,-2 0-12 0,-1 2 3 0,-2 1-14 15,0 0-10-15,-1 2-4 0,-5 0-19 0,1 2-4 0,-1 1-13 0,-3 3-6 16,4 0 0-16,3-1-12 0,-6 4-7 0,6 1 1 15,-4-2-11-15,5 3-3 0,0 1-5 0,4-2-2 16,-1 2-6-16,4-2 0 0,0 3-5 0,4-2-1 16,-1-1 1-16,0 2-5 0,0-1 3 0,7-3-5 15,-1 2 2-15,2-1 2 0,1-1-2 0,4-1 10 16,1-2 9-16,2-2-2 16,2-2 4-16,3-2-2 0,0 0 9 0,1-4 3 15,0 1 9-15,1-4 14 0,-2-1 8 0,1-2 15 16,-4-1 7-16,1-2-13 0,-2-3 16 0,4-4-10 15,-7 4 12-15,2-5 5 0,-1-4-9 0,-4 0 1 16,0-2-9-16,0-1-2 0,-4-3-7 0,1-3-1 16,-4-9-3-16,4 7-8 0,2-9-1 0,-6 12 14 15,0 3-5-15,0 0 2 0,0 5 4 0,-4 7-3 0,3 3 9 16,1 3-9-16,0 5-7 0,0-2-12 0,-1 4-5 0,-1 0-9 16,4 3-10-16,-4-1-29 0,2 4-36 0,0 0-22 15,0 0 4-15,0 0 6 0,-5 19 1 0,1 0 7 16,1 9 2-16,-2 4 5 0,-1 14 1 0,3-10-2 15,0 11 5-15,0-1 5 0,5-11 2 0,-4-3 0 16,5 2 6-16,1-2-4 16,0-1 3-16,1-6 2 0,1 2-1 0,-1-8 9 15,0-2-10-15,-1-1-11 0,0-3 0 0,0-1 17 16,-1-5 0-16,0-1 6 0,-2 0-6 16,2-1 3-16,-3 0-11 0,1 1 20 0,-1-6 8 15,4 6 0-15,-4-6 0 0,0 0 4 0,0 2-1 0,0-2 6 16,0 0-17-16,0 0 5 0,0 0-13 0,2 5-9 15,-2-5-23-15,0 0-31 0,0 0-105 0,0 0-68 0,0 0-42 16,0 0-50-16,0 0-93 0,-7-13-228 0,3 7-696 16,4 6 309-16</inkml:trace>
  <inkml:trace contextRef="#ctx0" brushRef="#br0" timeOffset="31968.71">12369 4974 35 0,'6'-3'200'0,"6"3"-13"0,-4 0-7 15,2 3-11-15,-1 1-11 0,1 3-11 0,0 0-7 16,-1 4-13-16,0 3-13 0,-1 1-8 16,-1 1-5-16,-2 0-3 0,-1 2-10 0,-4 2-4 0,0-1-2 15,-4 6-9-15,-2-6-4 0,-3 6-6 0,1-6-7 16,-2 3-2-16,0-3-3 0,1-2-6 0,1-1-6 15,-2-2-4-15,4-3 3 0,-2-2 0 0,4 0 0 16,-1-4 2-16,1 0 13 0,3 0 22 0,-4 0 30 0,5-5 43 16,-4 3 41-16,4-1 35 0,0-2 23 0,0 0-31 15,0 0-23-15,0-16-21 0,8 7-18 0,-2-3-15 16,3-4-18-16,1-1-12 0,6-5-11 0,0-6-18 16,1 4-10-16,2-4-13 0,-1 2-13 0,-2-1-2 15,-4 5-6-15,-1 6 0 0,1 1-4 0,-6 5-6 0,2 1 0 31,-2 3-5-31,-2-1-1 0,0 2-15 0,-3 3-20 16,2-3-23-16,-3 5 3 0,0 0-26 0,0 0 26 16,-3 15-2-16,-2-6 6 0,0 4 7 0,-1 3-1 0,-1-1 5 15,5 4-2-15,-5 1 6 0,6-1 3 0,-3 2 4 16,6 2 0-16,-2-2-5 0,3-3-13 0,4 1-14 16,2-5-16-16,5 1-23 0,0-1-35 0,5-4-46 15,4 4-45-15,5-7-97 0,-2-4-364 0,2-2-722 16,0-4 319-16</inkml:trace>
  <inkml:trace contextRef="#ctx0" brushRef="#br0" timeOffset="32416.86">12738 4801 30 0,'0'-4'409'16,"0"4"-16"-16,5-5-21 0,-5 4-33 0,0 1-18 0,0 0-33 0,0 0-30 15,4-5-28-15,-4 5-24 0,0 0-34 0,0 0-14 16,0 0-18-16,0 10-10 0,4-4-20 0,0 3-5 15,-4 1-19-15,2 3-1 0,-3-1-12 0,5 4-5 16,-4-1 1-16,0 0-16 0,0 1 2 0,0-4-4 0,0-2-2 16,0 0-9-16,0-5 0 0,0 1-6 0,0 0 0 15,0-2-3-15,0-1 0 0,0 2 14 0,0-3 47 0,0-2 21 16,0 0-9-16,0 0-14 0,11-8-9 0,-3 2-7 31,1-4-9-31,5-1-3 0,0-2-6 0,-1 1-6 16,-3 4-4-16,0 0 2 0,-1 0-13 0,-1 3-4 15,-3 0 1-15,0 1-6 0,0 2-6 0,2 1-6 0,-1 1 0 0,2 2-11 0,3 1-9 0,1 6-10 16,3-1-14 0,-1 2-24-16,-1 4-40 0,1 0-52 0,-4 1-55 0,-1 1-56 15,1-1-79-15,-6 0-402 0,0-6-798 0,0-2 354 16</inkml:trace>
  <inkml:trace contextRef="#ctx0" brushRef="#br0" timeOffset="34768.08">13818 3777 121 0,'1'-4'171'15,"3"-5"-10"-15,2 4-15 0,2-3-13 0,1 0-17 16,0 3-8-16,1 0-13 0,8-1-9 0,0 2-7 16,1-1-7-16,-1 5-9 0,1-1-8 0,-6 5-2 15,5-2 2-15,-5 2-9 0,3 6-8 0,-3 3-5 16,-2-1 2-16,1 4-4 0,-7 4 2 0,0 4 0 15,-1 0 2-15,-4 5 0 16,0-3-3-16,-5 0 1 0,0 3 3 0,-5-1-5 16,-2 0-2-16,-1-3 2 0,-2-2-5 0,1 1-3 15,-1-3 3-15,3-4-5 0,1-2 0 0,-3-3 3 16,5-3-1-16,2-1-2 0,1 0 3 16,-3-2 8-16,5-2 12 0,-1 0 19 0,1-3 30 0,2 5 30 15,2-6 34-15,-4 1 42 0,4-1-19 0,0 0-25 16,5-13-22-16,0 2-16 0,4-4-10 0,8-8-19 0,-1 2-5 15,2-3-5-15,2 2-11 0,1-7-8 0,3 1-6 16,-1-2-10-16,1 3 0 16,-3 1-9-16,2 5-3 0,-5-2-3 0,-4 6-2 0,-5 2-1 0,1 9-4 0,-2-2-1 0,-3 1-12 15,-1 4-5-15,1-1-11 0,-1 1-26 0,-2 0-9 16,-2 3-1-16,0 0 5 0,1 17 1 0,-3-6 4 16,-1 6 10-16,-2 1-2 0,0 7-2 0,0 0 14 15,1 0 4-15,0 1-8 0,3 3-2 0,0-5 3 16,2 4 5-16,2-2 4 0,0-9 3 0,4 2-13 15,-2-1-11-15,6-3-19 0,-2-2-18 0,3 0-41 16,1-1-47-16,0-6-57 0,3 2-87 0,3-8-201 16,-1 2-542-16,-5-4 240 0</inkml:trace>
  <inkml:trace contextRef="#ctx0" brushRef="#br0" timeOffset="35168">14278 3473 251 0,'0'0'297'16,"1"-7"-26"-16,-1 7-23 0,0-3-27 0,5 0-26 15,3 2-17-15,0-2-18 16,1 3-9-16,6 3-23 0,-2 0-9 0,5 1-5 16,-3 3-13-16,2 1-5 0,-3 2-11 0,0 2-9 15,0 2-8-15,-3 0-6 0,-2 1-3 0,-2 2-6 16,-5 3-5-16,2-2-2 0,-4 7-4 0,-4-6-5 16,-1 2-7-16,-5 1 0 0,0 3 1 0,-1-1-6 15,2-6 0-15,-1-5-2 0,3-3-2 0,3 0 1 16,-1-5-4-16,1 0 7 0,0 2-11 0,0-5 0 0,0 3 1 15,3-1 29-15,1-4 13 0,-2 4 7 0,0-2 6 16,2-2-10-16,0 0 2 0,0 0-12 0,30-8-5 16,-10 4-14-16,4 0-25 0,6 3-31 0,3-6-39 15,-1 2-39-15,-4 0-36 0,-7 2-49 0,7 1-68 16,-11 1-264-16,4-3-561 0,-8 3 249 0</inkml:trace>
  <inkml:trace contextRef="#ctx0" brushRef="#br0" timeOffset="35807.15">14796 4088 46 0,'-6'0'206'0,"0"3"-9"0,6-3-7 0,-6 1-19 15,6-1-13-15,-7 1-14 0,7-1-15 0,0 0 1 16,-6 1 4-16,6-1 2 0,0 0 5 0,0 0 0 16,0 0 9-16,0 0 1 0,0 0 0 0,0 0-3 15,0 0-19-15,0 0 0 0,0 0-7 0,0 0 1 16,0 0-8-16,0 0-8 0,0 0-7 0,0 0-8 15,0 0-9-15,0 0 12 16,0 0-23-16,0 0-9 0,0 0 0 0,0 0-5 16,0 0-2-16,0 0 1 0,0 0-8 0,0 0-5 15,0 0-5-15,0 0 1 0,0 0-4 16,0 0-13-16,0 0-1 0,0 0 16 0,0 0-7 0,0 0 3 16,0 0 1-16,0 0-6 0,0 0 1 0,0 0-7 15,0 0 3-15,0 0-6 0,0 0 4 0,0 0-1 16,0 0 1-16,0 0-12 0,0 0-3 0,0 0 1 0,0 0-4 15,0 0 0-15,0 0 6 0,0 0-6 0,0 0 7 0,0 0-2 16,0 0 6-16,0 0 6 0,0 0 5 0,0 0-3 16,0 0 1-16,0 0 3 0,0 0-1 15,0 0-4-15,0 0 11 0,0 0-7 0,0 0-1 16,0 0-8-16,0 0 1 0,19-6-3 0,-6 3-7 16,0 1 3-16,5-3-2 0,8 2 10 0,4-1-14 0,-9 1 1 0,10-2-7 15,1 1 2-15,5-1 0 0,-7 1 1 0,0-1 0 16,-2 2-2-1,-9-1-7-15,-1 1-3 0,1 1-3 16,-7 1 9-16,-2-1-9 0,-1 0 4 0,0-1-7 16,-4 3 2-16,0-3-5 0,-1 2-8 0,-4 1-12 15,9-3-9-15,-6 1-37 0,-3 2-40 0,1-3-24 0,-1 3-30 16,0 0-27-16,-13-6-16 0,8 4-41 0,-1 0-34 0,-2 2-270 16,3-3-613-16,5 3 271 0</inkml:trace>
  <inkml:trace contextRef="#ctx0" brushRef="#br0" timeOffset="36170.62">15442 3805 129 0,'3'-10'372'0,"-2"4"15"0,0-1 6 15,0 1-9-15,1 1-19 0,-2 1-27 0,0 0-30 0,1 0-31 16,-1 4-26-16,0-5-33 0,0 5-31 15,3-4-21-15,-3 4-42 16,0 0-28-16,0 0-8 0,0 0-13 0,1 18-7 16,0-6-5-16,2 3-5 0,-1 3-8 0,2 7-7 15,1 0-4-15,-4-5-1 0,5 6-8 0,-4 0 0 16,1-2-4-16,-1 1-8 0,1-8 4 0,-1 3 0 16,2-4-4-16,-2-3 2 0,1-1-6 0,-2-3 1 15,1-2 3-15,-1 0-6 0,0 0 7 0,-1-4-2 16,2 2 0-16,-2-2 2 0,1 0-5 0,-1-3 3 0,1 5-3 15,0-3 9-15,-1-2-3 0,0 0 0 0,0 0 0 0,0 4 0 16,0-4-5-16,0 0-9 0,0 0-5 0,0 0-34 16,0 0-77-16,0 0-49 0,-6-14-43 0,3 7-51 15,-1-1-44-15,2-4-88 0,2-5-210 0,0 0-643 16,5-4 285-16</inkml:trace>
  <inkml:trace contextRef="#ctx0" brushRef="#br0" timeOffset="36408.93">15744 3551 216 0,'1'-2'276'16,"1"-1"-28"-16,-2 3-30 0,0 0-22 0,0 0-12 0,13 8-13 16,-5-2-9-16,2 7-10 0,3 3-13 0,1 7-3 15,-4 4-8-15,3 8 0 0,1 14-5 0,0 1-4 16,-2 0-10-16,-5 2-5 0,-2-1-1 0,-2 1-8 15,-3-5-6-15,-5 1-2 0,-3-14-10 0,-5 0-15 16,-6 8 6-16,0-11-5 0,-4-1-14 0,-14 5-7 16,-1-3-6-16,-7-4-34 0,-1-1-40 0,-4-5-52 0,-9-2-68 0,6-3-53 15,-5-5-304-15,1-3-557 0,-2-2 247 0</inkml:trace>
  <inkml:trace contextRef="#ctx0" brushRef="#br0" timeOffset="36925.64">13851 3463 122 0,'-1'-4'210'16,"1"4"-17"-16,-4-3-13 0,4 3-14 0,0 0-20 0,0 0-9 0,-2-2-18 16,2 2-11-16,0 0-17 0,-10 9-6 0,0-1-10 15,0 8-12-15,-9 6-4 0,0 6-1 0,-9 15-2 16,0 7-4-16,-1 4 8 0,-9 30 1 0,2-6 4 15,13-23-6-15,7 4-4 0,2-3-3 16,2 1-2-16,5-5 23 0,5-3 1 0,4-12 0 0,4-3 2 16,5-1-3-16,6-4 2 0,16 6-2 0,8-6-8 0,14-2 0 15,30 2-25-15,4-11-39 0,6-7-54 0,4-6-80 16,3-5-75-16,-10-5-229 0,6 1-472 0,-6-5 209 16</inkml:trace>
  <inkml:trace contextRef="#ctx0" brushRef="#br0" timeOffset="37652.54">16072 3349 24 0,'0'0'294'0,"0"0"-21"0,0-5-19 0,0 5-22 16,0 0-28-16,0 0-18 0,0 0-29 0,0 0-16 16,0 0-19-1,0 0-7-15,0 0-9 0,0 18-12 0,0-6-9 16,0-2-10-16,-2 6-10 0,-1 2-4 0,3 1-4 16,-1-1-8-16,-2 0 4 0,3 2-10 0,-1-2-4 15,-3 0-2-15,4-2-5 0,-4-3-4 0,3-4-5 16,-2 1-3-16,3 0 4 0,0-2-7 0,0-3 6 15,-1 1-4-15,1-2 24 0,-1 0 34 0,-2 0 32 16,3-4 21-16,0 3 27 0,0-3-2 0,0 0-14 0,0 0-15 0,9-8-14 16,-5 1-11-16,5 0-15 0,1-3-7 0,3-2-8 15,-1-2-17-15,1 1 10 0,0-3-12 0,1 6 2 16,-1-3 2-16,-5 5 7 0,1 1-3 0,-4 3-5 16,1 0-7-16,-2 0-7 0,-1 1-8 15,1-1-11-15,0 2-6 0,-4 2-21 0,8 0-5 0,-8 0-5 16,5 7 3-16,1-2-21 0,0 3 1 0,0 2-19 0,2 2-15 15,-2 1-22 1,2 3-29-16,-2 1-30 0,2-5-35 0,-3 5-34 0,-1-5-30 0,0-1-73 16,-7-2-251-16,3-2-617 0,0-3 273 15</inkml:trace>
  <inkml:trace contextRef="#ctx0" brushRef="#br0" timeOffset="38328.81">16435 3207 106 0,'0'-5'300'0,"0"2"-13"0,0 3-25 15,0-6-24-15,0 6-23 0,0-5-23 0,0 5-22 16,0 0-21-16,0 0-10 0,8-1-17 0,-8 1-9 15,16 5-16-15,-2 0-5 0,-2-2-13 0,2 2-11 0,-4 0-8 16,7 2-7-16,-3-2-9 0,-3-2-4 0,2 1-5 16,0-1-4-1,-2 2 2-15,1-4-8 0,-3 0 1 0,1 1-6 16,0-2 2-16,-5 0-4 0,3-2 1 0,-3 0 1 16,1-3 9-16,2 2-1 0,-3-1 18 0,0 0 0 15,-1-1 15-15,1-1 4 0,-1 1 17 0,1-1-10 16,-1 0 12-16,0 1 17 0,-3 1 1 0,3 1 1 0,-1-1-5 0,-3 4-11 15,2-4 4-15,1 1-21 0,-3 3-5 0,0 0-9 16,0 0-11-16,5-4-5 0,-5 4-12 0,0 0-8 16,1-3-26-16,-1 3-25 0,0 0-37 15,0 0-1-15,0 0 3 0,1 18 4 0,-2-1 10 16,-3 10 3-16,-1 7 16 0,-5 13-3 0,-3 6 3 0,-1 1 5 16,0 6 8-16,-8 25 3 0,3-5-4 0,4 3 13 15,6-28 5-15,3 6 8 0,-2-2-6 16,5 24 5-16,1-29-9 0,0 1 1 0,4-3 6 0,-2-3-5 0,1 0 4 15,2-15 5-15,-2-2-4 0,0 2 1 0,2-1 0 16,-1-4 5-16,1-1-4 0,-2 1 5 0,0-11-2 16,2 3-4-16,-3-6 8 0,1-5 4 0,-1 3 7 15,0-5 2-15,0-2 3 0,0 1 23 0,0-2-4 16,0 0-2-16,0-5 10 0,0 6 10 0,0-6-4 16,1 6 3-16,-1-6 0 15,0 5-6-15,0-5-3 0,0 0-4 0,0 4-11 16,0-4 1-16,0 0-7 0,0 0 1 0,0 0-9 0,0 0 1 15,0 6-1-15,0-6 1 0,0 0 12 0,0 0-1 16,0 0 11-16,0 0-5 0,0 0-6 0,0 0 6 16,0 0 1-16,0 0-6 0,0 0 0 0,0 0-2 15,0 0-5-15,0 0 3 0,0 0-4 0,0 0 5 16,0 0-9-16,0 0-4 0,0 0-7 0,0 0-5 16,-19-3-22-16,-2 3-46 0,-14-4-75 0,-20-1-86 0,-34-3-100 15,25 1-143-15,-27 3-253 0,2-11-776 16,26-1 344-16</inkml:trace>
  <inkml:trace contextRef="#ctx0" brushRef="#br0" timeOffset="39683.86">13752 3321 53 0,'-6'-1'147'0,"-1"0"-16"15,-6-1-11-15,0 4-11 0,-6-1-11 0,-9 2-8 16,0 1-13-16,-2 0-4 0,1 0-6 0,1 2-2 0,2-2-13 0,6-1 0 31,0-1-10-31,0 1 0 0,1-1-7 0,6 0 1 16,-1 0-7-16,4-1-4 0,1 0 13 0,1 0 6 0,3-1 11 0,5 0 6 0,-9 1 7 0,9-1 15 31,-5 0 12-31,5 0-2 0,0 0-8 0,-9-2-6 16,9 2-7-16,0 0 1 0,-1-4 3 0,1 4 12 15,0-5-9-15,0 5-3 0,0 0-11 0,0 0-3 0,0 0-8 16,-2-3-6-16,2 3 3 0,0 0-18 0,0 0-11 15,0 0-10-15,0 0-4 0,-2 12-2 0,4-1 2 0,-4 8-4 16,2 8 1-16,-2 6-3 0,-3 18 4 16,-5 6 0-16,-2 29 1 0,0 7 6 0,-4 0-2 15,-4 1 4-15,3-3-2 0,-1-2 1 0,5-10-3 16,5-21 1-16,3-4-3 0,-1 2 1 0,2 4 0 0,0-1 1 0,4 0 0 16,-1-5 5-16,1-4 14 0,0-1-3 0,1-17 2 15,2 2 0 1,-2-3-1-16,0-2-1 0,3 0-2 0,1-2 2 15,-2-8 4-15,-2-1-8 0,0-1-6 0,-1-3 1 16,0-2-1-16,3-3 1 0,-2-2-3 0,-1 1 1 16,0-3-7-16,0-1 1 0,0 1 15 0,0-5 16 15,0 8 8-15,0-8 1 0,0 0 8 0,0 6 2 16,0-6-2-16,0 0 2 0,0 0 0 0,0 5-13 0,0-5 5 16,0 0-6-16,0 0-4 0,0 0-6 0,0 0 0 15,0 0-8-15,0 0-4 0,0 0-1 0,0 0-7 16,0 0 3-16,0 0-3 0,0 0-6 15,0 5 12-15,0-5-9 0,0 0-4 0,0 0-2 16,0 0 14-16,0 0-15 0,0 0 3 0,0 0-3 0,0 0-2 0,0 0 5 16,0 0-6-16,0 0-1 0,0 0 7 0,0 0-7 15,0 0-2-15,0 0 2 0,0 0 32 0,0 0 3 16,0 0 14-16,0 0 7 0,0 0 5 0,0 0-7 16,0 0 3-16,0 0 5 0,26-4-10 0,-7 1-3 15,19-6-1-15,1 4-9 0,15-3 1 0,-5-2-11 16,-12 4-1-16,0 1-2 15,-4 2-10-15,-5-2 8 0,-7 2-4 0,-1 2-3 16,1-3-2-16,-7 3-4 0,-4-1-2 0,2 1 5 16,-6 0-3-16,3 0-1 0,-3-1 2 0,-1 1-10 0,-5 1 3 15,8-2 5-15,-8 2-7 0,7 0 1 0,-7 0-12 16,0 0-16-16,0 0-35 0,8-2-34 0,-8 2-50 16,3-3-40-16,-3 3-66 0,0 0-92 0,5-5-382 15,-1 1-779-15,-4 4 345 0</inkml:trace>
  <inkml:trace contextRef="#ctx0" brushRef="#br0" timeOffset="50652.21">4054 7446 76 0,'1'-2'183'0,"-1"-2"-9"16,0 4 6-16,4-5-1 0,-4 5 1 0,0-6-6 15,0 2 1-15,0 4-5 0,0-5-4 0,0 0 0 16,1 1-2-16,-1-1-4 0,0 2-3 0,3-1-17 0,-3-2-5 16,0 6-5-16,0-4-10 0,0 4-13 0,1-4-11 15,-1 4-11-15,2-4-13 0,-2 4-10 0,0 0-19 0,0 0-17 16,0 0-5-16,0 0-4 0,-3 10 0 0,0 5-2 15,3 1-6-15,-1 8 5 0,-3 3-6 16,1 4-3-16,0 5 4 0,-2 13-2 0,4-16 0 16,-2 2-3-16,0-2 2 15,2 4 1-15,-3-3 1 0,2-2-3 0,0-3 3 16,1 2-5-16,-1-6 0 0,4-4 4 0,-2-4-2 16,0-1-1-16,0-3-2 0,-2-2 4 0,4-3-4 15,-2 0 1-15,0-1 3 0,0-3-1 0,0 2 8 16,0-4-7-16,-2 3-5 0,4-2 8 0,-2-3-6 0,-2 7 2 15,2-7-1-15,2 2 0 0,-2-2-1 16,0 0-7-16,0 0-17 0,-2 4-16 0,2-4-20 0,0 0-22 0,0 0-25 16,0 0-28-16,0 0-20 0,-5 3-12 0,5-3-9 15,0 0-39-15,7 3-196 0,-7-3-442 0,9 2 196 16</inkml:trace>
  <inkml:trace contextRef="#ctx0" brushRef="#br0" timeOffset="51184.66">4068 8058 79 0,'-11'0'234'0,"-1"3"-1"0,7-3-11 15,-4 0-5-15,5 0-15 0,4 0-13 0,-12 2-17 16,12-2-14-16,0 0-15 0,-10-2-4 0,10 2-8 16,0 0-5-16,0 0-13 0,0 0-5 0,-7 0-12 15,7 0-9-15,0 0-10 0,0 0 9 0,0 0-26 16,0 0-4-16,0 0-5 0,0 0 2 0,0 0-10 0,-9 0-3 0,9 0-2 16,0 0-2-16,0 0-5 0,0 0-3 0,0 0-4 15,0 0 4-15,0 0-5 0,0 0-7 0,0 0-1 16,0 0-2-16,0 0 1 0,0 0-4 0,0 0 0 15,-1 3-5-15,1-3 4 0,0 0-3 0,0 0-4 16,0 0 5-16,0 0-2 0,0 0-3 0,0 0-1 16,0 0 0-1,0 0 2-15,0 0-5 0,0 0 4 0,0 0-1 16,21-1 3-16,-7-1-1 0,6-1-1 0,9-2 1 0,3 3-3 16,2-3 0-16,3 0 5 0,0 3 19 0,3-5 3 15,-4 3-10-15,5 1 1 0,-4 0-3 0,-1 1-1 16,-4-3-2-16,-3 0 1 0,-7 3-1 15,-7 2-4-15,-1-1 1 0,-5 0 2 0,0 1 1 16,0-3-4-16,-4 2 6 0,-5 1 14 0,12 0-3 0,-10-2 13 0,-2 2-6 16,8 0-7-16,-8 0 2 0,5-2-18 0,-5 2-14 15,0 0-20-15,0 0-22 0,0 0-16 0,0 0-21 16,0 0-20-16,-22 8-22 0,16-8-18 0,-3 2-32 0,5-2-35 16,4 0-75-16,-9 3-146 0,5 0-467 0,4-3 208 15</inkml:trace>
  <inkml:trace contextRef="#ctx0" brushRef="#br0" timeOffset="51988.02">4858 8018 98 0,'-4'2'197'0,"4"-2"-17"0,0 0-7 0,0 0-13 0,0 0-17 16,0 0-13-16,0 0-11 0,0 0-14 15,0 0-11-15,12-8-7 0,-1 7-10 0,-2-2-7 0,5 1-9 16,5-5-3-16,-1 1-6 0,0 2-8 0,4-3-1 16,3-1-6-1,-6 1-5-15,8-3 1 0,-2 0-5 0,-5 3-4 16,-2-1-1-16,1-1-2 0,0 0-2 0,-6-1 8 16,2 0 22-16,-3 1 4 0,-3-1 8 0,-3 3 23 0,3-3 1 15,-4 5 4-15,-2-4-2 0,-2 4-11 16,-1-2-9-16,-4 4-12 0,-1-2-6 0,-5 3-6 15,-3 1-2-15,0-1-8 0,-5 2-2 0,-2 3-3 16,-8 2-5-16,1 1 1 0,0 4-4 0,-1 3-2 0,0-1-2 0,-3 2-7 16,3 3 2-16,3-2-1 0,2 2-3 0,7-3-2 15,1-1 0-15,5 1-1 0,1 3 1 0,0-4-2 16,5-1 3-16,1 3-2 0,3-2 5 0,3-1-3 16,3-2 0-16,2 1 0 0,5-1 3 0,5 0 2 0,1-4-4 15,13-4 6-15,5 2-3 0,0-4-1 16,3 0-3-16,13-7 3 15,-3 2-4-15,-9-2 2 0,8-6 0 0,-13 3-4 16,0-3 2-16,0-3 4 0,-3 0 10 0,-3-5 13 16,-1 3 7-16,-5-5 24 0,-1-1-7 0,-3-2 7 15,-3-3-3-15,-1-2-6 0,3-13 0 0,-10 13-4 16,2-3-1-16,-2 1 18 0,-4-2 14 0,-1 7 1 16,0 1 13-16,0 7 9 0,-4 3-3 0,0 1 1 15,1 6-5-15,-1 1-7 0,-1 4-9 0,1-3-9 0,0 4-12 0,0-1-26 16,0 3-29-16,0 2-16 0,0 0 0 0,0 0-2 15,-9 15 3-15,5-1 2 0,-4 10 1 0,-2 3 5 16,4 5-9-16,-3 1 8 0,-3 12-1 0,4-10 0 16,2-2 3-16,4 1-19 0,-2-2 24 0,3-1-4 0,-1-3-3 15,4-3 8-15,-2-7-7 0,1 0 1 16,-2-4 2-16,2-3-2 0,0-1-6 0,1-1 6 0,-1-2-12 0,0-2-4 16,0 2 1-16,-1-5-12 0,0 4 3 0,0-2-5 15,0-4-7-15,0 5 8 0,0-5-37 0,0 0-6 16,0 3-21-16,0-3-63 0,0 0-57 0,0 0-51 15,0 0-50-15,0-18-270 0,0 13-631 0,0-1 279 16</inkml:trace>
  <inkml:trace contextRef="#ctx0" brushRef="#br0" timeOffset="52410.05">5501 7882 68 0,'-8'0'245'0,"8"0"-12"0,-5 3-13 16,5-3-10-16,0 0-12 0,0 0-12 0,0 0-13 16,-8 0-16-16,8 0-15 0,0 0-10 0,0 0-8 15,0 0-2-15,0 0-5 0,0 0-2 0,0 0-4 16,0 0-5-16,0 0-6 15,0 0-7-15,-5 2-4 0,5-2-6 0,0 0-1 16,0 0-1-16,0 0-8 0,0 0 0 0,0 0 3 0,0 0 2 0,0 0 1 16,0 0-18-16,0 0 3 0,0 0-11 0,0 0-1 15,0 0-3-15,27-9-10 0,-9 6-1 0,10-2-4 16,1 0-6-16,7-2-5 0,0 2 2 0,1-1-4 16,14-1 3-16,-14 6-4 0,-4-8-14 15,2 3 11-15,-4 3-4 0,-5-1 1 0,-7 1-2 0,-6 2-1 16,0-1 23-16,-3-2 10 0,-2 4-4 0,-2-1-1 15,-1-1 4-15,-5 2-10 0,8-1 5 0,-4 0-14 16,-4 1-16-16,0 0-23 0,6-1-24 0,-6 1-29 16,0 0-45-16,0 0-46 0,0 0-49 15,0 0-84-15,0 0-305 0,-14 9-646 0,14-9 285 0</inkml:trace>
  <inkml:trace contextRef="#ctx0" brushRef="#br0" timeOffset="53411.92">7551 7632 220 0,'0'0'250'16,"3"-7"0"-16,-3 2-6 16,0 5 2-16,4-6-16 0,-7 3-6 15,3 3-16-15,3-5-9 0,-3 5-19 0,-4-6-10 0,4 6-15 16,0 0-17-16,4-4-21 0,-4 4-6 0,0 0-18 15,0 0-11-15,1-2-12 0,-1 2-6 0,0 0-8 16,0 0-10-16,5 9-1 0,-1 1-3 0,0 0-2 16,1 6-8-16,0-1 0 0,-1 5 0 0,1-1-19 15,4 8-7-15,-4-2 4 0,3 1-4 0,-2 0 2 0,1-1-1 16,-1 0-5-16,-1 1 5 0,3-8-3 0,-3-1 1 16,0 0 0-16,0-2-5 0,-2 1 2 0,2-5 2 0,-1-1 1 15,-2-1 2-15,1-2 6 0,-2-1-13 0,0 1 2 16,1-5-1-16,0 4-1 0,-1-2 10 0,-1 0-10 15,2-1 5-15,-2-3-2 0,1 3-3 16,-1-3 5-16,0 0 17 0,1 4 6 0,-1-4 10 0,0 0-4 0,0 0 13 16,2 4 8-16,-2-4 4 0,0 0 4 0,0 0 18 15,0 0 6-15,0 0 6 0,2 3 17 0,-2-3 4 16,0 0-6-16,0 0-8 0,8-10-3 0,-5 6-16 16,4-6-13-16,2 3-3 0,0-1-5 0,2-3-8 0,1-4-3 15,-2-1-2-15,3 0-6 0,1-8-8 0,0 1-8 16,-1-2-4-1,-1-4-13-15,0 6-2 0,2-3-1 0,-2-1 1 16,-2 3-4-16,0 1 3 0,-5 3-4 0,0 3 1 0,0 0-1 16,1 0 4-16,-5 5-3 0,2 0 2 15,0 2-6-15,-2 0 6 0,1-1-6 0,-2 5 3 0,0-1-3 16,0 2-3-16,-2 1-5 0,2-1 3 0,0 0-10 16,0 5-6-16,-2-4-5 0,-1 1-8 0,3 3 6 0,0 0 1 15,-15 5-1-15,9 2 7 0,0-2-10 0,0-1 4 16,0 4-12-16,1 1-6 0,1-1 8 0,0-3-24 15,0 2 0-15,4 3 2 0,-1-3 3 0,1-1 10 16,1-1 3-16,4 1 6 0,4-1 5 0,4 1-20 16,6-2-37-16,10 0-58 0,2-4-69 0,1-1-81 15,-4-1-332-15,4-2-682 0,-4 0 302 0</inkml:trace>
  <inkml:trace contextRef="#ctx0" brushRef="#br0" timeOffset="54013.17">8812 7695 179 0,'0'0'189'16,"0"0"-5"-16,0 0-13 0,-7-4-5 0,7 4-11 15,0 0-5-15,0 0-7 0,0 0-5 0,0 0-6 16,0 0-8-16,0 0 3 0,-3-2-6 0,3 2-3 16,0 0 1-16,0 0-18 0,0 0-11 0,0 0-10 15,12-3-1-15,-2 3-16 0,3-4-1 0,6 2-10 0,2 0-2 16,8-2-7 0,2 1-2-16,1-3-5 0,1 4-4 0,-1 0-4 15,-2-5 0-15,2 7-3 0,-1-3 0 0,-2 1-5 16,-9 3 1-16,-1-4-7 0,-6 2 1 0,1 0-1 15,-5 1-1-15,-2 0-5 0,2-2-14 0,-4-1-17 16,-5 3-30-16,8 3-13 0,-8-3-7 0,0 0-17 16,0 0-39-16,-20 10-58 0,9-3-235 0,-6 0-457 15,4-2 203-15</inkml:trace>
  <inkml:trace contextRef="#ctx0" brushRef="#br0" timeOffset="54376.4">8915 7929 178 0,'-4'3'248'0,"4"-3"-5"0,-5 2-3 15,5-2 8-15,-1 2-4 0,1-2 7 0,0 0-23 0,0 0-16 0,0 0-24 16,0 0-20-16,21-2-13 0,-1 0-22 16,1-1-14-16,10-1-9 0,1 2-15 0,6-4-5 15,-2 4-11-15,0-5-8 0,1 2-3 0,1 1-7 16,-3 0-2-16,-1-1 10 0,-3 1 0 0,-11 3 10 0,-3-2 6 16,-2 3 17-16,-3-4 1 0,-4 4 4 0,-2 0-3 15,3 0 0-15,-9 0-4 0,9-1-8 0,-9 1-8 0,6-2-15 16,-6 2-16-16,5-2-25 0,-5 2-27 0,0 0-36 15,0 0-41-15,0 0-41 0,0 0-27 0,0 0-31 0,0 0-52 16,-11 9-84-16,4-6-298 0,3-3-660 16,4 0 292-16</inkml:trace>
  <inkml:trace contextRef="#ctx0" brushRef="#br0" timeOffset="56911.5">10294 7533 164 0,'-3'-6'215'0,"3"1"-1"15,-2 2-2-15,2-2-5 0,-2-2-21 0,2 3-13 0,-1 0-13 0,2 0-14 16,1-1-22-16,0 1-13 0,3 0-13 0,2 0-9 16,4-1-9-16,1 3-11 0,5-2-6 0,0 3-8 15,2 1-3-15,3 1-6 0,-4 3-5 0,5 3-7 16,4 1-3-16,-3 5-1 0,-3 1-6 0,2 4-5 31,-6 3 1-31,0 1-3 0,-3 3 1 0,-4 1 0 0,-2 0-3 16,-4 0-2-16,-4 3-4 0,-3-3 5 0,-1 3-4 0,-2-2-2 15,-3 0 0-15,-5-2-2 0,-1 0 3 16,-1-1-1-16,0-2 1 0,-1-4-2 0,2-2 2 0,-1-3 1 16,1 1-1-16,0-5 2 0,2 0 2 0,3-1 2 15,1-3-2-15,1-1 9 0,3 0 15 0,-1-1 18 16,2-2 29-16,0 4 26 0,0-5 44 0,4 0-6 15,0 0-20-15,-8-9-20 0,11 1-9 0,2-4 5 0,-1-2-24 0,5-5-11 16,5-5-4-16,5 1-8 0,-1-3-6 16,2-3-15-16,3 0 1 0,-3 4 5 0,0-3-8 15,-2 3-8-15,1-1 2 0,-5 5-3 0,-1 4-6 16,-4 3 4-16,1 0 1 0,-5 6 0 0,3 2-4 0,-7 1-1 16,3 1-14-16,-1 1 6 0,-2 0-23 0,3 0-32 15,-4 3-9 1,0 0 5-16,0 0 15 0,0 20-3 0,-4-9 0 15,3 7 4-15,-3 1 2 0,0 0 7 0,0 6-2 0,0-4 1 16,3 4 4-16,2-1 4 0,-1 1-1 16,3-4 4-16,2-2 4 0,3-1-1 0,3-1-17 15,1-3-17-15,3-1-31 0,2-2-50 0,8-3-69 16,4-4-75-16,-2-3-305 0,-4-1-622 0,4-4 276 0</inkml:trace>
  <inkml:trace contextRef="#ctx0" brushRef="#br0" timeOffset="57296.08">10797 7272 69 0,'4'-5'289'0,"1"0"-16"16,4-1-18-16,0 0-24 16,1 2-11-16,3-1-23 0,5 2-14 0,1 1-18 15,-1 2-17-15,0 0-17 0,0 2-13 0,0 1-13 16,-3 5-10-16,2 1-11 0,-6 0-9 0,-1 1-3 16,-1 1-9-16,-4 4-5 0,-1 3-6 0,-1-3-4 15,-6 3-4-15,-1 0-1 0,-1 0-5 0,-4 3-3 16,0-4-1-16,-1 0-4 0,-1-1-2 0,0-3-4 15,1-1-1-15,2-2-1 0,2-3-5 0,1 0-3 0,3-1-1 16,-2-1 1-16,1-2-3 0,2 1 2 0,3 1-3 0,5-2 2 16,8 0-20-16,13-3-32 0,9 0-38 0,17-4-50 15,2-2-55-15,0-1-304 0,2 1-527 16,1-3 233-16</inkml:trace>
  <inkml:trace contextRef="#ctx0" brushRef="#br0" timeOffset="57866.98">11518 7781 180 0,'0'0'230'0,"-9"0"-4"15,9 0-12-15,0 0-9 0,-9-2-7 0,9 2-14 16,0 0-2-16,0 0-16 0,-8-1-3 0,8 1-11 15,0 0 5-15,0 0-7 0,0 0-5 0,0 0 2 0,0 0 0 16,0 0-15 0,0 0-1-16,0 0-5 0,0 0-7 0,0 0-11 15,-1-3-5-15,1 3-14 0,0 0-5 0,0 0-10 16,0 0-8-16,0 0 11 0,0 0-23 0,0 0-3 16,0 0-2-16,0 0-1 0,0 0-4 0,0 0-11 15,0 0 2-15,0 0-6 0,0 0-1 0,0 0-1 16,0 0-5-16,0 0 1 0,0 0 1 0,0 0 10 15,0 0-7-15,0 0-2 0,0 0-6 0,0 0-7 0,18-8 0 0,-5 6 5 16,5-2 5-16,2-3-13 0,2 2-5 0,5 0 11 16,2-2-6-16,0 2-5 0,2-2 2 0,-1 0 1 15,-5 1-6-15,-2 1 10 0,-3 1-5 0,0-3 3 16,-6 4-4-16,-3 0 0 0,-2-1-2 0,1 3 3 16,-2-3 0-16,-3 3-9 0,0-2 2 0,0 3-5 15,-5 0-6-15,9 0-25 16,-9 0-15-16,5-3-23 0,-5 3-23 0,0 0-20 15,0 0-21-15,0 0-21 0,0 0-20 0,0 0-31 16,0 0-35-16,0 0-62 0,-15 8-201 0,13-4-550 16,2-4 243-16</inkml:trace>
  <inkml:trace contextRef="#ctx0" brushRef="#br0" timeOffset="58214.42">12072 7502 355 0,'0'-5'393'0,"0"0"1"16,0 2-11-16,0 3-25 0,0-6-22 0,0 6-34 15,0 0-28 1,0-5-27-16,0 5-32 0,0 0-23 0,0 0-32 0,2-4-15 16,-2 4-23-16,0 0-11 0,0 0-13 0,0 0-10 15,2 16-7-15,2-4-9 0,-4-1-14 0,3 4 5 16,-1 5-10-16,2 4-11 0,0-5-4 0,-1 6-3 15,0-6 2-15,1 2-8 0,-3-3 0 0,3 1-3 16,-3-2-3-16,2 1-4 0,-2-6 3 0,2 0 2 16,-2-3-3-16,-1-1-4 0,0 1-5 0,3-3-10 0,-2 0-14 0,-1-1-5 15,0-3-10-15,0 2 0 0,0-4-6 0,0 5-6 16,0-5 3-16,0 5-1 0,0-5 1 0,0 0-9 16,0 0-19-16,0 0-60 0,0 0-65 0,-13-12-67 15,8 3-50-15,-4 0-299 0,4-6-656 0,0 3 291 16</inkml:trace>
  <inkml:trace contextRef="#ctx0" brushRef="#br0" timeOffset="58437.28">12241 7217 74 0,'4'-6'269'0,"-1"2"-23"0,3 1-25 0,-1 3-10 15,-5 0-11-15,15 6-12 16,-2 1-9-16,1 4-10 0,5 6-7 0,3 5-6 0,-4 2-6 15,1 3-6-15,-1 6-2 0,5 9-7 0,-3 2 2 0,-2 1-12 16,0 2-7-16,-9 3-1 0,3 2-5 0,-9-5-10 16,-4 3-7-16,-1-15-6 0,-8 9-15 0,-1-10-1 0,-10 10-8 15,1-14-5-15,-3 0 7 0,-11 2-28 16,-7-1-6-16,-4-3-18 0,-5-3-41 0,-3-4-47 16,-10 0-60-16,-30 5-63 0,32-12-93 0,-29-1-253 15,-4-6-587-15,27-9 259 0</inkml:trace>
  <inkml:trace contextRef="#ctx0" brushRef="#br0" timeOffset="58853.98">10176 7267 174 0,'0'-2'274'0,"0"2"-12"0,0-5-29 16,0 5-28-16,0 0-16 0,-6-2-20 0,6 2-19 0,-12 12-15 16,0 1-10-16,-4 9-21 0,-4 5-10 0,-8 13-10 15,-3 10-6-15,-10 23-3 0,5 2 10 0,16-17-4 16,-2 0-4-16,8-2-9 0,0 1-6 0,10 0 13 16,8-7 15-16,6-4-15 0,3-9 0 0,11 2 3 15,11-4-2 1,8-3-4-16,15-7-3 0,35 1-6 0,4-8-32 15,1-5-47-15,3-8-68 0,-1-2-111 0,1-9-328 16,-8 2-565-16,-29-6 250 0</inkml:trace>
  <inkml:trace contextRef="#ctx0" brushRef="#br0" timeOffset="59924.93">12718 6866 11 0,'0'-5'276'0,"1"3"-3"0,0-2-13 0,-1 4-4 0,0 0-11 15,0-6-16-15,0 6-23 0,0 0-22 16,2-3-18-16,-2 3-19 0,0 0-16 0,2-5-19 0,-2 5-14 15,0 0-9-15,0 0-7 0,1 12-10 0,-2 0-6 32,1-2-6-32,0 5-5 0,-2 2-5 0,0 3-5 15,1 1-5-15,-3 2-17 0,2-3-1 0,-1-1 0 16,3 3-4-16,-3 2 0 0,1 1-2 0,0-6-1 0,0-2-2 0,1 0-4 16,1-5 1-16,-1-2 0 0,1-1-3 0,0-2 11 15,1 0-8-15,-1-2 26 0,0 0 16 0,0-2 22 0,0 0 26 0,0-3 38 16,1 6 31-16,-1-6 25 0,0 0 20 0,2 2 11 0,-2-2-8 15,0 0-24-15,7-10-20 0,-2 2-16 16,2-3-18-16,4-2-15 0,3-3-15 16,3-5-11-16,2 0-16 0,0 0-8 0,-1-2-7 15,-4 9-10-15,5-6-5 0,-3 6-3 0,-5 2-9 0,3 1-2 16,-6 2-5-16,0 4-4 0,0-2-5 0,-4 5-4 16,0-3-6-16,1 2-9 0,-2 0-7 15,1 2-23-15,-4 1-5 16,10 4 1-16,-4 4-2 0,-1-2 1 0,3 5 3 0,1 3-7 15,-3 3 6-15,3 2 0 0,-5-1 3 16,1 6 2-16,-1-4 3 0,2-1 3 0,1 5-1 16,-6-5 3-16,4-2 1 0,-5 0 2 0,3-1 1 15,-2-3 0-15,-1-4 1 0,0 2 2 0,0-2-1 0,0-1 4 16,0-4 1-16,0 1 5 0,3 0-6 0,-3-1 11 16,1-1-1-16,-1-3 0 0,1 5 7 15,-1-5 24-15,0 3 13 0,0-3 7 0,4 2 6 16,-4-2-2-16,0 0 1 0,0 0-5 0,0 0-2 0,0 4-3 0,0-4-7 15,0 0-6-15,0 0-4 0,0 0-1 0,0 0-8 16,0 0 3-16,0 0-5 0,0 0-4 0,0 0-7 16,0 0-12-16,0 0-17 0,0 0-25 0,0 0-28 0,0 0-35 15,0 0-54-15,0 0-50 0,0 0-56 16,-5 3-58-16,5-3-55 0,-4 2-73 0,-1 1-323 16,-3-3-838-16,8 0 371 0</inkml:trace>
  <inkml:trace contextRef="#ctx0" brushRef="#br0" timeOffset="64623.13">7398 9688 103 0,'0'0'161'15,"0"0"0"-15,0 0-2 0,0 0-2 0,0 0-6 0,0 0-7 16,0 0-6-16,0 0-6 0,0 0-6 0,0 0-9 15,0 0-5-15,0 0-3 0,0 0-7 16,0 0-6-16,0 0-6 0,0 0-1 0,0 0-6 0,0 0-3 0,0 0-6 16,0 0-3-16,0 0-6 0,0 0-6 0,0 0-9 15,0 0-4-15,0 0-7 0,0 0-8 0,0 0-4 16,0 0-3-16,0 0-7 0,0 0-8 0,0 0-9 16,0 0-1-16,0 0-7 0,9 4-5 0,-8 1 3 15,2 7-4-15,0 0 0 0,-1 3 1 0,2 3 3 0,2 0-1 16,1 6 1-1,-4 0-1-15,4 3 1 0,-1 0 3 0,2 3 5 16,-2-5-3-16,-1 0 1 0,1-4-1 0,-4-3 4 16,1 0 1-16,2-1-2 0,-3 0 2 0,1-5 1 15,-1 0 1-15,0-3-2 0,-1 0 4 0,-1-3-5 16,3 1 6-16,-3-3 2 0,0 2 19 0,1-1 12 0,0-3 10 16,-1-2 17-16,1 4 14 0,-1-4 15 0,3 5 23 15,-3-5 4-15,0 0 27 0,0 3 15 0,0-3 16 0,0 0 11 16,0 0-19-16,0 0-15 0,8-14-20 0,-1 2-9 15,2-2-13-15,-1-13-14 0,7 1-12 0,-1-3-10 16,7-1-8-16,-1-2-8 0,-2 4-11 0,2-3-2 16,-2 5-6-16,2-1-1 0,-3 2-8 0,-1 1-2 15,0 1-3-15,-2 2-2 0,-5 7-1 0,2-1-4 16,-1 3 3-16,-5 2-8 0,0 1 0 0,0 1 0 0,0 3 0 0,-1-1-4 16,0 3-10-16,-4-1 4 0,4 0-14 0,-3 0-20 15,-1 4-35-15,4-5-22 0,-4 5-60 0,4-2-48 16,-4 2-19-16,0 0 22 0,0 0 9 0,-4 14-14 0,0-4-26 31,-1 2-31-31,-3 2-37 0,-2-2-293 0,2 3-628 0,2 0 278 0</inkml:trace>
  <inkml:trace contextRef="#ctx0" brushRef="#br0" timeOffset="65034.39">7932 10106 247 0,'2'-5'295'0,"-1"-2"-6"0,0 2-8 0,-1 0-5 15,3-2-6-15,-1 2-1 0,-1-1-16 0,1 2-17 16,-2 2-9-1,1-2-34-15,-1 4-14 0,0-6-16 0,0 6-24 0,1-3-17 16,-1 3-20-16,0 0-20 0,0 0-14 0,0 0-17 16,4 10 1-16,-8-2-11 0,4 3 8 0,-4 4-12 15,3 2-8-15,-5 2 2 0,1 6-5 16,2-5-3-16,-1 5 1 0,-1 0-6 0,3-6-4 0,-1 0 0 16,-1 0 2-16,1-4-2 0,1 1-5 0,1-4 5 15,0-1-2-15,-1-4-9 0,1 1 7 0,1-3-2 0,-1-1 2 16,1 1-5-16,0 0 8 0,0 0-4 0,-1-3 19 15,1-2-11-15,0 5 0 0,0-5-1 0,0 0-2 0,0 5-4 16,0-5 2-16,0 0 2 0,0 0-4 0,0 0 4 16,0 0-11-16,0 0-31 0,0 0-28 15,0 0-38-15,0 0-38 0,0 0-45 0,6-15-60 0,0 8-67 16,-1 0-255-16,3-3-605 0,2 1 268 0</inkml:trace>
  <inkml:trace contextRef="#ctx0" brushRef="#br0" timeOffset="65412.87">8560 10000 84 0,'0'0'220'0,"-4"-3"-4"0,4 3-7 0,0 0-9 15,-4-3-2-15,4 3-12 0,0 0-6 0,0 0-6 16,0 0-8-16,0 0-9 0,0 0-7 0,0 0-8 16,0 0-6-16,0 0 5 0,0 0-13 0,0 0-7 15,0 0-8-15,0 0-5 0,0 0-18 0,0 0-4 16,0 0-10-16,19-5-7 15,-1 3-12-15,8-4-2 0,3 2-17 0,3-1-16 16,1 3-15-16,2 0-19 0,2 2-17 16,-3-3-19-16,4 0-18 0,-3-3-23 0,-3 3-26 15,-10 1-31-15,-4 1-24 0,-4 1-41 0,-4-2-230 16,-1-1-477-16,-5 6 211 0</inkml:trace>
  <inkml:trace contextRef="#ctx0" brushRef="#br0" timeOffset="65735.97">8608 10198 209 0,'-9'2'247'0,"6"3"-6"0,-1-3 1 15,-2-2-10-15,5 3-13 0,1-3-8 16,-8 2-8-16,8-2-6 0,0 0-10 0,0 0-15 0,0 0-10 15,0 0-15-15,17 3-12 0,-3-3-14 0,5-3-11 32,8 1-10-32,4-1-10 0,3-2-11 0,-3 1-9 0,1-1-6 15,3 2-11-15,-1-2 7 0,-1 1 3 0,2-1-3 0,-3 3 2 16,0-1 1-16,-3-1-2 0,-9 3-8 0,-3-1-2 16,-3-1-2-16,-5 3-8 0,0-1 10 0,-4 1-19 15,3-1-1-15,-2 1 10 0,-2-2-39 16,-4 2-23-16,0 0-26 0,9 0-19 0,-9 0-26 0,0 0-36 15,-10 7-49-15,2-3-68 0,-2 0-328 0,5 0-620 16,1-2 274-16</inkml:trace>
  <inkml:trace contextRef="#ctx0" brushRef="#br0" timeOffset="66736.77">10369 9804 4 0,'9'-6'225'0,"-4"-1"1"0,-1 3-9 15,1-1 1-15,-1-1-4 0,-4-1-17 0,2 0-21 16,-2 2-15-16,-2 1-16 0,-3-4-15 0,-3 2-13 15,-1-1-13-15,-5 3-10 0,-4-2-10 0,-1 2-11 16,-4 1-6-16,-6-1-7 0,1 4-7 0,7 0-5 0,-8 3-6 0,-1-2-6 0,7 2 1 16,-1 2-6-16,-5 0-6 0,8 2 0 0,1 1 0 15,2-1-2-15,0 0 3 0,4 2-10 16,4-3-3-16,1 4 0 0,0-3-4 0,1 4 0 0,3-2 1 16,1 0-2-16,3 5 1 0,1-6-2 15,4 3 3-15,2-1 3 0,2 1-3 0,2 0-2 16,4 0 1-16,7-1-1 0,-3-7 2 0,1 2 0 15,1 2 1-15,1-5-3 0,-1-2-2 0,4-4 4 0,-2-2 12 16,-3 2 17-16,-1-4 14 0,0-2 12 0,1-3 4 16,1-3 11-16,-5 0 4 0,1-5 5 15,-2-1 0-15,0-3-2 0,-3 1-8 0,-2-5-3 16,1-1-1-16,-1-3-4 16,-3-3 30-16,-1 5-6 0,-1-2-16 0,1 3-5 15,-4 3 11-15,3 10-9 0,-4-2 3 0,1 4-8 16,2 3-7-16,-3 4-10 0,1 0-7 0,-1 2-3 15,3 2-15-15,-3 0-34 0,0 4-51 0,0-5-32 16,0 5 8-16,0 0 7 0,-3 14 7 0,2 2 3 16,-2 4 21-16,1 8-4 0,-6 0 1 0,5 4 9 15,0-1 2-15,-1 0 2 0,1 0 0 0,6-2 26 0,-3-2-19 0,0-3 4 16,0-3 3-16,1-4 3 0,3 0 5 0,-2-5-1 16,0 0-7-16,-2-1-12 0,5-2-7 0,-5 1-7 15,1-3-11-15,-1-4-7 0,4 2-5 0,-4-1 0 16,0 1 2-16,0-2 7 0,0-3-1 0,0 7-5 15,0-7-37-15,0 0-60 0,0 0-50 0,0 0-300 16,0 0-553-16,0 0 245 0</inkml:trace>
  <inkml:trace contextRef="#ctx0" brushRef="#br0" timeOffset="67114.75">10572 9665 33 0,'4'-4'290'0,"-4"4"-7"0,5-3-14 0,-5 1-15 0,0 2-15 16,4-3-24-16,-4 3-22 0,0 0-21 0,5-2-18 16,-5 2-20-16,0 0-12 0,4 5-14 0,0 0-4 15,1 1-11-15,0 2-6 0,0 0-6 0,0 2-10 16,2 1-9-16,-2 0 1 0,0 0-7 0,1 3-5 16,1 3-3-16,-2-5-6 0,1 3-8 0,-2-3 8 15,1 0-14-15,0-2-1 0,-2 0-2 0,-2-3-4 0,3-2 4 16,-3 2 9-16,0-3-13 0,1 0 43 0,-1 1 47 0,0-4 31 15,-1-1 32-15,3 4 40 0,-3-4 27 0,0 0 10 16,0 0-25-16,0 0-27 0,6-11-15 0,-1 1-16 16,2 1-21-16,0-6-15 0,2-1-14 0,0-1-14 0,1-1-7 15,6-4-12-15,-5 3-9 0,0 5-9 0,0-3-7 32,-2 5-4-32,-3 2-13 0,2 0-24 0,-4 1-25 15,1 4-30-15,-4-2-42 0,3 4-56 0,1-1-66 16,-2 3-69-16,-3 1-16 0,0 0-25 0,6 7-19 0,-6 1-37 15,-1-1-375-15,-3 3-803 0,3 2 355 0</inkml:trace>
  <inkml:trace contextRef="#ctx0" brushRef="#br0" timeOffset="67601.32">10037 10226 113 0,'-8'1'230'0,"2"0"-5"16,2 0-7-16,4-1-5 0,-9 2-4 0,5-1-12 15,4-1-6-15,-6 1-9 0,6-1-9 0,-4 2-6 16,4-2-7-16,0 0 2 0,-5 2-19 0,5-2-10 16,0 0-14-16,0 0-4 0,0 0-19 0,0 0-6 15,0 0-8-15,-4 3-8 0,4-3-7 0,0 0-5 0,0 0-9 16,0 0 1-1,0 0 6-15,0 0-12 0,0 0-3 0,0 0-7 16,0 0 0-16,0 0-3 0,0 0 3 0,0 0-3 16,0 0 16-16,0 0-16 0,0 0 2 0,0 0-3 15,0 0 4-15,0 0-6 0,0 0-10 0,0 0 0 16,0 0-3-16,0 0-3 0,0 0-12 0,0 0 15 16,0 0-4-16,0 0-4 0,0 0-2 0,0 0 5 15,0 0 10-15,0 0 4 0,0 0 3 0,0 0-2 0,0 0-4 0,17-8-4 16,-5 3 1-16,10 2-7 0,9-4-3 0,3 1 4 15,6 2 2-15,15-6-4 0,6 3 0 0,4-2-10 16,30-1-1-16,-3-1 11 0,-27 3 1 0,30-1 4 0,-30 1 6 16,0 5 13-16,-5-6 2 0,-5 3-3 15,-18-1 3-15,-4 3-4 0,-2-1-1 0,-11 3-5 16,-3-2 7-16,-4 2-3 16,-3 0 2-16,-5 2-6 0,3-2-12 0,-2 2-7 15,-1 0-28-15,-5 0-42 0,0 0-22 0,0 0-18 16,0 0-27-16,-19 12-38 0,-5-3-48 0,-3 2-43 15,-4 0-72-15,2 1-286 0,3-1-663 0,-1-2 294 16</inkml:trace>
  <inkml:trace contextRef="#ctx0" brushRef="#br0" timeOffset="68218.42">10496 10664 205 0,'2'-4'280'0,"2"1"-3"0,-1-1-4 15,-1-1-20-15,-1 0-18 0,1 1-16 0,-1-1-29 0,-1-1-16 16,1 0-18-16,-3 1-14 0,-2-2-20 0,-1 2-19 16,-3-3-6-16,-2 5-7 0,0-3-16 0,-2 0-22 15,-7 4-4-15,0 1-11 0,1-1-1 0,-4 2-6 16,-2 1-4-16,3 0 2 0,0 0-6 0,0 4-4 16,3-2-3-16,0 3 9 0,6-3-12 0,2 2-7 15,-2 2 9-15,3 1-11 0,0-3-4 0,0 2 5 0,4 0-4 0,5 0 8 16,-1 0-8-16,-2 0 1 0,3-2 1 0,0 2 17 15,4 1-16-15,1-3-1 0,-1-1 3 0,5 3 0 16,1-2 4-16,2-2 2 0,0 2 9 0,-1-3 13 31,-1-3 27-31,3 1 28 0,-3-1 17 0,0-5 17 0,0 2 8 16,1 1 2-16,0-5 2 0,-1-5-4 0,3 1-5 16,-4-4-8-16,5 2-12 0,-5-4-4 0,0-5-16 0,1-2-4 15,-1 1-11-15,0-4-6 0,0 0-9 0,-4-2-1 16,0 3 2-16,0-2-6 0,-2 3 12 0,1 9 9 15,-2 2 5-15,1 3 0 0,-2 3-6 0,-1 1-8 16,0 2-8-16,3 1-8 0,-3 1-14 0,1 0-26 16,-1 4-35-16,0-5-44 0,0 5-25 0,0 0 6 0,0 0 5 15,-1 17 8-15,-2-5 11 0,3 6 11 0,-1 8 7 0,-3-2 2 16,-1 5 0-16,1 2 11 0,-1-2 1 0,4 0-32 16,-5-2-28-16,5 2-22 0,-1-2-17 0,-1-8-17 15,2 6-19-15,-3-9-19 0,3 1-12 0,-3-1-23 16,4-2-38-16,0-8-300 0,0-3-611 0,3 3 271 15</inkml:trace>
  <inkml:trace contextRef="#ctx0" brushRef="#br0" timeOffset="68641.53">10567 10512 13 0,'5'-5'272'0,"1"0"-24"15,1 0-21-15,-2 1-13 0,0 0-17 0,3 1-16 16,1 1-13-16,-3 1-13 0,3 2-13 0,-1 0-13 15,2 2-13-15,2-1-5 0,-3 3-15 0,1 2-3 0,-3-2-8 0,1 4-9 16,-3 1-3-16,1 0-6 0,-2 3-8 0,-1-1-7 16,0 5 2-16,-5-1-6 0,0-1-5 0,-2-2-1 15,-2-1-7-15,-1 1 4 0,-1 4-6 0,2-7-1 16,2 2-1-16,-3-3 3 0,1-1-1 0,0 1 1 16,3-4-1-16,1 2 4 0,-2-2 11 0,3-2 20 15,-2 0 27-15,3-3 39 0,-3 6 24 0,3-6 22 0,0 0 14 16,0 0-22-16,0 0-22 0,3-16-14 0,1 5-15 15,4-2-9-15,1-2-13 0,3-2-15 0,4-4-6 16,0 1-10-16,1-4-10 0,2 2-2 0,-2 2-12 16,-2 6-7-16,-2-1 3 0,-3 4-6 0,-1 1-7 15,-5 3-1-15,2 2-3 0,-3-1-4 0,3 2-7 16,-2 0-12-16,-4 2-19 16,0 2-18-16,5-6-19 0,-5 6-2 0,0 0 2 15,0 0 3-15,-1 12 5 0,-3-5 9 0,3 1 5 16,-3 3-3-16,-1 0 3 0,2 2 7 0,2 3 1 15,0 0 7-15,1 0-2 0,1 0 8 0,3-1-4 0,5 1 7 16,0-3 0-16,4 0-23 0,3-2-38 16,11-1-50-16,2-3-65 0,1 0-74 0,8-2-106 15,-2-7-288-15,1 2-709 0,2-6 313 0</inkml:trace>
  <inkml:trace contextRef="#ctx0" brushRef="#br0" timeOffset="69405.98">11735 9975 23 0,'-1'-3'285'0,"1"3"-2"0,-5-4-2 16,5 4-12-16,-3-1-11 0,3 1-22 15,0 0-22-15,0-8-20 0,3 5-20 0,-3 3-18 0,11-3-18 0,-2 0-10 16,3-2-15-16,2 1-25 0,5 2-25 0,0-1-37 0,3 0-40 16,-2 2-41-16,-1-2-44 0,-1 2-47 15,0-1-90-15,-4 0-161 0,-1 4-430 0,1-1 191 16</inkml:trace>
  <inkml:trace contextRef="#ctx0" brushRef="#br0" timeOffset="69543.97">11800 10106 53 0,'-4'5'180'0,"-1"2"5"0,3-3 14 16,2 1 11-16,2 0 0 0,5-2-17 15,6 1-18-15,4 0-15 0,13 0-21 0,0-1-39 16,6-2-58-16,0 0-78 0,1-2-266 0,-1 0-327 16,-1-2 144-16</inkml:trace>
  <inkml:trace contextRef="#ctx0" brushRef="#br0" timeOffset="73396.39">13274 9531 89 0,'0'0'130'0,"0"0"-12"15,0 0-8-15,-5-3-8 0,5 3-7 0,0 0-8 16,0 0-16-16,0 0-4 0,0 0 0 0,0 0-2 15,0 0-27-15,0 0 9 0,0 0-8 0,0 0-2 16,0 0 6-16,-3-2-14 0,3 2 13 0,0 0-8 16,0 0 4-16,0 0 3 0,0 0-1 0,18-1-5 15,-11-1-2-15,6 2 5 0,5 0-3 0,-1 0-9 16,5 0-1-16,-1 2 7 0,6 0 4 0,1 1-2 16,0-1-3-16,2 5-3 0,-6 1-10 0,3 0 0 0,-9-2 4 0,0 3-5 15,-2 2-3-15,-2-2-9 0,-1 5 5 0,-4 1 1 16,-4-1-5-16,-1 2-2 0,-4 0-1 0,-5 2 0 15,-7 4-5-15,-3 1 8 0,-6 2-3 0,-2-6 0 16,-3 4-2-16,-4-1 6 0,1-4 1 0,-2-3 1 16,3 0-4-16,0-2 0 0,1 2 1 0,4-1 2 15,-4 0-3-15,2-3 3 16,4-4-3-16,2 4-2 0,1-5 1 0,4 1 1 16,3-2 0-16,0-1-2 0,5 1-5 15,-3-4 4-15,4 3 4 0,1-3 7 0,0 1 13 16,4-2 10-16,-5 4 3 0,5-4 2 0,-4 3 4 0,4-3 5 15,0 0-3-15,0 0 5 0,0 0-5 0,0 0-4 16,27-3 0-16,-5-1-1 0,6 0 2 0,4 0-10 16,3-3 3-16,3 2-7 0,0-2 3 0,16 0 4 0,-16 4-9 0,1-2-4 15,-1 3 1-15,0 0-2 0,-6 2-6 0,0-3 0 16,-11 3-5-16,-1 0 3 0,-6 0-3 16,-2-2 6-16,-5 2-11 0,1 0 2 0,-1 0-3 15,-7 0-1-15,11 0-1 0,-6 0-8 0,-5 0 1 0,6 0-4 16,-6 0 0-16,0 0-1 0,0 0-12 0,0 0-11 15,0 0-20 1,0 0-14-16,-22 3-25 0,15-1-24 0,1-2-28 16,0 2-24-16,6-2-213 0,-10-2-409 0,10 2 181 0</inkml:trace>
  <inkml:trace contextRef="#ctx0" brushRef="#br0" timeOffset="74113.42">14113 9582 149 0,'3'-4'219'0,"-3"4"-5"16,1-4-8-16,-1 4-13 0,3-5-13 0,-3 5-15 15,0-4-18-15,0 4-6 0,0 0-25 16,0 0-11-16,1-4-12 0,-1 4-12 0,0 0-19 16,0 0-13-16,0 0-4 0,0 0-6 0,1 17-1 15,-1-8-8-15,0 2-3 0,-1 1-4 0,0 2 0 16,-2 3-9-16,2 1 4 0,-2 1 0 0,2-3-3 15,-2 4-1-15,2-2-2 0,-3 2-2 0,3 0-1 16,-3-3 0-16,2 0-3 0,-1-1 3 0,2 1-5 16,1-5 2-16,0-2 0 0,-3 2 2 0,3-4-3 0,0 0-1 0,0-3 3 15,0 0 0-15,0 2 3 0,0-3 21 0,0-4 28 16,0 4 20-16,0-4 23 0,0 5 21 0,0-5 18 16,0 0 17-16,0 0 10 0,0 3 7 0,0-3-19 15,0 0-13-15,0 0-15 0,8-12-15 0,-2 5-10 0,3-6-5 16,3-1-13-16,2-1-17 0,0-2-12 0,4-1-17 31,-6 2 0-31,2 2-5 0,-1 0-3 0,1 1-1 16,-5 1-8-16,5 0 0 0,-1 2-5 0,-4 3-4 0,0 0-1 15,0 0 0-15,-4 3 0 0,4 1-7 0,-4 1-4 16,4-1-9-16,-4 3-12 0,-5 0-15 0,13 2 6 16,-5 1 3-16,0 4 1 0,1 0-2 0,-2 0 0 15,3 2-1-15,-2 2 3 0,-2 1 7 0,3 0-9 16,0 5 9-16,-1-5-2 0,-1 4 2 0,-3-5 6 0,1 1 18 15,0-1-22-15,-1-1 2 0,1 0-1 0,-3-3 7 16,0 0 0-16,-1 1 1 0,1-4 1 0,0 2-1 0,0-5 8 16,0 2-5-16,0 1 9 0,-2-4-8 0,2 4 6 15,-2 0 0-15,0-4 3 0,0 0-1 0,0 3 5 16,0-3 0-16,0 0-8 0,0 0 3 16,1 4 4-16,-1-4-5 0,0 0 5 0,0 0-7 0,0 0-11 0,0 0-22 0,0 0-25 15,0 0-23-15,0 0-34 0,0 0-61 16,0 0-59-16,0 0-32 0,0 0-315 0,-3-14-629 15,1 12 278-15</inkml:trace>
  <inkml:trace contextRef="#ctx0" brushRef="#br0" timeOffset="74683.75">14711 9600 199 0,'9'-5'191'0,"0"3"-17"16,5 2-14-16,-1 0-12 0,1 1-12 0,3 0-13 16,0 6-10-16,0-2-9 0,0 5-9 0,-1-2-10 15,-2 4-12-15,-1 2-5 0,1 0-5 0,-4 1-7 16,-1-1-3-16,0 3-3 0,-5 0-4 0,0-2-9 15,-3 3 3-15,-1-1-2 16,-5 1 2-16,-1 1 5 0,-2-4-6 0,-1 2-3 16,0-3-4-16,-2 1 1 0,-1-1 1 0,2 0 1 15,-3-3-2-15,0 0-4 0,2-1-4 0,3-5 1 16,1 3-2-16,0-4 0 0,0 1 0 0,0-4 8 16,2 3 14-16,1 0 14 0,2-3 22 0,-1 2 21 15,3-3 19-15,0 0 10 0,0 0 3 0,0 0-13 16,-9-9-5-16,12 1-20 0,-1-3-6 0,5-5-17 0,2 0-6 0,0-2-16 15,7-4 0-15,0 0-14 0,4 1-4 0,-2 1 0 16,0 1-5-16,0-1-2 0,1 3-4 0,-7 0-1 16,1 5 0-16,0-1 5 0,-1 0-5 0,-3 4-7 15,1 1 2-15,-4-1 3 0,2 1-3 0,-4 3 3 16,2 1-6-16,-2 1 0 0,0 1-9 0,0-1-5 16,-2 0 1-16,-2 3-12 15,5-2-16-15,-5 2 4 0,0 0-4 0,0 0 0 16,-5 13 6-16,0-2-4 0,-4 1 2 0,-1 3 12 15,-2 2-3-15,3-2 0 0,-2 1-4 0,2 4 5 16,1-6-1-16,4 3-1 0,-2 1 7 0,2-1 1 16,3-1 5-16,1-4-5 0,1 0 3 0,4 0 4 15,4 3 0-15,4-1 7 0,11 1 2 0,2-1-2 16,10-5 1-16,-3-1-9 0,1-2-28 0,2 0-33 0,-1-4-38 16,-5-1-37-16,0-1-39 0,-7 0-56 0,-3 0-318 0,-2-3-597 15,-4 0 264-15</inkml:trace>
  <inkml:trace contextRef="#ctx0" brushRef="#br0" timeOffset="75835.22">15745 9594 230 0,'0'0'215'0,"0"0"-26"0,4-6-23 16,0 3-17-16,-1 1-14 0,5 0-15 0,2-1-13 0,3 3-14 15,-3 3-4-15,3-2-8 0,5 2-3 0,-1 2-7 16,-2 5-6-16,0-3-6 0,-2 5-7 0,1 1-6 16,-5-1 5-16,1 4-9 0,-1 0-3 0,-1 0-3 15,-4 2-3-15,-2-2-5 0,0 3-3 0,-4 1-1 16,1-1-1 0,-4-2-5-16,0 3 5 0,-2-3-2 0,-1-1 2 15,-3-1 0-15,3 1-4 0,-3 1 5 0,1-7-4 0,2 0 1 16,-2 1 1-16,4-3 0 0,-2 2-4 0,0-3-5 15,4-2 2-15,-2-1-3 0,2-1 6 0,3 0 4 16,-3 0 25-16,0 1 23 0,3-2 26 0,1-2 32 16,-4 3 20-16,4-3-2 0,0 0 0 0,0 0-12 15,0-13-13-15,5 3-21 0,0-1-13 0,7-6-2 16,2-6-12-16,0 2-12 0,4 0-5 0,1 1-6 0,-2-2 11 16,0-1-25-16,0 5-5 0,-4 3 3 0,0-2-2 0,-2 3-8 15,-1 2 4-15,-2 0-7 0,-1 5-7 0,0-1 12 16,-2 1-11-16,-1 2-4 0,1 1-4 0,-1 1 0 15,-3 1-6-15,3-1-18 0,-4 3-24 16,4-4-20-16,-4 4 4 0,0 0 1 0,0 0 4 0,0 14 7 16,-5-7 3-16,1 6 4 15,3-1 3-15,-2 4 1 0,-1 2 9 16,3-2-1-16,1 2 4 0,0-1 2 0,0 0 3 16,4 0 14-16,1 1-13 0,5-3 7 0,-1 0-5 0,0 2 7 15,5-1-1-15,0-6-28 0,1 0-40 0,2 1-48 16,4-3-55-16,-2-3-63 0,1-3-287 0,-2-2-574 15,0 0 254-15</inkml:trace>
  <inkml:trace contextRef="#ctx0" brushRef="#br0" timeOffset="76203.32">16190 9266 160 0,'7'-6'253'0,"2"-1"-13"16,0 3-15-16,0-1-21 0,4 1-19 0,-3 2-19 16,4 3-19-16,-2 0-18 15,-2 3-11-15,6 3-14 0,-5 1-10 0,1 4-10 16,-1 3-4-16,-4 2-11 0,1 1-4 0,-4 0-6 15,-3 7-6-15,-1 0-4 0,-5 1-4 0,-3-3-2 16,-1 3-9-16,2-9 5 0,-3 0-10 0,1-1-3 16,1-2-1-16,0-3 0 0,6-1-3 0,-6-2-5 15,4-1 0-15,2-2-5 0,-1 0 3 0,2-1 1 16,-2 1 2-16,7-2-1 0,4-1 1 0,3 0-6 0,9-2-23 0,6 3-33 16,5-3-45-16,4-3-60 0,-1 0-90 0,3 1-158 15,-4-5-431-15,3 2 191 0</inkml:trace>
  <inkml:trace contextRef="#ctx0" brushRef="#br0" timeOffset="76518.98">16647 9774 137 0,'0'0'147'0,"-4"3"-5"16,4-3-9-16,0 0 8 0,0 0 5 0,0 0 3 15,0 0 4-15,0 0 1 0,0 0-9 0,0 0-8 0,0 0-9 16,0 0-5-16,0 0-16 0,23-5-5 0,-5 5-10 15,0-1-11-15,11-1-9 0,3-2-6 0,-2 0-11 16,3 0-14-16,0 1-26 0,-1 1-31 0,1-5-38 0,-7 5-44 16,-3-1-46-16,-1-1-215 0,-2 0-390 0,-3 0 173 15</inkml:trace>
  <inkml:trace contextRef="#ctx0" brushRef="#br0" timeOffset="76904.89">17313 9511 290 0,'-3'-5'340'15,"3"2"-16"-15,3 0-31 0,-3 3-25 0,-4-7-26 16,4 7-26-16,0 0-25 0,1-4-24 0,-1 4-21 15,0 0-16-15,0 0-12 0,0 0-15 0,4 15-14 32,-4-5-7-32,0 3-12 0,2 3-3 0,1 0-13 15,-2 3-4-15,-1-2-4 0,3 5-4 0,-2-3-10 0,-1 5-5 16,0-6 5-16,4 1-4 0,-4-1-3 0,-1-1-5 16,2 1-3-16,-1-7 3 0,0 0-2 0,0 0 2 15,0-3 4-15,1 1-12 0,-1-3-2 0,3-2-5 16,-3 1 7-16,1-2 2 0,-1-3-3 0,-1 5 2 15,1-5 7-15,0 5-3 0,0-5-2 0,1 4 1 16,-1-4-4-16,0 0 3 0,0 0-3 0,0 0-4 0,0 0-2 0,0 0-13 16,0 0-59-16,0 0-72 0,0 0-86 0,0-21-73 15,0 10-213-15,4-3-552 0,0-3 245 0</inkml:trace>
  <inkml:trace contextRef="#ctx0" brushRef="#br0" timeOffset="77158.3">17580 9285 192 0,'4'-4'230'0,"0"1"-23"0,1 1-25 16,-5 2-15-16,9 5-10 0,-3-1-15 0,6 8-4 16,0 1-8-16,2 10-8 0,3 0-3 0,-2 8-9 15,-1 1 1-15,3 11-14 0,0 1 3 0,-6-10-18 0,0 12-1 16,-7-10-7-16,-1-2-7 0,-3 0-7 0,-7-1-3 15,0 1-6-15,-6 0-3 0,-3-3-5 0,-6 1-7 0,-10 7-3 16,-6-3-9-16,-2-2-8 0,-5-3-32 0,-6-2-48 16,-1-5-49-16,-4-2-68 0,-1-7-236 15,-2-4-452-15,1-5 200 0</inkml:trace>
  <inkml:trace contextRef="#ctx0" brushRef="#br0" timeOffset="77658.28">15776 9231 211 0,'-2'-5'247'0,"2"1"-6"0,-2 0-16 0,-1 1-22 15,3 3-25-15,-4-4-16 0,4 4-23 0,0 0-15 16,0 0-16-16,-14 12-9 0,3 4-13 16,-7 10-7-16,-2 6-8 0,-11 13-12 0,-1 7-4 0,-13 25 0 15,13-25-8-15,-5 24-7 0,13-24 7 0,5-1-13 0,2 1-4 16,9 0-3-16,6-4 2 0,4 2 25 0,9-1 0 15,1-3-4-15,6-14 0 0,12 8-1 0,9-3 0 16,10-7-1-16,7 0-5 0,27 1-18 0,-23-11-39 16,4-4-60-16,29 5-72 0,-30-14-124 0,2 1-149 15,-5-2-455-15,-1-8 202 0</inkml:trace>
  <inkml:trace contextRef="#ctx0" brushRef="#br0" timeOffset="78523.16">17853 8952 210 0,'2'-5'279'16,"-2"5"-18"-16,0-4-20 0,0 4-22 0,0-4-24 16,0 4-18-16,0 0-22 0,0 0-19 0,0 0-27 15,0 0-13-15,0 0-9 0,0 0-12 0,0 0-6 0,-3 22-10 16,1-12-6-16,0 6-7 0,-2 0-3 0,0 3-6 16,2-2-4-16,-4 2-3 0,1 0-5 0,1 6-1 15,0 1-3-15,-1-6 1 0,2-1-4 0,2 0 1 16,-3-2-5-16,3-6 0 0,-3-2-1 0,3-1-5 15,-2 0 3-15,3-3 5 0,-2 0 29 0,2 0 31 16,0 0 40-16,0-5 39 0,-3 2 33 0,3-2 18 0,0 0 5 0,0 0 0 16,0 0-15-16,0 0-21 0,14-14-18 0,-9 6-15 15,4-6-15-15,0-1-12 0,1-3-11 0,2 1-15 16,-1 0-14-16,2 4-3 0,-4 0 0 0,0 1-14 16,-1 6-7-16,-1-6-5 0,-4 7-7 0,1 1-7 15,0-2-5-15,-2 4-21 0,-1-1-24 0,4 1-35 16,-5 2-7-16,0 0 5 15,11 5 1-15,-7-1 1 0,2 1-17 0,-1 3-7 16,5 4-27-16,-1 2-25 0,0 1-35 0,1 2-34 16,2 7-46-16,-3-5-46 0,0-2-90 0,-3-2-230 15,2-1-661-15,-3-2 294 0</inkml:trace>
  <inkml:trace contextRef="#ctx0" brushRef="#br0" timeOffset="80841.06">18960 8981 169 0,'0'-6'319'0,"0"0"-5"0,0 2-6 16,0 0-7-16,1-1-14 0,-1 1-23 0,0 4-25 16,0 0-17-16,1-5-35 0,-1 5-27 0,0 0-27 15,0 0-29-15,0 0-14 0,0 0-11 16,0 0-15-16,0 19-3 0,-1-4-2 0,0 2-7 16,-3 9-1-16,4 3-8 0,-1 0-1 0,0 4-29 0,1 4-29 15,0-5-44-15,-3 14-61 0,2-11-53 0,-2-1-44 16,1 0-278-16,-4-4-536 0,5-5 237 0</inkml:trace>
  <inkml:trace contextRef="#ctx0" brushRef="#br0" timeOffset="82381.77">18284 9230 66 0,'0'0'160'0,"0"0"-10"0,0 0-8 0,0 0-8 16,0 0-8-16,0 0-6 0,-8 0-8 0,8 0-7 15,0 0-13-15,0 0-1 0,0 0-10 0,0 0-6 0,0 0-9 0,0 0-10 16,0 0-4-1,0 0 3-15,0 0 0 0,0 0-3 0,0 0-1 16,0 0-1-16,0 0-1 0,0 0-3 0,0 0 0 16,-5-3-5-16,5 3-4 0,0 0-4 0,0 0 0 15,0 0-1-15,0 0-5 0,0 0-3 0,0 0 0 16,0 0-7-16,0 0 4 0,0 0 3 0,0 0 3 16,0 0 1-16,0 0 1 0,0 0-2 0,0 0 2 0,0 0-3 15,0 0-3-15,0 0-1 0,0 0 3 0,0 0 1 16,0 0 1-16,0 0 2 0,0 0 5 0,0 0 4 15,0 0 6-15,0 0 4 0,0 0-6 0,0 0 0 16,0 0-3-16,0 0-5 0,14-4-3 0,-1 2-3 16,4-1-3-16,3 0-6 0,9-2 1 0,0 1-2 15,1-1-4-15,2 0 0 0,-1 1-2 0,-4 0-1 0,-1-3-1 0,-9 5 0 16,2-1-2-16,-2 2 1 0,-6 0-1 0,-2-2-1 16,-1 1-1-16,1 2 0 0,-7-2-2 0,-2 2-5 15,12-1-11-15,-8 0-22 0,-4 1-18 0,0 0-22 16,0 0-26-16,0 0-30 0,-13 7-45 0,4-3-83 15,-1 0-144-15,2 0-435 0,3-2 193 0</inkml:trace>
  <inkml:trace contextRef="#ctx0" brushRef="#br0" timeOffset="83215.69">19720 9806 151 0,'0'0'177'0,"-6"-2"-14"0,6 2-8 0,0 0-8 15,0 0-11-15,0 0-3 0,0 0-1 0,0 0-1 16,0 0 5-16,0 0-1 0,0 0-6 0,0 0-15 16,0 0-13-16,0 0-3 0,19-3-25 0,0-2-8 15,0 0-6-15,11 0-6 0,-2 1-6 0,3-4-1 16,1 3-9-16,2 1 1 0,-2-4-7 0,1 5-4 16,0 1-2-16,-3-3-2 0,-8 2-8 0,-1 2-19 0,-2-2-17 0,-8 2-25 15,0 1-38-15,-2 0-35 0,-4 1-16 0,-1-1-40 16,-4 0-158-16,0 0-359 0,-13 8 159 0</inkml:trace>
  <inkml:trace contextRef="#ctx0" brushRef="#br0" timeOffset="83400.69">19883 10062 45 0,'-2'3'298'0,"-2"3"-11"0,3-3-18 15,0-1-8-15,1-2-22 0,-3 3-21 0,3-3-20 16,0 0-17 0,0 0-23-16,13 3-12 0,7-4-28 0,12-3-33 0,8-1-49 15,15-1-66-15,-1 0-97 0,-2 1-270 16,2-3-431-16,-2 0 191 0</inkml:trace>
  <inkml:trace contextRef="#ctx0" brushRef="#br0" timeOffset="84333.03">21075 9341 71 0,'0'0'213'0,"-3"-3"-17"16,3 3-9-16,0 0-16 0,0 0-13 0,-2-5-7 15,2 5-12-15,0 0-12 0,0 0-11 0,0-4-13 0,0 4-11 0,0 0-12 16,0 0 3-16,0 0-22 0,15 2-5 0,-7-1 0 16,2 3-10-16,4-2-3 0,4 3-5 0,4 2-2 15,6-1-5-15,-3 1-2 0,7 3 5 0,-4 2-5 16,2-3-3-16,-6 4-2 0,2-1-15 0,-3 4 5 16,-6-3-5-16,-4 0 0 0,1 2-2 0,-1 1-5 15,-7 2 3 1,1 0-1-16,-6 1-3 0,-2 6 1 0,-7-2-1 0,-3 4 2 15,-6-3 0-15,-6 1-3 0,0-2 2 0,-8 1 3 16,1-3-1-16,-1 0 0 0,0 0-1 0,-1-3 1 16,5-2 1-16,1 1 1 0,-2-5 2 15,2 5-2-15,3-4 2 0,8-4-6 0,-2 1 3 0,8-4 2 16,0 1-5-16,0-3-1 0,4 0 1 0,0 1 3 16,1-2-1-16,2 2-4 0,0 0 8 0,2-1 10 0,4-1 16 15,0 2 8-15,5-1 8 0,6-1-11 0,5-3-2 0,8-1 0 16,2-1-1-16,5 2-3 0,-1-3-3 0,-2-1 4 15,1 2-1 1,-2 0-2-16,1-2-4 0,-10 3 1 0,-2-3-5 16,-2 3-1-16,-6 1-1 0,-2 0-2 0,-3-1 1 15,1-1 1-15,-3 2 0 0,1-2 0 0,-6 2-3 16,8 0 0-16,-8 0-4 0,0 0 0 0,8 0-10 16,-8 0-5-16,0 0-9 0,0 0-13 0,0 0-15 15,0 0-19-15,0 0-18 0,0 0-27 0,0 0-26 0,0 0-31 16,0 0-52-16,0 0-206 0,0 0-450 0,-13-5 199 15</inkml:trace>
  <inkml:trace contextRef="#ctx0" brushRef="#br0" timeOffset="84824">21859 9499 228 0,'0'-6'320'0,"3"2"-19"0,-3 1-23 0,0 3-29 0,1-7-20 15,-1 7-28-15,0-7-21 0,0 7-23 16,0-1-22-16,0 1-14 0,0 0-17 0,0 0-14 16,0 0-10-1,4 15-14-15,-3-8-4 0,3 6-8 0,-4 3-7 16,1 1-4-16,-2 3-3 0,-3 4-9 0,3 3-1 0,-3-3-4 15,0 2 1-15,1 1-7 0,-4-3 0 0,3 1 2 16,-1-6-7-16,1-2 0 0,1 2 1 0,1-7-3 16,0 0 0-16,-1-1 7 0,1-2-8 0,2-4 3 15,-2 2-5-15,2-2 11 0,0-1 41 0,0-1 47 16,0-3 32-16,0 5 33 0,0-5 12 0,0 0 6 16,0 0-5-16,0 0-20 0,0 0-15 0,7-17-15 0,0 8-13 0,2-2-15 15,0-5-16-15,2 3-11 0,5-13-13 0,1 8-7 16,-3 4-8-16,-3 2-7 0,-3 2-3 0,1 2-3 15,1-1-5 1,-3 2-5-16,-4 2-5 0,4 1-4 0,-2-1-10 16,-3 2-5-16,2 2-28 0,1 0-18 0,-5 1-3 0,12 1-20 15,-6 1-14-15,2 2-20 0,1 2-17 16,1 0-13-16,2 6-15 0,-1-2-22 0,-1 2-32 0,0 0-30 16,0 3-28-16,0 1-30 0,-4-6-66 0,-2-2-234 15,-3 2-630-15,0-3 279 0</inkml:trace>
  <inkml:trace contextRef="#ctx0" brushRef="#br0" timeOffset="85272.78">22258 9593 186 0,'13'-5'256'0,"0"2"-16"16,3-1-16-16,-3 1-22 0,5 3-18 0,0 3-20 15,0 1-13-15,-3 4-17 0,3 1-9 0,-4-1-11 0,-1 4-13 16,-2 2-10-16,-4 1-8 0,0 1-9 0,-4 0-9 0,-1 0-6 16,-4 3 6-16,-1-2-19 0,-3 1-1 0,0-2-3 15,-2 1-8-15,-3-4-1 0,-1 3-3 0,2-4 0 16,1-4 0-16,-4 4 2 0,5-4-3 16,-1-2 0-16,3-2 4 0,1-1 4 0,-2 1 8 0,5 0 14 15,-1-2 24 1,3-2 26-16,-5 3 32 0,5-3 21 0,0 0 0 15,0 0-10-15,0 0-18 0,-1-12-24 0,6 4-11 16,4-2-15-16,1-3-8 0,11-5-6 0,-1-2-28 16,3-3-20-16,0 0 4 0,3 0-25 0,-1 2 0 15,-1-2 4-15,-1 4-3 0,-7 5-2 0,-6 1 11 16,0 6 0-16,-1-2 6 0,-2 3-1 0,-2 2 0 16,-4-1-9-16,7 2-15 0,-6 0-21 0,-2 3-14 0,0 0-3 0,0 0 9 15,-1 11 6-15,-3-4-2 0,-6 8-2 0,2 1 11 16,-1-1-3-16,-1 4 2 0,2-1 3 0,3 5 3 15,1-4-4-15,3 6 12 0,2-6-2 0,7 0-5 16,4 3-28-16,4-2-22 0,10-1-65 0,4-4-88 16,6-3-138-16,3-3-201 0,14-1-607 0,1-4 268 15</inkml:trace>
  <inkml:trace contextRef="#ctx0" brushRef="#br0" timeOffset="85937.63">23131 9257 187 0,'0'0'207'0,"-3"-5"-21"0,3 5-15 16,0 0-16-16,0 0-11 0,-20 12-14 0,6-2-12 15,-5 10-9-15,-2 1-10 0,1 3-8 0,-2 5-8 16,-6 13-3-16,9-12-4 0,-6 19 3 0,4-3-7 16,0-5-4-16,10-7-4 0,2 0-5 0,7-1 11 0,5 1-7 15,5-2-4-15,5 1-7 0,8-3 2 0,12 4-2 0,11 0-7 16,5-4-11-16,5-8-37 0,6-4-55 0,3-3-65 16,1-6-282-16,3-2-437 0,-6-4 195 0</inkml:trace>
  <inkml:trace contextRef="#ctx0" brushRef="#br0" timeOffset="86489.87">23583 9488 47 0,'5'-4'223'0,"4"2"-23"15,4-3-19-15,-7 4-19 0,6-1-15 0,-2 2-15 16,0 2-11-16,-2 4-6 0,2 0-14 15,-1 0-10-15,-1 4-5 0,-3 4-11 0,2 0-2 0,-1 3-9 16,-6-1-4-16,0 4-4 0,-4-1-6 0,-2-1-9 16,-1-1 3-16,1 2-7 0,-6-1-4 0,2-1 0 15,1-1 0 1,-4-1-8-16,3-2 2 0,1-3-4 0,4 0 5 0,-4-1 6 16,4-4 3-16,1 0 8 0,0 1 11 0,0-2 13 0,3-1 26 15,-3-1 22-15,4 2 23 0,0-4 19 0,0 0 11 16,-4 4 11-16,4-4-24 0,0 0-12 0,13-13-17 15,-2 3-15-15,5 0-9 0,3-2-11 0,2-6-10 16,-1 3-15-16,4-1-1 0,-2 0-9 0,-5 4-7 16,-3 2-2-16,1-1-7 0,-5 4-7 0,0-1-3 0,-2 6 1 15,-4-1-11-15,1-1-4 0,-1 1-20 0,1-1-17 16,0 3-23-16,-5 1-20 0,0 0 5 0,9 4 4 16,-9-4-1-16,1 8-1 0,3 2 7 15,-4-2 5-15,4 3 3 0,-4 0 7 0,4 2 2 0,-3 3-14 16,4-5-17-16,-1 1-23 0,0 3-39 0,0-1-31 15,1-2-39 1,-1-4-57-16,-3 1-292 0,4-4-588 0,0 0 262 16</inkml:trace>
  <inkml:trace contextRef="#ctx0" brushRef="#br0" timeOffset="86805.84">23990 9259 34 0,'3'-12'357'0,"2"7"-19"15,-1-2-28-15,-3 3-26 0,1-1-33 16,0-3-26-16,2 5-25 0,0 2-22 0,-4 1-18 16,9 0-20-16,-1 4-15 0,-2 1-14 0,-1 0-12 0,0 2-8 0,3 2-7 15,-3 3-12 1,0 3-9-16,-1 0 0 0,-3-1-8 0,2 2-10 15,-2 0-3-15,2-4-16 0,-3 0-3 0,1 0-2 16,-2 0-1-16,2-3 0 0,0-1-4 0,-1-2-2 0,3 1 3 16,-2-2-4-16,4 1 5 0,0-1-5 15,4 1 3-15,10-1-6 0,1-2-3 0,10 4-40 16,0-6-43-16,0 0-52 0,-2 0-71 0,3-1-102 0,-9-2-170 16,1-1-510-16,-4-2 226 0</inkml:trace>
  <inkml:trace contextRef="#ctx0" brushRef="#br0" timeOffset="87053.62">24490 9629 267 0,'-4'3'280'16,"4"-3"-5"-16,0 0-13 0,-6 2-12 0,6-2-29 15,0 0-24-15,0 0-9 0,0 0-31 0,37-9-21 16,-16 6-29-16,8 2-34 0,1-1-48 0,0 0-46 16,8-1-43-16,-1-1-54 0,-1-1-82 0,0 0-140 15,1 0-367-15,-5-2 163 0</inkml:trace>
  <inkml:trace contextRef="#ctx0" brushRef="#br0" timeOffset="87407.54">25068 9387 323 0,'-1'-5'331'0,"-1"3"-16"0,2 2-20 15,0-7-31-15,0 7-30 0,-2-3-17 0,2 3-24 16,0-5-27-16,0 5-20 0,0 0-13 0,0 0-23 16,0 0-6-16,0 17-10 0,2-5-12 0,-2 0-11 15,0 3-5 1,-2 2-7-16,0 2-10 0,2 0-1 0,2 1-3 0,0 1-8 16,-2-3-2-16,2 1-8 0,-2 0 4 0,0-4-9 15,1 2 3-15,-1-5-2 0,0-1-3 0,1-2 2 16,-1-2-4-16,1 2 0 0,-2-4-4 0,1 0 8 15,1 0-12-15,-2-2 3 0,1 1 2 0,1-1-13 16,-1-3 3-16,0 0-1 0,-2 4-4 0,2-4-4 16,0 0 0-16,0 0 0 0,0 0-29 0,0 0-57 0,0 0-51 15,-14-10-42-15,10 3-58 0,-1-4-261 0,0-4-543 0,1-3 241 16</inkml:trace>
  <inkml:trace contextRef="#ctx0" brushRef="#br0" timeOffset="87677.08">25168 9145 60 0,'2'-9'263'0,"2"4"-17"0,-1-1-24 0,-1 1-21 15,3 1-25-15,3 2-13 0,2 3-13 0,3-1-6 16,2 5-11-16,4 6-1 0,6 1-14 0,-1 7-7 16,14 13-5-16,-15-6-4 0,8 10-1 0,-3 5-9 15,0 0-2-15,-3 1-14 0,-6 1-5 0,-8-9-5 16,-4 2-3-16,-5 1-8 0,0-3 6 0,-8 2-14 0,-3 0-6 0,-6-7-4 15,-3 3-5-15,-5-3-3 0,-2-3-2 0,-11 6-2 16,6-10-5-16,2-2 0 0,-4-4 0 0,0-1-8 16,2-3-19-16,-2 1-26 0,0-2-34 0,1 0-41 15,-3-5-44-15,5-4-59 0,1 1-245 0,9-1-494 16,8-4 219-16</inkml:trace>
  <inkml:trace contextRef="#ctx0" brushRef="#br0" timeOffset="88293.84">25602 8939 194 0,'0'-4'253'0,"0"0"-30"0,0 4-21 16,5-3-19-16,-5 3-23 0,0 0-12 0,0 0-21 15,0 0-16-15,0 0-8 0,0 0-13 0,0 0-9 0,3 8-6 16,-6-1-9-16,3-1-4 0,0 3-9 0,-5 1-2 0,5 3-8 15,-4-2-8-15,3 0-1 0,-3 2-4 0,3-3 1 16,-2 2-5-16,2-3 0 0,-3 0-4 0,4-1-2 16,0-4 0-16,-1 1 0 0,1 0 1 0,-3-2 26 15,3-3 28-15,0 4 23 0,0-4 23 0,0 0-1 16,0 0-21-16,0 0-11 0,16-9 4 0,-6 4-14 16,0-3-19-16,6-2 3 15,-1-1-9-15,-1 1 2 0,2 0-1 0,-3 0 3 16,0 3-3-16,-3 1-4 0,-1 1-8 0,-1 1-5 15,-2 0-3-15,-2 1-16 0,1 1 0 16,0-1-3-16,-5 3-12 0,13 4-12 0,-8 1-2 0,3 5-9 16,-2 3-2-16,7 6-12 0,-3 8-28 0,2 2-53 15,-1 1-54-15,0 3-86 0,-9-2-286 0,6-2-585 16,-6-5 259-16</inkml:trace>
  <inkml:trace contextRef="#ctx0" brushRef="#br0" timeOffset="89342.07">22377 10361 15 0,'-4'-1'173'0,"4"1"-13"16,0 0-11-16,-4-3-24 0,4 3-5 0,0 0-17 0,0 0-1 0,0 0-17 15,0 0-4-15,0 0-12 0,0 0-9 16,0 0-2-16,0 0 0 0,0 0 1 0,0 0-7 16,16 0 7-16,-8 0-7 0,5 0 1 0,9 0-5 0,10-2 0 15,6 2 2-15,20-6 2 0,32 5-8 0,5-4-2 16,10-2 6-16,10 2 5 0,16-2 5 16,15 2 0-16,7 0 0 15,12 2-1-15,8-1 2 0,9-1 1 0,8 4 0 0,-4 0-4 16,-3-2-1-16,-7-2-4 0,-9 2-6 0,-13-1-3 15,-7 1-6-15,-6-1 4 0,-19-2-9 16,-13 2-5-16,-11-2-1 0,-34 2-3 0,1-1-1 16,-2-3-2-16,-8 4-3 0,-18-2 7 0,-6 0 18 0,-3 1 28 15,-11 3 23-15,-5-3 8 0,-2-1-5 0,0 2-10 16,-2 0-7-16,-4 0-14 0,1-1-11 0,-5 1-16 0,0 0-28 16,0 4-33-16,-4-5-30 0,-5 2-26 0,0 1-31 15,-7 4-41-15,-1 1-57 0,-2 1-92 0,-1 0-154 16,0 0-493-16,0 0 219 0</inkml:trace>
  <inkml:trace contextRef="#ctx0" brushRef="#br0" timeOffset="90096.37">23372 10896 194 0,'18'-6'185'0,"0"-1"-13"0,1 4-14 16,-2 3-20-16,1-1-12 0,-2 2-13 0,-2-1-11 15,3 9-12-15,0-4-14 0,-4 5-4 0,-1 3-10 0,-3-1-6 16,0 5-4-16,-4 1-5 0,-2 3-4 0,-5 5-7 15,-4 2 1-15,-3 0 5 0,-4 1-4 0,-2-2 1 16,-3-2-8-16,-1 2 2 0,-3-2-2 16,-2 0-3-16,5-4-2 15,-3-3-1-15,0-2-9 0,8-6 10 0,0 1 6 16,4-2 8-16,2-1 9 0,-1-4 11 0,2-1 18 16,2 2 22-16,1-3 21 0,0 1 30 0,1-2 4 15,3-1-16-15,0 0-13 0,0 0-15 0,4-13-10 16,3 4-20-16,7-4-2 0,1 1-7 0,9-5-6 15,-1-4-8-15,-1 3-7 0,1-3-11 0,3 3 14 16,-3-2-21-16,-4 3 0 0,-1 6-7 0,-4 1 2 0,-4 2-10 0,-1 2 2 16,1 2-2-16,-4 0-2 0,-2 0-9 0,1 1-12 15,-1 1-7-15,0 0-16 0,-4 2 5 0,5 7-2 16,-3-3-6-16,0 1 2 0,-2 4 4 0,0 2-1 16,0 1 2-16,0 1 7 0,0 3 1 0,5 1 3 15,-5 0-3-15,1-1-23 0,3 0-18 0,0-2-23 16,0-2-36-16,0 1-34 0,1-3-39 0,2-1-48 0,-3-5-247 15,4 2-523-15,0-2 232 0</inkml:trace>
  <inkml:trace contextRef="#ctx0" brushRef="#br0" timeOffset="90444.19">23804 10723 226 0,'4'-8'291'0,"-3"3"-20"0,3 1-21 0,-4-1-27 15,5 2-26-15,-4-1-22 0,3 2-18 0,0 2-10 16,-4 0-23-16,0 0-19 0,14 4-8 0,-5 3-12 0,-4 2-12 16,-1 1-1-16,1 1-10 0,-1 3-7 0,-1 3-5 15,-2-2-6-15,-2 2 0 0,-2 1-11 0,2 0 3 0,-2-2-7 16,-2 0-2-16,4-3-2 0,-2-1-3 15,-1-4-3-15,3 1 2 0,1-1-5 0,-1-1 1 16,-2-2 3-16,7 2-1 0,-4-2 3 0,5-3 3 16,7 1-1-16,7 0-2 15,10-3-2-15,5-3-3 0,1 0-17 0,5-1-33 16,1-1-39-16,-3 2-34 0,1-1-42 0,13-3-52 16,-19 1-235-16,4 3-469 0,-5-4 208 0</inkml:trace>
  <inkml:trace contextRef="#ctx0" brushRef="#br0" timeOffset="90682.24">24444 11100 3 0,'-5'1'241'15,"1"0"-21"-15,4-1-10 0,-5 3-6 0,5-3-18 32,0 0-17-32,0 0-17 0,0 0-17 0,18 0-10 15,1 0-13-15,11-2-13 0,3 0-15 0,2-2-23 0,4 0-27 0,1 1-34 0,16-3-42 0,-5-2-40 32,4-1-63-32,-19 3-150 0,3-3-319 0,-3 4 142 15</inkml:trace>
  <inkml:trace contextRef="#ctx0" brushRef="#br0" timeOffset="90976.25">25196 10846 241 0,'-3'-2'344'0,"3"-3"-13"0,0 5-17 16,0-5-15-1,0 5-29-15,-1-5-22 0,1 5-32 0,0 0-26 16,0 0-24-16,0 0-18 0,0 0-21 0,0 0-9 0,0 0-17 15,0 0-11-15,0 19-9 0,0-7-6 16,0-1-11-16,-3 7-6 0,5-2-6 0,-4 3-7 16,2 0-4-16,-1 1-5 0,1 6-3 0,-1-8-2 15,1 5-3-15,0-3 0 0,0 1-6 0,0-6 3 0,0 1 0 16,0-5-4-16,0 1-3 0,0-3-3 0,0-3-4 16,0 1-17-16,0-1-20 0,1-1-14 0,-1-1-15 15,0-1 4-15,0-3-15 0,-1 7-5 0,1-7 3 0,-3 2 1 16,3-2-33-16,0 0-81 0,0 0-75 0,7-14-232 15,-2 5-528-15,0-3 234 0</inkml:trace>
  <inkml:trace contextRef="#ctx0" brushRef="#br0" timeOffset="91198.68">25482 10725 182 0,'4'-3'232'0,"-3"-2"-21"0,3 3-19 16,-4 2-6-16,9 2-13 0,-3 3-2 15,-2 2-12-15,4 5-6 0,1 1-8 0,2 5-9 16,1 4-8-16,-1 6-6 0,-3 3-3 0,-3 1-9 16,0 6-5-16,-5 8-6 0,-5 0-12 0,0-11-9 15,-8 11-5-15,-3-2-3 0,-9-4-8 0,-4-2-6 16,-8-1 0-16,-3-3-27 0,-1-5-9 0,-5 0-17 16,-1-5-22-16,-3 1-33 0,-5-3-36 0,2-6-33 15,-4-2-58-15,-2-4-271 0,-1-3-487 0,4-3 215 0</inkml:trace>
  <inkml:trace contextRef="#ctx0" brushRef="#br0" timeOffset="91576.97">23210 10544 119 0,'-6'-1'218'15,"6"1"-26"-15,-17 6-19 0,-1 3-20 0,-4 7-21 16,-5 7-16-16,-9 14-9 0,0 7 0 0,-18 25 0 0,17-19-2 0,-8 27-1 16,-1-3 0-16,11 0 13 0,13-21-10 15,5-3-7-15,11 0-7 0,3 1-3 0,12-2-4 0,8-5-1 16,10 1-12-16,11-4-3 0,7 1 0 0,30 3-22 16,9-11-41-16,11-9-66 0,5-7-102 0,1-3-250 15,-2-10-444-15,-7-5 196 0</inkml:trace>
  <inkml:trace contextRef="#ctx0" brushRef="#br0" timeOffset="110336.56">6915 12857 109 0,'0'0'124'0,"0"0"-14"0,0 0-10 15,0 0-6-15,-8 0-18 0,8 0 3 0,-6 2-12 16,6-2-10-16,-5 2-5 0,5-2-8 0,-6 1-2 15,6-1-3-15,-7 2-8 0,7-2 3 0,0 0-1 0,-5 1-13 0,5-1 14 16,0 0 3-16,-8 1 2 0,8-1 2 0,0 0-8 16,0 0 11-16,0 0-2 0,0 0 4 0,0 0-8 15,0 0 5-15,26-2-7 0,-12-1 1 0,4 1-8 16,10-4-8-16,1 3 2 0,2 0-3 0,0 1-8 16,-1-1 6-16,1 4-12 0,0-4-32 0,-3 2-19 15,-6 0-36 1,-4 0-36-16,-5-1-124 0,-1 2-259 0,1 0 115 15</inkml:trace>
  <inkml:trace contextRef="#ctx0" brushRef="#br0" timeOffset="110621.93">6892 13092 174 0,'0'0'206'0,"0"0"-9"0,-5 1-12 0,5-1-15 16,0 0-17-16,0 0-16 0,0 0-17 0,15-6-10 15,-2 2-14-15,5 0-6 0,9 0-19 0,1-1-22 16,1 0-31-16,3 0-35 0,-1 0-36 0,1 0-45 0,-1 1-170 16,-11 1-291-16,9-3 129 0</inkml:trace>
  <inkml:trace contextRef="#ctx0" brushRef="#br0" timeOffset="111238.12">7182 12741 135 0,'0'-2'256'0,"0"2"-17"0,-1-5-20 0,1 5-24 15,0 0-17-15,-3-3-20 0,3 3-18 0,0 0-16 16,0 0-9-16,0 0-16 0,0 0-10 0,0 0-9 0,16 5-10 16,-10 0-6-16,5 0-4 0,0-1-7 0,4 4-7 15,3-1-10-15,-4 0-6 0,4 1-6 16,1 3-10-16,-1-5-7 0,0 2 3 0,-4-2-10 16,4 1 1-16,-8-3-9 0,4 2 3 0,-1-2 1 0,2-1 0 0,-5 0-1 15,1 1 3-15,-5-3 3 0,0 1 5 0,0-2 12 16,-1 2 14-16,-5-2 3 0,0 0 2 0,10-3 10 15,-4 2 12-15,-6 1 4 0,4-3 9 0,-4 3-3 16,0 0 6-16,4-2-9 0,-4 2-5 0,0 0-11 16,0 0-6-16,0 0-12 0,0 0 0 0,0 0 0 15,-5 9-14-15,-5 0-3 16,-3 6-1-16,-9 10-4 0,-2 1-1 0,-8 16 2 16,-4 1-2-16,3 3-2 0,-3 0-2 0,4-1-1 15,-1 0 2-15,4-1-5 0,2-2 1 0,8-12 2 0,2-1 0 16,-1-1 0-16,4-1 0 0,0-2-6 15,4-2 7-15,2-5-4 0,3-8 3 0,1 1 6 16,0-4 9-16,2 0 1 0,-1-1 11 0,1-2 9 16,0 1 19-16,1-3 17 0,0 1 22 0,1-3 17 0,-3 3 9 0,3-3 6 15,0 0-14-15,0 0-9 0,0 0-7 0,0 0-13 16,0 0-9-16,0 0 0 0,0 0-18 0,10-10-2 16,-7 8-6-16,-3 2-5 0,4-5-5 0,-1 2-13 15,-1 1-2-15,-2 2-15 0,6-3-57 0,-1-1-48 16,3 1-49-16,-1-1-49 0,3 3-57 0,1-3-68 0,1-1-344 15,-1 2-715-15,2-2 316 0</inkml:trace>
  <inkml:trace contextRef="#ctx0" brushRef="#br0" timeOffset="114328.13">8860 12697 50 0,'0'0'168'0,"0"-3"-9"15,0 3-8-15,0-6-15 0,0 6-9 16,1-6-14-16,3 2-9 0,0 1-11 0,1-1-6 0,5-2-8 0,2 2-19 0,-2 1-5 0,4 1 1 15,5 0-8-15,-1 2-6 0,0 1-5 0,-1 4 0 16,0-2 3-16,0 5-4 0,-5-2-4 0,3 2-5 16,1 4-7-16,-3 0 0 0,5 0 1 0,-9 5-4 15,0-1 1-15,0 2-11 16,-6 2 11-16,-1-1-3 0,-4 0-1 0,-5 6-8 16,0-2 3-16,-5 0 3 0,-2-2-2 0,0 1 2 15,1-5-3-15,-5 2 0 0,3-5 0 0,2 1 5 16,-5-2 4-16,4-3 5 0,1 1 0 0,2-4-1 15,1-2 6-15,1 2 6 0,1-3 0 0,2 1 10 16,1-4 19-16,-2 2 20 0,7-3 12 0,-5 0-11 0,5 0-9 16,0 0-10-16,5-14-7 0,-1 2-3 0,9-1-7 0,5-7-3 15,-2 1-6-15,5-3-5 0,0-2-5 0,4 0 1 16,-1-2-5-16,3 1 0 0,-3-1-6 0,3 2-1 16,0 2 0-16,-4-2-6 0,-4 3 4 0,-2 8 0 15,-5 1-1-15,1 4 5 0,-6-1 9 0,-1 4-13 16,-1 0-5-16,-1 1-2 0,2 1-7 0,-2 0-7 15,-4 3-4-15,5 0-3 16,-5 0 2-16,0 10-4 0,-1-2 4 0,-3 3-1 16,0 4 3-16,-2 2 6 0,2 1-4 0,-4 7-1 15,5-5 0-15,1-1 4 0,-2 6-1 0,6-6 1 0,0 1 1 0,2-2 0 16,0-1 5-16,5 2 0 0,1-4 4 0,8 4 3 16,0-6-27-16,6-2-37 0,-5-1-50 0,10-3-57 0,-1-4-75 15,-2 0-197-15,-4-1-467 0,-3-5 207 16</inkml:trace>
  <inkml:trace contextRef="#ctx0" brushRef="#br0" timeOffset="114744.19">9466 12365 118 0,'2'-2'281'0,"-2"-3"-19"0,0 5-15 0,1-4-21 0,-1 4-23 16,3-3-23-16,-3 3-17 0,3-3-23 0,-3 3-15 15,0 0-14-15,0 0-11 0,6 6-17 16,-2-1-6-16,-4 2-11 0,4 3-7 0,-2-1-3 16,-4 7-8-16,0-1-6 0,0 2 2 0,-2 3-10 0,0-2-2 0,2-2-7 15,-1 1-1-15,0-5-2 0,2 0-2 0,-1-2-2 16,0 0-1-16,1 1-5 0,1-5 5 0,0 0 3 31,1 1-7-31,3-2 3 0,0 0 2 0,3 0 14 16,5-2-2-16,6 2-4 0,10-3 0 0,6-2-4 0,0 2-31 15,2-4-44-15,-2 2-54 0,-1-2-56 0,-1 1-103 16,-1-3-144-16,-8 1-444 0,-2 1 197 0</inkml:trace>
  <inkml:trace contextRef="#ctx0" brushRef="#br0" timeOffset="115361.4">9992 12881 4 0,'-9'1'212'0,"4"1"-3"16,0 0-7-16,5-2-12 0,-10 1-5 0,6 0-5 15,4-1-11-15,-8 0-14 0,8 0-14 0,0 0-12 0,-5 1-11 16,5-1-7-16,0 0-3 0,0 0-8 0,0 0-3 15,0 0-1-15,0 0-5 0,0 0-5 16,0 0-1-16,0 0 7 0,0 0-17 0,0 0 1 16,0 0-5-16,0 0-10 0,0 0-4 0,0 0-4 0,0 0-8 0,0 0-3 15,0 0-1-15,0 0-11 0,9-8-1 0,-9 8-4 16,0 0 3-16,0 0-9 0,0 0 3 0,0 0-7 16,0 0 1-16,0 0-1 0,0 0-2 0,0 0-1 15,0 0 0-15,0 0 6 0,0 0-3 0,0 0-4 0,0 0 1 16,0 0-1-16,0 0-3 0,0 0 0 0,0 0 1 15,0 0-3 1,0 0 2-16,0 0 5 0,8-2-1 0,-2 2-8 16,3-3 4-16,0 1 1 0,9-2-3 0,1-1-4 15,1 1 4-15,9 0 2 0,0-3-5 0,4 4-3 16,-1-2 3-16,0-3-3 0,-1 4 1 0,-4-1 4 16,-7 2-3-16,-1-1 0 0,0 0-16 0,-6 1-2 15,1 1-17-15,-4-1-24 0,-2 3-30 0,1-2-46 0,-4-2-68 16,-1 2-82-16,-4-2-198 0,0 4-521 0,0 0 232 0</inkml:trace>
  <inkml:trace contextRef="#ctx0" brushRef="#br0" timeOffset="115709.2">10635 12601 323 0,'0'-3'295'15,"3"-2"-12"-15,-3 3-27 0,0 2-25 0,-3-8-13 16,3 8-34-16,0 0-22 0,0-4-22 0,0 4-14 0,0 0-15 0,0 0-17 16,0 0-7-16,6 10-10 0,-2 0-9 0,-1 1-3 15,-1 1-4-15,2 7-18 0,-1 0 0 0,0 1-1 16,3-2-2-16,-1 1-8 0,-2 1-1 0,0-2-3 15,2 2-5-15,-2-3 1 0,1 0-3 0,-3-5-4 16,3 4 0-16,-3-6-2 0,2-1 0 0,-2-1-2 16,-1-2-3-16,2 2-3 15,-2-4 4-15,0 1 0 0,0 1 3 0,0-5-3 16,0-1 0-16,0 6 0 0,0-6-4 0,0 4-4 16,0-4-5-16,0 4-1 0,0-4-1 0,0 0-5 15,0 0-23-15,0 0-47 0,0 0-61 0,-11-9-57 16,8 3-273-16,-1-5-508 0,2 1 225 0</inkml:trace>
  <inkml:trace contextRef="#ctx0" brushRef="#br0" timeOffset="115947.67">10910 12420 25 0,'7'-4'242'15,"-3"2"-17"-15,4-1-21 0,-2 2-15 0,3 2-2 16,0 2-15-16,1 2-6 0,4 1-13 0,-1 6-5 0,7 6-10 15,-4 2-6-15,3 6-7 0,-2 5-3 0,-2 1-11 0,0 12-3 16,-3-10-8-16,-6 12-15 0,-2-12-2 0,-1 2-7 16,-7 0-5-16,-4 0-8 0,-7 10-9 31,-6-1-2-31,5-12-2 0,-15 8-12 0,-1-5-10 16,-9 1-7-16,-1-4-16 0,-4 1-24 0,-4-2-34 0,-7-3-42 15,-31 3-50-15,-2-1-86 0,-3-7-208 0,2-3-475 0,25-16 211 16</inkml:trace>
  <inkml:trace contextRef="#ctx0" brushRef="#br0" timeOffset="116433.27">9009 12383 76 0,'-3'-5'198'0,"0"3"-19"0,3 2-19 0,0 0-17 15,-15 7-20-15,6 0-14 0,-4 5-11 0,-4 7-11 16,-3 6 3-16,-3 4-15 15,-6 17 2-15,-1 3-3 0,2 3 3 0,-1-1 4 0,4 2-7 16,2 1-6-16,7 1-6 0,8-4-4 16,3-4-5-16,10 0-2 0,3-1 14 0,6-14-6 15,13 10-2-15,7-7-3 0,8-5-3 0,8-2-3 16,10-9-8-16,36 3-41 0,0-5-51 0,7-9-92 0,-3-1-221 16,-1-5-396-16,-6-2 175 0</inkml:trace>
  <inkml:trace contextRef="#ctx0" brushRef="#br0" timeOffset="117252.87">11534 12596 169 0,'2'-7'253'0,"-2"1"-12"16,0 3-12-16,1-2-12 0,-1 1-15 0,0 4-17 0,0-6-23 15,1 5-18-15,-1 1-18 0,0 0-17 0,0 0-12 16,0 0-9-16,0 0-5 0,7 8-13 0,-5 3-2 16,2 5-10-16,0 2-1 0,-2 2-6 15,4 4-5-15,-5 3-5 0,1-1-4 0,1 1-5 16,2-1-1-16,-1-1-8 0,2 1-1 0,-3-6 0 0,1-1-2 0,-3-2 0 16,0-2-3-16,2-1-3 0,-1-2 0 0,0-2 0 15,0-2-1-15,-2-2-3 0,2-2 36 0,-1 0 34 16,-1 0 39-16,1-1 46 0,-1-3 49 0,1 4 32 0,-1-4 13 15,0 0-18-15,0 0-24 0,13-16-22 16,-8 7-18-16,6-6-18 0,-1 0-20 0,5-7-15 16,4-3-10-16,-2-1-15 15,1-3-10-15,2-2-6 0,-2-1-14 0,0 3-5 16,-3-2-8-16,0 4-10 0,0 2-4 0,-5 7-4 16,-1 3-6-16,-3 5-5 0,-2-1-3 0,1 3-17 15,0 3-18-15,-5-1-27 0,5 3-41 0,-5 0-39 16,2 0-68-16,-2 3-25 0,0 0 14 0,0 0-8 15,6 11-16-15,-6-1-21 0,0 7-25 0,-3 0-32 16,2 4-36-16,-3-4-290 0,2 2-677 0,-1 1 301 0</inkml:trace>
  <inkml:trace contextRef="#ctx0" brushRef="#br0" timeOffset="117618.4">12044 12966 47 0,'0'0'380'0,"-7"-2"-28"0,7 2-19 0,0 0-38 16,0 0-21-16,0 0-26 0,-5-3-31 0,5 3-26 15,0 0-26-15,0 0-17 0,0 0-17 0,0 0-15 0,0 0-20 0,-3 10-3 16,2-6-12-16,-1 5-8 0,1 2-11 0,0 1-1 15,-2 7-9-15,1 1-4 0,-2 0-3 0,0 5-6 16,1-5-10-16,0-1 0 0,0 6-1 0,-1-6-9 16,3-2-1-16,0 0 1 0,1-5-2 0,-1 0-4 15,1-2 0-15,0-2 2 0,-2 2 1 0,2-4-3 16,0 0 3 0,0-1-7-16,0-2 8 0,-1 0-4 0,1-3 6 0,1 5-4 15,-1-5 5-15,-1 4-4 0,1-4-3 0,0 0-5 16,0 0-6-16,0 0-5 0,0 0-14 0,0 0-23 0,0 0-73 15,0 0-98-15,3-14-143 0,0 4-177 16,1 3-576-16,2-4 255 0</inkml:trace>
  <inkml:trace contextRef="#ctx0" brushRef="#br0" timeOffset="117884.62">12681 12911 103 0,'0'0'324'0,"0"0"-14"0,0 0-21 31,0 0-15-31,0 0-20 0,0 0-9 0,0 0-38 15,1-6-19-15,-1 6-23 0,13-5-13 0,1 1-19 0,5 1-18 16,10-3-31-16,5 2-33 0,-1 0-40 0,2 1-46 16,-1-1-53-16,-2 2-59 0,1 1-62 0,-13-2-196 0,1 2-438 15,-2 1 194-15</inkml:trace>
  <inkml:trace contextRef="#ctx0" brushRef="#br0" timeOffset="118037.02">12858 13014 164 0,'-6'1'171'16,"1"3"-3"-16,1 0 10 0,0-1-10 0,4-3-12 16,-2 3-4-16,2-3 1 0,6 4-2 0,8-1-20 15,7-2-11-15,12-1-26 0,6 1-51 0,-3-2-74 0,20-2-116 16,-6-2-132-16,-15 2-301 0,-1 0 133 0</inkml:trace>
  <inkml:trace contextRef="#ctx0" brushRef="#br0" timeOffset="119155.24">14407 12522 157 0,'0'0'206'0,"-4"-4"-12"0,4 4-14 0,0 0-11 16,3-4-12-16,-3 4-14 0,0 0-17 0,0-5-11 0,0 5-15 15,2-4-12-15,3 3-3 0,2 1-12 0,2-3-5 16,5 1-7-16,5 1-7 0,0-3-5 0,9 6 1 15,-1-4 0-15,4 6 0 0,-1-1-4 0,2 2-4 0,-2 2-5 16,-1-1-5-16,-1 5-2 0,-10-3-5 0,5 7 1 16,-6-2-9-16,-7 3 4 0,-1 1-7 0,1 1 1 15,-6 2-4-15,-4 4 3 0,-5 1-2 0,-8 0-5 16,-1 1-1-16,-6-3 3 0,-6 4-4 0,2-3 3 16,-2-2-3-16,-5-2 0 0,2 1 3 0,2-4 4 15,-1 0 2-15,0 0 6 0,4-5-4 0,-3 0 4 0,8-2-6 0,-2-3 2 16,2 3-4-16,4-6-2 0,2 1 0 15,5 2 1-15,2-5-1 0,0-1-4 0,-1 1 19 16,4 1 5-16,-1-3-3 0,4 0 6 0,-6 2-1 16,6-2 8-16,0 0 3 0,0 0 5 0,17 3 4 0,-5-6-2 15,7 1-2-15,10-3-6 0,4 3 2 0,-1-1-2 16,0 0-6 0,3-2-3-16,-2 3-7 0,-2-3 3 0,-3 1-3 15,-7 1-5-15,-3 0-4 0,-4 3 4 0,-1-1-11 16,-4 0 10-16,0-1-6 0,-4 2-1 0,2 0 1 15,-7 0-1-15,9-2-4 0,-9 2-10 0,6-1-24 16,-6 1-20-16,4-2-16 0,-4 2-16 0,0 0-22 16,0 0-22-16,0 0-25 0,0 0-27 0,0 0-43 0,0 0-224 15,0 0-476-15,-27-1 211 0</inkml:trace>
  <inkml:trace contextRef="#ctx0" brushRef="#br0" timeOffset="119671.35">15167 12621 147 0,'0'-5'267'0,"0"5"-30"15,4-4-22-15,-4 4-22 0,0 0-28 0,0 0-18 0,0 0-19 0,0 0-15 16,0 0-11-16,0 0-14 0,3 10-5 0,-6-1-13 16,3 2-6-16,-4 1-5 0,4 2-5 15,-5 3-5-15,0 0-3 0,1 2-6 0,-1 1-2 16,0-2-4-16,-1 7-5 0,-4-5 0 0,1 3-3 16,2-5-3-16,1-1-3 0,-2-1 3 0,3-6-7 0,2 0-1 15,0-3-1-15,1-1 4 0,0-1-2 0,0 1 9 0,0-3 40 16,2 1 29-16,-3-1 42 0,3-3 28 0,0 0 28 15,0 0 16-15,0 0 8 0,0 0-7 0,0 0-4 0,0 0-33 16,7-14-17-16,2 1-24 0,3-1-26 16,5-8-16-16,2 3-3 0,-1-1-21 0,1-1-13 15,2 3-7-15,-8 3-7 0,-1 4-2 0,-2 1-4 16,-3 4-8-16,-1 0-2 16,0 1-5-16,1 1-2 0,-3 1-8 0,1 2-6 15,0 1-3-15,-5 0-18 0,13 6-2 0,-4-1 2 16,-1 4-5-16,-1-1-15 0,2 4 17 0,1 0 1 15,-1 0-3-15,1 4 1 0,-1-1-1 0,-1-1 0 16,0-3-6-16,-2 0-27 0,-1-1-20 0,-1 0-20 16,0 0-20-16,0-2-29 0,-3-2-21 0,-1 1-17 15,3-2-24-15,-3-1-9 0,1 0 0 0,-1-4 15 0,-1 7 3 0,1-7 3 16,0 0-266-16,0 0-500 0,-11-3 221 0</inkml:trace>
  <inkml:trace contextRef="#ctx0" brushRef="#br0" timeOffset="120519.63">15686 12587 174 0,'7'-3'169'0,"0"2"-14"0,1 1-7 0,3-1-17 16,0 3-13-16,1 0-12 0,-1 3-2 0,0 0-13 15,3 4-6-15,-1 2 5 0,-2 2-14 0,1 0-11 0,-3 3 3 16,-4 1-8-16,4 0-6 0,-8 0-4 0,2 0-1 15,-6 3-2-15,2-3-3 0,-4 2-2 0,-3-1 6 16,-1 0-4 0,-5 6 0-16,4-9-3 0,-3-1 1 0,-1-2 2 15,5 1 1-15,-1-4-2 0,-1-1 5 0,3 0 0 16,-1-2 3-16,2-1 1 0,1 0 2 0,2-1 2 16,0-3 8-16,2 1 19 0,2-2 22 0,-5 5 21 15,2-4 40-15,3-1 15 0,0 0 2 0,0 0 6 16,0 0-16-16,1-11-28 0,5 2-25 0,5-4-17 15,3-3-17-15,5-6-7 0,0 0-27 0,4-2-24 0,-1 0 2 0,-3-2-6 16,2 1-9-16,-5 3 6 0,1 0-2 0,-5 6 1 16,-2 2-6-16,0 2-2 0,-5 3 4 0,2 2-9 15,-5 2 2-15,3 0-8 0,-2 1-4 0,-1 1-31 16,1 3-12-16,-3 0-1 0,0 0 5 0,0 0 0 16,-9 15 3-16,4-6 7 0,-7 6-1 0,3 2 2 15,-1 2 3-15,1-3 8 0,-1 7-1 0,-2-1-2 0,5 1 3 0,2-3 5 16,2-1 2-16,-1-1 1 0,8-2 4 0,-1 1-1 15,3-2 1-15,3-2-17 0,5 0-38 0,4-1-53 16,6-2-74-16,10-1-95 0,6-4-291 0,-4 1-623 16,18-5 276-16</inkml:trace>
  <inkml:trace contextRef="#ctx0" brushRef="#br0" timeOffset="121906.76">16278 12631 197 0,'1'-4'202'0,"3"2"1"0,0-1-6 16,-3 1 1-16,0-3-7 0,3 0-7 0,-4 3-7 15,0 2-9-15,5-3-13 0,-4-1-16 0,-1 4-15 16,0 0-16-16,3-2-14 0,-3 2-13 0,0 0-5 16,0 0-11-16,0 0-9 0,7 6-2 0,-5-1-4 15,-1 2-5-15,1 3-2 0,-1 4-4 0,1 1 0 0,-4 1-5 0,4 1-4 32,-2 1-1-32,0 1-5 0,-2-1 0 0,2 0-5 0,2 0-1 0,-2-2-3 0,-2 1 1 0,4-4-5 15,-2-1 1-15,2-3 0 0,-6 1-2 0,6-3 1 16,-2-1-2-16,-2 0-1 0,2-3 2 0,0 1 35 15,2 0 33-15,-2-4 43 0,2 6 39 0,-2-6 29 32,0 0 25-32,1 3 19 0,-1-3 9 0,0 0-25 0,0 0-21 15,11-12-20-15,-2 4-19 0,4-3-16 0,0-2-14 0,3-1-10 16,3-6-13-16,0 0-11 0,1-1-10 0,-2 2-6 16,1-1-9-16,-5 4-7 0,-1 3-4 15,-2-2-4-15,1 3 3 0,-3 2-1 0,-1-1-3 0,-3 5-3 16,1-2-5-16,-1 3-7 0,-2 2-9 0,-1-2 0 15,2 0-7-15,-3 2-5 0,2 2-17 0,-3 1-24 0,3-3-40 16,-3 3-47-16,0 0-54 0,3-5-41 0,-3 5-68 16,0 0 6-16,0 0-49 0,-1 16-58 0,0-10-417 15,0-1-860-15,-2 2 381 0</inkml:trace>
  <inkml:trace contextRef="#ctx0" brushRef="#br0" timeOffset="124265.65">7535 15097 92 0,'0'0'144'15,"0"0"-13"-15,0 0-5 16,0 0-5-16,0 0-9 0,-8 0-3 0,8 0-6 16,0 0-9-16,0 0-5 0,0 0-8 0,0 0-2 15,0 0-9-15,0 0-5 0,0 0-7 0,0 0-4 16,0 0-6-16,0 0-5 0,0 0-1 0,28 0-1 15,-11 0 11-15,6-2-21 0,6 2 1 0,3-3 4 16,2 3-31-16,0-1-34 0,-1 0-29 0,0-1-32 16,-2 2-45-16,-9-1-123 0,1 1-279 0,-1 1 123 0</inkml:trace>
  <inkml:trace contextRef="#ctx0" brushRef="#br0" timeOffset="124497.16">7613 15360 11 0,'-3'2'211'0,"3"-2"-10"0,-5 3-12 0,5-3-19 15,0 0-18-15,0 0-14 0,22-5-15 16,-9 2-15-16,5-5-9 0,2 2-10 0,0 4-10 0,10-6-8 0,-5 2-16 15,5 2-25-15,-2-3-30 0,-3 3-33 0,-3 0-31 16,0 1-30-16,-3-1-41 0,-2 0-99 0,-1 1-253 16,-2 0 112-16</inkml:trace>
  <inkml:trace contextRef="#ctx0" brushRef="#br0" timeOffset="125103.07">7827 14943 23 0,'-3'-5'252'15,"-1"3"-17"-15,0-4-13 0,2 4-24 0,-1-1-17 16,3 3-25-16,-4-6-17 0,4 6-19 0,-1-3-14 15,1 3-28-15,0 0-14 0,0 0-6 0,0 0-4 0,0 0-9 0,5 10-3 16,4-3-4-16,-3 2-3 0,2 1-1 0,4 1-4 16,-2-2-5-16,5 3-1 0,2-2-2 0,-2 0-4 15,1 0-2-15,1-1-1 0,1-2-1 16,1 0-5-16,-5-2-2 0,4 0 3 0,-5-2-5 0,0-2 3 16,-2 2 3-16,-1-3-3 0,0 0-1 0,0-2 0 15,-3 1 1-15,0-1 9 0,-1-1 10 0,-1-1 10 16,-1 2 6-16,0-1 13 0,0 0 10 0,-2 1 2 31,-2 2-9-31,4-5-5 0,-4 5-7 0,3-2-10 0,-3 2-9 0,0 0-14 16,0 0-13-16,0 0-4 0,1 12 0 15,-6-3 2-15,-3 10-3 0,-6 6 1 0,-4 5-2 16,-7 13 2-16,-5 3-1 0,1 4-3 0,-13 23 5 16,15-19 1-16,-3-7-1 0,5 0-17 0,1 2 2 15,3-4-1-15,6-11 4 0,2-4 1 0,-1 1 2 0,2-2 0 16,2-3 2-16,0-9 0 0,6 0 8 0,-1-5-2 0,1-4-1 15,2 2 5-15,-1-4 23 0,-1 0 20 0,3-1 23 16,1 0 23-16,-2-3 19 0,2-2 11 0,-3 7 18 16,3-7 0-16,-1 1 0 0,1-1-10 0,-2 6-4 15,2-6-14-15,0 0-8 0,0 0-24 0,0 0 10 16,-2 3-13-16,2-3-16 0,0 0-15 0,0 0-23 16,0 0-36-16,0 0-38 15,0 0-29-15,0 0-35 0,0 0-68 0,0 0-71 16,0 0-50-16,20-9-261 0,-11 5-612 0,0 1 271 15</inkml:trace>
  <inkml:trace contextRef="#ctx0" brushRef="#br0" timeOffset="129120.93">9590 14901 129 0,'0'-5'251'0,"1"-1"-20"16,-1-2-14-16,1-1-13 0,0 3-14 0,-1-3 0 15,2 3-6-15,-2-1-9 0,1 3-9 0,-1-1-15 16,1-1-15-16,-1 2-16 0,0 4-13 16,0-5-15-16,0 5-11 0,0 0-33 0,0 0-4 0,0 0-5 15,0 0-10-15,-6 20 2 0,-1-3-8 0,1 11-2 16,-4 1-3-1,4 1 1-15,-5 1-6 0,4 4-1 0,-1-2 3 16,3-1-4-16,1 0-5 0,-1-3 0 0,2-2 2 16,-2 1-3-16,4-4-1 0,1-4 0 0,-1 3-3 15,1-6 2-15,0 0 0 0,1-6-1 0,-1-1 2 16,0 1 2-16,0-2 4 0,0-1-4 0,0-3 1 16,1 0 1-16,-1 0 1 0,4 0 0 0,-4-4 12 15,0-1 0-15,1 6 1 0,-1-6 4 0,0 0-5 0,0 0 1 0,0 4-2 16,0-4-25-16,0 0-30 0,0 0-32 0,0 0-40 15,0 0-50-15,0 0-43 0,0-16-46 0,0 11-152 16,4 0-430-16,0 1 190 0</inkml:trace>
  <inkml:trace contextRef="#ctx0" brushRef="#br0" timeOffset="129937.72">9987 15121 99 0,'-9'1'186'0,"-1"1"-12"0,2-1-14 15,3 0-19-15,-3-1-10 0,2 0-16 0,6 0-14 16,-8 0-9-1,8 0-8-15,0 0 1 0,-6 3-15 0,6-3-2 16,0 0-6-16,0 0-5 0,0 0 7 0,0 0 4 16,-6 0 3-16,6 0 2 0,0 0 1 0,0 0 0 0,0 0-6 15,0 0-1-15,0 0-4 0,0 0-7 0,0 0-7 16,0 0-4-16,0 0-6 0,0 0-3 16,0 0-7-16,0 0 1 0,0 0-6 0,0 0 3 15,0 0-8-15,0 0-4 0,0 0 1 0,0 0-4 0,0 0-1 0,0 0 1 16,0 0-2-16,0 0-1 0,0 0-1 0,0 0-2 15,0 0 2-15,0 0-2 0,0 0-1 0,0 0 0 16,0 0 1-16,0 0-4 0,0 0 5 0,0 0-1 16,0 0-3-16,0 0-2 0,0 0 0 0,0 0-1 15,0 0 1-15,0 0-1 0,0 0-2 0,0 0 3 16,0 0-4-16,0 0 4 0,0 0 1 0,0 0-1 0,0 0-1 0,0 0 0 16,0 0 2-16,0 0-2 0,0 0 0 0,0 0 0 15,0 0-2-15,0 0 3 0,0 0-3 0,0 0 1 16,0 0 2-16,0 0-4 0,0 0 2 0,0 0-3 15,0 0 1-15,0 0 1 0,0 0 0 0,0 0-2 16,0 0 0-16,0 0 1 0,0 0 1 0,0 0 0 16,0 0-1-16,0 0 0 15,0 0 2-15,0 0 0 0,0 0 1 0,11 5 3 16,-11-5 2-16,4 1 1 0,-4-1-4 0,18 2 1 16,-8-2-2-16,12-3 1 0,6 2 1 0,4 0 0 15,4-2 1-15,2 0-2 0,13-1 0 0,3-3 1 16,-2 0-2-16,3 2 0 0,-1-3 1 0,-3 3-1 15,-15 2 2-15,-2-1 0 0,-3 0 0 0,-7 3-3 16,-5-2 2-16,-2 1-2 0,-7 0-5 0,0 2-7 0,-2-1-5 16,-3 2-6-16,2-2-10 0,-7 1-6 0,0 0-8 15,7 1-2-15,-7-1-13 0,0 0-17 0,-19 5-13 0,11-1-4 16,-2-1-29-16,0-3-18 0,2 3-31 16,-1-2-122-16,-1 2-320 0,2-2 142 0</inkml:trace>
  <inkml:trace contextRef="#ctx0" brushRef="#br0" timeOffset="130555.12">10811 14850 59 0,'13'-4'160'0,"-3"3"-13"16,2-1-11-16,3 0-12 0,2 2-17 0,3 2-10 0,-2 3-7 0,-1 2-12 16,-1 2-8-16,-2 0-7 0,0 5-9 0,-3 0 3 31,-2 3-8-31,1 1-6 0,0 4 3 0,-7-4-2 15,-1 1 4-15,-2 6-11 0,-4-5 0 0,0 1-2 16,-1 4-1-16,-4-7 0 0,3-1 0 0,-7 6 0 0,-1-3-1 0,4-3 4 0,-2 0 6 0,0-3-4 16,1 0 1-16,0-2-7 15,-1 0 0-15,3-4 0 0,-2-3-7 0,6 3 3 16,-3-3-1-16,3-1-5 0,1 2-1 0,2-4 10 16,-2 1 22-16,0 0 20 0,4-3 25 0,-4 2 16 15,4-2 7-15,0 0-6 0,0 0-15 0,0 0-9 16,0-10-9-16,4 3-11 0,5-3-8 0,-4 0-6 15,7-6-3-15,0 1-12 0,5-6-2 0,2-5-4 16,-1 3-4-16,4-5-8 0,-1 2-6 0,0 1 2 0,-2 0-2 0,0 0-5 16,-3 1 1-16,-1 4-1 0,-5 3 0 0,-1 3-1 15,0 2 2-15,-3 3 4 0,0 1 1 0,-3 2 5 16,1 2-5-16,0 0-8 0,-3 0-3 0,3 1-6 16,-4 3-6-16,3-2 0 0,-3 2 10 0,0 0-17 15,-2 11 0-15,1 0 0 0,-4 1 1 0,3 5-2 16,-2 1 0-16,0 2 5 15,1 0 3-15,1 5-3 0,0-4-2 0,4 2 1 16,-1-3 2-16,2-1-2 0,2-1 3 16,0-2 6-16,5 1 2 0,0-1-3 0,3-3 6 15,4 1-3-15,8-1 2 0,1-2-22 0,3 0-36 0,3-5-53 16,-4-1-53-16,7-2-72 0,-6-3-281 0,-1 0-552 16,-9-3 244-16</inkml:trace>
  <inkml:trace contextRef="#ctx0" brushRef="#br0" timeOffset="131078.43">11339 14630 51 0,'5'-2'224'16,"3"-3"-20"-16,-2 3-13 0,6 0-17 0,-3 2-10 15,2-1-15-15,2 2-11 0,-2 4-15 0,2-1-10 16,1 1-14-16,-4 3-9 0,2-2-8 0,-6 6-9 0,2 3-1 0,-3 0-9 16,0 1-3-16,-5 4-4 0,0 0-4 0,-2-1-2 15,-6 7 0-15,-1-4 3 0,-1-5-10 0,1 1-1 16,-3-1 2-16,1-2 2 0,1-2-2 0,-1 2-4 16,6-6-3-16,-4-1-3 0,4-2-2 0,0 0-3 15,3-2-1 1,-2 1 2-16,2-3 2 0,-1 1 21 0,-1 0 13 15,4-3 7-15,0 5 6 0,0-5-7 0,0 0-3 0,15-3-7 16,-5 1 0-16,4-1-12 0,3-2-2 0,2 1-3 16,0 0-7-16,-2 0-5 0,5 0 0 0,-3 0-7 15,3-1-1-15,-3 1-2 0,-5 3-2 0,2-3-17 16,-4 0-16-16,-1 4-18 0,-3-3-25 0,-3 1-17 16,0 2-27-16,-5 0-34 0,6-1-47 0,-6 1-39 15,0 0-264-15,0 0-523 0,-16-5 233 0</inkml:trace>
  <inkml:trace contextRef="#ctx0" brushRef="#br0" timeOffset="131363.1">11747 14551 137 0,'5'-1'225'0,"1"1"-18"0,2 2-11 16,3 1-20-16,0 7-14 0,5 3-6 0,7 9-7 15,-5 1-9-15,5 5-10 0,2 14-11 0,-4 1-7 0,2 1-7 0,-6 5-7 16,-2-1-7-16,-1 4-6 0,-9-1-9 0,-5 1-6 16,-4 2-10-16,-7-3-3 0,-2-2-7 0,-10 2-4 15,0 0 1-15,-8-2 4 0,-2 2-15 0,-6-3-12 16,-22 14-14-16,14-18-21 0,-28 14-46 0,-1-6-43 15,-7-6-60-15,-6-1-255 0,-6-8-449 0,3-7 199 16</inkml:trace>
  <inkml:trace contextRef="#ctx0" brushRef="#br0" timeOffset="132042.62">9360 14718 108 0,'0'0'187'0,"-4"-6"-14"0,4 6-25 0,-4-5-17 0,4 5-8 16,0 0-12-16,-14 10-15 0,4-4-8 15,-2 10-9-15,-7 11-3 0,-9 12-2 0,1 9-1 16,-1 6 2-16,-10 22-7 0,17-19 5 0,2-2 8 15,-4 25 6-15,14-27-10 0,0-2 2 0,9 1-6 0,0-3 10 0,5 0-2 16,8-3-4-16,4-14-6 0,9 6 1 0,0-9-10 16,19 2-23-16,3-3-1 0,5-3 0 0,11-7-2 15,25-2-45-15,-25-8-46 0,33 1-75 0,-5-6-75 16,-33-3-175-16,2-3-412 0,-1-2 183 0</inkml:trace>
  <inkml:trace contextRef="#ctx0" brushRef="#br0" timeOffset="133052.7">12264 14807 244 0,'0'-6'248'0,"3"0"-8"16,-1 2-12-16,0-1-15 0,0-1-16 0,-1 2-21 15,1 1-19-15,-2 3-19 0,2-5-16 0,-2 5-14 0,0 0-11 16,0 0-14-16,14 10-11 0,-10-1-5 0,3 7-9 0,0-1-4 16,-1 10-5-16,2 1-5 0,0-1-1 0,-3 4-6 15,0-2 2-15,0 2-8 0,0-4 0 16,2 1-6-16,-2 1 0 0,0-2-4 0,0-7-2 15,-1-2-3-15,-3-3 2 0,4-1-3 0,-2-1-3 16,1-1 2-16,-3-3 0 16,2-1 3-16,-3-1 40 0,1-2 41 0,0 1 28 15,0-1 51-15,-1-3 30 0,0 0 19 0,4 3-9 16,-4-3-23-16,6-6-20 0,1-4-19 0,1-1-14 16,3-4-16-16,6-7-11 0,0 0-13 0,-1-3-10 15,3-3-10-15,-1-3-7 0,10-10-12 0,-10 9-6 16,1 0-11-16,-1 1-3 0,-1 3-3 0,-5 5-3 15,-3 4-3-15,3 3-6 0,-4 3 2 0,-5 3-6 0,3 1-1 0,-4 3-5 16,2 0-11-16,-2 0-20 16,0 2-26-16,1-1-39 0,-1 2-48 0,-1 0-57 15,-1 3-52-15,0 0-60 0,0 0 4 0,0 0 2 16,5 6-24-16,-2 3-20 0,-3 1-260 0,0 0-643 16,1 5 285-16</inkml:trace>
  <inkml:trace contextRef="#ctx0" brushRef="#br0" timeOffset="133367.43">12867 15070 115 0,'0'0'366'0,"0"0"-17"0,0 0-34 15,-5-1-36-15,5 1-29 0,0 0-29 0,0 0-24 16,0 0-28-16,0 0-20 0,0 0-34 0,-3 6-11 16,3-1-14-16,-1 5-12 0,-2 2-8 0,0-1-6 0,2 8-7 15,-2-1-7-15,1 1-5 0,-1 6-3 0,0-7-6 0,1 3-2 16,1-1-4-16,-2-3-3 0,2 4-2 0,1-4-4 16,-3 0 1-16,2 1-2 0,2-4-1 0,-1-6 3 15,0 3-6-15,0-1-13 0,0-3-16 0,0 0-21 16,-1-3-24-16,1 0-27 0,0 0-37 0,0 1-47 15,0-5-49 1,1 7-233-16,-1-7-487 0,-2 2 216 0</inkml:trace>
  <inkml:trace contextRef="#ctx0" brushRef="#br0" timeOffset="135725.85">13562 15093 160 0,'-7'2'214'15,"0"-4"-4"-15,7 2-5 0,-9 0-12 0,9 0-13 16,-7 0-16-16,7 0-16 0,0 0-16 0,-9 0-13 15,9 0-11-15,0 0-16 0,0 0-5 0,0 0-7 16,0 0-10-16,0 0-8 0,-8 0-9 0,8 0-6 16,0 0-1-16,0 0-5 0,0 0-6 0,0 0-4 0,0 0 3 0,0 0-7 15,0 0-6-15,-5-1-1 0,5 1 0 16,0 0 2-16,0 0-9 0,0 0-1 0,0 0 2 0,0 0-6 16,0 0 6-16,0 0-6 0,0 0-1 0,0 0 3 15,0 0-8-15,0 0 0 0,0 0 4 16,0 0-4-16,0 0 1 0,0 0 0 0,0 0 3 0,0 0-4 15,0 0 0 1,0 0 1-16,0 0-5 0,0 0 4 0,0 0-4 0,0 0 0 16,0 0 3-16,0 0-1 0,0 0-1 15,0 0 3-15,0 0-4 0,0 0 1 0,0 0-1 16,0 0 2-16,0 0 1 0,0 0-2 0,0 0-2 16,0 0 1-16,0 0 11 0,0 0-9 0,0 0-1 15,0 0 2-15,0 0-4 0,0 0 0 0,0 0 2 0,0 0 1 16,0 0 2-16,0 0 0 0,0 0 8 0,0 0 7 0,31 0 3 15,-10-2-3-15,10-2 2 0,5 1-3 0,16-4-4 16,-1 2 2-16,8 0-5 0,0 0-1 0,1-2 2 16,4-1 0-16,-1-1-2 0,-2 3 2 0,-2 0-4 15,-4 1-2-15,-20 1 2 0,1 3 0 0,-10-1-13 16,-6 1-15-16,-7 0-19 0,1 2-19 0,-4-1-14 16,-1 0-13-16,-4 0-18 0,-5 0 4 0,4 2 15 0,-4-2-7 0,-9 6-21 15,-2-3-12-15,-5 1-14 0,-3 0-1 0,-1 1-31 16,-1-1-90-1,-2-3-282-15,4 2 125 0</inkml:trace>
  <inkml:trace contextRef="#ctx0" brushRef="#br0" timeOffset="135968.03">13891 14887 112 0,'0'-17'259'0,"0"5"0"0,0 2-13 0,0 1-16 16,-4 2-19-16,4 1-22 0,0 1-23 0,0 0-20 16,0 5-21-16,0-4-12 0,0 4-15 0,0 0-10 0,-4 14-11 15,4 5-6-15,-5 6-10 0,1 7-8 0,-1 3-7 16,-4 10-3-16,-1 2-4 0,6-10-5 0,0 9-2 16,3 0-3-16,-2-11-3 0,2 13-1 0,5-15-38 15,-3 1-30-15,3-2-47 0,0-1-53 0,2-4-78 16,3-1-157-16,0-9-410 0,3-4 181 0</inkml:trace>
  <inkml:trace contextRef="#ctx0" brushRef="#br0" timeOffset="136669.04">14891 14730 48 0,'0'-7'202'0,"0"7"-26"0,0 0-15 0,4-3-11 15,-4 3-23-15,9 0-9 0,0 0-11 0,1 0-11 16,3 2-12-16,0-1-2 0,5 6-10 16,1-1-1-16,-2 0-3 0,7 6-5 0,-5-3-4 0,-2-1-9 0,2 4 0 15,-6 0-10-15,3 2-5 0,-2 2-2 0,-2 0-8 16,-6 0 7-16,0 9-6 0,-3-7-4 0,-3 2 0 16,-5 5 12-16,-3 0-4 0,-6 0 1 0,0 0-2 0,-6-3-4 15,-2 1-6-15,0-2 5 0,-3-4-5 16,-1 0 2-16,-2 1 0 0,4-4 2 0,-3-1 4 15,2 2-4-15,5-5-2 16,2-2-2-16,2 1 1 0,4-5-4 0,3 1 1 16,3-2-6-16,-1 1 3 0,2-2-2 0,-1 1 9 15,2-1 0-15,4-2 2 0,-5 3 0 0,5-3 13 16,0 0 5-16,16 0 1 0,-3 0-1 0,6-3-5 16,1-1 1-16,9 4-5 0,1-3-4 0,0-1 3 15,0 1-1-15,-1-1 9 0,3 0-1 0,-3 0 2 16,-6 2-6-16,4-3-3 0,-11 3 3 0,0 1-5 0,-7 0-4 0,1 0-2 15,-1-1-1-15,-4 2-3 0,2-3-1 0,-7 3-4 16,6 0 3-16,-1-1-8 0,-5 1-2 0,0 0-19 16,0 0-19-16,0 0-18 0,0 0-16 0,0 0-17 15,0 0-13-15,0 0-18 0,0 0-18 0,0 0-39 16,0 0-39-16,-14 6-185 0,14-6-425 0,-9-2 188 16</inkml:trace>
  <inkml:trace contextRef="#ctx0" brushRef="#br0" timeOffset="137239.51">15437 14812 174 0,'0'0'268'0,"-2"-4"-26"0,2 4-23 16,0-5-27-16,0 5-20 0,0 0-23 0,0 0-19 16,0 0-10-16,0 0-15 0,0 0-12 0,0 0-11 0,3 12-7 15,-2-3-11-15,1 3-7 0,-4-2-3 0,2 7-7 16,-1 0-1-16,0 2-9 0,1 0-1 0,-4 0-3 16,2 2-1-16,-1 4-6 0,2-5-2 0,-2-1 0 15,1 0-3-15,-1-2-3 0,2 1-1 0,-2-6-2 16,3 0-1-16,-2-3-2 0,2 1 0 0,0-4 2 15,-3-1-3 1,3 0 3-16,0 1 8 0,0-6 38 0,0 5 28 16,0-5 39-16,0 5 32 0,0-5 30 0,0 0-12 0,0 0 11 15,0 0-9-15,0 0-19 0,9-10-11 0,-2-1-20 16,4-3-6-16,-1 0-13 0,6-6-16 0,1-5-13 16,1 4-23-16,0-4-9 0,0 2-9 15,0 2-2-15,-3 6-10 0,-7 1 5 0,1 5-3 16,1 0-7-16,-5 2-4 0,-1 2-4 0,1 1-6 0,-1 0-7 0,0 3 1 15,-4 1-1-15,10 2-6 16,-5 4-7-16,3 0 2 0,-3 5 1 0,4 5-6 0,-3 1 2 16,2 0 4-16,-2 2-3 0,4 3 0 0,-3-3 5 15,1 1-3-15,-3-4 4 0,2 1-1 0,-2-1 0 0,-1-4 5 16,1-1-22-16,-2 0-29 0,0-2-6 0,-1-2-12 16,1-2-10-16,-2 1-7 15,3-1 14-15,-2 1-5 0,-2-4 11 0,0 1 7 16,0-3 4-16,2 3 6 0,-2-3-9 0,0 4-2 15,0-4-6-15,0 0-8 0,0 0-25 0,0 0-31 16,0 0-23-16,0 0-34 0,-7-12-367 0,7 5-599 16,3 0 265-16</inkml:trace>
  <inkml:trace contextRef="#ctx0" brushRef="#br0" timeOffset="137792.99">15963 14807 70 0,'8'-7'225'15,"1"4"-26"-15,1 1-22 0,1 0-17 0,0 2-11 16,3 2-2-16,5 3-10 0,-2 2-11 0,-2 2-14 16,-1 1-10-1,0 5-14-15,-1-1-6 0,-4 3-6 0,0 1-7 16,-1 0-4-16,-3 7-7 0,-3-5-6 0,-2-1-4 15,-1 0 0-15,-4 6-3 0,0-4-2 0,-3-1 1 0,0-4 1 16,-1-1 2-16,0 1 0 0,-3-1 1 0,2-2-4 16,-3-1 1-16,4-4 5 0,-3-1-5 0,7 0 1 15,-6 2-7-15,3-4-2 0,4-2 0 0,-1 1-6 16,0 1 2-16,1-4-3 0,-1 0 27 0,5-1 20 16,-4 4 24-16,4-4 32 0,-4 1 10 0,4-1-16 15,0 0 20-15,0 0-10 0,0 0-14 0,0 0-14 0,13-17-10 16,-4 10-13-16,5-9-13 0,0 3-5 0,4-7-16 0,4 3-8 15,-1-5-11-15,1 1-7 0,0 2-8 16,0-3-11-16,0 5-1 0,-3-5 5 0,-3 8-4 16,-3 0 0-16,2 1-2 0,-6 1 1 0,0 2 0 0,-1 2 2 15,-2 2-5 1,-2 1 3-16,1 1-9 0,-1 0-6 0,-1 0-16 16,-1 2-23-16,-2 2-3 0,0 0 1 0,0 0 2 15,-6 14 8-15,-2-5-3 0,-2 6 7 0,0 0-1 16,-6 5 2-16,2 3 2 0,1-1 1 0,2 4 6 15,2-8 4-15,3 1-2 0,2 0 4 0,1-1 4 16,0 0 4-16,6-1 3 0,0-2 3 0,4 2 3 16,5-5 3-16,3 0 0 0,11 1-5 0,2-1-18 15,4-3-36-15,5-2-42 0,17-2-59 0,-3 0-84 16,1-5-102-16,0-3-172 0,-13 3-561 0,-1-2 249 0</inkml:trace>
  <inkml:trace contextRef="#ctx0" brushRef="#br0" timeOffset="138378.6">16775 14904 283 0,'0'0'325'0,"0"-4"-18"0,0 4-14 16,2-6-26-16,-2 6-20 0,0 0-25 0,0-3-28 15,0 3-26-15,0 0-15 0,0 0-19 0,0 0-17 16,0 0-14-16,0 0-13 0,0 0-8 0,11 13-10 0,-10-4-8 15,3 2-8-15,-2 1-6 0,2-1-6 0,2 7 1 16,-2-1-8-16,1 1-5 0,-1-2-5 0,-2 4-2 0,1-4-5 16,1 2 0-16,3-2-3 0,-2 0-1 0,-1-5-4 15,-1 2-1-15,1-2 3 0,-2-2-4 0,0-2-2 16,-1 1 2-16,2-4-1 0,-3 3 16 0,1-4 23 31,4 1 23-31,-5-2 28 0,0-2 30 0,1 5 29 16,2-4 25-16,-3-1 23 0,0 0 15 0,0 0 13 0,0 0 6 15,0 0-3-15,0 0-13 0,0 0-28 16,9-11-17-16,0 1-16 0,5-4-19 0,4-4-21 16,1-4-7-16,3-2-21 0,-2-2-15 0,1 0-5 15,-1 1-5-15,-1 0-6 0,-1 1-9 0,-1 2-1 0,-6 5-7 16,2 2-7-16,-3-1-3 0,2 6-1 0,-6 0-13 0,2 1-1 16,1 1 1-16,-4 0 1 0,-1 4-9 0,0 0-1 15,-2-1-2-15,2 3-22 0,-1-1-26 0,-1 0-28 16,-2 3-43-16,4-4-34 0,-4 4-35 0,0 0-36 15,0 0 3-15,0 0-23 0,10 4-14 0,-6-1-15 16,-1 2-22-16,1 0-25 0,-3 1-37 0,4-1-41 16,-3 2-339-16,2-1-786 0,0 1 347 0</inkml:trace>
  <inkml:trace contextRef="#ctx0" brushRef="#br0" timeOffset="138810.76">17977 14900 141 0,'0'0'246'15,"0"0"-2"-15,0 0-14 0,0 0-6 0,0 0-6 16,0 0-9-16,0 0-6 0,0 0-18 0,0-4-13 16,0 4-19-1,0 0-13-15,14-4-19 0,-6 3-9 0,4 0-16 16,4-3-8-16,6 1-9 0,-3-1-6 0,9 0-6 15,3-1-9-15,2 3-6 0,-1-4-6 0,0 2-5 16,-1 1-4-16,-2 1 2 0,-2-1-4 0,-8 1-4 16,-2 0-10-16,-5-1 0 0,-1 3 1 0,-4-2-4 15,2 2-3-15,-4 0-12 0,-5 0-19 0,12 0-27 16,-12 0-33-16,0 0 0 0,0 0-11 0,0 0-22 0,-16 6-33 0,6-1-44 16,0-2-40-16,-5 3-188 0,3 1-447 0,1-3 198 15</inkml:trace>
  <inkml:trace contextRef="#ctx0" brushRef="#br0" timeOffset="139258.29">18053 15090 233 0,'0'0'240'0,"0"0"-4"0,0 0-3 16,-8 1-8-16,8-1-9 0,0 0-10 0,0 0-15 15,0 0-12-15,0 0-13 0,0 0-15 0,0 0-9 16,-6 1-15-16,6-1-8 0,0 0-3 0,0 0-5 16,0 0-7-16,0 0-11 0,0 0 6 0,0 0-1 15,0 0-7-15,0 0-2 0,0 0 1 0,0 0-4 16,0 0 2-16,0 0-14 0,0 0-3 0,15-6-8 0,-2 3-5 0,7 0-6 15,10 1-11-15,4-1-6 0,7-1 1 0,13-1-8 16,1 4 3-16,2-3-9 0,3 0-1 0,1 1-1 16,-2 0-6-16,-1-1 3 0,-6 1-2 0,-11 1-3 15,-4 2 2-15,-1-2 1 0,-5-1 1 0,-2 2-2 16,-9-3-8-16,-3 2 8 0,-3 2-2 0,-5-1-6 16,-1-1 5-1,-2 1-3-15,-1 0 2 0,2 1 0 0,-7 0 6 16,9-2-25-16,-9 2-11 0,5 0-16 0,-5 0-17 15,0 0-13-15,0 0-20 0,0 0-26 0,8 0-27 0,-8 0-21 16,0 0-29-16,0 0-29 0,0 0-19 16,0 0-35-16,0 0-211 0,0 0-523 0,0 0 233 15</inkml:trace>
  <inkml:trace contextRef="#ctx0" brushRef="#br0" timeOffset="139881.66">19738 14708 107 0,'0'0'175'16,"-1"-3"-13"-16,1 3-12 0,-5-2-17 0,5 2-5 15,-7-3-15-15,2 0-5 0,0 1-6 0,5 2-19 0,-9-2-7 16,4 2-2-16,5 0-8 0,-18 4-3 0,11-1-3 31,0-2-4-31,-4 1-6 0,-1 0-2 0,2 1-7 0,-3 2 2 0,0 2-8 0,0 0 3 16,-3 3-4-16,3 0-3 0,-2 1-3 15,1 1 0-15,-3 4 8 0,-2 1 2 0,1 1 1 0,4-3 3 16,3 2-8-16,0-1 2 0,-1 5-1 0,5-4 5 16,-1-1-2-16,1-1-5 0,2 4 2 15,-2-4-1-15,5-3-4 0,1 5 2 16,1-5 3-16,1 4 5 0,0-4 4 0,0 1-1 15,5-2 3-15,-4 0 9 0,6-1 8 0,3 4 7 16,-2-6 12-16,5 3 11 0,-1-4-1 0,4 2 6 0,-1-3 6 16,6-1-2-16,-2 0 5 0,8-1 5 15,-1-1-4-15,0 0 20 0,3-3-10 0,-1-2 11 16,-9 1 15-16,3-2 13 0,0-1 18 0,-2-2 11 0,4-4 11 0,-6 4 0 16,0-3-10-16,0-2-13 0,4-6-25 0,-3-2-12 15,-1-3-18-15,-1-2-22 0,-5 0-21 0,-7 0-20 0,1-1-21 16,-10 1-31-16,2-2-37 0,-7 9-46 0,-6-7-60 15,-9 2-56-15,-6 5-46 0,-18 0-52 0,-5 2-65 32,-3 3-134-32,-3 6-253 0,0 0-805 0,1-3 357 0</inkml:trace>
  <inkml:trace contextRef="#ctx0" brushRef="#br0" timeOffset="148945.22">21287 14836 47 0,'0'0'111'0,"0"0"-12"0,0 0 0 0,0 0-7 16,0 0-5-16,0 0-1 0,0 0-4 0,0 0-2 0,0 0 5 15,0 0-3-15,0 0-3 0,0 0 0 0,0 0-3 16,0 0 1-16,0 0 7 0,0 0 0 0,0 0 1 16,0 0-13-16,0 0-8 0,13-6-8 0,-3 5-5 0,8-2-6 31,4-1-6-31,8-1-1 0,8-3-6 0,15 4 1 15,2-1-3-15,0 0-7 0,4 1 2 0,-3-1 0 16,-4 2-1-16,1-1-3 0,-19 1 4 0,4 2-5 0,-2 0-1 16,-8 0-5-16,0-1-2 0,-12 1 2 0,-2 2-6 15,-4-2 1-15,0 1-6 0,-3-1-12 0,0 1-11 16,-7 0-9-16,9 0-12 0,-9 0-15 0,0 0-16 16,0 0-20-16,0 0-20 0,-19-3-25 0,9 3-138 0,-2 0-298 15,2 0 133-15</inkml:trace>
  <inkml:trace contextRef="#ctx0" brushRef="#br0" timeOffset="149299.07">21965 14570 50 0,'0'0'166'0,"0"0"-19"0,0 0-9 0,0 0-11 15,8-2-6-15,-8 2-3 0,13 5-12 0,-2 2-7 0,2-3-6 16,5 3-3-16,1 2-1 0,5 0-10 0,-1 6-7 16,-6-5-4-16,10 3-7 0,-3 2-5 0,-7-2-6 15,-2-1-7-15,0 3-6 0,-3-2-3 0,-2-1-6 16,-2 3-3-16,-4-3-2 0,-3 0-9 0,-4-2 1 15,1 2-9-15,-7 1 3 0,-4-2 0 0,-2 2 14 16,-7-2-18-16,-2-1 2 0,-3 1 3 0,-4 1-7 16,4-6 1-16,7 2 0 0,-6 0 0 0,0 1 1 0,8-2-2 15,0-3-3-15,4 1 3 0,2-2-11 16,0 2-29-16,1-1-31 0,6-2-13 0,1 1-33 16,4 0-176-16,0-3-313 0,0 0 138 0</inkml:trace>
  <inkml:trace contextRef="#ctx0" brushRef="#br0" timeOffset="149678.26">22868 14608 14 0,'0'-4'235'0,"1"1"-17"0,-1 3-22 0,1-5-23 0,-1 5-15 16,0 0-17-16,0 0-19 0,0 0-16 0,0 0-8 0,0 0-11 15,0 0-9-15,2 12-11 0,-2-4-9 0,2 2-5 16,-1 1-5-16,-1 2-8 0,1-1-2 0,-1 5-2 16,2-3-5-16,-2 1-1 0,-3 2-1 0,3-1-2 15,0 0 1-15,0-5-2 0,0 1-6 0,-1 0 2 16,1-3-3-16,-2 2-4 0,2-5 1 0,0 1-3 15,0-2 2 1,0-1-1-16,2 1-1 0,-2-1 2 0,0-4 5 16,0 4-8-16,1-1 2 0,-1-3 3 0,0 4 10 15,0-4 0-15,0 0 1 0,0 0-2 0,-3 4-2 0,3-4-2 16,0 0-4-16,0 0-24 0,0 0-48 16,0 0-40-16,-7-12-26 0,3 7-32 0,2 0-200 15,2-2-380-15,-2-3 168 0</inkml:trace>
  <inkml:trace contextRef="#ctx0" brushRef="#br0" timeOffset="150116.07">22833 14311 39 0,'-5'-3'152'0,"-2"2"-11"0,0 1-12 0,-3 0-14 16,-2 2-6-16,3 2-13 0,-5 1-10 0,1 3-8 16,-2 3-6-16,-2 2-9 0,-4 5 3 0,-2 4 3 15,-1 3-8-15,0 2-7 0,0 4 1 0,-5 10 24 16,-1 3-2-16,6-1-3 0,2-1-1 0,8-9-6 0,2-1 3 16,1 2-1-16,5-1-1 0,1 0 0 0,2-2-5 15,4-1-5-15,3-1 4 0,1-2 17 0,7-2 7 16,5-3 13-16,-1 0 7 0,7-2 2 0,4-3 9 15,4-1 1-15,2-4 11 0,3-2 2 0,3-4 9 16,11-2-2-16,-8-3 4 0,8-6-16 0,-12 0 14 16,11-6-9-16,-12 1-3 0,-1-3-6 0,-3-3-5 0,-2-7-8 0,7-7-13 15,-3-4-11-15,-14 5-12 0,7-16-17 0,-6 1-15 16,-5-2-12-16,-7 0-10 0,-7 12-4 0,-7-13-10 16,-4 14-4-16,-5 2-11 0,-7-1-24 0,-15-2-43 15,-7 6-24-15,-9 8-30 0,-9 3-31 0,-29 4-48 16,-4 11-51-16,4 6-82 0,-7 0-252 0,5 7-646 15,31-8 286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3:28:11.33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2651 2317 37 0,'0'0'75'15,"0"-5"-10"-15,0 5-4 0,0 0 2 0,0 0 5 16,0 0-8-16,0 0 3 0,0 0 8 0,0 0 4 0,0 0 8 16,0 0 9-16,0 0 7 0,1-5 3 0,-1 5 17 0,0 0 7 15,0 0 4-15,-1-5 5 0,1 5 6 0,1-4 3 16,-1 4 1-16,-1-5 4 0,1 5-4 0,0-5-5 15,-1 2-2-15,1 3-7 0,0-6-9 0,0 6-7 16,0 0-7-16,0-8-23 0,0 8-8 0,0-1-6 16,0 1-9-16,0 0-11 0,0 0-15 0,0 0-20 15,1-6-16-15,-1 6-19 0,0 0-15 16,0 0 0-16,0 0 3 0,1 19-1 0,-1-4 6 0,-2 1 0 0,-2 12 8 16,4-1 2-16,-3 2 0 0,2-1 4 0,0 3 3 15,-3-2 1-15,3-2 0 0,-2-1-2 0,6-2 7 16,-6-6-4-16,3 1 7 0,0-2-2 0,3-3 1 15,-3-2 1 1,0-1 1-16,1-2-1 0,-2-3 2 0,2 0 0 16,-1-1-12-16,0 0 0 0,0-1 0 0,0-1 2 15,0-3 0-15,0 5 2 0,0-5 5 0,0 5-2 0,0-5 0 16,0 0-16-16,0 0-36 0,0 0-25 0,0 0-44 16,0 0-35-16,-5-13-51 0,1 8-189 15,4-6-430-15,-1 1 190 0</inkml:trace>
  <inkml:trace contextRef="#ctx0" brushRef="#br0" timeOffset="354.33">2601 2162 26 0,'-1'-3'247'0,"-2"-1"-18"0,3 4-16 16,-3-2-23-1,3 2-17-15,-3-3-23 0,3 3-17 0,0 0-16 16,0 0-10-16,0 0-15 0,0 0-16 0,23 5-4 16,-7 2-8-16,4 1 1 0,9 6-14 0,3 3-3 15,0 1-5-15,1 2-2 0,2 0 1 0,-3 4 3 16,-4 0-5-16,-4 0-1 0,-2 4-3 0,-4-3 1 0,-7 0-3 16,-2 4 0-16,-3 0-2 0,-8 0 12 0,-7 0-4 15,-4 0-3-15,-6 2 0 0,-13 3-2 0,4-9-7 0,-9 6-2 16,-4-3 0-16,12-10-4 0,-3 1 3 0,2-1-9 15,1-1-1-15,2-4 1 0,-1 0-2 0,9-4-2 16,2-1-1-16,3-3 0 0,4-1 1 0,-1 1-2 16,4-1-1-16,2-1-8 0,1 0-1 0,-1-3-6 15,5 0-8-15,0 0-23 0,0 0-22 0,0 0-11 16,21-8-17-16,-4 1-21 0,10-3-60 0,-8 3-55 0,1-5-136 0,5-2-388 16,2 4 172-16</inkml:trace>
  <inkml:trace contextRef="#ctx0" brushRef="#br0" timeOffset="639.2">3064 2498 163 0,'0'-2'372'15,"0"2"-12"-15,0 0-25 0,-3-8-25 0,3 8-30 16,0 0-30-16,0-4-30 0,0 4-21 0,0 0-28 15,0 0-19-15,0 0-25 0,0 0-13 0,0 0-11 16,1 14-13-16,1-3-11 0,-1-1-8 0,-1 7-3 0,3-5-2 0,-1 8-15 16,-1-3 2-16,-1 0-2 0,3 0-3 0,0 1-8 15,-2-2-4-15,-1-5-5 0,0 2 0 0,2-3-23 16,-2 1-14-16,0-3-21 0,-2 1-21 0,4-3-11 16,-4 1-17-16,2-3-12 0,-1 2-10 0,-2-6-26 15,3 0-32-15,-10 2-47 0,10-2-41 0,-15-8-215 16,4 0-497-1,1-3 221-15</inkml:trace>
  <inkml:trace contextRef="#ctx0" brushRef="#br0" timeOffset="801.82">2970 2352 166 0,'-1'-18'304'16,"1"3"5"-16,-2 3 14 0,0 1-6 0,1 3 0 16,1 3-20-16,0-2-5 0,0 1-25 0,0 6-28 15,0-11-25-15,-3 8-23 0,3 3-20 0,0 0-22 0,0-5-48 0,0 5-43 16,-2-7-57-16,2 7-33 0,10 0-31 0,-10 0-40 15,10 7-42-15,-1-2-55 0,4-2-52 0,-4 8-236 16,0-5-526-16,4 5 232 0</inkml:trace>
  <inkml:trace contextRef="#ctx0" brushRef="#br0" timeOffset="1333.9">3530 2223 47 0,'2'-10'299'0,"-4"0"-3"0,2 3-5 0,0-4 2 16,2 5-8-16,-4-4-2 0,1 4-14 0,1 0-7 0,-1 0-18 15,1 2-23-15,-2-1-16 0,2 5-18 0,-1-4-37 16,1 4-21-16,-1-3-29 0,1 3-42 16,0 0-28-16,0 0-18 0,0 0-5 0,-2 22 7 15,0 2 10-15,-1 8-15 0,-2 12 4 0,0 6-1 16,-5 2 3-16,5-2-2 15,0 3 0-15,1-2 1 0,0-4-1 0,3 0-1 16,1-13 0-16,0-3-4 0,0 2 3 0,1 0-2 16,-1-7 2-16,0-1 0 0,0 0-2 0,-1-8 1 15,1-1 8-15,-4-4-10 0,0 0 2 0,4-3 0 16,-1-2 8-16,-3-2 19 0,0 2 11 0,-1-1 1 16,1-3 5-16,-6-1 9 0,1 0-17 0,-3 3-12 15,-1-5 3-15,1 0 3 0,2 0-8 0,-4-3-4 0,1 1-2 16,-1-1 1-16,1 1 0 0,2 0-14 0,0-1-1 15,2 0 2-15,1 1 2 0,1-3-17 0,2 1-18 16,0 3-30-16,1-4-28 0,0-1-40 0,3 1-49 16,1-1-46-16,0 0-50 0,1-6-59 0,3 2-237 15,1 0-604-15,3-2 268 0</inkml:trace>
  <inkml:trace contextRef="#ctx0" brushRef="#br0" timeOffset="1640.65">3322 2591 80 0,'0'0'297'16,"-5"0"-10"-16,5 0-15 0,0 0-17 0,-5 4-8 15,5-4-21-15,0 0-18 0,0 0-19 0,0 0-22 16,0 0-11-16,0 0-17 0,0 0-10 15,0 0-12-15,0 0-9 0,16-7-15 0,-6 7-10 16,8-3-5-16,-5-1-9 0,6-1-8 0,-1-1-5 0,0 5-9 0,0-5-1 16,1-1 1-16,-1 3-10 0,-1-1-2 0,-3 2-7 15,-4 1 2-15,3-1-5 0,-3 0-5 0,-2 1-2 16,-1 2-3-16,0-3-4 0,0 3-7 0,0-1-9 16,-3-2-7-16,2 3-19 0,-1-1-24 0,-5 1-31 15,10-1-41 1,-5 1-39-16,3-3-66 0,-4 1-263 0,2-1-536 15,-6 3 239-15</inkml:trace>
  <inkml:trace contextRef="#ctx0" brushRef="#br0" timeOffset="2157.69">3906 2217 202 0,'1'-4'276'0,"-1"-1"-5"15,-1-1-4-15,1 6-6 0,-3-10-12 0,3 4-3 16,0 1-8 0,0 5-3-16,0-6-10 0,0 6-4 0,0-8-4 15,0 8-18-15,-1-7-7 0,1 7-2 0,0-5-8 16,0 5-17-16,0-4-14 0,0 4-17 0,0 0-9 15,0 0-7-15,0-4-17 0,0 4-14 0,0 0-30 0,0 0-7 16,0 0-33-16,0 0-30 0,0 0-31 16,0 0-5-16,-5 20 5 0,5-2 9 0,-8 12 5 15,7 16 3-15,-7 2 8 0,3 2-2 0,-1 2 8 0,2 1 0 0,-4-2 4 16,7 2 14-16,-3-7-14 0,2-12 3 16,2 0-4-16,2-1 9 0,-2-3-1 0,1 0 5 15,2-11 2-15,-3 1-2 0,0-3-5 0,1-1 3 16,2-4 3-16,-6-5-3 0,3 1 9 0,0 0 8 15,0-2 31-15,3-3 28 0,-3-3 33 0,-3 7 16 0,3-7 4 16,0 0-14-16,0 0-12 0,0 0-7 0,0 0-15 0,-19-10-8 16,14 6-4-16,-1 0-7 0,0 0-10 0,0-3-3 15,-3 3-7-15,3-2-5 0,-1 2-4 0,2-2-6 16,-3 1-3-16,1 0-12 0,-3 2-16 0,5-2-14 16,-1 1-24-16,-1 2-22 0,2-2-38 0,5 4-41 15,-8-6-34-15,5 4-36 0,1-1-35 0,2 3-47 16,-4-9-61-1,4 6-330-15,0-3-743 0,3 0 329 0</inkml:trace>
  <inkml:trace contextRef="#ctx0" brushRef="#br0" timeOffset="2481.67">3723 2509 212 0,'0'0'259'0,"0"0"-17"0,-10 0-14 0,10 0-12 16,0 0-11-16,0 0-8 16,-5 0-19-16,5 0-16 0,0 0-20 0,0 0-13 0,0 0-13 15,0 0-11-15,0 0-8 0,23-8-11 0,-9 8-1 16,5-5-14-16,1 1-10 0,10-1-4 15,-10 2-6-15,2-1-8 0,6-2-3 0,-10 2 3 16,-5 1-10-16,-3 0 6 0,3 1-10 0,-6 0-5 16,0 0 2-16,-1 1-5 0,-1 1 1 0,-5 0-2 15,7-2-4-15,-7 2-13 0,6-3-16 0,-6 3-25 0,0 0-30 0,0 0-22 16,0 0-34 0,0 0-28-16,0 0-45 0,0 0-233 0,0 0-465 15,-27 5 206-15</inkml:trace>
  <inkml:trace contextRef="#ctx0" brushRef="#br0" timeOffset="2875.84">4183 2532 81 0,'0'0'245'0,"0"0"-22"0,0 0-21 16,0 0-16-16,0 0-17 0,0 0-14 0,0 0-13 16,0 0-11-16,19-5-15 0,-6 3-8 0,-3-3-12 0,4-1-12 15,3 2-5-15,2-3-11 0,-5 0-3 0,4 0-9 16,-5-1 3-16,2 2 10 0,-2-2 4 0,-3-1 6 16,-1 2-4-16,-1-1 0 0,-2 2 0 0,0-3-2 15,-2 1-4-15,-2 1-1 0,0 1 6 0,-1 2-12 0,1-1-10 16,-5 1-7-16,1-1-9 0,2 5-6 0,-13-3-2 15,4 4-8-15,-4 1-2 0,-1 1-2 0,0 6-2 16,-4-4-5-16,4 8 2 0,-5-6-1 0,6 8 0 16,-1-1-4-16,-5 6 10 0,7-7-13 15,3 1 2-15,-1 2-1 0,3 0-16 0,2-1-19 0,2-3-14 16,3 0-21 0,1 3-29-16,3-4-30 0,0-3-45 0,5 2-66 15,-3-6-199-15,4 0-472 0,1 0 209 0</inkml:trace>
  <inkml:trace contextRef="#ctx0" brushRef="#br0" timeOffset="3230.46">4434 2406 150 0,'0'0'265'0,"2"-4"-27"15,1 0-24-15,1 3-22 0,-4 1-18 0,12 0-18 16,-1 0-14-16,-2 4-10 0,3-2-2 0,1 4-9 0,2 4-10 15,1-1-7-15,-1 1-9 0,-1 4-5 16,0 1-8-16,-1-1-6 16,0 3-6-16,-4 0-7 0,0 0-5 0,-3-1-7 15,0 4 3-15,-2-5-12 0,-3-3-3 0,-1 0-3 16,-1 1 0-16,-1-2 1 0,-3-1-2 0,1-3 1 16,-3 1 2-16,3-1-2 0,-1-3 17 0,0-1 10 15,-1 0 1-15,0-1 7 0,6-2 13 0,-10 0 14 16,10 0 12-16,-12-5 13 0,8 0 6 0,0 0-7 15,3-4-6-15,-3-1-10 0,4 0-10 0,0-2-8 0,3-5-6 0,-1-2-15 16,8-7-16 0,-2 3-17-16,5-1-14 0,1 2-27 0,0 1-9 15,-1 5-29-15,-2 2-27 0,2-2-29 0,4 4-39 16,-2 1-40-16,0 2-42 0,3 0-53 0,-3 2-58 16,-3 3-216-16,7 2-593 0,-6-2 262 0</inkml:trace>
  <inkml:trace contextRef="#ctx0" brushRef="#br0" timeOffset="4262.7">4929 2576 133 0,'-2'0'258'0,"2"0"-7"0,-3 5-15 0,3-5-16 16,0 0-20-16,0 0-13 0,0 0-20 0,0 0-12 15,0 0-20-15,0 0-11 0,22-5-11 0,-12 0-15 16,4 2-9-16,-1-5-8 0,1 0-8 0,1 0-7 16,1-1-9-16,-3 1-5 0,2-4-6 0,-2 2-6 15,-2-1-1-15,1-2-6 0,-5 3 1 0,4-3 9 0,-4 5 11 16,-3-4-3 0,1 6 8-16,-1-6 4 0,-3 5 6 0,3 0-4 15,-6 2-4-15,0-2-6 0,1 2-10 0,-2 1-4 0,-2 0-7 16,5 4-4-16,-16-1 0 0,3 1-8 0,-1 0-2 15,-4 4-6-15,0 1-4 0,4 3 5 16,-5 1-3-16,1 3-2 0,9-4 0 0,-5 4-4 16,0 1 1-16,-3 0-2 0,2 7-2 0,3-3-2 0,5-1-3 15,-2-1 4-15,4 2 1 0,3-5-7 0,4 5 1 16,6-3-2-16,5-1 0 0,3-1-10 16,8 1-12-16,3-5-16 0,1 0-16 0,3-3-12 15,-1-2-10-15,0-4-2 0,-3 1 0 0,2-5 6 0,-5 0 8 16,-6-1 10-16,3-1 9 0,-6 1 21 0,2-5 20 15,-5-1 23-15,1-1 20 0,-4-2 17 0,-2 5 10 0,3-5 17 16,-1-1 14-16,-7 1 18 0,2 3 35 0,-1 0 9 16,-1 0 11-16,-1 0 21 0,1 1 8 0,0 3 8 15,-2-1 2-15,2 6-5 0,0-2-13 0,-1-2-15 16,-1 2-21-16,0 5-13 0,1-2-25 0,-1 2-11 16,3-6-16-16,-3 6-27 0,0 0-38 0,0 0-42 15,0 0-24 1,0 0 4-16,0 0 0 0,-1 13 7 0,-2-1 5 0,3 5 10 15,-1-1-1-15,-3 9 4 0,2-6 3 0,-1 1 4 16,-1-1 10-16,0 0-5 0,1-1 2 0,-1-2-2 16,2-3-1-16,0-2 5 0,-2-3 2 0,3-1-4 15,0 1 6-15,1-3 0 0,0-1 6 0,0-4 31 16,-2 4 22-16,2-4 12 0,0 0 0 0,0 0-12 0,0 0-7 16,0 0-3-16,12-19-10 0,-8 9-3 0,2-2-6 15,0-1-6-15,2-5-1 0,0 1-2 0,1 2-7 16,1-1-3-16,0-1-3 0,-5 6 2 0,0 2-3 15,2 0-4-15,-5 4-2 0,3-2-7 0,-1 2-13 0,0 2-15 16,0-1-12-16,0 2-8 0,1-1 1 0,-5 3-6 16,14 3-13-16,-4 2-10 0,-1-1-20 0,0 1 2 15,0 0 9-15,5 2-9 0,-3 0-15 0,1-2-15 16,1 1 5-16,-2 1-13 0,0-3 8 0,0 0 1 16,-2-1 12-16,-1-1 9 0,-2 0 12 0,0-1 11 15,-6-1 8 1,13-3 12-16,-9-2 2 0,0 1 11 0,1-6 10 15,0 3 19-15,-1-4 17 0,-3 0 22 0,0-1 7 16,3-4 22-16,0-5 7 0,-4 5 11 0,3-4 7 16,-1 0 8-16,1-6 7 0,-2 0 6 0,4-1-3 0,-2 8 11 15,-2-8 14-15,3 8 12 0,-3 4-5 0,2 2-1 16,-2 2-14-16,2 2-9 0,-3 4-15 0,2 0-10 16,-2 0-26-16,0 5-37 0,0 0-37 0,0-7-57 15,0 7-29-15,0 0 6 0,0 0 10 0,0 20 20 0,0-2 6 16,0 7 10-16,-2 4 3 0,-1 2 10 15,2 0 5-15,-2 2 12 0,3-3-2 0,-5 1 8 0,1-2-9 0,4-4 16 0,0-6 2 16,0-2 6-16,0-1-4 0,0-6 0 0,-2 1-12 16,-1-4-4-16,3-1-1 0,0-1 2 15,0 0-4-15,0-5 5 0,-1 6 1 0,1-6-32 16,0 0-42-16,0 0-40 0,0 0-34 0,-8-12-35 16,7 4-45-16,-3 0-57 0,0-1-233 0,4-3-590 15,-4 2 261 1</inkml:trace>
  <inkml:trace contextRef="#ctx0" brushRef="#br0" timeOffset="4525.87">5486 2406 121 0,'0'0'170'0,"0"0"-3"15,13 3 2-15,0-3-14 0,9 0-14 0,7-2-19 16,6 1-10-16,3-2-10 0,-1 1-10 0,15-3-4 15,1-5-21-15,-2 5-2 0,-14 1-6 0,-1 2 0 16,-1-5-11-16,-5 6 10 0,-10-3 7 0,0 1 15 16,-8 1 20-16,-2-1 4 0,1 0 13 0,-6 2 6 15,3 1 2-15,-8 0-7 0,10 0-9 0,-10 0-13 0,6-3-11 0,-6 3-11 16,3-2-14-16,-3 2-4 0,0 0-27 0,0 0-23 16,0 0-27-16,0 0-29 0,0 0-28 0,0 0-36 15,0 0-20-15,0 0-34 0,0 0-35 16,-3 9-193-16,3-9-429 0,0 0 190 0</inkml:trace>
  <inkml:trace contextRef="#ctx0" brushRef="#br0" timeOffset="4826.67">6165 2360 186 0,'0'0'364'0,"0"0"-5"0,1-8 4 0,-1 8 9 16,-1-4-20-16,1 4-9 0,0 0-27 0,0 0-26 15,0 0-28-15,1-4-33 0,-1 4-25 0,0 0-21 0,0 0-25 16,0 0-20-16,0 0-23 0,0 0-5 0,2 12-19 16,-1-8-4-16,0 6-7 0,-1 1-7 0,0 2-6 15,2-1-9-15,-2 3-1 0,0 2-7 0,0 2-5 16,1 0-2-16,-1-1-2 0,0 1-5 0,0-5-6 16,0 0 1-16,1-2-4 0,-1-2-2 0,0-2-7 15,0-1-21-15,0 0-14 16,-1-4-13-16,1-3 1 0,0 11-5 0,1-8 8 15,-1-3 10-15,0 0-15 0,0 0-36 0,-4 1-53 16,4-1-28-16,0 0-29 0,-8-15-18 0,5 5-33 16,-1 1-36-16,1-6-63 0,-3-3-256 0,3-8-629 15,1 0 279-15</inkml:trace>
  <inkml:trace contextRef="#ctx0" brushRef="#br0" timeOffset="4964.83">6165 2101 117 0,'-3'-9'303'0,"2"4"8"0,-1 0-12 0,0 3-12 15,1-3-24-15,0 0-22 0,1 5-27 0,-2-5-25 16,2 5-15-16,-1-2-30 0,1 2-24 0,0 0-41 16,0 0-17-16,7-3-33 0,-7 3-48 0,10 7-53 15,-1-1-78-15,0 1-83 16,1-1-160-16,-1-1-426 0,1 3 188 0</inkml:trace>
  <inkml:trace contextRef="#ctx0" brushRef="#br0" timeOffset="5766.04">6556 2382 179 0,'-1'-5'340'0,"1"1"-20"16,0 0-20-16,0 4-30 0,1-6-27 0,-4 3-25 15,3 3-18 1,-7 0-25-16,7 0-18 0,-13 3-14 0,4 2-19 15,-1 4-6-15,-4 1-17 0,1 4-8 0,-1 1-8 16,2 1-8-16,1-1-7 0,0 2-9 0,0 0-2 16,1 0-8-16,1 0-3 0,0-2-6 0,4 1 9 15,1-7-18-15,4 1 0 0,-5-4-8 0,3 3 3 16,0-4 3-16,1-2 15 0,0 0 11 0,1-3 5 16,9 0 5-16,1-1 5 0,0-1-1 0,3-5-6 0,-2-1-6 15,6-1-4-15,-3-3-1 0,5-1 2 0,2-1-9 16,-6-1-9-16,9-2-6 0,-10 4 4 0,3 0-4 15,-4 1-2-15,1-5-8 0,0 7-1 0,-8 3 4 16,3 0-2-16,-1 0-2 16,-1 1-3-16,-3 2-5 0,0 1-3 0,0 0-7 15,0 3-33-15,-4 0 26 0,11 1-4 0,-3 1-3 16,-3 2-2-16,4 1 2 0,-4-1 2 0,4 3-2 16,0 0-13-16,0 3 1 0,1-3 4 0,3 2-22 15,0-3-7-15,-3 3-14 0,0-7-5 0,2 5-13 16,-3-4 15-16,1 0 4 0,-3-1 10 0,0-1 0 15,1-1 9-15,-2-4-1 0,0-1 12 0,3-2-9 16,-1-2 27-16,-3 1 8 0,-1-4 9 0,2-2 27 0,-1-1 4 16,-1-2 16-16,1 0 7 0,-1-11 17 0,0 4 4 15,5-5-5-15,-8 2 0 0,4-2-4 0,3 2 17 16,-4-1 9-16,1 10 8 0,0 1 9 0,-5 0 9 16,3 7-7-16,-3-2-11 0,0 7-11 0,0-4-14 0,1 6-14 15,-1-1-31-15,1 0-35 0,-1 4-45 0,0-4-37 16,0 4-5-16,0 0 12 0,-2 15 1 0,-1-3 7 15,-2 7 29-15,0 9 4 0,1 2 7 0,-1 3 2 0,1-3 13 32,-4 2-10-32,2-1 7 0,1-3 5 0,1 0 1 15,0-4 3-15,3-5 2 0,-3-2-11 0,4-2-23 16,-2-2-14-16,0-2-21 0,2-3-22 0,-1-2-16 16,1-1-8-16,0 2-2 0,0-2 3 0,-4-2-14 15,4-3-58-15,0 0-80 0,0 0-298 0,0 0-617 16,-4-16 272-16</inkml:trace>
  <inkml:trace contextRef="#ctx0" brushRef="#br0" timeOffset="6029.09">6747 2348 166 0,'0'0'239'0,"-11"0"-8"0,11 0 3 15,0 0-8-15,0 0-7 0,-9 0-11 16,9 0 0-16,0 0-5 0,0 0 0 0,0 0-11 0,0 0-18 15,41 0-16-15,-19-2-20 0,6-3-11 0,1 2-7 16,3 0-18-16,0 2-6 0,3-4-14 0,-2 2-8 16,0-3-6-16,-2 3-6 0,-4-1-10 15,-7-2 1-15,-4 4-5 16,-5-1 14-16,2 2-3 0,-4-3 6 0,-3 3-5 16,-6 1-5-16,13-1-13 0,-9-3-13 0,-4 4-13 15,5-3-28-15,-5 3-35 0,0 0-15 0,0 0-30 16,0 0-30-16,0 0-28 0,0 0-32 0,0 0-59 15,0 0-287-15,0 0-571 0,0 0 254 0</inkml:trace>
  <inkml:trace contextRef="#ctx0" brushRef="#br0" timeOffset="6313.82">7419 2310 298 0,'-5'-3'426'0,"2"-2"-4"0,3 5-20 0,-3-5-17 0,3 5-19 16,0 0-18-16,-2-6-31 0,2 6-29 16,0 0-32-16,0 0-30 0,0 0-27 0,0 0-27 0,0 0-17 15,0 0-23-15,0 0-10 0,0 0-16 0,-1 16-7 32,2-6-12-32,-1-1-11 0,0 3-8 0,1 1-4 15,2-1-7-15,-3 2-5 0,1 3 0 0,-1-5-6 16,3 1-8-16,-3-4-24 0,1 1-14 0,-1 2-19 0,0-7-20 15,0 3-22-15,0-1-47 0,0-2-12 0,2 0-25 16,-2-5-21-16,2 7-8 0,-2-7-33 0,0 0-58 16,0 0-81-16,0 0-259 0,-17-12-653 0,12 4 290 15</inkml:trace>
  <inkml:trace contextRef="#ctx0" brushRef="#br0" timeOffset="6483.03">7365 2106 365 0,'-3'-5'423'15,"6"1"-21"1,-3 4-26-16,-3-8-36 0,3 8-32 0,-2-7-30 0,2 7-36 0,0 0-21 16,5-5-23-16,-5 5-39 15,0 0-45-15,0 0-49 0,0 0-32 0,0 0-40 0,0 0-57 16,17 15-58-16,-12-6-62 0,2 3-71 0,-3-2-227 16,0 2-523-16,2 3 232 0</inkml:trace>
  <inkml:trace contextRef="#ctx0" brushRef="#br0" timeOffset="7182.76">7531 2334 15 0,'0'0'425'0,"-3"5"-40"0,3-5-54 0,0 0-23 15,0 0-28-15,0 0-34 0,0 0-23 0,-1 5-32 16,1-5-15-16,0 0-22 0,1 9-27 0,2-3 3 15,-3-1-13-15,1 3-8 0,2 1-8 0,0 1-18 0,-1 0-25 0,3-4-18 32,-1 1-13-32,-2-1-7 0,1 0-10 0,1 0 6 0,-3-3-2 0,3 0-1 0,-4-3 3 15,9 2-5-15,-9-2 0 0,10-2-5 0,-5 1 6 16,3-3 2-16,2-3 5 0,-2 1-2 0,1-3 7 16,-1 1 0-16,2-1 3 0,-3 1-6 0,2-1-2 31,-1 1-2-31,0 2 3 0,-3 2-14 0,0-2 13 0,1 4-2 0,-3-3-22 15,-3 5 13-15,7-4-1 0,-4 1-7 0,-3 3 2 16,5-3-15-16,-5 3 13 0,8 0-7 0,-8 0-4 16,6 6-12-16,-1-2-1 0,0 1 0 0,3-4 4 15,-5 2-12-15,3 1 8 0,-1 0 3 0,1-3 3 16,2 2 4-16,-4-2 2 0,2 0 4 0,2-1 0 0,2 1 5 16,-2-3 17-16,4-1 10 0,-2 1 11 0,0-3 22 15,-1 0 10-15,1 3 7 0,0-5 4 0,-2 1 7 16,2-1-1-16,-1 3-5 0,0-1-6 0,-2 2-21 15,0 1 8-15,1-2-5 0,-2 0-8 0,-1 2-15 16,-5 2-5-16,12 0-2 0,-12 0-4 0,13 10-1 16,-6-1-9-16,3 6-7 0,-1 3 1 0,3 4 7 15,-3 6-6-15,-3 1 3 16,-2 5 2-16,-1-3 0 0,-6 5 3 0,-1-2-1 16,-5 1-3-16,-6 12 3 0,-5-4-1 15,-7-3-2-15,4-9 8 0,0-2-8 0,-3-2 3 16,-2-4-4-16,3-1 8 0,-5-4-6 0,4-4 5 0,2-4-1 15,4-2-5-15,8-6 13 0,0 0 22 0,3-4 12 16,-2-1 17-16,5-4 9 0,2 0 4 0,0-6-5 16,7-3-11-16,6-1-8 0,9-10-6 0,3 1-7 0,13-13-5 15,4-3-9-15,-1 2-3 0,8-3-2 0,0 0-3 16,-3 1-3-16,1 3-2 0,-7 5 23 0,-8 10 21 16,-4 2 6-16,-1 4 3 0,-2 2-4 0,-7 6 8 15,-4 2-3-15,0 2-4 0,-1-1-6 0,-6 2-8 16,3 1-11-16,-2 0-24 0,0 0-36 0,-4 4-48 15,0 0-40-15,2-4-43 0,-2 4-49 0,-15 8-70 0,3-1-73 0,-3 2-76 16,-3 0-436-16,7-3-917 0,-1 1 406 16</inkml:trace>
  <inkml:trace contextRef="#ctx0" brushRef="#br0" timeOffset="8415.82">9702 2254 188 0,'0'0'278'0,"0"0"-20"0,0 0-24 0,0 0-27 15,0 0-19-15,0 0-22 16,15-3-16-16,3 1-17 0,-5 2-11 0,9 0-16 16,1 0-11-16,5 2-9 0,0-1-7 15,-6 0-7-15,-1 2-10 0,1 0-4 0,-4 3-6 16,-4-1-5-16,0 1-5 0,3 6-7 0,-7-4-6 15,-2 1-4-15,1 6-3 0,-7 0-2 0,1 2-3 16,-6 0-2-16,-7 0-2 0,0 4 3 0,-7 3-4 0,-1-5 3 0,-6-2 0 16,1 3-5-16,-1-4 12 0,2 0-2 0,-2 0 2 15,-2-2 0-15,7-4 4 0,1 1 4 0,0-5-1 16,0 5-3-16,4-7-4 0,4 3 1 0,1-3-3 16,0-1-4-16,4-1 4 0,-1 0-5 0,0-1 7 15,3 2 25-15,3-3 6 0,-7 4 19 0,7-4-4 16,-3 3 1-16,3-3-2 0,0 0 7 0,-7 1-12 15,7-1-2 1,0 0-1-16,0 0-7 0,-4 1 2 0,4-1-14 0,0 0 2 16,0 0-9-16,0 0 0 0,0 0 2 15,0 0-12-15,0 0 1 0,0 0-2 0,0 0-10 16,0 0 2-16,0 0-2 0,-4 3-1 0,4-3 4 16,0 0-6-16,0 0-2 0,0 0 7 0,0 0-7 15,0 0 6-15,0 0 2 0,0 0 13 0,0 0-1 16,0 0 1-16,17-8-15 0,2 4-3 0,2 0-2 0,8 0-5 0,3-1 6 15,5-2-9-15,0 2 5 0,18-3 1 16,-3-1 2-16,1 6-3 0,-3-5-3 0,-12 3-3 0,-5 2 2 16,-2-1-5-16,-7 3 16 0,-5-2-10 0,-2 1-2 15,-4 1 3-15,-3-1-6 0,-2 2 12 0,-1 0 0 16,-2-2-3-16,-5 2 8 0,11 0 4 16,-7-1-9-16,-4 1 4 0,0 0-9 0,3-1-16 0,-3 1 0 0,0 0-33 15,0 0-19-15,0 0-27 0,-22 2-35 0,12 0-37 16,0-2-35-16,0 0-49 0,-3 0-77 0,3-2-223 15,2 0-594-15,-2-2 263 0</inkml:trace>
  <inkml:trace contextRef="#ctx0" brushRef="#br0" timeOffset="8916.29">9940 1984 154 0,'-8'-3'166'0,"-1"3"-9"15,0-1-14-15,-4 4-11 0,3-1-12 0,-5 1-15 16,-3 4-4-16,-2 1-16 0,0 3-7 0,-4 5-4 15,-4 2-4 1,-3-1-14-16,-7 17 5 0,10-12-2 0,-12 20 13 16,3-4 8-16,0 3 1 0,1 5 8 0,4 0 9 15,4-3 6-15,1 1-7 0,4-2-2 0,4 1 7 0,9-10-6 16,1-1 14-16,2-1-9 0,4 1-1 16,9-3 2-16,-2 0 3 0,6-1-12 0,6-3 10 15,3 1 2-15,5-4 12 0,8 2-6 0,10-2-2 16,12 2-2-16,1-6-2 0,1-5-6 0,8-2 8 0,1-2-15 0,25-1 1 15,-24-4-1-15,24-6-2 0,-27-2 0 0,28-6-1 16,-27 5-10-16,1-6-3 0,-4-2 2 0,-3-4 6 16,-6-1 11-16,-1-1-3 0,-16 1 0 0,6-11-7 15,-13 4-3-15,1-12-4 0,-3-4-6 0,-6-2-7 16,-7-4-18-16,-9-6-2 0,-6 0-11 0,-6 0-13 16,-7 2 1-16,-10 1-8 0,-4 6-8 0,-12 0-2 0,-5 7-13 15,-32-5-34-15,18 17-19 0,-36-4-57 0,-4 9-60 16,-11 11-64-16,4 4-61 0,-7 10-135 0,0 3-289 15,0-4-789-15,6-2 348 0</inkml:trace>
  <inkml:trace contextRef="#ctx0" brushRef="#br0" timeOffset="14126.84">12611 2280 80 0,'0'-7'116'0,"-2"4"-5"0,2-2 0 0,-1-1-9 16,1 1 2-16,3 2 4 0,-2-4-9 0,1 4-8 15,-1-3 7-15,-1 1-3 0,0-1-7 0,0 0-2 16,2 2 0-16,-1 0 0 15,-1 0-3-15,0 4-8 0,4-5 0 0,-3 2-12 16,-1 3-5-16,0 0-6 0,1-5-16 0,-1 5 0 16,0 0-10-16,0 0-8 0,0 0-5 0,0 0 3 15,0 13-4-15,0-4 1 0,0 7 3 16,-2 4-4-16,1 5-2 0,-6 2 0 0,4 1 2 16,-4 0-12-16,7 2 9 0,-5-1 24 0,4 0 3 0,-3-2-6 15,1 0-1-15,1-9-4 0,4 0-1 0,-4 0-4 0,-1-2-1 16,6-2-2-16,-6-4-1 0,3 0 0 0,-5-5-4 15,5 2 15-15,4-3 27 0,-4 0 24 0,0 0 42 16,0-4 39-16,0 0 8 0,0 0-21 0,0 0-7 16,6-13-21-16,1 2-7 0,2-6-19 0,2-1-4 15,3-6-10-15,3-4-3 0,1 1-19 0,-2 0-5 16,0-2-6-16,3 1-3 0,-1 1 0 0,-3 3-8 0,0 3-4 0,-2 8-7 16,-5 4 6-16,-2 1-5 0,2 0-3 0,-4 1-2 15,1 4-20-15,-4 1 3 0,3-3-1 0,-2 1-19 16,-2 4-19-16,0 0-4 0,0 0 0 15,12 9-8-15,-11-6 5 0,3 10 3 0,0-1 6 16,1 4 6-16,-1 1 0 0,1 1 7 0,1 2 4 16,-3-1 3-16,1-1 1 15,0 2 7-15,-1 1 1 0,0-6-15 0,1 1-21 16,-2 0-26-16,1-5-24 0,-2 0-30 0,3 2-33 16,-2-3-33-16,2 0-43 0,0-4-251 0,0-3-521 15,3 0 230-15</inkml:trace>
  <inkml:trace contextRef="#ctx0" brushRef="#br0" timeOffset="14681.6">13275 2424 168 0,'-9'2'210'0,"0"4"-11"0,0-5-10 0,4 1-24 15,0-2-18-15,0 2-12 0,5-2-11 0,-8 1 3 16,8-1-8-16,0 0-4 0,-6 0-9 0,6 0-5 16,0 0-4-16,0 0-7 0,0 0 3 0,-8 2-5 0,8-2-2 15,0 0-5-15,0 0-4 0,0 0-5 0,0 0-6 16,0 0-8 0,0 0-5-16,0 0-6 0,0 0-1 0,0 0-8 15,0 0 1-15,0 0-8 0,0 0-7 16,-5 0 2-16,5 0-5 0,0 0-2 0,0 0 1 15,0 0-2-15,0 0-2 0,0 0-1 0,0 0-5 16,0 0 6-16,0 0-4 0,0 0 0 0,0 0-1 16,0 0 1-16,-4 2 0 0,4-2-3 0,0 0 0 0,0 0-1 15,0 0 1-15,0 0-2 0,0 0 9 0,0 0-9 0,0 0 14 16,28-4-5-16,-15 1 2 0,9 0-7 0,6-3 0 16,0 1 1-16,5 3-3 0,-1-4 4 0,-3 2-2 15,7-2-5-15,-4 4 5 0,-1-3-7 0,-3 1 2 16,-6 1-19-16,-1 3-14 0,-3-2-16 0,-2 1-23 15,-5 0-23-15,-1 1-14 0,-1-1-27 0,-4-2-14 16,2 2-66-16,-7 1-224 0,0 0-469 0,0 0 207 0</inkml:trace>
  <inkml:trace contextRef="#ctx0" brushRef="#br0" timeOffset="14944.9">13418 2285 325 0,'-3'-5'353'0,"2"-1"-17"16,1 6-9-16,-1-6-10 0,1 6-27 0,0-7-22 15,0 7-22-15,0 0-36 0,-3-5-19 0,3 5-18 16,0 0-30-16,0 0-17 0,0 0-35 16,0 0-33-16,0 0-1 0,0 0-7 0,-4 14-7 0,3-1-17 15,1 4 10-15,0 2 0 0,0 8-3 0,-5-1-1 0,4 3 1 16,-2-6-8-16,3 5-10 0,3-3-23 0,-2 1-25 15,-1-6-22-15,0 1-32 0,0-5-36 0,0 2-26 16,5-3-42-16,-1-3-53 0,-4-1-248 0,1-2-533 16,3-3 236-16</inkml:trace>
  <inkml:trace contextRef="#ctx0" brushRef="#br0" timeOffset="15266.73">13946 2305 3438 0,'0'-4'216'15,"1"-4"-81"-15,0 2-4 0,-1 1 0 0,0 5-28 0,3-8-19 0,-3 8-13 16,0-5-18-16,0 5-17 0,0-5 0 0,0 5-30 16,0 0 8-16,0 0-5 0,0 0-2 0,0 0 4 15,0 0-5-15,2 12 3 0,-3 0-6 0,1-2 10 16,1 5-11-16,2 1 0 0,-3-3 4 0,0 3-1 15,2 1-2-15,0-3 6 0,-1 3-1 0,2-3-4 16,-2-2 0-16,-1-3-1 0,0 5-8 0,1-5-11 0,-1 2 26 16,0-5-4-16,0 0-23 0,0 0 3 0,2-1-13 15,-2-2-25-15,0-3 12 0,0 5-12 0,1-2-11 16,-1-3-14-16,0 0-17 0,-1 5-20 0,1-5-14 16,0 0-17-16,0 0-61 0,0 0-94 0,0 0-238 0,-11-12-582 15,9 3 258-15</inkml:trace>
  <inkml:trace contextRef="#ctx0" brushRef="#br0" timeOffset="15482.54">14176 2081 173 0,'1'-4'279'0,"-1"4"-33"15,6 0-29-15,-6 0-23 0,11 7-5 0,-5 0-14 0,2 3-11 16,1 5-6-16,1 0-9 0,0 12-1 0,-1 4-7 15,-1 3-20 1,-1 12 4-16,-5-10-10 0,-2-2-9 0,-6 14-11 0,-2-2-9 0,-6-2-4 16,-2-11-7-16,0-1-12 0,-7-3-26 0,-8 9-21 0,4-11-32 0,-14 5-35 31,-1-4-43-31,-7-4-60 0,4-6-83 0,-7-3-197 16,0-4-470-16,-3-4 208 0</inkml:trace>
  <inkml:trace contextRef="#ctx0" brushRef="#br0" timeOffset="15883.23">12328 2086 112 0,'-3'-2'188'0,"3"2"-17"0,-6-2-20 31,6 2-16-31,-16 7-13 0,7-2-12 0,-2 4-17 15,-3 6-9-15,-4 4-14 0,-2 7-2 0,-8 17-7 0,-3 4 1 0,3 5 9 16,-13 24 30-16,14-22-3 0,3 3 2 0,5-5 4 16,5-1-3-16,6 0-2 0,7-16-2 15,5-1-1-15,6-1 0 0,8-1-1 0,18 1-6 0,12-4-5 16,10-8-9-16,32 3-10 0,11-17-42 0,-2-7-62 16,3 0-92-16,8-6-312 0,-3-8-477 0,0 0 211 15</inkml:trace>
  <inkml:trace contextRef="#ctx0" brushRef="#br0" timeOffset="16563.18">15579 1896 270 0,'-4'-11'341'0,"0"3"-12"0,2 0-18 15,0 2-24-15,2 0-29 0,-4 1-27 0,4 0-28 16,-1 1-22-16,1 4-23 0,0-5-38 0,0 5-10 16,0 0-15-16,-9 12-16 0,5 2-9 0,3 6-2 15,-8 6-9-15,4 3 1 0,-4 2-10 16,4 2 1-16,1 2-9 16,-4 11 3-16,6 0-10 0,-2-12-1 0,1 3 0 15,2-4-2-15,-2 1-16 0,1-5-10 0,0 0-12 16,-1-2-12-16,2-3-14 0,0-5-18 0,-1-2-21 15,0-6-20-15,-1 5-26 0,-1-4-28 0,-1-2-12 16,-4-3-43-16,0-2-59 0,-1-4-147 0,-1 0-438 16,-1-1 194-16</inkml:trace>
  <inkml:trace contextRef="#ctx0" brushRef="#br0" timeOffset="16765.32">15134 2301 166 0,'0'0'270'0,"-9"-3"-14"0,9 3-25 0,-5-2-23 16,5 2-17-16,0 0-18 16,0 0-16-16,9-8-13 0,6 8-14 0,15-1-12 15,3-1-11-15,19-3-12 0,2-1-10 0,5 2-6 16,2-5-13-16,2 5-5 0,3-2-5 0,-6 1-16 0,-5-2-24 16,-4 3-27-16,-15 1-29 0,1-2-33 15,-10 3-25-15,-4-1-44 0,-4-2-46 0,-6 2-162 16,-2-2-379-16,-7 1 168 0</inkml:trace>
  <inkml:trace contextRef="#ctx0" brushRef="#br0" timeOffset="17101.07">16150 2120 2815 0,'0'0'245'0,"-5"-11"-65"0,5 6-14 16,0 5-8-16,-4-10-9 0,3 7-8 0,1 3-23 31,-3-7-23-31,3 7-26 0,0 0-9 0,-2-7-14 0,2 7-10 16,0 0-20-16,0 0-9 0,0 0 2 0,0 0 1 0,0 0-9 15,1 29 6-15,-2-16-8 0,3 6 10 0,-1-2-2 16,5 8 4-16,-5-4-8 0,0-3 4 0,-1 5-7 15,1-1-12-15,-1-4-16 0,-1 0-3 0,2-6-12 16,-1 1-15-16,-1-2-7 0,0-3-16 0,0 0-19 16,-2 3-5-16,-1-6-11 0,-2 3-12 0,2-4-17 15,-1-4-33-15,5 0-45 0,0 0-40 0,-23-8-202 0,15 1-504 16,2-3 223-16</inkml:trace>
  <inkml:trace contextRef="#ctx0" brushRef="#br0" timeOffset="17248.18">16086 1941 113 0,'0'-10'303'0,"0"1"-12"16,3 2-12-16,-3 0-22 0,1 2-19 0,-1 3-30 15,3-3-20-15,-2 0-23 0,-1 2-17 0,0 3-41 16,0 0-39-16,2-4-37 0,-2 4-34 0,0 0-37 16,14 4-44-16,-9-1-34 0,2 4-45 0,-1 1-169 15,2-1-358-15,-3 3 158 0</inkml:trace>
  <inkml:trace contextRef="#ctx0" brushRef="#br0" timeOffset="17771.32">16381 2067 36 0,'1'-3'410'0,"-1"3"-30"0,0 0-31 0,0 0-39 0,6-6-39 0,-6 6-26 16,4-1-29-16,-4 1-24 0,0 0-22 0,0 0-10 15,0 0-25-15,7 13-14 0,-4-6-10 0,-1 2-10 16,3 2-22-16,-1-1-3 0,-4 4-1 0,3 3-15 16,-2 9 10-16,-1-9-14 0,0 0-11 0,0-2-5 15,0-1-6-15,0-2-8 0,-1-2-2 0,1-3-4 16,-2-2-2-16,2 2 4 16,0-7-3-16,0 5 9 0,0-5 10 0,0 0 40 15,0 7 23-15,0-7-12 0,0 0-13 0,0 0-4 16,15-15-5-16,-9 6-15 0,2-1-3 0,3-4-3 15,2 1-3-15,-2-3-3 0,2-1-12 0,1 3 1 16,-1 0-4-16,2-2 1 0,-2 5-7 0,-1 0 0 16,-2 3-6-16,-2 2-4 0,-3 1-1 0,-1 1-5 15,-1-1 2-15,2 2-10 0,-5 3-10 0,9 0 7 0,-9 0 2 16,13 3 1-16,-7 2 2 0,2 0-11 0,1 2 8 16,-4 3 1-16,4-3 2 0,0 5-7 0,0 5 8 15,-1-8 2-15,-2 2 0 0,-1-2-17 0,-1 1-2 0,0-3-9 16,-3 0 1-16,3-5 1 0,-1 3 8 0,-1 2 5 15,-2-7 7-15,0 0 5 0,8 5 22 0,-8-5 18 16,4 3 9 0,-4-3 2-16,0 0-9 0,9-12-4 0,-4 7-5 15,1-5-3-15,-1 1-1 0,4-1-6 0,-1 0-1 16,0-5 2-16,4 3-6 0,0 0-7 0,-2-2 0 16,-2 5-12-16,-1 0-21 0,2-2-26 0,1 5-29 15,-2 0-31-15,2 0-35 0,3 2-34 0,1 2-32 16,-1 1-30-16,0 2-21 0,-3 0-22 0,4 2-23 15,-1 0-218-15,-3 2-568 0,0-1 252 0</inkml:trace>
  <inkml:trace contextRef="#ctx0" brushRef="#br0" timeOffset="18287.9">17011 2180 99 0,'0'0'216'0,"0"0"6"0,0 0 1 16,2 5-2-16,-2-5-8 0,0 0-3 0,0 0-10 15,0 0-11-15,0 0-17 16,7 1-14-16,-7-1-18 0,0 0-1 0,19-5-24 15,-6 3-14-15,-1-3-12 0,5 2-6 0,2-4-14 16,1 2-5-16,-1-1-3 0,-1-2-8 0,1 0-4 16,0-3-5-16,-1 4-4 0,0-5-6 0,-1 4 1 15,-1-2-4-15,-3 2 8 0,-3-3 7 0,3 5 4 16,-4-1-1-16,-4 1 11 0,1 1 4 0,-2 0 3 16,0 2-4-16,0-1-7 0,-3 1-11 0,3 2-9 0,-4 1-7 15,0 0-12-15,0 0 3 0,-23 4-5 0,10 1 3 16,-2 2-12-16,0 2 8 0,-1 0-6 0,1 4-4 0,0-1 1 15,1 0-2-15,1 3 4 0,0-2-8 0,3 0 4 16,5 3-2-16,-4 1 3 0,5-6 1 16,0 4-2-16,3-2 0 0,1 0-2 0,1-3 2 15,2 2 7-15,2-4-4 0,1 4 12 0,-1-5 0 0,3 0 7 0,1-2 4 16,2-2 8-16,1 1 12 0,2-4 6 0,0 1-3 16,4-2 9-16,1-1 14 0,0-3 5 0,-2 2 4 15,-1-6 9-15,5 3 0 0,-6-5 4 16,2 1 0-16,-3-3-1 0,2-1 1 0,4-6 1 0,-5 6-3 15,-2-2-8-15,1 1-1 0,-1-2-8 0,-2 5-2 16,-5 3 4 0,3-3 6-16,-1 6-9 0,-4-1-7 0,1 2-9 15,0 2-7-15,0-2-13 0,-2 4-11 0,-2-2-16 16,-1 3-31-16,8-2-9 0,-8 2-12 0,10 7-1 16,-5 0 2-16,0 5-1 0,3-4 4 0,0 6-5 15,2 1 6-15,-1 2-7 0,-2 0-25 0,-4-5-45 16,6 0-37-16,-5 0-59 0,2-2-63 0,-1 2-78 15,-2-6-90-15,-2 0-279 0,-1 1-776 0,0-7 343 0</inkml:trace>
  <inkml:trace contextRef="#ctx0" brushRef="#br0" timeOffset="19337.77">19030 2123 45 0,'0'0'178'0,"-9"0"-15"0,9 0-15 0,0 0-16 0,0 0-7 16,-9 0-6-16,9 0 1 0,0 0 5 0,0 0 1 16,0 0-4-16,0 0 3 0,-3-2 7 0,3 2 10 15,0 0-12-15,0 0-7 0,12-6-13 0,-5-2-7 16,2 2-9-16,7-6-7 0,-2 3-35 0,8-8 0 15,-8 2 16-15,9-6 1 0,-3 1 4 16,1-3 2-16,-1-2-1 16,-2-3 1-16,-2 4-5 0,1-4-2 0,-4-3-3 15,3-1 0-15,-1-2-1 0,-5 3-5 0,3-6 6 16,-3 7-2-16,0-4 9 0,-6 6 20 0,0-1 14 16,0 10-6-16,-3 2 2 0,-1 6 5 0,1 0-5 15,1 0-1-15,-1 5-14 0,-1 1-17 0,0 0-28 16,0 3-14-16,0 2-24 0,0-9-36 0,0 7-42 15,0 2-15-15,0 0 5 0,-9 14 3 0,4 3 9 16,-4 0 8-16,-1 14 9 0,-7 15 4 0,2 2 5 16,3 3 6-16,-2-5 4 0,9 1 5 0,5-14-2 0,0-1 13 15,1-3-6-15,7 0 11 0,1-3-1 0,1-3 8 16,-1-7 8-16,1-3 10 0,2 0 11 0,-3-5 7 0,1 0 18 16,-1-4 9-16,0 2 27 0,2-3 24 0,-3-2 1 15,2-1 7-15,-10 0 2 0,14-3-5 0,-8 1 7 16,0-1 4-16,0-1-18 0,6-2-11 0,-8 2-3 15,-1-1-8-15,1-2-9 0,-2 2-8 0,0-3-26 0,-2 1-13 16,0 0-21-16,0 0-22 0,-2 3-20 0,4-2-30 16,-6-1-42-16,2 4-35 0,-2-2-36 0,1 1-32 15,1 1-34-15,2 3-35 0,-10 0-49 0,10 0-276 16,0 0-657-16,0 0 290 0</inkml:trace>
  <inkml:trace contextRef="#ctx0" brushRef="#br0" timeOffset="19938.82">19701 1903 47 0,'0'-5'325'0,"0"5"-23"0,0-2-36 0,0 2-27 16,1-5-25-16,-1 5-27 0,0 0-19 0,0 0-23 0,0 0-22 15,0 0-10-15,0 0-12 0,12 11-9 0,-7-7-8 16,-3 3-16-16,5-3-12 0,-2 1-11 0,0 0-5 15,5-1-3-15,-2 4-1 0,-3-5-6 0,7 3-1 16,-5-3-4-16,4-3-1 0,-5 1 0 0,2-1-2 16,0-1 4-16,3-1 4 0,-2-2 11 0,-2 1 4 15,2-4 7 1,0 3 8-16,-2 0 6 0,2-4 13 0,-2-1 5 16,-2 2 7-16,3 2 3 0,-2-2 8 0,-2 4 6 15,0-1-7-15,-3 0 2 0,3 1-13 0,-3 0-8 0,-1 3-19 16,4-3-22-16,-4 3-29 0,0 0-36 0,0 0-6 15,0 0 9-15,6 17-6 0,-6 0-5 0,0 8 2 16,-2 6 13-16,-2 1 1 0,0 21 4 0,1 0 1 16,-4 3 3-16,2 2 4 0,-2-1-2 0,3-2 5 0,-3-3 2 15,2 6-2-15,-1-9 7 0,-1-2-6 0,4-13 2 16,-1-4-7-16,-1 1 10 0,-1-4 3 0,1-10 1 16,-1-1-4-16,2-5 1 0,2-2 14 0,0-2 39 15,0-2 45-15,-1-2 40 0,1 0 0 0,2-3-11 16,0 0-5-16,-19-10 16 0,12 0 6 15,1-5 4-15,0-5-2 0,-1-10-12 0,7-2-13 0,4-4-18 0,6-12-10 16,5-5-17-16,7-1-15 0,5-2-10 0,2 3-11 16,17-19 1-16,-10 28-10 0,-3 4-6 0,3 4-6 15,-9 10-3-15,0 4 0 0,3-1-7 0,-3 4-2 16,-1 3-3-16,-11 4-3 0,1 3-1 0,-4 4-3 16,-2 0-2-16,1 0-3 0,-6 2-3 0,0-1-22 15,0 2-43 1,-5 2-45-16,6-3-44 0,-6 3-14 0,0 0 20 15,0 0 15-15,-2 10-23 0,-5-1-22 0,0-1-29 0,-5 2-32 16,-1 2-39-16,0-1-62 0,-4-2-329 0,-1-1-728 16,4-2 323-16</inkml:trace>
  <inkml:trace contextRef="#ctx0" brushRef="#br0" timeOffset="20525.08">21752 1751 9 0,'5'-13'274'0,"0"-3"-6"0,-1 4-2 0,1-2 1 16,-1-2-11-16,-1 4 8 0,2 2-15 0,-4-2 5 0,1 3-13 0,0 2-21 15,0 4-15-15,-2-2-24 0,2 1-29 0,-1 0-15 16,-1 4-23-16,1-6-38 0,-1 6-28 0,0 0-5 16,0 14-4-16,-2 1-5 0,-1 6-2 0,-2 9-1 15,-1 1-6-15,-2 5 3 0,-2 10-7 0,-2 0 2 0,5-12 1 0,0 0-1 32,-2 0-1-32,3-3-6 0,2-2-13 0,0-3-19 0,0-6-21 0,2-3-14 0,-1-2-19 15,-1-1-30-15,2-3-29 0,-1-3-39 0,2 3-40 16,-3-4-40-16,4 1-222 0,0-8-509 0,-4 9 225 15</inkml:trace>
  <inkml:trace contextRef="#ctx0" brushRef="#br0" timeOffset="20994.32">21711 2196 132 0,'-9'2'261'0,"4"1"-11"0,-4-2-15 16,4 2-15-16,5-3-13 0,-9 1-20 0,9-1-13 16,-8 4-10-16,8-4-4 0,0 0-15 0,-5 3-6 0,5-3-11 0,0 0-10 15,0 0-11-15,-5 1-6 0,5-1 8 0,0 0-20 16,0 0 6-16,0 0 2 0,0 0-5 0,0 0 0 16,0 0-3-16,0 0-4 0,0 0-3 0,0 0-4 15,0 0-3-15,0 0-7 0,0 0-9 0,0 0-5 16,0 0-6-16,0 0-7 0,0 0-2 0,0 0 3 15,0 0-10 1,0 0-8-16,0 0 2 0,0 0-6 0,-9 1 0 16,9-1-5-16,0 0-2 0,0 0-1 0,0 0-3 15,0 0 9-15,0 0-9 0,0 0 4 0,0 0-1 16,0 0-1-16,0 0 1 0,0 0-9 0,0 0 7 16,0 0-2-16,24-6-6 0,-7 2 5 0,10-3-1 15,5 1 0-15,2 0-2 0,2 1-3 0,1-1 2 16,4 1 2-16,-3-1-2 0,12 0 3 0,-14 0-9 0,2 2 1 0,-7-1 2 15,-2 0 14-15,-7 5-18 0,-8-1 8 0,-3-1-4 16,-1 2 4-16,-1 0 0 0,-3-2 3 0,-6 2-4 16,9-3 0-16,-9 3-8 0,0 0-3 0,0 0-20 15,9-1-25-15,-9 1-21 0,0 0-23 0,0 0-24 0,0 0-29 0,-30 6-28 16,19-6-33-16,5 2-51 0,-2-1-275 16,8-1-580-16,-18 0 258 0</inkml:trace>
  <inkml:trace contextRef="#ctx0" brushRef="#br0" timeOffset="21795.69">22477 2145 134 0,'-7'2'209'0,"7"-2"-20"0,0 0-12 0,0 0-5 15,0 0-6 1,0 0-9-16,0 0-18 0,0 0-8 0,0 0-14 16,0 0-11-16,0 0-10 0,17-9-11 0,-6 6-11 15,3-3-2-15,4-2-7 0,1 6-6 16,3-10-8-16,-4 6-9 0,9-9-3 0,-2 3-5 0,0 1 0 16,-9-1-4-16,7-4-5 0,-5 6 2 0,-4-1-2 15,-1-1-4-15,1 1 14 0,-9 0 0 0,4 4 14 16,-1-3-3-16,-3 3 12 0,-4 2 0 0,2 0-5 0,-3 0-8 15,0 0-7-15,-7 3-9 0,0-1-3 0,-5 3-4 16,-1 0 0-16,-6 1-5 0,-9 4-1 0,-1 4 2 16,-1-2-7-16,0 6-1 0,-1-1-3 0,-1 1-1 15,4 1 3-15,1 0-8 0,-1 3 3 0,6-1-1 16,6-1 6-16,3-1-7 0,4 3 4 0,3-2-5 16,3-4 2-16,2 3-1 15,5 1 5-15,3-4-1 0,9 4 5 0,4-6-4 16,11 1-1-16,3-3 4 0,3-4-5 0,2-1 2 15,15-2-2-15,-1-5 1 0,-2 1-3 16,0-3 2-16,3-6-2 0,-16 3 3 0,-3-2-5 0,-1 3 6 0,-2-3 7 0,0 0 21 0,-9-1 9 16,-4 2 21-16,-5 0 10 0,2 1 11 0,-2-3 9 0,-6 5 14 31,0 0 5-31,-3-1 5 0,1 0 17 0,-4 4 5 0,-1 0-8 16,4-2-10-16,-3 3-1 0,0 1-12 0,-2-2-9 15,1 3-20-15,-1 2-4 0,2-3-13 0,-2 3-12 0,2-4-30 16,-2 4-14-16,0 0-21 0,0 0-16 0,0 0-2 15,0 0 11-15,0 0-7 0,0 0 8 0,-7 18-5 16,2-8 9-16,2 0-5 0,-1 0 5 0,0-1 0 16,2 2 2-16,-1 2-1 0,3-1 18 0,0 0-12 0,-4-4-2 15,6 4-10-15,-4-3-6 0,2-1-3 0,0-3-7 16,-2 3 0-16,2-2-12 0,0-1-6 0,0-5-1 16,-2 8 9-16,2-8 4 0,0 5-1 15,0-5 8-15,0 0 6 0,0 6-4 0,0-6-4 16,0 0-37-16,0 0-54 0,0 0-44 0,0 0-43 0,0 0-61 15,-6-19-59 1,2 8-182-16,1-2-560 0,0 4 248 0</inkml:trace>
  <inkml:trace contextRef="#ctx0" brushRef="#br0" timeOffset="21948.17">23057 1840 117 0,'-5'-6'370'15,"3"0"19"-15,-1-1-15 0,3 3-23 16,-2-1-26-16,2 5-38 0,-1-6-31 0,0 2-29 0,1 4-39 15,-3-5-40-15,3 5-60 0,0-3-60 0,0 3-51 16,0 0-28-16,0 0-47 0,0 0-67 0,10 9-90 16,-6-3-171-16,1-2-462 0,-2 0 204 0</inkml:trace>
  <inkml:trace contextRef="#ctx0" brushRef="#br0" timeOffset="22897.53">23436 2164 110 0,'0'0'140'0,"0"0"7"0,0 0 1 0,0 0 13 0,0 0 11 16,0 0 11-16,0 0 10 0,0 0 3 0,0 0-6 15,0 0-3-15,17-7-10 0,-8 0-12 16,0 0-3-16,1-1-4 0,0-1-10 0,4-2-13 16,1-3-4-16,1 2-12 0,4-8-10 0,-7 6-1 15,2-6-2-15,2-2-13 0,-3-1-3 0,0-1-12 0,4-3-4 16,-5-4-8-16,1 0-2 0,-1 0 3 0,-2-1-9 0,1 0-2 16,-5 1 2-16,0-1 1 0,-1 4 6 0,-3 3 2 15,-2 1 14-15,-1 6 1 0,1 2 8 0,0 6-1 16,1 1 3-16,-1 1-12 0,-1 3-5 0,1-2-6 15,-1 5-29-15,2-2-28 0,-2 4-29 0,0 0 1 16,0 0 4-16,-15 11 3 0,7 4-1 0,-4 9-4 16,0 5 10-16,-3 3-4 0,4 2-2 0,-6 13-2 0,4-1-8 0,7-12 0 15,-3 0-6-15,5-2-4 0,4-1 12 0,4-1-7 16,0 0 8-16,3-8-1 0,1-2 5 0,1-2-1 16,5-3 3-16,0-1 9 0,4-3 3 15,-2-1 5-15,1-6 4 0,1 2 9 0,1-5-8 0,-1-1-3 16,0-1 6-16,-4-2 13 0,4 0-1 0,-4-2 8 15,-5 1 5 1,3-4-1-16,-2 0-7 0,-4-1-3 0,2-3 0 16,-4 3-14-16,-3-3-6 0,-1-1-8 0,0 1-11 15,-1 0-2-15,-4 0-9 0,-3-2-12 0,0 6-10 0,-3-6-21 16,-1 8-13-16,-3-3-22 0,-2 2-14 0,0 2-16 16,-3 2-17-16,1 2-24 0,1 0-21 0,7 2-29 15,-2 0-33-15,0 2-61 0,2 0-195 0,1 1-551 16,3-1 244-16</inkml:trace>
  <inkml:trace contextRef="#ctx0" brushRef="#br0" timeOffset="23598.83">24106 1889 2652 0,'1'-5'206'16,"-1"2"-60"-16,0-3-33 0,0 2-6 0,0 4-26 15,3-4-15-15,-2 1-11 0,-1 3-25 0,0 0-12 16,1-4-4-16,-1 4-1 0,0 0-1 0,0 0-3 0,3 9-3 0,-3-3 2 16,0 4-2-16,0 1 2 0,0 1-2 0,-3 0 0 15,1 5-2-15,-1 0 0 0,-1 2-1 0,-1 5 5 16,1-7-5-16,0 3 3 0,-2-6-3 0,5-2 4 15,-2 0-1-15,-2-3-1 0,5-3 13 16,-1-1-10-16,1 2 2 0,-3-3 14 0,3-4 24 0,-4 6 28 16,4-6 27-16,0 0-2 0,0 0-18 0,0 0-7 0,22-11-7 15,-13 2-7-15,3-3-1 0,0 0-10 0,1-1-4 16,2-1-9-16,0-2 1 0,2-3-11 0,-6 4 5 31,3 0-9-31,-2 1 0 0,-1 3 4 0,0 0-1 16,-2 5 3-16,-4-1-9 0,-1 2 0 0,1 0-1 15,-1 4-17-15,-4-2 7 0,5 0-13 0,-5 3 9 0,9 0-17 16,-9 0-5-16,12 6-3 0,-2-2-19 0,-4 2-7 0,3 2-5 16,4-2-1-16,-2 6-3 0,2-2-16 0,1 1-12 15,0 2-8-15,3-3-11 0,2 2-8 0,-4-3-8 16,-2-2 2-16,3 1-1 0,-5-3 11 0,-1 2 12 16,2-5 10-16,-3 1 15 0,-2-3 8 15,1 0 15-15,-3-2 14 0,2 1 21 0,-1-3 12 0,0 0 16 16,-2-2 12-16,4-1 10 0,-2-2 12 0,-3 1 8 0,2-2-1 15,2-1 4-15,0-3 3 0,-3 1 3 0,2 2 5 16,-2-1 6-16,1 0-9 0,0 3 6 0,-2-1 16 16,1 3 5-16,-1 1-8 0,1 2-7 0,-4-1-9 15,3 3-6-15,-3 2-12 0,5-7-9 0,-5 7-28 0,5-5-20 16,-5 5-23-16,0 0 0 0,0 0 6 0,0 0 2 16,3 14-1-1,-5-4 3-15,1 0 0 0,-4 2 7 0,2-1 1 16,2 1-8-16,-3 3 8 0,-1 3 3 0,5-6-1 15,-5 3-4-15,4-3-24 0,-1-1-8 0,1 0-18 16,0-3-8-16,-2-2-8 0,2 2-11 0,-1-2-18 16,2-1-7-16,0 0-6 0,0-5 2 0,-2 7 3 15,2-7-16-15,0 0-43 0,0 0-57 0,0 0-66 16,0 0-159-16,-12-15-487 0,8 6 215 0</inkml:trace>
  <inkml:trace contextRef="#ctx0" brushRef="#br0" timeOffset="23746.1">24511 1662 186 0,'-4'-12'343'0,"0"-1"-9"16,3 4-6-16,-2-1-20 0,2 4-11 0,1-1-29 16,0 0-21-1,-1 3-30-15,1 4-25 0,-3-8-45 0,3 6-39 16,0 2-48-16,4-3-38 0,-4 3-33 0,0 0-37 16,10 4-38-16,-10-4-47 0,14 5-40 0,-7-1-58 15,-2 0-166-15,3 3-428 0,-2 0 190 0</inkml:trace>
  <inkml:trace contextRef="#ctx0" brushRef="#br0" timeOffset="24130.84">25035 1453 2645 0,'0'-12'174'0,"0"0"-51"0,0 0-32 15,-2 2 33-15,4 1-6 0,-2 3-19 0,-2-1-18 16,2 3-8-16,0-1-24 0,0 2-6 0,-1-1-6 16,1 4-4-16,0-5-18 0,0 5-4 15,0 0-7-15,0 0 1 0,3 14-5 0,-3 3 3 0,-2 1-4 16,0 10 4-16,-4 6 4 0,2 2 3 0,-5 12-3 16,1 1-1-1,-3 1-2-15,2-3 5 0,1-1-1 0,4-11-2 16,-1-1 8-16,1-2-6 0,3-3 1 0,0 0-4 15,-2-2-2-15,3-8 3 0,-1 1 2 0,2-4 8 16,-1-5-16-16,0 0 3 0,0-4-2 0,0 1 1 16,0-3 9-16,0 0-4 0,0-5 1 0,0 7 9 15,0-7-5-15,0 6-4 0,0-6 6 0,0 5-5 16,0-5 3-16,0 0-15 0,0 0-11 0,0 3-25 0,0-3-56 0,0 0-85 16,0 0-88-16,0 0-293 0,7-16-606 0,-5 8 268 15</inkml:trace>
  <inkml:trace contextRef="#ctx0" brushRef="#br0" timeOffset="24412.37">24892 1941 176 0,'-6'1'297'0,"3"1"-13"16,-4-1-10-16,7-1-14 0,-7 1-10 0,7-1-18 15,-5 2-15-15,5-2-24 0,0 0-17 0,0 0-17 16,0 0-10-16,0 0-20 0,38-6-6 0,-13 1-16 16,5 4-5-16,2-4-21 0,0 1-3 0,0 1-7 0,0-2-9 15,0-1-5-15,2-1-8 0,-15 2 0 0,3 0-6 16,-8 2-3-16,0 0 17 0,-4-1 13 0,-2 3-13 16,-2 0 3-16,1 1-10 0,-2-3-5 0,-5 3-10 15,6-1-9-15,-6 1-21 0,7-3-18 16,-7 3-38-16,0 0-37 0,0 0-38 0,0 0-35 0,0 0-38 0,0 0-37 15,-21 2-51 1,21-2-197-16,0 0-524 0,-15 0 232 0</inkml:trace>
  <inkml:trace contextRef="#ctx0" brushRef="#br0" timeOffset="24864.44">25463 1639 354 0,'0'0'341'0,"-3"-5"-28"0,3 5-30 0,1-4-30 0,-1 4-29 15,0 0-20-15,0 0-28 0,0 0-18 0,0 0-14 16,0 0-15-16,0 0-14 0,15 2-14 0,-4 2-5 0,-3 2-11 16,3-1-6-16,-1 1-15 0,-1 2-2 0,0-1-11 15,4 3-9-15,-3 0-2 0,-1 3-7 0,-1-4-5 16,2 5-9-16,-5 2-2 0,3 1-4 0,-7 0 1 15,-1 1 7-15,0 2-13 0,-1 6 1 0,-3-1-2 16,-4 2 1-16,2-3 0 0,-7 1-6 0,-3 0 1 16,0 1 16-16,-2-6-14 15,3 1 3-15,1-6-5 0,1-1 5 0,0 1-7 16,1-1 5-16,-1-1-1 0,4-6 2 0,0 3-7 16,4-6 5-16,0 1 5 0,0 2-11 0,1-4 4 15,1 1 6-15,3-4-3 0,-6 6 11 16,6-6 6-16,-4 5 12 0,4-5 6 0,0 4 11 15,0-4-11-15,0 0 1 0,0 0-3 0,21 0-2 0,-21 0-7 16,32-2-3-16,-13 2-3 0,-3-2 1 0,7 2-8 0,-4-2-14 16,1-1-14-16,0 2-21 0,-2-1-24 0,-7 0-25 15,2-3-25-15,1 4-41 0,-3-5-45 0,-2 3-53 16,-2-2-286-16,-2 2-574 0,-1-5 255 0</inkml:trace>
  <inkml:trace contextRef="#ctx0" brushRef="#br0" timeOffset="25302.35">25385 2027 74 0,'-8'2'308'0,"4"-2"-20"15,4 0-20-15,0 0-20 0,-9 0-15 0,9 0-10 16,0 0-18-16,-10 2-12 0,10-2-22 0,0 0-14 16,0 0-19-16,0 0-8 0,-9 0-5 0,9 0-8 15,0 0 5-15,0 0 2 0,0 0 2 0,0 0 2 16,0 0 4-16,0 0 5 0,0 0-21 0,0 0 5 0,0 0-9 16,0 0-12-16,0 0-7 0,0 0-8 0,0 0-4 15,0 0-10-15,0 0-12 0,0 0-6 0,0 0-1 0,0 0 1 16,0 0-15-16,31-4-6 0,-11 1 2 0,10-4-5 15,2 3-3-15,1-1-2 0,1 0-5 0,2 0 0 16,1 0-5-16,17-1 1 0,-18 0-6 16,-2 1 2-16,-2 2 1 15,-5 0-2-15,-8-1 5 0,-5 1 21 0,-1 1 11 16,-5 0 13-16,-2-1 7 0,3 3-5 0,-4-2-3 16,-1 0-5-16,-4 2-1 0,6-1-6 15,-6 1-14-15,0 0-16 0,7 0-11 0,-7 0-12 0,0 0-37 16,0 0-27-16,4-2-40 0,-4 2-45 0,0 0-27 15,0 0-25-15,-13-4-17 0,13 4-20 0,-9 0-17 16,4-1-26-16,5 1-44 0,-10-5-232 0,6 2-607 0,0-1 268 16</inkml:trace>
  <inkml:trace contextRef="#ctx0" brushRef="#br0" timeOffset="25651.84">25988 1371 272 0,'0'0'300'0,"0"0"-27"0,0 0-32 16,0 0-32-16,0 0-19 0,0 0-29 0,0 0-18 15,0 0-29 1,-4 13-33-16,2-5-47 0,-4 5-51 15,1 1-77-15,-3 3-97 0,-1 2-95 0,-1-2-311 16,0 0 138-16</inkml:trace>
  <inkml:trace contextRef="#ctx0" brushRef="#br0" timeOffset="26047.81">26307 1719 213 0,'0'0'290'0,"0"0"-28"0,4-2-23 15,-4 2-21-15,0 0-22 0,0 0-23 0,0 0-15 16,0 0-18-1,-9 10-11-15,0-6-10 0,-1 5-12 0,-1-3-12 16,-2 5-8-16,0 0-10 0,-2 2-4 0,2 0-10 0,0-1-10 16,0 2-3-16,6-5-6 0,-3 5 0 0,4-2-9 15,5 2 3-15,-1 1-5 0,0 2-2 16,6-3-3-16,1 3 0 0,3 0-5 0,2 0-1 16,-1-2-3-16,5 1-1 0,-1-1 1 0,0-1-4 15,-2-1 2-15,1-1-3 0,-6-3 0 0,2 1 3 0,-3 0-7 0,0-3 6 16,-4 0-2-16,-2 3 0 0,-3-1-12 0,-1-1-17 15,-4 4-43-15,-6-7-64 0,-6 7-115 0,-3-4-235 16,-4-3-509-16,5-4 226 16</inkml:trace>
  <inkml:trace contextRef="#ctx0" brushRef="#br0" timeOffset="29013.23">27926 1485 37 0,'-1'-10'292'16,"2"-2"-3"-16,2 5-5 0,-2-3-19 0,-1 5-14 15,0 0-27-15,0 0-25 0,0 3-16 0,0-4-31 16,0 6-20-16,4-4-27 0,-4 4-41 0,0 0-14 16,0 0-13-16,0 19 2 0,0-2-6 0,2 13-3 15,-4 4-4-15,0 16 5 0,0-1-9 0,-2 3 6 16,7-1-4-16,-3-4 2 0,-3-11-4 0,2 0 2 15,1-2-6-15,0-2 5 0,1-4-5 0,-1-1 2 0,0-7-6 16,0-1 4-16,0-5-3 0,0-1-1 0,0-2 0 16,0-1 2-16,0 0-3 0,-1-4 1 0,1 0-3 15,0-1 3-15,0 1 0 0,-2-3-2 0,4 0-5 0,-2-3-9 16,-4 5-9-16,-1-3-18 0,-2 1-25 0,-4-2-37 16,2-1-27-16,-6 1-32 0,2-2-44 0,-1 0-40 15,-4-4-140-15,1-1-405 16,5 1 180-16</inkml:trace>
  <inkml:trace contextRef="#ctx0" brushRef="#br0" timeOffset="29256.21">27553 1922 69 0,'-10'-3'227'0,"10"3"-9"0,-5 0-10 0,5 0-10 0,0 0-24 15,0 0-10-15,0 0-18 0,0 0-7 0,0 0-4 16,33 0-14-16,1-1-6 0,6 1-5 0,14-1-9 15,5 1-3-15,-3-2-12 0,2 0-3 16,-5-1-15-16,-16 3 0 0,-2 0-12 0,-4-2-3 0,-3 2-4 16,-11-1-5-16,1 1-5 0,-6-1-3 0,-1 0 3 15,-5-1-8-15,0 4 6 0,-6-2-6 0,7-2 0 0,1 2-6 16,-8 0 0-16,5-1-10 0,-5 1-21 0,0 0-29 16,2-4-16-16,-2 4-28 0,0 0-22 0,-7-5-25 15,7 5-38-15,-9-3-43 0,3 1-172 0,3-2-410 16,3 4 182-16</inkml:trace>
  <inkml:trace contextRef="#ctx0" brushRef="#br0" timeOffset="29694.1">28436 1598 2365 0,'-1'-12'160'0,"2"-3"9"0,-2 1-22 16,0 4 10-16,1 1-6 0,0 2-11 0,-3 0-25 16,3 2-24-16,0 0-27 0,0 2-5 0,0 3-14 15,0 0-10-15,0-5-11 0,0 5-3 0,0 0-3 16,3 13-1-16,-2-2-7 0,-1 15 5 0,-1-1-6 16,3 7 6-16,-7 1-8 0,4 13 5 0,-7 0-2 15,3-11-7-15,0 12 4 0,-3-12 2 0,3 11 3 0,-4-16-3 0,4 0 1 31,1-3 2-31,-1-2-5 0,1-7 1 0,-1-1 4 0,4-5-7 0,1-3 7 0,-2-1-4 0,2-1 2 16,0-2 14-16,0 0 18 0,0-5 30 0,-2 8 25 16,2-8 24-16,0 4 28 0,0-4 19 0,0 0-12 15,0 0-20-15,0 0-13 0,18-14-14 16,-9 6-14-16,5-3-20 16,0-4-23-16,4 1-21 0,3-1-30 0,-4 3-22 15,2 2-24-15,-4 0-27 0,0 1-30 0,-2 5-27 0,-2-2-25 16,7 1-7-16,-4 2-14 0,5 3-11 15,-5 0-16-15,4 3-10 0,0 2-20 0,-5 0-7 16,0-1-7-16,0 1-12 0,-4 3-3 0,2-3-195 16,-3 0-494-16,-1 2 218 0</inkml:trace>
  <inkml:trace contextRef="#ctx0" brushRef="#br0" timeOffset="30311.43">28749 2043 224 0,'-1'5'68'0,"1"-5"46"0,0 0 25 0,0 3 8 0,0-3 5 16,0 0-5-16,0 0 1 0,0 0-6 0,0 0-7 15,0 0 0-15,0 0-6 0,0 0 7 0,0 0-7 16,0 0 0-16,-4 4-2 0,4-4 0 0,0 0-9 15,0 0-10-15,0 0-10 0,0 0-5 16,0 0-18-16,0 0-3 16,24-9-8-16,-9 6-8 0,1-2-3 0,2 1-6 15,10-3-10-15,-1 1 2 0,-5 2-6 0,7-5-2 16,-1 1-7-16,-8 0 2 0,6-3-6 0,-7 3 1 16,3 1-5-16,-4-3 7 0,-3 2-12 0,2 1 3 15,-4 0 13-15,-3 0 11 0,-4 4 8 0,1-1 3 16,-1 1-6-16,-1 0 1 0,-2-1 7 0,1 4-17 15,-2-3-12-15,-2 3-2 0,0 0-9 0,0 0 1 0,-15 0-7 16,0 3 9-16,-6 5-8 0,3-2-1 0,-5 1-6 0,-1 3 4 16,-7 1-1-16,6 3 1 0,0-1-2 0,1 0 2 15,6 0 1-15,4-1-2 0,0 0-17 16,5-2-25-16,0 3 5 0,5-2 0 0,3 0 7 16,6 0 1-16,4 3 10 0,10-1 1 0,11-1-13 15,6-1-10-15,3-1-12 0,16 0-18 0,5-1-7 0,-1-4-7 0,4-5 7 16,3-2 2-16,-3 2 13 0,-7-4-1 0,1 4 11 15,-3-10 3-15,-17 3 9 0,-2-2 0 0,-3-5 8 16,-2 0 6-16,-3-3 16 0,-7-1 14 0,-7 4 16 16,0-3 12-1,0 3 15-15,-5-2 6 0,-3 0 4 0,-4 4-7 16,-2 0 3-16,-6-4-3 0,2 8-8 0,-1-2-4 16,-6 2-1-16,3 2-6 0,-8 1-2 0,-2 2-7 0,0 0-1 15,-1 7-2-15,-7 0-4 0,5 1-1 16,-4 4-4-16,5 0 1 0,3 2-3 0,0 3 1 0,3 0-1 15,1 0 1-15,2 0-14 0,3 0 3 0,-1-1-1 16,8-1-4-16,2 0 7 0,2 2-5 0,3-4 3 16,8 4 13-16,0-6-10 0,1 4 0 0,1-3 0 15,4-4 3-15,-1 0 4 0,2-2-5 0,-5 0 3 0,-2-3-1 16,-2 1 5-16,2-3 13 0,-3 0 6 0,0-3-3 16,0 2-2-16,-2-3-5 0,-3-2 4 0,1 2-13 15,-2-3-6-15,0-3-9 0,-4 0-15 0,2 0-13 16,-4-2-14-1,-2-1-10-15,0-2-31 0,0 2-20 0,1 3-13 16,-3 0-24-16,-1-3-21 0,1 4-39 0,0-4-39 16,2 3-169-16,2 0-447 0,1-3 198 0</inkml:trace>
  <inkml:trace contextRef="#ctx0" brushRef="#br0" timeOffset="30643.1">29820 1852 124 0,'0'0'228'0,"16"0"-16"16,-9 3-19-16,2-1-16 0,1 0-16 0,1 3-16 16,0 0-10-16,3 5 2 0,0-1-16 0,0 1-7 15,-1 2-12-15,1-2 0 0,-2 4-16 0,-3 1-3 16,1-1-13-16,-4 3-5 0,1-2-6 0,-2 0-3 16,-3-3-7-16,2 5-2 0,-3-5-6 0,-1-3-2 15,0 1-6-15,-1 0 4 16,1-5 6-16,-4 2 3 0,3-1 1 0,-3-2 13 15,2 0 6-15,2-4 17 0,-4 3 25 0,4-3 24 16,-4 6 22-16,4-6 17 0,0 0-15 0,0 0-14 16,0 0-6-16,-9-13-8 0,8 8 7 0,2-3-13 15,0 0-10-15,3-3-13 0,0-1-20 0,0 2-11 16,5-7-27-16,1 5-24 0,0-2-32 0,2-1-32 16,3 3-46-16,-1 0-35 0,3 2-45 0,-1 2-48 0,3-1-56 15,3 2-47-15,-4 2-257 0,5 2-629 0,-4 1 279 16</inkml:trace>
  <inkml:trace contextRef="#ctx0" brushRef="#br0" timeOffset="30996.58">30307 2041 99 0,'-4'2'279'0,"4"-2"3"15,-2 3-5-15,2-3-18 0,0 0-12 16,0 0-14-16,0 0-26 0,0 0-21 0,21-4-18 0,-4 3-15 15,2-4-12-15,4 3-21 0,4-5-9 16,-6 2-3-16,7-3-6 16,2-1-13-16,-2 0-1 0,-1 0-5 0,0 0 3 15,1-1 2-15,-4-5-6 0,-8 7-1 0,-1-3-8 16,-2 1 4-16,-2 1 4 0,2 0 11 0,-6 1-3 16,-4 3-5-16,4 0-13 0,-5 1-4 0,1-3-14 15,-5 2-18-15,0 2-7 0,-6-2-13 0,-1 4-5 16,-3-2 13-16,-6 2-14 0,-4 2 1 0,-6 2-4 15,2 1-3-15,3 1 0 0,-1 3 5 0,4 0-5 0,4 2-6 16,-4-1-30-16,4 2-13 0,4 1-13 0,0-1-11 16,6 4 7-16,0-2-13 0,4 2 3 0,4-3-8 0,6 4-13 15,5-2-23-15,8 3-13 0,7 0-16 0,0-2-36 16,5-1-26-16,0-5-41 0,1-3-215 16,-3-1-502-16,3-1 223 0</inkml:trace>
  <inkml:trace contextRef="#ctx0" brushRef="#br0" timeOffset="31475.4">30854 2094 99 0,'18'-7'131'0,"-4"-3"29"15,0-2 11-15,-4 0 26 0,2-2 18 0,-3 2 16 16,-2-1 10-16,-1 0-4 0,0 0 22 0,0-2 4 16,-1 4 13-16,-1 0-1 0,-3 1-5 0,3 1 2 15,-2 4-10-15,0 0-23 0,0 0-25 0,1 1-23 16,-2 1-22-16,-1 3-21 0,2-5-19 0,-2 5-29 16,0 0-38-16,2-3-44 0,-2 3-24 0,0 0 0 0,0 0 6 15,-2 15-7-15,0-9 8 0,2 2 8 0,-4 5-12 16,2-1-8-16,-2 2-23 0,0-3-1 0,3 5-11 15,-3-4-7-15,4-2 7 0,-4 2-8 0,3-5 1 0,1-1 2 16,0 1 3-16,0-2 6 0,0-5 8 0,0 8 5 16,-2-5 22-16,2-3 40 0,0 0 17 15,0 0-7-15,0 0-3 0,12 0 5 0,-12 0-17 0,22-10 6 0,-13 5-3 16,5-1-1-16,-4-1-4 0,2-1 5 0,3 1-6 16,2-3-7-16,-1 3 2 0,-4 1-3 0,2 0 9 15,-5 1-8-15,-3 2-6 0,1 0 1 0,0 0-4 16,-2 1 1-16,-1 1-6 0,-1-1-6 0,-3 2-1 15,6-3-5-15,-6 3-13 0,0 0 16 0,12 7-3 16,-10-3 1-16,2 2-25 16,1 0-1-16,-3 0-15 0,0 2-1 0,3 1 5 15,-3-2-11-15,0 1-3 0,0-1 11 16,2-2-9-16,-4 0 7 0,4-1 10 0,-4-4 2 0,2 5 7 0,-2-5 12 16,3 7 27-16,-3-7 8 0,8 2 1 0,-8-2 4 15,15-4 8-15,-6 2-8 0,3-1-5 0,2-1-4 16,1-1 7-16,-1 0 3 0,-1 1-4 0,6-2-5 15,-3 1 0-15,-2 3-6 0,-2-1 1 0,0 1-4 16,-1-1-6-16,2 3 11 0,-1-2-15 0,1 2-21 16,7 2-35-16,-7-1-36 0,3 2-61 0,3 1-66 15,-2-2-87-15,-5-2-286 0,5 4-645 0,-4-4 287 16</inkml:trace>
  <inkml:trace contextRef="#ctx0" brushRef="#br0" timeOffset="31615.42">31863 2126 148 0,'-10'2'432'16,"10"-2"-44"-16,0 0-39 0,-9 1-35 0,9-1-43 16,0 0-50-16,-4 1-78 0,4-1-112 0,0 0-178 0,0 0-212 0,0 0-388 15,0 0 172-15</inkml:trace>
  <inkml:trace contextRef="#ctx0" brushRef="#br0" timeOffset="36622.85">2830 5552 4 0,'0'-4'331'15,"0"4"-8"1,-1-8-8-16,1 4-5 0,-3 0-1 0,3 0-1 0,-1-1-9 0,1 1-23 0,0 4-27 0,0 0-23 16,-4-6-28-16,4 6-22 0,0 0-23 15,-1-3-38-15,1 3-51 0,0 0-37 0,0 0-8 16,0 15 4 0,0 2-8-16,-3 10 1 0,2 2 1 0,-3 5 0 15,-1 12-3-15,4-10-6 0,-2-2 5 0,-1 14-5 16,3-13 3-16,0-2-3 0,-2-1-3 0,-1-1 6 0,4-2-4 0,-1-4-6 15,1-6 8-15,0-2 2 0,0-5-9 0,0 0-1 16,1-4 9-16,-2-2-4 0,2-1 1 0,-1 0 0 0,0 1 2 16,0-2 5-16,0-4-4 0,-1 4 2 0,1-4-5 15,0 3-1-15,0-3-6 0,1 5-5 16,-1-5-18-16,0 0-17 0,4 4-21 0,-4-4-16 16,0 0-35-16,0 0-24 15,0 0-27-15,0 0-62 0,0 0-82 0,0 0-166 16,0 0-513-16,0 0 226 0</inkml:trace>
  <inkml:trace contextRef="#ctx0" brushRef="#br0" timeOffset="37387.8">3266 5867 95 0,'-8'3'211'0,"4"-2"-3"0,4-1-5 0,0 0-11 0,-9 0-8 16,5 3-12-16,4-3-13 0,0 0-14 15,-5 0-14-15,5 0-12 0,0 0-7 0,-1 2 4 31,1-2-3-31,0 0-3 0,0 0-1 0,0 0-6 16,0 0-4-16,0 0 6 0,0 0-16 0,0 0-1 0,0 0-4 0,0 0-7 16,0 0-4-16,0 0-7 0,0 0-2 0,0 0-8 15,0 0 0-15,0 0-5 0,0 0-5 0,0 0-8 16,0 0 2-16,0 0-4 0,0 0-8 0,0 0-2 16,0 0-2-16,0 0-2 0,0 0-1 0,0 0-4 15,0 0 3-15,0 0-8 0,-9 0 1 0,9 0-2 16,0 0 0-16,0 0-2 0,0 0 2 0,0 0-2 0,0 0-1 0,0 0 4 15,0 0 4-15,0 0 4 0,0 0 1 0,0 0 4 16,0 0-4-16,0 0 7 0,0 0-2 0,0 0-5 16,0 0 10-16,0 0-2 0,0 0-7 0,0 0-12 15,0 0 4-15,0 0 0 0,0 0-6 0,0 0 1 16,0 0 5-16,0 0-1 0,0 0-4 0,0 0-2 16,0 0 1-1,0 0-6-15,0 0 0 0,0 0 3 0,0 0 0 16,0 0-3-16,0 0-3 0,0 0 17 0,0 0-15 15,0 0-2-15,0 0 1 0,0 0-5 0,0 0 8 16,0 0 2-16,0 0-5 0,0 0 2 0,0 0-2 0,0 0-2 16,0 0 4-16,0 0-5 0,0 0 1 0,0 0 4 15,0 0 1-15,0 0-5 0,0 0 0 16,0 0 17-16,0 0-13 0,0 0-12 0,0 0 9 0,0 0-4 0,0 0-5 16,0 0 1-16,0 0 6 0,0 0-2 0,0 0 4 15,23-1-2-15,-4 1 6 0,2-4-4 0,8 2 4 16,2-3-2-16,3 0-1 15,4 0 1-15,-2 1 3 0,4-1 1 0,-4 0-6 16,1 1-2-16,-4 1 0 0,-1 0 6 0,-13 1-1 0,3 1 1 0,-4-2 0 16,-8 2-2-16,2-1 2 15,-5 1-8-15,1 1 3 0,-3-1 1 0,-5 1-3 16,8-1 0-16,-8 1-18 0,7 0-12 0,-7 0-26 16,0 0-15-16,5-4-26 0,-5 4-21 0,0 0-32 15,0 0-39-15,0 0-56 0,-20 5-280 0,15-4-572 16,-3 0 254-16</inkml:trace>
  <inkml:trace contextRef="#ctx0" brushRef="#br0" timeOffset="37910.68">3954 5569 194 0,'6'-4'292'16,"1"-2"-31"-16,2 1-26 0,1 0-24 0,2 3-22 16,-1 0-23-16,0-1-17 0,3 3-19 0,-3 0-13 15,3 3-12-15,-1 1-12 0,1 1-6 0,0 3-8 16,4 4-5-16,-8 5-8 0,3-1-7 0,1 4-2 16,-4 5-5-16,-2-2-4 15,-3-3-4-15,-4 0-3 0,-2 6-2 0,-2-2 3 16,-3 3-10-16,-2-5 6 0,1-3-10 0,-6 5 1 15,-1-2-7-15,4-6 3 0,-4-2-2 0,2 1 5 16,-2-5-2-16,3 2 0 0,2-7 0 0,-3 4-3 16,8-5-1-16,-1 0-2 0,1-1 15 0,0 1 22 15,4-4 26-15,-7 3 32 0,7-3 30 0,-5 2-19 16,5-2-8-16,0 0-14 0,4-14-8 0,3 4-14 0,6-4 0 16,-3-3-13-16,8-5-9 0,0-3 4 0,1 0-16 15,3 0-6-15,-3 0-5 0,3 1 13 0,-3-1-7 0,1 3 5 16,-2 1 5-16,-4 7-4 0,-1 2 10 0,-6 2 2 15,0 1 7-15,-3 6-6 0,1-3-16 16,-1 2-5-16,-3 0-4 0,3 1-29 0,-4 3-22 16,1-2-34-16,-1 2 11 15,0 0-15-15,0 12 9 0,-1-2 0 0,-4 2 13 16,2 7 1-16,2-1 5 0,-4 1-1 0,2 0 4 16,2 0 1-16,1 1 1 0,0-3 5 0,1 1-9 15,2-2-15-15,2 0-14 0,0-1-20 0,0-3-25 16,3-2-27-16,2-1-45 0,2-1-59 0,4-4-79 15,0-1-303-15,3-3-661 0,0-3 294 0</inkml:trace>
  <inkml:trace contextRef="#ctx0" brushRef="#br0" timeOffset="38342.54">4371 5375 104 0,'3'-1'346'0,"-3"1"-28"15,5-5-32-15,-4 2-14 0,0 0-27 0,-1 3-29 16,6-5-21-16,-6 5-23 0,8-4-20 0,-1 3-18 15,-1 1-9-15,-6 0-21 0,18 4-8 0,-9 2-12 16,1-1-8-16,2 1-10 0,-1 2-4 0,-4 1 1 16,3 0-9-16,0 4-5 0,-4 2-2 0,2-1-5 15,-6 2-2-15,1 0-4 0,-3-1-1 0,0 2-4 16,0-4-7-16,-4-1 7 0,-2 4-5 0,3-6-3 0,2 2-4 16,-4-5-3-16,5 0-5 0,-3 1 1 0,2-4 0 15,1 1 1-15,0-1 3 0,-3 0-2 0,3-4 2 16,3 4 2-16,1-3 4 0,1 0-1 0,9-2-4 15,4-3 7-15,4 2-3 0,7-5-7 0,-2 3-2 16,0-1 0-16,-8 0-20 0,3-2-26 0,-2-1-29 16,-2-2-38-16,0 3-37 15,-4 0-51-15,0-3-63 0,-9 3-259 0,2-2-551 16,-5 2 244-16</inkml:trace>
  <inkml:trace contextRef="#ctx0" brushRef="#br0" timeOffset="38627.55">4858 5173 240 0,'0'0'277'0,"1"-3"-34"0,-1 3-24 0,0 0-27 15,0 0-20-15,10 14-17 0,-3-2-16 0,2 6-14 16,6 8-7-1,-1 1 1-15,4 20-3 0,0-2 4 0,1 5-5 16,-5 0-9-16,-5 5 4 0,1-2-7 0,-7 0-5 16,-2-3-8-16,-6 1-9 0,-9-5-5 0,1 1-8 0,-9-2-1 15,-2-1-7-15,-9-1-2 0,0-3-2 16,-6 0-6-16,-5-2-21 0,-1-1-30 0,-9-2-53 16,-19 12-53-16,-6-9-87 0,19-13-314 0,-24 0-550 15,20-6 244-15</inkml:trace>
  <inkml:trace contextRef="#ctx0" brushRef="#br0" timeOffset="39128.31">2538 5443 284 0,'0'-2'307'0,"0"2"-14"0,3-5-18 0,-3 2-20 16,0 3-25-16,0 0-25 0,0-5-20 15,0 5-29-15,0 0-20 0,0 0-30 0,0 0-19 16,0 0-10-16,-10 22-7 15,-3 7-7-15,-9 16-4 0,3 6-10 0,-8 27-5 16,-3-1-2-16,8-23-6 0,-2 28-2 0,12-28-2 16,1 4 0-16,8 0-6 0,2-3 1 0,2-6 3 15,16-1 3-15,3-2-6 0,11-5 0 0,6-9 4 16,13-3-7-16,37-2-7 0,1-8-32 0,6-12-60 16,10-5-79-16,3-6-115 0,7-4-196 0,1-6-503 15,-1-2 223-15</inkml:trace>
  <inkml:trace contextRef="#ctx0" brushRef="#br0" timeOffset="39828.94">5336 5421 244 0,'1'-2'315'16,"-1"2"-27"-16,0 0 2 15,3-5-21-15,-3 5-32 0,0 0-23 0,0 0-27 16,0 0-27-16,0 0-17 0,0 0-14 0,0 0-12 16,7 12-12-16,-3-2-6 0,-3 0-11 0,8 8-4 15,-4 5-6-15,3 4-3 0,-3 0-10 0,3 3-6 16,-2 2 0-16,2-3-8 0,-2 2-6 0,2-2-3 16,1 0-3-16,-4 0-2 0,4-4-6 0,-3-1 0 15,1-4-3-15,-2-2 5 0,-1-6 6 0,0 4 19 0,-1-6-3 0,0-1 2 16,0-2 17-16,-2-2 21 0,-1-1 24 0,2 0 27 15,0 0 37-15,1-3 46 0,-3-1 35 0,0 0 25 16,3 4-1-16,-3-4-33 0,6-10-22 0,-1-1-25 16,6-3-42-16,0-2 3 0,1-6-10 0,3-5-31 15,0-5-10-15,7-11-10 0,-3-3-16 0,3 0-8 0,0-3-5 16,-2 2-22-16,2 0-4 0,-2 1-5 0,-6 0-9 16,-1 15 5-16,-3 7-12 0,0 0-14 0,-2 6 7 15,-4 7 8-15,1-1-13 0,-1 4-1 0,-4 0-24 16,3 2-31-16,-2-1-52 0,-1 4-67 0,0 3-72 15,3-5-83 1,-3 5-14-16,0 0 4 0,0 0-22 0,-2 25-30 16,1-6-52-16,1 8-85 0,-3-1-261 0,2-2-832 15,1 3 369-15</inkml:trace>
  <inkml:trace contextRef="#ctx0" brushRef="#br0" timeOffset="40360.08">5911 5794 259 0,'0'0'362'0,"0"0"4"16,-3-12 2-16,3 12-9 0,0 0-7 0,3-5-7 16,-3 5-16-16,1-3-20 0,-1 3-25 0,0 0-34 15,1-4-22-15,-1 4-25 0,0 0-25 0,0 0-20 16,0 0-18-16,0 0-23 0,0 0-20 0,0 0-17 16,0 0-3-16,3 9-19 0,-3 0-9 0,0 0 0 15,0 5-12-15,0 2 2 0,-1 0-2 0,-2 0-6 0,2 4-3 0,-2 1-2 16,1-1 1-16,-2-2-10 0,3-1 2 0,-2-1 3 15,0 1-6-15,2-7 5 0,0 1-6 0,1-1-3 16,-4-4 4-16,4 0-3 0,0-1 4 0,0 0 4 16,0-3 18-16,0-2 25 0,0 5 40 0,0-5 2 15,0 0-8-15,0 0-13 0,10-15-8 0,-1 7-9 16,-1-2-7-16,3-5-10 0,2 0-1 0,4-6-5 0,1-1-5 0,0 0-6 16,-1-1-3-16,1 2-2 0,-5 7-5 0,0 2-4 15,-3 3-1-15,-5 1-4 0,3 2-3 0,-3 0-3 16,3 3-5-16,-3-1-8 0,-4 3-3 0,4-2-12 15,-5 3-6-15,0 0-10 0,10 6-6 0,-6 2 0 16,2 1-18-16,-2 1-4 0,3 4-13 0,-3 3-28 16,0 0-30-16,-1 0-40 15,0 0-44-15,2-1-42 0,-4 3-49 0,0-2-69 16,1-7-384-16,-1 2-825 0,3-1 366 16</inkml:trace>
  <inkml:trace contextRef="#ctx0" brushRef="#br0" timeOffset="40829.06">6515 5968 201 0,'-6'0'318'0,"6"0"-18"0,0 0-8 15,0 0-13-15,0 0-18 0,0 0-13 16,0 0-18-16,0 0-23 15,0 0-26-15,0 0-9 0,0 0-9 0,0 0-11 16,0 0-10-16,0 0-11 0,0 0-17 0,0 0 11 16,0 0-30-16,-8 2-6 0,8-2-7 15,0 0-7-15,0 0-1 0,0 0 1 0,0 0-12 0,0 0-4 16,0 0-6-16,0 0-2 0,0 0-12 0,0 0-2 16,0 0-2-16,0 0-6 0,0 0 2 0,0 0 0 15,0 0-3-15,0 0-8 0,0 0-3 0,0 0 6 0,0 0-12 16,0 0 11-16,0 0-13 0,0 0-1 0,0 0-11 0,0 0-3 15,0 0 23-15,0 0-16 0,0 0 4 0,0 0-10 16,0 0 2-16,0 0 1 0,0 0 0 16,0 0-5-16,0 0 2 0,0 0 3 0,0 0 9 0,0 0 4 15,0 0-18-15,0 0-2 0,0 0-7 0,0 0 17 16,0 0-1-16,0 0 0 0,0 0 0 0,0 0 5 0,26 0-3 16,-13-1 5-16,6-4-4 0,1 4 5 0,2-1-5 15,6-3 0-15,1 0 3 0,-1 0 9 0,-1 5-27 16,-4-5 17-16,-2-2 3 0,-2 4-9 0,-3-1 7 15,-4 2-34-15,-2 1 7 0,-1-2-23 0,-1 2-30 16,-3-2-51-16,0 1-55 0,-5 2-68 0,3-6-62 16,-3 6-287-16,0 0-645 15,-14-6 287-15</inkml:trace>
  <inkml:trace contextRef="#ctx0" brushRef="#br0" timeOffset="41044.93">6635 5874 194 0,'-3'-3'388'16,"3"3"15"-16,-6-5-1 0,6 1 1 0,-1 1-8 0,1 3-15 16,-1-5-18-16,1 5-34 0,0 0-36 0,0 0-30 15,0 0-34-15,-4-2-28 0,4 2-25 0,0 0-19 16,-3 12-18-16,3-2-11 0,0 7-10 0,-2 0-14 16,1 2-5-16,-1 7-15 0,-2-1-4 0,4 4-3 15,2-2-43-15,-8-1-33 0,5-2-39 0,1-3-40 16,-2-1-46-16,2-3-51 15,3 0-56-15,-1-5-69 0,-1-2-108 0,4 0-269 16,-2-6-733-16,-1-1 326 0</inkml:trace>
  <inkml:trace contextRef="#ctx0" brushRef="#br0" timeOffset="41460.72">7063 5779 51 0,'2'-2'417'0,"0"0"-19"0,-1-2-31 16,2 0-28-16,0 1-25 0,0-1-27 0,3 2-27 0,1 1-30 16,-3-3-19-16,5 4-17 0,-3 0-29 0,7 5-24 15,-4-3-12-15,4 5-28 0,1 0 16 0,-4-2-9 0,4 10-12 16,-2-1-7-16,-3-1-9 0,1 3-12 15,-3 1 0-15,-3 3-10 0,0 3 1 0,-5-5-2 16,-4 8-7-16,0-3 1 0,-9 3-10 0,1-4-3 16,-5 4 2-16,1-1 1 15,-3-6-2-15,-2 0 7 0,8-6-3 0,-9 5-1 16,8-5 1-16,1-4-5 0,2 1-4 0,2-4-1 16,1-2-2-16,3 1-3 0,2-1-3 0,-1-1 6 15,0-1 22-15,2 1 16 0,3-3 7 0,-4 5 1 16,3-3 2-16,1-2-8 0,0 0-4 0,15 1-8 15,2-1-5-15,11-4-7 0,5 1-4 0,3 2-4 16,15-4-5-16,-12 5-4 0,1-3-8 0,0 1-14 0,-7-1-31 0,3-1-47 16,1-1-59-16,-9 0-79 0,-1-2-99 0,-8 3-146 15,-2-4-337-15,-10 0-855 0,-1-2 379 0</inkml:trace>
  <inkml:trace contextRef="#ctx0" brushRef="#br0" timeOffset="46940.27">8270 5750 89 0,'-5'3'160'0,"1"-2"-13"0,4-1-3 16,-8 3-7-16,8-3-11 0,-4 1-2 0,4-1-10 0,0 0-2 0,-6 0-6 15,6 0-5-15,0 0-7 0,0 0-2 0,0 0-5 0,0 0 0 16,0 0-1-16,0 0 2 0,0 0-1 0,0 0-2 15,0 0-3-15,0 0 1 0,-8 1-8 0,8-1 3 16,0 0-9-16,0 0-5 0,0 0-2 0,0 0-5 16,0 0-5-16,0 0-4 0,0 0-5 0,0 0-2 31,0 0-9-31,0 0 0 0,0 0-2 0,0 0-6 16,0 0 0-16,0 0-2 0,0 0-5 0,0 0 1 0,0 0-3 15,0 0 2-15,0 0 5 0,0 0 5 0,0 0 9 16,0 0-8-16,0 0 1 0,0 0 0 15,0 0-1-15,0 0 5 0,0 0-6 0,0 0 2 16,0 0-2-16,0 0-1 0,0 0-2 0,0 0 4 16,0 0-4-16,0 0 7 0,0 0-12 0,0 0-5 0,0 0 2 0,0 0-4 15,0 0 3-15,0 0-2 0,0 0-3 0,0 0-2 16,0 0 4-16,0 0-3 0,0 0 16 0,0 0-13 0,0 0 1 16,0 0-4-16,0 0-3 0,0 0 4 0,0 0-1 0,0 0-6 15,0 0-1-15,0 0 2 0,0 0 1 0,0 0-2 16,0 0 0-16,0 0 5 0,0 0-8 0,0 0 1 15,0 0-2-15,0 0 4 0,0 0 2 0,0 0-3 16,0 0-1-16,0 0 2 0,0 0-2 0,21-1-1 16,-21 1 7-16,0 0-7 0,5-4 1 0,-5 4-2 15,6-1 3-15,-6 1-2 0,4 0 1 0,-4 0-1 16,9-3-2-16,-5 1 7 0,-4 2-3 0,7 0-5 16,-1-1 4-16,1-1 0 0,-7 2-5 0,13-2 15 15,-8 1-8-15,3 0-4 16,-1 1 0-16,0 0-2 0,-2-3 3 0,0 3-4 15,-5 0 8-15,10-2-2 0,-5 2-5 0,-5 0 1 16,7-2 3-16,-7 2-3 0,6-1 2 0,-6 1 1 16,4-1-4-16,-4 1 5 0,0 0-1 15,5-2-1-15,-5 2-4 0,0 0 6 0,0 0-2 0,0 0 1 16,0 0-4-16,0 0-2 0,0 0 5 0,0 0 0 16,0 0-2-16,0 0-2 0,0 0 2 0,10 0 0 0,-10 0 1 15,0 0-5-15,0 0-2 0,0 0 0 0,0 0 2 0,0 0 0 16,0 0-3-16,0 0 2 0,0 0 4 0,0 0-3 15,0 0-1-15,0 0 7 0,0 0-3 0,0 0-4 16,0 0 1-16,0 0 1 0,8 0 3 0,-8 0 2 16,14-2 2-16,0 0-7 0,4-3 4 0,1 4 0 0,4-2 3 15,6-2-3 1,2 2 26-16,2-2-5 0,2 0 3 16,-2-2-5-16,3 3-5 0,1-1 9 0,-5 0-11 15,1-2 0-15,-1 2 3 0,-4 0-3 0,-10 0-6 16,0 1 4-16,-6 0-11 0,-1 2-6 0,-1 0-11 0,-2 0-13 15,-2 1-29-15,1-3-30 0,-5 2-21 0,-1-1-49 0,-1 3-36 0,0 0-20 16,-12-5-42-16,1 4-188 0,0-1-484 16,-4 2 214-16</inkml:trace>
  <inkml:trace contextRef="#ctx0" brushRef="#br0" timeOffset="47186.59">8594 5586 53 0,'-4'-5'352'0,"3"2"-9"0,-2-1 4 15,0 1 3-15,0-1 3 0,2 0-22 0,1 4-29 16,-4-4-32-16,4 4-29 0,-1-2-29 16,1 2-24-16,0 0-24 15,0 0-39-15,0 0-20 0,0 0-15 0,-5 14-9 16,5 3-7-16,0 3-8 0,0 3-4 0,1 6-2 15,0-1-8-15,2-1-25 0,3 0-35 0,-1 2-34 16,-1-3-40-16,1 1-47 0,-1-2-52 0,-1-4-74 0,-3-5-338 16,4 1-640-16,0-5 284 0</inkml:trace>
  <inkml:trace contextRef="#ctx0" brushRef="#br0" timeOffset="55456.51">10019 5513 25 0,'0'-6'231'16,"-1"0"-9"-16,1 1-5 0,-2-2-9 0,2 2-5 15,0-2-6 1,0 0-3-16,0 4-3 0,2-2-12 0,-2 5-13 15,-2-5-2-15,2 5-7 0,0-7-8 0,0 7-19 0,0-4-10 16,0 4-15-16,-1-4-14 0,1 4-17 0,0 0 2 16,0 0-30-16,0 0-21 0,0 0 0 0,0 0-2 15,-6 18-6-15,1-1 3 0,0 2-4 0,-3 5-2 16,0 1-2-16,-1 4 2 0,3-3-6 0,-2 1 1 16,2-1-1-16,-1-1 5 0,1-5-7 0,1 6 1 15,1-9 2-15,0 0 1 0,0-1 1 0,1-6-5 0,0 2-1 16,3-5 9-16,-3 0-4 0,2-3-4 0,-3 1 2 0,4 1 2 15,-1-3 27-15,1 0 20 0,0-3 35 0,-4 4 32 16,4-4 4-16,0 0-14 0,0 0-5 0,9-15-19 16,-4 5-9-1,3-4-1-15,1-5-15 0,1-5-8 0,3-1-4 16,1-3-15-16,-4 2 1 0,2-2 0 0,-1 4-4 16,2 0-10-16,-5 9 2 0,-1 3-1 0,-2 2 3 15,0 1-14-15,1 2 4 0,-2 0-10 0,-3 4 0 16,3-1-4-16,-2 1-17 0,2 0-29 0,-4 3-1 15,0 0-4-15,11 8-3 0,-5 4 5 0,1 0 2 0,0 5-1 16,0 0 5-16,2 6-15 0,2 2-9 16,1-1-25-16,1-2-24 0,1 0-21 0,-5-5-37 15,3 1-50-15,0-2-53 0,0-2-294 0,3-4-612 0,-2 2 271 0</inkml:trace>
  <inkml:trace contextRef="#ctx0" brushRef="#br0" timeOffset="56058.03">10702 5690 225 0,'-11'2'239'0,"3"-2"-5"16,2 0-14-16,1 3-14 0,5-3-13 0,-12 0-18 15,12 0-14-15,-6 0-7 0,6 0-2 16,0 0-9-16,-5 2-1 0,5-2-19 0,0 0-10 16,-5 1-12-16,5-1-8 0,0 0-5 0,0 0-3 15,0 0-10-15,0 0-2 0,0 0-4 0,0 0-2 0,0 0-8 16,-9 1-7 0,9-1-2-16,0 0-4 0,0 0-7 0,0 0-5 15,0 0-3-15,0 0 1 0,0 0-4 0,0 0-3 16,0 0-7-16,0 0-2 0,0 0-2 0,0 0-2 15,0 0 0-15,0 0 0 0,0 0-5 0,0 0 2 0,0 0-4 16,0 0 3-16,0 0-2 0,0 0 1 0,0 0-5 16,-1 4 4-16,1-4-2 0,0 0 0 15,0 0 1-15,0 0-7 0,0 0 4 0,0 0 1 0,0 0-3 0,0 0 0 16,0 0 1-16,0 0-4 0,0 0 5 0,26-4 0 16,-9 2-1-16,5-3 1 0,0 3 0 0,8-3-4 15,-3 1-8-15,2 0-8 0,2-2-2 0,4 1-1 16,-6 2-8-16,-1-6-10 0,-1 4-16 0,-7 2-14 15,-3-1-14-15,2-2-29 0,-9 4-22 0,3-1-20 16,-4 1-35-16,-4 0-29 0,-2 1-205 0,-3 1-456 0,0 0 202 0</inkml:trace>
  <inkml:trace contextRef="#ctx0" brushRef="#br0" timeOffset="56320.7">10778 5570 76 0,'-3'-4'334'0,"2"0"-11"0,1 4 1 0,0-5 2 16,0 1-6-16,0 4-2 0,-2-5-21 0,2 5-25 15,-2-3-27-15,2 3-26 0,0 0-27 0,0 0-17 16,-1-7-21-16,1 7-24 0,0 0-38 0,0 0-14 16,0 0-16-16,-1 15-20 0,-1-7-1 15,2 5-1-15,0 4-1 0,0 1-7 0,-1 8 1 0,1-1 0 0,-5 1-1 16,4 0-1-16,0 0-39 0,1-6-15 0,2 4-30 15,-3-4-18-15,1-1-19 0,1 0-33 0,2-2-30 16,-1 0-43-16,-2-5-51 0,0-2-303 0,4-1-595 16,-1-1 264-16</inkml:trace>
  <inkml:trace contextRef="#ctx0" brushRef="#br0" timeOffset="56604.93">11229 5569 318 0,'-3'-4'411'0,"6"0"-27"0,-3 0-28 0,0 0-39 0,0 4-31 0,0-4-31 16,0 4-27-16,0 0-33 0,0 0-20 0,0 0-19 16,0 0-32-16,0 0-7 0,4 10-6 0,-4 2-15 15,0-2-11-15,0 6-8 0,0 1 15 0,1-2-22 16,-1 2-7-16,4-2-15 0,-4 2-1 0,0-3 0 15,1-2-11-15,2 3 9 0,-3-4-8 0,0 0-7 16,1-2-2-16,2 1-6 16,-1-3-35-16,-2 2-10 0,0-3-21 15,0 1-10-15,0 0-17 0,0-2-21 0,0-2-16 16,0 2-22-16,0-1-21 0,0-4-19 0,0 5-9 16,0-5-18-16,0 0-307 0,0 0-546 0,0 0 241 0</inkml:trace>
  <inkml:trace contextRef="#ctx0" brushRef="#br0" timeOffset="56841.71">11460 5337 311 0,'0'0'278'0,"5"-2"-27"0,-5 2-28 0,0 0-27 16,0 0-20-16,9 5-10 0,-2 4-13 0,-2 1 2 15,4 6-8-15,4 9-6 0,-3 0-4 0,5 4-6 0,-1 2-12 0,0 3-3 16,0 9-9-16,-5-9-9 0,-4 1-8 0,-1 0-9 15,-4-1-8-15,-4 2 2 0,-7-1-22 0,-8 8-18 32,-12 0-21-32,-2-4-27 0,-11 1-30 0,-4-5-39 0,-7-2-48 15,-22 13-64-15,26-19-284 0,-5-5-517 0,2-1 229 16</inkml:trace>
  <inkml:trace contextRef="#ctx0" brushRef="#br0" timeOffset="57307.82">9765 5259 187 0,'0'-5'278'0,"0"3"-13"16,-3-3-16-16,3 5-22 0,0-5-22 0,-1 3-23 16,1 2-24-16,0 0-12 0,0 0-25 0,-18 13-13 15,0 9-8-15,-2 10-15 0,-7 12-6 0,-5 8-8 16,-10 22-4-16,2 1-13 0,13-19 5 0,-1 19-9 16,10-22-5-16,0-7-7 0,9 8 2 0,8-7 8 15,6-10 1-15,6 12 1 0,9-4 1 0,8-4 0 0,13-3-3 16,7-6 5-16,11-7-22 0,33-1-25 0,-1-6-45 15,2-10-78-15,11-5-96 0,-7-6-259 0,0-2-512 16,-8-2 227-16</inkml:trace>
  <inkml:trace contextRef="#ctx0" brushRef="#br0" timeOffset="60141.87">12227 5738 53 0,'-13'3'203'0,"2"-3"-6"0,2 0 1 0,0 1-5 15,5-1-10-15,4 0 0 0,-10 1-11 0,6 1-14 0,4-2-12 16,0 0-16-16,-8 0 13 0,8 0-11 0,0 0-14 15,-6 1-5-15,6-1-3 0,0 0-8 0,0 0-1 16,0 0 3-16,0 0-2 0,0 0 1 0,0 0-9 0,-6 1-3 16,6-1-2-16,0 0-4 0,0 0-3 0,0 0-8 15,0 0-6-15,0 0-5 0,0 0-5 0,0 0-1 16,0 0-6-16,0 0-8 0,0 0-5 0,0 0-4 16,0 0-4-16,-4 3-4 0,4-3-4 0,0 0 2 15,0 0-1-15,0 0-4 16,0 0-9-16,0 0 5 0,0 0-2 0,0 0-6 15,0 0 6-15,0 0-5 0,0 0-4 16,0 0 4-16,0 0-2 0,0 0-1 0,0 0 4 16,0 0-4-16,0 0-2 0,0 0 1 0,0 0 0 15,0 0-2-15,0 0-1 0,0 0 3 0,0 0-7 0,0 0 2 16,0 0 0-16,0 0 0 0,0 0 4 16,0 0 1-16,0 0-5 0,0 0 2 0,0 0 3 0,0 0-1 0,0 0 0 15,0 0 0-15,0 0-5 0,0 0 1 0,0 0 1 16,0 0 3-16,0 0-3 0,0 0 0 0,0 0 5 0,0 0-2 15,0 0-9-15,0 0 5 0,0 0 3 16,0 0-4-16,0 0-1 0,0 0 0 0,0 0 5 16,0 0-3-16,0 0-6 0,0 0 5 0,0 0-1 15,0 0 2-15,0 0-3 0,0 0 8 0,0 0-4 0,0 0-5 0,0 0 5 16,0 0-1-16,0 0-3 0,0 0 3 0,0 0 0 16,0 0-3-16,0 0 15 0,23-2-12 0,-13 1-1 15,10 0 0-15,0-2 1 0,8 1 15 0,2-3-17 16,6 1 2-16,0-2 10 0,-3 1-13 0,3 1 0 15,-2-1 4-15,1 2 0 0,-2-2-1 0,-1 1-5 16,-4 1 2-16,-6-2 0 16,-4 4 4-16,-8-2-1 0,3 2-3 0,-4 0-5 15,-3-2-11-15,1 2 4 0,-2 0-9 0,0 0-2 16,-5 1-11-16,7 0-13 0,-3-2-8 0,-4 2-16 16,0 0-24-16,0 0-17 0,0 0-16 0,0 0-15 15,0 0-25-15,-20 0-19 0,20 0-26 0,-12 0-237 16,7 0-490-16,0-3 217 0</inkml:trace>
  <inkml:trace contextRef="#ctx0" brushRef="#br0" timeOffset="60595.16">12820 5445 25 0,'0'-4'261'0,"0"-1"-28"0,0 5-20 15,4-7-19-15,2 3-21 0,-2 3-15 0,4-2-20 16,-1 2-11-16,6 0-14 0,0-1-12 0,3 2-11 16,1 2-10-16,2 0-7 0,-1 3-8 0,0 2-5 0,0 1-7 0,-4 1 3 15,0 1-11-15,-2 5-5 0,-3-1-1 0,-4 1-6 16,-4 4-1-16,3 0-2 0,-9 8 0 0,-3 1-5 15,-5 0 2-15,-1-1-1 0,-4 1-3 0,-3-4 5 16,-2 1-8-16,0-4 4 0,2 1 5 0,-1-1 3 16,2-4 0-16,5-4 4 0,1-3-2 0,1-1-2 15,5-2-2-15,3-2-5 0,-4 0 0 0,8 0 0 0,-6-3 18 0,5 1 4 16,-1-1 7-16,3-2 5 0,-1 4 8 0,1-4 6 16,10 3-2-16,4-3-2 0,5-2-13 0,7 2 0 15,6-2 2-15,0 2-5 0,1-4-17 0,-1 3-2 16,0-2-5-16,-4 1 0 0,2-1-12 15,-10 3 8-15,-1-2-4 0,-6 0-2 0,-3 2 0 0,0 0-4 16,-5 0-9 0,3 0-7-16,-8 0-14 0,9-3-18 0,-9 3-20 15,0 0-37-15,0 0-36 0,0 0-26 0,0 0-40 16,-22-5-34-16,10 3-53 0,-1-2-175 0,0 2-493 16,3-1 218-16</inkml:trace>
  <inkml:trace contextRef="#ctx0" brushRef="#br0" timeOffset="61063.85">13288 5535 29 0,'6'-5'275'16,"2"-1"-19"-16,2 1-19 0,1 2-23 0,0 0-18 15,0 1-21-15,1 4-20 0,-1-2-14 0,3 3-16 16,-1 2-8-16,5 4-2 0,-4 2-13 0,1 1-5 16,-6 2-8-16,2 3-5 0,-4 2-6 0,-1-2-6 0,-4 2 1 15,-2 6-3-15,-5-6-1 0,-3 5-4 0,-1-5-3 16,-5 3-4-16,-1 1 2 0,2-10-3 16,-4 0-4-16,3 4-4 0,-2-4 7 0,4-2-4 0,2-4 1 0,0 1-3 15,2-2 16-15,0 0-8 0,3-1 9 0,-1-4 18 16,6-1 24-16,-7 4 21 0,6-3 28 0,1-1 11 15,0 0-17-15,0 0-16 0,1-10-17 0,7 1-14 16,5-3-9-16,-2-3-11 0,7-4-7 0,2-1-8 16,2-4-13-16,0 3 2 0,5-1-7 0,-6 1-5 15,0 1-7-15,0 3-4 0,-11 5-4 0,1 4-1 0,-3 1-4 0,0 0-5 16,-3 4 1-16,-1 1-1 0,2-1-14 0,-4 0-10 16,1-1-14-16,-3 4-12 0,0 0-14 0,9 3-2 15,-9-3 1-15,3 9 0 0,-5 3 4 0,-2-1 4 16,3 1 13-16,1 4-4 0,0-1 16 0,0 1-6 15,0 1-2-15,3-2-36 0,-1 0-39 0,0-1-26 16,0-4-32 0,1 4-41-16,-1-4-52 0,3-2-69 0,0 2-350 15,-1-6-717-15,1-1 318 0</inkml:trace>
  <inkml:trace contextRef="#ctx0" brushRef="#br0" timeOffset="61326.98">13726 5416 245 0,'1'-7'384'0,"1"5"-34"0,-1-2-35 0,1 0-33 15,-2 4-35-15,2-4-26 0,-2 4-32 0,0 0-15 16,15 14-19-16,-3-2-10 0,0 5 0 0,4 5-9 16,0 7-7-16,0 3-2 0,0 1-4 0,-2 11-13 15,0 2-3-15,-10 0-2 16,-3-11 2-16,-2 2-20 0,-8 9-11 0,-5-13-1 15,-9 10-10-15,-6 0-6 0,-4-6-30 0,-5-2-18 16,-4 0-23-16,-4-6-33 0,0 0-42 0,-7-7-42 16,-1 2-46-16,-1-5-70 0,1-2-340 0,-3-5-632 15,2-7 279-15</inkml:trace>
  <inkml:trace contextRef="#ctx0" brushRef="#br0" timeOffset="61749.92">12447 5262 197 0,'0'0'253'0,"-5"-3"-28"0,5 3-21 0,-8 0-25 16,8 0-18-16,-17 7-17 0,2 1-14 0,-5 10-10 15,-6 7 1-15,-10 15-13 0,-1 5 2 0,-16 21-4 0,17-15 1 0,1 1-5 16,-11 20-7-16,22-23 8 0,2-3-1 0,2 4-5 16,11-15 4-16,1 11-2 0,7-12 3 0,6-3-7 15,7 3 1-15,4-3 9 0,16 8-19 16,14-7-2-16,12-6-10 0,27 3-41 0,-21-21-49 0,32 2-69 16,-4-5-83-16,8-8-92 0,-2-4-242 0,2-1-543 15,-4 3 239 1</inkml:trace>
  <inkml:trace contextRef="#ctx0" brushRef="#br0" timeOffset="62329.1">14182 5399 48 0,'0'-4'346'0,"1"0"-14"0,-1 4-5 16,2-5-26-16,-1 1-20 0,-1 4-22 0,1-4-26 0,-1 4-26 0,0 0-24 15,2-3-21-15,-2 3-18 0,0 0-21 0,0 0-16 16,0 0 6-16,0 0-32 0,7 8-9 0,-3 4-7 16,1-3 0-16,0 8-3 0,4 8-17 0,0-1 0 15,-2 5-6-15,0 0-2 0,1 0-6 0,-2 0 3 0,7 0-6 16,-4 0-7-16,0-2 3 0,-3 0-8 15,3-4 5-15,-2-3-1 0,-1-3-3 0,-1-1-1 0,0-6 3 0,-1 2-8 16,0-7 1-16,0 2 8 0,-3-2 13 0,-1-4 53 16,4 4 38-16,-4-1 48 0,0-4 40 0,0 4 37 15,0-4 27-15,0 0-23 0,0 0-28 0,10-14-22 16,-4 3-21-16,2-5-23 0,5-7-17 0,0-2-7 16,2-6-22-16,0 1-11 0,7-16-19 0,-3 3-10 15,7 0-9-15,-11 11-5 16,8-11-6-16,-9 14-7 0,-1-1-5 0,1 2 1 15,-2 8-11-15,-5 3-7 0,0 5 1 0,-4 2-11 16,1 3-25-16,1-2-40 0,-2 4-57 0,0 0-80 16,-1 0-90-16,2 4-83 0,-4 1-12 0,0 0-17 15,0 13-51-15,-6-4-391 0,2 3-900 0,-1 3 398 16</inkml:trace>
  <inkml:trace contextRef="#ctx0" brushRef="#br0" timeOffset="62952.58">14680 5725 192 0,'0'-4'356'0,"0"4"-8"15,0 0-8 1,0-4-26-16,0 4-30 0,0 0-31 0,0 0-31 16,0 0-20-16,0 0-30 0,0 0-17 0,0 0-25 15,0 0-7-15,0 0-15 0,0 0-13 0,4 17-3 0,-4-8-14 16,2 5-8-16,-4 1-3 0,2 2-17 16,0 3 3-16,-2-4 5 0,0 4-14 0,-2-3-6 15,2 0-2-15,0 1-6 0,0-6-1 0,0-1-4 16,2 0-2-16,0-4-4 0,0 1 4 0,0-5-3 0,0 6 1 0,0-4-2 15,0-5 37-15,-2 5 25 0,2-5 43 0,-1 3 23 16,1-3 24-16,0 0-16 0,0 0-10 0,11-8-17 16,-1 3-15-16,-1-4-9 0,7-2-15 0,-2-2-6 15,9-7-2-15,-1 3-11 0,-2-1-13 0,1 0-7 0,-6 4-4 16,2 3-2-16,-6-2-7 0,-1 7-3 16,-2 0-6-16,-1 0-7 0,-2 4-9 0,-1-1 1 0,3 1-8 0,-4 1-11 15,-3 1-16-15,10 6-1 0,-9-3-5 0,7 9 1 16,-2-1 3-16,-1 4-3 0,0 0 9 0,3 1-5 15,-4 2-18-15,0-2-44 0,1 4-25 0,-1-6-37 16,-3 5-56-16,-1-2-58 0,0-1-71 0,0-3-103 16,-1-3-261-16,-2-3-753 0,3-3 334 0</inkml:trace>
  <inkml:trace contextRef="#ctx0" brushRef="#br0" timeOffset="64186.95">15257 6004 71 0,'-10'-1'230'0,"10"1"1"15,0 0-3-15,-7 1-8 0,7-1-9 0,0 0-9 0,0 0-8 16,0 0-8-16,0 0-10 0,0 0-7 0,-6 0-7 0,6 0-4 15,0 0-12-15,0 0-13 0,0 0-10 0,0 0-10 16,0 0-13-16,0 0-5 0,0 0-6 0,0 0 9 0,0 0-14 16,0 0-10-16,0 0-3 0,0 0-3 0,0 0-14 15,0 0-4-15,11-6 0 0,-11 6-10 16,0 0 4-16,0 0-4 0,0 0-3 0,0 0 0 16,0 0 2-16,0 0-6 0,0 0-5 0,0 0-2 0,0 0-2 0,6-1-3 15,-6 1-4-15,0 0-4 0,0 0 1 0,0 0 2 16,0 0-7-16,0 0 4 0,0 0-8 0,0 0-8 15,0 0 14-15,0 0-1 0,0 0-4 0,0 0-1 16,0 0-1-16,0 0 2 0,0 0 0 0,0 0 13 0,0 0-12 16,0 0 7-16,0 0 2 0,0 0 2 0,0 0 2 15,0 0-3 1,0 0-7-16,0 0 5 0,0 0 5 0,0 0-11 16,0 0 10-16,0 0-8 0,0 0-2 0,0 0 14 15,0 0-18-15,0 0-1 0,0 0 7 0,0 0-8 0,0 0-1 0,0 0 1 16,0 0 5-16,0 0-5 0,0 0-11 0,0 0 8 15,0 0 7-15,0 0-3 0,0 0 4 0,0 0-7 16,0 0 4-16,0 0-5 0,0 0 4 0,0 0 2 16,0 0-3-16,7-2 12 0,-7 2-14 0,18 0-2 15,0 0 1-15,2 0-1 0,7-2 15 0,5 2-14 16,0-1-5-16,8-1-3 0,-5-1 5 0,1-1 0 16,1 2-5-16,0 1 12 0,-5-1-1 0,-1 1-12 15,-11-1-15 1,1-2-1-16,-8 3-15 0,1 0-9 0,-5 0-14 0,-2-1-16 0,1 0-39 0,-4-1-37 15,-4 3-34-15,0 0-45 16,-12-5-18-16,2 2-45 0,-7-1-213 0,-2 1-552 16,-2 3 245-16</inkml:trace>
  <inkml:trace contextRef="#ctx0" brushRef="#br0" timeOffset="64387.21">15438 5908 265 0,'-3'-4'318'0,"3"4"1"0,-2-5 0 0,2 5 5 15,-2-4-8-15,2 4-11 0,-3-4-21 0,3 4-32 16,0 0-23-16,-1-5-18 0,1 5-41 0,0 0-21 16,0 0-23-16,0 0-8 0,-3 13-12 0,2-8-12 15,0 6-15 1,-2 1 4-16,3 7-9 0,-4-4-4 0,3 5-7 0,1-1-9 0,0 6 5 0,1 3-23 0,-1-11-40 31,3 5-40-31,-2-4-35 0,3 5-57 0,-3-4-57 0,2-4-81 16,-2-3-342-16,4 0-667 0,3-5 295 0</inkml:trace>
  <inkml:trace contextRef="#ctx0" brushRef="#br0" timeOffset="64618.63">15962 5905 28 0,'3'-5'504'0,"1"2"-14"0,-2-1-17 16,-2-1-43-16,1 3-36 0,-1 2-39 0,3-3-37 16,-3 3-36-16,0 0-42 0,0 0-29 0,0 0-23 0,0 0-21 0,0 14-15 15,-1-3-17-15,-1 7-7 0,-3 2-14 0,1-2-11 16,2 1-20-16,-1 12-55 0,-2-2-60 0,5 3-58 16,-3-4-56-16,1-1-82 0,1 0-125 0,-2-10-310 0,2-3-718 15,0-4 319-15</inkml:trace>
  <inkml:trace contextRef="#ctx0" brushRef="#br0" timeOffset="68610">16964 5760 110 0,'-11'0'208'0,"0"-1"-16"0,4 1 5 15,0 0-5-15,0-1-4 0,7 1-10 0,-8 1-7 16,8-1-14-16,-8 0-14 0,8 0-18 0,0 0 0 16,-9 0-11-16,9 0-10 0,0 0-2 0,0 0-20 15,0 0-6-15,0 0-9 0,0 0-6 0,0 0-3 0,0 0-5 0,0 0-6 16,-9 0-1-16,9 0 1 0,0 0-4 15,0 0-1-15,0 0-3 0,0 0 3 0,0 0-3 0,0 0 1 16,0 0 2-16,0 0 4 0,0 0-1 0,0 0 3 16,0 0-5-16,0 0-3 0,-3 3-4 0,3-3 7 15,0 0-15-15,0 0-2 0,0 0-3 16,0 0-9-16,0 0 11 0,0 0-12 0,0 0 2 0,0 0-2 0,0 0-3 0,0 0-2 16,0 0 4-16,0 0-4 0,0 0 3 15,0 0 0-15,0 0 7 0,0 0 3 0,0 0 0 16,0 0-2-16,17-4-4 0,-4 3 3 0,17-3-5 15,0-2-3-15,5 0-1 0,4 1-2 0,-2 1 3 0,17-3-1 16,-17 6-3-16,3-4 5 0,-6 1-4 0,-2 0-14 16,-1 2-10-1,-11 0-11-15,2-1-15 0,-5 3-22 0,-6-1-21 16,-3 0-30-16,-2-1-33 0,1 2-29 0,-7 0 1 16,0 0-12-16,0 0-34 0,0 0-205 0,0 0-462 15,-28 0 204-15</inkml:trace>
  <inkml:trace contextRef="#ctx0" brushRef="#br0" timeOffset="68826.17">17120 5671 264 0,'-4'-7'264'0,"0"-3"-5"0,3 2-11 15,-3-3-1-15,0 2-4 0,3-2 6 0,1 4 4 16,-2 2 3-16,2-1-4 0,-2 1-16 0,2 1-24 16,0 0-24-16,0-1-21 0,0 5-37 0,0 0-11 15,-1-5-38-15,1 5-24 0,0 0-8 0,0 0-17 16,-4 17 4-16,1-5-10 15,0 5 1-15,-4 9-1 0,1-1-2 0,2 2-10 16,-2 0 11-16,3 1-15 0,-1 1-27 0,0-2-18 16,4-1-29-16,-2 0-33 0,2-1-35 0,0-7-46 15,0 2-55-15,1-5-307 0,-1-5-585 0,5 1 259 16</inkml:trace>
  <inkml:trace contextRef="#ctx0" brushRef="#br0" timeOffset="69080.05">17901 5424 3866 0,'5'-10'184'0,"-1"0"-70"16,-2 2-25-16,1 2-14 0,-1 3-24 0,2-2-41 0,-4 1 10 31,0 4-27-31,3-3-5 0,-3 3-8 0,2-2-11 0,-2 2 4 0,5 8 1 0,-5 2 3 0,1 2 5 15,3 4 10-15,0 3-4 0,0 5-15 0,1 4-17 16,0 0-19-16,4-1-25 0,-5-1-24 0,1 1-37 16,-1 1-40-1,-3-3-53-15,3-6-87 0,-4-3-168 0,0 0-539 16,0-6 238-16</inkml:trace>
  <inkml:trace contextRef="#ctx0" brushRef="#br0" timeOffset="69365.78">17765 5843 283 0,'-5'2'356'0,"1"0"-13"16,4-2-14-16,-9 1-24 0,9-1-17 0,-6 1-23 16,6-1-24-16,0 0-16 0,0 0-28 0,23-4-24 15,-3 0-2-15,14-1-28 0,4 1-14 0,17-3-19 16,1-2-11-16,4 4-2 15,3-4-17-15,-1 3-3 0,0 1-9 0,-2-4-10 16,-4 3-1-16,-2 0-5 0,-20 0-6 0,-2 0-9 16,-4 2-6-16,-10 3-6 0,-4-2-16 0,-4 1-12 15,-2 1-11-15,-2 0-23 0,-1-2-19 0,-2 2-30 16,-3 1-21-16,0 0-21 0,-20-1-15 0,-1 2-22 16,-1 2-33-16,-7 0-39 0,1 2-61 0,-3-1-173 15,3-1-510-15,0 4 227 0</inkml:trace>
  <inkml:trace contextRef="#ctx0" brushRef="#br0" timeOffset="69728.82">17865 6041 339 0,'0'0'350'0,"-5"0"-32"0,5 0-33 15,0 0-22-15,-3 2-25 0,3-2-23 16,0 0-28-16,9 5-17 0,-9-5-23 0,14 2-7 0,-2 1-19 16,0-1-10-16,0 3-14 0,3 2-9 0,-2 1-12 15,-4-2-9-15,-1 5-9 0,-1-4-2 0,-2 5-12 0,2 2 3 16,-6 1-5-16,-5 2-4 0,-2 8-8 0,-7-4 4 16,-5 3-11-16,-1-4-2 0,-3 2 0 0,-3 0-1 0,1-3-1 15,-1-2 4-15,1 0-10 0,6-6 1 0,3 1-1 16,-2-2 1-16,7-1-6 0,1-1-2 0,1-3-2 15,-1 0-2-15,4 1 0 0,1-5 1 0,3 4-3 16,-3 0 6-16,8-1 5 0,0-1 3 0,9 1-4 0,3-1 0 16,6-2-1-16,10 1-5 0,1-2-19 0,1-3-31 15,1 1-35-15,2 0-44 0,0-1-57 0,16-9-72 16,-20 7-268-16,1-6-565 0,0 2 250 0</inkml:trace>
  <inkml:trace contextRef="#ctx0" brushRef="#br0" timeOffset="69912.88">18396 6010 233 0,'-1'-6'397'0,"1"2"-21"0,-2 1-30 0,2 3-15 16,-2-4-50-16,2 4-28 0,0 0-41 0,0-5-20 15,0 5-17-15,0 0-25 0,0 0-16 0,2 21-19 0,0-10-2 0,-1 17-9 16,2-4-43-16,-3 5-45 0,0 3-37 0,0 5-55 15,0 10-72-15,0-1-78 0,-4-11-277 0,0 0-546 16,-1-2 242-16</inkml:trace>
  <inkml:trace contextRef="#ctx0" brushRef="#br0" timeOffset="70066.78">18361 6704 87 0,'0'5'448'0,"0"-3"-1"0,-2 2 7 0,2-4-1 15,0 0-12-15,-1 5-29 0,1-5-33 0,0 0-42 16,0 0-32-16,0 4-48 0,0-4-49 0,0 0-92 16,0 0-121-16,14-1-102 0,-14 1-99 15,14-1-151-15,-7-1-255 0,-1-2-662 0,3-2 292 0</inkml:trace>
  <inkml:trace contextRef="#ctx0" brushRef="#br0" timeOffset="71184.45">19378 5388 56 0,'0'0'219'0,"-1"-6"5"0,1 6-3 0,1-4-12 0,-1 4-5 16,0 0-6-16,0-5-9 0,0 5-10 0,0 0-14 0,0 0-19 15,0-5-17-15,0 5-18 0,0 0-12 0,0 0-5 16,0 0-18-16,0 0-8 0,-5 19-1 0,1-3-8 16,-3 7-6-16,1 5 1 0,-4 2-11 15,0 0-1-15,1 4-4 0,-3 1-4 0,2-3 4 0,2 4-12 16,-3-4 0 0,2-1-1-16,-1-3-2 0,2-3-1 0,2-4-4 15,3-3 0-15,-5-3-2 0,4-3-3 0,3-3-1 16,-3-2 2-16,4-2 15 0,-5 0 37 0,5 1 37 0,0-2 44 0,0-4 17 0,0 0-7 15,0 0-19-15,0 0-13 0,12-17-13 16,-6 6-9-16,3-3-16 0,3-3-4 0,3-7-11 16,-1-2-23-16,3 2 8 0,-1-3-8 0,0 0 2 15,0-1-11-15,-2 3 1 0,3 4-10 0,-7 4-8 16,3 1 0-16,-4 3 1 0,-3 4-6 0,-2 4-3 16,1-3-5-16,1 3-4 0,-4 0-7 0,2 3 2 15,-2-1-5-15,-2 3-4 16,9 5 3-16,-4 2-6 0,-1 1-2 0,5 4-11 15,-4 1-21-15,4 3-17 0,-1 1-25 0,-2-3-20 16,2 4-35-16,-2 0-40 0,-2-2-59 0,6-2-62 16,-7-2-334-16,2 0-688 0,0-5 304 0</inkml:trace>
  <inkml:trace contextRef="#ctx0" brushRef="#br0" timeOffset="71547.83">19861 5617 87 0,'-7'-2'332'16,"7"2"-26"-16,-3-1-29 0,3 1-28 0,0 0-25 16,-7-2-24-16,7 2-21 0,0 0-17 0,0 0-19 15,0 0-11-15,0 0-15 0,-9 0-14 0,9 0-13 0,0 0-6 0,0 0-11 16,0 0-7-16,0 0-4 0,0 0-12 15,0 0-3-15,0 0-4 0,0 0 0 0,0 0-4 16,0 0 3-16,0 0 4 0,0 0 4 0,0 0-2 16,0 0 18-16,0 0-10 0,0 0-1 0,0 0 4 0,0 0 2 15,0 0 4-15,0 0-2 0,0 0-9 0,28-3-2 16,-8 1-17 0,8-2 9-16,6-1-9 0,-2 0 13 0,4 3-17 15,0-5-8-15,3 2-4 0,-6 0-7 0,3 1-1 16,-4 0-24-16,-1 0-24 0,-9 1-19 0,0 3-29 15,-9-2-28-15,-2-1-34 0,1 2-36 0,-5-2-45 16,-1 1-67-16,-6-1-193 0,0 3-529 0,0 0 235 16</inkml:trace>
  <inkml:trace contextRef="#ctx0" brushRef="#br0" timeOffset="71785.84">20045 5494 92 0,'-4'-4'356'0,"1"0"7"15,0 2 11-15,1-3-5 0,0 2-4 0,2 3-20 16,-3-6-33-16,1 4-30 16,2 2-38-16,0 0-30 0,-3-4-25 0,3 4-26 15,0 0-18-15,0 0-18 0,-4 13-8 0,2-1-17 16,-3 5-8-16,0 8-11 0,-2 1-6 0,6 1-4 16,-4 1-5-16,2 1-5 0,2-2-28 0,-4-3-29 15,1 3-31-15,0-8-32 0,4 1-34 0,0-1-35 16,0 0-40-16,0-5-51 0,0-3-67 0,3-4-332 15,-2 1-667-15,2-4 295 0</inkml:trace>
  <inkml:trace contextRef="#ctx0" brushRef="#br0" timeOffset="72064.06">20516 5468 335 0,'0'-4'491'15,"2"0"-40"-15,-1 2-41 0,-1 2-48 0,0 0-38 16,2-4-35-16,-2 4-37 0,0 0-27 0,0 0-31 16,0 0-15-16,0 13-19 0,-1-1-17 0,1 5-11 15,-1 0-19-15,1 2-5 0,-3 6-10 0,3 1-9 16,-2-6-6-16,4 4-7 16,-4-5-9-16,2 1-13 0,0-1-6 0,0-2 3 15,0-2-7-15,2-2 1 0,-2-2-1 0,0-2-23 16,0 0-18-16,-2-1-26 0,2-1-22 0,-2-4-18 15,2 1-10-15,0-1-8 0,0 2-13 0,0-5-3 16,-2 4-25-16,2-4-56 0,0 0-49 0,0 0-77 16,-17-12-294-16,14 5-647 0,0-5 287 0</inkml:trace>
  <inkml:trace contextRef="#ctx0" brushRef="#br0" timeOffset="72286.42">20783 5254 272 0,'0'0'332'0,"5"0"-37"16,-5 0-37-16,0 0-19 0,10 3-25 15,-8 1-9-15,3 6-13 0,5 7-1 0,-2 0-5 16,1 12-14-16,4 1-9 0,-7 4-13 0,3 13-7 16,-4 0 3-16,-3 1-29 0,-5 0-9 0,-6-1-19 15,-9 0 6-15,-1-4-9 0,-8 2-30 0,-13-2-31 0,4-4-36 16,-5-3-32-16,-4 0-37 0,-4-1-46 15,-6-3-51-15,3-6-77 0,-9-5-254 0,-24 6-549 0,28-15 243 0</inkml:trace>
  <inkml:trace contextRef="#ctx0" brushRef="#br0" timeOffset="72671.85">19014 5130 225 0,'0'0'236'0,"0"0"-26"16,-11 15-10-16,4 0-16 0,-6 11-9 0,0 6-14 15,-3 16 0-15,-2 4-9 0,1 4-7 0,-2 0-6 0,4 4-1 0,3-3-6 16,8-1 1-16,3 0-4 0,6-6-3 0,7-1-1 16,8-4-4-16,7-3-6 0,7-4-3 0,11-6-7 15,10-3-11-15,5-4-3 0,28 1-39 0,-24-11-53 16,32-5-67-16,-1-1-75 0,5-7-108 0,-4-9-249 15,0 2-542-15,1-4 241 0</inkml:trace>
  <inkml:trace contextRef="#ctx0" brushRef="#br0" timeOffset="73434.92">21274 5259 19 0,'0'0'308'15,"0"-5"-22"-15,0 5-24 0,0 0-11 0,0 0-26 16,0 0-19-16,4-1-23 0,-4 1-20 0,0 0-14 16,0 0-16-16,0 0-18 0,0 0-12 0,0 0-12 15,0 0-12-15,0 0 0 0,0 0-11 0,5 8-8 0,-5-3-6 0,0 0-5 16,0 5 1-16,0 1-3 0,-1 4-4 0,-2 3-4 16,1 6-2-16,-1 1-5 0,-1 1 1 0,0 0-2 15,-2 2-2-15,2-3-7 0,4 2 1 0,-5-3 9 16,5-6-17-16,-1 0-2 0,-2-1 1 0,3-2 1 15,-1-3 6-15,-2 2-12 0,6-6 1 0,-6-1 0 16,2 0 5-16,1-4 5 16,-1 2 22-16,-2 0 29 0,6-1 44 0,-3-4 16 15,1 3 30-15,-1-3 23 0,0 4 19 0,0-4 6 16,0 0-23-16,0 0-21 0,4-11-15 0,0 1-11 16,1 3-20-16,-1-6-14 0,6-2-9 0,-1-1-8 15,4-6-12-15,2 0-12 0,0 1-2 0,3-2-6 16,-1-1-11-16,-2 3-2 0,4 2-4 0,-10 6-4 15,2 0-5-15,-4 5-3 0,-2 3 1 0,-1 0-10 0,1 1-7 0,-1 1-6 16,0 0-8-16,-3 2-16 0,-1 1-15 0,0 0 2 16,9 4-1-16,-5 3 5 0,0 2 0 0,-2 1 8 15,1 7-10-15,1-1 2 0,-3 0 6 0,4 0 1 16,-1 2 1-16,0-3 3 0,-3-2 3 0,0-3-7 16,2 1-23-16,-2-2-12 0,2 0-6 0,-2-4-20 15,0 2-16 1,1-2-6-16,-1-1-5 0,0-1-3 0,-1 0-1 15,0-3 4-15,0 6-3 0,0-6-12 0,0 0-31 16,0 0-42-16,0 0-34 0,-5-13-39 0,4 5-37 0,-2-1-276 16,3-2-629-16,0 2 279 0</inkml:trace>
  <inkml:trace contextRef="#ctx0" brushRef="#br0" timeOffset="73673.47">21729 5181 134 0,'3'-5'296'0,"-1"2"-34"16,-2 3-28-16,0 0-28 0,0 0-11 0,10 9-10 0,-7-4-10 15,4 7-13-15,-1 5-6 0,0 0-2 0,2 11-13 0,-3 2 0 16,2 5-11-16,-3-2 3 0,-1 3-9 0,-7 10-22 16,3-10-10-16,-6-2-6 0,-1 0-7 0,-4-1-9 31,-3 1-17-31,-3-3-32 0,-4-1-32 0,-5-4-26 0,-1-1-25 15,-6-6-45-15,-10 5-57 0,13-9-79 0,-5-3-209 16,2-4-489-16,2-4 217 0</inkml:trace>
  <inkml:trace contextRef="#ctx0" brushRef="#br0" timeOffset="73973.45">21279 5073 306 0,'0'-4'396'0,"0"4"-54"0,0-5-43 16,0 5-39-16,0 0-33 0,0 0-27 0,-10 14-22 15,-3 0-19 1,0 7-15-16,-2 7-16 0,-7 17-2 0,3 2-18 15,-2 8-13-15,1-4-1 0,1 5-9 0,6-3 7 0,6 2-1 16,6-4-9-16,6 0 9 0,7-8-11 16,1-10-6-16,10 10-6 0,1-17-31 0,1 0-34 15,5-6-61-15,2-2-88 0,1-4-106 0,1-5-300 16,0-3-597-16,-1-2 264 0</inkml:trace>
  <inkml:trace contextRef="#ctx0" brushRef="#br0" timeOffset="77010.84">22428 5521 96 0,'-17'2'251'0,"6"-4"-6"0,2 2-11 0,0 0-14 0,4 2-16 15,5-2-7-15,-9 1-14 0,4-1-9 0,5 0-8 16,-9 1-8-16,9-1-11 0,-4 0-12 0,4 0-10 15,0 0 13-15,0 0-20 0,-4 3-2 0,4-3-9 16,0 0-4-16,0 0-4 0,0 0-10 0,0 0-7 16,0 0-3-16,0 0-6 0,0 0-9 0,0 0 3 0,0 0-12 15,0 0 6-15,0 0-9 0,-9 0 1 0,9 0-5 16,0 0-3-16,0 0-6 0,0 0 1 0,0 0-11 16,0 0 6-16,0 0-8 0,0 0-5 0,0 0 0 0,0 0-3 15,0 0 17-15,-4 4-22 0,4-4-7 0,0 0 19 16,0 0-19-16,0 0 8 0,0 0-7 15,0 0 0-15,0 0-1 16,0 0-3-16,0 0 3 0,0 0-4 0,0 0 5 16,0 0-5-16,0 0 1 0,0 0 0 0,0 0 5 15,0 0 7-15,0 0-1 0,0 0-2 0,0 0 0 16,0 0-3-16,0 0 1 0,0 0 6 0,0 0-1 16,0 0-4-16,0 0-6 0,0 0 3 0,0 0 2 15,0 0-8-15,0 0 7 0,0 0-11 0,0 0 2 0,0 0 5 16,0 0-3-16,30-1 5 0,-12-2-4 0,14 0 8 0,1 1-5 15,6-1-10-15,-1 1 8 0,14-3 2 0,-14 0 7 16,1 0-19-16,1 4 7 0,0-2 3 0,-4 0-1 16,-5-1-3-16,-3 1-4 15,-8 0 4-15,-2 1 2 0,-5 2 0 0,-3-3 3 16,-2 1-5-16,-2 2-15 0,2-2-12 0,-8 2-2 16,9 0-21-16,-5 0-32 0,-4 0-20 0,0 0-21 0,0 0-28 0,0 0-29 0,0 0-34 0,-23-5-24 15,14 3-40-15,-3-1-249 0,2 0-570 0,0 2 253 16</inkml:trace>
  <inkml:trace contextRef="#ctx0" brushRef="#br0" timeOffset="77396.36">23036 5283 341 0,'0'0'345'0,"1"-5"-23"0,1 2-23 0,-2 3-25 16,0 0-29-16,0-4-30 0,0 4-24 0,0 0-15 0,9-2-21 15,-9 2-17-15,15 2-14 0,-6 1-14 0,1-2-5 16,3 5-23-16,0 4-3 0,3 2-8 0,-7-1-10 0,5 2-4 16,-5 0-11-16,0 1 3 0,-1 2-6 0,-2 1-1 15,-6 0-6-15,0 4 1 0,-9 4 0 0,-1 1-5 16,-9 0-11-16,2 0 8 0,-7-2 1 15,-1-2-7-15,-1 0-1 16,7-4-5-16,-3-1 1 0,7-4-2 0,-1-3-2 16,7-1-3-16,2-3-4 0,-3-1-3 0,4-1 5 15,1 0 2-15,1-1 6 0,3 0 5 0,-2 0 1 16,3-3 4-16,10 4 4 0,2-4-2 16,10 0-15-16,6 0 10 0,5-3-2 0,1 3-8 0,0-1-19 15,2-2-25-15,2-2-27 0,-6-1-56 0,0 2-47 16,-2-5-59-16,0 1-73 0,-12-2-257 0,8 0-594 0,-8 1 262 0</inkml:trace>
  <inkml:trace contextRef="#ctx0" brushRef="#br0" timeOffset="77644.63">23476 5220 84 0,'1'-2'267'16,"-1"2"-28"-16,0 0-12 0,12 6-4 0,-3 2-7 16,0 5-2-16,7 8-11 0,0 4-8 0,1-2-14 15,-4 6-6-15,1 3-16 0,-4 2-8 0,4 11-12 16,-11-9-14-16,-2 11-15 0,-5-10 6 0,-6 10-21 0,-6-4-7 0,-9 0-6 16,-5-4-7-16,-5-3-5 0,-7-4-24 15,1-1-25-15,-9-2-25 0,3-3-40 0,-3 1-41 0,0-5-48 16,-5-2-67-16,0-7-307 0,-1-4-547 0,0-5 242 15</inkml:trace>
  <inkml:trace contextRef="#ctx0" brushRef="#br0" timeOffset="77981.69">22465 5158 158 0,'-1'-3'260'15,"1"3"-31"-15,0 0-28 0,0 0-18 0,-11 9-21 0,4 0-12 16,-2 8-12-16,-5 11 0 0,-3 4-20 0,-4 13 0 0,4 4-5 15,-6-1-7-15,4 3-6 0,3 2-5 0,6-7 12 16,5 3-7-16,5-13-3 0,5 0 8 0,4-4-4 16,8 2-5-16,6-5-5 0,16 7-5 0,7-9-10 15,9-3-14-15,8-5-37 16,26 1-46-16,-1-7-70 0,-25-7-72 0,32-9-69 16,2-2-220-16,-6 2-488 0,-29-3 216 0</inkml:trace>
  <inkml:trace contextRef="#ctx0" brushRef="#br0" timeOffset="78529.5">24214 5254 232 0,'0'-4'385'0,"0"4"-17"0,2-5-27 16,-2 5-27-16,0-4-33 0,0 4-31 0,2-3-30 15,-2 3-24-15,0 0-24 16,0 0-18-16,0 0-18 0,0 0-15 0,3 16-18 16,-1-6-9-16,2 6-13 0,-1 11-2 0,-1-3-5 15,2 3-2-15,1 0-16 0,-2 1 2 0,1 2-1 16,-2-1-12-16,2-2-1 0,-1-1-7 0,-1-1-2 16,2-5 0-16,-3-4-5 0,2-4 2 0,-2-1-7 15,-1-3-2-15,2 1-1 0,-2-4 4 0,0 0 57 16,3 0 42-16,-3-2 48 0,1-1 48 0,-1-2 13 0,0 0-21 0,0 0-24 15,9-11-22 1,-1 2-15-16,5-7-12 0,-3 1-15 0,7-6-13 0,-1-4-8 0,3-1-11 16,-1-1-11-16,3-4-15 0,0 2-3 0,-1-3-4 15,0 6-8-15,0-3-2 0,-3 5-3 0,0 2-10 16,-8 7-3-16,-3-2-3 0,4 9-3 0,-6-1-4 16,0 5-12-16,1-1-31 15,-1 1-32-15,-1 0-57 0,0 2-65 0,0-1-78 0,-3 3-43 16,0 0-7-16,0 0-18 0,7 8-36 0,-4-3-60 15,-4 3-358-15,-1 0-835 0,0 2 370 0</inkml:trace>
  <inkml:trace contextRef="#ctx0" brushRef="#br0" timeOffset="79005.89">24729 5520 135 0,'-6'-4'401'0,"6"4"-13"0,0 0-3 0,0 0-31 0,-4-3-30 16,4 3-36-16,0 0-27 0,0 0-30 0,0 0-23 15,0 0-25-15,0 0-15 0,0 0-31 0,0 0-22 16,-1 8 3-16,1-1-22 0,-3 0-10 15,-1 3-11-15,3 2 1 0,-4 5-3 16,0 1-14-16,-4 2-15 0,-2 3 8 0,1-6-10 16,-1 6-2-16,3-6 3 0,3-2-6 15,-2-3-6-15,3-2 0 0,-1-1 7 0,1-4-16 16,1 2 1-16,1-4 12 0,2 2 43 0,2-3 49 0,-2-2 43 16,0 0-8-16,0 0-16 0,16-7-16 0,-2-3-13 15,2 1-10-15,6-6-9 0,5-4-10 0,0 1 0 16,0-1-2-16,-1-1-2 0,2 1 1 0,-2 2 0 0,-3-2-6 0,-6 6 0 15,-1 4 2-15,-7 2-9 0,0 1-12 0,-1 3-5 16,-2-2-14-16,-1 2-12 0,-1 2-30 16,-4 1-1-16,12 6-2 0,-7 1-5 0,1 5-3 15,-1 2-1-15,2 3-21 0,-3 0-38 0,-2 1-59 0,3 1-47 16,0-2-73-16,-2 3-67 0,-5-4-99 0,1-1-467 16,-2-4-958-1,-1 0 423-15</inkml:trace>
  <inkml:trace contextRef="#ctx0" brushRef="#br0" timeOffset="84087.58">2434 8697 105 0,'0'0'187'0,"0"0"-6"0,0 0-20 0,0 0-13 16,0 0-4-16,0 0-7 0,0 0-2 0,0 0-11 15,0 0-5-15,0 0-5 0,0 0-3 0,0 0-12 16,0 0-6-16,0 0-8 0,0 0-5 0,0 0-9 15,-8 1-1-15,8-1-4 0,0 0-6 0,0 0-7 0,0 0-4 16,0 0-3-16,0 0-1 0,0 0-4 0,0 0-1 16,0 0 0-16,0 0-1 0,0 0-2 0,0 0 0 15,0 0-5-15,0 0 0 0,0 0 1 0,0 0-4 16,0 0-2 0,0 0-3-16,0 0-4 0,0 0-2 0,0 0 1 15,0 0-6-15,0 0 2 0,0 0-3 0,0 0-3 16,0 0 3-16,0 0-5 0,0 0 2 0,0 0-2 15,0 0-1-15,0 0-1 0,0 0 0 0,0 0-3 0,0 0 2 16,0 0-2-16,0 0 0 0,0 0 3 0,0 0-1 16,0 0-3-16,0 0 1 0,0 0-3 0,0 0 3 15,0 0 1-15,19 4 0 0,-9-6 7 0,3 0 5 16,15-1 5-16,7-2 2 0,3-4 7 0,21-3 2 16,0 1 2-16,2 0-3 0,-2-1 5 0,-4-1-6 15,1 4-2-15,-5-1-3 0,-2 1-5 0,-15 1 2 0,3 3 0 0,-6 0-5 16,-2 3-4-16,-8-1-10 0,3 0-12 0,-6 0-24 15,-1 1-22-15,-6 1-28 0,-2 0-27 0,-1 0-18 16,-3 1-23-16,1-2 2 0,-6 2 16 0,3 5 7 16,-3-5-9-16,-9 6-21 0,1-3-57 0,-1 1-117 15,-1 0-358-15,-4 1 159 0</inkml:trace>
  <inkml:trace contextRef="#ctx0" brushRef="#br0" timeOffset="84353.3">2861 8502 341 0,'-6'-8'358'0,"0"-4"2"0,2 0 11 0,-1 3-12 16,0 4 3-16,4-3-19 0,-3 2-25 0,3 3-31 15,-3-1-30-15,3 1-26 0,-2 0-26 0,3 3-33 16,-1-4-26-16,1 4-50 0,0 0-59 0,0 0-11 0,-4 10-5 15,1 6-4-15,3 11-4 0,-1 8 6 16,1 15-8-16,-1 2 5 0,-3 4 7 0,4-3-2 0,-1-1-30 0,1-3-25 16,1 0-45-16,-1-13-40 0,-1 15-48 0,-2-15-70 15,3-6-124-15,0-1-207 0,3-9-614 0,2-4 271 16</inkml:trace>
  <inkml:trace contextRef="#ctx0" brushRef="#br0" timeOffset="91896.3">3820 8460 84 0,'-2'-7'241'0,"0"3"-6"0,1-2-12 0,1-1-13 0,-1 3-10 15,-1-2-6-15,2 0-2 0,0 1-10 0,2 1-5 16,-2 0-21-16,1-2-5 0,0 1-14 0,3 1-13 16,0 0-17-16,-1-1-8 0,3 0-1 0,2 0-22 15,3-3-7-15,6 4-8 0,-2 0-3 0,4-2-12 0,11 2-2 0,-10 4-9 16,10-1 0-16,-4 2-6 0,5 1-1 0,-5 3-5 15,-5-1 0-15,0 3-8 0,-1 2-6 0,3 5-6 16,-6-1-7-16,-3 1 2 0,-3 2-3 0,-2 6-3 16,-1 6 0-16,-7-1 3 0,-7 3 1 0,-4 0 3 15,-5 3-1 1,-10 8 0-16,-4 0-2 0,-5-4 5 0,-3-4-1 16,-2-1-3-16,12-8 5 0,2-1-2 0,-4-1 2 15,1-2-4-15,1-4 3 0,3 0 3 0,5-4 9 0,6-4 5 16,0-2 3-16,2-2 5 0,2 3 15 0,2-3 14 15,0-2 14-15,2 0 21 0,0 0 20 0,2-1 21 16,3-1 18-16,-6 3-7 0,6-3-7 16,-4 4-17-16,4-4-12 0,0 0-12 0,0 0-9 0,0 0-14 15,14-9-9-15,-5 6-10 0,2 1-10 0,2-2-10 0,6 0-4 16,-1 1-5-16,5 2-3 0,-4-2-18 0,11 3-26 16,-1-2-24-16,3-1-31 0,-1 2-37 0,-2-2-40 0,0 5-46 15,1-4-54-15,-3-2-77 0,-8 0-309 0,4 4-694 16,-2-2 308-16</inkml:trace>
  <inkml:trace contextRef="#ctx0" brushRef="#br0" timeOffset="92651.79">4444 8529 31 0,'0'-4'311'0,"0"4"-14"0,0 0-19 0,-1-4-20 16,1 4-23-16,0 0-25 0,0 0-22 0,0 0-20 31,0 0-17-31,0 0-26 0,0 0-11 0,0 0-21 16,0 0-13-16,0 0-11 0,0 0-3 0,1 21-8 15,-1-10-8-15,-1 1-3 0,1 8-8 0,-2-2-3 0,1 7-3 16,-2 0-3-16,1 3 0 0,-2-2-2 0,1-2-4 16,1-6-3-16,-1 1-2 0,-1 0-1 0,0 0-2 0,1-4-2 15,2-1-1-15,-1-3 1 0,1 0-2 0,0-5 3 16,0 2-5-16,1-3 1 0,-2-1-1 0,2 2 23 15,0-3 20-15,-1 0 23 0,1-3 37 0,0 5 25 16,0-5 30-16,0 0 27 0,0 0 19 0,0 0-14 16,0 0-21-16,0 0-15 0,13-15-20 0,-4 5-15 15,1-5-11-15,1 0-15 0,5-8-8 0,4 1-11 0,-2 0-8 0,0 0-9 16,-3 1-7-16,-2 8-7 0,0-1-4 0,-4 4-8 16,0 2 1-16,-2 2-10 0,0-1-7 0,-2 1-1 15,1 3-8-15,-2 2-9 0,0-4 0 0,0 4-5 16,-4 1-6-16,10 1-2 0,-2 4 4 0,1-1-8 15,-2 3-17-15,1 3 1 0,3 1-1 0,0 3-4 16,-4 0 1 0,3 2 0-16,-2 2 1 0,1 0 4 0,-4 0 2 15,4 6 2-15,-4-4 6 0,0-1-1 0,-1-2 3 0,0 2 2 16,-1-1 2-16,-2-1-2 0,0-5 3 0,3 1 1 16,-4-1-2-16,1-1 5 0,-1-2 3 0,3-1-3 15,-3-2-4-15,1 0 7 0,-2-1-1 16,1-1 1-16,0-4 1 0,1 8 3 0,2-6 0 0,-3-2 0 15,0 3 3-15,0-3 2 0,0 4 2 0,0-4 21 0,0 0 10 16,0 0 8-16,1 5 9 0,-1-5 13 0,0 0 5 16,0 0 8-16,0 0 3 0,0 0 6 0,0 0 6 0,0 0-2 15,0 0-3-15,0 0-5 0,0 0-7 16,0 0-3-16,0 0-8 0,0 0-12 0,0 0-28 16,9-9-25-16,-6 6-38 0,-1-2-50 0,1 0-75 15,4-1-82-15,-3 0-93 0,4-3-81 0,-3-2-139 0,1 0-289 0,3 4-909 16,-2-6 402-16</inkml:trace>
  <inkml:trace contextRef="#ctx0" brushRef="#br0" timeOffset="95241.4">5775 8478 15 0,'0'-8'269'0,"3"-1"-15"15,0 1-14-15,0 1-10 0,1 0-19 0,-3 0-26 0,4 1-17 16,3-2-21-16,1 1-15 0,4 1-11 0,-3 1-15 15,9 1-11-15,-3 0-11 0,3 2-7 0,1 0-7 16,1 4-13-16,0-2-7 0,0 5-5 0,4 5-5 16,-7-3 2-16,9 5-8 0,-13 0-17 0,3 1-2 0,-2 2 1 15,-1 6-1-15,-4 2 0 0,-2 2 0 16,-2 0-4-16,-6 2 0 0,-2-1 0 0,-3 4-2 16,-5-2 1-16,-2 0-1 0,-3 0 1 0,-2-2-3 15,-1-4-1-15,1 2 1 0,4-7 1 0,1-3-3 0,-2-2-1 16,5-3 2-16,0-1-2 0,0-1 4 15,3 0 13-15,2-2 8 0,-1 0 16 0,2-2 20 0,-1 1 32 0,0-3 38 0,4-1 31 16,0 0-2-16,0 0-20 0,0 0-15 0,7-15-6 16,-2 3-17-16,5-5-16 0,8-4-3 0,-5-4-9 15,6 2-6-15,0-2-9 0,6 1-5 0,-5 1-10 16,-1 0-2-16,-2 3-6 0,-3 6 0 0,-3-1-5 16,-3 7-1-16,1 2-6 0,-4-1 4 0,0 4-5 15,-1-2-7-15,-1 3-7 16,-1-1-7-16,1 1-3 0,-3 2-31 0,5-4-9 15,-5 4-34-15,0 0-4 0,0 0 11 16,2 11 4-16,-2-3 5 0,-1 3 8 0,0 4-1 16,-2 5 22-16,2-2-11 0,1 2 5 0,1-2 0 0,4 8 5 15,-1-7 7-15,3-1 3 0,8 3 2 16,-1-2-14-16,6 0-19 0,5-4-29 0,2-2-43 16,5-2-54-16,1-4-66 0,4-2-353 0,-2-3-643 0,5-4 285 0</inkml:trace>
  <inkml:trace contextRef="#ctx0" brushRef="#br0" timeOffset="95726.35">6847 8468 42 0,'-3'-4'334'16,"3"0"-18"-16,0 4-12 0,0 0-11 0,2-7 11 0,-1 5-23 15,-1 2-13-15,2-5-11 0,-2 5-17 0,0 0-43 0,2-5-12 16,-2 5-30-16,0 0-17 0,0 0-13 0,0 0-17 16,0 0-15-16,0 0-11 0,9 7-7 0,-5-2-12 15,1 1-7-15,4 3-15 0,0 5-2 0,-3 1-3 16,2-1-8-16,2 3 3 0,-1 0-7 0,-1 0-7 15,2 6 4-15,-2-5-2 0,-2 1 1 0,2 0-3 0,1 1-1 16,-3-3-1-16,-2-2-1 0,2-3-3 0,-2 0-9 16,-1-3 10-16,1 0-2 0,-2-3-1 0,1-1 23 0,-2-2-12 15,0 1 51-15,0-1 44 0,-1-3 48 0,2 5 43 16,-2-5 27-16,0 0 1 0,0 0-31 16,9-12-21-16,-1 4-16 0,0-8-18 0,3-1-13 15,4-8-20 1,0-1-4-16,3-3-15 0,-2 0-2 0,1 1-18 0,0-1-4 15,-3 2-12-15,3 3-4 0,-6 7-7 0,-3-1-7 16,2 5 0-16,-5 2-8 0,1 3-1 0,1-1-21 16,-5 4-19-16,1 2-33 0,-2-3-34 0,1 3-63 15,-2 0-60-15,0 3-63 0,2-5-67 0,-2 5-7 0,0 0 0 16,0 0-14-16,0 18-38 0,-4-6-74 16,-1-2-239-16,1 1-758 0,-2-1 335 0</inkml:trace>
  <inkml:trace contextRef="#ctx0" brushRef="#br0" timeOffset="96173.59">7288 8693 384 0,'4'-8'374'0,"-4"8"-17"0,0 0-15 0,0 0-25 0,0 0-16 16,0 0-26-16,3-3-30 0,-3 3-33 0,0 0-19 16,0 0-27-16,0 0-27 0,0 0-21 0,0 0-8 0,1 10-25 15,-1-5-7-15,-1 6-9 0,-1 2-3 0,2 4-8 16,-3 1-4-16,-3 6-5 0,3-5-7 0,-1 1-6 0,-6 5 0 16,3-6-7-16,3-2-3 0,-1 0-8 0,-1-1 9 15,3-6-7-15,-2-1-2 0,4-2 3 0,-2 1 2 16,2-4 0-16,0-1-3 0,0 1 46 15,1 2 20-15,0-6 48 0,-2 1 35 16,2-1-15-16,0 0-20 0,8-8-9 16,-1 0-14-16,1-4-14 0,4-3-8 0,4-6-9 15,0 1-6-15,1-3-10 0,4 1-6 0,-3 1-5 16,-3 0-8-16,-2 5-6 0,-4 6-6 0,0 2-1 0,-1 1-8 16,-2 0 0-16,-2 3-7 0,-2 0-5 0,2 1-7 15,0 0-7-15,-4 3-20 0,8 0-11 16,-8 0-14-16,10 8-9 0,-2-1-15 0,0 2-28 0,0 0-26 0,0 2-35 15,3 2-27-15,-6 4-32 0,4-3-44 0,-3 4-53 16,2-2-62-16,-4-7-302 0,0 2-737 0,1-3 327 16</inkml:trace>
  <inkml:trace contextRef="#ctx0" brushRef="#br0" timeOffset="96620.57">7810 8831 4 0,'-3'-10'330'0,"3"10"-19"0,0 0-19 16,0 0-17-16,-1-3-13 0,1 3-21 0,0 0-16 15,0 0-16-15,0 0-21 16,0 0-22-16,0 0-6 0,0 0-27 0,0 0-12 16,0 0-17-16,0 0 5 0,0 0-20 0,0 0-11 0,0 0-7 0,0 0 0 0,0 0-8 15,0 0-2-15,0 0-3 0,0 0-3 16,0 0-3-16,0 0-10 0,0 0-3 0,0 0-2 15,0 0-4 1,0 0-1-16,0 0-7 0,0 0-3 0,0 0-2 0,0 0-3 0,0 0-6 0,0 0 3 16,0 0-2-16,0 0-1 0,0 0-2 15,0 0 4-15,0 0-7 0,0 0 2 0,0 0 0 16,0 0-3-16,0 0 2 0,0 0-2 0,0 0 0 0,0 0-1 16,0 0 6-16,0 0-4 0,0 0-2 0,0 0-1 15,0 0 5-15,10 0-6 0,-1 0 1 0,1-3-5 16,5 3 1-16,3-4 3 0,4 2 0 0,5-3 1 15,2 2 4 1,2-1-3-16,-3 1-4 0,3-2 0 0,-2 2-2 16,-1-1-2-16,2 3 0 0,-10-2 6 0,-1 3-7 15,-1-6 4-15,-4 4-8 0,-2 2-15 0,-6 0-23 16,2-2-23-16,-2-1-22 0,-2 3-30 0,-4 0-68 16,0 0-69-16,0 0-45 0,-18-5-202 0,0 3-548 0,3 0 243 15</inkml:trace>
  <inkml:trace contextRef="#ctx0" brushRef="#br0" timeOffset="96843.55">7917 8725 64 0,'-1'-3'335'0,"1"3"0"0,-2-8-7 16,2 5 11-16,-1-1-1 0,1 4-10 0,0-7 2 16,0 7-20-16,-1-5-22 0,1 5-32 0,0-3-25 0,0 3-28 0,0 0-20 15,1-4-28-15,-1 4-20 0,0 0-23 0,0 0-15 16,0 0-13-16,0 0-10 0,0 22-10 0,0-12-9 15,1 1-6 1,-1 7-6-16,0-2-4 0,0 4-4 0,2-1 5 16,-4 3-15-16,4-2-21 0,-1-1-29 0,-1 0-29 15,1 0-24-15,-1-3-18 0,0 2-28 0,0 1-29 16,-1-4-35-16,0-1-46 0,2-4-58 0,-2-2-315 0,1 1-655 16,1-2 290-16</inkml:trace>
  <inkml:trace contextRef="#ctx0" brushRef="#br0" timeOffset="97093.81">8410 8671 295 0,'4'-6'482'0,"-4"5"-27"0,1-4-30 15,2 3-35-15,-3 2-31 0,0-8-34 16,0 8-37-16,1-2-33 0,-1 2-30 0,0 0-39 15,0 0-20 1,0 0-17-16,-1 17-15 0,1-6-12 0,-3 6-17 0,2 2-12 16,1 6 0-16,-4 0-15 0,3-5-2 0,-3 8-39 15,4-4-47-15,0 1-44 0,-3-4-35 0,2-2-50 16,-1 1-56-16,-6 4-63 0,6-5-111 0,-4-2-235 16,3-8-655-16,-1-2 290 0</inkml:trace>
  <inkml:trace contextRef="#ctx0" brushRef="#br0" timeOffset="99763.51">9606 8497 178 0,'-10'0'193'0,"-2"2"-8"0,0 1-15 15,2-1-10-15,-1 2-7 0,1-4-16 0,5 3-7 16,-3-1-12-16,3-1-10 0,0 0-10 0,0 0-9 15,5-1-9-15,-9 2-7 0,5 0-7 0,4-2-3 16,0 0-7-16,-8 3-5 0,8-3-5 0,0 0-7 16,0 0-3-16,-5 0 0 0,5 0 5 0,0 0 6 0,0 0 4 0,0 0 3 15,0 0 2-15,0 0 0 0,0 0 3 0,0 0-4 16,0 0 1-16,0 0-1 0,0 0-4 16,0 0-6-16,0 0-3 0,0 0-2 0,0 0-2 0,0 0-3 15,0 0 2-15,0 0 2 0,0 0 5 0,-8-3-1 16,8 3 3-16,0 0 0 0,0 0 1 0,0 0 5 15,0 0-6 1,0 0-2-16,0 0-3 0,0 0-5 0,0 0-1 0,0 0-2 16,0 0-5-16,0 0-4 0,0 0-1 0,0 0-3 15,0 0 0-15,0 0-4 0,0 0-1 16,0 0 0-16,0 0-5 0,0 0-7 0,0 0 6 16,0 0-4-16,0 0 1 0,0 0-3 0,0 0 1 0,0 0 3 15,0 0-1-15,0 0-3 0,0 0 2 0,0 0 0 0,0 0-1 16,0 0-3-16,0 0 5 0,0 0-5 0,0 0 2 15,0 0 1-15,0 0 1 0,22-2 0 0,-9 0-1 0,9 0 1 16,10-4 2-16,2 2-5 0,3-1-3 16,3 1 1-16,11-5 4 0,-11 5-3 0,-2 0-1 15,-1-2-2-15,1 2 2 0,-2 0 0 0,-4-1-10 16,-2-1-15-16,-10 6-23 0,-3-4-26 0,-7 3-34 0,1 1-30 16,-3 0-23-1,-5 0-3-15,-3 0-24 0,0 0-28 0,0 0-49 16,-22 8-154-16,4-4-455 0,-2-1 202 0</inkml:trace>
  <inkml:trace contextRef="#ctx0" brushRef="#br0" timeOffset="99995.29">9748 8464 84 0,'-1'-5'250'0,"-3"-1"2"16,0 0 8-16,4 0 1 0,-4 0 2 0,4-3 0 0,0 1 2 0,0 1 1 16,0 1 8-16,0-2-10 0,0 3-8 0,0-1-1 15,0 1-28-15,0 2-23 0,0 3-23 0,0-7-20 16,0 7-19-16,0-6-16 0,0 6-22 0,0 0-25 0,0 0-31 15,0 0-23-15,0 0-9 0,0 0-17 0,0 23 1 16,0-6-4-16,0 3-1 0,-1 8 6 16,2 4-2-16,-5-1-4 0,4 3 11 0,0 0 2 0,0-3-45 0,0 1-42 15,-1 0-21-15,1-3-26 0,0 1-29 0,0-4-38 16,0-1-55-16,4-6-70 0,-4-3-228 0,1-7-590 16,3 1 262-16</inkml:trace>
  <inkml:trace contextRef="#ctx0" brushRef="#br0" timeOffset="100496.47">10648 8286 19 0,'0'-3'327'16,"1"-1"-15"-16,-1 0-15 0,1 1-17 0,-1 3-24 16,0-5-24-1,0 5-21-15,0 0-27 0,0 0-16 0,1-4-25 16,-1 4-17-16,0 0-19 0,0 0-15 0,0 0-12 15,2 14-5-15,-4-5-8 0,0 4-9 0,1 6-3 0,-3 2-6 16,1 4 3-16,-3 3-10 0,1-2-4 16,1-1-6-16,0 2-3 0,0-7-3 0,-1-2 1 15,0-1-5-15,5-4-4 0,-1-4 4 0,-2 1 8 0,2-3-11 16,1-2 0-16,-3 0 7 0,3 0 33 0,0-2 34 0,0-3 44 16,-1 4 26-16,1-4-1 0,0 0-17 0,0 0-15 15,15-18-10-15,-7 8-13 0,0 0-13 0,3-5-9 16,5-7-10-16,-2 5-15 0,1-7 3 0,4 3-11 15,-3 2-2-15,-4 3-7 0,0 6-1 0,-3 1-7 16,0 0-3-16,-2 1-9 0,-2 5-5 0,-1-3-3 16,0 2-3-16,1 3-11 15,-5 1-16-15,10-1-26 0,-10 1-17 0,16 6-23 16,-6 1-25-16,-1 2-35 0,1 3-40 0,-2 3-39 16,7 8-50-16,-3-9-62 0,-2 2-321 0,-2 0-705 15,-1-6 313-15</inkml:trace>
  <inkml:trace contextRef="#ctx0" brushRef="#br0" timeOffset="100812.36">11170 8456 75 0,'0'0'324'0,"0"0"-20"16,-4-3-19-16,4 3-17 0,0 0-18 0,0 0-22 0,-2-2-14 0,2 2-17 15,0 0-21-15,0 0-8 0,0 0-32 0,0 0-6 16,0 0-13-16,0 0-10 0,0 0-15 0,0 0-3 16,0 0-8-16,0 0-7 0,0 0-8 0,0 0-1 15,0 0-3-15,0 0 0 0,0 0-4 0,0 0 3 16,0 0-4-16,0 0 1 0,0 0-8 0,0 0-9 16,0 0 3-1,13-5-7-15,-1 2-1 0,5-1-9 0,3 1-1 16,7-2-7-16,4 1 0 0,1-1-7 0,1 0-4 15,2 2-9-15,-1-3-22 0,2 3-13 0,-5-2-28 0,1 1-15 16,-5 1-24-16,-7 0-29 0,-1 0-34 16,-7-1-39-16,-1 0-49 0,-1 0-256 0,-5 0-553 15,-3 1 244-15</inkml:trace>
  <inkml:trace contextRef="#ctx0" brushRef="#br0" timeOffset="101035.52">11354 8328 81 0,'-2'-3'333'0,"2"3"12"0,-5-5-8 16,3 3 4-16,2 2-2 0,-2-5-4 0,2 5-21 16,0 0-25-1,-2-5-29-15,2 5-28 0,0 0-21 0,0 0-30 16,0 0-19-16,-4-1-20 0,4 1-27 0,0 0-37 0,0 0-29 16,0 0-4-16,0 0-9 0,3 20 4 15,-2-10-14-15,2 6-4 0,-2 2-10 0,2 1-13 16,2 6-22-16,-2 1-33 0,-1-2-23 0,2 2-36 0,-5-2-37 15,2 1-38-15,-5-1-62 0,2-7-325 0,2-1-623 16,-3-5 276-16</inkml:trace>
  <inkml:trace contextRef="#ctx0" brushRef="#br0" timeOffset="101351.84">11820 8320 153 0,'2'-5'491'0,"2"0"-37"0,-3 2-35 0,0-1-33 16,1 0-30-16,-2 4-31 0,1-5-40 0,-1 5-18 0,1-2-43 15,-1 2-35-15,0 0-42 0,0 0-22 16,0 0-18-16,4 9-14 0,-3-2-11 0,1 3-4 16,0 2-7-16,-2 4-7 15,0 1-8-15,1 8-4 0,1-6-7 0,-1 0-3 16,2 1 0-16,0-1-6 0,1-2-5 0,-4 2 2 15,1-6 0-15,1-1-5 0,0-1-5 0,-2-3-34 16,0 2-27-16,0-5-23 0,0-1-17 0,0 1-15 16,2 0-18-16,-4-2-13 0,2-3-8 0,0 5-12 15,0-5-14-15,-4 3-43 0,4-3-90 0,0 0-259 16,-8-9-594-16,6 4 263 0</inkml:trace>
  <inkml:trace contextRef="#ctx0" brushRef="#br0" timeOffset="101567.61">12149 8118 35 0,'3'-1'284'0,"-3"1"-25"0,0 0-21 0,0 0-19 16,0 0-20-16,14 5-18 0,-9 4-11 0,0 0-13 16,4 8-1-16,1 1-21 0,3 8-5 0,-2 2-2 15,1 4-4-15,-2 0-11 0,2 16-10 0,-5 1-2 16,-4-14-11-16,-4 10-9 0,-6-8-4 0,-3-4 4 15,-3 1-21-15,-7-5-13 0,-10 13-6 0,5-14-10 16,-15 4-21-16,-1-3-39 0,-6-3-50 0,-2-1-51 0,0-9-63 0,-8 1-278 16,3-7-508-16,0-5 225 0</inkml:trace>
  <inkml:trace contextRef="#ctx0" brushRef="#br0" timeOffset="102008.59">10730 8041 36 0,'0'0'191'16,"0"0"-16"-16,-11 3-14 0,7 0-6 0,-3 4-15 15,-6 6-9-15,-5 6-17 0,-1 5-6 0,-4 5-13 16,-8 11 3-16,3 6 6 0,-4 1 9 0,4 3-4 16,4 3-5-16,2-1-8 15,3-1-1-15,6-1 6 0,8-3-6 0,4 0 0 0,6-12-2 0,6 10 0 16,7-13-2-16,13 6-7 0,7-6-2 0,13-1-14 16,7-9-47-16,0-2-65 0,5-6-119 0,2-4-278 15,1-5-476-15,-4-3 210 0</inkml:trace>
  <inkml:trace contextRef="#ctx0" brushRef="#br0" timeOffset="102884.59">12683 8231 70 0,'0'-6'304'0,"0"0"-14"0,0 1-11 16,0-1-15-16,1 4-16 0,-3-2-25 16,2 4-23-16,0-5-25 0,0 5-14 0,0 0-23 15,1-5-19-15,-1 5-9 0,0 0-20 0,4 12-8 16,-1-2-6-1,-1 1-8-15,1 7-4 0,-1 7 2 0,2-1-15 0,0 7-5 16,-3-1 3-16,2-1-13 0,-1 1-6 0,0 1 0 16,0 0-4-16,1-6 1 0,-1 1 1 15,0-6-12-15,-2-2 0 0,0-2 0 0,2-4-2 16,-2-2-3-16,0 2 1 0,0-7 19 0,0 1 23 0,0-2 33 16,1 0 36-16,2-1 35 0,-3-3 42 0,0 4 39 15,0-4 38-15,0 0-9 0,0 0-33 0,5-11-21 0,4-2-18 16,0-1-30-16,4-10-8 0,1 0-19 0,0-4-12 0,1-2-16 15,2-2-16-15,7-11-11 0,-6 13-12 0,0-2-10 16,1 1-13-16,-1 0-11 0,-1 4-9 16,-1 3 5-16,-6 7-11 0,2 0-6 0,-2 2-16 15,-5 4-7-15,-1 4-24 0,1 1-31 0,-1-1-40 0,0 0-57 16,-2 5-62-16,1-3-69 0,-3 5-27 0,0 0 6 0,0 0-12 16,0 0-28-16,-3 17-43 0,-3-8-302 0,2-1-752 15,-1-1 333-15</inkml:trace>
  <inkml:trace contextRef="#ctx0" brushRef="#br0" timeOffset="103385.74">13110 8424 90 0,'0'0'388'0,"0"0"-12"15,0 0-21-15,0 0-17 0,0 0-23 0,0 0-28 16,0 0-29-16,0 0-24 0,0 0-33 0,0 0-23 16,0 0-19-16,0 0-19 0,0 0-13 0,6 6-19 0,-6 0-14 15,2 0-7-15,-2 3-11 0,0 3-4 16,0 2-9-16,1 1-9 15,-2 4-3-15,-2-2-4 0,1 2-6 0,-1-1-4 16,0 1-1-16,1 0-9 0,1-7 1 0,-1 0-2 16,1-4 3-16,-3 1-4 0,3-4 2 0,1 3-5 15,-1-4-1-15,1-1 8 0,-1-1 25 0,1-2 45 16,0 0 9-16,2 5 5 0,-2-5-14 0,0 0-12 16,13-14-8-16,-6 4-6 0,4-2-3 0,1-3-11 15,0 1-5-15,7-8-6 0,-3 2-7 0,1 1-2 0,1-2-4 0,-5 5-4 16,1 3-3-16,-3 4-2 0,-1 1-2 0,-4-2 4 0,3 3-9 15,-5 5 0-15,1-4-14 0,-1 4-13 0,-1-1-14 16,-3 3-12-16,0 0-3 0,10 5-6 0,-6 1 0 16,2 0 5-16,-1 6 0 0,-1-3-3 0,1 7-4 15,-1 2 0-15,2-2-34 0,0 2-23 0,-2-1-26 16,-1-2-27-16,-1 2-31 0,2-2-32 0,-4 2-32 0,-2-5-33 16,4-2-44-16,-4-3-267 0,0-2-643 0,-2 0 284 15</inkml:trace>
  <inkml:trace contextRef="#ctx0" brushRef="#br0" timeOffset="104055.39">13405 7757 176 0,'-5'-4'267'16,"1"1"-18"-16,3 2-26 0,1 1-22 0,-4-4-25 15,4 4-18-15,0 0-18 0,0 0-16 0,0 0-10 16,0 0-12-16,12 8-11 0,-2-3-8 0,0 4-7 16,4 2-4-16,3-1-12 0,1 1-4 0,-2-3-6 15,1 3-4-15,0-2-2 0,-1 3-5 0,1-8-5 16,-6 2 0-1,0 1-6-15,1-5 2 0,-3 0 4 0,-2-1 24 16,0 0 15-16,2-1 11 0,-9 0 21 0,13-2 16 0,-8 0 2 16,0 0 12-16,3-5 15 0,-2 2 8 0,-2 1 8 15,1 0-6-15,-1-1-5 0,4-2 0 16,-6 1-6-16,2 2-5 0,-1 0-9 0,-1 0-6 16,1 1-6-16,-2-1-14 0,-1 4-14 0,4-4-7 0,-4 4-8 15,2-3-13-15,-2 3-16 0,3-3-14 0,-3 3-31 0,0 0-36 16,0 0-45-16,0 0-38 0,0 0 4 0,4 13 6 15,-3 4 4-15,-1 9 7 0,-1 11 9 0,-3 15 12 16,-2 29 4-16,-2-23 14 0,-7 27 6 0,2-3 10 16,-8 1 6-16,12 2 25 0,-1-2-16 0,1-28 0 15,4 2 4-15,1 1 4 0,3-2 1 0,1-5-5 16,3-3 1-16,-1-10 6 16,-1-4 1-16,3-2 0 0,1 2 4 0,-1-3 4 15,0-3-4-15,-3-9 0 0,3 2 2 0,-4-3 14 16,1-2 22-16,-1 0 4 0,3-4-11 0,-3 1 4 15,0-4 0-15,0-1-1 0,1 0-3 0,2-3 8 16,-3 2 1-16,1-3-4 0,-1-1 4 0,0 0-1 16,0-3 6-16,0 0-16 0,0 8 4 0,0-8-3 15,1 3 5-15,-1-3 3 0,0 0 2 0,-1 5 4 0,1-5-3 0,1 3 3 16,-1-3-1-16,0 0-4 0,0 0-4 0,0 0-1 16,0 0 0-16,0 0-3 0,0 0-2 0,0 0-5 15,3 3 1-15,-3-3-4 0,0 0 0 0,0 0-1 16,0 0-2-16,0 0 7 0,0 0 5 0,0 0 2 15,0 0-2-15,0 0-5 0,0 0 0 0,-21-3-18 16,-2 1-41-16,-14-1-86 0,-24-2-94 0,-45 1-119 0,4 0-456 0,-3-5-861 16,5-9 381-16</inkml:trace>
  <inkml:trace contextRef="#ctx0" brushRef="#br0" timeOffset="105504.33">6009 8103 95 0,'-27'4'155'16,"-5"1"-23"-16,-6 2-12 0,-13 2-6 0,-3 2-14 16,6-1-6-16,-3 1 2 0,12-3-14 0,-12 3 1 15,14 0-7-15,1-2-5 0,-1 0-8 0,3-1 7 16,2-3-6-16,4 2-7 0,7-3 14 0,3-2-1 15,8 1 3-15,-3-2 10 0,6 1 0 0,0-2 16 16,1 2 15-16,2-1 11 0,4-1 20 0,-9 2 6 0,9-2 6 0,0 0-1 16,-8 0-5-16,8 0-1 0,-2 1-3 0,2-1-7 15,0 0-1-15,0 0-11 0,0 0-10 0,-5-6-18 16,5 6-1-16,0 0-8 0,0 0-15 0,0 0-11 16,0 0-8-16,0 0-10 0,0 0-27 0,0 0-20 15,0 0-42-15,0 0-20 0,1 11 2 0,3-1 16 16,-2 8-12-16,4 11 10 15,-1 21 7-15,1 10 8 0,-2 26 1 16,-3 6 8-16,-6-5 1 0,-4 0 4 0,1-4-1 16,5-25 2-16,0 24 3 0,2-24 1 0,1 0 4 0,-2 0-1 15,2-2 4-15,2-5 0 0,2-3 1 0,-3-11 1 16,0-2 3-16,0-1-3 0,2-5 6 0,-2-2-3 16,3-1 5-16,-4-8 2 0,0-2-3 15,1 0 0-15,-1-6 1 0,2 1 1 0,-2-4-3 0,0 0 0 0,0 1 2 0,0-4 4 16,0 0 0-1,0 2-3-15,1-4-1 0,-1-2 24 0,0 5 3 16,0-5 11-16,-1 4 0 0,1-4-3 0,0 0 4 16,0 5-6-16,0-5-3 0,0 0-2 0,-2 4 0 0,2-4-8 15,0 0-1-15,0 0 4 0,0 0-2 16,0 0-7-16,0 0 2 0,0 0-2 0,-1 4-3 16,1-4-8-16,0 0 6 0,0 0-1 0,0 0-2 15,0 0-7-15,0 0-3 0,0 0 2 0,0 0 3 16,5 2 2-16,-5-2 0 0,27-4 1 0,0 1-3 15,6-2 1-15,7-2 2 0,13-2-6 0,6-2 3 16,4 0-3-16,-3 1-3 0,7-1 3 0,-4 3 0 16,-3-4 2-16,-7 3-4 0,-13 4 0 0,-5 2 3 15,-3-1 4-15,-13 1-11 0,2 0 3 0,-10 1-1 0,-2 0 2 0,0 2 1 16,-3-1-2-16,2-1-12 0,-4 2-24 0,-4 0-6 16,8 0-17-16,-8 0-13 0,0 0-42 0,0 0-42 15,0 0-47-15,-27 4-91 0,14-3-296 0,-1-1-639 16,4 2 282-16</inkml:trace>
  <inkml:trace contextRef="#ctx0" brushRef="#br0" timeOffset="106495.81">15035 8478 2 0,'-9'0'241'0,"9"0"-12"0,0 0-13 15,-8 0-13-15,8 0-13 0,0 0-10 0,-5 0-13 0,5 0-12 16,0 0-10-16,0 0-11 0,0 0-10 0,0 0-10 16,0 0-14-16,0 0-3 0,0 0-15 0,0 0-2 15,0 0-9-15,-8-1-3 0,8 1 0 0,0 0 1 16,0 0-1-16,0 0-5 16,0 0-1-16,0 0 3 0,0 0-6 0,0 0-2 15,0 0-7-15,26-7-7 0,-6 5-4 16,8-1-2-16,4-1-4 0,1 2-4 0,6-6 4 0,12 4-11 0,-13 0 0 15,13-3-4-15,-11 6-1 0,-3-3 4 0,1 2-5 16,-5-1 2-16,-2 1-5 0,-8 2 0 0,-4-4-1 16,-5 3-1-16,-3 0 3 0,0 2-7 0,-6-3-9 0,4 2-17 15,-4-2-16-15,-5 2-34 0,0 0-30 16,8 4 1-16,-8-4-12 0,0 0-28 0,-18 12-28 16,4-7-53-16,1 3-218 0,-5-1-474 0,3 2 209 15</inkml:trace>
  <inkml:trace contextRef="#ctx0" brushRef="#br0" timeOffset="106978.87">15184 8763 28 0,'-4'2'271'0,"-1"-2"2"0,4 3-9 15,1-3-2-15,0 0-3 0,0 0-10 0,-8 2-15 0,8-2-16 16,0 0-18-16,0 0-13 0,0 0-15 0,0 0-19 16,0 0-12-16,0 0-15 0,0 0-13 0,0 0-9 15,0 0-12-15,18-7-10 0,-13 4-5 0,-2 2-7 16,-3 1-5-16,7-3 5 0,-3 3-5 0,-4 0-6 16,5-3-3-16,-5 3-5 0,0 0-3 0,4-2-1 15,-4 2-1-15,0 0-4 0,0 0-1 0,7 0-3 0,-7 0 8 0,0 0-7 16,0 0 1-16,0 0-4 0,0 0-10 0,2-4 7 15,-2 4-9-15,0 0-1 0,0 0 0 0,0 0 1 16,0 0-3-16,0 0 1 0,0 0 8 0,5-1-20 16,-5 1 9-1,0 0-1-15,0 0 7 0,0 0-2 0,0 0-4 16,6-3-6-16,2 2-3 0,4-2 3 0,6-1 1 16,10-1-4-16,1 0-7 0,7 0 11 0,0-2-7 0,4 2-5 15,0 0-1-15,12-3-4 0,-2 3 4 0,-10 0 0 16,-2 3 4-16,1-3-2 0,-5 1-2 0,-1-2-2 15,-2 3 6-15,-12 2 0 0,0-2-4 0,-6 1 10 16,-1 0-8-16,-5-1-1 0,1 2-1 0,-3-1 4 16,-1 2-1-16,2-2-4 0,-6 2-9 0,10-2-19 15,-10 2-20-15,8 0-12 0,-8 0-34 0,0 0-23 0,5 0-23 0,-5 0-40 0,0 0-32 16,0 0-33-16,0 0-38 0,0 0-288 0,0 0-616 16,0 0 273-16</inkml:trace>
  <inkml:trace contextRef="#ctx0" brushRef="#br0" timeOffset="107476">16891 8206 219 0,'0'-4'244'0,"0"-1"-10"16,0 5-11-16,0-6-23 0,0 2-6 0,0 4-19 15,0-5-14-15,0 5-18 0,0-5-12 0,0 5-12 0,-5-5-15 16,1 3-13-16,-1 0-7 0,1 2-15 0,-5 0-6 0,-1 0-5 15,-3 2-7-15,-6 2-8 0,1 1 0 0,-7 6-11 16,-1 1-5-16,-2 4-5 0,0 0-6 0,-3 7 2 16,3 0-5-16,-14 8 2 0,6 7-2 0,2 1 0 15,3 2-2-15,13-10 0 0,3 0-2 0,3 1 14 16,7 0 2 0,1-1 12-16,6 1 2 0,5-3 9 0,6 2 12 15,10-2 24-15,3-6 7 0,16 3 14 0,6-4 11 16,7-6-3-16,3-6-1 0,3-3 8 0,4-7-12 0,-1-3 9 15,-4-4 1-15,-2-5-6 0,-7 1-4 0,-4-6 4 16,-11 2 2-16,-5-2-3 0,-1-5-6 16,-3-3-5-16,-5-4-13 0,-7 0-20 0,-1-5-24 0,-10-11-20 15,-10-3-18-15,-6 14-30 0,-10-9-44 0,-12 8-51 0,-10 3-50 16,-12 9-54-16,-29-1-94 0,-10 7-387 0,-6 8-763 16,4 1 338-16</inkml:trace>
  <inkml:trace contextRef="#ctx0" brushRef="#br0" timeOffset="118687.51">2136 12132 208 0,'-9'0'232'16,"9"0"-11"-16,0 0-12 0,0 0-17 0,0 0-13 15,0 0-22-15,0 0-14 0,0 0-17 0,0 0-14 16,0 0-10-16,0 0-11 0,0 0-5 0,23-3-16 0,-10 0-3 15,9 0-4-15,6 2-20 0,5-2-33 16,3-1-31-16,2 1-30 0,-1-2-34 0,3 2-56 16,-7 2-195-16,-2-1-363 0,-8 1 160 0</inkml:trace>
  <inkml:trace contextRef="#ctx0" brushRef="#br0" timeOffset="118872.49">2254 12329 71 0,'6'0'200'0,"-6"0"-16"16,22-4-21-16,-2 4-15 0,-2-3-13 0,5 2-17 16,0-2-16-16,-1 0-37 0,-3 0-66 0,4-1-66 15,-4 1-120-15,-1-1-202 0,1-1 90 0</inkml:trace>
  <inkml:trace contextRef="#ctx0" brushRef="#br0" timeOffset="119630.56">2401 11998 323 0,'-3'-5'318'15,"2"3"-22"-15,1 2-19 0,0-5-30 0,0 5-25 0,0 0-20 16,-3-3-17-16,3 3-32 0,0 0-17 0,0 0-20 15,0 0-21-15,0 0-19 0,0 0-9 0,0 0-9 16,13 5-4 0,-3 0-7-16,0 3-2 0,5-1-2 0,2 0-7 15,-1 0-6-15,0 1-7 0,3 1-5 0,-1-1-5 0,0-1-3 16,-1 2-2-16,2-4-3 0,-4 1-3 0,-2-2 0 16,0 1-1-16,-3-2 2 0,2-1 0 0,-6 1 2 15,2-2-2-15,-3 0 19 0,-1 0 20 16,-4-1 15-16,7 3 15 0,-7-3 10 0,7 0 9 15,-7 0 13-15,7-3-19 0,-7 3-9 0,0 0-9 0,4-2-5 0,-4 2-15 16,0 0-19-16,0 0-29 0,0 0-29 0,0 0-28 16,0 0-23-16,1 9 11 0,-3-2 2 0,-2 4 6 15,-9 11 5-15,-2 8 6 0,-8 10 4 0,-4 4 10 16,3 0-1-16,-2 0 2 0,4 0 6 0,3-11 0 16,3 0 7-16,2-1 2 0,0-2 1 0,0-1 3 0,2-3 4 15,1-3 3 1,3-7 2-16,3 1 4 0,1-4 4 0,0-5 18 15,1 1 12-15,0-2 15 0,2-2 19 0,-2 0 20 16,3-1 21-16,0-4 24 0,-1 5 20 0,-1-3 12 16,2-2 13-16,-2 4 4 0,2-4-7 0,0 0-3 15,0 0-6-15,-1 4-10 0,1-4-17 0,0 0-16 16,0 0-12-16,0 0-9 0,0 0-10 0,0 0-26 16,0 0-33-16,0 0-29 0,0 0-40 0,0 0-58 0,0 0-120 0,0 0-121 15,10-10-474-15,0 1-881 0,2 2 389 0</inkml:trace>
  <inkml:trace contextRef="#ctx0" brushRef="#br0" timeOffset="120544.61">3949 11913 45 0,'-1'-4'222'0,"1"4"-28"0,0 0-19 0,0 0-26 16,0 0-14-16,0 0-18 0,-4 13-12 0,-1 0-9 15,2 5-17-15,0 0-8 0,-5 8-5 0,2-1-8 0,2 4-6 0,0 0-5 16,0-1-8-16,0 2-3 0,4 2-2 0,0-4-1 16,0 0-4-16,0-1-4 0,-1-4 1 0,-1-3-5 15,-1-3-3-15,2-4 2 0,1 0-4 0,0-1-4 16,-3-3 1-16,3-1-1 0,0-1-2 0,0-2 8 16,0 1-3-16,0 0-1 0,0-3 0 0,0-3-1 15,-1 5 1-15,1-5-2 16,0 4 3-16,0-4-5 0,0 4-10 0,0-4-14 15,0 0-20-15,-4 3-35 0,4-3-41 0,0 0-56 16,0 0-116-16,0 0-304 0,0 0 134 0</inkml:trace>
  <inkml:trace contextRef="#ctx0" brushRef="#br0" timeOffset="121098.17">4255 12286 180 0,'0'0'191'0,"-8"0"-8"15,8 0-14-15,-8 0-10 0,8 0-18 0,0 0-15 16,-7 1-7-16,7-1-2 0,0 0-12 0,0 0-11 15,0 0-8-15,0 0-8 0,0 0-6 0,0 0-7 16,0 0-6-16,0 0 1 16,-7-1 5-16,7 1 4 0,0 0 0 0,0 0-1 15,0 0 1-15,0 0-3 0,0 0 0 0,0 0-6 16,0 0-7-16,0 0-3 0,0 0-3 0,0 0-7 16,0 0-4-16,0 0-3 0,-2-4-5 0,2 4-1 15,0 0-3-15,0 0-6 0,0 0 7 0,0 0-10 16,0 0-1-16,0 0-3 0,0 0-1 0,0 0-1 15,0 0-2-15,0 0 2 0,0 0-3 0,0 0 0 0,0 0 0 0,0 0 4 16,0 0-7-16,0 0-1 0,0 0 1 0,0 0-3 16,0 0-1-16,0 0 3 0,0 0-2 0,0 0 3 15,15 4 4-15,-7-4 6 0,2 0-5 0,5 0 4 16,3-3 1-16,4 6 0 0,6-7-3 0,4 4 5 16,1-1-8-16,2 0-1 0,4-3 0 0,-3 4 0 15,-3-1-2 1,2-2 2-16,-5 1 10 0,-1-1-9 0,-11 0-3 15,-1 3 0-15,-4 0 2 0,-3-2-1 0,-2 0 7 16,-2 1-7-16,2 1 2 0,-3-1-2 0,-5 1 6 0,8-1-6 16,-8 1-1-16,0 0-7 0,0 0-16 0,0 0-19 15,0 0-27-15,0 0-32 0,0 0-30 0,-18 7-32 0,10-6-46 16,-2 1-218-16,0 0-458 0,4 0 203 0</inkml:trace>
  <inkml:trace contextRef="#ctx0" brushRef="#br0" timeOffset="121648.8">4908 12068 17 0,'3'0'230'0,"1"-3"-23"0,4 1-19 0,3 0-25 16,1 2-13-16,2 2-13 0,4-1-12 0,0 1-12 16,0 3-9-16,1 2-6 0,-2 1-9 0,2 0-4 0,-4 2-14 15,3 0-8-15,-3 1-8 0,-5 1-2 0,2 2-5 16,-5-3-3-16,0 3-6 0,-4-1-5 0,-1 4-9 16,-2 0-5-16,-4 1 11 0,-1 0-6 0,-4-1-2 15,0-2-3-15,-1 2 0 0,-4-3-3 0,4 1 0 16,-5-1-1-16,2-4 1 0,0 0 0 0,1-1-3 15,3-4-1-15,3-2-1 0,0 3 2 0,1-2 3 0,-1 0 16 16,0-2 10-16,2 1 27 0,2 0 29 0,2-3 34 16,-8 1 24-16,8-1 4 0,0 0-11 0,0 0-15 15,4-14-20 1,0 4-17-16,2-4-5 0,3-1-3 0,8-6-20 16,-1-3-1-16,3 2-18 0,0-2-7 0,1 1-8 15,1 1-5-15,1 1-8 0,-3 1-3 0,3 4 3 16,-8 5-7-16,0-2 3 0,-2 4-7 0,-4 2 1 0,-1 1-6 15,-1 1-4-15,0 1-5 0,-3 2-2 0,0-2-24 16,2 3-20-16,-5 1-2 0,0 0 3 0,5 7-2 16,-4-1 3-16,-1 4 1 0,-1 3 6 0,1 3 3 15,-1 1 2-15,2 0 13 0,-1 2-3 0,0 0-4 16,1 6 7-16,1-8 1 0,0 1 4 0,1 0 2 16,1-1 1-16,1 0-22 0,-1-5-25 0,2 0-35 0,-2-4-32 0,2 3-55 15,3-6-77-15,-2 0-226 0,1-2-523 0,0-1 232 0</inkml:trace>
  <inkml:trace contextRef="#ctx0" brushRef="#br0" timeOffset="122115.25">5374 11926 57 0,'1'-3'294'0,"3"-1"-22"15,0 1-17-15,0 0-22 0,5-1-13 0,-3 1-28 16,2 3-20-16,2-1-15 0,3 1-15 0,0 1-8 16,1 2-16-16,-1 1-10 0,0 1-9 15,-1 0-11-15,-2 2-11 0,2 0-8 0,-3 3-7 0,-2 0-4 16,1 1-10-16,-4 0-5 0,-3 1-3 0,-2 2-5 15,-2 3-1-15,-4 0-6 0,-1-1 2 0,0 0-4 0,-2-2-1 16,-1-1-7-16,-2-1 3 0,3-3-6 0,1 1 2 16,1-2 1-16,0-2-1 0,-2 1-2 0,5-2-3 15,1-2 2-15,-1-1 6 0,4 2-4 0,-2 0 21 16,-1-1 20-16,4-3 10 0,0 0 6 0,-1 1-5 16,1-1-3-16,0 0-3 0,12 0-9 0,-2 0-2 15,5-1-18-15,3-3 10 16,1-1-7-16,0 1-5 0,2 1-6 0,3-1-2 15,-5-1 0-15,3 2-3 0,0 1 3 0,-3 0-6 16,-6 0-7-16,1-1 18 0,-4 1-19 0,-1-1 1 16,0 3 5-16,-3-3 13 0,-1 3-5 0,-5 0-18 15,7-1-10-15,-7 1-16 0,0 0-7 0,4-3-40 16,-4 3-36-16,0 0-40 0,0 0-37 0,-17-5-30 16,13 4-56-16,-6-1-268 0,3-2-578 0,0 2 256 0</inkml:trace>
  <inkml:trace contextRef="#ctx0" brushRef="#br0" timeOffset="122377.9">5807 11772 31 0,'5'-1'267'0,"-5"1"-22"0,0 0-14 15,17 3-22-15,-8 3-16 0,0 3-18 16,1 5-8-16,3 6-9 0,5 7-13 0,-5 0-4 0,1 3-12 16,-5 1-12-16,-2 3-10 0,-1 2-4 0,-3 11-15 0,-6-12-7 15,-7 11-3-15,-4-1-7 0,-2-11-8 0,-6 8-14 16,-9-3-6-16,-3 2-10 0,-7-7-26 0,-3-2-41 16,-5 1-52-16,-9-3-67 0,1-4-92 0,-29 4-158 15,26-12-435-15,0-4 193 0</inkml:trace>
  <inkml:trace contextRef="#ctx0" brushRef="#br0" timeOffset="122864.29">3754 11732 48 0,'-2'-5'245'0,"2"0"-19"0,-1 2-19 15,1 3-24-15,0-5-26 0,0 5-21 16,0 0-15-16,0 0-15 0,-18 21-14 0,2 3-13 15,-2 7-3-15,-9 15-6 0,-1 5-4 0,1 0-7 16,-10 26-1-16,15-23 3 0,-4 23-2 0,11-20 5 0,5-2-7 16,5-1-7-16,6-1 2 0,9-4 21 0,6-3 1 0,8-2-3 15,8-6 1-15,10-6-10 0,11-1-3 0,3-9-41 16,8-2-80-16,38-6-125 0,-6-4-222 0,-31-9-443 16,26-2 196-16</inkml:trace>
  <inkml:trace contextRef="#ctx0" brushRef="#br0" timeOffset="125885.02">7091 12000 118 0,'-17'-7'174'0,"-1"2"-16"15,-2 3-9 1,-2 0-11-16,-5-3-5 0,-4 5-13 0,3 0-9 16,0 0-7-16,-2 2-14 0,11 3-2 0,-4-3-15 0,2 3 2 15,0 3-4-15,2-1-9 0,0 0-3 16,2 3-7-16,-1 0-9 0,4 1 0 0,0 1-4 16,1-1-11-16,2 3 5 0,2 0-7 0,2-1-3 15,1 2-5-15,2 1 6 0,1-2-9 0,6 2 5 0,0-2 9 16,3 2-3-16,2-2 0 0,2-1-1 0,4-1 1 0,-1-2-1 15,2-2-4-15,7-1 3 0,-4-1-5 0,10-2 3 16,-6-4-1-16,6-3 7 0,1-2-2 0,-2-2 10 16,-3-1 8-16,3-3 5 0,-5 2 15 0,0-7 11 15,-3-2 8-15,1 0 7 0,-2-2 3 0,-3-4 10 16,1-2-23-16,-6 1 5 0,2-6-1 0,-2-1 7 16,-3-3-17-16,2-11-5 15,-1 1-3-15,-3 11 5 0,0-2 11 0,-1 6 13 16,0-2-9-16,-3 2 4 0,3 1 3 0,-4 11-1 0,3 1-4 0,-2 4-9 15,-1 0-9-15,0 5-11 0,0-2-5 0,0 5-12 16,0-1-4-16,0 2-7 0,1 0-25 0,-1 4-25 16,0-4-37-16,0 4 4 0,0 0 3 0,-1 12 3 15,1 3 7-15,-1 6 3 0,-2 7 0 0,3 3 4 16,-5 5 4-16,0 10 3 0,1-9 4 0,0 9-2 16,4-12 2-16,-3-2 1 0,3 2 17 0,3-4-12 15,-2 2 14-15,3-5-17 0,-4 0 8 0,4-1 12 16,-3-2-11-16,3-5 5 0,-1 2-3 0,1-4 3 15,-3 0-1-15,0-2 3 0,2-2-1 0,2-3 4 16,-4 1-2-16,-1-4-3 0,1 3 0 0,-1-3 14 16,3-2-15-16,-2 1 6 0,-1 0 1 0,0-3-10 0,3-1 9 0,-2 3 0 15,-1-5 3-15,0 6 1 0,3-5 12 0,-3-1 12 16,0 0 4-16,0 4 8 0,0-4 7 0,0 0-16 16,9 0-2-16,2-1-27 0,6-2-33 0,4-2-58 15,6-7-81-15,5 0-104 0,1-6-355 0,13-7-678 16,0-4 300-16</inkml:trace>
  <inkml:trace contextRef="#ctx0" brushRef="#br0" timeOffset="126555.68">7328 11364 183 0,'5'-5'248'16,"-3"0"-1"-16,2 1-19 0,0 1-10 0,0 0-16 0,1 0-20 16,-1-1-15-16,2 2-19 15,1 2-15-15,-2-3-16 0,-5 3-10 16,10 3-3-16,-1-2-15 0,-4 3-10 0,2 2-9 16,-1-2-2-16,0 7-12 0,1-1-5 0,-1 4-8 0,-1 3-2 15,-1 0-5-15,-1 0-4 0,-5 12-2 0,-4-4-1 16,-2-1-4-16,-1-4 1 0,2-2 2 0,-5-1 2 15,2 0-8-15,1-2 2 0,4-1-7 16,-3-3 1-16,2-1-3 0,2-3 0 0,0 1-1 0,3-2-3 16,-2-1 3-16,2-3 24 0,0 1 20 0,1-3 24 0,-3 4 16 15,3-4 8-15,8 2-3 0,-8-2-4 0,20-3-13 16,0 1-8-16,0-2-7 0,2 0-8 0,4-2-2 16,-6 4-10-16,1-3-1 0,1 1-13 0,-3 1 1 15,3-1 12-15,-4 0-17 0,-5 2-5 0,-2 0-2 16,-2 2-7-16,-1-3 3 0,-3 2-18 0,4 0-31 0,-4 1-40 0,-5 0-47 15,0 0-4-15,4 3-21 0,-4-3-49 0,-9 11-63 16,-4-4-343-16,3 1-644 0,-3 2 285 0</inkml:trace>
  <inkml:trace contextRef="#ctx0" brushRef="#br0" timeOffset="127411.1">6234 12777 79 0,'-5'0'197'0,"-1"2"0"0,6-2-1 15,-7 0-1-15,7 0-7 0,0 0-14 16,-6 1-13-16,6-1-15 0,0 0-15 0,0 0-13 15,0 0-8-15,0 0-10 0,0 0-5 0,0 0-3 0,0 0-8 16,0 0-7-16,0 0-5 0,0 0-3 0,0 0-2 16,0 0-7-16,0 0-5 0,0 0-1 0,0 0-6 15,0 0-3-15,19-3-6 0,-19 3 1 16,0 0-4-16,0 0-8 0,0 0 0 0,0 0-2 0,0 0-7 16,0 0 1-1,0 0-6-15,0 0 8 0,0 0-8 0,0 0 0 16,0 0 1-16,6 0 2 0,-6 0 3 0,0 0 5 15,0 0-3-15,0 0 4 0,0 0 3 0,0 0-2 16,0 0-3-16,0 0 2 0,0 0 0 0,0 0-1 0,0 0 3 16,0 0-5-16,0 0 0 0,0 0-1 15,0 0-8-15,0 0-1 0,0 0-3 0,0 0 3 16,0 0-4-16,0 0 0 0,0 0-1 0,0 0 1 0,0 0 13 0,0 0-13 16,0 0 7-16,0 0-1 0,0 0-4 0,0 0 3 15,8 2-1-15,-8-2 1 0,13-3-2 0,1 2 6 16,14-4 1-16,8 0-8 0,15-2-1 0,10-1 6 15,30-4 0-15,4 0-3 0,4 2 2 0,11-2 11 16,4 1-5-16,2 1 10 0,5-2 3 0,-4 2 2 16,-9-2 5-16,-6 2-6 15,-4-2 0-15,-32 7 4 0,-2 3-8 0,-5-6 10 16,-6 4-2-16,-18 1-5 0,-4-2 17 0,-10 1-7 16,-4 1 4-16,-3 1-11 0,-1 2-2 0,-2-2-6 15,-7 1 0-15,1 0-11 0,3 0-28 0,-8 1-46 16,8 1-33-16,-8-1-19 0,0 0-22 0,-16 6-43 15,-4 4-52-15,-7-3-61 0,-6 5-293 0,-2-3-628 16,2 1 278-16</inkml:trace>
  <inkml:trace contextRef="#ctx0" brushRef="#br0" timeOffset="128275.39">6973 13309 77 0,'0'0'222'0,"0"0"-3"0,3-2-11 15,-3 2-12-15,0 0-22 0,0 0-17 0,0 0-15 0,0 0-17 16,-12-7-13-16,0 5-10 0,2 2-13 0,-5 4-6 15,-5-1-11-15,0 1-7 0,-7 4-8 0,-1 1-8 16,0 1-1-16,1 2-7 0,-1 0-4 0,-1 0-2 0,-2 0 0 16,3 5-10-16,2 0-1 0,3 2 0 0,2 0-4 0,0-2-5 15,3 1-2-15,7-1-2 0,2-3-2 0,1 1 2 16,2 2-2-16,3-3 3 0,2 2-2 0,1 0-4 16,1-5 5-16,7 1 2 0,1 1 4 15,2-3 1-15,3 2 6 0,4-3 2 0,1-1-5 0,2-3 5 16,8-1 4-1,-8-1 1-15,8-3 4 0,-7 0 6 0,-2-4 5 16,1 0 12-16,-3-3 11 0,1-3 2 0,-3-2 9 16,2 0 5-16,0-9 4 0,-3 1 12 0,-2-4 6 15,1-2-8-15,-1-1 1 0,-3-4-9 0,-2-2-11 16,0-14-5-16,-6 13-7 0,7-18-3 0,-4 0-11 16,-1-1 1-16,0 2 12 0,-3 5 3 0,-1 9-12 0,3 6 3 0,-3 0-5 15,0 6 4-15,0 5-13 0,0 4-1 0,0 5-8 16,0 0-1-16,0 4-4 0,1 0-8 0,-1 3-14 15,0-1-34-15,0 5-19 0,0 0 0 0,0 0 2 16,0 0 2-16,-5 27 4 0,1 1 2 0,3 1 6 16,-2 4 3-16,-2 16-2 0,5-1 6 0,-5 0 2 15,4 2-8-15,-2 0 6 0,7-2 10 0,0-14 0 16,-3 0 1-16,4-1-1 0,-1-1 5 0,4-3-1 0,-3-6 2 0,4-4-13 16,-5-7-23-16,-1 0-15 0,0 0-22 0,2-2-10 15,-2-3-15-15,-1-2-10 0,-2 2 3 0,2-2 1 16,0-4-15-16,-2-1-55 0,0 0-67 0,0 0-279 15,9-7-566-15,-8 1 250 0</inkml:trace>
  <inkml:trace contextRef="#ctx0" brushRef="#br0" timeOffset="128730">7219 13222 56 0,'5'-2'247'0,"3"-2"-21"16,-1 1-19-16,3 1-17 0,1 1-15 0,1 2-13 0,-1 4-15 0,2-1-11 16,0 1-11-16,0 7-12 0,3 2-12 0,-3 1-6 15,2 8-7-15,-6-1-7 0,3 0-7 0,-1 3-11 16,-7 1-2-16,-1 0-7 0,-3-1-1 0,-3 1-6 16,2-1-1-16,-5-6-3 0,-1-2-4 0,1 0 1 15,-1 0-1-15,-2-2-4 0,0-1 2 0,4-2 4 16,0-5 3-1,1 0 2-15,0-1 7 0,0 0 7 0,3-3 12 16,-4 0 35-16,4-1 28 0,1-2 24 0,0 0-11 0,0 0-1 16,0 0-6-16,-4-13-11 0,5 4-19 0,7-3 0 15,-3-5-22-15,4-1-12 0,4-7-18 0,2-1-6 16,-2-2-7-16,5 0-15 0,0-2-6 0,-4 5-8 16,-1 2 2-16,2 3-7 0,-6 4 0 0,-3 6-2 15,2 1-1-15,-3 2-3 0,-1 1-5 0,-2 1 2 0,2 1-10 16,-2 2-42-16,-2 2 3 0,0 0 0 0,0 0-2 15,8 11 3-15,-6-3 6 0,-2 6 3 0,0 3 1 16,0 7 2-16,0 0 4 0,-2-4 4 0,2 6 0 16,2-1 5-16,0-8-5 0,2 9-26 0,-3-8-22 15,3-1-28-15,0-6-29 0,0 5-36 0,1-5-47 16,0-1-40-16,-1-3-291 0,-2-3-588 0,2 1 260 0</inkml:trace>
  <inkml:trace contextRef="#ctx0" brushRef="#br0" timeOffset="129045.88">7651 13137 266 0,'0'-7'316'0,"3"5"-26"0,-3 2-25 0,1-6-28 0,0 2-23 15,-1 4-23-15,7-2-22 0,-7 2-18 0,11 2-9 16,-6 1-17-16,2 2-11 0,0 1-8 0,1 2-6 0,-3 0-9 16,2 3-7-16,-2 2-7 0,-3-2-7 0,0 2-6 15,0 4-3-15,-2-1-7 0,-2 1-5 0,-2 0-7 0,1 0 2 16,1-4-6-16,-1-2-2 0,0-1-2 0,1 0-7 16,-1-5 1-16,3 2-3 0,-2-2-5 0,2-2 4 15,-2 2 2-15,5-1 0 0,1-2-1 16,6 1 4-16,9-1-11 15,4-4-36-15,4 1-66 0,5-2-92 0,1-3-122 0,-4-4-219 16,0 1-561-16,-1-5 248 0</inkml:trace>
  <inkml:trace contextRef="#ctx0" brushRef="#br0" timeOffset="130596.3">8469 11975 206 0,'0'-5'248'0,"4"0"-7"0,-3 0-14 15,-1 2-4 1,3-1-17-16,-2 1-19 0,-1 3-19 0,3-3-17 16,-3 3-18-16,0 0-17 0,2-5-13 0,-2 5-12 0,0 0-14 15,0 0-5-15,0 0-5 0,2 17-4 0,1-6-10 16,-4 2-3-16,1 2-4 0,0 2-1 0,0 2-7 15,-2 0-3-15,0 0-4 0,2 1-3 0,-2 0-5 16,-1 4 2-16,3-5-4 0,0 1 0 0,-1-3-5 16,2 0 5-16,-1 1-7 0,0-7 6 0,0 2-6 15,0-2-4-15,0-4-1 0,3 0 2 0,-2-2-2 0,-1 1 4 0,0-2 21 16,0 1 11-16,1-2 20 0,-1-3 23 0,0 6 19 16,0-6 18-16,2 3 7 0,-2-3 2 0,0 0-3 15,0 0-5-15,15-3-8 0,-9-6-11 0,4 1-8 16,-2-1-12-16,3-6-8 0,5 1-3 0,-2-1-12 15,4-6-4-15,0-2-9 0,-2 2-7 0,2-6-12 16,0 1-2 0,-3 0-7-16,2 3 7 0,-4-3-12 0,-2 2-6 0,-2-1 4 15,-1 1-6-15,-2 5 3 0,1 2-3 0,-2-1-1 16,-3 1 1-16,1 1-6 0,1 2 10 0,-3-2-2 16,-1 4 1-16,0 2 6 0,1 2-1 0,-2 2-1 15,1 0-2-15,0 0-7 0,0 3-8 0,0-2-8 16,-1 1-19-16,1 4-25 0,0 0-3 0,0 0-3 15,0 0 10-15,0 0-1 0,-12 6 2 0,8 3 4 0,-1 0 4 16,-1 0 6-16,5 2 0 0,-2-1 1 0,0-1-7 0,3 3 0 16,0 0-8-16,0-2-3 0,4 2-13 0,3-2-5 15,-1 0-34-15,6 2-47 0,1-2-67 16,2 0-84-16,1-3-307 0,-2 2-657 0,0-6 290 0</inkml:trace>
  <inkml:trace contextRef="#ctx0" brushRef="#br0" timeOffset="131119.84">8929 12189 140 0,'0'-5'428'0,"3"2"-20"16,-3 3-16-16,0 0-23 0,2-6-34 0,-2 6-18 16,1-3-39-16,-1 3-26 0,0 0-29 0,0 0-26 15,0 0-20-15,0 0-16 0,0 0-29 0,0 0-32 16,7 0-22-16,-7 0-22 0,0 0-10 0,0 0-6 15,0 0-8-15,-5 14 6 0,2-8-14 0,1 5 7 16,-1 1 0-16,-1 3-16 16,-1 2 4-16,5-6-2 0,-4 1-1 0,2 0 1 15,-1-1-6-15,2-3-2 0,-3-1 2 0,4-2 2 16,-1 3 0-16,1-4 4 0,-1-2 12 0,1 3 19 16,0-5 27-16,-3 5 24 0,3-1 30 0,0-4 23 15,0 0 11-15,0 0-9 0,0 0-15 0,5-12-18 16,0 5-11-16,3 2-13 0,-2-7-8 0,3-2-10 0,1 4-9 15,-2 1-8-15,2-4-7 0,-3 5-3 0,1 0-11 0,-1 1-3 16,-2 3-4-16,0-1-9 0,0 1-2 0,2 0-7 16,-2 3-6-16,1-1-4 0,-6 2-13 0,10-1-7 0,-2 1-9 15,1 0-8-15,-3 3-10 0,2-3-13 16,2 4-18-16,-1 0-31 0,-1 0-32 0,2 1-40 16,-5-2-38-16,4 6-43 0,-1-3-41 0,-4 0-32 15,-2-1-40-15,-2 1-338 0,3-1-766 0,-3-5 340 0</inkml:trace>
  <inkml:trace contextRef="#ctx0" brushRef="#br0" timeOffset="131398.25">9260 11872 59 0,'3'-5'323'0,"-1"1"-28"0,2-1-30 15,-1 2-26-15,-3 3-24 0,11 3-10 0,-6 1-28 16,3 2-14-16,-2 2-10 0,4 5-6 0,3 3-15 16,0 5-4-16,-3 5-8 0,-1 1-13 0,1-1-3 15,-2 6-5-15,-4 0-6 0,-2 3-9 0,-2-1-9 0,-2 0-9 0,-3 17-2 16,-3-16-7-16,-3 0-18 0,-2-2-6 0,-1 0-13 16,-7-4-16-16,2-2-25 0,-6-1-29 0,-18 8-38 15,0-4-52-15,-2-5-58 0,-6-7-298 0,4-2-535 16,7-10 237-16</inkml:trace>
  <inkml:trace contextRef="#ctx0" brushRef="#br0" timeOffset="131853.24">8303 11584 177 0,'0'0'239'0,"0"0"-24"0,0 0-21 0,0 0-20 16,-15 17-11-16,4 6-14 0,-4 7-8 0,-3 17-3 16,0 7 3-16,-9 24-25 0,8-22-6 0,1 2-6 15,0-1-7-15,6 0 12 0,1-1-7 0,4 2 13 16,7-3-17-16,2-5-2 0,8-5 2 0,-2-11-5 16,4-3 3-16,6-4 4 0,1-1 2 0,4 1 7 0,4-8 8 0,-2-2-5 15,8-5 9-15,2 0-11 0,-1-5-2 0,-2 0-5 16,4-3-10-16,-8 0-6 0,-10-2-11 0,1-2 20 15,-7 0 12-15,0 1 7 0,-5 1 0 0,-1-2 3 16,1 3-7-16,-7-3-5 0,11-1 0 0,-7-1-15 16,-4 2-11-16,0 0-5 0,8-2-20 0,-8 2-20 15,0 0-37-15,0 0-46 0,6 2-53 0,-6-2-60 0,0 0-62 0,0 0-85 16,3 3-123-16,-3-3-259 0,0 0-748 0,0 0 331 16</inkml:trace>
  <inkml:trace contextRef="#ctx0" brushRef="#br0" timeOffset="149187.51">10346 12192 102 0,'0'0'222'0,"-4"0"-11"0,4 0-14 0,0 0-12 16,0 0-15-16,0 0-14 0,0 0-9 0,0 0-17 0,0 0-12 15,0 0-11-15,0 0-12 0,0 0-8 0,0 0-9 16,0 0-6-16,0 0-9 0,0 0-8 0,0 0-1 16,0 0-10-1,0 0-3-15,0 0-3 0,0 0-5 0,0 0-2 0,0 0-1 16,0 0 5-16,0 0 2 0,0 0 0 0,0 0 0 15,0 0-4-15,0 0-4 0,0 0-1 16,0 0-2-16,0 0-5 0,0 0-3 0,0 0-1 0,0 0 0 16,0 0-5-16,0 0-1 0,0 0-2 0,0 0-1 15,0 0 0-15,0 0-1 0,0 0 1 0,0 0 0 16,0 0-3-16,0 0-2 0,0 0-3 0,0 0 0 0,0 0 2 0,0 0-1 16,0 0-2-16,0 0 2 0,0 0 1 0,0 0 0 15,0 0 0-15,0 0-2 0,0 0 2 0,0 0 0 16,-2 6 5-16,2-6-2 0,0 0 3 0,0 0-1 15,15 0 4-15,-1 0-1 0,13-1 1 0,9 0 1 16,1-3-3-16,16 3 4 0,6-3-10 0,-1 1 2 0,2-5 0 16,6 4 0-16,-2 2-1 0,-1-4 1 0,-5 0-2 15,1 2 1-15,-9 3-3 0,-13-2 1 0,-2-1-11 0,-5 4 4 16,-10-3-2-16,-3 3 3 0,-4 0 1 16,1 0 1-16,-6 0-1 0,-2 0 1 0,3-2 2 15,-4 4-3-15,-5-2-2 0,8-2-1 0,-8 2-11 0,8 2-6 16,-8-2-3-16,0 0-8 0,6-2-11 0,-6 2-17 15,0 0-22 1,0 0-20-16,0 0-31 0,0 0-22 0,0 0-60 16,-26 2-128-16,20-2-374 0,6 0 165 0</inkml:trace>
  <inkml:trace contextRef="#ctx0" brushRef="#br0" timeOffset="150757.84">11839 11757 191 0,'0'0'208'0,"0"0"-11"0,0 0-8 16,0-4-15-16,0 4-16 0,0 0-11 0,0 0-12 15,0 0-17-15,0 0-13 0,0 0-11 0,0 0-7 16,0 0-10-16,0 0-9 0,0 0-6 0,7-2-6 16,-7 2-7-16,14 0-2 0,-6 0-2 0,4 3-1 15,0-3-5-15,2 2-1 0,7 1-5 0,-2 2-6 16,1-1 5-16,1-1-5 0,6 2-2 0,-8 2-6 0,1-1-4 0,-2 1 1 16,0 0-2-16,-4 2-5 0,0 0 0 0,-1 0-1 15,-4-1-4-15,-1 4 1 0,-3-4 0 0,-4 6-6 0,-1 1 1 16,-1 1-1-16,-7 0 2 0,-1 1-2 0,-9 5 0 15,0-1 0 1,-5 0 4-16,0-2-5 0,-1-1 0 0,0 0 4 16,-1-2-4-16,1-1 1 0,0 0 1 0,6-6 0 0,0 3-1 0,0 0 1 0,8-3-1 0,-3 1 2 31,3-5 1-31,1 2 0 0,3-1-1 0,-1-5-2 16,4 2 4-16,0 2 2 0,-1-3 3 0,3 1 2 0,1-3 21 0,0 0 11 0,10 4 4 15,3-4 3-15,2-2-4 0,6 2-3 0,9-2 3 0,0-3-1 31,-1 4 7-31,2-3-1 0,-2 4-4 0,-1-3-3 16,-5 3-2-16,-5-4-4 0,1 3-6 0,-7-1-3 0,-1 1-1 16,-3 1 10-16,-3-2-15 0,3 0-1 0,-3 2-5 15,0-2 4-15,-5 2 1 0,0 0-9 0,9 0-6 0,-9 0-6 16,0 0-9-16,5 0-8 0,-5 0-14 16,0 0-17-16,0 0-19 0,0 0-27 0,0 0-26 15,0 0-50-15,0 0-42 0,0 0-236 0,-17-3-484 16,11 1 214-16</inkml:trace>
  <inkml:trace contextRef="#ctx0" brushRef="#br0" timeOffset="151308.9">12471 11872 128 0,'5'-4'298'0,"-2"1"-29"0,-1 0-30 16,4-1-25-16,-3 4-25 0,6-3-18 0,-4 3-21 15,3 0-16-15,-8 0-20 0,17 0-7 0,-10 3-13 16,1 1-12-16,3 1-10 0,-3 0-7 0,1 3-6 0,0 1-9 0,-1 0-10 16,-3 2-2-16,0-1-3 0,-2 1-4 0,-2 1-2 15,-2 0-5-15,-1 4-4 0,0-3 2 0,-5-3-4 16,2 2-1-16,-4 4 0 0,0-2 0 0,-1-1-3 15,1-2-1-15,-1-2-1 0,0 0 1 0,0-1-1 16,3-2-1-16,1 0 2 0,2-1-1 0,-1-2 0 16,-2 0-1-16,5 1 1 15,-1-1 15-15,1-2 21 0,2-1 28 16,-4 5 28-16,4-5 30 0,0 0 25 0,0 0-1 0,0 0-9 16,0 0-8-16,0 0-17 0,6-17-17 0,6 4-15 15,3-1-18-15,4-4-15 0,3-2 8 0,0 2-18 16,1 0 1-16,0-1-2 0,-3 3-5 15,-5 5-5-15,0 1-6 0,-3-2 0 0,-3 5-2 0,0 0 8 16,-3 2-7-16,2 2 3 0,-5-3-15 0,1 4-2 0,-1 0-4 16,0 0-11-16,-3 2-10 0,5-3-20 0,-5 3-13 15,0 0-1-15,0 9-5 0,-2-2 5 0,-4 1 3 0,1 5 5 16,-4 2-2-16,3 0 4 0,-2 3 9 0,1 0-4 16,1 0 3-16,3-1 1 0,0 1 8 15,4 0 2-15,2-3 3 0,3 1 4 0,6 0 7 16,8 1 4-16,-2-5-5 0,14 0 4 0,3-1-27 0,2-6-19 0,14 4-38 15,-13-5-43 1,-2-4-42-16,1 2-76 0,0-4-99 0,-6-6-224 16,-3 2-610-16,-10 2 271 0</inkml:trace>
  <inkml:trace contextRef="#ctx0" brushRef="#br0" timeOffset="152609.68">14021 11803 136 0,'-19'-5'162'0,"1"1"-13"0,-4 3-2 0,-4 0-17 0,4 2-5 16,-5 0-15-16,0 3 0 0,0 1-8 0,6 1-5 0,-8 1-5 16,5 2-8-16,-1 2-2 0,5-4-6 0,4 4-11 15,2-2-8-15,-3 3-5 0,4-1-5 0,-1 1-4 0,8 4-3 16,-2-6-8-16,3 2 3 0,5 0-3 0,0 0 1 16,1 0-4-16,3 0 3 0,5 1-2 15,5-2 5-15,2 0-3 0,0-1-5 0,5-4-2 16,7 0 4-16,-1-3 0 0,-6-3 1 0,6 0 5 0,-4-2 2 0,4-3 13 15,0-1 9-15,-8-3 8 0,7-5 6 0,-5 2 4 16,0-5 5-16,0-3 7 0,-4 1-8 0,-2-3 7 31,0-2-6-31,-3-3-7 0,1-3 2 0,-3 0-16 16,-2-3 0-16,-2-11-8 0,2-3 2 0,-4 10-5 0,-3 2 2 16,4-1 7-16,-2 4 4 0,-2 0 7 0,-1 6 3 15,1 6 0-15,-1 3 6 0,-1 5 0 0,2 2-11 0,-1 3 5 16,0 0-14-16,0 0-8 0,-1 3-12 0,0-1-11 15,1 2-46-15,0 3-11 0,0 0 6 0,0 0-6 16,-3 15 6-16,2-4-2 0,-4 16 4 0,1 2 0 16,3 5 8-16,-2 3 4 0,-1 9-1 0,3-12 1 15,1 2-3-15,0-2-2 0,1-1 4 0,3 1-3 0,-1-5 11 16,-2-1-2-16,4-2 2 0,-5-8-1 0,5-2-3 0,-5-4 4 16,3-3-1-16,-2 1 7 0,0-3-4 0,-2-1-1 15,2 0 3-15,-1-3 22 0,0 0-11 0,0-3 15 16,3 5 8-16,-3-5-1 0,0 3 5 0,0-3-1 15,1 4 0-15,-1-4-5 0,0 0 4 0,0 0-15 16,-1 5-3-16,1-5-9 0,0 0-10 0,0 0-17 16,0 0-27-16,0 0-31 15,0 0-38-15,-3 4-44 0,-2-2-36 0,-2 1-32 16,0-3-55-16,-6 3-296 0,2 1-620 0,3-2 274 16</inkml:trace>
  <inkml:trace contextRef="#ctx0" brushRef="#br0" timeOffset="153439.84">13465 12320 128 0,'-11'0'195'0,"2"0"2"0,1 1-4 0,2-1-7 0,6 0-9 16,-12-1-9-16,12 1-11 0,-6 1-18 0,6-1-11 15,-7 1-11-15,7-1-10 0,0 0-12 0,0 0-2 16,0 0-3-16,0 0-7 0,0 0-2 0,0 0-3 15,0 0-7-15,0 0-5 0,0 0-7 0,0 0 3 16,0 0-7-16,0 0-9 0,0 0-8 0,0 0 2 16,0 0-4-16,0 0-4 15,0 0-5-15,0 0-3 0,0 0 0 0,0 0-3 16,0 0-3-16,0 0-3 0,0 0 2 16,0 0-3-16,0 0-1 0,0 0 0 0,0 0-2 0,0 0-3 15,0 0 3-15,0 0 11 0,0 0 1 0,0 0 0 16,0 0 8-16,0 0 0 0,0 0-9 0,0 0 3 15,0 0-6-15,0 0 4 0,0 0-8 0,0 0 3 16,0 0-4-16,0 0 0 0,0 0-5 0,0 0-2 0,0 0 2 0,0 0-1 16,0 0-2-16,0 0 4 0,0 0-8 0,0 0 2 15,0 0 2-15,0 0 2 0,0 0-2 16,0 0 0-16,0 0-4 0,0 0 1 0,0 0-1 16,0 0-2-16,0 0 2 0,0 0-1 0,0 0 3 0,0 0-1 15,0 0-1-15,0 0-1 0,0 0 1 0,0 0-4 16,0 0 1-1,0 0 2-15,0 0-2 0,0 0 0 0,0 0 8 16,21-2-4-16,-12 0 0 0,1-1-1 0,9 0-2 0,11 1-4 16,1 0 6-16,9-1-3 0,19 2 1 0,6-4 0 15,32-3-2-15,3 3 1 0,0-5-1 16,2-1 3-16,1 3 7 0,-2-6 7 0,2 1 3 16,-5 2 6-16,0 3-4 0,-33 1-2 0,2 1-1 0,-7 0-6 0,-5 3-1 15,-18-4 5-15,-2 4 0 0,-9-1-3 0,-5 1-3 16,-8 1 2-16,-2 0-2 0,-1-1-4 0,-3 0-2 15,-1 1-16-15,-2 2-17 0,-4 0-18 0,0 0-27 16,0 0-27-16,-33 7-32 0,3-2-41 0,-2 2-56 16,-1 1-258-16,-7-1-530 0,3 2 235 0</inkml:trace>
  <inkml:trace contextRef="#ctx0" brushRef="#br0" timeOffset="154094.56">14117 12772 169 0,'-9'-6'199'0,"-5"2"-22"0,-4 0-19 0,-1 1-14 15,-10 2-15-15,-1 1-13 0,1 1-14 16,-1 2-1-16,-3 1-10 15,1 1-8-15,2 3-8 0,1 1-5 0,1 0-10 16,3 2-11-16,7-4-1 0,0 4-9 0,4-1-2 16,-1 1-5-16,2-1-4 0,0 2-2 0,4-1 9 15,4-1 0-15,1 0 6 0,0 2-5 0,4-2 1 16,0 1 8-16,4 1 3 0,1-2 5 0,4 0 5 16,5 2 5-16,2-5 3 0,3 2 2 0,0-5 4 15,1 0 5-15,2-3 1 0,0-1 6 0,-3-3 10 0,4 0 19 0,-4-4 16 16,2-1 17-16,-5-4 2 0,2 2-6 0,3-8-5 15,-4-3-7-15,0-1-7 0,-2-3-9 0,-2-1-18 16,0-6-8-16,-2 0-9 0,1-13-13 0,1-1-12 16,-2-1-12-16,-7 11 12 0,1 5-6 0,-1 1 6 15,-3 2 14-15,0 8 4 0,2 1 1 0,-3 8 1 16,0 0-6-16,0 2-9 0,0 2-10 0,0 1-26 0,0 2-32 0,0 1-37 16,0 3 3-16,0 0 0 0,-5 12 5 0,0 5 3 15,-4 7 6-15,1 5 1 0,-6 5 3 0,5 0 8 16,0 12-11-16,-1-12 26 0,2 2-15 0,3-2 1 15,0-2 5-15,3-1-6 0,-1-2-30 0,2 0-9 16,2-4-7-16,0 1-9 0,-1-9-16 0,2-6-14 16,-1 5-26-16,0-7-25 15,-1 3-26-15,0-4-19 0,3-2-20 0,-1-3-43 16,0-1-274-16,-2-2-577 0,0 0 256 0</inkml:trace>
  <inkml:trace contextRef="#ctx0" brushRef="#br0" timeOffset="154542.68">14224 12654 219 0,'5'-3'252'0,"1"-1"-23"0,1 1-25 16,1 3-20-16,2 0-22 0,-1 2-16 16,1-1-16-16,3 3-11 0,-3 4-7 0,4 1-10 0,-1 1-13 15,-1 5-9-15,-2-1-4 0,-3 3-12 0,-1 2 3 16,-4-2-12-1,0 3-3-15,-6 6-4 0,-3 0-3 0,-1-8-6 16,-3 6 0-16,2-5 2 0,-5 0 1 0,0-2-5 16,1-3 1-16,-1 2-3 0,3-4 4 0,4-3 2 0,-2-2 0 15,2 0 1-15,2-3 0 0,1 0 14 16,0 1 36-16,1-1 13 0,3-1 34 0,0-3 25 16,-5 1 19-16,5-1-14 0,0 0-32 0,9-11-19 0,-2 0-16 15,4-2-9-15,4-3-10 0,7-2-17 0,0-6-18 0,2 2-20 16,2-2-20-16,7-13-34 0,-9 9-17 0,0 1-10 15,-2-2 1-15,-1 4 4 0,-1 2 9 0,-5 1 12 16,-2 9 14-16,-4 0 8 0,-4 5 0 0,2-1-2 16,-5 6 2-16,2-2-10 0,-4 0-13 0,4 2 2 0,-4 3-2 15,0 0-4-15,-10 13 6 0,1-5 6 16,-3 6-3-16,2 3 6 16,-2 0-2-16,1 2 5 0,2-2-1 0,1 7 0 15,3-7 5-15,3 4-2 0,4-3 1 0,2 3-3 16,2-3-5-16,15 1-35 0,3-2-54 0,8-3-78 15,18-3-117-15,4-6-228 0,1-3-575 0,1-5 254 16</inkml:trace>
  <inkml:trace contextRef="#ctx0" brushRef="#br0" timeOffset="155282.46">15562 11780 204 0,'0'-5'256'0,"0"1"-6"0,0 4-2 16,4-6-12-16,-3 5-6 0,-1 1-21 0,2-7-21 15,0 5-22-15,-2 2-17 0,0 0-16 0,0 0-15 16,4-2-16 0,-4 2-12-16,0 0-11 0,0 0-9 0,1 10-6 15,2-4 4-15,-2 3-18 0,-1 3-4 0,0 0-7 0,1 6 3 16,2-1-9-16,-6 1-4 0,6 2-3 0,-3-1 0 15,0 1-2-15,0-1-6 0,0 0 1 0,1-1-4 16,3-2 1-16,-3 1-2 0,0-7-2 16,2-1-1-16,-2 1 0 0,2-3 4 0,-2-2-2 0,2-1 18 15,-2 1 23-15,4-2 19 0,3-1 9 0,2-2-5 0,3-2 1 16,1 0-2-16,4-4 0 0,-2-1 7 0,2-2-3 16,5-6-6-16,2 1-7 0,-2-5-11 0,-3-1-2 0,3 0 5 15,-1-3-10-15,-4-1-13 0,1-1-6 0,-4 5 11 16,-5 2 9-16,-1 0 3 0,-1 4-3 0,-2-2-6 15,-1 2-5-15,-1 1-4 0,-1 2-5 16,-2 2 0-16,-1 2-5 0,0 0-5 0,0 0-12 0,-1 2 5 0,0-3-5 16,-1 5-1-16,-2-2-13 0,2 1-7 0,2 4-10 15,-5-4-8-15,5 4-17 0,-6-1-14 0,6 1-4 16,0 0-6-16,0 0-3 0,-9 8 1 0,7-4 4 16,1 1 13-16,4 0 6 0,2 4 4 0,1-1 5 15,5 2-18-15,4-1-35 0,4 0-48 0,7 0-56 16,5-1-99-16,-3-4-265 15,-1 0-609-15,-4-2 270 0</inkml:trace>
  <inkml:trace contextRef="#ctx0" brushRef="#br0" timeOffset="155762.1">16145 11942 221 0,'0'0'307'0,"0"0"-27"0,0 0-30 0,0 0-24 15,0 0-27-15,0 0-23 0,0 0-21 0,-1 5-13 16,1-5-18-16,0 0-14 0,-3 6-10 0,2 0-11 16,-1 4-8-16,0 0-8 0,-2 2-11 0,-1 1-5 15,0 1-4-15,-3 2-6 0,2-2-1 0,-2 2-10 0,2-6-3 0,1 1 0 16,1-2-6-16,-1 0-2 0,2-4 1 0,-2 1 0 16,4-1 8-16,0-2 28 0,-2 0 29 0,3-3 36 15,0 4 38-15,0-4 6 0,0 0-18 0,0 0-16 0,0 0-8 16,17-12-20-16,-7 5-6 0,4-2-15 0,-4 0-3 15,3-1-13-15,1 0-12 0,0-1 0 0,1 1-9 16,-6 2-8 0,5 1-1-16,-5 0-3 0,0 0-10 0,-1 3 0 15,-2-1-7-15,-1 2-6 0,-1 1 0 0,1-1-9 16,-1 2-9-16,1 0-19 0,-5 1-8 0,9 0-12 16,-9 0-21-16,9 2-17 0,-4 1-17 0,-1 2-30 15,4 0-18-15,-6-1-29 0,2 1-39 0,0 2-23 16,0-2-44-16,-3 0-296 0,2-2-622 0,-3-3 276 0</inkml:trace>
  <inkml:trace contextRef="#ctx0" brushRef="#br0" timeOffset="156046.23">16572 11562 58 0,'2'-2'284'0,"-2"2"-35"0,3-2-26 16,-3 2-25-16,0 0-17 0,8 5-15 0,-6 4-17 15,4 8-4-15,1 7-8 0,-2 3-11 0,-3 6-5 16,1 13-7 0,2 4-9-16,-5 0 9 0,-2 0-18 0,-1-1 0 15,0-2-17-15,-3-11-4 0,0-2-7 0,-4-1-6 16,-3 0-4-16,-3 0 2 0,-3-2-26 0,-5-2-15 0,-12 7-26 15,-6-4-47-15,-1-5-54 0,-6-6-71 16,-1-2-267-16,9-6-481 0,4-4 214 0</inkml:trace>
  <inkml:trace contextRef="#ctx0" brushRef="#br0" timeOffset="156426.2">15409 11426 11 0,'0'-3'295'16,"0"3"-36"-16,1-4-26 0,-1 4-27 0,0 0-14 15,0 0-16-15,-18 16-11 0,5 4-19 0,-3 10-8 0,-6 14-6 16,-2 6-11-16,-2 4-2 0,-4 27-4 0,9-24-10 16,6 1-9-16,1 0-5 0,11-4-11 0,3-2-6 15,9-2-7-15,8-3 0 0,8-1-4 0,7-7-5 0,9 2-8 0,6-6-31 16,6-5-73-16,31 2-135 0,-29-18-284 15,4-2-512 1,0-10 227-16</inkml:trace>
  <inkml:trace contextRef="#ctx0" brushRef="#br0" timeOffset="168491.66">17600 11919 92 0,'-5'-1'207'0,"5"1"-19"0,0 0-7 0,0 0-11 16,0 0-15-16,0 0-7 0,0 0-15 0,-7 0-9 15,7 0-10-15,0 0-7 0,0 0-7 16,0 0-2-16,0 0 0 0,0 0-5 16,0 0-4-16,0 0-1 0,0 0-1 0,0 0-3 15,0 0-5-15,0 0 4 0,0 0-14 0,0 0-1 16,0 0-7-16,0 0-10 0,0 0-3 0,0 0-2 15,0 0-5-15,0 0-5 0,0 0-2 0,0 0 3 0,0 0-3 16,0 0-1-16,0 0-6 0,0 0 3 0,0 0-7 16,0 0-2-16,0 0 3 0,0 0-4 0,0 0-1 15,0 0 1-15,0 0-3 0,0 0-3 0,0 0-3 16,0 0 3-16,0 0-5 0,0 0-2 0,0 0 0 16,0 0-1-16,0 0 0 0,0 0 0 0,0 0-2 15,0 0-2-15,0 0 2 0,0 0 1 0,0 0-5 16,0 0 2-16,0 0 0 0,0 0-2 0,0 0-1 15,0 0 2-15,0 0 0 0,0 0 1 0,0 0-3 0,0 0-1 16,0 0 3-16,0 0-2 0,0 0 4 0,0 0-4 0,0 0 4 16,0 0-5-16,0 0 3 0,0 0 0 0,0 0 2 15,0 0 0-15,0 0-2 0,0 0 1 0,0 0-2 16,0 0-1-16,29-2 4 0,-7 1-3 0,4-3 3 16,8 2 0-16,0-1 0 0,3 1-4 0,4 1 2 15,10-4 0 1,0 3-2-16,3-3 1 0,-17 1 3 0,2 2 0 15,-1-1-5-15,-2 1 3 0,-2-2 0 0,-2 0 0 0,-4 4-3 16,-9-3-10-16,-6 2-9 0,-1-2-6 0,-4 2-6 16,-1 0-23-16,-1 0-13 0,-1-1-19 0,-5 2-27 15,0 0-15-15,0 0-8 0,-14-5 1 0,2 5-14 16,-9 0-19-16,2 0-18 0,-4 0-158 0,-8 0-373 16,3 0 165-16</inkml:trace>
  <inkml:trace contextRef="#ctx0" brushRef="#br0" timeOffset="168707.55">17857 11782 209 0,'3'-10'269'16,"-1"2"-4"-16,2 0-7 0,-3 0-6 0,2 2-5 16,-2-1-5-16,2 1-14 0,-2 2-19 0,-1-2-22 0,1 5-19 15,1-3-19-15,-2 4-20 0,1-6-26 0,-1 6-17 16,0 0-14-16,0 0-9 0,-1 14-9 15,-2 0-2-15,0 3-11 0,0 2-2 0,-1 9 0 16,0-2-5-16,0 3-3 0,0 2-3 0,3-3-5 0,0-1-36 16,1 2-28-16,2 1-39 0,1-5-60 0,2 1-77 15,1-9-281-15,-1 0-539 0,1-5 238 0</inkml:trace>
  <inkml:trace contextRef="#ctx0" brushRef="#br0" timeOffset="169725.07">19329 11601 119 0,'3'-8'272'0,"-2"-1"-19"0,-1 1-5 0,0-1-17 0,3 2-15 0,-2 2-11 16,-1 2-15-16,0-3-19 0,1 3-18 0,-1-2-22 16,1 2-12-16,-1 3-25 0,0 0-12 0,0 0-5 15,0 0-12-15,0 15-8 0,-2-2-8 16,-2 3-1-16,0 3-7 0,0 7-7 0,-3 5-3 0,-1-1 2 16,2 3-16-16,-2-3-5 0,-1 2-1 0,0-3 3 15,5-1-4-15,-1-1-1 0,1-7-3 0,-2-3 3 0,4-2-6 16,0-3 2-16,-2-3 1 0,4-2-3 0,-1 0 9 0,-2 0 34 15,3-3 26-15,-1 0 47 0,1-4 33 0,0 5 37 16,0-5 18-16,0 0-21 0,0 0-21 0,9-9-15 16,0 0-20-16,0-1-10 0,1-5-13 15,8-4-11-15,0-4-12 0,1 1-8 0,2-3-10 0,-1 2-10 16,3-4 2 0,0 2-17-16,-4 1-1 0,-3 6-5 0,-4 1-2 15,1 8-4-15,-5 1-5 0,-2 0-2 16,-2 3-5-16,2 0-9 0,-2 2-20 0,0 0-24 15,0 1-8-15,-4 2 5 0,0 0 12 0,10 7-15 0,-5 0 2 16,0 2-2-16,-1 2 1 0,3 1-9 0,-2 2-6 16,1 3-25-16,0-2-19 0,1 2-29 15,-1-3-34-15,1 2-32 0,-3-1-43 0,0-2-50 0,0-3-61 0,0 1-217 0,0-3-612 16,0-3 271-16</inkml:trace>
  <inkml:trace contextRef="#ctx0" brushRef="#br0" timeOffset="170510.11">20086 11703 177 0,'-10'2'180'0,"10"-2"-11"0,-9 0-14 0,9 0-17 0,0 0-14 15,-7-2-12-15,7 2-4 0,0 0-6 0,0 0 1 16,-5-1-10-16,5 1 2 0,0 0-7 0,0 0-7 16,0 0-2-16,0 0-3 0,0 0-7 0,-4-2-5 0,4 2-2 15,0 0-9-15,0 0-7 0,0 0-2 0,0 0-8 16,0 0-3-16,0 0 0 0,0 0-4 0,0 0-6 15,0 0-2-15,0 0 1 0,0 0-8 0,0 0 2 16,0 0-3-16,0 0 1 0,0 0-4 0,0 0-1 16,0 0-3-16,0 0 3 0,0 0-4 0,0 0 1 0,0 0-1 15,0 0 1-15,0 0-1 0,0 0-2 0,0 0 3 0,0 0 0 16,0 0-4-16,0 0-1 0,0 0 0 0,0 0 2 16,0 0-4-16,0 0 1 0,0 0 2 0,0 0-2 15,0 0 1-15,0 0 3 0,0 0-5 0,0 0 4 16,0 0-4-16,0 0 3 0,0 0 0 0,0 0-4 15,0 0 1-15,0 0 4 0,0 0-2 0,0 0 0 16,0 0 0-16,0 0-3 16,0 0 1-16,0 0 2 0,0 0 1 15,0 0 0-15,0 0 1 0,0 0-3 0,0 0 3 0,0 0-2 16,0 0-3-16,0 0 3 0,0 0 0 0,0 0-4 16,0 0 1-16,0 0 2 0,0 0 1 0,0 0-2 15,0 0 3-15,0 0-4 0,0 0 2 0,0 0 0 16,0 0-3-16,0 0 3 0,0 0-1 0,0 0-1 15,0 0 2-15,0 0 0 0,0 0 0 0,0 0 0 0,0 0 1 16,0 0-2-16,0 0 3 0,0 0-1 0,0 0-1 16,0 0-3-16,0 0 3 0,0 0-1 0,0 0 4 0,0 0-4 15,0 0 1-15,0 0 2 0,0 0-2 0,0 0 0 16,0 0-3-16,0 0-15 0,0 0-14 16,0 0-16-16,0 0-26 0,0 0-21 0,0 0-15 15,0 0-16-15,0 0-36 0,-9 3-155 0,9-3-344 0,0 0 152 0</inkml:trace>
  <inkml:trace contextRef="#ctx0" brushRef="#br0" timeOffset="172878.46">20018 11364 191 0,'0'0'208'15,"4"-4"-16"-15,-4 4-18 0,1-5-19 0,-1 5-15 0,0 0-24 16,0 0-9-16,0 0-14 0,0 0-5 0,-7 12-8 15,3 0 7-15,-4 5-7 0,-2 5-3 0,-4 7 0 16,1 0 0-16,-1 7 0 0,-3 7-2 0,3 0-5 0,3-6-5 0,4-2-15 16,-3 0-1-16,4 0-7 0,3-1-2 15,4 0-5-15,5-2 0 0,4 0-4 0,5-3 3 16,4-2 10-16,7-2-2 0,-2-2-3 0,19 5-3 16,-11-11-22-16,4-2-48 0,-3-3-59 0,6-1-85 15,-5-4-225-15,-2-1-436 0,3-5 193 0</inkml:trace>
  <inkml:trace contextRef="#ctx0" brushRef="#br0" timeOffset="173433.83">20413 11598 249 0,'2'-6'307'0,"0"0"-24"15,-1 0 0-15,-1 1-17 0,1-1-24 16,-1 2-11-16,0 4-29 0,0-5-26 0,0 3-16 16,0 2-20-16,0-6-24 0,0 6-20 0,0 0-6 0,0 0-12 15,0 0-12 1,0 17 3-16,-2-5-6 0,-6 3-5 0,4 2-10 16,-1 0-5-16,-3 3-1 0,3 5-6 0,-5-2-5 15,6-3-3-15,-5-1-2 0,4-1-3 0,-1-1-1 0,-1-3-2 0,6 0-3 16,-3-5 4-16,0-2-4 0,3-1-1 0,1 1 1 15,-2-2 14-15,2-1 33 0,0-4 33 0,-2 5 23 16,2-5 10-16,0 0-10 0,0 0-16 0,13-7 2 16,-3 0-17-16,4-4-9 0,3-2-13 0,-4 1-2 15,7-6-7-15,1 0-19 0,-1 0 1 0,-3 5 9 16,-2 0-18-16,0 2 3 0,-4 2 1 0,-2 1-7 0,1 4-9 16,-4-1 7-16,-1 0 14 0,0 2-35 0,-1 2 0 15,1-2-30-15,-5 3 10 0,10 0 2 0,-3 5-10 16,-2-1-2-16,3 6-11 0,-1-3-9 15,5 6-20-15,-2 1-30 16,2-1-43-16,-2 0-35 0,0 1-37 0,1 1-47 16,0-2-56-16,-5-4-293 0,3 0-655 0,0 0 290 15</inkml:trace>
  <inkml:trace contextRef="#ctx0" brushRef="#br0" timeOffset="173749.84">20995 11703 92 0,'0'0'270'0,"-1"-3"-21"15,-4 0-15-15,5 3-17 0,0 0-24 0,-1-4-21 16,1 4-14-16,0 0-20 0,0 0-12 16,0 0-13-16,-4-4-13 0,4 4-8 0,0 0-10 0,0 0-7 0,0 0-10 15,0 0-6-15,0 0-4 0,0 0-8 0,0 0-4 16,0 0 0-16,0 0 10 0,0 0 4 0,0 0 6 15,0 0 0-15,0 0-5 0,0 0-4 0,0 0-6 16,8-4-4-16,-2 4-4 0,3 0-2 0,4-1-3 0,7 0-8 16,10-3-2-16,-1 4-6 0,3-3 11 15,3 0-15-15,-1 2-16 16,-2-1-16-16,-1 0-11 0,-11 2-21 16,2-1-19-16,-4-2-23 0,-4-1-20 0,-3 3-26 15,-1-1-24-15,-3-1-43 0,-3 0-201 0,-3-1-437 0,-1 4 193 16</inkml:trace>
  <inkml:trace contextRef="#ctx0" brushRef="#br0" timeOffset="173981.86">21130 11552 37 0,'-2'-5'281'0,"1"1"4"0,0-1 4 0,2 1-12 16,-1 4-8-16,0-8-5 0,0 3-7 0,0 1-18 15,0 4-23-15,1-3-25 0,1-3-19 0,-2 6-30 0,0-4-9 16,0 4-24-16,0 0-15 0,0 0-11 0,0 0-16 15,4 18-6 1,-3-5-9-16,1 0 0 0,2 6-5 0,-1 0-5 16,-1 6-4-16,2 1-5 0,-1 1-1 0,2-1-35 0,-4 1-23 15,2-4-26-15,-1 2-35 0,0-5-25 16,-1-1-35-16,0 0-51 0,2-4-29 0,-3-2-258 16,3-4-526-16,1 0 232 0</inkml:trace>
  <inkml:trace contextRef="#ctx0" brushRef="#br0" timeOffset="174282.31">21634 11586 185 0,'4'-5'386'0,"-2"-1"-18"0,0 0-10 0,-1 1-22 0,2-1-42 0,-2 3-27 15,-1-1-30-15,2 0-22 0,-2 4-25 0,2-1-31 16,-2 1-39-16,0 0-20 0,0 0-13 0,1 9-1 15,-2-1-7-15,1 2-11 0,-2 2-13 0,-1 0 1 16,0 5 0-16,2-1-19 0,-3 1 0 0,4 4-15 16,-2-4 3-16,-1 8 1 0,3-8-2 0,0 0-3 15,0-2 2-15,-3-2-2 16,3-2-5-16,3-2 3 0,-6 0-33 0,3-3-15 16,0-1-10-16,0 1-15 0,-2-2-5 0,2 0-6 15,0 0-5-15,0-4 4 0,0 4 4 0,0-4 0 16,0 0-22-16,0 0-40 0,0 0-56 0,-11-13-61 15,7 2-230-15,0-1-510 0,3-4 226 0</inkml:trace>
  <inkml:trace contextRef="#ctx0" brushRef="#br0" timeOffset="174535.87">21707 11301 13 0,'3'-8'260'15,"-2"-1"-5"-15,3 2-13 0,-1 2-7 0,0 0-15 16,0 1-24-16,-2-2-18 0,2 4-24 15,-3 2-13-15,6-2-17 16,-6 2-7-16,13 7-7 0,-2 0-6 0,2 5-4 0,8 7 3 0,-3 5-17 0,3 4-4 16,7 12 0-16,-6 9-6 0,-4-1-7 0,-3 0-4 15,-3 3-4-15,-2-2 7 0,-9 0-20 0,-5 1-4 16,-4-4-4-16,-3-14-4 0,1 2-9 0,-8-3-12 16,-5-2-6-16,0 0-2 0,-7-5-6 0,-1 0 7 15,-2-3-20-15,-2-3-19 0,-1-4-33 16,-1-2-31-16,1 1-34 0,0-6-69 0,2-3-277 15,4-2-514-15,8-4 227 0</inkml:trace>
  <inkml:trace contextRef="#ctx0" brushRef="#br0" timeOffset="175106.59">22278 11460 131 0,'2'-5'310'0,"-2"3"-13"0,0-3-17 0,0 5-20 15,2-4-24-15,-2 4-27 0,0-4-21 0,0 4-23 16,0 0-18-16,0 0-19 0,0 0-12 0,0 0-12 0,0 0-14 16,4 11-9-16,-4-4-11 0,0 4-5 0,0 0-5 0,1 6-5 15,-1 3-6-15,-1-2-2 0,1 7-5 0,-2-4-1 16,2-1-8-16,-2-2-5 0,-2 2 0 0,3-1-16 0,-1-1 3 16,2 2-4-16,-2-3 1 0,2-1 2 0,0-5-7 15,0 0 6-15,2-3 4 0,-2 1-6 16,2-4 9-16,-2 2 34 0,5-2 18 0,-1-4 25 15,5 2-12-15,3-3-4 16,3-3-5-16,4-1-3 0,3-4 3 0,5-1-22 16,-2-5-1-16,2 0-5 0,1-1-4 0,2-5-9 15,-1-2-4-15,-1-3 2 0,0 0-16 0,5-9 14 16,-8 7-5-16,-4 1-1 0,-3 0-10 0,1 1 4 16,-6 2 0-16,-4 7 10 0,-4-2-1 0,-1 2-4 15,-3 4 0-15,2 1-5 0,-2-1 5 0,-5 4-3 16,3-4-9-16,-3 5 0 0,-1-3-6 0,-2 9-1 0,1-5-8 0,1 3-9 15,-4 2-8-15,2 0-2 0,-2 2-8 0,2 0-10 16,0 3 8-16,-1 2-16 0,2-2 1 0,-1 5 11 16,5-2 5-16,2 2-1 0,2 0 4 0,5 4-5 15,4 1-17-15,3-3-31 0,8 6-42 0,3-1-50 0,-1-1-62 16,5-6-363-16,-5 2-647 0,-1-6 287 0</inkml:trace>
  <inkml:trace contextRef="#ctx0" brushRef="#br0" timeOffset="175585.5">22967 11687 67 0,'0'0'356'16,"0"0"-8"-16,0 0-16 0,0 0-26 0,0 0-25 0,0 0-30 0,0 0-27 15,0 0-29-15,0 0-14 0,0 0-24 0,-10 0-19 16,10 0-19-16,0 0-11 0,0 9-15 0,0-4-7 16,-3-1-15-16,2 8-3 0,-3-2-10 0,-1 6-1 15,1-1-3-15,-6 2-12 0,1 0-2 0,0 0-1 16,1 0-4-16,0-3-5 0,0 1-3 0,3-5-1 15,0-3-7-15,1 2 2 16,-1-4-1-16,2 0 6 0,1 0-7 0,0-3 20 16,1 1 43-16,1-3 36 0,-2 4 6 0,2-4-11 15,0 0-10-15,0 0-10 0,21-11-7 0,-12 4-11 16,3 0-7-16,3-1-6 0,1-2-9 0,1 0-8 16,-1 1 2-16,-1 0-9 0,-5 4-5 0,3-3-3 15,-4 3-4-15,-1 1-2 0,-1 2-3 0,1 0 0 16,0 1-7-16,-2-1-3 0,2 1-3 0,-2 1-2 0,2 1-1 0,-2 2-24 15,2-1-6-15,1 4-19 0,0-1-14 16,0 3-23-16,-1-1-42 0,1 0-36 0,-1 4-48 0,2-3-53 16,-1-1-67-16,-4 1-329 0,4 0-711 0,4-2 314 15</inkml:trace>
  <inkml:trace contextRef="#ctx0" brushRef="#br0" timeOffset="175901.55">23904 11548 132 0,'-4'-2'305'16,"4"2"-10"-16,0 0-8 0,0 0-23 0,-2-4-14 0,2 4-18 15,-2-4-21-15,2 4-27 0,0 0-14 0,8-5-17 0,-2 2-15 16,1 2-19-16,3-2-11 0,4-1-12 0,3 4-13 16,3 1-24-16,2-1-30 0,7 3-32 15,-10-3-31-15,4 3-35 0,5-2-44 0,-6 3-54 0,-3-3-67 16,0-1-183-16,-2 1-450 0,-4-2 200 0</inkml:trace>
  <inkml:trace contextRef="#ctx0" brushRef="#br0" timeOffset="176070.34">23959 11636 79 0,'-4'3'212'0,"4"-3"8"16,0 2 3-16,0-2-9 0,14 6-13 0,-2-2-23 0,5-1-16 0,5 1-16 15,6-2-13-15,2 0-18 0,3 4-10 0,2-3-13 16,3-1-24-16,-1 4-31 0,1-4-37 0,2 2-37 16,-3 0-51-16,-1-3-94 0,-3 1-131 0,1-2-340 15,-6-2 151-15</inkml:trace>
  <inkml:trace contextRef="#ctx0" brushRef="#br0" timeOffset="176555.84">25235 11306 51 0,'-1'-5'160'0,"-1"1"-8"0,0 0-13 0,2 4-13 16,-5-4-8-16,4 1-13 15,1 3-10-15,-4-5-8 0,1 3-7 16,3 2-12-16,-7-4-5 0,7 4-10 0,-10 0 1 0,3 0 4 16,-2 1 8-16,-1 2 0 0,0-1 0 0,-2 2-8 15,-2 1-9-15,0 3-2 0,-2 0-8 0,1 1-2 16,0 5-5-16,2-2 0 0,-1 0-5 15,3 2 4-15,1 2-6 0,1 1-5 0,1 0 6 0,2 1-1 16,3 0 0-16,2-2 14 0,2 2 8 0,3-1 25 0,4 0 18 16,1 0 16-16,6-2 1 0,6 0 1 0,5 1-4 15,2-8-5-15,4-2-11 0,0-3-4 0,4-6-3 16,-4-1-8-16,0-1-4 0,-2-5-5 0,-3-2-8 0,1 0 8 16,-7-7-11-16,2 1-10 0,-3-3 11 15,-4-1-20-15,-4 0-3 0,-4-2-2 0,-1-2-4 16,-11 6-3-16,-3-6-12 0,-5 1-17 0,-8 3-31 0,-8-2-31 0,-4 7-41 0,-16-1-48 15,-6 5-89-15,-6 1-271 0,1 3-560 16,4 2 248-16</inkml:trace>
  <inkml:trace contextRef="#ctx0" brushRef="#br0" timeOffset="-118276.45">5301 14815 66 0,'0'0'168'0,"-1"-7"-10"0,1 7-11 16,0-7-4-16,0 3-6 0,0 4-2 0,0-6-4 16,0 2-1-16,1 0-5 15,-1 4-10-15,0-7 12 0,1 4-6 0,-2-2-8 16,2 1-2-16,-1 4 3 0,0-6 1 0,2 2-10 15,-2 4-10-15,0-5 2 0,1-2 3 0,0 5-5 16,-1 2-6-16,-1-7 0 0,1 4-10 0,1-2-1 16,-1 0-1-16,0 5-2 0,0-5 7 0,0 1-5 15,0 4-2-15,0-6-7 0,2 3-6 0,-2 3-7 16,-2-6-11-16,2 6-3 0,0 0-3 0,0 0-7 0,0-6-9 0,0 6-17 16,0 0-27-16,0 0-11 0,0 0 2 15,-4 15 4-15,1 3-1 0,-4 7 2 0,1 3 2 16,-1 8 1-16,0 11 4 0,-3 1 0 0,2-2-20 15,-1 1 4-15,-1 0 4 0,5-15 7 0,0 1 1 0,1-1 2 16,1-1 0-16,2-2 1 0,2-3 4 16,-2-1-1-16,1-6 2 0,0-5 4 0,-1-1 4 0,1-2 0 0,1 2 1 15,0-5 5-15,-1 1 5 0,0-3 10 0,0 0 11 16,0-1 14-16,0-2 13 0,0-3 12 0,0 7 14 16,0-6 9-16,0-1 5 0,0 0 5 0,3 5 7 15,-3-5-4 1,1 3-5-16,-1-3-2 0,0 0-9 15,0 0 1-15,0 0-12 0,0 0-8 0,0 0-6 16,0 0-3-16,0 0-15 0,0 0-15 0,0 0-16 0,0-13-31 0,0 13-26 16,3-6-24-16,-3 1-30 0,0 1-24 0,1 1-29 15,-1 3-29-15,1-6-24 0,-1 6-28 0,3-9-24 16,-2 4-27-16,-1 3-205 0,4-5-531 0,-1 2 235 16</inkml:trace>
  <inkml:trace contextRef="#ctx0" brushRef="#br0" timeOffset="-117374.08">5517 15124 67 0,'0'0'219'0,"0"0"-26"0,0 0-21 16,0 0-14-16,0 0-16 0,-18 14-10 0,11-6-11 16,-5 5-16-16,-3 3-9 0,-6 3-10 0,1 3-9 15,-2 0-7-15,-2-1-11 0,2 2-7 0,2-3-1 16,3 3-7-16,-1-5-2 0,6-4-8 0,1-1 0 0,3-4-4 16,1-2 2-16,2-2-2 0,0-1 20 0,1 3 35 15,0-5 39-15,3-1 34 0,1-1 37 0,0 0-18 0,0 0-18 16,0 0-19-16,-9-15-11 0,9 4-8 0,3-2-14 15,0 1-14-15,1-5 4 0,2 5-26 0,2-5-11 16,-4 5-3-16,2 0-7 0,1 3-4 0,-2-3-1 16,-1 6-1-1,0-1-16-15,-1 2-5 0,0 1-6 0,2 0-9 16,1 3 1-16,1 1-5 0,3 1 2 0,1 2-8 16,1 0-5-16,3 4 2 0,-2 0-5 0,6 1 4 0,-2 3-3 15,1-1-6-15,0 0 16 0,5 5-15 0,-6-3-2 16,5-1 2-16,-5 0-4 0,-1 3-9 0,1-4-1 15,-8-4-4-15,2-1 1 0,1 2-3 0,-7-3 8 16,4-2 5-16,-4 3 8 0,-5-5 15 0,9 0 8 16,-9 0 5-16,12-5-5 0,-10 0 13 0,2-3 6 0,-3-2 2 15,3 0-6-15,-4-8-7 0,3 1 0 0,-2-11 2 16,3 3-9-16,-4-2-5 0,1-2-7 0,-1 0 6 16,0-3 2-16,0-1-7 0,0-1 3 0,0 3 8 15,0-3 13-15,0 6 13 0,0 0 1 0,0 3 5 16,0 4 8-16,0 4 6 0,-2 0 16 0,2 0 3 0,0 4 9 0,0 2 0 15,0 4 0-15,0 0-8 0,-3 1-6 0,3 1-9 16,0 5-9-16,0-9-7 0,0 5-6 16,0 4-8-16,0-7-7 0,0 7-14 0,0 0-12 15,0 0-12 1,0-6-13-16,0 6-11 0,0 0-10 0,0 0-4 16,0 0-4-16,0 0 2 0,0 0 6 0,-1 19 2 0,-2-8 3 15,6 5 2-15,-6 2 7 0,3 2 4 0,-1 8 1 16,-2-2 6-16,3 3-5 0,0 0 11 0,3 0 1 15,-3 0-3-15,-3-3 8 0,2 1 0 0,0 0-6 0,1-8 4 0,-3 1 4 0,3 2 0 16,0-5 2-16,0-5 2 0,-2 5 2 0,4-3 1 16,-2-5-7-16,0 2 6 0,0-2-3 0,-2-2 3 15,2-2-1-15,2 1-3 0,-2 1 5 16,0-3 0-16,3 1-1 0,-3-5-1 0,0 10 3 16,0-10 3-16,0 4-8 0,0-4 6 0,0 5 1 15,0-5-2-15,0 0-1 0,0 0-1 0,1 5 7 16,-1-5-3-1,0 0 3-15,0 0-2 0,0 0 1 0,0 0 1 16,0 0-5-16,0 0 0 0,0 0 9 0,0 0-3 0,0 0 1 16,0 0 3-16,0 0-5 0,0 0 5 15,0 0 15-15,0 0-14 0,4 6 6 0,-4-6-4 16,0 0 4-16,0 0-20 0,19-11-41 0,-6 6-59 16,4-2-77-16,12-4-101 0,-1-4-373 0,5 1-708 15,-1-1 313-15</inkml:trace>
  <inkml:trace contextRef="#ctx0" brushRef="#br0" timeOffset="-116318.76">5930 14792 215 0,'-1'-5'263'16,"1"1"-12"-16,-2 0-5 0,2 4-19 0,-1-6-12 15,1 6-23-15,0-5-20 0,0 5-23 0,0 0-16 16,0 0-23-16,-1-4-8 0,1 4-15 0,0 0-6 0,0 22-5 15,0-4 6-15,-3 7-5 0,1 1-7 0,-1 6-8 16,-1-1-5-16,-1 1-5 0,-1 14-6 0,2-11-4 0,-2 0-7 16,2-1-4-16,0-2-2 0,-1-1 0 0,2-1-6 15,2-7-4-15,-4-2 3 0,4-3-5 0,-2-2-2 16,3-4-2-16,-1-1 2 0,2-1 0 0,-2-5-1 16,2 0 2-16,-2-1 56 0,1 3 40 0,0-6 39 15,0-1 29-15,0 0 27 0,0 6 15 0,0-6 6 16,0 0-12-16,0 0-21 15,0 0-15-15,5-13-23 0,0 3-15 0,-4 2-13 16,6-2-17-16,-4-2-11 0,3 3-8 0,-1 1-10 16,-1-1-9-16,-3 4-8 0,4-1-16 15,-3 1 2-15,1 1-10 0,-2 3-14 0,1-3-29 0,-2 4-25 16,2-4-28-16,-2 4-9 0,0 0 5 0,0 0 5 0,13 8 0 16,-6-3-19-16,-1 0-2 0,1 3-12 0,2-1-2 15,0 2-3-15,3-1-5 0,-1 4-4 0,2-5-5 16,-1 4 1-16,1-2 6 0,-2-2 2 0,-1 0 1 15,0 2 4-15,-1-2 6 0,3-3 12 0,-2-1 5 16,-1 1 7-16,-4-4 9 0,8 0 1 0,-4-5 24 16,0 0 2-16,0 2 13 0,-1-6 19 0,1 2 11 15,-1-2 14-15,1-2 2 0,-1 2 5 0,-2 0 4 16,1-2 0-16,-1 1 0 0,2 2 0 0,-3 0 10 0,-1 3 7 0,-2-2-7 16,2 5-6-16,-4-2-10 0,3 0-4 0,-1 0-6 15,-1 0-2-15,-1 4 0 0,5-1-33 0,-5 1-24 16,0 0 27-16,0 0-13 0,0 0-5 0,8 9 1 15,-8-4 0-15,1 2 0 0,-1 0 3 0,3 1 5 16,-3 2-5-16,0 0 5 0,1 1-14 0,-1-2 8 16,3 4 13-16,-2-2 1 15,-1 1 1-15,1 0 16 0,2-1-17 0,-3-4 3 16,0 1 1-16,0-2-2 0,0-1-1 0,1 1 5 16,-1-1-12-16,3-1 23 0,-3-1-1 0,0-3 7 15,1 6-7-15,-1-2 9 0,0-4-3 0,0 0 13 16,0 0-16-16,0 0-35 0,0 0-22 0,0 0-35 15,-1-20-33-15,-2 11-59 0,6-5-57 0,-2-3-62 16,-1 0-60-16,0-3-220 0,4 2-618 0,-3-1 273 0</inkml:trace>
  <inkml:trace contextRef="#ctx0" brushRef="#br0" timeOffset="-116146.68">6265 15050 236 0,'-3'-3'339'0,"3"3"3"15,0 0 4-15,0 0-7 0,-1-5-21 0,1 5-25 16,0 0-25-16,0 0-31 0,0-5-26 0,0 5-19 16,0 0-16-16,0 0-20 0,0 0-28 0,0 0-43 15,0 0-65-15,0 0-58 0,0 0-72 0,0 0-47 16,0 0-21-16,0 0-51 0,0 0-267 0,10 12-537 0,-9-9 238 0</inkml:trace>
  <inkml:trace contextRef="#ctx0" brushRef="#br0" timeOffset="-115369.99">6556 15126 187 0,'0'0'190'0,"0"0"-9"15,0 0-24-15,0 0-14 0,0 0-16 0,0 0-9 16,4 4-8-16,-4-4-11 0,0 0-5 0,15-1-13 0,-10-2-6 16,4 3-5-1,-1-1-6-15,-1 0-6 0,4-3-8 0,-1-1-2 16,1 2-6-16,-2-2-2 0,1-2-3 0,2 2 7 16,-3 1 0-16,0-4 8 0,0 5 5 0,-4-1 4 15,-1 1 10-15,1-1 5 0,0 0 6 0,-1 1-4 0,0 0-4 16,0 1-6-16,-4 2-2 0,2-3-17 0,-2 3-4 15,0 0-6-15,0 0-5 0,0 0-6 0,0 0 0 16,-16 8-8-16,5-1 0 0,-3 3-5 0,-1 1 0 0,-1-1 0 16,0 2-4-16,0 1 0 0,0-1-3 0,-4 6 1 15,6-7-2-15,0 4-2 0,2-1-1 0,1 0 0 16,3 1 1-16,3-1-2 0,1-2 0 0,3 0 2 16,1-2-2-16,1 0 3 0,3-1-3 0,4 0 3 15,2-1 2-15,6-3-2 0,5-2 1 0,-2 0 1 16,10-2 0-1,2-5 3-15,-3 0-6 0,4-4 2 0,0-2-3 16,0-4 3-16,0 0 1 0,-1-4-3 0,3-1 2 16,-7-3-1-16,1-3 2 0,9-9-4 0,-13 8 1 15,-1-1-1-15,-4-2 13 0,-2 0 26 0,-3 1 31 16,-1 1 34-16,-3 0 24 0,-1 2 19 0,-5 7 12 16,1-2 6-16,-1 3 0 0,-3 1-4 0,2 0 0 15,-2 6-4-15,-1 2-11 0,2 0-14 0,-2 3-11 0,0-2-19 0,3 3-11 16,-3 0-14-16,0 0-31 0,0 4-38 0,0-3-38 15,0 3-6-15,0 0 6 0,0 11 0 0,0 0-1 16,-5 7 6-16,4 2 3 0,-3 7-3 0,0 5 7 16,-4 0-3-16,1 3-1 0,-1 0 10 0,-6 11-3 15,5-12-3-15,-2-1 8 0,2-2 0 0,0-3-4 16,1-2 2-16,3-6 5 0,1-2-3 0,2-6 1 0,-2 4 6 0,1-5-3 16,2-4 6-16,-1-2 10 0,1 1 21 0,1-2 26 15,-1-1 32-15,1-3 21 0,0 0 5 0,0 0-12 31,0 0-5-31,0 0-13 0,15-10-5 0,-6 3-10 16,1 0-10-16,1-1-5 0,-2 0-11 0,2 0-2 16,-1 2-4-16,3-1-11 0,-3 2-3 0,-1 0-7 15,4 1-12-15,-3 1 6 0,3 2-12 0,1-1-20 0,-1 4-22 16,1-1-22-16,1 6-21 0,-1-2-42 0,1 2-48 0,1 0-61 16,-3 5-67-16,2 0-77 0,-2 2-103 15,-4-3-285-15,1 1-829 0,-4-1 367 0</inkml:trace>
  <inkml:trace contextRef="#ctx0" brushRef="#br0" timeOffset="-114699.38">8485 15011 65 0,'0'0'363'0,"-2"-6"-13"0,2 6-22 15,0-4-21-15,0 4-31 0,-1-5-33 0,1 5-32 16,0 0-20-16,0 0-21 0,0 0-23 0,0 0-25 15,0 0-12-15,0 0-11 0,-4 16-10 0,4-6-8 0,3 0-13 0,-6 2-6 16,6 5-8-16,-3-2-6 0,-3 1-2 0,6 1-5 16,-2-1-6-16,-1 0-2 0,1 1-2 0,-1-6-4 15,0 1 8-15,2 0-13 0,-2-3-5 0,-2 0 3 16,4-1-2-16,-4 1 0 0,1-4 2 0,1 0-2 16,0 0-3-16,0-1 1 0,-1-1-9 0,1-3-5 15,-3 4-3-15,3-4-7 0,0 0-13 0,0 0-13 16,0 0-22-1,0 0-58-15,-10-9-69 0,6 1-55 0,-1-3-54 16,-3-7-185-16,-1-7-516 0,4-3 229 0</inkml:trace>
  <inkml:trace contextRef="#ctx0" brushRef="#br0" timeOffset="-114567.95">8385 14824 73 0,'0'-12'297'0,"0"0"4"0,-2 2-8 15,4 0-12-15,-1 4-31 0,-1-2-21 0,1 3-25 0,3-2-21 16,1 2-19-16,-2-2-21 0,0 6-33 0,4-3-40 15,-2 4-35-15,-5 0-44 0,11 2-40 0,-4 1-41 16,-2 4-56-16,3 1-66 0,-2-2-143 0,-1 4-384 16,-1 0 170-16</inkml:trace>
  <inkml:trace contextRef="#ctx0" brushRef="#br0" timeOffset="-114152.46">9035 14909 152 0,'0'0'328'0,"5"-2"-21"15,-5 2-12-15,0 0-29 0,0 0-19 0,0 0-30 16,0 0-23-16,0 0-21 0,0 0-19 0,0 0-21 0,0 0-20 15,0 0-12-15,0 0-15 0,0 0-3 0,0 0-7 0,-14 9-10 16,6-1-7-16,2-3-5 0,0 2-9 0,-2 2-4 16,2-1-7-16,0 1-3 0,0 0-3 0,2 0-3 15,0 2 0-15,-1 1-5 0,4-2-1 0,1 0 0 16,1 4-3-16,4-2-4 0,0 0-1 0,1-2 2 16,0 2-2-16,4 0-5 0,3 0 2 0,-4-2-2 15,2 2 1-15,1-3-3 0,-3 0 0 0,1-1-1 16,-1 1-1-1,-1 2-2-15,-2-6 0 0,-2 2 0 0,1-2-2 0,0 0 1 16,-2 0 0-16,-3 0 0 0,0-1-3 0,-3 1 7 16,-3 0-1-16,-7 0 2 0,1 1-3 0,-4 0-9 15,-3 1-18-15,-2 0-23 0,1-1-38 0,-9-1-63 16,7 1-76-16,-9-3-266 0,12 1-532 16,-3 0 235-16</inkml:trace>
  <inkml:trace contextRef="#ctx0" brushRef="#br0" timeOffset="-112465.73">10300 14708 193 0,'1'-7'223'0,"1"-5"-1"0,-2 2-4 0,1 2-12 0,-1-1-5 0,1-2-9 0,-1 5-17 16,3 1-12-16,-3-1-11 0,0 2-17 0,2 0-16 15,-2 4-18-15,0-5-6 0,0 5-18 0,0 0-11 16,0 0-2-16,2 21-9 0,-4-5-5 0,2 2-9 16,0 9-1-16,-2 3-2 0,-1 0 13 0,2 2-4 15,-2-1-4-15,1 0-4 0,2 2-3 0,0-2-8 16,-3-2 2-16,5-3-4 16,-2-1 0-16,0-6-6 0,-2-2 4 15,4 0-25-15,-2-5-13 0,0 0-28 0,1-2-24 16,0 2-29-16,0-3-34 0,2-2-58 0,-2-1-43 15,4 1-176-15,-3-2-439 0,1-1 195 0</inkml:trace>
  <inkml:trace contextRef="#ctx0" brushRef="#br0" timeOffset="-111878.85">10448 15172 161 0,'-6'3'185'0,"1"-3"-16"0,1 2-11 16,4-2-3-16,-10 2-4 0,6-1-2 0,4-1-8 16,-4 1-8-16,4-1-9 0,0 0-10 0,-5 1-7 15,5-1-5-15,0 0-6 0,0 0-1 0,-5 4-3 0,5-4-4 0,0 0-2 16,0 0-7-16,0 0-4 0,0 0-3 0,0 0-3 15,0 0-6-15,-4 1-7 0,4-1-3 0,0 0-4 16,0 0-8-16,0 0-2 0,0 0-5 0,0 0 0 16,0 0-5-16,0 0 1 0,0 0 3 0,0 0-1 15,0 0 0-15,0 0-3 0,0 0 0 0,0 0-3 16,17-5-2-16,-6 3-4 16,3 1-2-16,4-3 3 0,10-1-4 0,0 1-2 15,5 1 0-15,-2-2-2 0,0 2-2 0,-2-2-1 16,-3 1 4-16,-6 2-7 0,-1-1 1 15,-2 0 2-15,-4 2 0 0,-3-1 2 0,-1 0 4 16,1 2 13-16,-6-1 12 0,2 1 3 0,-6 0-3 0,8-2 5 16,-8 2-7-16,5-1 8 0,-5 1-29 0,6 0-9 15,-6 0-24-15,0 0-8 0,0 0-27 0,0 0-32 0,0 0-33 16,0 0-39-16,0 0-41 0,0 0-34 0,0 0-44 16,-16 6-166-16,13-3-474 0,3-3 210 0</inkml:trace>
  <inkml:trace contextRef="#ctx0" brushRef="#br0" timeOffset="-110763.97">11073 15134 223 0,'0'0'249'0,"0"0"-8"0,0 0-14 0,0 0-19 16,0 0-16-16,0 0-17 0,-5 0-11 16,5 0-10-16,0 0-11 0,0 0-3 0,0 0-14 15,0 0-9-15,0 0-10 0,0 0-8 0,17-8-11 0,-11 6-7 0,2-2-8 16,1 0-6-16,-2 0-7 0,2 1 7 0,1-2 5 15,-1-2 4-15,2 3 9 0,-1-2 3 0,-1 1 7 16,-1-2 4-16,2 1 11 0,-4-1 21 0,3 2-6 16,-5-3-7-16,1 1 0 0,0 2-3 0,-2-2-4 15,-1 0-15-15,-1 4-6 0,2-4-9 0,-3 2-18 16,0 2-4-16,0-2-13 16,-3 1-8-16,2 1-12 0,-4 1-9 0,-2-1-5 15,-2 3 1-15,-2-2-1 0,-4 4-10 0,-2 1 4 16,-2 0-3-16,0 3-1 0,0-1-1 0,1 3-2 15,4 1-16-15,-4-1-24 0,5 2-11 0,-2 0-20 16,7-1-13-16,-1 1-3 0,3-1-2 0,2 1 15 16,4 2-2-16,0-3 7 0,8 3 8 0,5 0 6 15,11 2 6-15,4-2-11 0,5-2-6 0,5-3-3 0,20 0-2 16,1 0-3-16,3-7 5 0,0-3 8 0,-1-1 9 16,-5-3 8-16,0-3 1 0,-3 2 3 0,-14-2 7 0,0-1 7 15,-3-1 13-15,-4-1 14 0,-3-4 22 16,-2 4 19-16,-6-4 26 0,-6 3 22 0,-3 0-9 15,-1 0 23-15,-5 3-2 0,-3 0-8 0,-1 1 7 16,-2-2-17-16,-2 3-1 16,0 1-16-16,-3-1-9 0,-4 1-3 0,-5 3-10 15,-3 1-11-15,4 4 3 0,-8 0-7 0,-6 2-4 16,5 2-8-16,2 1-10 0,2 5-21 0,3-2-9 16,-1 2-15-16,1 0-19 0,4 3-2 0,2-3-11 15,1 2-1-15,4-1 1 0,0 0 8 0,3 1-1 16,1 0 6-16,5-3 2 0,-1-1 7 0,4 2 7 15,3-3-1-15,-1-2 4 0,8-1-4 0,1-1 2 0,2 0-4 0,-6-5 4 16,3 1 4-16,4-4 1 0,-3-2 8 0,-2 2 3 16,-1-4 13-16,2 1 17 0,-8-1 16 0,3-2 16 15,-3-1 7-15,-1 3 10 0,-4-2 2 16,3 0 15-16,-3 1-6 0,-1 0 4 0,1 0-1 0,-1 1 2 16,-3 1 1-16,-1 2-6 0,0 1-5 0,3-2-11 15,-2 4-13-15,-1 3-7 0,0-5-37 0,0 5-25 0,0 0-18 16,0 0 4-16,0 0 4 0,-4 13 3 0,0-3 2 15,3 4 4-15,-4 2 2 0,1 3 5 0,0 7-2 16,2-1 1-16,-1 3 6 0,-1 1 4 0,3 0 1 16,1 0 3-16,0-1-5 0,0 1 3 0,4-4 2 15,-3 4 3-15,2-9-6 0,-2-1-3 0,-1 5-8 16,0-9-6-16,0 2-1 16,-1-5-1-16,-2-1 4 0,2 1 4 0,-6-3 4 15,5-1 2-15,-7 0 4 0,4-1 6 0,-1-5 14 16,-1 4 2-16,-2-5 11 0,-4 0 18 0,2-1-5 15,-3-2 13-15,2-1 12 0,1 0 0 0,-1-1 14 16,1-2 20-16,-1 2 11 0,3-4 4 0,2 1-8 16,-1-4-10-16,2 1-8 0,-2-4-10 0,7-2-16 15,2-2-16-15,4-2-19 0,8-5-17 0,1 0-4 0,6 0-5 0,2 0-1 16,1 4-2-16,4-2 0 0,5 5 2 0,0-5 1 16,14 0 0-16,-14 6-3 0,2 2 4 0,-2 4 2 15,-4-1-1-15,-1 0 5 0,-9 7 10 16,0-1 16-16,-5 1-2 0,-2 1 9 0,-4 2-1 0,-1-1-4 15,-2 2 1-15,3-3-3 0,-3 3-6 0,-4 1-9 16,4-2-11 0,-4 2-25-16,5-2-21 0,-5 2-6 0,0 0-25 15,0 0-35-15,-20 9-30 0,7-5-23 0,4 0-22 16,-5 2-42-16,5 1-48 0,-1-3-270 0,-3 0-594 16,4 0 263-16</inkml:trace>
  <inkml:trace contextRef="#ctx0" brushRef="#br0" timeOffset="-109444.05">12271 15097 149 0,'0'0'216'0,"0"0"-18"0,0 0-17 0,0 0-15 0,0 0-12 16,0 0-10-16,0 0-11 0,0 0-6 0,0 0-13 16,0 0-10-16,34 0-9 0,-20-2-11 0,-1 0-6 15,5-1-8-15,-3-1-5 0,4 1-8 0,-2-2-5 16,-4 1 5-16,2-4 7 0,-1 3 0 16,0-4-1-16,-1 1 8 0,-5 1 5 0,1-3 3 0,1 3 5 15,-3 0 14-15,1-1 4 0,-3-1-4 0,1 1-3 16,-2 0-2-16,0 3 1 0,-4 0-7 0,1-2-5 0,2 3-15 0,-6-1-10 0,2 1-9 15,-4 1-3-15,0 1-2 0,-1 0-8 0,-1 1-9 16,-2 0-3-16,-6 3 2 0,3 2-16 0,-4 2 1 0,-1 0-2 16,1 3-5-16,1 2 3 0,2-2-20 15,-3 3-8-15,2 2-9 0,4-1-9 0,-2 1 0 16,2 2-8-16,5-4-2 0,1 1 5 0,0-2 3 16,3 1 3-16,5-1 5 0,1-1-1 0,4-2 5 15,1-1 2-15,3 2 2 0,6-1 1 0,-1-5 3 16,2-1 0-16,9-2 4 0,-8-2 4 0,-1-1 3 15,1-3 15-15,6-2 14 0,-8 1 27 0,-1-1 17 16,-1-2 20-16,-2 0 19 16,-1-2 15-16,0 2 12 0,-6-1 14 0,2 4 16 15,-1-4 6-15,-3 3 13 0,0-1 4 16,1 4-4-16,-3-2-9 0,1 1-14 0,-2 3-12 0,-1-1-14 16,1 2-18-16,-1 0-13 0,-2 2-13 0,3-4-12 15,-3 4-13-15,0 0-15 0,6 0-23 0,-6 0-5 16,0 0-2-16,5 6-2 0,-5 0-5 0,4 0-7 15,-6 2-6-15,4 0-9 0,-2 4 3 0,0 0-3 0,0 0 4 0,1 3 2 16,-1-4-5-16,0 0-14 0,0-1 6 0,2-1-4 16,-1-2-1-16,-1-2 5 0,0 0 3 15,1-1 6-15,-2 0 4 0,1-4 6 0,1 6 15 16,1-3 13-16,-2-3 17 0,0 0 4 0,0 0-5 16,9-2-4-16,-9 2-7 0,11-5 2 0,-6-1-6 0,0-1-4 15,3 2 1 1,2-4-3-16,-2 1 0 0,1-1-4 0,1 1-2 15,-5 2-4-15,0 0 0 0,-1 2-3 0,1-1 2 16,-1 0-7-16,0 4-7 0,0-3-8 0,-3 1-15 16,-1 3-16-16,4-2-17 0,-4 2-29 0,4-3-16 15,-4 3-3-15,0 0 9 0,0 0 9 0,6 9 8 16,-1-5-8-16,-2 1 3 0,4 2-5 0,1 1 8 16,0-2-1-16,1 2-4 0,2 1 6 0,5-2 3 0,3 3-3 0,-3-3-10 15,6-2-5-15,6 3-8 0,-1-3 1 0,2 2 0 16,1-7 1-16,-2 0 8 0,1 2 5 0,0-3 10 15,1 0 11-15,-11-5 7 0,3 0 10 0,-3-2 23 16,-1 1 13-16,-3 0 26 0,-5-1 28 0,0 1 14 16,-2-2 6-16,-1 0 6 0,-1 1 2 0,-2-1 4 15,0 1 5-15,-3 0-4 0,1 2-3 0,-2-2-7 0,-2 1-18 0,1 0-8 16,-4 2 2-16,0 0-3 0,-3-2-6 0,-1 3-11 16,-3 1 4-16,1 2-5 0,-3 1-3 0,1 0 0 15,3 1-7-15,-4 1-2 0,2 2-21 0,-2-1 0 16,4 2-1-16,-3 2-13 0,3 0-10 0,1 0-4 15,3 1 0-15,-2 0 0 0,6 0-1 0,-1 1 7 16,3 0 3 0,3 0 6-16,4 1 0 0,-1-3-5 0,10 5 3 15,-2-4-7-15,0-2-7 0,5 0-6 0,-1-2-4 16,1-4 0-16,-1 2-4 0,-1-1 5 0,1-2 9 16,-2-4 4-16,-2 1 7 0,-3-1 14 0,1-2 22 15,-2-2 17-15,2-3 9 0,-2-1 18 0,-2-1 34 16,-6-1-4-16,1-4-2 0,-3-2 13 0,0-5 13 15,0-2 5-15,0-3 17 0,-3 0-17 0,2-2-3 0,0-3 9 0,-3 2-2 16,-2 0-10 0,2-1-1-16,1 3-1 0,2 2 4 0,-3 6 0 15,2 5-3-15,-1 5-6 0,0 4-3 0,3 0-20 0,-1 1-7 16,1 5-7-16,-2-2-33 0,0 1-45 16,2 5-22-16,0 0-4 0,0 0 9 0,-10 15 8 15,5 1 5-15,1 4 0 0,0 8-13 0,-3 6 20 16,-3 12 5-16,3-11 2 0,1 11-2 0,1-8 5 0,2-3-1 15,0 0 0-15,3-1 0 0,2-1 2 0,0 0-16 16,1-5 23-16,-1-3 1 0,2-6-2 0,0-2-3 16,-4-5 11-16,4-2-6 0,-1 1 0 0,1-2 0 15,-2-2 4-15,-2-2 6 0,0-2 4 0,1 1 23 16,-1 1 19-16,0-5 13 0,1 3 15 0,-1-3-9 16,0 0-5-16,0 0-1 0,0 0-8 0,0 0-21 0,0 0-19 15,0 0-29-15,6-12-33 0,-6 9-35 0,-2-2-48 16,2-2-43-16,0 0-38 0,0 1-42 0,-2-3-51 15,2 1-57-15,0-4-282 0,2 5-695 0,-2 0 307 0</inkml:trace>
  <inkml:trace contextRef="#ctx0" brushRef="#br0" timeOffset="-109123.5">13608 14918 76 0,'9'0'263'15,"-9"0"-20"-15,9-2-23 0,-4 2-16 0,3 3-2 16,-3-1-16-16,4 2-10 16,-4 1-12-16,4 3-11 0,0 1-8 0,0 1-13 15,-3-1-12-15,1 1-10 0,-3 2-9 16,1 0-6-16,-1 0-11 0,-2-1-6 0,-2 6-11 0,0-5-5 16,0 2-4-16,-2-2-5 0,-1-3-8 0,2 1-2 15,-3-2-1-15,1-1-2 0,2-2 9 0,0 0 11 16,0-1 28-16,-2-1 35 0,3-3 40 15,0 4 32-15,0-4 36 0,0 0 28 0,-1 4 8 0,1-4-9 0,0 0-25 0,0 0-23 16,1-16-18-16,4 7-20 0,-1-1-21 0,4-2-15 16,1-3-23-16,1-2-26 0,5-4-29 15,-1-1-41-15,4 3-26 0,0-1-34 0,2 3-37 16,-3 5-37 0,-2 1-48-16,3 1-53 0,0 2-41 0,0 1-39 15,0 3-32-15,0 1-41 0,-4 1-42 0,-3 2-241 0,1 2-708 16,-1 2 314-16</inkml:trace>
  <inkml:trace contextRef="#ctx0" brushRef="#br0" timeOffset="-108706.34">13988 15057 135 0,'-3'4'209'0,"3"-4"5"0,0 0 5 0,-2 4 6 0,2-4 8 16,0 0-16-16,0 0-16 0,0 0-10 0,0 0-17 15,22-7-14-15,-10 3-16 0,1 1-8 0,1-6-1 16,4 4-2-16,1-5-7 0,-1 3-9 0,0-4-9 15,1 0 0-15,-2-1-10 0,1 1 9 0,-3-2-26 16,2-2 4-16,-3 4-2 0,2-4 11 0,-5 3-11 16,-5 3 4-16,0-1-3 0,-2 0-12 0,-1 0 1 15,-3 4-10 1,-2 0 2-16,1 1-10 0,-5 0-4 0,-4 0-4 16,-1 3-7-16,-3 2-2 0,-13 2-10 0,2 7-9 0,-3-2 4 0,1 4-10 0,0 3 2 15,2 1-4-15,2 2-2 0,5 0-4 0,4-3-2 16,1 4 3-16,4-3-6 0,3 2-1 0,2 1 5 15,5-6 2-15,6 5 4 0,1-3-2 0,6 1-2 16,4-5 4-16,10 2 0 0,-10-3 2 16,9 0 2-16,4-2-3 0,-1-2 6 0,1-1 21 15,-4-3-5-15,2 1 14 0,-8-2 3 0,0-2 18 16,-4 1 18-16,1 1 15 0,-8 0 16 0,-1 0 11 16,-1 0 5-16,-3 0-4 0,-5 0-7 0,7-3-15 15,-7 3-5-15,7 0-21 0,-7 0-35 0,0 0-37 16,0 0-49-16,0 0-52 0,6 3-68 0,-6-3-81 15,0 0-123-15,0 0-135 0,0 0-290 0,0 0-854 0,-24-5 377 0</inkml:trace>
  <inkml:trace contextRef="#ctx0" brushRef="#br0" timeOffset="-107742.63">15287 14707 25 0,'0'-5'287'0,"0"0"-14"0,0 1-12 0,0 4-13 16,2-6-19-16,-2 6-23 0,0 0-19 0,0-4-25 16,0 4-19-16,1-4-16 0,-1 4-15 0,0 0-12 0,0 0-4 0,0 0-21 15,4 14-5 1,-2-4-11-16,0 0-2 0,0 8-6 0,-2 0-5 15,3 1 18-15,-3 0-6 0,1 8-8 0,-2-7-4 16,1 5-4-16,0 2-3 0,-1-9-2 0,-1-1-6 0,2 2-5 0,0-5 5 16,0-1-9-16,0-1-2 0,0-3 1 15,0-2-4-15,-2-2 17 0,0 0 13 16,2-1 28-16,0-4 42 0,-1 7 36 0,1-7 45 16,1 4 26-16,-1-4 19 0,0 0-18 0,0 0-24 15,0 0-22-15,-7-17-16 0,4 7-19 0,2-1-7 0,-4-6-7 0,1-1-12 16,0-8-10-16,-2 1-7 0,3-3-6 0,-1-4-11 15,2-1-8-15,-3-4-7 0,2 3-7 0,2-2-5 16,1 4-7-16,1 2 1 0,-1 4 0 0,0 7-21 16,0 3 13-16,3 0-7 0,0 4-4 0,0 2-8 15,2-2-1-15,0 3-9 0,3 3-3 0,1-2-14 16,2 3-18-16,2 0-20 0,6 2-34 0,3 1-41 16,-3 5-21-16,11 1-39 0,-3 4-54 0,-1 1-37 15,1 1-36-15,-3 7-41 0,1 1-51 0,-7 1-375 16,2-1-833-16,-7-2 369 0</inkml:trace>
  <inkml:trace contextRef="#ctx0" brushRef="#br0" timeOffset="-107519.98">15334 15080 73 0,'-2'3'239'0,"0"0"-2"0,2-3-4 0,-3 4-5 0,3-4 9 16,0 0 0-16,9 5 0 0,-2-5-7 0,5 0-15 16,6 0-30-16,5-2-19 0,9 1-14 0,3 0-13 15,3-2-19-15,0 1-13 0,2-1-42 16,-2 0-54-16,-3-1-60 0,-5 1-69 0,0-4-71 16,-11 3-271-16,0-1-497 0,-7 2 220 0</inkml:trace>
  <inkml:trace contextRef="#ctx0" brushRef="#br0" timeOffset="-107304.22">15356 14945 287 0,'0'0'369'0,"-9"-2"-14"0,9 2-18 16,-6-2-25-16,6 2-35 0,0 0-32 0,0 0-20 15,24-8-28-15,3 0-21 0,8 4-20 0,18-1-29 16,2 0-36-16,1 1-48 0,2-1-59 0,-7 1-62 0,2 2-56 0,-1-2-54 16,-20 3-276-16,5 0-502 0,-4-2 222 0</inkml:trace>
  <inkml:trace contextRef="#ctx0" brushRef="#br0" timeOffset="-106717.65">16310 14807 326 0,'1'-6'352'0,"2"2"-3"15,0-2 5-15,-1 1-4 0,0-1-12 0,1 1-19 16,-3 1-18-16,2 1-23 0,0 1-25 0,-2 2-23 16,2-5-20-16,-2 5-24 0,1-4-21 0,-1 4-20 15,0 0-19-15,0 0-35 0,0 0-24 0,0 0-20 16,0 0-7-16,6 9-3 0,-6 1-3 0,0 0-6 16,-2 7-7-16,2 2-2 0,-4 6 5 0,3 0-7 0,-1 1 3 0,-1-3 0 15,0 3-8-15,3-7 0 0,-1-1 6 0,2-1-8 16,-1 1-2-16,-1-3 4 0,2-2-10 0,-1-2 6 15,2 0 0-15,-1-2 2 0,-1-1-3 16,1-3-4 0,1-1 7-16,-1 1 2 0,-1-1 2 0,1 0 8 0,0-3 17 15,-1-1 17-15,0 0 16 0,0 0 22 0,0 8 20 16,0-8 16-16,0 0 4 0,0 0-1 0,0 0-12 16,0 0-12-16,7-14-10 0,-5 8-13 0,2-5-11 15,0-2-16-15,0-3-21 0,-2-4-19 0,1-8-25 0,1 2-8 16,-4-2-4-16,-3 2-2 0,-2 1 1 0,-2 0-3 15,-1 7-2-15,0 0-3 0,-10-1 1 16,5 4-4-16,-3 3 2 0,3 2 3 0,-5-1 2 16,3 4-2-16,-3 2 2 0,0 3-1 0,0 3 0 0,-1 0 2 0,1 3 1 15,0 2 1-15,5 0-4 0,6 2 3 0,-8 4-27 16,7-3-4-16,-6 4 1 0,10-1 4 0,0 0 3 16,4 0 2-16,7 0 6 0,4 1 8 0,6-2-11 15,9 4-40-15,4-4-52 0,4-1-54 0,5-3-61 16,0-3-64-16,14-4-77 0,-16 1-294 0,0-3-737 15,-1-2 326-15</inkml:trace>
  <inkml:trace contextRef="#ctx0" brushRef="#br0" timeOffset="-105683.03">16632 14769 122 0,'0'0'421'0,"0"0"1"0,1-7-5 16,-1 7-16-16,1-5-24 0,-1 5-28 15,2-3-29-15,-2 3-32 0,0 0-36 0,2-5-29 0,-2 5-20 16,0 0-22-16,0 0-26 0,0 0-8 0,5-1-27 16,-5 1-8-1,0 0-17-15,9 11-18 0,-9-4-13 0,4 5-8 16,-3-2-7-16,3 7-4 0,-3 2-7 0,-1-2-4 15,3 9-5-15,-3-7 0 0,1-1-1 0,-5-1-3 16,4 0 0-16,0-3-3 0,-1-4-15 0,1 2 12 0,0-7 1 0,0 2 0 0,0-2-3 0,0-1 2 16,0 1 9-16,0-1 18 0,0-4 32 0,4 4 20 31,-4-4-9-31,0 0-7 0,0 0-4 0,10-12-5 0,-1 4-5 0,-1 0-1 16,-2-1-8-16,3-4-6 0,4-3-7 0,-3 2-5 15,0-2-2-15,2 0-4 0,-2 3-3 0,1-1-1 16,-4 4-6-16,-1 3-2 0,0-2-3 0,-3 3-2 15,0 2-6-15,0 0-6 0,0 0-15 0,0 1-22 16,-3 3-25-16,4-5-34 0,-4 5-3 0,0 0 12 16,0 0 5-16,12 12-4 0,-4-5 9 0,2 0-16 0,-1 3-33 0,5 1 7 15,-1 0-3-15,1 1 0 0,5-3-1 0,7 2-10 16,-2 0-18-16,4-3-9 0,0 2-1 0,-2-8 6 16,-6 1 12-16,2-2 12 0,-3-5 13 0,2 2 13 15,-5-4 15-15,1 0 23 0,-4 0 28 0,-3-1 24 16,-1-3 30-16,0 0 23 0,-4-2 24 0,0 1 22 15,-1-4 7-15,-3 1 16 16,-1 1-2-16,0 2 5 0,0 0-6 16,-1 0-12-16,0 1-4 0,-1 1-10 0,0 3-8 15,-1 0-10-15,-1 1-11 0,-2 2-9 0,1-2-8 16,-2 5-7-16,0 1-5 0,-6 3-20 0,4 0 8 0,-4 4 2 16,-1 1 1-16,0 3-5 0,2 1-2 15,1-1 0-15,2 2-25 0,-1-1-6 0,1 2 1 0,1 1 2 0,3-6-5 16,0 2-3-16,3-3 2 0,0-2 8 0,1 1-5 15,0-1 6-15,0-2 4 0,2-3 10 0,-1 4 18 16,0-6 7-16,11 0-2 0,-2 0-4 0,0-3-3 16,5-2 4-16,-4 0 6 0,8-2-12 0,-1-2-2 15,-2 1 4-15,1-1-4 0,0-1-3 0,0 2 2 0,0-2-3 16,-2 2 0-16,-1 1-1 0,-1 1 1 0,-2 1-2 16,1-1-2-1,-4 2 0-15,-1 0 2 0,-1 0-6 0,5 3 2 16,-6-1-5-16,0 1-5 0,1-1-2 0,-5 2-5 15,9 0-11-15,0 3-3 0,-4-1-12 0,3 0 2 16,2 5-21-16,0-3 23 0,-1 2-5 0,4 1-18 16,-2-3-6-16,0 3-18 0,1-3 1 0,0 0-3 0,-2 2 0 0,2-4 4 15,-2 0 10-15,-2-1 6 0,0-2 8 0,0-1 5 16,1 0 12-16,-2-4 0 0,0 1 22 0,-2-4 9 16,0-2 20-16,1 0 4 0,0-3 33 15,-5-3 3-15,2-2 15 0,-2 0 8 0,4-7 4 0,-4-3 6 16,3-1-10-16,4 1 10 0,-4 0-5 0,-3 1-9 15,3-3-1-15,1 5-5 0,0-1-7 0,0 10 6 16,-5 5 5-16,4 1-4 0,-1 3-11 0,-2-1-3 16,0 4-13-16,-1-1-14 0,0 2-55 0,0 4-16 0,3-3-6 15,-3 3 3-15,0 0 6 0,-3 18 8 0,3-6 1 0,-2 5 8 16,2 2-11-16,-3 10 9 0,-1 3 8 0,3 1 8 16,-3-1 3-16,4 1-19 0,0 0 11 0,-4-5 4 15,3 1-16-15,-3-2-24 0,3-9-26 16,-3 2-23-16,3-3-30 0,-2-4-33 0,-1-2-32 15,3 0-41-15,0-3-28 16,-2-3-13-16,3-2-236 0,-4-1-562 0,4-2 250 16</inkml:trace>
  <inkml:trace contextRef="#ctx0" brushRef="#br0" timeOffset="-105498.35">17429 14664 8 0,'-5'0'249'0,"5"0"-5"0,-8 2-9 16,4 0-25-16,4-2-15 0,0 0-16 0,0 0-5 15,0 0-9-15,0 0-16 0,24 4-10 0,-4 0-15 16,13-4-19-16,-1 3-19 0,0-3-38 0,0 1-42 16,-1-1-52-16,-3-1-63 15,4-2-70-15,-3-2-152 0,-10 0-358 0,-2 1 159 16</inkml:trace>
  <inkml:trace contextRef="#ctx0" brushRef="#br0" timeOffset="-105150.72">17972 14659 67 0,'0'0'432'16,"0"-7"-7"-16,0 7-12 15,0-5-27-15,0 5-24 0,0-4-34 0,0 4-31 16,0-5-37-16,0 5-23 0,0 0-34 0,0 0-20 16,0 0-24-16,0 0-16 0,0 0-18 0,0 0-6 15,0 0-22-15,0 0-15 0,1 16-21 0,-1-6 11 16,0 2-11-16,3-1-11 0,-6 6-3 0,2-1-10 15,1-2-1-15,-1 3-5 0,-2 1-1 0,3-1-30 16,0-2-12-16,-1-1-41 0,1-3-8 0,0-1-28 0,0 1-16 0,-4-3-24 16,4-2-20-16,-2 0-15 0,2-3-22 0,-2 0-2 15,1 1-10-15,1-4-2 0,0 0-92 16,0 0-195-16,0 0-526 0,0 0 233 0</inkml:trace>
  <inkml:trace contextRef="#ctx0" brushRef="#br0" timeOffset="-104997.22">17976 14485 346 0,'0'-6'344'0,"1"-4"-20"0,2 3-24 15,-3 2-7-15,0-1-23 0,1 0-39 0,-1 2-11 16,0 0-40-16,0 4-47 0,4-3-44 0,-4 3-44 0,9 0-40 16,-9 0-52-16,10 3-66 0,-1 0-70 15,-1 1-224-15,1 1-440 0,1 0 195 0</inkml:trace>
  <inkml:trace contextRef="#ctx0" brushRef="#br0" timeOffset="-104533.74">18524 14591 207 0,'0'0'230'0,"-1"-5"-21"0,1 5-23 16,0 0-17-16,0 0-18 0,0 0-16 16,0 0-12-16,-19 4-17 15,10 0-11-15,0 1-6 0,0 0-7 0,-2 2-3 16,0 0-5-16,-4 3-12 0,1-1-1 0,-3 1-3 16,3 5-6-16,1-3-3 0,3 0-2 0,-3 3-10 15,3-1-3-15,3-4 3 0,-1 5-8 0,1-3-1 16,3 0-3-16,3-1 3 0,2 2 10 0,3 2 7 15,2-4 0-15,3 1-6 0,6-2 1 0,0-1-2 16,0-1-2-16,6-2-2 0,-2-2 1 0,4 0-12 0,6-7 4 0,-9 2-2 16,1-3 7-16,6-1 21 0,-5-2 10 0,-7-1 10 15,3-2 6-15,-4-1 5 0,0-2-1 0,-5-1-3 16,3-3 2-16,-2 1-12 0,-2-1 14 0,-3-1 8 16,-4 0-4-16,3-1 1 0,-4 2-6 0,-1 2-17 15,-2 2-2-15,2 2-10 0,-3 0-12 0,-4 1 3 16,3 2-11-16,-5 2-3 0,2 0-11 0,-1 0 4 0,-2 1-17 15,3 2-16-15,-3 1-25 0,-1 1-26 0,1 2-23 16,-2-1-24-16,-1 7-29 0,3-4-33 0,-1 4-30 16,2 2-31-16,2-1-39 0,-4 4-254 0,6-2-565 0,1-1 250 15</inkml:trace>
  <inkml:trace contextRef="#ctx0" brushRef="#br0" timeOffset="-104210.86">18837 14637 347 0,'1'-4'464'16,"3"0"-42"-16,-4 4-35 0,4-5-42 0,-4 5-32 0,4-4-37 0,-4 4-35 16,0 0-26-16,0 0-26 0,0 0-18 0,0 0-24 15,0 0-10-15,5 10-17 0,-5-4-12 0,0 3-12 16,0 3-7-16,-4-1-15 0,3 6-6 0,-3-1-23 15,3 1 3-15,-3-3 3 0,0 2-9 0,1-6-3 16,1 0-2-16,2-2-6 0,-1-1 0 0,-2-2 3 16,6 0-1-16,-6-1 1 15,3-4 10-15,4 3 8 0,2-3 4 0,6-5 3 16,-2 1 3-16,8-1 1 0,-2-2 3 0,-1-1 4 16,0 1-6-16,-5 2-3 0,2 3-4 15,-2-4-4-15,0 3-8 0,-3 0-4 0,-1 0-12 0,2 3-3 16,-1 0-11-16,1 5-31 0,-1 0-29 0,5 2-43 15,-7 4-45-15,3 5-62 0,-1-1-71 0,-5 5-95 16,-1-4-372-16,2 2-792 0,-3-3 350 0</inkml:trace>
  <inkml:trace contextRef="#ctx0" brushRef="#br0" timeOffset="-99536.93">21223 14583 25 0,'-15'-8'191'0,"-2"3"-9"0,-5 0-13 16,2 1-22 0,-8 1-16-16,-2 3-6 0,1 0-17 0,7 3-8 15,-6 4-15-15,4-2-11 0,-2 8-7 0,1 1-6 0,0 2-9 16,3-2-4-16,1 6-3 0,2-3-3 16,1 2-12-16,5-3 3 0,2 1 0 0,3-2 19 0,0 1 0 15,3 0-6-15,1-3 1 0,7 3 1 16,-2-3 0-16,0-3 4 0,6 1 10 0,-2-3 9 0,5 0 8 15,-1-1 3-15,3-4 11 0,6 0 3 0,-7-3 8 0,3-1 7 16,0-1 5-16,4-5 9 0,-3 0 13 0,-1-1 10 16,1-4-3-16,0 3 0 0,-4-6-1 0,2 1-2 15,-1-1-16-15,-1-1-4 0,-1 1-13 0,-1 0-8 16,-1 4-6-16,-3 1 0 0,4-2-14 0,-5 3 7 0,0 4-10 16,-2-3-10-16,1 3-9 0,-2 0-9 0,2 0-8 15,-2 3-19-15,-1 2-20 0,3-5-20 0,-3 5-33 0,0 0 0 16,0 0 4-16,0 0-4 0,7 12 12 0,-4-7-8 15,-2 2 24-15,1 3-5 0,2-2 7 0,-1 5-5 16,2-5 10-16,3 7-1 0,-3-5 5 0,2-1 3 16,-1 0 16-16,-1-1-15 0,1-1 4 0,3-2 1 15,-3-1-1-15,3 0 3 0,0 0 0 0,5-4 4 16,-5-3-7-16,5 1 25 16,-1-2 12-16,0-1 7 0,2-2 6 0,1-1-2 15,-2-1 5-15,-3 1 1 0,2 2-7 0,-3-2 5 16,-1 2-4-16,1-3 2 0,-3 5-5 0,-1 0-1 15,-1 0-6-15,-1 1-2 0,1 3-9 0,-1-4-6 16,-4 4-17-16,5-2 5 0,-5 2-17 0,0 0-8 16,0 0 6-16,8 6-2 0,-8-2 3 0,1 3-19 15,0-3 19-15,1 7-2 0,0-3 1 0,-2 2 6 0,0 3-1 0,-2-4 3 16,4 2-1-16,-2-1 3 0,2 0 0 16,-2 0 2-16,1-3 8 0,0-2-6 0,0-1-2 0,2 1 8 15,-1-1 7-15,-2 0-2 0,0-4 4 0,9 1 7 16,-4-1-2-16,3-1 5 0,2-2-5 0,1-2-11 15,0 1 12-15,-1-1-3 0,2-2-1 0,2-3-2 16,-4 2 1 0,3-1-7-16,0-3 3 0,-3 4-13 0,-1-1 12 0,0 1-1 15,-3 1-1-15,1 3 0 0,-4-3-5 16,1 4-4-16,1 0 0 0,-1 1-4 0,-1-5-16 0,-3 7-19 0,3 0-24 16,-3 0-3-16,0 0 2 0,0 0 7 0,9 10 2 15,-6-5 5-15,2-1 5 0,0 6 7 0,3 1 4 16,3 0 11-16,3 1-15 0,3 0-23 0,7 5 20 15,7-2-6-15,4-1-11 0,2-4-6 0,14 4-12 16,2-5-7-16,2-1-1 0,3-3 6 0,-2-5 6 16,0 0 8-16,-3-2 4 0,-1-1 7 0,-15-3 7 15,-2 0 3-15,-5 0 7 0,-2-3 13 0,-6 2 27 16,-5-3 32-16,-1 1 28 0,-4-1 7 0,-4 0-10 16,-1 0 13-16,-2-1-5 0,-3 1-2 0,-2 1-10 15,-4-1-6-15,-2 0-7 16,-5-2-9-16,-3 6-5 0,-5-5 0 0,-8 6-11 15,0 2-3-15,-3-1-1 0,0 3-4 0,-2 3-3 16,3 3-2-16,-2 0-5 0,2 3 2 0,3-3-1 16,3 2-3-16,4 3 1 0,2-2-26 0,2 4-16 15,2-3 5-15,-1 1-8 0,4 1-6 0,1-1-6 16,4 1 4-16,4-2 11 0,1 0 2 0,0 1 5 16,6-3 3-16,0 2 8 0,3-3 1 0,2-2 8 0,3 2-3 0,2-4 11 15,2-2-5-15,1-1 11 0,-2-1 7 0,1-3 18 16,-3-2 5-16,3-2 10 0,-1-3 21 0,-1-1-5 15,3-5 5-15,-2-2 8 0,0-1 9 0,-2-1-3 16,0-5 1-16,-2-1-9 0,-1-2-3 0,0-2-8 16,1-2-6-16,0 0 0 0,1-12 7 0,-5 16 20 15,0-2 8-15,-1 2 20 0,-2 1 10 0,3 3 5 0,-5 9 8 16,0 2 1-16,-1 3-5 0,-1 2-11 0,0 2-9 16,0 0-10-16,-1 3-16 0,0 0-14 0,0 1-27 0,-1 4-35 15,2-5-46-15,-2 5-40 0,0 0-10 16,0 0 7-16,0 14 10 0,-4-1 4 0,0 5 11 15,-5 11-6-15,-2 0 16 0,-1 8 8 0,-6 7 4 16,4 0 7-16,-1 3 4 16,2-3 8-16,1-10-9 0,4-1 5 0,1 1-5 15,-2-4 14-15,1 1 0 0,2-5-1 0,0-1 8 16,3-6-2-16,-1-2 3 0,3-3 2 0,0-1 6 16,-1-6-16-16,1 5 10 0,1-7-1 0,0 2 4 15,-1-2 4-15,1-1 11 0,0 0 10 0,1-1 7 16,-1-3 19-16,0 4 14 0,0-4 15 0,1 4 13 15,-1-4 9-15,0 0 5 0,0 0-1 0,0 0-5 0,8 2-10 0,3-3-11 16,10-2-6-16,10-2-10 0,7 1-38 0,20-4-64 16,1-4-94-16,4-5-159 0,31-3-201 0,-34-1-422 15,24-16-994-15,-4-1 439 0</inkml:trace>
  <inkml:trace contextRef="#ctx0" brushRef="#br0" timeOffset="-98798.2">24146 14170 67 0,'3'-16'270'0,"-2"6"-15"0,3-2-11 15,-2 2-15-15,0 1-19 16,1 1-13-16,-2 5-24 0,2-3-7 15,-2 1-29-15,0 0-18 0,-1 5-15 0,0 0-12 16,0 0-10-16,1 12-12 0,-1 0-8 0,-2 5 0 16,-1 10-9-16,-1 2-7 0,-2 4-2 0,2 1-4 0,-5 0-7 15,0 11-2-15,2-12-3 0,-2 3-1 16,1-4-5-16,2 1-2 0,-1-1 1 0,3-2-6 16,-2-4 5-16,2-2-3 0,2-5-1 0,-1-2 3 0,2-5-6 0,-2-2-9 15,2-3 1-15,-2 0 2 0,2-4-1 0,1 4 4 16,-1-5 3-16,1-2-24 0,0 0-31 0,0 0-27 15,-9-14-22-15,9 5 10 0,-3-3-8 0,2-5-5 16,0-1-15-16,2-7-17 0,-1-3-17 0,0-6-21 16,0 1-175-16,0-13-367 0,0-1 164 0</inkml:trace>
  <inkml:trace contextRef="#ctx0" brushRef="#br0" timeOffset="-98503.9">24080 13977 146 0,'3'-26'169'16,"-3"6"13"-16,1 3-3 0,-1 4-3 0,0 2-4 15,0 1-1-15,0 3-8 0,4 2-14 0,-4-1-18 16,0 1-10-16,0 2-15 0,0 3-15 0,0-7-8 15,0 7-12-15,0 0-8 0,9 2-3 0,-9-2 1 16,17 8-9-16,0-1 3 16,2 2-2-16,11 3 0 0,2 3 1 15,2 1-2-15,2 1-1 0,-4 2-5 0,0-1-6 16,-1-1-5-16,-5 4 2 0,1 0-6 0,-7 0-4 0,-3-2 1 16,-5-2-8-16,-2-1-5 0,-6 0 2 0,-3-1-4 15,-1 1 3-15,-5-1 0 0,-5 1 0 0,-7 4-2 16,-6-3 4-16,-2-1 1 0,-5-1 1 15,-2-2-4-15,-1 1 6 0,1 0-5 0,-4-2 1 0,4-2 1 0,0 0-1 0,2-1 1 16,-1 1-3-16,4-3-4 0,6 0 3 16,-1-2-5-16,5 3 1 0,2-2-1 0,3 0-12 15,2 0-19-15,3-3-14 0,2 0-4 0,-1 4-17 16,6-2-24-16,0-1-34 0,6 3-58 0,6-1-77 0,4-3-173 16,5 2-456-16,6-3 202 0</inkml:trace>
  <inkml:trace contextRef="#ctx0" brushRef="#br0" timeOffset="-97934.13">24490 14543 58 0,'3'-3'316'15,"-3"3"-11"-15,1-4-19 0,-1 1-17 0,0-1-8 16,4 0-31-16,-4 4-15 0,1-4-17 0,-1 4-21 15,4-3-10-15,-4 3-32 0,3-2-16 0,-3 2-16 0,0 0-16 16,0 0-11-16,0 0-6 0,0 0-9 16,1 10-6-16,-1-1-10 0,1-1-4 0,-2 7-4 0,1 2-6 0,-1 3-3 15,-2-1 1-15,-2 5-6 0,4-3 0 0,-2-1-2 16,-1-2-4-16,0 2 13 0,3-5-17 0,-4-5 1 16,4 5-2-16,-2-9 2 0,2 0-1 15,1 0-1-15,0-1 3 0,-2 1 11 0,2-2 50 0,0-4 45 16,0 5 34-16,0-5 34 0,0 0 10 0,0 0-20 15,0 0-14-15,7-9-22 0,-1 1-12 0,1-1-15 0,-2-2-8 16,4-5-12-16,4 4-12 0,-2-6-8 0,2 3-9 16,-1 0-3-16,-2 1-10 0,0 5-8 0,-1 0-3 0,-3 4-7 15,-2-2-8-15,3 2-2 0,-4 1-9 0,1 1-6 16,0 1-11-16,-1 1-20 0,-3 1-8 16,7 0-5-16,-7 0-11 0,12 6-4 0,-8-2-2 15,1 1-6-15,0 2-3 16,-1-2 0-16,0 3-6 0,1 1-11 0,2 0-25 15,-3-3-23-15,-4 1-2 0,5-1-26 0,-3 1-11 16,0-4-20-16,-1 4-24 0,2-1-20 0,-2-4-12 16,-1-2-13-16,2 3-47 0,-2-3-244 0,0 0-586 15,0 0 259-15</inkml:trace>
  <inkml:trace contextRef="#ctx0" brushRef="#br0" timeOffset="-97448.83">25101 14133 185 0,'1'-4'280'0,"3"2"-30"15,-4 2-26-15,4-2-26 0,-4 2-23 0,10 0-14 16,-5 3-19-16,3 2-17 0,0 1-9 0,-2 1-15 15,4 3-7-15,-3 0-10 0,2 4-8 16,-4-1 7-16,1 1-7 0,-3 2-9 0,-2 2-8 0,-1-1-2 16,-4 2-5-16,-1-2-8 0,0 1-4 0,-1-1 1 0,-5-1-6 15,5-2-6-15,-7 3 1 0,4-5 0 0,0-2 2 16,0-3 1-16,4 3 0 0,0-5 4 0,-1 0 5 16,1-1 6-16,0 1 11 0,1-2 18 0,1 0 33 15,3-3 41-15,-4 2 30 0,4-2 33 0,0 0-3 16,0 0-16-16,0 0-24 0,-1-8-16 0,6-1-17 15,-1 2-14-15,6-4-12 0,-1-3-13 0,1 3-9 0,3-3-12 0,0-2-9 16,1 4-7-16,-1 0-5 0,-3 0-3 0,0 4-10 16,2 1-7-16,-4 0-1 0,0 0-6 0,-3 4-4 15,1-2-6-15,-3 1-10 0,1 4-16 0,1-2-9 16,-5 2-16-16,13 2-8 0,-8 2-11 0,-1 1-7 16,3 2-3-16,-1 1-1 0,1 2-5 0,1-1-21 15,-1 3-20-15,0 3-28 16,2-2-28-16,-2 1-32 0,-4-2-40 0,1 0-48 15,0-3-62-15,-4 3-281 0,0-7-678 0,1 1 300 16</inkml:trace>
  <inkml:trace contextRef="#ctx0" brushRef="#br0" timeOffset="-97202.36">25529 14108 11 0,'4'-3'355'0,"-3"0"-37"0,1-1-34 0,-2 4-31 16,0 0-27-16,7 0-26 0,-7 0-22 0,9 10-11 15,-4 0-16-15,3 2-19 16,1 4-4-16,-3 2-14 0,2 1-11 0,-3 5-6 0,-1 3-10 16,0-1-11-16,-4 1-6 0,-3-1 2 15,1 1-17-15,-6 0-13 0,-4-3-15 0,-3 0-22 16,-4 0-16-16,-3-5-23 0,-1 1-20 0,-7-1-31 15,-2-2-44-15,0-5-59 0,-3 1-254 0,3-1-478 16,-3-8 211-16</inkml:trace>
  <inkml:trace contextRef="#ctx0" brushRef="#br0" timeOffset="-96894.88">25065 13958 130 0,'0'-3'277'0,"0"-2"-28"0,0 1-24 0,0 4-28 16,-2-7-18-16,2 7-21 0,0 0-19 0,-15 7-14 15,6 2-13 1,-5 6-11-16,-2 4-14 0,-4 6-8 0,-2 6-10 0,-4 9-6 15,2 0-1-15,1 3-5 0,0 1-4 0,8-10-7 16,2-1-5-16,3 0-1 0,5 0-4 0,2 1-2 16,4-8-3-16,5 3 2 0,4-6-4 15,6 0-1-15,7-3 0 0,4-4-3 0,6-3-30 16,7-2-60-16,16 0-97 0,-1-7-256 0,-1-1-451 0,0-3 200 16</inkml:trace>
  <inkml:trace contextRef="#ctx0" brushRef="#br0" timeOffset="-96578.5">26053 14304 216 0,'0'0'369'0,"0"0"-13"0,0 0-27 0,0 0-24 0,0 0-41 15,0-10-39-15,10 8-17 0,1-1-22 0,5 1-37 16,5-1-42-16,2 3-41 0,3-4-53 0,-5 3-58 15,2-1-68 1,5 0-76-16,-9 0-219 0,-1-1-442 0,4 3 196 16</inkml:trace>
  <inkml:trace contextRef="#ctx0" brushRef="#br0" timeOffset="-96431.75">26162 14383 154 0,'-4'2'237'0,"1"-1"-2"0,3-1-5 0,0 0-16 15,9 3-20-15,2-3-19 0,6 0-23 16,12 0-63-16,-3-3-79 0,9 1-125 0,-2-3-148 16,0-2-284-16,-1-1 126 0</inkml:trace>
  <inkml:trace contextRef="#ctx0" brushRef="#br0" timeOffset="-95575.22">27282 14136 42 0,'0'0'225'0,"0"0"-14"15,0 0-10-15,0 0-13 0,0 0-15 0,0 0-20 16,0 0-8-16,0 0-14 0,0 0-14 0,0 0-8 16,0 0-14-16,0 0-7 0,0 0-11 0,0 0-7 15,0 0-9-15,0 0-2 0,0 0-8 0,0 0-1 16,0 0-7-16,0 0 0 0,0 0-5 0,0 0 0 0,17-4-3 16,-7 4-5-16,3-3 0 0,1 2-6 0,5-2 0 15,-1 0-2-15,0 0-3 0,1-3 2 0,0 1-7 16,-1 0 2-16,0-2-1 0,0 0-4 0,-1 1 2 15,-2-3-3-15,-1 3-2 0,-5 2 3 0,0-3 9 16,0 1 7-16,-4 2 3 0,0 2 5 0,-2-3-12 16,-6 2-2-16,3 3-4 0,-9-4-3 0,-5 4-1 0,-3 0-5 0,-3 1-3 15,-5 5-2-15,-6 1 0 0,3 3-2 0,-3 4-3 16,2 0 2 0,-2 2-3-16,4 1 1 0,0 1-3 0,-2 0 2 15,6 2-2-15,1 1-1 0,4 1 1 0,4 2 2 0,8-5 3 16,-2 5 3-16,8-4-4 0,5-1 4 15,8 3 1-15,9-3 7 0,5-4-19 0,7-3-34 16,2 1-54-16,20-4-74 0,-1-4-264 0,6-3-470 0,-1-2 208 16</inkml:trace>
  <inkml:trace contextRef="#ctx0" brushRef="#br0" timeOffset="-95042.25">27980 14069 80 0,'0'0'312'0,"1"-5"-17"15,-1 0-6-15,3 3-21 0,-2-1-15 0,-1 3-16 0,0-4-26 16,0 4-18-16,4-5-23 0,-1 3-18 0,-3 2-20 16,0 0-13-16,2-3-12 0,-2 3-18 15,0 0-6-15,0 0-12 0,14 10-15 0,-10-8-3 16,0 5-2-16,1 2-4 0,0 2-8 0,2 3 0 0,-1 1-9 0,2 2 1 16,-2 2-6-16,-1-2 0 0,4 0 0 0,-3 0-2 15,1 2 9-15,-2-2-5 0,1 0-13 0,1-2-2 16,-2-3 0-16,-1 0-2 0,1-3-4 0,-1 2 2 15,-2-6 2-15,0 1-4 16,0-1 5-16,-1-2 11 0,2 1 53 0,-1-1 21 0,-2-1 40 0,0-2 35 16,4 3 29-16,-4-3 25 0,0 0 2 0,0 0-18 0,9-5-27 0,0-3 14 15,1-1-22-15,3 0-16 0,2-7-14 0,-2 2-19 16,9-9-10-16,0 0-14 0,-2-3-7 0,0 1-13 16,0 1-5-16,-1 1-10 0,-3 0-6 0,1 1-8 15,-7 6-3-15,3 0-4 0,-4 2-3 0,-4 5-6 16,5-2-4-16,-3 5-4 0,-5-1-5 0,2 2-9 15,-1 2-27-15,-1-2-34 16,1 3-45-16,-3 2-57 0,5-4-68 0,-5 4-63 16,0 0 24-16,0 0-17 0,1 11-30 0,-2-3-40 15,-4 1-57-15,0 3-356 0,-2 3-819 0,1-4 362 16</inkml:trace>
  <inkml:trace contextRef="#ctx0" brushRef="#br0" timeOffset="-94510.34">28440 14289 247 0,'3'-3'369'0,"-3"3"-25"0,0 0-30 16,1-4-40-16,-1 4-28 0,0 0-27 0,0 0-24 15,0 0-25-15,0 0-23 0,0 0-12 0,0 0-12 16,0 0-17-16,3 10-8 0,-3-5-14 0,0 2-7 16,0 0-7-16,-2 3-1 15,1-1-16-15,0 3-2 0,-2-2-7 0,2 2-6 16,-2-3 0-16,3 2-7 0,-1-6-1 0,1 3 0 16,0-2-1-16,0-1 3 0,0 0-4 0,0-5 28 15,0 5 45-15,0-5-15 0,4 2 16 0,-4-2 1 16,0 0 4-16,19-9-2 0,-9 3-2 0,2 2-3 15,3-6-5-15,1 3-6 0,-1-4-10 0,0 4-4 16,4-4-12-16,-8 3-4 0,1 4-6 0,-2-2-5 0,0 2-5 16,-2 0-5-16,-4 1-7 0,4 1-8 0,-3 1-3 15,0-1-7-15,-5 2-19 0,13 4-2 0,-7 0-5 0,3 1-17 16,-1 3-17-16,1 1-36 0,0-1-43 0,-3 2-54 16,3 5-60-16,-1 1-87 0,-4-5-378 15,5 3-762-15,-3-3 338 0</inkml:trace>
  <inkml:trace contextRef="#ctx0" brushRef="#br0" timeOffset="-93836.78">29732 13990 202 0,'0'-3'332'0,"0"-1"-13"16,0 4-21-16,0-6-25 0,0 2-25 0,0 4-30 0,0-3-21 15,0 3-20-15,0 0-26 0,0 0-19 0,0 0-13 16,0 0-19-16,0 0-8 0,0 0-11 0,5 14-10 0,-2-4-7 15,-3 0-5-15,1 2-8 0,0 5 1 0,2 0-6 16,-2 1-4-16,-1 0-9 0,3 1-1 0,-2 1 25 0,-1-4-5 16,1 1-3-16,-1 0-11 0,2-5-4 0,-4 1 4 15,4-4-7-15,-4 0-2 0,2-2 5 16,0 2-6-16,0-4-1 0,-1 2-5 0,1-3 3 16,-1-1-14-16,1-3-5 15,-2 7-9-15,2-5-4 0,0-2-6 0,-5 3-8 16,5-3-19-16,-6 2-36 0,6-2-56 0,-17-7-67 0,8 2-100 15,-2 0-215-15,-5-7-556 0,5-3 247 0</inkml:trace>
  <inkml:trace contextRef="#ctx0" brushRef="#br0" timeOffset="-93686.52">29769 13829 247 0,'3'-6'302'0,"-1"-1"-21"0,-1 1-30 0,1 1-27 16,0-2-20-16,-2 3-33 0,2 1-56 0,-2 3-43 15,0 0-43-15,5-2-32 0,-5 2-38 0,0 0-53 16,12 4-71 0,-9-1-101-16,1 4-288 0,-2-2 128 0</inkml:trace>
  <inkml:trace contextRef="#ctx0" brushRef="#br0" timeOffset="-93338.53">30386 13914 3235 0,'0'-2'243'0,"3"-4"-151"0,-3 6-47 0,-3-6-12 16,3 6-4-16,-5-3 6 0,4-1-16 0,-7 1-5 16,2 2-3-16,6 1-5 0,-18 4 1 0,5 0-9 15,0 0 3-15,-1 2 0 0,0 4 0 0,-2-1-2 16,2 1-3-16,-3 0 2 15,4 4-1-15,3-1 9 0,0 1-6 0,2 0 1 16,2 1 7-16,2 2-10 0,3 0 4 0,2-1-2 16,4 1 1-16,3 0 3 0,3 0-2 0,1-1-2 15,7 5 1-15,1-5-2 0,-4-3 4 0,4 4-7 0,3-1 3 16,-8-7-1-16,1 2 1 0,-5-1-4 16,2-1-2-16,-8-2 2 0,3 0 1 0,-2-3 7 15,-2 1-1-15,0 1-2 0,-4-1 6 0,-4 0 0 0,-1 0-1 0,-12 3-23 16,-7 3-37-16,-8 0-58 0,-20 3-111 15,-2-6-338-15,16-3-608 0,-14 1 270 0</inkml:trace>
  <inkml:trace contextRef="#ctx0" brushRef="#br0" timeOffset="-91733.83">5736 16339 204 0,'-2'-10'265'0,"2"1"-19"0,2 4-18 0,-4-3-23 15,1 3-20-15,1 1-21 0,0 1-17 0,0-3-18 16,0 6-20-16,0 0-15 0,0 0-12 0,0 0-12 16,1 18-6-16,3 2-7 0,-2 4-7 15,-1 7-4-15,-1 2-9 0,0 1-3 0,2 15 1 0,0-14 23 16,0 10-5-16,0-12-8 0,0 1-3 0,0-2-5 0,2-3-2 15,0 1-4-15,1-5-6 0,-3-4 2 16,0-4-5-16,2-5 0 0,-3 4-6 0,2-5 3 16,-3-3-4-16,1-2 3 0,1 1-3 0,-2 0 2 15,3-4-1-15,-3 1 1 0,0 0 0 0,1 0-5 16,-1-4 10 0,3 5-4-16,-3-5-2 0,0 0-25 0,0 0-53 15,0 0-46-15,0 0-29 0,0 0-39 0,-24-9-51 16,16 6-165-16,-1-2-424 0,2-1 188 0</inkml:trace>
  <inkml:trace contextRef="#ctx0" brushRef="#br0" timeOffset="-91465.47">5425 16740 188 0,'-7'1'209'0,"0"-2"-18"15,7 1-19-15,-9 0-19 0,9 0-16 0,0 0-13 16,0 0-7-16,0 0-1 0,0 0-6 15,0 0-6-15,32-1-6 0,-5-2-10 0,5 0-6 16,4-3-11-16,2 2 4 0,17-3-1 0,-1-3 2 0,3 3 1 0,-2-2-7 16,-4 2-1-16,-10 1-9 0,-3 2-2 0,-2 1-8 15,-3 3-10-15,-2-3-1 0,-8 2-4 0,-4 1-7 16,-6 1-18-16,-1-1-12 0,-1 0-17 0,-6 1 4 16,-1 1-7-16,0 1-1 0,-3 1-13 0,-3 1-15 15,-4-3-24-15,-1 4-23 0,-3 1-33 0,2-2-29 16,-2-1-46-1,-3 3-109-15,4-2-339 0,-3-4 150 0</inkml:trace>
  <inkml:trace contextRef="#ctx0" brushRef="#br0" timeOffset="-90733.82">6413 16409 126 0,'0'-5'326'16,"1"1"-9"-16,-1 4-19 0,0-10-21 0,0 7-33 15,0 3-23-15,2-5-27 0,-2 5-21 0,2-3-23 16,-2 3-17-16,0 0-9 0,0 0-24 0,8 13-22 15,-5-1 3-15,0 4-20 0,1 2 3 0,-3 2-5 16,3 9-10-16,-3 1-1 0,-2 2-8 0,1 0-2 16,0 3-4-16,-4-1 1 0,4-2-5 0,-1 0-4 15,0-3-4-15,-1 0-2 0,4-10 3 0,-4 1-5 0,2-9 2 16,2 2-1-16,-2-3-4 0,0-4-2 0,0-1 1 0,0 1 20 16,1-2 32-16,-1-4 42 0,1 5 24 0,-1-5-5 15,0 0-11-15,0 0-24 0,11-9 0 16,-9 2-10-16,7-2-6 0,-4 0-22 0,0-4 11 15,3 0-7-15,2-7-6 0,-1 6-17 0,-1 2 6 16,-3 0-6-16,1 3-5 0,-2 1 0 0,0 3-1 0,0 0-2 0,-3 1-19 16,2 1-12-16,-3 3-12 0,3-5-22 0,0 4-2 15,-3 1 5-15,0 0-2 0,13 6-3 0,-10-1-3 16,3-1-2-16,-3 4-7 0,4-1-1 0,3 1 5 16,-4 2 1-16,2-1 0 0,2 2-2 0,-2-3 1 15,2 1-9-15,4-1-1 0,-1 2 1 0,1-2-4 16,4-2-4-1,-4-1 3-15,-1-2 0 0,5-1 3 0,-4 0-2 16,4 0 4-16,-2-2 0 0,2-4 5 0,-1 1 6 16,-3 0 6-16,-3-2 2 0,3 1 8 0,-3-1 9 15,0 0 14-15,-1-4 6 0,-1 3 12 0,0-3 4 16,-1 2 13-16,-2-3 4 0,2 5 8 0,-3-3 5 16,-1 3 12-16,0-1 4 0,-3 0 1 0,4 1 11 15,-2 0 3-15,-2 2 5 0,0-1-8 0,-1 0-2 0,0 4-23 0,0 0-12 16,-6-4 9-16,6 4-12 0,-17 4-2 0,7 1-14 15,-7 3 5-15,3 1-3 0,-1 4-4 0,-2 1-2 16,-4 4-8-16,2 0 3 0,3 6-7 16,7-7 10-16,2 0-6 0,1 1 4 0,5 0-5 0,1-1-2 15,5 1 6-15,2-1-4 0,11 3 12 0,3-4-15 16,9-5 4 0,2 0-6-16,7-4-16 0,15-2-27 0,1-2-38 15,-3-3-33-15,2-1-46 0,0-2-61 0,-1-1-88 16,-18 1-270-16,-1-2-628 0,-2-2 278 0</inkml:trace>
  <inkml:trace contextRef="#ctx0" brushRef="#br0" timeOffset="-89863.58">8905 16530 117 0,'0'-5'237'0,"0"5"-26"0,0 0-21 15,0 0-19-15,0-5-19 0,0 5-19 0,0 0-15 16,0 0-14-16,0 0-7 0,0 0-11 0,-12 12-7 16,3-6-11-16,-5 7-8 0,0-2-4 0,-1 3-7 15,-6 1-6-15,3-1 3 0,2 0-11 0,-6 1-2 16,7-1-5-16,-1-4-4 0,2 2-2 0,3 0-4 15,2-4 1-15,-1 1-5 0,5-1 0 0,-2 1-3 16,6-2 1 0,-3-1 1-16,7 1-1 0,-1 0-3 0,2-2 9 15,5 0-9-15,10 3 0 0,-2-2 4 0,11 1-6 0,0 1 0 16,4-3 1-16,-4 2-2 0,3-3 1 0,0 3-3 16,-6-1 1-16,-3 1-1 0,-2-1-6 15,-1 3 4-15,-1-4-4 0,-8 4 2 0,2-2-6 16,-2 1 0-16,-6-1-2 0,1 1 5 0,-4-1 15 15,-1 3 4-15,-3-2 7 0,-4 1 7 0,-3 0-1 0,-5 3 6 0,-3-3-2 16,-2 0 3-16,-5-1-1 0,-3 1 10 0,1-2 10 16,4-3-3-16,-4 1 1 0,8-4-2 0,-3 2 1 0,2-3-6 15,2 0 2-15,-1 0-7 0,7 0 0 0,1 0-5 16,1 0 3-16,2-3-5 0,1 2 0 16,4-2-20-16,3 3-31 0,-8-2-32 0,8 2-36 15,0 0-55-15,10-12-50 0,-1 7-271 0,7-2-498 0,1 2 220 16</inkml:trace>
  <inkml:trace contextRef="#ctx0" brushRef="#br0" timeOffset="-89431.78">9705 16670 124 0,'-20'-2'260'0,"1"4"-17"15,0 0-21-15,-3 3-18 0,2-2-21 0,1 4-20 0,-3 2-15 0,3 0-17 16,1 2-14-16,0 2-16 0,4 1-7 0,0-1-12 16,1 3-2-16,-1-2-10 0,5 1-1 0,2 1-7 15,3-4-5-15,0-1-7 0,2 3-1 0,2-2-8 16,3-2 3-16,2-2-5 0,2 2 4 0,2-6-6 15,3 1-2-15,5-1-2 0,2-1-1 0,0-5-2 16,3 1-1 0,8-4-2-16,-4 1-3 0,-5-3 8 0,-2 2 13 15,-1-3 22-15,-4 2 16 0,-4 0 13 0,0-1-2 16,-2-1 4-16,2-3-4 0,-5 1 8 0,3 0-25 0,-4-2-16 16,-3 0-6-16,-1-1-8 0,0 0-7 15,0 1-13-15,-5 2-15 0,1-2-12 0,-1 3-14 16,-3 1-18-16,0 2-19 0,-3-2-17 0,-2 7-9 15,-1-2-19-15,0 1-19 0,-2 2-20 0,3 2-26 0,-1 1-32 0,4-2-39 16,-2 1-232-16,6 1-502 0,2 1 223 0</inkml:trace>
  <inkml:trace contextRef="#ctx0" brushRef="#br0" timeOffset="-89077.99">9987 16505 261 0,'0'-7'454'0,"0"0"-26"0,0 2-37 15,0 5-43-15,0-9-43 0,0 9-32 0,0 0-25 16,0-8-49-16,0 8-49 16,0 0 16-16,0 0-30 0,0 22-18 15,3-5-6-15,-3 4-16 0,0 6-13 0,-4 3 3 16,4 3-8-16,-8-1-10 0,8 2-5 0,-1-1-9 0,-3-1-13 15,0-3 8-15,3-2-5 0,1 1-12 0,0-3 4 16,1-10 0-16,-1 1-16 0,0-5-8 16,0 0 13-16,4-3-7 0,-3-1 6 0,-1-1-4 15,0-2-1-15,0-4 12 0,0 4 14 0,0-4 14 0,0 7 4 0,0-7-2 16,0 0 5-16,0 0 3 0,0 0-1 0,0 0-13 16,0 0-5-16,0 0-6 0,0 0-4 0,0 0-3 15,0 0-17-15,9-16-14 0,-9 16-22 0,0 0-35 16,4-5-38-16,-4 5-46 0,4-4-53 0,-4 4-61 15,1-6-109-15,-1 6-330 0,8-6-743 0,-8 6 329 16</inkml:trace>
  <inkml:trace contextRef="#ctx0" brushRef="#br0" timeOffset="-88460.64">10248 16745 22 0,'0'-7'422'0,"0"7"-46"0,0 0-36 16,1-5-44-16,-1 5-31 0,0 0-35 0,0 0-25 15,0 0-13-15,0 0-28 0,0 0-16 0,-3 22-14 16,1-10-9-16,1 0-16 0,-2 5-11 0,2 0-6 16,0 2-14-16,1-2-8 0,-3 2-1 0,2-4-11 15,-1 0-4-15,4-2-7 0,-2-2 0 0,0-4-7 0,0 1 2 0,0-4-11 16,0 3 11-16,0-7 16 0,0 6 38 0,0-6 22 15,0 0 20-15,0 0-9 0,0 0-12 16,0 0-7-16,9-17-12 0,-3 9-11 0,0-2-9 16,2-4-7-16,1-1-20 0,2 2 5 0,0-1-4 15,-4 3-7-15,2 1-7 0,-2 1-3 0,-1 0-5 16,-2 5-11-16,1-3 4 16,0 2-5-16,0 2-3 0,-5 3-18 0,4-5-20 15,-4 5-9-15,0 0-5 0,13 3-8 0,-13-3 5 16,11 8-5-16,-6-3 3 0,7 2 17 0,-3 0-6 15,4 5-23-15,0-2 32 0,0 2 4 0,2-4-14 16,0 4-10-16,0-2-9 0,4-2-10 0,-2 0-11 16,2-1-4-16,0-4-3 0,-2 0 1 0,2-4 7 15,-6 1 8-15,1-2 10 0,-1-1-8 0,-2-4 27 0,-2-1 11 16,0 0 9 0,-2-2 8-16,1-1 17 0,0-5 16 0,0-1 9 0,-4 0 0 15,3-7 11-15,1-2-1 0,-2-2 12 0,0-1-6 16,0-2-6-16,1-1 4 0,-1 1 0 15,-1 0 7-15,1 4 13 0,-6 7 6 0,3 5 3 16,-2 4-1-16,0 1-11 0,1 3-3 0,-1 0-11 16,0 1-15-16,-1 6-25 0,0-5-23 0,0 5 1 0,0 0-5 15,0 0-5-15,-1 30 14 0,-2-11-10 0,-2 5 3 16,-1 6 4-16,-1 1 5 0,2 2-1 0,-2 0 2 16,3-2-4-16,1 3-23 0,-2-5-18 0,3 0-25 15,-1-2-5-15,3-8-28 0,1 0-16 0,-1-6-20 0,2 1-22 16,-2 0-28-16,1-3-30 0,-1-1-36 0,1-4-32 15,0-1-26-15,1-1-179 0,-2-4-536 0,0 0 238 16</inkml:trace>
  <inkml:trace contextRef="#ctx0" brushRef="#br0" timeOffset="-88244.23">10650 16705 2041 0,'-19'4'135'0,"1"-2"-68"0,4 1-24 16,-3 2-14-16,6-2 4 0,-1-1-5 0,5 0-3 16,1 0 5-16,-1-2-1 0,3 3 7 0,0-1 18 15,4-2 17-15,0 0 7 0,17 5-2 0,2-4-10 16,12-1-10-16,2-3 2 0,19 0-8 0,5-1-7 16,1-3-10-16,1 3-28 0,-4-3-52 0,-2 2-54 0,-18 3-67 15,2-3-70-15,-6 1-184 0,1-1-458 0,-5 2 203 0</inkml:trace>
  <inkml:trace contextRef="#ctx0" brushRef="#br0" timeOffset="-87928.02">11301 16699 493 0,'0'0'478'0,"0"-6"-19"16,0 6-40-16,-3-5-24 0,3 5-32 0,0 0-42 15,0 0-31-15,0-4-28 0,0 4-34 0,0 0-23 0,0 0-30 0,0 0-20 16,0 0-37-16,0 0-22 0,0 0-12 0,0 0-13 16,-1 20-4-16,2-10-6 0,-1 0-7 0,-1 7-10 15,1 0-6-15,-1-1-5 0,-2 1-7 0,3-2-14 16,0 2-24-16,-1-2-27 0,-2-2-22 15,3-1-24-15,0-4-17 0,0 2-27 0,-1-3-29 16,1 0-18-16,-3-1-13 0,3-1 5 0,3 0 7 0,-3-5 15 16,0 0-60-16,0 0-321 0,0 0-586 0,0 0 259 15</inkml:trace>
  <inkml:trace contextRef="#ctx0" brushRef="#br0" timeOffset="-87774.56">11274 16590 22 0,'-3'-26'251'0,"2"5"21"0,1 2 35 15,-4 1-5-15,4 1 7 0,-1 7-12 0,1-2-8 16,1 2-12-16,-2 3-55 0,1 2 9 0,1 0-31 16,-1 5-44-16,0-9-13 0,0 9-43 0,3-3-16 15,-3 3-35-15,0 0-30 0,19 8-51 0,-9-3-46 16,4 6-55-16,0 2-63 0,0 1-71 0,0-2-204 16,2 2-510-16,-2-2 226 0</inkml:trace>
  <inkml:trace contextRef="#ctx0" brushRef="#br0" timeOffset="-87373.03">11896 16615 78 0,'-5'0'247'0,"5"0"-21"15,-14 0-12-15,14 0-17 0,-17 4-17 0,3-1-14 16,3 2-22-16,-2 2-11 0,-2 0-14 0,2 5-10 15,-1 1-12-15,1 0-8 0,-1 0-8 16,5 1-7-16,-5 2-5 16,5-2-9-16,3 2-5 0,-1-6-6 0,3 2 7 15,3 1-3-15,-1-1 2 0,-1-5 1 0,8 4 3 16,-1-3 4-16,-3-1 0 0,7-1 3 0,1 1 2 16,4-3-4-16,-1-2-1 0,6 1-2 0,-1-5-8 15,1 2 4-15,-5-3-1 0,4-2 5 16,-5 1 5-16,7-1-6 0,-9-1 40 0,-1-1-3 15,0-2-4-15,0-1-1 0,-1-2-13 0,1-2-6 0,-4-1-3 0,-4-2-15 16,-1 1-14-16,0 0 4 0,-4-2-17 0,-2 2 11 16,1-2-11-16,0 2-17 0,-3 0-10 0,-5 4-12 15,3-2-11-15,-1 6-24 0,-7 1-18 0,-3 0-18 16,1 4-20-16,-1 2-20 0,0 0-22 0,0 4-18 0,-2-1-34 16,3 3-33-16,3 0-295 0,-2 2-567 0,10 0 252 15</inkml:trace>
  <inkml:trace contextRef="#ctx0" brushRef="#br0" timeOffset="-86956.52">12152 16629 2883 0,'1'-5'203'0,"2"1"-58"0,-3 0-48 16,0 4-35-16,1-5-12 0,-1 5-11 0,2-4-10 16,-2 4-14-16,3-2-7 0,-3 2-3 0,0 0-5 15,0 0-2-15,0 0 5 16,0 10-5-16,0-5 3 0,0 4 1 0,-3 0-3 16,3 2 2-16,0 1-2 0,-3 1 2 0,0 0 0 15,-1 2 1-15,3-3-1 0,-3-2 0 0,0 2 2 16,3-3-1-16,-2 2 4 0,2-5-4 0,-3 1-4 15,4-2 8-15,-1-2 5 0,-3 2 16 16,4-5 46-16,0 0 31 0,-1 7 29 0,1-7 17 0,0 0-21 0,0 0-10 16,18-12-13-16,-9 4-10 0,6-3-13 0,-1-2-7 15,3 4-21-15,-1-4 7 0,2 3-9 0,-2-1-2 16,1 1-9-16,1 2-2 0,-5 2-4 0,-3 0-6 16,3 1-6-16,-3 0-2 0,3 1-10 0,-4 2 4 15,5 0-4-15,0 3-10 0,-1 0-10 0,1 5-15 16,-3 0-22-16,1-1-25 15,5 6-38-15,-5-2-54 0,6 3-58 0,-5-1-76 0,0 1-403 0,0-1-757 0,1 0 335 0</inkml:trace>
  <inkml:trace contextRef="#ctx0" brushRef="#br0" timeOffset="-86809.35">12743 16757 368 0,'0'0'573'0,"-4"-6"-11"0,3 0-19 15,1 6-46-15,-5-6-47 0,5 6-46 0,0-6-40 16,-2 1-50-16,2 5-72 0,0 0-90 0,0 0-114 16,-2-9-192-16,2 9-271 0,4-6-230 0,-4 6-709 15,5-9 313-15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3:34:02.59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3484 2770 137 0,'0'-3'243'0,"0"3"-6"16,-1-7-7-16,1 7-1 0,-1-5-11 0,1 5-4 15,-3-5-11-15,3 0 3 0,0 1-10 0,0 4 3 16,-1-4 0-16,1-1-12 0,-4 1-2 0,4 4-9 15,0-7-17-15,0 7-7 0,-1-3-20 0,1 3-6 16,0-4-13-16,0 4-17 0,-4-4-13 0,4 4-4 0,0 0-22 16,0 0-25-16,0 0-25 0,0 0-34 0,0 0-15 15,0 0 3-15,0 20 0 0,0-2 4 0,-4 10 7 16,0 5 3-16,0 14 5 0,-1 5 3 0,0 3 3 16,0-3 3-16,1 3 2 0,0-4 1 0,-1-1 2 15,5-4 5-15,-1 0 1 0,1-11 1 0,0-2-1 16,1-3 0-16,-1-3 10 15,0-2 6-15,-1-4-1 0,1-3 1 0,0-3-4 16,0-4 1-16,0 0 1 0,1 0-3 0,-1-4-5 16,-1-1 0-16,1-2-6 0,0-4 1 0,0 10 1 15,0-10 1-15,0 4 3 0,0-4 4 0,0 0-7 16,0 6-3-16,0-6-39 0,0 0-25 0,0 0-27 16,0 0-28-16,-8-17-27 0,7 7-51 0,-2-6-40 15,3-2-268-15,-2-12-546 0,2 0 242 0</inkml:trace>
  <inkml:trace contextRef="#ctx0" brushRef="#br0" timeOffset="347.7">3494 2451 184 0,'-6'-14'312'16,"5"0"-9"-16,-3 4-11 0,0 0-10 0,4 3-17 15,-5 0-17-15,5 4-23 0,-4-3-25 0,3 3-21 16,1-1-27-16,0 4-16 0,-1-4-34 0,1 4-20 0,0 0-8 15,0 0-5-15,20 11-7 0,-6 0-12 0,9 4-7 16,4 2-3-16,2 3-7 0,8 12-1 0,-6-9-2 16,5 10-3-16,-9-8-3 0,-3 4-3 0,1-4-5 15,-2 3 1-15,-6-2-1 0,2 2-7 0,-11 0 6 16,-3-3-2-16,-4 2 1 0,-5-1-5 0,-5 1 12 16,-6-1 0-16,-3-1-5 0,-5-1 6 0,-2 0 7 15,-3-4 5-15,0 0 8 0,-3-3 2 0,2 0 5 16,-1 0 4-16,4-2-8 0,1-5 7 0,6 0-2 0,2-2-2 15,3-2-3-15,5 2 6 0,-1-4-23 0,4 0 0 16,-1 0-14-16,2-4 5 0,5 0-10 0,-8 4-26 0,7-1-14 16,1-3-5-16,-5 2-7 0,5 1-1 0,0-3-13 31,6 5-20-31,1 0-25 0,2-2-42 0,1 1-55 16,0-3-67-16,2 1-281 0,0-1-592 0,-1-1 261 15</inkml:trace>
  <inkml:trace contextRef="#ctx0" brushRef="#br0" timeOffset="967.69">3780 3362 163 0,'0'0'358'0,"0"0"-8"0,0-3-12 15,0 3-25-15,0 0-29 0,0 0-27 0,0 0-33 0,0 0-25 16,0 0-16-16,0 0-30 0,0 0-11 16,0 0-19-16,0 0-18 0,0 0-7 0,0 18-10 0,2-11-12 0,-4 5-4 15,4 5-3-15,-6 0-11 0,3-1-6 0,-2 2 2 16,2 1-9-16,-3 0-4 0,3-1-1 0,-3 1-6 16,1 0-1-16,1-4-7 0,-1-3-3 0,1-2 0 15,0 1-1-15,1-4 3 0,1-2-6 0,-1 1 0 16,1-6 5-16,0 7 44 0,0-7 44 15,-2 4 35-15,2-4 24 0,0 0-2 0,0 0-17 0,0 0-19 16,0 0-16 0,10-19-10-16,-5 9-9 0,4-4-12 0,1-1-9 0,0 0-8 15,-1-2-9-15,1 1-6 0,3 0-4 0,-4 3-6 16,-5 4-8-16,2 2-4 0,-2 0-3 16,1 3-8-16,-1-1-5 0,0 1-8 0,-3 2-10 15,3 0-16-15,-4 2 4 0,10 0-6 0,-6 4 1 0,1-1 3 0,0 3 1 16,3 1 6-16,-2 1-5 0,2-1-9 0,-3 1-4 15,-1 1 6-15,5-1-4 0,-4 1-3 0,-3-1-10 16,1 0-5-16,2-2-18 0,-2 1-5 0,-1-2-31 16,0-2-18-16,-1 3-31 0,-1-6-23 0,2 5-14 0,-2-5-22 15,3 5-16-15,-3-5-13 0,0 0-39 0,0 0-89 16,0 0-226-16,0 0-636 0,0 0 281 0</inkml:trace>
  <inkml:trace contextRef="#ctx0" brushRef="#br0" timeOffset="1449.39">4207 2866 266 0,'4'-2'243'0,"0"0"-23"0,2 0-26 0,2 2-17 16,4 0-14-16,-1 3-19 0,3-3-11 0,-1 5 1 16,2 0-12-16,3 5-7 0,0 1-11 0,-1 3-7 15,1 5-10-15,-6 3 0 0,2 1-6 0,-5-1-8 0,0 4-9 0,-3 1-6 16,-6-3-2-16,0-4-8 0,-3-1-2 0,-2 1 2 16,-2-3-5-16,0 0 7 0,-1-1 0 0,2-5 5 15,-2-2 3-15,2 2 6 0,-1-5 3 0,1 2 10 16,2-4 15-1,0-1 30-15,2 2 18 0,-1-1 25 0,-1-3 16 16,4-1-17-16,0 0-15 0,0 0-11 0,-6-10-14 16,6 4-14-16,1-3-9 0,0-1-10 0,2-3-12 15,2-5-5-15,3 1-9 0,-3 0-8 0,4-2-7 16,-2 4-4-16,2-1-7 0,-1 1-6 0,0 7-2 16,-3-4-2-16,-1 5-8 0,0 1-6 0,-1 0-3 15,1 3-5-15,-4 3-9 0,8-3-8 0,-8 3-13 16,0 0-6-16,0 0-10 0,15 9 9 0,-8 0-11 0,1 0 1 15,-1 3-15-15,1 1-18 0,-2 2-20 0,4-1-27 0,-1 0-28 16,-4-3-29-16,3 0-29 0,-3 0-36 0,0-2-53 16,-1 0-70-16,-4-4-198 0,1 0-607 0,2-1 268 15</inkml:trace>
  <inkml:trace contextRef="#ctx0" brushRef="#br0" timeOffset="1668.35">4680 2822 232 0,'0'0'237'15,"18"3"-15"-15,-9 2-8 0,1-1-14 0,4 6-6 16,2-1-12-16,-1 4-11 16,3 4-9-16,1 5-5 0,-1-1-12 0,-3 4-11 15,-2 4-8-15,-5 0-9 0,-1-3-13 16,-8 6-10-16,-1-3-4 0,-5 2-14 0,-4 1-27 0,-5-3-37 15,-4 0-36-15,-3-2-45 0,-4 0-56 0,-1-4-92 16,-17 0-198-16,11-6-447 0,-3-3 198 0</inkml:trace>
  <inkml:trace contextRef="#ctx0" brushRef="#br0" timeOffset="1987.7">4167 2680 176 0,'-2'-5'318'0,"-2"0"-38"0,3 3-27 0,0-2-31 16,1 4-27-16,0 0-23 0,-13 8-19 0,8 4-13 15,-4 5-16-15,-4 12-12 0,-6 16-13 0,0 10-6 0,1 2-9 0,-8 29-1 16,9-6-8-16,8-23-8 0,5-2-5 16,2 0-6-16,8-2-2 0,8-7-1 0,-3-13-2 0,16 8 0 15,-9-14-6-15,9-4-13 0,1-1-30 0,6-6-65 16,2-5-93-16,4-8-317 0,16-4-511 0,-4-4 227 16</inkml:trace>
  <inkml:trace contextRef="#ctx0" brushRef="#br0" timeOffset="2434.88">5079 2646 104 0,'0'-7'400'0,"0"-1"-14"16,-1 3-1-16,1-2-20 0,-3 2-22 0,3 0-28 15,0 1-26-15,0 4-24 0,-1-4-33 0,1 4-22 0,1-3-30 16,-1 3-44-16,0 0-21 0,0 0-18 0,3 12-6 16,-2 5-13-16,0 12-7 0,-1 4-6 0,-1 19-12 15,-2 32 0-15,1 3-1 0,-3 0 6 0,-2 3-5 16,1-3-6-1,1 4-4-15,-8-3-4 0,9-1-4 0,3-29-20 16,-3 34 16-16,4-4 15 0,-1 0 2 0,1-27 10 16,1-1 8-16,3-4 8 0,0-5-8 0,-2-1-5 15,2-15-1-15,-3-3 2 0,1-3 0 0,0-4-6 16,1-5-7-16,-2-6-1 0,-1-1-5 0,1-3-1 16,-1-3 9-16,3 0 24 0,-2-2 24 0,-2 0 20 15,1-5 6-15,1 7 3 0,-1-7 10 0,1 5 1 0,-1-5-5 16,0 0-4-16,0 0-9 0,4 4-14 0,-4-4-5 15,0 0-21-15,0 0-4 0,0 0-18 0,0 0-31 0,0 0-30 16,0 0-40-16,0 0-47 0,0 0-55 0,0 0-55 16,7-14-54-16,-7 14-91 0,0 0-90 0,0-11-509 15,0 11-1020-15,1-5 451 0</inkml:trace>
  <inkml:trace contextRef="#ctx0" brushRef="#br0" timeOffset="3350.99">5328 4028 225 0,'2'-10'276'15,"0"5"-18"-15,0 0-10 0,2 0-28 0,0 1-23 16,0 0-21-16,1 4-16 0,-1-4-22 0,-4 4-14 16,10 1-9-16,-4 3-10 0,2 4-9 0,0 1-2 0,1 8-8 15,-3 2-7-15,-2 6-2 0,0 1-12 0,-4 1 3 16,-3-1-9-16,-2 1-6 0,1 0-4 0,-2-1-3 0,-3-1-1 15,4-5-7-15,-4-2 1 0,2 2-6 16,0-4-2-16,-2-2-2 0,3-5-1 0,2 0-1 0,-2-2 3 16,4 0 19-16,-2-2 26 0,2 0 34 0,0-2 31 15,1-1 35-15,1-2-6 0,0 0-18 0,0 0-20 0,0 0-10 16,5-19-11-16,1 8-9 0,1 0-16 0,2-2-8 16,0-1-8-16,1 0-7 0,-1-2-8 0,0-1-3 15,4 1-4-15,-3 2-4 0,-1 1-11 0,-3 3 1 16,2 3-3-16,-3 0-7 0,-1 0-4 0,-1 3-9 15,-1 0-2-15,2 3-2 0,0-2-11 0,-4 3 3 16,7 5-7 0,-1 0-4-16,-3 5-10 0,3-1-5 0,-1 3-14 0,1-1-25 15,-1 6-26-15,1-1-26 0,2-1-32 0,0 2-33 16,-2-1-45-16,1 0-60 0,-1-6-63 0,0 1-263 16,3-5-666-16,-2 1 295 0</inkml:trace>
  <inkml:trace contextRef="#ctx0" brushRef="#br0" timeOffset="3519.53">5717 4235 194 0,'0'0'387'16,"1"-8"-21"-16,-1 5-30 0,1 0-37 0,0-1-30 16,3 0-23-16,1 0-30 0,3-1-26 0,1 1-31 15,4-1-39-15,-2-1-50 16,7 0-60-16,-5 6-64 0,2-3-71 0,2-3-89 15,-3 4-198-15,-1 0-446 0,-3 0 197 0</inkml:trace>
  <inkml:trace contextRef="#ctx0" brushRef="#br0" timeOffset="3651.17">5838 4339 57 0,'0'6'180'0,"0"-6"-8"0,6 4-16 16,1-2-15-16,3-2-48 0,4-1-44 0,5-2-74 15,2 1-113-15,7-5-148 0,1 2 65 0</inkml:trace>
  <inkml:trace contextRef="#ctx0" brushRef="#br0" timeOffset="3835.8">6280 4077 284 0,'0'-6'368'0,"0"-1"-6"0,0 2 9 0,0-2-10 16,0 5-15-16,0-2-33 0,0 4-33 0,-1-4-36 0,1 4-26 15,0 0-27-15,0 0-14 0,-8 10-19 0,3 4-15 16,0 1-19-16,1 3-6 16,-4 8-7-16,3 0-16 0,-4 3-4 15,3 0-8-15,2-3-31 0,0-1-49 0,2-1-42 16,2-5-62-16,-2-2-70 0,1-2-95 0,-1-3-387 16,2-3-708-16,0-3 314 0</inkml:trace>
  <inkml:trace contextRef="#ctx0" brushRef="#br0" timeOffset="4370.64">6630 3220 192 0,'-4'0'373'0,"4"0"-23"0,-7 2-21 15,7-2-19-15,-5 2-26 0,5-2-20 0,0 0-24 16,0 0-28-16,0 0-30 0,21-11-28 0,-4 8-38 16,6 0-45-16,9-4-55 0,-2 2-60 15,0 1-74-15,2-2-71 0,-4 3-69 0,-6-1-156 0,-1 1-449 16,-3 1 198-16</inkml:trace>
  <inkml:trace contextRef="#ctx0" brushRef="#br0" timeOffset="4521.79">6786 3370 190 0,'-11'14'196'0,"2"-3"-24"0,1-1-7 16,-1-2-2-16,7-1 3 0,-2 0 11 0,4-2 15 16,-3 0 1-16,10-3-4 0,3 4-21 0,4-5-15 15,6 0-22-15,11-3-32 16,-1 0-52-16,2-2-55 0,3-1-76 0,1-2-86 15,-6-3-187-15,5 1-386 0,-4-1 170 0</inkml:trace>
  <inkml:trace contextRef="#ctx0" brushRef="#br0" timeOffset="4721.99">7466 3027 12 0,'0'-7'437'0,"1"1"9"0,-1 1-16 0,0 2-10 15,0 3-35-15,-1-7-41 0,1 7-40 0,0 0-41 16,0 0-27-16,0 0-25 0,0 0-17 0,-5 28-21 16,1-5-14-16,1 7-14 0,0 3-10 0,1 1-11 15,0 12-16-15,0-1-59 0,5-11-46 0,0 0-94 0,0-2-79 0,0 2-108 16,-1-8-396-16,-2 1-729 0,0-13 323 0</inkml:trace>
  <inkml:trace contextRef="#ctx0" brushRef="#br0" timeOffset="5570.05">8220 3069 363 0,'-3'-3'353'0,"3"3"-22"0,0 0-22 0,-5-3-15 0,5 3-30 15,-4-4-30-15,4 4-19 0,5-6-39 0,2 3-32 16,2-2-34-16,1 0-51 0,9-1-59 16,0 0-65-16,-1 4-68 0,3 1-80 0,-2-4-195 15,-1 1-440-15,-2 3 196 0</inkml:trace>
  <inkml:trace contextRef="#ctx0" brushRef="#br0" timeOffset="5708.28">8310 3263 166 0,'-7'12'202'15,"-1"-5"-20"-15,3 3 0 0,3-5 9 0,-1 2 18 16,6-5 9-16,2 2-1 0,7-2-28 0,5-1-23 16,12-2-13-16,3-2-32 0,8-4-59 0,11-1-73 15,0-2-97-15,-1-2-249 16,5-4-386-16,-4 1 170 0</inkml:trace>
  <inkml:trace contextRef="#ctx0" brushRef="#br0" timeOffset="6341.13">9481 2912 191 0,'0'0'236'15,"0"0"-18"-15,-6 2-11 0,6-2-18 0,0 0-14 0,0 0-17 0,0 0-12 0,0 0-13 16,0 0-7-16,0 0-11 0,0 0-8 0,0 0-12 16,0 0-8-16,24-5-6 0,-14 3-8 0,4 0-8 15,4-4-8-15,3 4-3 0,-2-4-11 0,-1 2-1 16,2-5-5-16,-3 2 0 0,1 1 4 16,-8 0 9-16,2 0 36 0,-3 1 13 0,-1 1 2 15,1-1-2-15,-6 1 2 0,-1-1-11 0,-1 2-16 16,-2-1-5-16,1 4-8 0,-14-1-9 0,1 2-4 15,-8 3 7 1,-6 5-11-16,-3 3-5 0,-4 5-18 0,2 0 17 0,0 4-7 0,-6 8 7 16,11-2 3-16,0-2 3 0,4 1-10 0,5 2 2 0,2 3-4 15,4-4 6-15,4 2-11 16,5 0 24-16,6-2 5 0,4-1 8 16,6 1 13-16,6-2 7 0,4-4-2 0,8-4-5 15,5-1-9-15,14-4-8 0,4-3-3 0,0 0-2 16,3-5-7-16,-6-2-2 0,-14-2-11 0,17 0 7 0,-20-1-8 15,-4 0-6-15,-11-2-1 0,0 2 8 0,-9 1 11 16,3-1 10-16,-5 1 5 0,-2-1-2 16,-6 1-6-16,9-4 3 0,-9 4-6 0,0 0-25 0,5-3-34 0,-5 3-45 15,0 0-65-15,-15-3-59 0,3 3-69 0,12 0-77 16,-20 0-133-16,8 0-245 0,1-1-759 0,11 1 337 16</inkml:trace>
  <inkml:trace contextRef="#ctx0" brushRef="#br0" timeOffset="31364.66">10963 3041 58 0,'-21'4'103'0,"1"4"-11"16,1-4 6-16,1 3-14 0,-1 0 4 0,3 1-8 15,0 1-6-15,2 2-1 0,4-2-5 0,1-1-12 16,1 1-2 0,-2 0-1-16,5 1-8 0,-1 0-3 0,2 0-4 15,-1-1 0-15,2 2-2 0,1-1 6 0,2-1-15 16,1-1 10-16,3 1 12 0,1 0 15 0,1 0 1 16,3-3 6-16,1 3-3 0,3-3-2 0,6-2-1 15,3-4-7-15,-3 0-3 0,4-4 1 0,5-2-3 16,-1-4-5-16,0-1 0 0,-1 0 12 0,-1-3 5 15,-2 0-1-15,0-4 12 0,-5-2 0 0,0-1 6 0,-3-3-1 0,-2-2 1 16,-2-5 5-16,-3-1 4 0,-2 3 9 16,-3-4 10-16,-4 0 1 0,-1-2 1 0,-4 3 4 0,4 3 18 15,-5-1-4-15,-1 1 0 0,1 0-6 0,-5 2-10 16,3 1-15-16,-1 0-3 0,0 4-9 0,5 5-2 16,-3 0-4-16,3 1 5 0,-1 5-8 15,2 1 4-15,0-1-1 0,0 4 15 0,0-1 0 0,3 3-9 0,-3 1-5 16,3-1-6-16,-2 2-7 0,2-1-12 0,1 4-5 15,-4-6-5-15,4 6-6 0,-1-3-7 0,1 3-7 16,0 0 1-16,0 0-6 0,0-4-4 0,0 4-5 16,-4-2-7-16,4 2 2 0,0 0-5 0,0 0-12 15,0 0-6-15,0 0-10 0,0 0-10 0,0 0-9 16,0 0-6-16,0 0 12 16,3 15 1-16,-3-8 5 0,1 9 2 0,-1-1 3 15,1 5 6-15,4 6-5 0,-1 3 9 0,-1 0 3 16,-1 3 2-16,1-1 0 0,-2 3 5 0,2 2 2 15,-2-2-7-15,3 3 4 0,1-1 10 0,0-2-27 16,0 2 25-16,-1-5 1 0,1 1-1 0,-1-3 7 16,1-2-4-16,0 1-10 0,-1-3 14 0,-2-7 0 15,2 0-1-15,0-1-1 0,-1 0-10 0,-1-5 8 0,1 0 0 16,-2-3 7-16,-1 0-1 0,3-2 4 0,-1-2-3 0,1 1-6 16,-2-2 9-16,-1 0 0 0,1 0-2 0,-1-4-2 15,2 5 0-15,-2-3 0 0,0-2-2 16,0 0 1-16,0 0-3 0,-2 6 2 0,2-6 1 15,3 3 2-15,-3-3-4 0,0 0 5 0,0 0-13 16,0 0 11-16,0 0 0 16,1 4 0-16,-1-4 1 0,0 0 0 0,0 0 2 15,0 0 5-15,0 0 2 0,0 0-4 0,9 0 5 16,-2 0-2-16,4 1-1 0,7 1-1 0,4-2-28 16,7-2-33-16,3-3-60 0,3-1-106 0,-1-1-121 15,-1-4-471-15,14-10-867 0,-3-2 383 0</inkml:trace>
  <inkml:trace contextRef="#ctx0" brushRef="#br0" timeOffset="32234.27">11362 2339 130 0,'3'-5'227'0,"-1"2"-1"0,-2 3-5 0,3-5-2 16,-3 5-12-16,2-5-16 0,-2 5 1 0,1-2-14 15,-1 2-4-15,0 0-17 0,2-5-15 0,-2 5-16 16,0 0-11-16,0 0-18 0,0 0-8 0,2-1-14 16,-2 1-11-16,0 0-6 0,0 0-6 0,2 12-5 15,-1-6 2-15,-2 5-8 0,1 2 0 0,-2-1-8 0,1 3-3 0,0 4-3 16,-1 0 0-16,-1-1-5 0,-1 1-2 0,1 1 0 15,1-1 0-15,2-2-4 0,-3-3 1 0,1-2-6 16,0-2 4-16,1 0-4 0,1-4-1 0,-1 0-8 16,1-1 13-16,0 0 40 0,-2-1 30 15,2-4 40-15,2 3 31 0,-2-3 35 0,0 0 7 16,0 0-21-16,0 0-16 16,13-12-16-16,-5 6-18 0,1-7-11 0,2 0-13 15,0-1-10-15,-1-1-11 0,3 1-6 0,1-1-8 16,0 1-10-16,-1-1-3 0,-4 1-5 0,-1 8-2 15,-1-3-11-15,-3 4-3 0,1 2-2 0,-1-3-8 16,-1 3-12-16,1 1-13 0,-4 2-13 0,10 0-6 16,-4 4-13-16,3 3 2 0,-1 4 1 0,3 4-4 15,5 6-8-15,-4 1-19 0,0 2-37 0,-1 2-44 0,-4 0-44 16,-4 2-58-16,1 3-71 0,-2-4-105 0,-4-8-256 16,2 0-731-16,4-4 324 0</inkml:trace>
  <inkml:trace contextRef="#ctx0" brushRef="#br0" timeOffset="33066.9">10562 3507 54 0,'-6'2'193'0,"0"-1"-1"0,6-1-5 15,-10 1-10-15,8 0-7 0,2-1-6 0,0 0-8 16,0 0-13-16,-5 1-13 0,5-1-10 0,0 0-7 16,0 0-17-16,0 0-7 0,0 0-7 0,0 0-5 15,19-3-6-15,-19 3-2 0,0 0-1 0,6-1-4 0,-6 1-1 16,5-3-3-16,-5 3-5 0,0 0 0 0,0 0-3 0,0 0 0 16,8 1-5-16,-8-1 2 0,0 0-3 0,0 0 5 15,0 0-6-15,0 0 4 0,0 0 6 0,0 0-16 16,0 0 1-16,0 0 2 0,0 0-5 15,0 0-3-15,0 0-4 0,0 0 1 0,0 0 5 16,0 0 2-16,0 0-2 16,0 0 1-16,0 0 0 0,0 0-1 0,0 0-8 15,0 0 0-15,0 0 3 0,0 0-1 0,0 0-2 16,0 0-1-16,0 0-2 0,0 0-2 0,0 0-4 16,0 0 7-16,0 0-1 0,0 0 1 0,5 3 2 15,-5-3-3-15,0 0-1 0,0 0-4 0,0 0-2 16,0 0 1-16,0 0-4 0,0 0 2 0,0 0-3 15,0 0 3-15,0 0-5 0,0 0 2 0,10-4 0 0,2 1-5 0,8 0 1 16,12-1-2-16,7 1 2 0,19-6-3 0,6 3 4 16,33-1-1-16,4-5 7 0,2 4 0 0,0-1-5 15,-1 1 16-15,-3-1-20 0,-6 2 4 0,-4-1-2 16,-26 2-3-16,0-2 21 0,-3 1-22 16,-7 0-2-16,-13 2 6 0,-7 2 1 0,1-4 1 15,-9 3 7-15,-5 2 11 16,-8 0-8-16,1 0 0 0,-6 2-3 0,0-2 8 15,-1 0-14-15,2 1-24 0,-4-1-35 0,-4 2-10 16,0 0-22-16,0 0-26 0,0 0-43 0,-21 12-45 16,3-7-70-16,-2 3-343 0,2-5-653 0,-1 1 290 15</inkml:trace>
  <inkml:trace contextRef="#ctx0" brushRef="#br0" timeOffset="33972.91">11328 4163 126 0,'-11'-4'240'0,"-8"-1"-19"0,1 2-8 0,-2 2-28 16,-10 2-17-16,1-2-15 0,0 5-9 0,-1 0-16 0,1 0-11 15,1 2-8-15,0 4-9 0,-2-3-11 0,6 7-8 0,-2-2-12 16,7-2-3-16,1 2-8 0,2-1-4 0,0 1-8 15,5 2-4-15,1 0-4 0,1 1-4 0,4-1 2 16,1 3-8-16,4-5-1 0,1 3-2 16,3-1 7-16,0 1 4 0,3-3-4 0,4 1 2 15,3-1 5-15,2-3-5 0,5 0 0 0,-1-1-3 0,7-4-5 0,-8-3 3 16,4 1 0-16,4-2 10 0,-5-6 4 0,-2 1 10 16,-1-4 18-16,0-2 9 0,-2 0 11 0,6-5 5 31,-5-3 13-31,-4-4 2 0,1-1 7 0,-3-1 0 15,-2-3-15-15,-1-3-4 0,-4-4 9 0,-1-12-1 0,-3 1-13 0,-1-3-2 0,0-1 4 0,-1 3 6 16,0 12 21-16,-2 2 28 16,-1 2 8-16,2 2 0 0,-1 3-2 0,-1 8-5 15,3 7-4-15,-3 1-14 0,2 2-15 0,2 1-17 16,-3 0-14-16,3 4-19 0,-1-2-41 0,-2 3-56 16,3 2-37-16,0 0 7 0,0 13 6 0,3 3 7 15,-2 11 3-15,2 2 12 0,-1 5 2 0,3 15 3 16,-1-2-2-16,1 1 11 0,3-3 2 0,1-10 1 15,-3-2 0-15,5 0 3 0,-5-2 2 0,4-2 5 0,2-2-7 0,-3-4-19 32,-2-6-9-32,2-1-13 0,-4-4-24 0,-1 0-19 0,0-3-20 15,1 2-19-15,-1-5-14 0,-3-2 1 0,2 2-14 16,-2-3-18-16,-1 1-28 0,0-4-56 0,0 0-105 16,0 0-265-16,0 0-682 0,-17-7 301 15</inkml:trace>
  <inkml:trace contextRef="#ctx0" brushRef="#br0" timeOffset="34441.94">11549 4107 31 0,'11'-2'267'0,"-2"-3"-14"0,6 3-11 0,-3 0-18 0,2 2-13 15,1 0-15-15,2 2-17 0,-4 2-14 0,2 0-17 16,3 3-9-16,-8 1-16 0,4 1-4 0,-1 4-12 15,-4 0-10-15,-2 1-9 0,-1 3-13 0,-1 0-4 16,-4 2-7-16,-2 0-5 0,-2-3 4 0,-2 3-12 16,-4-3 4-16,0 2-9 0,-5 1-1 0,-4 1-9 15,8-7-6-15,-8 2 3 16,4-4 5-16,4 0-1 0,-2-5 4 0,3 2 7 16,0-1 1-16,3-4 14 0,2 1 3 0,-1 0 19 15,1-4 34-15,4 0 19 0,-6 3 19 0,6-3-20 16,0 0-9-16,-2-10-22 0,5 3-4 15,4-4-13-15,3-3-15 0,4-1-11 0,3-8-14 0,0 1-14 16,6-4-16-16,-2-2-20 0,3 1 8 0,-1 0-2 16,0 2 0-16,-4 3-8 0,-1 0 1 0,-5 6-1 0,-2 5 8 15,-2 3 1-15,-2 0 5 0,-3 2-1 0,-1 2-4 16,4 0-8-16,-5 0-21 0,0 3-17 0,-2 1-1 0,0 0 5 16,-2 11 10-16,0-2 3 0,-6 7-1 15,2 0 2-15,-1 4 2 0,-2 3 5 0,-1 4-2 0,5-4 2 16,0 2 8-16,4-5 4 0,-1-3-3 0,5 3 4 15,5-3 3-15,2 0 6 0,5-4-21 0,2 0-32 0,7-1-48 32,3 0-71-32,1-6-78 0,4-4-143 0,1-4-222 0,-1-2-657 15,1-3 290-15</inkml:trace>
  <inkml:trace contextRef="#ctx0" brushRef="#br0" timeOffset="34856.71">12033 3938 170 0,'0'0'449'0,"1"-7"5"0,-1 3-10 15,0 4-19-15,0-4-29 0,0 4-34 16,0-5-33-16,0 5-36 0,0 0-29 0,3-5-32 15,-3 5-29-15,0 0-26 0,0 0-32 0,0 0-13 16,0 0-15-16,2 12-16 0,1-6-11 0,-1 4-11 16,1 1-6-16,-1 1-9 0,0 5-4 0,0 1-6 0,0 1-9 15,0 0-4 1,1-2 0-16,-3-4-17 0,1-3-17 0,0 1-9 16,4-4 1-16,-5 0-8 0,0-3 4 0,1 1 2 15,2-2 8-15,-3 1 19 0,0-4 21 0,1 3 10 16,-1-3-7-16,12-5-6 0,-3-1-4 0,5 1-5 15,-1-6 0-15,2 0 1 0,2-1 2 0,-2 1-1 16,0 1-9-16,1-1-2 0,-2 4-6 0,-3 3-2 16,-1-4-4-16,2 4-4 0,1 1-2 0,0 3-6 0,0 0-9 0,4 4-2 15,1 4-13-15,9 1-7 0,-9 2-24 0,5 4-46 16,-2 1-46-16,1 1-55 0,-3 0-81 0,-2-5-109 16,-4 0-364-16,-3-3-819 0,0-3 362 0</inkml:trace>
  <inkml:trace contextRef="#ctx0" brushRef="#br0" timeOffset="35841.61">12842 2975 64 0,'4'-4'216'0,"2"1"-21"15,1-2-21-15,3 5-16 0,2-3-16 0,6 1-13 16,1 4-14-16,1-2-8 0,3 3-7 0,6 4-15 0,-1 0-3 0,-1 5-7 15,-3 1-8-15,-2 4-1 0,-7-3-8 0,3 6-6 16,-4 2-3-16,-4-1-4 0,-2 6-1 16,-3-3-5-16,-5 2-2 0,-4-1-6 0,-2 1 2 15,-4-4 8-15,-4 4 2 0,-4-4 2 0,0-1 7 0,1-3 5 0,2-3 7 0,0-2 10 16,-3-2 5-16,2-2 6 0,1 2 7 16,3-7 3-16,5 3 13 0,-1-4 16 0,3 1 23 15,0-1 28-15,1-3 16 0,0 0 20 0,4 0-27 16,-6-4-25-16,6-2-21 0,1-2-11 0,5-5-14 15,4-3-14-15,1 0-12 0,4-6-9 0,6-1-7 16,-2-1-5 0,0-2-10-16,7-3-6 0,-6 2-4 0,3-1-8 15,0-1-13-15,6-9 1 0,-12 11-10 0,1 5 6 16,-8 5-4-16,3 2 0 0,-5 6-5 0,-2-1 2 0,-2 3-4 16,1-1-7-16,0 6-12 0,-2-4-14 0,-3 6-29 15,0 0-22-15,0 0 9 0,0 0 5 0,2 16 12 16,-4-4-1-16,-1 4 4 0,-2 3 10 0,0 0-8 15,1 9 8-15,-1-2 8 0,4 1 9 0,-3 0 1 0,4-1 0 0,1-2 7 16,-1-3-4-16,5-3 6 0,2-1 2 16,-1 0 1-16,7-2-23 0,0-3-26 0,2-2-44 15,2-2-59-15,2-3-76 0,1-4-96 0,-2-3-305 16,5-2-685-16,-3-2 303 0</inkml:trace>
  <inkml:trace contextRef="#ctx0" brushRef="#br0" timeOffset="36210.61">13334 2672 233 0,'1'-4'311'0,"3"0"-25"0,2 0-24 15,1 0-22-15,4 1-13 0,2-2-15 0,3 3-10 16,6 0 1-16,0 4-19 0,0 0-16 0,-3 1-16 16,5 4-13-16,-5-2-2 0,-1 4-21 0,-4 0-14 15,0 4-2-15,-2 0-15 0,-1 3-12 0,-6-1-18 16,-1 4 11-16,-4 0-5 0,-5 5-7 0,1-6-3 16,-8 6-6-16,1-2-1 0,-3 1-6 0,4-5-2 0,0-3-4 0,1-6-2 15,0 5 0-15,2-4-9 0,1-3 0 0,3 1-3 16,0-1-16-16,-1-2 15 0,4-5-2 0,-5 8 2 31,5-8 4-31,1 6-3 0,-1-6-6 0,17 0 3 0,-1 0-12 0,7-2-40 0,7-2-47 16,0-3-62-16,5 3-73 0,-2-1-98 0,3-4-242 15,-4-3-605-15,1 3 268 16</inkml:trace>
  <inkml:trace contextRef="#ctx0" brushRef="#br0" timeOffset="36460.8">14039 3176 163 0,'-5'2'353'0,"2"1"-28"15,3-3-20 1,0 0-32-16,0 0-24 0,0 0-31 0,18-5-24 16,-5 2-16-16,6-1-21 0,13-2-35 0,3 2-35 15,0-3-45-15,6-1-56 0,9 2-72 0,1-5-83 16,-16 2-231-16,2-1-433 0,-3-2 192 0</inkml:trace>
  <inkml:trace contextRef="#ctx0" brushRef="#br0" timeOffset="36774.26">14618 2834 384 0,'-4'-3'476'0,"4"3"-22"0,-2-4-22 0,2 4-32 16,0 0-36-16,0 0-36 0,-6-2-31 0,6 2-35 0,0 0-27 15,0 0-35-15,0 0-22 0,0 0-21 0,0 0-16 16,0 0-19-16,2 14-9 0,-1-5-13 0,3 2-10 15,1 4-15-15,-3 5-4 0,2-2-4 0,1 12-9 16,-2-2-2-16,2-2-3 0,-2-1-4 0,-1-6-8 16,4 7-3-16,-2-8-3 0,-1-1 0 0,-1-4 1 15,0 0-7-15,0-2-4 16,2-2-6-16,-4 0-29 0,0-3-24 0,3-2-7 16,-2 1-6-16,0 0-12 0,1-1 0 0,-2-4-2 15,0 4-2-15,0-4-25 0,2 3-10 0,-2-3-74 16,0 0-65-16,0 0-52 0,-2-21-69 0,0 14-276 15,1-6-688-15,1-3 305 0</inkml:trace>
  <inkml:trace contextRef="#ctx0" brushRef="#br0" timeOffset="37028.3">14819 2656 175 0,'1'-3'356'0,"0"1"-38"16,2-1-26-16,-3 3-31 0,4-4-33 0,-4 4-22 15,0 0-21-15,12 11-16 16,-3-3 0-16,5 4-11 0,4 7-6 0,1 5-3 16,-1 3-10-16,9 14-28 0,-1 0 16 0,-3 0-9 15,-4 5-9-15,-4 0-6 0,-5 3 1 0,-3-14-19 16,-5 13 3-16,-2-13-8 0,-4 11-9 0,-3-12-11 16,-2 0 1-16,-5-3-8 0,-5-1-4 0,-7-4-2 15,2 3-13-15,-7-7-23 0,-11 7-34 0,-3-5-49 16,-2-4-60-16,-4-4-76 0,-3-3-126 0,-5-3-250 0,3-3-632 15,-4-5 280-15</inkml:trace>
  <inkml:trace contextRef="#ctx0" brushRef="#br0" timeOffset="37475.4">12976 2646 226 0,'0'0'224'0,"-6"-2"-19"0,6 2-21 16,0 0-21-16,0 0-22 0,-6-1-15 0,6 1-16 16,-5 5-12-16,-3 3-14 0,1 3 3 0,-3 6 6 15,-4 9 1-15,-2 5 5 0,-7 15-1 0,3 6-3 16,2 6 2-16,-6 22-7 0,12-19 2 0,-7 18-8 15,10-25-6-15,8 0-8 16,3-4-8-16,9-5 2 0,5-2 27 16,3-11 7-16,13 5 2 0,9-7-3 0,5-4-4 0,13-7-6 15,31 3-10-15,-27-12-37 0,28-3-55 0,1-5-88 16,5-2-115-16,-6-9-301 0,2-1-561 0,-26 1 248 16</inkml:trace>
  <inkml:trace contextRef="#ctx0" brushRef="#br0" timeOffset="38146.46">15098 2449 270 0,'0'0'358'0,"-1"-6"-10"0,1 6-13 16,0 0-25-16,0 0-23 0,0 0-31 0,4-5-30 15,-4 5-21-15,0 0-23 16,0 0-28-16,0 0-14 0,0 0-20 16,0 0-17-16,0 0-11 0,0 0-8 0,4 15-15 15,-2-8-4-15,-2 2-8 0,4 3-1 0,-4-1-6 16,1 0-5-16,-1 1-3 0,4 0-2 0,-2-3-4 16,1 2-7-16,-3-2 10 0,4 0-11 0,-4-3 3 15,0 1-11-15,2-2-1 0,0 0 3 0,-2-5-1 16,5 3 31-16,-5-3 17 0,-4 4 30 15,4-4 19-15,4 5 25 0,-4-5 7 0,0 0-13 16,0 0-14-16,9-9-14 0,-4 6-9 0,4-4-10 0,-5 0-17 0,6 3-5 16,-2-3-4-16,1 0-9 0,-3 3-4 0,3-1-9 0,-2 2-5 15,-2-2-4-15,5 2-11 0,-4 2-12 0,2 0-4 16,0 2-6-16,3 0-12 0,-1 2-12 0,3 2-13 16,-4 0-25-16,3 2-33 15,-1 1-28-15,-1-1-43 0,1 5-41 16,1-2-45-16,-5 2-47 0,-1-4-61 0,-1 0-333 15,-5-3-749-15,1 0 331 0</inkml:trace>
  <inkml:trace contextRef="#ctx0" brushRef="#br0" timeOffset="38794.5">15482 2257 115 0,'0'-3'330'16,"0"3"-22"-16,0-5-30 0,-2 2-27 0,2 3-37 0,-1-4-14 15,1 4-18-15,0 0-23 0,0 0-14 0,5-3-14 16,-5 3-12-16,0 0-14 0,17 8-11 0,-8-3-11 16,1 2-6-16,3 0-18 0,2-2-4 0,0 4-20 15,-3-2 4 1,7-4-8-16,-9 4 0 0,2-3-6 0,1 0-6 15,-3-2-2-15,-2 0 3 0,2-2-2 0,-3 0 2 16,0-2-1-16,-1 2 9 0,2-2 3 0,-3-2 9 0,0 1 16 16,0-2 8-16,-1 0 11 0,0-1-3 0,1-2 3 15,-3 0 2-15,0 1 11 0,0 2 9 16,0 0-1-16,-1-2-13 0,0 1-2 0,-1 1 3 0,0 5-6 16,4-8-3-16,-4 8-8 0,1-4-3 0,-1 4-9 15,0 0-25-15,3-5 2 0,-3 5 1 0,0 0-6 16,0 0-31-16,1-4-25 0,-1 4-2 0,0 0 0 0,0 17-8 15,-2-5 18-15,2 14 3 0,-4 2 0 0,0 8 5 16,-3 15-5-16,-4 7 4 0,-2 21-6 0,3-20 33 0,-4 24-13 16,4-26-19-16,-3 23 30 0,7-24-7 15,3 0 5-15,3 0 1 0,0-4 2 0,3-1-4 0,1-5-5 16,1-12 2-16,3 12-13 0,-2-14 14 0,0-1 0 16,-1-2 9-1,3-1-9-15,-3-3-3 0,-1-6 6 0,1 1 3 16,-3-4-7-16,2-1-1 0,-2-3 2 0,1 0-4 15,-1-2 5-15,3 0-6 0,-4 0 7 0,1-4-24 16,1 3 25-16,-2-2-3 0,2 0 3 16,-2-2 6-16,0-1-8 0,2 2-6 0,-3-1 4 0,1 0 2 15,-1-5-11-15,2 4 20 0,-2-4-13 0,1 7-7 16,-1-7 9-16,0 4-4 0,0-4-4 0,0 0 6 0,0 0 7 16,1 6-7-16,-1-6-22 0,0 0 21 0,0 0-1 15,-1 8 2-15,1-8-1 0,0 0 7 0,-4 3 5 16,4-3 16-16,-8 3-7 0,2 1-3 0,-5-1-33 15,-5 1-71-15,-7-3-81 0,-9 2-138 0,-4-2-391 16,-1-2-751-16,-1-2 331 0</inkml:trace>
  <inkml:trace contextRef="#ctx0" brushRef="#br0" timeOffset="40034.83">12863 2530 106 0,'-1'-5'233'15,"1"5"-21"-15,-4-5-23 0,4 5-18 0,-9-3-18 16,3 4-16-16,-4-1-13 0,-3 2-13 0,-6 1-15 0,1 1-7 31,-10-1-7-31,1 2-11 0,-4-1-1 0,11 1-10 16,-1-2 2-16,1 1 2 0,2-2 5 0,4 0-1 15,1-1 5-15,-1 0 1 0,5 1 7 0,3-1 3 16,-2-1 4-16,2 0 12 0,-1 1 5 0,7-1 4 16,-9 0 34-16,9 0-22 0,0 0 3 0,-9-1-1 15,9 1 0-15,0 0-17 0,0 0 3 0,-4-6-33 0,4 4-14 16,0 2 7-16,-2-4-10 0,2 4-4 0,0 0 7 15,0-4-11-15,0 4-6 0,0 0 4 0,0 0-17 0,0 0-12 16,0 0 0-16,0 0-9 0,0 0-19 0,0 0-20 16,0 0 0-16,0 0-1 0,0 20 4 15,-2-3-3-15,-1 9 8 0,0 8 4 0,-3 11-1 16,0 7 2-16,-2 6-1 0,-5 23-9 0,0 1 27 0,5-1-2 0,1-21-2 16,3 21 4-1,0-25-3-15,3-4 4 0,0 1-5 0,1-4 4 16,4-2 3-16,-6-2-4 0,5-11-1 0,0-2 2 15,0 2 6-15,0-4-4 0,1 0 6 0,0 1 1 16,-1-4-2-16,-1 2 7 0,0-9 0 0,-2-2 0 16,4-1 0-16,-4 0 1 0,0-5 1 0,1 1-4 15,1-3-2-15,-2-1-1 0,2-1-2 0,-2 0 1 16,2-4-14-16,-2-4 23 0,0 9-5 0,0-9-2 16,2 8 1-16,-2-8-1 0,1 6-1 0,-1-6-5 15,0 0 8-15,3 10-11 0,-3-10-1 0,0 0 4 16,0 0-3-16,0 5 5 0,0-5 0 0,0 0 1 15,0 0-5-15,0 0 0 0,0 0-14 0,0 0 37 16,1 5 2-16,-1-5-7 0,0 0 7 0,0 0 2 0,0 0 2 16,0 0 0-16,0 0-5 0,0 0-2 0,0 0 0 15,0 0 4-15,0 0-4 0,0 0-2 0,0 0-5 0,0 0-2 16,0 0 1-16,0 0-6 0,0 0-1 0,0 0-4 16,0 0 4-16,0 0 4 0,0 0-5 15,0 0-4-15,0 0 9 0,0 0 3 0,0 0 5 16,0 0-2-16,21-3-1 0,-1 3-7 0,12-5-14 0,4 0-40 0,16-3-56 15,3-2-74-15,4-5-104 0,4 1-466 0,-2-4-803 16,-1-1 355-16</inkml:trace>
  <inkml:trace contextRef="#ctx0" brushRef="#br0" timeOffset="42073.35">16813 2201 56 0,'-2'-7'192'0,"2"2"-2"0,-3 1-3 0,3 0-4 15,0-1-9-15,-1 1-6 0,1 4-11 16,0-5-10-16,0 5-19 0,0 0-13 0,-3-5-16 16,3 5-28-16,0 0-26 15,0 0-12-15,0 0 1 0,-1 15-8 0,-4 10-13 16,1 8 10-16,-2 17-3 0,-5 33-5 0,-4 6 29 16,4 3-2-16,-3 5-8 0,2 5-2 0,2 4-4 15,1 4 7-15,5 3-2 0,8-6-6 0,0-3 4 0,1-10-6 16,4 1 2-16,0-6 1 0,-3 2 13 0,-1-1 0 15,4-3 2-15,-5-3-1 0,2-1 5 0,-4-24-3 16,0-1 13-16,2-1-4 0,1-1 2 0,0-1 0 16,2-4 3-1,0-4-4-15,-4-13-1 0,3 1 1 0,-1-4-6 0,2-2-3 0,-2-4-6 0,-3-5-4 0,0-6 10 16,-1-2-15-16,0-4-3 0,1-1-1 0,0 0 25 16,-2-7 36-16,3 7 20 0,-3-7 20 0,1 8 12 31,-1-8 7-31,0 0 4 0,1 4-4 0,-1-4-9 0,0 0-19 15,0 0-7-15,0 0-12 0,0 0-19 0,0 0-11 16,0 0-22-16,0 0-31 0,0 0-35 0,-2-22-36 16,2 22-56-16,0-7-47 0,0 7-51 0,0 0-72 15,2-6-116-15,-2 6-246 0,0 0-696 0,10-6 309 0</inkml:trace>
  <inkml:trace contextRef="#ctx0" brushRef="#br0" timeOffset="42886.46">17733 4195 349 0,'-4'-17'331'16,"3"1"-23"-16,-8-3-27 0,-1 5-27 0,-3 1-29 15,4 4-18-15,-10 0-16 0,-1 3-17 0,0 2-47 16,0 4-6-16,0 1-12 0,-1 5-13 0,-6 5-12 16,-1 3-5-16,3 0-11 0,-1 8-6 0,3 0-9 15,4 0 1-15,0 3-9 0,3 0-4 0,1 0-3 0,5 0-7 16,2-7 1-16,2 2-6 0,2-3-6 0,4-1-1 16,0-3 8-16,0-4-12 0,4 0 9 0,-3-3 5 15,3-1 10-15,1 0 8 0,0-3 10 16,7-1 11-16,-1-4 0 15,2-3 9-15,3-1-6 0,-1-3 10 0,1-1 2 0,1-2-1 16,3-6 2-16,-2 0 0 0,-4 4-8 16,-1 0-7-16,6-6-9 0,-5 6-10 0,-1 0 10 15,-3 2-3-15,3 0-4 0,-5 5-8 0,-2 1-2 16,-2 1-9-16,0 2-3 0,0-1-12 0,-1 1-33 16,1 1-11-16,-4 3-3 0,9 3-15 0,-4 1 12 0,3 1-3 15,3 3 5-15,-2 1 6 0,5 1 0 0,-3 1 3 0,3 2-2 16,2-2-3-16,-3 1-2 0,2-1-5 0,-2-1 6 15,5 0 0-15,-6-3 2 0,0-2 5 0,-1 2 0 16,-4-2 6-16,0-2 5 0,0-2-6 0,0-1 6 16,0-1 14-16,-1 0-4 0,2-6 16 0,0-2 5 15,-2 2 11-15,0-3 22 0,0-7-6 0,0 1 7 16,1-4 3-16,-3 1 1 16,-3-7 16-16,0-3-9 0,2-1 0 0,-1-1 7 15,2 1 3-15,-8 0 4 0,2-1 9 16,2 6 14-16,1 0 5 0,0 7 12 0,1 5-2 0,0 5-10 15,-2 1-13-15,0 0-10 0,0 0-14 0,1 2-13 16,-2 1-37-16,2 0-34 0,-1 4-47 0,0 0-15 16,0 0 3-16,-1 15 10 0,-1 0 3 0,-1 4 9 0,-2 10 7 15,0 3 5-15,-2 3 6 0,2-2 3 0,3 1 4 0,2-1-12 16,-4-1-30-16,1-2-21 0,3-1-21 0,-1-4-14 16,1-6-22-16,-1-1-5 0,-1-6-24 0,1 1-18 15,1-3-25-15,0-1-12 0,-1-2-2 16,0-2-1-16,1-4-77 0,0-1-265 0,0 0-619 15,0 0 274-15</inkml:trace>
  <inkml:trace contextRef="#ctx0" brushRef="#br0" timeOffset="43209.59">17747 4120 22 0,'-6'0'268'0,"0"-2"-12"0,6 2-5 16,-9 0-12-16,9 0-8 15,-7 2-10-15,7-2-16 0,0 0-10 0,-9-2-14 16,9 2-8-16,0 0-2 0,0 0-13 0,0 0-14 16,0 0-10-16,0 0-12 0,0 0 0 0,0 0-6 15,23 2-2-15,-1-2-13 0,11 1 3 0,7-2-13 16,19-5-7-16,3 3-16 0,30-2-4 0,-28-1-4 16,1 2-3-16,-5 2-6 0,-3 0-4 0,-4-1-5 15,-14 3-7-15,0-4 0 0,-4 2-10 0,-3 0 5 0,-11 0-6 16,0 0 0-16,-9 1 2 0,0 1-7 0,-4 0-2 15,1-1-3-15,-4 1-5 0,1-1-6 0,-6 1-1 0,7 0-7 16,-7 0-9-16,0 0-18 0,0 0-17 0,0 0-28 16,-15 4-24-16,8 1-34 0,-5-3-35 0,2 4-42 15,-1-2-50-15,-1 3-288 0,2-2-595 16,2-2 262-16</inkml:trace>
  <inkml:trace contextRef="#ctx0" brushRef="#br0" timeOffset="43788.13">19164 4038 95 0,'3'-4'321'0,"1"2"-35"0,1-2-26 0,0-2-29 16,4 2-21-16,2 2-22 0,6-1-20 0,3 0-19 0,1 5-11 16,6-1-18-16,1 2-9 0,4 3-9 0,-5 2-9 15,1 4-12-15,-4-2-5 0,2 6-5 0,-6 0-6 16,-5-2-6-1,2 5-11-15,-7-2-3 0,-2 0-3 0,-3 3-8 16,-5 6-1-16,-4-5-4 0,-1 3 2 0,-9-2-1 0,0 2-7 16,-6-4-2-16,0-3-2 0,1 4 0 0,0-8 0 0,4-1 3 15,-2 2-2-15,2-7 11 0,1-2 4 0,3 0 13 16,1-1 9-16,5 1 18 0,-4-3 27 0,4 2 25 16,1-4 34-16,4 0 33 0,-5 1 13 0,5-1-24 15,0 0-20-15,0-12-20 0,3 6-12 0,3-2-16 16,2-3-11-16,6-2-14 0,0-1-8 0,6-5-11 15,2 2-5-15,-1-1-11 0,2 2-7 0,-2 0-4 16,-3 5-1 0,-4-1-8-16,0 2-6 0,-4 5-5 0,2-1-1 15,-7 0-5-15,0 4-4 0,0-2-26 0,0 3-25 0,-1-1-23 16,-4 2-32-16,4-2-5 0,-4 2 10 0,4 7 8 16,-5 0 3-16,-2 2 0 0,2 0 17 0,-2 2 7 15,-1 5 6-15,3 0 6 0,0-5 9 0,-2 2-27 16,3-3-13-16,3 4-14 0,-1-3-14 15,5-1-19-15,0 1-24 0,6 1-38 0,1-2-44 0,7-3-58 16,9-1-76-16,-3-1-195 0,5-2-599 0,0-3 265 16</inkml:trace>
  <inkml:trace contextRef="#ctx0" brushRef="#br0" timeOffset="43957.3">19999 4217 344 0,'-2'-5'371'0,"2"5"-41"0,2-7-38 16,-1 3-24-16,6 0-28 16,0-4-25-16,6 3-21 0,6 1-19 0,3-4-31 15,7 2-45-15,-2-1-54 0,5 1-61 0,-4 2-56 16,4-3-82-16,-9 5-259 0,-4-4-447 0,0 4 198 16</inkml:trace>
  <inkml:trace contextRef="#ctx0" brushRef="#br0" timeOffset="44110.65">20148 4309 191 0,'4'4'211'0,"8"-1"-16"0,7-1-21 16,1 1-16-16,13-1-22 0,5-1-13 0,-1 0-33 16,2-1-41-16,15-2-45 0,1-1-65 0,-4 0-151 15,-11-1-230-15,12-1 103 0</inkml:trace>
  <inkml:trace contextRef="#ctx0" brushRef="#br0" timeOffset="44460.43">21035 3799 324 0,'0'-10'371'0,"0"3"-21"0,0 2-34 16,0 1-30-16,0-1-25 0,0 1-30 0,3 0-28 15,-3 4-27-15,0-4-25 0,0 4-19 0,0 0-14 16,0 0-15-16,-3 21-9 0,-1-4-4 0,-1 2-15 16,-1 8-5-16,-1 3-6 0,1 1-2 0,-3 3-4 15,0 1-9-15,-4 11 1 0,4-11-2 0,1-1-4 0,0 2-6 16,1-3-4-16,1 0-3 0,2-2-5 0,-2-1 2 16,3-1 2-16,2-6-6 0,0-3-3 0,1-2-1 15,0-4 1-15,0 1-5 0,1-4-4 0,0-1 5 0,-1-5 0 16,0 2 2-16,0-2-1 0,0-2 5 0,0 1 12 15,0-4 15-15,0 5 7 0,0-5 3 0,0 0 1 16,0 0-45 0,0 0-22-16,7-12-21 0,-6 5-23 0,0-3-31 15,0 0-36-15,-1-6-41 0,2-1-42 0,-1-10-68 16,0 2-315-16,1-2-630 0,-1-4 279 0</inkml:trace>
  <inkml:trace contextRef="#ctx0" brushRef="#br0" timeOffset="44643.28">20989 3692 233 0,'0'-11'294'16,"0"7"-8"-16,0-3-24 0,0 4-20 0,0-1-19 15,0 4-29-15,0-7-25 0,0 7-20 0,0 0-13 0,0 0-16 16,0 0-10-16,-11 21-11 0,2-5-11 0,-5 9-7 16,-3 7-4-16,-2-2-6 0,-7 14-7 0,-3-1 2 15,2 0-35-15,-2-1-36 0,3 1-43 0,-3-4-48 0,8-7-47 16,2-2-80-16,2-3-191 0,0-1-448 0,8-9 199 15</inkml:trace>
  <inkml:trace contextRef="#ctx0" brushRef="#br0" timeOffset="44843.54">20762 4434 256 0,'-3'2'316'0,"3"-2"1"0,-4 5-6 0,4-5-11 15,0 0-25-15,13 4-28 0,7-4-24 0,15-2-22 0,16 0-65 0,4 1-68 16,1-4-95-16,3 2-102 0,-7-2-287 0,2-2-451 16,-16-1 200-16</inkml:trace>
  <inkml:trace contextRef="#ctx0" brushRef="#br0" timeOffset="54845.39">5834 8079 45 0,'-5'-1'200'0,"5"1"-7"0,0 0-14 0,0 0-11 16,0 0-8-16,-4-3-8 0,4 3-7 0,0 0-6 15,0 0-11-15,0 0-7 0,-1-4-9 0,1 4-13 0,0 0-8 16,0 0-7-16,0 0-7 0,0 0-6 0,0 0-6 16,0 0-7-16,0 0-1 0,0 0-2 0,0 0-10 15,0 0-6-15,0 0-5 0,-7-1-3 0,7 1-2 16,0 0-2-16,0 0-7 15,0 0-3-15,0 0 0 0,0 0-3 0,0 0 0 16,0 0-3-16,0 0 2 0,0 0-2 16,0 0 0-16,0 0 0 0,0 0-4 0,0 0 1 15,0 0-3-15,0 0-2 0,0 0 0 0,0 0 2 16,0 0-1-16,0 0-5 0,0 0 4 0,0 0 2 0,0 0-3 16,0 0-1-16,31 0-4 0,-14-1 8 0,3-3-5 15,11 2 1-15,1-3 1 0,2 3 1 0,6-3 1 0,-2 1 2 16,1-1-2-16,-2 3 4 0,-3-2 1 0,-1 0-1 15,-2 1 0-15,1 2-2 0,-10 0 0 0,-2-1-3 16,-2 0 2-16,-4 1-2 0,-2 1-3 0,-1 1-10 16,-2-1-23-16,-3 0-25 0,0 0-25 0,-6 0-15 15,8 2-10-15,-5 1-11 0,-2-2-14 0,-1-1-16 0,-4 10-198 16,-2-7-373-16,1 2 165 0</inkml:trace>
  <inkml:trace contextRef="#ctx0" brushRef="#br0" timeOffset="55430.47">5937 8320 6 0,'-6'0'215'0,"1"2"-9"0,0-1-1 16,5-1-7-16,0 0-2 0,-8 1-7 0,8-1-9 15,-4 1-13-15,4-1-4 0,0 0-21 0,0 0-13 16,0 0-14-1,-7 2-11-15,7-2-11 0,0 0-10 0,0 0-8 16,0 0-2-16,0 0-11 0,0 0-11 0,0 0-1 16,-3 1-7-16,3-1 1 0,0 0-9 0,0 0-7 15,0 0 0-15,0 0-6 0,0 0 1 0,0 0-4 16,0 0-1-16,0 0-8 0,0 0 3 0,0 0 2 16,0 0-3-16,0 0-3 0,0 0-1 0,0 0-1 15,0 0 0-15,0 0-1 0,0 0-1 0,0 0 1 0,0 0 0 0,0 0-4 16,0 0-1-16,0 0 4 0,0 0-3 0,0 0-3 15,0 0 3-15,0 0-2 0,0 0 1 0,0 0 1 16,0 0-5-16,0 0 0 0,0 0 2 0,0 0 6 16,0 0-5-16,14 3 1 0,-3-4-3 0,2 1 4 15,9-2-2-15,10 1 2 0,6-2 2 0,2-3-3 16,0 3-1-16,13-1 1 0,-13 1 0 0,10-2 7 0,-14 5-7 0,-3-4-4 16,0 3 3-16,-3-3-2 0,-9 3 2 0,2 0 2 15,-6-1-2-15,-3 2 1 0,-4 0-2 0,-1-1 1 16,0 1 0-16,-1 0-1 0,-8 0-2 0,9 0-5 15,-9 0-13-15,6 0-14 0,-6 0-17 0,0 0-5 16,0 0-5-16,0 3-14 0,0-3-25 0,-9 5-32 16,4-3-42-1,-4 0-220-15,4-2-429 0,-4 2 190 0</inkml:trace>
  <inkml:trace contextRef="#ctx0" brushRef="#br0" timeOffset="56532.43">7498 7990 48 0,'0'0'183'0,"0"0"-15"16,0 0-15-16,0 0-5 0,0 0-8 0,0 0-12 15,0 0-11-15,0 0-9 0,0 0-12 0,0 0-7 16,0 0-6-1,0 0-7-15,0 0-8 0,0 0-15 0,0 0 1 0,0 0-11 16,0 0 1-16,0 0-4 0,0 0-4 0,0 0-2 16,0 0-10-16,0 0 5 0,0 0-6 15,0 0-1-15,21 0 3 0,-13 0-10 0,3-1-6 16,0 1-2-16,-1 0-6 0,3-3-1 0,1 0-2 0,-2 1 0 16,1-1-4-16,0-1 3 0,5-1-2 15,-6 1 3-15,0 0 1 0,0-1-3 0,-3 0 3 0,1 0 4 0,-1 1 5 16,-2-2 12-16,-4 2 9 0,3 0 5 0,0-3 6 15,-4 2 12-15,2 0 8 0,-3 1 1 0,2-1 6 0,-3-1-7 16,0 1-7-16,-3 0-7 0,2 1-7 16,-4 0-4-16,-2 0-7 0,0 3-3 0,-3-2 2 15,-3 3-9-15,0 0-2 0,-8 2-2 0,0 0-3 16,-6 6-2-16,-2 0-4 16,-2 1-2-16,-3 6 1 0,-1-1-2 0,3 3 0 15,-10 7 7-15,10-3-10 0,5 4-3 0,-2 1 3 16,5 0-1-16,2 2 2 0,1-1 0 0,4 0-1 0,4 1-1 15,5-2 2-15,3-1 3 0,5-6 11 0,6 1-3 16,5 2 5-16,4-1 6 0,4-3 9 0,7-1 7 16,3-4 0-16,4 2 10 0,6-5-10 0,12 0-2 15,-13-6 2-15,14 1-2 0,-16-2 0 0,0-4-1 0,0 1-4 16,-2-2 9-16,-12 2 0 0,-1 0 3 0,-6-1 8 16,-4 0 4-16,1 1 8 0,-5-2-1 0,1 2 0 15,-3 0 14-15,0-2 1 0,-5 2-8 0,8 0 5 16,-8 0-12-16,9 0-7 0,-9 0 1 0,0 0-30 0,5-1-40 15,-5 1-39-15,0 0-53 0,0 0-72 16,0 0-82-16,4-2-337 0,-4 2-646 0,0 0 286 0</inkml:trace>
  <inkml:trace contextRef="#ctx0" brushRef="#br0" timeOffset="60989.67">9064 7945 159 0,'-1'-5'186'16,"2"-1"-10"-16,2 3 1 0,-1-3-9 0,-2 2 2 16,3-1-8-16,1 2-7 0,1-2-8 0,-1 3-6 15,-3-2-10-15,3 1-6 0,1 0-11 0,0 2-8 16,-2-2-12-16,1 1-12 0,-4 2-18 0,6-3-8 15,-2 2-11-15,-4 1-11 0,10 0-8 0,-1 1 1 0,0 1-13 0,2 1 1 16,-2 4-2-16,0 0-7 0,7 1-2 0,-5 3-3 16,0 4-8-16,1-3 6 0,-2 4 1 0,3 1-2 15,-6 1 1 1,4 6-1-16,-7-6-1 0,2 7 0 0,-5-5-8 16,-1 4 10-16,-1 1-1 0,-9-1-1 15,4 0 3-15,-1-5-3 0,2 0 1 0,-6-1 0 0,3-3-1 16,-2 1 3-16,0-4-1 0,1-1-1 0,2-2-2 0,1-1 4 15,0-4 2-15,0 2-1 0,3-2 1 0,0 0 7 16,0-1 12-16,-1 1 29 0,4-4 30 0,-3 2 23 16,3-2-2-16,0 0-16 0,0 0-2 0,2-14-13 15,3 2-7-15,2-2-6 0,5-4-5 0,4-4 5 16,2-2-18-16,0-2 0 0,3 0-1 0,1-1-12 16,-4 1-2-16,4 2-4 0,-2 2 2 0,-4 2-3 0,-4 7 2 0,-4 4 5 15,0 0-1-15,-2 2-8 0,-1 1 3 0,0 2-9 16,-1-2-3-16,-1 4-4 0,-2-1-13 0,-1 3-15 15,0 0-2-15,0 0 5 0,4 8-8 0,-6 1 16 16,0 3-5-16,-2 5 2 0,0 3 1 0,-3 2 4 16,2 3-1-16,-1 1 4 0,1-2 0 0,4-3-10 15,0-1-3-15,3 0-5 16,2 3-6-16,4-3-3 0,3-5 8 16,2-1-28-16,10 3-32 0,6-2-58 0,6-5-90 0,1-6-241 15,3 0-513-15,1-4 227 0</inkml:trace>
  <inkml:trace contextRef="#ctx0" brushRef="#br0" timeOffset="61760.15">9879 8240 132 0,'-4'2'129'0,"4"-2"-7"0,0 0-7 15,0 0-3-15,0 0-8 0,0 0 2 0,0 0-6 16,-5 1-2-16,5-1 1 0,0 0 1 0,0 0-1 16,0 0-5-16,0 0-7 0,0 0-8 0,0 0 3 15,0 0-7-15,0 0-12 16,0 0-3-16,0 0-6 0,0 0-5 16,0 0-7-16,0 0-2 0,0 0-8 0,0 0 3 15,0 0-8-15,0 0-1 0,0 0-6 0,0 0 0 0,0 0-3 16,0 0-1-16,0 0 0 0,0 0 3 0,0 0-4 15,0 0-7-15,0 0 8 0,0 0 3 0,0 0-3 16,0 0 0-16,0 0 4 0,0 0-4 0,0 0-3 16,0 0 0-16,0 0 3 0,0 0-3 0,0 0 1 0,0 0-1 0,0 0-2 15,0 0-1-15,0 0 0 0,0 0-6 0,0 0 3 16,0 0-1-16,0 0 1 0,0 0-2 0,0 0 1 16,0 0-1-16,0 0-2 0,0 0 2 0,0 0 1 15,0 0-4-15,0 0 1 0,0 0 3 0,0 0 10 16,0 0 1-16,0 0 1 0,0 0-2 0,0 0 4 15,17-5-6-15,-12 4-1 0,7-2 1 0,7 1-1 0,1-2-2 16,10 1 2-16,-3-1-3 0,4 1 1 0,-1-1-1 0,3-2-6 16,-1 4 4-16,-5-1 0 0,3-3-3 15,-10 5-2-15,2-3 1 0,-3 2-1 0,-1-1-3 16,-4 1-3-16,-4-1-5 0,-2 2-20 0,-2-1-25 16,-1 1-18-16,0 1-30 0,-5 0-46 0,0 0-22 0,0 0-202 15,0 0-402 1,-20-5 179-16</inkml:trace>
  <inkml:trace contextRef="#ctx0" brushRef="#br0" timeOffset="62091.24">10110 8103 164 0,'0'0'298'0,"0"-7"-6"0,0 4-21 0,0 3-8 16,-2-7-26-16,2 7-23 0,0-5-14 0,0 5-24 15,0-3-16-15,0 3-4 0,0 0-31 0,-1-5 2 16,1 5-30-16,0 0-5 0,0 0-17 0,0 0-15 16,0 0-15-16,0 0-9 0,0 0-7 0,0 0-3 15,0 17 0-15,0-6-7 16,-2 2 3-16,4 4-1 0,-2 3-5 0,0 1-3 16,3 4 4-16,-1-7-2 0,0 2-2 0,0-1-4 15,2 1 2-15,-1-2 0 0,0 0-1 0,1 0 0 16,-1 1-4-16,-1-2 2 0,2-5-5 0,-4 0 0 15,1 0 1-15,2-4-4 0,-3-1-7 0,0 0 1 16,0-2-6-16,3 0 3 0,-3-1-1 0,0 1 2 16,0-5-12-16,0 5 3 0,0-5-15 0,-2 3-14 0,2-3-31 0,0 0-47 15,0 0-56-15,0 0-57 0,-5-16-196 0,5 9-469 16,4-2 209-16</inkml:trace>
  <inkml:trace contextRef="#ctx0" brushRef="#br0" timeOffset="62444.17">10553 7985 102 0,'0'-4'267'0,"0"4"-16"0,-1-4-18 0,1 4-28 0,1-5-15 16,-1 5-21-16,0 0-21 0,0 0-16 0,0 0-15 0,0 0-14 15,0 0-10-15,1 14-11 0,1-3-9 0,0 0-8 16,-1 8-7-16,2 6-4 0,0-6-6 0,3 5-6 16,-2 1-2-16,-1 1-5 0,1-2-4 0,3 1 3 15,-5-7-9-15,5 0-4 0,-6-1 2 0,4-1-2 16,-1-3-5-16,1-1 1 0,-4-2 1 0,3-2-6 16,-4 0 2-16,4 0-2 0,-4-3-1 0,3-1-1 0,-2-1 3 0,-1 1 0 15,0-4 1-15,1 5 17 0,2-3 1 0,-3-2 0 0,1 3 1 16,-1-3 0-16,0 0-4 0,0 5 2 15,0-5-3-15,0 0-6 0,0 0 1 0,0 0-2 16,0 0-1-16,0 0-7 0,0 0-3 0,0 0-20 16,0 0-51-16,-4-14-69 0,4 6-97 0,-1 0-230 0,1-5-496 15,0-2 220 1</inkml:trace>
  <inkml:trace contextRef="#ctx0" brushRef="#br0" timeOffset="62722.45">10766 7827 208 0,'3'-3'207'0,"-3"3"-14"0,6 0-28 0,-6 0-6 16,9 3-16-16,1 1-13 0,6 5-10 15,-2 4-8-15,4 4-10 0,1 4-5 0,2 6-11 16,-2 2-2-16,-2 4-8 0,0 11-5 0,-5-10-4 15,-3 11-12-15,-4-8-4 0,-5 8-4 0,-3-9-3 0,-7 10-1 0,-3-12-9 32,-6 9 3-32,-9-4-8 0,-4-2 2 0,0 2-6 0,-9-7-2 0,-4 0-3 0,-6-5-15 0,-2 0-29 15,-6-1-38-15,-4-2-61 0,-1-6-75 0,-25 2-146 32,29-9-370-32,-1-6 163 0</inkml:trace>
  <inkml:trace contextRef="#ctx0" brushRef="#br0" timeOffset="63339.28">9140 7700 84 0,'0'-7'109'0,"0"4"4"16,0 3 0-16,0-5-7 0,0 5 8 0,0-7-2 16,-1 3 4-16,1 4-1 0,0 0 0 0,0-4-5 15,0 4 0-15,1-5-4 0,-1 5-10 0,0 0-7 16,-1-4-14-16,1 4-7 0,0 0-9 0,0 0-9 16,0 0-7-16,0 0-6 0,0 0-5 0,-12 13-1 0,3 4-2 15,-5 14-6-15,-9 11 1 0,-9 9-8 16,-10 26-1-16,-3-1-5 0,3 0 12 0,-1-3 6 0,13-17-3 0,7-3-4 15,3 2 1-15,6-4 6 0,4 2-4 0,6-7-1 16,8-9 1-16,7-3-6 0,2 1 2 0,16 3 1 16,7-3 0-16,14-4 0 0,3-8-5 0,9-5 2 15,27 2-17-15,-31-10-76 0,8-2-116 0,-6-7-178 16,1-2-398-16,-7-6 177 0</inkml:trace>
  <inkml:trace contextRef="#ctx0" brushRef="#br0" timeOffset="85103.76">8342 8040 41 0,'3'-3'81'0,"-3"3"-12"0,0 0-1 15,0 0-2-15,0 0-13 0,0 0-3 16,0 0-9-16,0 0 4 0,3-2-20 0,-3 2-1 0,0 0-5 16,0 0-2-16,0 0 0 0,0 0-6 0,0 0-10 15,0 0-6-15,0 0-13 0,0 0-16 0,0 0-17 16,0 0-36 0,0 0-94-16,0 0 42 0</inkml:trace>
  <inkml:trace contextRef="#ctx0" brushRef="#br0" timeOffset="87073.43">8341 8086 101 0,'0'0'101'0,"0"0"-5"0,-2-3-10 15,2 3-9-15,0 0-1 0,0 0-5 0,0 0 1 0,-3-4-15 16,3 4 9-16,0 0 1 0,0 0-2 0,0 0-6 16,1-4 2-16,-1 4 1 0,0 0-1 0,0 0 4 15,-1-4-10-15,1 4 6 0,0 0 1 0,0 0-8 16,0 0 1-16,0 0-2 0,0-5-4 0,0 5-9 16,-1-3 6-16,1 3-7 0,0 0 6 0,0-5-1 15,0 5-6-15,0 0 0 16,0 0-5-16,-3-5-3 0,3 5-5 0,0 0-6 15,0 0 1-15,0 0 1 0,0 0-2 0,0 0-4 16,4-4-3-16,-4 4 0 0,0 0-3 16,0 0-5-16,0 0-1 0,0 0-6 0,0 0 5 0,-4 12-2 15,4-6-1-15,3 2 3 0,-6-1-2 0,3 1 2 16,3 4-2-16,-3-1-2 0,0 0 0 0,-3 1 2 16,6-1-8-16,-3 0 9 0,1 3 4 0,0-4-6 0,-1 4 1 15,2-3-2-15,-1 1 3 0,1-2 2 0,0 1-3 0,-2-5 1 16,1 2-1-16,0-1 2 0,1 0-4 0,-4-1 3 15,4-4 3-15,-4 2-2 0,2-4 1 0,-2 6 2 16,2-3 1-16,0-3 4 0,1 4 4 0,-1-4 6 0,1 4 9 16,-1-4 12-16,0 0 16 0,0 0 9 0,2 4 16 15,-2-4 10-15,0 0-4 0,0 0-1 0,0 0-7 16,0 0-9-16,5-15-11 0,-3 8-2 0,2-4-5 16,-1 0-9-16,5-4-4 0,-2-1-1 0,0-2-10 0,-1 1-2 15,4-1-3-15,0-2-1 0,0 3 3 16,2-6-5-16,0 6-5 0,-1 2-2 0,0 0-6 15,-1 1 5 1,0 4-5-16,-2 0 4 0,0 1-8 0,-1 1 3 16,-2 3-4-16,-1 1 0 0,1-2 8 0,0 3-13 0,-3-1 1 15,3 2-4-15,-4 2 2 0,0 0-2 0,14 5 0 16,-9-1 1-16,0 3 0 0,4 0-1 0,-3 4 2 16,1 0 11-16,-1 2-13 0,1 4 1 0,-1-1-2 0,0-1 0 15,-1 2 1-15,3-1 3 0,-4-2 0 16,2 0 1-16,-5-4-3 0,3 3 3 0,0-2 7 15,-3-1-6-15,2 1-2 0,-2-5-2 0,3 1-2 0,-4-1 7 0,1-1-3 16,2 0 2-16,-3-1 10 0,0 1-10 0,0-5 0 16,0 6-2-16,0-3 4 0,0-3-4 0,1 2 4 15,-1-2 0-15,0 0-4 0,0 0 2 0,0 5 3 16,0-5-3-16,0 0 1 0,3 2 3 0,-3-2-6 16,0 0 5-16,0 0-1 0,0 0-2 0,0 0 1 15,0 0 1-15,0 0 3 16,1 5-1-16,-1-5-3 0,0 0 2 0,0 0 1 15,0 0 2-15,0 0-8 0,0 0 5 0,0 0 0 16,0 0-2-16,0 0-3 0,0 0-4 0,0 0-15 16,0 0-20-16,0 0-39 0,0 0-31 0,0 0-31 0,0-13-54 15,0 13-66-15,0-9-165 0,0 5-464 0,0 1 206 16</inkml:trace>
  <inkml:trace contextRef="#ctx0" brushRef="#br0" timeOffset="87539.21">8731 7923 170 0,'0'0'208'0,"0"0"-21"0,0 0-14 0,-5-5-17 0,5 5-23 15,0 0-15-15,0 0-4 0,0 0-15 0,0 0-13 16,0 0-10-16,0 0 0 0,0 0-12 0,5 15-6 16,-3-5 0-16,1-1-6 0,-2 3-2 0,2 4-4 0,-2 1-5 15,2 0-5-15,-1-2 1 0,1 5-12 0,-1-5 2 0,0 2-3 16,0-2-2-16,2 1 4 0,-3-4-8 16,0 0-5-16,1 0 2 0,2-2 1 0,-4 0-2 15,2-3-1-15,0 0-1 0,-1 0-2 0,-1-2-1 16,1-2 0-16,0 1-4 0,-1 1 7 0,0-5 5 0,2 5 0 15,-2-5 8-15,1 3 9 0,-1-3 8 0,0 5 9 0,0-5 6 16,1 2 7-16,-1-2 1 0,0 0 3 0,0 0-4 16,0 0 0-16,0 0 1 0,0 0 1 0,0 0-2 15,0 0-4-15,0 0-5 0,0 0-6 0,0 0-7 16,0 0-5-16,0 0 2 0,0 0-4 0,0 0-5 16,0 0-7-16,0 0-5 0,7-7-11 0,-7 7-24 15,0 0-23-15,2-6-29 16,-2 6-28-16,0-2-33 0,0 2-48 0,0 0-26 15,3-5-67-15,-3 5-139 0,0 0-445 0,-3-5 197 16</inkml:trace>
  <inkml:trace contextRef="#ctx0" brushRef="#br0" timeOffset="88888.6">7112 8337 90 0,'0'0'106'15,"0"0"-11"-15,-8-2 20 0,8 2-26 0,0 0 7 16,0 0 1-16,0 0-1 0,0 0-6 0,0 0 0 15,-5 2-4-15,5-2-5 0,0 0-13 0,0 0-3 16,0 0-8-16,0 0-2 0,0 0-4 0,0 0-6 16,0 0-3-16,0 0-5 0,0 0-6 0,0 0 1 15,0 0-11-15,0 0 2 16,0 0-3-16,0 0-6 0,0 0 2 0,0 0-1 16,0 0 0-16,0 0-2 0,0 0 1 0,17-6-4 15,-10 5 0-15,5-1 0 0,3-1 5 0,3 0 7 16,9-4 1-16,8 3 5 0,3-4 5 0,23 1 10 15,37-8 0-15,2-2 11 0,10 4-2 0,11-1-1 16,6 2 2-16,2 0-4 0,4-4-4 0,5 8-3 16,10-3-5-16,4 1-4 0,-4 0-5 0,-7 0 1 0,0 2-2 0,-12-2-4 15,-4 0-6-15,-2 3 5 0,-6 1-7 0,-7-3 3 16,-9-1-10-16,-6 0 2 0,-30 5 0 0,1-2 3 16,1 2 0-16,-6 0 1 0,-4 1-5 0,-3-2-3 15,-17 5 3-15,0-2 1 0,-6 1-2 0,-3-1-3 16,-9 2 0-16,-5 0-4 0,-1 1 9 0,-3-3 11 0,-1 0 9 15,-5 3 3-15,4 0 6 0,-1 0 2 0,-7 0-4 0,8-1-6 16,-8 1 3-16,8 0-6 0,-8 0 0 16,0 0 4-16,6 0-10 0,-6 0-4 0,0 0-3 15,0 0 1-15,8 0-4 0,-8 0 10 0,0 0-11 0,0 0 0 16,3-3-6-16,-3 3 3 0,0 0-1 0,0 0-4 16,0 0 2-16,0 0-2 0,0 0-2 0,0 0 5 15,0 0-1 1,0 0-2-16,0 0 0 0,0 0 7 0,0 0-9 15,0 0 2-15,0 0-4 0,0 0 3 0,0 0-1 0,0 0 4 16,0 0-4-16,0 0-1 0,0 0 1 16,0 0-2-16,0 0 4 0,0 0-5 15,0 0 4-15,0 0-3 0,0 0 0 0,0 0 2 0,0 0 0 0,0 0-4 0,0 0 6 0,0 0-4 16,0 0-1-16,0 0-2 0,0 0 4 16,0 0-1-16,6-1 1 0,-6 1-2 0,0 0 4 15,0 0 0-15,0 0-2 0,0 0 0 0,0 0 1 16,0 0 1-16,0 0-3 0,0 0 12 0,0 0-9 15,0 0-2-15,0 0-2 0,0 0 3 0,0 0 2 16,0 0-1-16,0 0-3 0,0 0 0 0,0 0 4 16,0 0-3-16,0 0-1 0,0 0 2 0,0 0-1 15,0 0-4-15,0 0 4 16,0 0-4-16,0 0 4 0,0 0-1 0,0 0 1 16,0 0-2-16,0 0 2 0,0 0-3 0,0 0 4 15,0 0-4-15,0 0 1 0,0 0 2 0,0 0-1 16,0 0 0-16,0 0 2 0,0 0 0 0,0 0 0 15,0 0-3-15,0 0 2 0,0 0 6 0,0 0-6 16,0 0 1-16,0 0 0 0,0 0 7 0,0 0-8 16,0 0 0-16,0 0 0 0,0 0-1 0,0 0-3 0,0 0 2 0,0 0-2 15,0 0 3-15,0 0-1 0,0 0-4 0,0 0-2 16,0 0-2-16,0 0 1 0,0 0 0 0,9 4-10 16,-4-4-10-16,1 1-24 0,3 2-21 0,0 0-32 15,4-1-44-15,5-2-47 0,-4 2-238 0,5-1-472 16,3 0 209-16</inkml:trace>
  <inkml:trace contextRef="#ctx0" brushRef="#br0" timeOffset="90514.68">11809 7925 60 0,'0'0'199'0,"-4"-2"-13"0,4 2-13 15,0 0-23-15,0 0-1 0,0 0-16 0,0 0-10 16,0 0-13-16,0 0-10 0,0 0-10 0,0 0-8 0,0 0-6 0,0 0-10 0,0 0-5 16,0 0-3-16,0 0-4 0,0 0-9 0,0 0-2 15,0 0-5-15,0 0-4 0,0 0-4 16,0 0-2-16,4-7-4 0,-4 7 0 0,7-2-5 16,-2-1-1-16,1 0-4 0,0 2 3 0,3-3-6 0,0 0-2 15,4 1 7-15,-6-1-7 0,4-1-3 0,-1 0 4 16,-1 1-2-16,0 0-1 0,1 0-1 15,-2 2 11-15,-3-4 4 0,2 2 6 0,-3 2 1 16,-1-1 4-16,1 2-5 0,-4 1-4 0,5-4-6 0,-5 4-1 16,0 0-12-16,0 0 9 0,0 0-9 0,0 0 3 0,-28 8-1 15,6-1 0-15,-10 8 2 0,2 4-8 0,-1-2 2 16,-11 9 6-16,12-8-6 0,1 3-4 0,1 2 1 0,1 0-1 16,4 1 0-16,3 2 7 0,3-3-3 15,4 4-3-15,3-3-1 0,6 2 9 0,6-5 0 0,4-3 5 16,9 5 1-16,4-3-2 0,7-3 9 0,6-2-5 15,5-3 4 1,12 0-3-16,0-5 3 0,6-2-4 0,-5-2 0 16,4-4 0-16,-4 2 2 0,-12-4-2 0,-1 3-3 15,-4-1-3-15,-2 1 1 0,-9-1 2 0,-5-2-2 16,-4 3 8-16,-2-2 4 0,-1 2 5 0,-4 0 0 16,1 0-6-16,-7 0 0 0,7-3-4 0,-2 3-6 15,-5 0-4-15,4-2-17 0,-4 2-46 0,0 0-50 16,0 0-72-16,0 0-263 0,0 0-476 0,-18-3 210 0</inkml:trace>
  <inkml:trace contextRef="#ctx0" brushRef="#br0" timeOffset="93152.82">13410 7815 47 0,'0'0'166'16,"0"0"-7"-16,0-5-10 0,3 2 2 0,-3 3 5 15,0-4 2-15,0 4-9 0,0-6-9 0,0 4-7 16,0 2-1-16,1-9-1 0,-1 6-4 0,1-1-14 15,-1 0-1-15,3 2-6 0,-3 2-5 0,0-8-2 16,1 4-11-16,2 1-5 0,-3 3-6 0,0 0-11 0,1-2-8 16,-1 2-7-16,0 0-10 0,0-4-6 0,0 4-8 15,0 0-8-15,0 0-5 0,4 9-3 0,-4-2 4 0,6 3-10 16,-6 4 0-16,4 1 1 0,-3 10-2 0,3 1 2 16,0 2-5-16,-1 0 6 0,-1 1-4 15,2-2 1-15,-1 1 0 0,-2-1 1 0,5-3-1 16,-2 1 1-16,-1-4-2 0,2-4-2 0,-1 2 3 0,0-1-2 0,-2 1-2 15,3-8 1-15,-2 2 2 0,0-1-1 0,-1-2-1 16,-1-1 2-16,2-3-1 0,-3 0-2 0,2-1 2 16,-2 1-1-16,3-2-2 0,-5-1 8 0,4 1-4 15,-2-4 4-15,1 5-3 0,0-3-2 0,-1-2 6 0,2 4 8 32,-2-4 3-32,0 0 13 0,0 0 21 0,0 0 31 15,-2 6 9-15,2-6 25 0,0 0-10 0,0 0-13 0,0 0-11 16,0-17-12-16,2 7 0 0,0-2-15 0,2-4-10 0,2-4 2 15,2-6-6-15,0-1-13 0,-1 0 6 16,5-4-14-16,-3 1-5 0,0 1 3 0,2 6 2 16,-2-3-8-16,0 2-7 0,1 8 8 0,-2-3-9 15,-3 4 3-15,4 0 0 0,-4 1 0 0,4 5-5 0,-4-2 3 16,-1 1 6-16,1 3-10 0,2 2-3 0,-5 0-5 0,3 2 15 16,-2-2-17-16,1 4 0 0,-4 1-8 0,11 1 8 15,-3 4-9 1,-1 0 1-16,0 3 6 0,-1 5-7 0,4 4 7 0,1 5-2 15,-5-3 1-15,3 8 1 0,0 0-2 0,-4-1-1 16,1 3 6-16,0-2 2 0,-1-1-6 0,0-2 7 16,-3-4 3-16,2-1-7 0,-1 1 6 15,-1-2-7-15,0-1 19 0,0-1-10 0,-2-4-7 0,0-2 0 16,0 1 5-16,0-5-1 0,1 0 0 0,-1 0 0 16,0-1 0-16,0 0 0 0,0-1 7 0,0-1 11 15,3 2-18-15,-3-5 5 0,0 3-2 0,0-3 6 16,0 0 2-16,0 6-6 0,0-6-1 0,0 3 2 15,0-3 3-15,0 0-2 0,0 0-3 0,0 0 2 16,0 0-3-16,0 0 0 0,0 0 2 0,0 0 1 0,0 0 2 0,1 4-5 16,-1-4 2-16,0 0 5 0,0 0-8 0,0 0 1 15,0 0 11-15,0 0-13 0,0 0 3 0,0 0 0 16,0 0-6-16,0 0 8 0,0 0-5 0,0 0 0 16,0 0-5-16,0 0 4 0,0 0 6 0,0 0-1 15,0 0-3-15,0 0 3 0,0 0 2 0,0 0-10 0,0 0 7 16,0 0 2-1,0 0 4-15,0 0-7 0,0 0 2 0,0 0 1 16,0 0-3-16,0 0 4 0,0 0-2 0,0 0-4 16,0 0 2-16,0 0 6 0,0 0-8 0,0 0 4 15,0 0-1-15,0 0 1 0,0 0 1 0,0 0-4 16,0 0 2-16,0 0-2 0,0 0 5 0,0 0-2 16,0 0-3-16,0 0 3 0,0 0 1 0,0 0-2 15,0 0 1-15,0 0-6 0,0 0 4 0,0 0 3 0,0 0-12 0,0 0-6 0,0 0-31 16,0 0-46-16,0 0-46 0,4-13-42 0,-3 10-48 15,3-2-79-15,-4 0-243 0,0-1-593 16,0 2 262-16</inkml:trace>
  <inkml:trace contextRef="#ctx0" brushRef="#br0" timeOffset="93683.66">14113 7703 28 0,'-1'-5'252'0,"1"0"-12"0,0 1 0 16,0-3-15-16,0 7-3 0,0-8-11 0,0 5-16 0,0 3-17 16,0-3-15-16,0 3-14 0,1-5-17 15,-1 5-16-15,0 0-7 0,0 0-16 0,0 0-8 16,0 0-13-16,0 0-9 15,0 0 0-15,3 14-8 0,1-2-4 0,1 2-8 16,-4 3-1-16,3-1-7 0,-1 9-5 0,0 0-1 16,0 1 3-16,0 1-4 0,1-3-3 0,-1 3-1 15,1-2-4-15,0 0 1 0,-3-8-4 0,5 0-5 16,-3 0 1-16,-1 0 10 0,1-3-13 0,-1-4 0 16,0 2-2-16,-1-3 4 0,0-1-1 0,1-3-9 15,-1 0 4-15,0-1 2 0,2 0-2 0,-2 1-2 0,0-3 2 0,-1 2 0 16,0-4-2-16,0 5-1 0,0-5-8 0,-1 3-5 15,1-3-6-15,0 0-14 0,0 0-16 0,1 4-18 16,-1-4-19-16,0 0 9 0,2 5-23 0,-2-5-15 16,1 4-19-16,-1-4-29 0,0 0-15 0,-1 7-231 15,-2-6-438-15,3-1 194 0</inkml:trace>
  <inkml:trace contextRef="#ctx0" brushRef="#br0" timeOffset="93937.29">14194 8474 177 0,'-2'4'346'0,"4"-1"9"0,-2-3 10 0,0 0 3 15,0 0-11-15,1 4-21 0,-1-4-30 0,0 0-35 16,0 0-27-16,0 0-22 0,0 0-21 0,0 0-23 15,0 0-19-15,0 0-52 0,0 0-67 0,0 0-101 16,6-8-121-16,-3 1-110 0,1 2-292 0,0 0-630 0,-1-4 278 16</inkml:trace>
  <inkml:trace contextRef="#ctx0" brushRef="#br0" timeOffset="95337.93">15020 7691 2 0,'4'-2'180'0,"1"-5"-12"0,1 2-16 0,1 0-10 0,1 0-12 16,2-1-18-16,0 2-8 0,4 1-11 16,-1 2-2-16,6 1-7 0,-1 4-5 0,-3 1-7 15,3 4 0-15,-1 0-8 0,1 4-9 0,-4 1 0 0,-4 3-7 16,5 5 0-1,-4 1-7-15,-1 3-5 0,-5 0-3 0,-2 0-7 16,-1 2 1-16,-4 1-4 0,-2-2 2 0,-5-2-8 16,1 1 4-16,-2 0-1 0,-3-2-3 0,2 0-2 15,-1-7-1-15,1-2 1 0,-5 5-3 0,6-6 1 16,1-5-2-16,-1 3-3 0,-2-4 4 0,4-1-4 16,1 0 1-16,-1 0 3 0,3-4 4 0,-1 0 29 15,2 0 20-15,0 1 24 0,2-2 27 0,2-2 29 0,-4 3 23 0,4-3 9 16,0 0-9-16,0 0-26 0,1-12-7 0,3 2-22 15,2-7-16-15,8-6 12 0,1-3-27 0,2-2-6 16,5-4-7-16,6-8-20 0,-1 0-2 0,-5 12-12 16,-2 1-2-16,-3-1-2 0,1 6-6 0,-3 0 3 15,-4 8-3-15,1 0-5 0,-5 3-7 0,0 1 2 16,-4 6-1-16,0 0-6 0,1-1-1 0,0-1-19 0,-3 3-19 0,2 2-11 16,-3 1 6-16,0 0-3 0,0 12 10 0,0-1 1 15,-5 5 0-15,1 3 1 0,0 4 4 0,0 6 4 31,-1-2 1-31,0 1 3 0,3 1 1 0,0-3 2 16,1-1 1-16,4-4 0 0,4 4 3 0,-2-6 2 16,3-2-1-16,2 0 0 0,7-2-10 0,6-1-20 15,0-1-28-15,6-4-34 0,3-2-45 0,4 0-62 0,1-7-73 0,-4 0-231 16,2 0-552-16,1-2 244 0</inkml:trace>
  <inkml:trace contextRef="#ctx0" brushRef="#br0" timeOffset="97810.88">15846 7887 14 0,'0'0'146'0,"0"0"-13"0,-8-1-5 0,8 1-3 15,0 0-8-15,0 0-9 0,0 0-12 0,-10 0-6 16,10 0-13-16,0 0-4 0,0 0-1 0,0 0-2 16,0 0-7-16,0 0-8 0,-8 0 4 0,8 0-8 0,0 0 0 15,0 0 3-15,0 0-6 0,0 0-1 0,0 0 5 0,0 0 0 16,0 0-4-16,0 0-5 0,0 0 8 0,0 0 1 16,0 0-5-16,0 0-4 0,0 0-1 0,0 0 9 0,0 0-5 15,0 0 0-15,0 0-4 0,0 0-3 16,0 0-4-16,0 0-2 0,0 0-6 0,0 0-2 15,0 0 0-15,0 0-4 0,0 0-2 0,0 0-1 16,0 0-1-16,0 0-4 16,0 0-2-16,0 0 2 0,0 0-2 0,0 0-1 15,0 0 2-15,0 0-5 0,0 0 4 0,0 0-3 16,0 0 4-16,0 0 4 0,0 0 3 0,0 0 1 16,0 0-8-16,0 0 6 0,0 0-3 0,0 0 0 15,0 0-2-15,0 0-1 0,0 0 0 0,0 0-4 16,0 0-2-16,0 0-2 0,0 0 3 0,0 0-1 15,0 0 0-15,0 0 0 0,0 0-3 0,0 0 0 0,0 0 0 0,0 0 2 16,0 0-3-16,0 0-3 0,0 0 6 0,0 0-3 16,0 0 1-16,0 0-1 0,0 0 1 0,0 0-3 15,0 0-2-15,0 0 2 0,0 0 0 0,0 0-2 16,0 0 2-16,0 0 1 0,0 0 1 0,0 0-1 16,0 0-3-16,0 0 1 0,0 0 0 0,0 0-1 15,0 0-1-15,0 0 0 0,0 0 0 0,0 0-2 0,0 0 4 0,0 0-2 16,0 0-2-16,0 0 2 0,0 0 0 0,0 0 1 15,0 0-2-15,0 0 1 0,0 0 0 0,0 0-1 16,0 0 3-16,0 0 1 0,0 0 5 0,0 0-7 16,0 0-1-1,0 0 1-15,0 0 0 0,0 0-2 16,0 0 6-16,0 0-3 0,17 6 3 0,-17-6-2 16,14-1 0-16,-1 0 1 0,1 0-2 0,7-3 1 0,8 1-1 15,1-1 1-15,2 3 0 0,1-3 3 0,5 1-3 0,-6-2 0 16,1 2 4-16,-3-1-6 0,1 2 2 0,-5-1 1 15,-5 3-1-15,-4-4 0 0,-3 3-4 0,-1 0-2 16,-2-1-8-16,-3 0-15 0,-3 0-20 16,0 2-29-16,-5 0-30 0,7-1-28 0,-7 1-17 0,0 0-50 15,0 0-139-15,-21 0-371 0,10 0 164 0</inkml:trace>
  <inkml:trace contextRef="#ctx0" brushRef="#br0" timeOffset="98090.46">15980 7771 225 0,'-4'-5'260'0,"2"0"-10"0,0-2-2 0,1 2-1 16,-1 1-22-16,0 0-8 0,2 4-19 0,0-5-17 16,0 5-20-16,-4-4-17 0,4 4-15 0,-1-4-17 15,1 4-18-15,0 0-10 0,0 0-17 0,0 0-5 16,-1 17 2-16,1-5-10 0,1 4-8 0,0-1-3 0,3 3-4 15,-2 3-6-15,1 5-1 0,0-7 6 16,3 6-12-16,-2-6-3 0,1 0 2 0,4 4-7 16,-4-4 2-16,1-2-1 0,1 0-8 0,-1-1-10 0,1-4-24 0,-2 2-29 15,0-2-29-15,0-2-33 0,-2 0-28 0,-1 0-63 16,-2-5-259-16,4-1-502 0,-1 2 223 0</inkml:trace>
  <inkml:trace contextRef="#ctx0" brushRef="#br0" timeOffset="98459.43">16482 7711 274 0,'0'-5'320'0,"0"-1"-12"0,0-1-14 15,0 3-17-15,0 1-27 0,0-5-28 0,0 8-16 16,0-4-28-16,0 4-18 0,0-3-20 0,0 3-13 0,0 0-20 16,0 0-9-16,4 19-14 0,-4-7-12 0,5 1-5 15,-1 4-6-15,1 4-4 0,3 1-5 0,-2 4-5 16,3-3-6-16,-5 2-6 0,4 0-4 0,-2-5-4 0,0 4 0 16,0-6 3-16,-1-1-6 0,1 0-3 0,-1-5-1 15,-1-1-6-15,0 2 3 0,1-4-1 0,-2 0-2 16,-2-4 1-16,1 3-4 0,1-1-2 0,1-4 10 15,-2 1-16-15,-1-1-3 0,-1 1-7 0,0-4 0 16,0 0-2 0,0 6-7-16,0-6-2 0,0 0-38 0,0 0-42 15,0 0-41-15,0 0-44 0,-16-11-40 0,10 4-65 16,-2-3-168-16,0-1-493 0,1 0 219 0</inkml:trace>
  <inkml:trace contextRef="#ctx0" brushRef="#br0" timeOffset="98713.95">16615 7495 171 0,'3'-5'200'16,"4"3"-13"-16,-3 0-9 0,-4 2-8 0,13 3-9 16,-7 3-9-16,8 5-5 0,-1 3-4 0,5 6-6 15,-4 10-9-15,3 3 1 16,-1 11-9-16,0 2-4 0,-5 1-11 0,-1 1-4 15,-3 0-8-15,-5 1-6 0,-2-2-10 0,-1-11-9 16,-8 8-3-16,-1-10-6 0,-2-1-7 0,-4-1 4 16,-1-3-13-16,-3-1-9 0,-2 0-6 0,-5-3-17 15,-4-1-25-15,-13 5-26 0,-2-6-39 0,-8 0-42 16,3-4-58-16,-6-7-253 0,0 1-466 0,2-7 207 16</inkml:trace>
  <inkml:trace contextRef="#ctx0" brushRef="#br0" timeOffset="99214.9">15086 7521 37 0,'-2'-3'227'0,"2"-2"0"0,0 5-14 0,-2-6-14 16,2 6-16-16,-3-4-20 0,3 4-17 0,0 0-18 16,-2-1-16-16,2 1-10 0,-7 8-9 0,2 3-9 15,-5 17-8-15,-3 1-5 16,-3 18-8-16,-2 2-5 0,-3 5-13 0,7 4-5 0,0 0-1 15,6 1-3-15,2-4-2 0,6-2-5 0,9-3 2 0,1-7-2 16,6-11 4-16,9 10 4 0,8-6 3 0,6-5-3 16,2-4-4-16,12-6 0 0,2 1-8 0,8-9-27 15,26 6-39-15,-26-9-60 0,29-3-100 0,-31-7-192 16,-1-3-426-16,-6-2 188 0</inkml:trace>
  <inkml:trace contextRef="#ctx0" brushRef="#br0" timeOffset="100047.99">16941 7265 58 0,'0'0'231'16,"0"0"-11"-16,0-7-14 0,0 7-19 0,0 0-9 0,0-2-20 15,0 2-20-15,0 0-7 0,0 0-17 16,0 0-13-16,0 0-6 0,0 0-7 0,5 9-8 0,-2-2-7 16,-2 0-8-16,4 5-5 0,0 0-8 0,-2 0-4 15,-1 4-5-15,2-1-5 0,-1 1-1 0,1 0-7 0,-1 0 2 16,0 2-6-16,1-2-1 0,-2-2-4 0,1-2-2 16,-1-1 0-16,0-1 0 0,-1-2-7 0,0-2 3 15,0 0 1-15,-1-2-2 0,2-1 3 0,-2 1 39 16,0-4 25-16,0 4 29 0,0-4 36 0,0 0 5 15,4 1-11-15,-4-1-20 0,9-9 3 0,-2 2-33 16,1-3-5-16,1-1-2 16,2-2-17-16,-2-2-5 0,5 1-14 0,4-7 8 15,-5 6-7-15,-2 1 19 0,1 0-5 0,-3 3-5 16,0 3-6-16,-3 1-5 0,-2 1-2 0,1 2-5 16,-1 0-4-16,1 0-14 0,-1 3-7 0,-4 1-9 15,0 0-6-15,15 8 0 0,-7-1-2 0,0 2-6 16,3 5 2-16,2 2 1 0,0 0-5 0,2 8-5 15,-2-8-17-15,0 6-34 0,-1 1-54 0,-3-6-53 0,-1 8-69 0,-4-9-404 16,-1 0-700-16,0-5 310 0</inkml:trace>
  <inkml:trace contextRef="#ctx0" brushRef="#br0" timeOffset="103353.53">17683 8028 78 0,'0'0'113'0,"-10"-1"0"0,10 1-16 16,0 0-7-16,0 0-4 0,0 0-13 0,0 0-6 0,0 0-12 15,0 0-5-15,-6 0-1 0,6 0-11 0,0 0-3 16,0 0 21-16,0 0-5 0,0 0 2 0,0 0-3 0,0 0-2 16,0 0 5-16,0 0 3 0,0 0-3 0,0 0 8 15,0 0-8-15,0 0-1 0,0 0 1 16,0 0-6-16,0 0-2 0,0 0-6 0,0 0 9 15,0 0-9-15,0 0-2 16,0 0-2-16,0 0 2 0,0 0-3 0,0 0-2 16,0 0 1-16,0 0-6 0,0 0 2 0,0 0 0 0,-4-3-8 0,4 3 0 15,0 0-5-15,0 0 2 0,0 0-5 0,0 0-2 16,0 0 5-16,0 0-5 0,0 0-5 0,0 0 3 16,0 0-5-16,0 0 5 0,0 0 3 0,0 0-12 15,0 0 4-15,0 0 0 0,0 0 2 0,0 0-1 16,0 0-3-16,0 0-4 0,0 0 5 0,0 0 0 15,0 0-6-15,0 0 5 0,0 0-3 0,0 0-3 16,0 0 2-16,0 0 1 16,0 0 0-16,0 0 0 0,0 0-3 0,0 0 3 15,0 0 2-15,0 0-3 0,0 0 4 0,0 0-4 16,0 0 0-16,0 0-2 0,0 0 4 0,0 0-2 16,-9 3 2-16,9-3 0 0,0 0 1 0,0 0-5 0,0 0 4 0,0 0 2 0,0 0-9 0,0 0 6 31,0 0 3-31,0 0 2 0,0 0-3 0,0 0-3 15,0 0 5-15,23-3 0 0,-8 1-3 0,5 0 1 16,10-6 2-16,3 4 0 0,3-2-2 0,0 1 0 0,0-1 1 16,-3 4-1-16,0-4 4 0,-2 2-4 15,-3 2 2-15,-6-1-8 0,-2 1-12 0,-3 2-27 16,-3-3-29-16,-1 1-38 0,-3 0-65 0,-3 0-134 0,-3 0-335 0,-2-1 147 16</inkml:trace>
  <inkml:trace contextRef="#ctx0" brushRef="#br0" timeOffset="103600.48">17783 7858 94 0,'-1'-5'249'0,"1"-1"-10"16,0-1-11-16,-3 6-14 0,2-3-19 15,1-1-23-15,0 5-13 0,-3-3-21 0,3 3-14 0,0 0-17 16,0 0-10-16,0 0-12 0,0 12-9 0,0 1-8 15,0 5-7 1,-1 6-5-16,-4 3-10 0,1 2 1 0,0-1-5 16,4 0-3-16,0 1-3 0,0-1-4 0,3-1-9 0,2-3-23 15,-4-5-28-15,7 1-20 0,-3 0-20 0,0 1-39 16,4-7-96-16,-1-1-160 0,-2-3-392 16,3-1 174-16</inkml:trace>
  <inkml:trace contextRef="#ctx0" brushRef="#br0" timeOffset="103985.07">18736 7499 247 0,'-1'-9'251'0,"2"2"-13"0,-1 2-16 0,0-1-20 16,2 1-22-16,-4 1-19 0,2 4-18 0,-1-5-15 15,1 5-15-15,0 0-13 0,0 0-9 0,4 15-14 16,-4 1-6-16,0 2-6 0,0 11-11 0,0 2-1 15,-1 5-6-15,2 11-1 0,2-11-7 0,-2 10-3 16,2-10-4-16,1 0-1 0,0 0-6 0,1-3 0 16,-1 0-5-16,1-5 4 0,-2 0-3 0,3-4-4 0,-3-4-16 0,-1-3-10 15,0 0-18-15,-2-5-14 0,1 0-21 0,-2-1-9 16,-1-2-32-16,2 0-24 0,-2-2-51 0,-2-4-179 16,-1 1-387-16,-2-4 171 0</inkml:trace>
  <inkml:trace contextRef="#ctx0" brushRef="#br0" timeOffset="104186.31">18558 7908 53 0,'0'0'279'15,"0"0"-12"-15,-7 0-13 0,7 0-15 0,0 0-23 16,0 0-22-16,0 0-21 0,0 0-15 0,19-6-21 0,0 3-4 0,12-4-20 15,7 2-11-15,15-4-21 0,-1 1-25 0,3-1-38 16,-1 5-38-16,-16 3-54 0,1-7-65 0,-5 3-235 16,-1 1-404-16,-2-2 179 0</inkml:trace>
  <inkml:trace contextRef="#ctx0" brushRef="#br0" timeOffset="104585.99">19195 7921 44 0,'0'0'273'0,"-4"3"-12"0,4-3-6 16,-1 4-9-16,1-4-15 0,0 0-15 0,0 0-17 15,0 0-21-15,0 0-21 0,0 0-16 0,18-7-14 0,-3 3-1 16,0-2-24-16,2 1-10 0,2-2-12 0,8-2-6 15,-9 1-11-15,2-2-3 0,-2 0-14 0,-1 4 1 16,0-7-2-16,-2 2-4 0,-1 0-9 0,-1-3-1 16,1 0-5-16,-3 0-5 0,-2 1 0 0,-4 4-4 0,4-2-1 15,-5 1-1-15,0 1 2 0,-3 0 7 0,-1 1-16 16,-1 4 1-16,-3-2-2 0,2-1 6 0,-5 3-15 16,0 1 1-16,0 2-1 0,-4 1-1 0,-1 1-6 15,-3 2-2-15,0 2 1 0,-2 4-3 0,2 3 1 16,2 1-6-16,-1 3 5 0,2-2 7 0,2 3-3 15,1 0 3 1,4 1-2-16,1 2 2 0,4-2-5 0,3 2-7 0,2-3-14 16,5-2-14-16,1 1-27 0,3-1-38 0,1-1-55 15,2-6-97-15,1 0-156 0,4-4-454 0,0 0 202 16</inkml:trace>
  <inkml:trace contextRef="#ctx0" brushRef="#br0" timeOffset="104924.43">19766 7656 222 0,'8'-7'225'15,"2"3"-9"-15,2-2-20 0,0 2-9 0,2 2-15 16,-1 3-12-16,5 3-13 0,1 3-11 0,-1 2-12 16,0 2-12-1,-4 2-10-15,5 7-10 0,-2 2-9 0,0 3-5 0,-6-1-16 16,2 2-2-16,-7 0-6 0,-1-2-1 0,-1 3-5 15,-4-3-10-15,-2-4-1 0,-1-3-7 16,-3 1 0-16,-1-4-2 0,-4 1-2 0,1-4-3 16,-1 0-2-16,1-3 1 0,1-3-3 0,-1 2 2 0,-1-2 7 15,4-4 3-15,-2 0 18 0,1-2-1 0,-2 1 21 16,5-4 17-16,-3 0-1 0,3-2 5 0,-1-1 0 0,2-3-7 16,3-2-7-16,0-5-12 0,3 0 3 0,3-2-16 15,7-5-13-15,-1 1-7 0,3-2-4 0,4 1-10 0,1 2-23 16,2 3-13-16,-3-1-13 0,2 1-23 0,-4 7-22 15,-1 0-31-15,0 5-36 0,-2 2-34 16,-2-3-48-16,1 4-66 0,-1-1-162 0,0 4-490 16,-5-1 217-16</inkml:trace>
  <inkml:trace contextRef="#ctx0" brushRef="#br0" timeOffset="105519.5">20244 7750 177 0,'0'0'295'0,"0"-4"-20"0,0 4-20 0,3-2-27 16,-3 2-19-16,0 0-22 0,0 0-17 0,2-4-18 15,-2 4-16-15,0 0-19 0,0 0-10 0,0 0-13 16,4 9-10-16,-3-4-13 0,-1 2-3 0,2-1-10 0,0 5-8 0,1-3-1 15,-2 5-7 1,-1 0-6-16,0 2 1 0,0-2-7 0,0 4-2 0,-1-1-2 0,1-4-2 16,0-1-3-16,0-1 5 0,0-3-9 0,1-2-1 15,-1 2-1-15,0-3-2 0,-1 0-1 0,1-1 4 16,0-3 21-16,1 4 4 0,-1-4-3 0,0 0-4 16,14-9-7-16,-6 3-1 15,2-4 0-15,3-3-5 0,2 0 4 0,-1-3-5 16,0 1-6-16,5-3-1 0,3-1 0 0,-4 0 8 15,-3 6-12-15,-2-1-1 0,-1 6-3 0,-5 2 1 0,2-1-2 16,-2 3 3-16,-2 0-9 0,0 0 0 0,0 1 0 16,0 3-3-16,-5 0-1 0,10 3 3 0,-3 1-1 15,-4 2 0-15,3 3 0 0,-1 1-1 0,1 1 1 16,-3 0-2-16,-1 3 7 0,3 3-3 0,-3 0-1 0,0 0-2 16,-2-2 5-16,1-1 1 0,-1-2-2 0,2-3 0 15,-2 0 1-15,2-2 2 0,-2-2-2 0,0 0 4 16,0 1-1-16,2-4 6 0,-2-2 3 0,3 1 1 15,-3-1 1-15,9-8-6 0,1 2 3 0,1-2-4 16,-1-2 1-16,8-4-3 0,-4 2-1 0,3-3 1 16,-3 1 1-16,2-1-3 0,2 4 4 0,-4-1 2 0,1 1 1 0,-4 4 0 31,0 0 1-31,1 2 11 0,-1 0-18 0,0 1 1 0,1 3-1 0,1 2-3 0,1 2 0 0,-1 1-3 16,5 5-8-16,-3 2-21 0,-1 0-50 0,0 3-53 15,0 0-90-15,-4 1-309 0,1-1-577 0,-5-3 256 31</inkml:trace>
  <inkml:trace contextRef="#ctx0" brushRef="#br0" timeOffset="107892.58">21318 7635 35 0,'0'0'164'0,"1"-4"-12"0,0-2-2 16,-1 6-7-1,1-5 2-15,1 2-2 0,-2 3-12 16,0-6-1-16,1 3-10 0,-1 3-4 0,4-5-5 16,-4 5-10-16,0 0-8 0,0-4-10 0,0 4-8 0,0 0-7 15,0 0-2-15,0 0-12 0,0 0-3 0,0 0 0 16,-19 8-9-16,10-1-4 0,-3 0-1 0,-3 1-5 16,-2 3-4-16,3 0-3 0,-1 0-3 0,2-1 1 15,-1 3-3-15,1-4-3 0,2 4-4 0,1-2-2 16,3-2 4-16,2 1-5 0,0 2 2 0,2-3 6 15,3 2-10-15,0 1-1 0,3-1 2 0,2-3-2 16,5-1 1-16,0 4-2 0,3-2 2 0,6 0-2 16,2-2 2-16,3 6-1 0,3-8-6 0,-8 4-3 15,-1-2-1-15,-1-2 3 0,-2 3-1 0,-2-2-3 16,-3 0 4-16,0 0-4 0,0 0-1 0,-6-1 3 0,-1 1-1 0,-1-2-6 0,-2 2 9 0,-4 2-3 16,-6-1-2-16,-4 3 2 0,-11 2-4 0,-5-1 0 15,-4-1-13-15,-5 0-31 0,4-1-36 16,-2 1-42-16,3-4-89 0,3-5-126 0,1 5-370 15,11-6 163-15</inkml:trace>
  <inkml:trace contextRef="#ctx0" brushRef="#br0" timeOffset="109178.63">22718 7603 42 0,'0'0'205'0,"-4"-4"-9"0,4 4-15 0,-2-3-12 0,2 3-15 15,0 0-12-15,0 0-14 0,-3-4-16 0,3 4-9 16,0 0-12-16,0 0-13 0,0 0-7 16,0 0-5-16,0-3-8 0,0 3-5 0,0 0-8 0,0 0-6 15,0 0 0-15,0 0-4 0,0 0-4 0,0 0-2 16,9-3-4-1,-3 2 0-15,-1-1-5 0,3 1 2 0,0-2-7 16,3 2-1-16,-3-4 0 0,0 2 3 0,-2 0-5 0,4-1-2 16,-1-2 1-16,-2 5-2 0,-1-3 2 0,0 0-4 15,-1-1 7-15,1 2-1 0,-4 2 8 16,2-5 5-16,-1 2 1 0,-1 2-1 0,-2 2-4 16,-1-6-2-16,1 6-1 0,-9-2-4 0,2 1-2 0,-4-1 0 15,-7 4-4-15,-1 0 1 0,1-1-1 0,-9 2-6 0,-3 2 5 16,0 2-6-16,-1 2 5 0,1 2-1 0,-1 0 1 15,-1 0 0-15,0 3-4 0,3 2 2 0,1 1-2 0,1 3 3 16,0-2-3-16,4 4-3 0,5-4 6 0,3-1 1 16,6-1-8-16,-1 9-4 0,6-8 0 0,5 1 0 0,8-1 5 15,5 3 0-15,8 0 7 0,11-3 2 0,16 0-5 16,7-4-1-16,4-5 1 0,33-3 0 0,-2-2 0 16,-23-5 3-16,21-4-6 0,-24 4 4 0,0-5 0 31,1-2-6-31,-2-2-2 0,-3 2-2 0,-6-3 1 15,-3-2-2-15,-15 2-5 0,-5-1 2 0,-4-2-2 16,-1 0 7-16,-11 1-3 0,-2 0-2 0,-4-1 8 0,-4 1 5 16,-2 0-4-16,-4-2-1 0,-5 0 1 0,-3 4-3 15,-5 0 2-15,-11-1 2 0,4 4 2 0,-11 5-3 0,-1-1 6 16,-2 3-5-16,-1 2 3 0,1 5-1 0,0 4-2 16,0 0 4-16,2 6-4 0,0-2 1 0,3 1-2 15,4 0 2-15,9-2-1 0,2 1-3 0,2 0 1 16,6-2 0-16,3 0-1 0,3 3 1 0,7 0 2 0,2 0 0 0,7-3 3 15,11 1 0-15,4-2 1 0,4-1-1 0,5-5-2 16,14-4-1-16,-3 1 2 0,-12-5-2 0,13-2 0 16,-14-1-3-16,-5 0 0 0,-3-2 3 0,-4 0-4 15,-7 0 3-15,-3 0 3 0,-5-2-3 0,2 0 3 16,-4-3 0-16,-8 2 2 0,2-5-5 0,-2 0 0 16,-6-2 3-16,-1 1-4 0,-5-4 1 0,1 6 0 15,-4 1-4-15,0 1 5 0,-1 2-3 0,-3 0-3 16,0 4 3-16,-1 2 1 15,-3 1 1-15,3 0-8 0,-3 3 0 0,3 2-7 16,1 4-15-16,-1 1-27 0,7-2-35 0,1 3-19 16,6-2-33-16,0 2-216 0,4 0-389 0,2-1 172 15</inkml:trace>
  <inkml:trace contextRef="#ctx0" brushRef="#br0" timeOffset="109849.07">23743 7582 32 0,'1'-4'332'0,"-1"-2"-20"0,1 1-37 16,-1 5-24 0,0-6-27-16,0 6-22 0,0-3-24 0,0 3-20 15,0 0-19-15,0 0-12 0,0 0-12 0,2 14-14 0,-2-7-10 16,-2 4-12-16,2 5 2 0,0 1-13 0,0 0-5 15,2 4-10-15,-2-2-3 0,-2 1 3 16,4-2-13-16,-5-4-5 0,4-1-2 0,-1-2-3 16,2-2-2-16,-2-3-1 0,0 1-1 0,1-3 7 0,0 0 0 15,-1 2 21-15,0-3 28 0,0-3 28 0,3 2-1 0,-3-2-18 16,0 0 0-16,7-9-16 0,0 0-8 0,-3-1-2 16,2-1-7-16,4-2-9 0,-1-4-10 0,0-1 1 15,0-1-10-15,1 5 4 0,2-2-8 0,-1 2 13 0,-6 6-20 16,2 0-2-16,-2 2-3 0,-1 1-9 15,0 0-4-15,2 1-8 0,-1 4-9 0,2-3-5 16,-7 3 0-16,17 7-4 0,-6-1-3 0,3 2-9 0,2 3-1 0,0 1-2 16,2 0-2-16,4 2-4 0,0 1-4 0,4 0-7 15,-2 0 0-15,2-5 1 0,-7-1 10 0,-3-2-14 16,2 1-4-16,-5-7-3 0,1 4 7 0,-2-3 2 16,1-2 8-16,-1-1 6 0,-5-5 4 0,2 2 2 15,-2-5 7-15,0-3 2 0,-1 2 9 0,-3-10-4 16,3 3 6-16,-1-8 4 15,-3-1 12-15,2-1 7 0,-1 1-1 0,-2-3 7 16,2-2 1-16,-2 1 1 0,4-1-7 0,-5-1 19 16,4 3 0-16,0 0 24 0,-3 3 7 0,-1 9 13 15,3 0 3-15,-3 5-13 0,2 3 4 0,-2 1-8 16,0 3-6-16,0 0-13 0,0 0-13 0,3 1-17 16,-3 4-13-16,0 0-3 0,0 0 9 0,1 19-8 15,-2-2 4-15,-4 6 0 0,1 7 0 0,-1 1-2 0,1 1 5 0,0 3-2 16,0 12 5-16,0-9 1 0,4-3 1 0,-1-1-2 15,2 0 12-15,2-4-12 0,-2-3-4 0,2 0 2 16,-2-8-4-16,0-3-7 0,2-5-14 0,-3 2-12 16,1-5-12-16,-1-1-7 0,0-1-1 0,-1-1 3 15,-3-2-30-15,0-1-50 0,4-2-41 0,-11-2-50 16,3-2-251-16,-1-2-515 16,1-2 229-16</inkml:trace>
  <inkml:trace contextRef="#ctx0" brushRef="#br0" timeOffset="110134.63">23998 7596 117 0,'-7'0'150'16,"7"0"-15"-16,-8 0 9 0,8 0-7 0,-2 3 7 0,2-3 5 16,0 0-8-16,19 3-10 0,-1-2-14 15,8-1-8-15,9 0-11 0,2-3-9 0,4-1-10 16,16-1-3-16,-1-3-15 0,2 4-4 0,-2-2-2 0,-3-2-6 0,-14 1-4 15,-4 2-5-15,-1 1-3 0,-3-1-4 0,-12 1-1 16,-2 0 4-16,-6 3-1 0,2-3 6 0,-7 0-8 16,0 1-3-16,-4 1-6 0,-1 1-2 0,-1 1-3 15,0 0-7-15,-10-5-6 0,1 3-1 0,0 2-6 0,-4 0-9 16,1 2-15-16,0 0-17 0,2 1-29 16,0-2-19-16,2 1-30 0,-1 1-75 0,0-1-128 15,4 2-349-15,4-1 154 0</inkml:trace>
  <inkml:trace contextRef="#ctx0" brushRef="#br0" timeOffset="110835.5">24945 7495 199 0,'-5'-6'255'0,"-1"1"-11"15,-1 0-21-15,2 1-20 0,0 1-21 0,-3 1-17 16,1 0-12-16,-5 4-15 0,-2-1-14 0,-2 3-14 16,-2 5-9-16,0-1-11 0,-5 7-10 0,1 2-5 15,2 0-10-15,-3 3-6 0,5 2-5 0,2 1-6 16,1-1-3 0,6-5-8-16,0-2-1 0,-1-3-2 0,6 2-7 0,-1-6-1 15,3 1-2-15,2-4 0 0,-2 2 2 0,2-2-1 16,0-1 3-16,3 0 21 0,1 0 7 0,2-4 7 15,4 0-3-15,-1-4-1 0,4 0-8 0,-2-2 1 16,6-5 10-16,0 0-8 0,-2 0-6 0,2-4-5 16,3-4-4-16,-1 0-7 0,-3 4 3 0,-1-6-5 15,-1 7-6-15,-1-1 2 0,-2 1 2 0,-2 4 4 0,-2 2 9 16,-1 0 6-16,-1 1-12 0,0 1-1 0,0 2 1 16,-3 0-8-16,0 1-2 0,2 0-24 0,-4 3-14 0,4-3-14 15,-4 3 3-15,0 0 5 0,9 9 1 16,-4-4-4-16,0 4 7 0,3-2-3 0,-2 6-2 15,3 4-5-15,5-2-6 0,0-1-14 0,4 4-9 0,-4-5-1 16,3 1-5-16,-1-5-2 0,2 2-6 0,-3-2 9 0,2-2 5 16,-5-3 5-16,0-1 7 0,1 0 1 0,0-2 3 31,-4-2 6-31,1-2 3 0,2-3 3 0,-5-1 9 16,1-2 9-16,0-3 7 0,-2 0 11 0,0-5 10 15,1 2 16-15,-3 1-5 0,2-3 9 0,-1 0 7 0,2 0 0 0,-2-1 8 0,-1 2 3 0,1 0 1 16,1 1 17-16,-2 3-3 15,1 2-1-15,-3 1 5 0,0 1-8 0,0 3-1 16,-2-2-8-16,0 3-9 0,2 1-12 0,0 1-17 16,-2-2-10-16,0 4-13 0,0 0-3 0,0 0 1 15,0 0-1-15,5 13-3 0,-3-5 0 0,1 4 1 16,-3 5 0-16,4 1 0 0,-3 0 4 0,5 1 0 16,-3 9 5-16,1 0-4 0,4 0 1 0,-4-11 0 15,0 0 1-15,2-2 10 0,-3 2-15 0,0-4-17 0,0-3-9 0,-2-1-17 16,-1-7-15-16,4 5-3 0,-4-2 2 0,1-1 3 15,-2-1 9-15,1-3 0 0,0 0-25 0,0 0-37 16,0 0-27-16,0 0-12 0,-5-19-6 0,1 8-15 16,0-5 0-16,-1 1-21 0,-4-9-36 0,4-2-128 15,-3-1-386-15,3-4 171 0</inkml:trace>
  <inkml:trace contextRef="#ctx0" brushRef="#br0" timeOffset="110951.64">25277 7400 94 0,'-8'-28'135'0,"1"3"0"0,1 1 26 15,1 6 16-15,-1 0 13 0,0 3 10 0,2 3 3 16,2 1-3-16,-2 1-3 0,1 3-11 0,2-1-25 15,0 4-17-15,0 1-16 0,-1-4-18 0,1 4-9 16,1 3-27-16,3-4-10 0,-3 4-19 0,0 0-25 16,9 7-23-16,-3 0-29 0,1-2-33 0,0 5-49 15,1-2-57-15,-1 2-219 0,1 1-423 0,0 0 187 0</inkml:trace>
  <inkml:trace contextRef="#ctx0" brushRef="#br0" timeOffset="111799.07">25570 7445 205 0,'0'-4'310'0,"-1"0"-20"0,1 4-30 16,0 0-27-16,0-5-26 0,0 5-23 0,1-4-20 15,-1 4-18-15,0 0-16 0,0 0-13 0,0 0-12 32,0 18-14-32,0-10-11 0,0 3-8 0,-1 2-4 15,1 4-8-15,-3 1-7 0,-2 8-4 0,5-8-4 0,-1 3-3 16,1-3 5-16,0 1-16 0,-4-3-1 0,4-4-1 16,0-3-3-16,-3 1-3 0,6-2-4 0,-6-4 2 0,3 3 4 15,-1-2 23-15,2-1 23 0,-2-1 35 0,5-1 31 16,-4-2 17-16,0 0 8 0,0 0-21 0,0 0-14 15,0 0-16-15,9-9-7 0,-4 1-6 0,1 1-13 16,1-4-6-16,2-4-13 0,1-1-6 0,0 1-9 16,1 0-7-16,-1 1 3 0,-3 4-8 0,0 2-5 15,-1-1-4-15,-1 4-3 0,-1 1-4 0,1-4-5 0,-1 6-5 0,-1-1-10 16,-1 0-9-16,1-1-18 0,-3 4-11 0,6-1 9 16,-6 1-14-16,9 7 1 0,-1-3-5 15,-1-2-4-15,2 7-8 0,5-1-4 0,-1 4 1 0,1-3 0 16,3 4-20-16,-2 1-5 0,-1-4 2 0,3 2-13 15,-4-4 2-15,-2 1-6 0,1-4 11 0,-2 1 4 16,-1-2 9 0,-2-2 7-16,0-1 7 0,3-1 5 0,-3-1 7 0,0-4 6 15,0 1 4-15,0-4 6 0,2-1 9 0,-4-2 11 16,0 2 7-16,2 0 19 0,-3-3-2 16,2 0 16-16,0-3 9 0,-2 5 0 0,1-3 4 15,-1 4 1-15,1-3 6 0,-3 1-3 0,0 2 2 0,2 2 4 16,-3 2 1-16,3-1 2 0,-3 1-8 0,1 2-8 15,0-1 2-15,-2 4-15 0,4-4-3 0,-3 0-8 0,-1 4-17 16,0 0-3-16,3-2-3 0,-3 2 2 0,0 0-4 16,1 10-2-16,-1-3 3 0,1 0-1 0,2 2 1 0,-2 1 3 15,-1 4-4-15,0-2 4 0,3-1 2 16,-2 2 1-16,-1 3 6 0,6-4 0 0,-6-1-2 16,3 1 3-16,-3-5-2 0,1 0-2 0,-1 2-6 15,0-4-5-15,3 2 4 0,-2-4-4 0,-1 2-3 0,-1-2 5 0,1-3 2 16,0 0 0-16,0 0-35 0,0 0-30 0,0 0-34 15,-10-9-33-15,6 3-33 0,-3-2-31 0,5-3-29 16,-6-5-242-16,-1-1-514 0,2 0 227 0</inkml:trace>
  <inkml:trace contextRef="#ctx0" brushRef="#br0" timeOffset="111936.46">25938 7267 236 0,'0'-4'258'0,"0"-2"-17"16,-2 2-11-16,2 0-22 0,0 4-21 0,2-8-19 15,-2 8-18-15,0-3-17 0,0 3-13 0,4-2-13 0,-4 2-18 16,0 0-15-16,15 4-20 0,-7 1-31 0,2 3-32 16,-1-1-32-16,-2 0-55 0,4 3-62 0,-5-2-171 15,3 1-357-15,-1-1 157 0</inkml:trace>
  <inkml:trace contextRef="#ctx0" brushRef="#br0" timeOffset="112837.23">26283 7485 17 0,'3'1'303'0,"-3"-1"-26"0,0 0-28 0,0 0-28 16,0 0-21-16,0 0-23 0,2 4-19 0,0 1-16 15,-2-5-15-15,0 8-12 0,-3-1-10 0,2 1-12 16,1 1-10-16,-3 3-6 0,3-1-6 0,-2 0-9 15,0 1-5-15,0-3-5 0,2 1-5 0,0-3-7 0,-3-2-1 16,3-1-2-16,-2 1-5 0,2-1 4 0,0 1 41 16,0-5 13-16,0 3 21 0,0-3 26 0,0 0-13 15,0 0-10-15,11-9-14 0,-3 1-16 0,0-1-6 16,3 2-4-16,2-6-12 0,1-1-1 0,-3 1-15 16,2 0-2-16,1-2-1 0,-5 2-3 0,4 4-8 15,-3-1 1-15,-3 4-4 0,-4 1-7 0,1-1-2 0,1 3-1 0,0 1-8 16,-2-2 1-16,0 2-14 0,0 1-15 0,-3 1-4 15,8 0-1-15,-8 0 5 0,10 5-3 0,-1 0-5 16,0 1-1-16,1 1-6 0,3 3 1 0,5 1 4 16,0 0-3-16,0-2-6 0,5 4-8 0,-3-3-6 15,-1-3 1-15,2-1 0 0,-1-1 2 0,-2 0 6 16,0-1-1 0,0-4 8-16,-5-2 4 0,1-1 3 0,-3-1 2 0,2-1 3 15,-3-2 2-15,-1-1 6 0,1-1 9 0,-4-3 15 16,-1 1 2-16,0-2 13 0,-1-1 2 0,1 3 14 15,0-1 6-15,-3 1 4 0,2 1 2 0,-3 4 4 0,1-1-4 16,0 0 1-16,0 2-12 0,0 0 3 0,-2 2-6 16,2-1-9-16,-2 2-11 0,0 2-11 15,2-4-13-15,-2 4-21 0,0 0 1 0,0 0 3 0,0 0 1 16,0 0 4-16,7 10-5 0,-5-5 8 0,-1 3-6 0,4 0-1 16,-1 3-4-16,-3-2 9 0,3 1-4 0,-2-1-3 15,0 1 4-15,2-2 5 0,-3 1-1 16,3-4 4-16,-2 1-2 0,-2-3 2 0,4 3-1 15,-4-4 4-15,0 1 4 0,4 0-1 0,-4-3 0 0,3 6 5 16,-3-6-1-16,1 3 1 16,-1-3 3-16,4 3-4 0,-4-3 1 15,5 1-1-15,0 0-3 0,-1 2 6 0,4 2 3 16,-2-1-8-16,-1 1 0 0,4 5 6 0,4 5-1 16,1 9-4-16,0 0-4 0,-4 1 3 0,2 5 3 15,-3 2 9-15,-2 0-9 0,-3 3-1 0,-1 1 2 16,-4 13-1-16,-2-3-3 0,-1-11 3 0,-1 0-4 15,-4-1 2-15,-2-3 12 0,-1-1-13 0,-2-4 1 0,-1-3-1 0,-2-2 4 16,3 0-1-16,0-11-2 0,0 2 2 0,1-9 5 16,2 3 7-16,0-3-2 0,-1-3 31 0,1-3 21 15,2-1 32-15,1-1 14 0,1-3 32 0,2-4-10 16,4-1 10-16,2-5-15 0,4-7-12 0,5-5-9 16,12-1-11-16,6-11-11 0,8-1-12 0,1-1-13 15,8-2 0-15,-2 0-5 0,3 2-7 0,-5 1-3 0,4 0-3 0,-7 5-5 16,-1 6-7-16,-9 11 10 0,-3 5 15 0,-10 2 13 15,-1 2 10-15,-4 4-10 0,-1 1-6 0,-4 2-8 16,0 1-11-16,-1-1-25 0,0 1-50 0,-1 3-72 16,-3 1-48-16,0 0-48 0,0 0-51 0,-26 10-52 15,9-1-109-15,-11 3-311 0,1 0-786 0,7-2 348 16</inkml:trace>
  <inkml:trace contextRef="#ctx0" brushRef="#br0" timeOffset="116607.05">28573 7475 187 0,'-2'-3'232'0,"0"1"-11"16,0-3-17-16,0 1-15 0,2 4-17 0,-1-6-16 15,1 6-15-15,0-5-16 16,0 5-12-16,7-4-13 0,0 3-14 0,2 0-5 15,1-1-8-15,4 4-10 0,4-1-7 0,-1 3-2 16,1-1-7-16,1 3-13 0,-2 1-4 0,-1 1-6 16,-2 2 1-16,3 3-1 0,-1 1-5 0,-5 0-3 15,-2 2 1-15,0 2-4 0,-2-1 0 0,2 7 0 16,-9-5-4-16,1 2 0 0,-2-3 0 0,-3 2-3 16,-5 5 3-16,-1-3-6 0,-1-4 6 0,0-2-1 0,-4 1-4 0,1-4 2 15,-1 0-1-15,1-1-5 0,0-3 4 0,1 2 2 16,3-4-4-16,1-2 0 0,1-1 3 0,3 0 3 15,-3 0 6-15,3-3 22 0,4 3 21 0,-3-3 28 16,4-1-4-16,0 0-1 0,0 0-10 0,-4-10-6 16,9-2-7-16,8 0-9 0,-3-2-3 0,8-6-10 15,4-6 1 1,1 2-3-16,10-13-5 0,-7 10-4 0,3 2-2 0,-1 0-6 16,0 2-1-16,-2 2 4 0,-3 4-2 0,-8 4-1 15,-6 8 4-15,0-3-3 0,0 3-9 0,-3 1 7 16,0-2-10-16,-3 4 0 0,1-4-3 15,-1 6-25-15,-3 0-11 0,0 0 5 0,0 0 3 0,5 8 2 16,-10 2 4-16,-2 1 2 0,1 4 2 0,-3 9 7 16,-1-6-4-16,1 4 1 0,4-2-2 0,0-1 4 0,-3 4 3 15,4-4 2-15,3-1-1 0,2-1-5 0,1 1-3 0,5-3-7 16,5-1-14-16,4-4-25 0,10 1-47 16,5-3-42-16,5-5-62 0,0 0-244 0,17-6-493 15,-15 3 219-15</inkml:trace>
  <inkml:trace contextRef="#ctx0" brushRef="#br0" timeOffset="116876.82">29450 7645 70 0,'-7'0'219'0,"7"0"-19"0,-9 0-8 15,9 0-12-15,-7-2-14 0,7 2-11 0,0 0-14 16,0 0-15-16,0 0-10 0,0 0-14 16,0 0-7-16,30 2-13 0,-8-4-13 0,9-1-22 0,1 1-26 0,2 0-31 15,4-1-38-15,-1-2-59 0,3-1-196 0,-3 1-328 16,0-1 145-16</inkml:trace>
  <inkml:trace contextRef="#ctx0" brushRef="#br0" timeOffset="117235.36">30046 7436 312 0,'-2'-4'347'16,"-1"0"-15"-16,1 0-3 0,2 4-24 0,-4-7-38 16,4 7-25-16,-3-2-23 0,3 2-30 0,-1-4-18 0,1 4-27 0,0 0-37 15,0 0-14-15,0 0-8 0,0 0-15 0,0 12-6 16,3-3-8-16,-2 3-4 0,3-1-7 0,-2 6-5 16,1-1 0-16,-2 0-7 0,4 1-1 0,-2 2-8 15,2-1 4-15,-1 3-2 0,-2-1-4 0,5-1 0 16,-4-1-2-16,3-2-3 0,-3-4 0 0,1 1 1 15,0-1 11 1,-3-1-14-16,3-3-3 0,-4-1-9 0,3-2-4 0,-3 0-13 0,2-1 2 0,-2 0-3 16,2 0 2-16,-2-4-3 0,0 7 2 0,0-5 0 0,0-2-22 15,0 0-61-15,0 0-59 0,-12-9-64 0,6 4-102 16,-1-4-162-16,0 1-522 0,-1-4 231 0</inkml:trace>
  <inkml:trace contextRef="#ctx0" brushRef="#br0" timeOffset="117446.65">30330 7285 199 0,'5'-3'274'0,"-1"3"-28"0,6 0-20 0,-1 1-13 16,5 3-13-16,0 4-15 0,4 2-14 0,3 8-10 0,-4 2-11 15,5 5-13-15,-4-2-2 0,-1 8-15 0,-6 0-14 16,3 12-6-16,-7 5-10 0,-5-1-10 0,-6-13 7 0,-6 12-18 15,-3 1-9-15,-8-4-6 0,-6-2-7 16,-6-4-8-16,-6-3-22 0,-3-1-32 0,-8-4-45 16,-6-2-46-16,0-6-44 0,-3-2-70 0,-2-6-217 15,-3 0-471-15,0-12 209 16</inkml:trace>
  <inkml:trace contextRef="#ctx0" brushRef="#br0" timeOffset="117910.09">28605 7206 160 0,'-29'21'168'0,"-8"12"-12"0,-3 3-10 0,-1 4-11 0,3 7-2 0,-20 19 0 0,22-19-8 15,-11 27-11-15,19-23-3 0,5-1-14 0,5-1 11 16,8-1 1-16,6-2 9 0,5 0 6 16,6-11-6-16,3-2-9 0,12-4-2 0,16 7-6 15,9-5-10-15,8-9-7 0,31 3-9 0,-21-11-3 0,32 1-8 16,-5-4-8-16,1-3 4 0,-1-5-15 0,-30 1-4 16,-1 0-3-1,-5-2-4-15,-20 2-14 0,1 0-11 0,-7-1-16 16,-9-2-10-16,-2 1-16 0,-8-1-9 0,0 0-4 15,-5 0-4-15,-2-2-6 0,-4 1-22 0,0 0-46 16,0 0-57-16,-24-2-224 0,11-1-438 0,-3 0 193 16</inkml:trace>
  <inkml:trace contextRef="#ctx0" brushRef="#br0" timeOffset="122232.77">14269 10072 199 0,'0'-6'203'0,"0"0"-11"16,0 2 2-16,1-3 0 15,-1 1-14-15,0 1-5 0,-1-2-12 0,1 2-13 16,0-3-10-16,0 0-13 0,-4 2-6 0,2 1-13 16,-1-1-13-16,-1 1-14 0,-5 2-3 0,-1-2-6 15,-3 3-10-15,-6 1-8 0,-1 4-7 0,-10 5-5 16,-3 3-5-16,-3 1-1 0,-9 8-1 0,11-2-5 15,-11 7-4-15,12-6-4 0,1 3-3 0,4 1 0 16,1-2-3-16,3 1-4 0,0 0 1 0,7-1-1 0,3-4-3 16,4 0-13-16,1-3 3 0,2 1-4 0,4-5 1 0,1 2 2 15,1-3-1-15,2 1 3 0,4-4 1 0,0 0 4 16,5-2-2-16,2-3 8 0,7 1-5 0,3-4-2 16,6-3 1-16,0-2-2 0,-2-2 7 0,0-1 1 15,-1-3 6-15,-1 1 18 16,-1-2-10-16,-6 1-2 0,-2 0 0 0,-1 1-1 0,2-3 4 0,-5 3 2 0,2 0 0 15,-4 4 3-15,-4-1-1 0,3 2 1 0,-3 0 3 16,0 1-3-16,-1 2-3 0,-2-1 6 0,1 3-12 0,-2-1-4 16,2 0-5-16,-3 3-2 0,4-4-26 0,-4 4-12 15,0 0-18-15,0 0 6 0,0 0 2 0,6 7 9 16,-2-2 1-16,1 2 2 0,0 0 4 16,1 1 1-16,1 0 0 0,-1 3 6 15,4-2 0-15,1-1 1 0,3 4 2 16,-3-6 3-16,3 2-2 0,0-3 2 0,-1 0 2 15,1 0 0-15,2-2 0 0,1-1-1 0,-1-2 3 16,0-2-4-16,1-1 6 0,-2-2 1 0,2 0-2 0,-3-4 1 16,0 1 2-16,-1 0 11 0,-3-1 9 0,0 1 13 15,-2 2 10-15,-1-3 2 0,1 1-3 0,0 1 10 16,-2 2 3-16,-2 0 1 0,1 1 9 0,-4 1-21 0,2 0-1 16,2 1-7-16,-5 2-9 0,1-4-3 0,-1 4-5 15,0 0-14-15,5-3-13 0,-5 3-10 0,0 0 2 16,0 0 5-16,4 10-2 0,-1-4 3 0,-2 2-2 15,-1 1 3-15,1 0 4 0,2 2-4 0,-3 2 4 16,1-2 1-16,-1 3 1 0,3-4-2 0,-2 2 1 0,0-3 1 16,-1-1 0-1,0-1 3-15,3-2 2 0,-3 0-5 0,1-2 7 16,3 1 1-16,-4-1 0 0,4 0 6 0,-4-3 34 0,0 0-10 16,10-1 4-16,-2-1 1 0,0-3-1 0,-1-2 2 15,2 1 8-15,3-3-13 0,-1 1-7 0,1-3-2 16,-1-1-7-16,0 0 5 0,-3 1-5 0,1-2-1 15,0 3-1-15,-4 2-7 0,0 1 3 0,-1 3 3 16,0-1-9-16,1 2-1 0,-3 1-6 0,2-2-2 0,-4 4-11 16,4-4-25-16,-4 4-27 0,4-1 1 0,-4 1 5 15,0 0 7-15,5 9 6 0,-1-4 8 0,1 4 2 16,4 1 3-16,1 1 3 0,6 2 6 0,4 4-2 16,7-1 6-16,1-1-1 0,4-2-5 0,3-1-3 15,3-3 1-15,13 2-11 0,0-2-4 0,-13-6-1 16,2-1 5-16,-2 0-8 15,11-4 2-15,-8 1 8 0,-4-3-1 0,-3-1 3 16,0-3 5-16,-4 1 2 0,-8 1 3 0,-4 0 2 16,-3-1 3-16,-2 0 4 0,-3-1 7 0,-3 1 3 15,-4 0 0-15,1 1-3 0,-4-1 3 0,0-2-4 16,-5 2 3-16,-4 0 0 0,-2 3-2 0,-6-3 3 16,-5 3-1-16,2 2-2 0,-11 2 3 0,-1-3 1 15,2 7 4-15,-4 0 0 0,3 1-5 0,0 2 2 0,0 2-1 0,6-2 1 16,7 2-1-16,-1-1 2 0,6 0-7 0,0 1 7 15,5-1-2-15,-1 2-6 0,4-1 3 0,3 0-2 16,1 0 3-16,1-3 0 0,7 4 4 0,-1-3 0 16,3-1 2-16,11 0-3 0,0-2 0 0,1 0 6 15,8-3-8-15,-1-1 4 0,0-2-1 0,1-2 0 16,2-3 1-16,-4-1-2 0,0-3 1 0,-3 0 1 0,-1-5 0 0,-1 1 1 16,-12 0 3-16,4-1 1 0,-1-6 4 0,-8 2-3 15,4-6 0-15,-5-1-1 0,-3-1 13 0,-1-4 2 16,-3 0 5-16,1-2 17 0,-3 0 21 15,0 1 11-15,0-1 26 0,-3 5 5 0,3-3-5 0,0 8 3 16,0 5-14-16,-2 1-3 0,3 5 9 0,3 0 7 16,-3 5-19-1,3-1-6-15,-2 5-17 0,2-2-3 0,1 2-21 16,0 4-40-16,-1-6-24 0,1 6-4 0,0 0 0 0,0 0 7 16,-5 23 2-16,2-5 3 0,2 8 3 0,-3 5 5 15,3 2 0-15,1 13 1 0,0-10 1 0,0-4 3 16,2 0 0-16,2-1-1 0,4-2 14 15,-3 0-14-15,-1-10 4 0,-2 1-3 0,5-3 5 0,-2-3 3 16,-1-2-7-16,1 0 4 0,-1-3 1 0,-2 0 4 0,2-2-3 16,-1-2-3-16,-1-1-7 0,1 1-8 0,1-1-10 15,-2-1-11-15,4 0-20 0,-3 0-25 0,3-1-34 0,1 3-52 16,6-3-53-16,-3 0-295 0,1-2-561 0,3 1 249 16</inkml:trace>
  <inkml:trace contextRef="#ctx0" brushRef="#br0" timeOffset="122571.82">16229 10095 278 0,'-2'-6'335'0,"-1"-4"-11"0,2 5-20 0,1 0-11 15,-3-3-28-15,3 7-20 0,0 1-28 0,-1-5-19 16,1 5-27-16,0-7-14 0,0 7-28 0,0 0-25 16,0 0-15-16,0 0-8 0,0 0-8 0,1 12-3 15,3-1-13-15,-1-1-9 0,-1 5-1 0,2 4-10 16,-3-2 2-16,3 0-8 0,-3 2 0 0,2 1-2 0,1-2-2 16,0 0-6-16,-3 1-1 0,0-2-4 0,2 0 7 0,-1-6-13 15,-2 1 3-15,0-1-6 0,0-1-14 16,0-3-7-16,0-1-16 0,0-1-8 0,0-1 3 15,0 0 3-15,0-4 3 0,-2 5-19 0,2-5-40 16,0 0-27-16,0 0-34 0,-13-9-20 0,9 1-23 0,-4-4-19 16,1-4-31-1,-3-2-157-15,-1-8-432 0,0-2 193 0</inkml:trace>
  <inkml:trace contextRef="#ctx0" brushRef="#br0" timeOffset="122687.7">16153 9944 129 0,'-3'-25'166'0,"3"4"12"0,0 4 6 0,0 0-8 16,0 3-3-16,1 2-12 0,2 1-17 0,-3 2-11 15,4 0-12-15,0 1-13 0,-2 3-12 0,3 0-10 16,0 0-10-16,0 1-17 0,3 0-17 0,-3 3-22 0,9 1-28 0,-5 1-26 16,3 4-37-16,-1-2-48 0,2 0-185 0,0-1-328 15,-2 5 145-15</inkml:trace>
  <inkml:trace contextRef="#ctx0" brushRef="#br0" timeOffset="123373.58">16593 9636 268 0,'-1'-7'286'0,"1"0"-16"0,-1 2-19 0,1-1-27 16,-3 2-25-16,3 4-25 0,-1-4-22 0,1 4-22 15,0 0-14-15,0 0-11 0,4 14-11 0,-2-2-4 0,0 8-18 0,-2 7-6 16,0 2-8-16,-2 5-4 0,1 13-5 0,0-1-8 15,-3 0 0-15,2 0-5 0,2-12-2 0,-2 1-2 16,1-5-5-16,1 2-2 0,0-3 0 0,1-3-5 16,-2-9-4-16,2 0-1 0,-1-5-4 0,0 0-1 15,0-2-3-15,-1-3 2 0,1-2-2 0,0 0 3 16,-1 0-1-16,-2-2 12 0,3-3-11 0,0 0-5 0,0 0 0 0,-15-8 9 31,5 1-9-31,-2 0-1 0,-2-3 0 0,0-1 6 16,-4 0-5-16,0-3-4 0,4 4 0 0,-3-3 2 15,2 4 1-15,4 1-1 0,2-1 3 0,-1 2-1 0,3 0 4 0,1 4 9 0,2-2 0 0,1 2 5 16,-2-1 2-16,1 2 1 0,3-3-4 0,1 5 1 31,8-6-7-31,3 2 1 0,3 2-2 0,14-3-5 0,2 0-4 16,7 3-9-16,1-3-2 0,12-2-1 0,1 2 0 0,4 1 0 16,-4-1 0-16,-1-1 3 0,-10 5 0 0,10-4-4 15,-16 4 4-15,3-1 0 0,-9 0 2 16,-5 0 0-16,-4 1 2 0,-6 1-5 0,-2-3 2 15,-1 2 1-15,-3 0 1 0,-3-2-2 0,2 3-1 0,-6 0 2 16,5-1-2-16,-5 1 4 0,0-4-6 0,0 4 4 0,-10-8-6 16,5 8-1-16,-4-1 6 0,0-1-5 0,-3 2 6 15,-5 3-1-15,4-3-1 0,0 6 1 0,-3-3 0 0,-1 1 0 16,1 4-1-16,0-3 0 0,1 4 2 0,-1 2-1 16,1-2-4-16,6-1 2 0,0 1-1 0,-1 3 3 15,6 0-3-15,-1-2 1 0,3 7 0 16,2 0 4-16,2-1-1 15,3 2-1-15,6 0 4 0,6 3-2 0,2-3-3 16,5 2 8-16,1-3-2 0,3 0-1 0,-1-1-1 16,1 1 4-16,0-6-4 0,-5 1 0 0,-5-2 1 15,0-3-2-15,-8-1 0 0,2-3 1 0,-6 2-2 16,-1-1-4-16,-1 0-1 0,0 0-3 0,-3-2 3 0,-1-2 4 16,-14 10-6-16,-4-5 4 0,-1 0-1 0,-17-1-32 15,1 3-61-15,-4-2-73 0,-1-3-310 0,1 0-521 0,2-2 231 16</inkml:trace>
  <inkml:trace contextRef="#ctx0" brushRef="#br0" timeOffset="124059.96">18018 9622 164 0,'-1'-11'251'0,"-4"4"-8"0,1 1-12 15,4 1-14-15,-1-1-28 0,-2 4-15 0,3-2-22 16,-1-1-20-16,1 5-21 0,0 0-10 0,0 0-9 16,-4 11-12-16,3 2-10 0,1 6-8 0,0 11-9 15,0 1-5-15,0 3-4 0,-3 12-6 0,-1 0-4 0,4 2-1 16,0 1-7 0,3-1 3-16,-3 0-2 0,1-15-2 0,3 1-4 15,-3 0-2-15,-1-4-5 0,4 0 3 0,0-4-2 16,1-1-7-16,-1-5 6 0,-3-2-5 0,3-2-10 15,-3-3-22-15,-1-1-21 0,3-1-17 0,-2-1-15 16,-1-2-30-16,3-1-12 0,-3-3-12 0,0 1 9 16,0-2-1-16,0-3-71 0,0 0-99 0,0 0-315 15,-9-12 139-15</inkml:trace>
  <inkml:trace contextRef="#ctx0" brushRef="#br0" timeOffset="124676.62">17971 9894 5 0,'-3'-8'225'15,"2"0"-11"-15,1 3-15 0,-3-2-17 0,3 2-17 16,3 1-21-16,2-1-16 16,0 3-11-16,8-1-8 0,0 0-9 0,7 2-5 15,10 1-6-15,0 1-7 0,1 6-8 0,3-1-6 16,-2 1-8-16,2 3-6 0,-5-1-3 0,2 2-5 16,-4 2-12-16,-2 2 0 0,-9-1-1 0,0 0-5 15,-2-1-5-15,-4 0-1 0,-5-1-12 0,-1-1 3 16,0 1-5-16,-6-1 3 0,-4-1-1 0,-7 3 0 15,-3 2-3-15,-7-3 0 0,-4 2 0 0,-2-4-3 0,1 0 1 0,-3-1-3 16,3-4 3-16,1 1-2 0,5-2 1 0,1-2 0 16,2 1-6-16,2-1 4 0,4-2 3 0,3 0 7 15,3 1 2-15,1-1 7 0,6 0 1 0,-5-3-5 16,5 3-6-16,17-10-9 0,4 3-4 0,11-5-9 16,5 2-12-16,18-7-16 0,0 4 0 0,-1 2-7 15,6-4-3-15,0 3 9 0,4-2 2 0,-3-1 4 0,3 1 5 16,-6 1 2-16,-1 3 4 0,-2 1 4 0,-19 0 2 0,-4 2 0 15,-4-1 0-15,-5 5 10 0,-5-1 17 0,-7 3 18 16,0-1 20-16,-4-2 1 0,0 1-2 16,-5 1-7-16,1-1-2 0,-3 3-6 0,0 0-7 0,-17-4 0 15,4 3-1-15,-8 3 1 0,-7 0 0 0,-2-1-1 16,-2 7-3 0,0-1-2-16,0 3 0 0,0 6-1 0,3-2-2 15,1-1-2-15,0 2-1 0,7 1 0 0,0 2-6 16,8-6 0-16,0 2 2 0,5 1-3 0,1-2 1 0,5 0 3 0,2-1 0 15,0 0-3-15,4-1-2 0,1 0 7 0,8-1 0 16,2 0 7-16,3-3 3 0,4-2 0 0,10-1-3 16,0-3-4-16,-1 1 8 0,-3-2-9 0,1-3 1 15,-8 1-6-15,-3-2 4 0,2-2-1 0,-6 2 3 16,-4-1 23-16,-1 2 3 0,0-2 9 0,0-1 1 16,-4 1-4-16,2-3-3 0,-4 0-6 0,-1-3-4 15,-2 1-10-15,0 0-2 0,-4-2 3 0,0-2-18 16,-2 1-5-16,-4-2-8 0,2 6-15 0,-5-3-14 15,-1 2-17-15,-3 2-18 0,5 0-24 0,-4 1-24 16,4 1-19-16,1 5-26 16,1-3-50-16,3 2-204 0,0 0-450 0,3 1 200 15</inkml:trace>
  <inkml:trace contextRef="#ctx0" brushRef="#br0" timeOffset="125224.48">19140 9889 153 0,'1'-3'293'16,"2"0"-25"-16,-3 3-20 0,2-2-22 0,-2 2-26 15,0 0-17-15,0 0-20 0,4-3-17 0,-4 3-16 16,0 0-22-16,0 0-8 0,0 0-17 0,5 10-9 16,-5-4-9-16,0 6-6 0,0 4-5 0,-1-1-10 15,1 4 0-15,-2-2-5 0,-1-1-2 0,2 1-6 0,1-4-1 0,-2-1-6 16,2-3 1-16,-1 3-1 0,1-7-6 0,1 2 7 15,-2-2-6-15,1 0-1 0,0-2-1 0,0-3 2 16,0 7 23-16,1-5 17 0,-1-2 12 0,0 0-5 16,0 0-5-16,0 0-7 0,12-8-6 0,-7 4-8 15,4-4 2-15,-1 2-2 0,-1 1-9 0,2-7-6 16,0 2 2 0,2-1-4-16,-2 0 0 0,3-3-3 0,-3 6-6 0,0 0-2 15,-4 0 1-15,2 3-1 0,-1 2-4 0,-1-3-2 16,-1 3-2-16,0 0-1 0,0 1 2 0,-4 2-8 15,7 0 2-15,-7 0-1 0,9 7-6 0,-1 0 3 16,-4 0-5-16,3 1-2 0,0 0 4 16,-2 1-1-16,0 0 1 0,0 0 1 0,1 0 11 0,-2 0-9 15,3 1 0-15,-3-5 0 0,-1 2 5 0,1-2-3 0,-2-1 0 16,0 1 19-16,-1-3-13 0,2 1 6 0,-3-3 34 16,4 3 50-16,-4-3 4 0,0 0 21 0,0 0-6 15,0 0-15-15,13-6-6 0,-11 0-12 0,2 1-9 0,-1 0-4 16,0-7-13-16,2 0 0 0,0 2-12 0,1-7-2 15,0 1 1-15,1-1-2 0,3 0-8 16,-3 2-5-16,1-2-12 16,2-1-21-16,-5 7-10 0,3 0-39 0,-2 1-34 0,2-1-29 15,2 2-23-15,-1 4-43 0,0 0-26 16,3 1-22-16,-3 1-35 0,2 1-41 0,-2 2-224 16,3-1-579-16,0 2 256 0</inkml:trace>
  <inkml:trace contextRef="#ctx0" brushRef="#br0" timeOffset="125540.5">19701 9977 180 0,'0'0'245'16,"0"0"-14"-16,0 0-22 0,0 0-20 0,0 0-21 16,14-10-14-16,-1 5-16 0,-3-1-12 0,9-1-15 15,-2-1-9-15,5-1-9 0,3-1-5 0,1-2-9 0,-1 0-5 0,-7 3-5 16,6-4-4-16,-2 3-3 0,-5 0 1 0,1 1-4 15,-4 0-3-15,1 1 1 0,-6 1 1 0,0 2 0 16,-3 2-2-16,-1-3-2 0,-2 3-8 0,1-2-3 16,-3 4-11-16,-1-4 1 0,0 5-7 0,0 0-7 15,-10-4 1-15,-1 5-3 0,-2 5-3 0,1-1 0 16,-6 1-3-16,-1 3-2 16,2-1-6-16,1 1 4 0,-1 3-3 0,3 2-14 15,1-2 0-15,1 1 4 0,3 3-9 0,1-1 3 16,4 2-6-16,-1 0-3 0,1 0-14 0,4 0-8 15,4 0-19-15,0-5-16 0,2 0-29 0,1-3-47 16,4-4-71-16,1 0-166 0,1-3-425 0,4 0 188 16</inkml:trace>
  <inkml:trace contextRef="#ctx0" brushRef="#br0" timeOffset="125862.5">20180 9815 3 0,'4'-9'255'0,"1"4"-12"0,-1-1-14 0,0 0-9 15,0 1-25-15,1 2-21 0,-3-4-18 0,2 5-16 16,0 2-14 0,5 0-14-16,-1 0-9 0,-1 4-9 0,4 3-9 0,0-1-11 15,3 5-3-15,0-1-10 0,0 3-6 0,-5 1-6 16,3 3-4-16,-3 0-6 0,-2 0-1 0,1 6-8 16,0-6 1-16,-2 3-4 0,-5-3-2 15,2-2-2-15,-2-2-9 0,-5-1 6 0,4-2-7 0,-1-1-5 16,1-2 6-16,-4 0 0 0,0-2 3 0,4-1 17 0,-6-2 20 15,6-2 17-15,-4 1 1 0,4-1-3 0,0 0-10 16,-11-7 23-16,9 2 2 0,-2-2 1 0,4-3 4 0,-1-1-13 16,2-6-5-16,1 0-8 0,2-1-5 0,3-1-9 15,1-6-16-15,3 1-16 0,2 3-28 16,1-1-21-16,2 1-36 0,-2 5-38 0,1 2-46 16,2 1-60-16,-1-1-94 0,1 2-191 0,1-1-539 0,0 4 238 15</inkml:trace>
  <inkml:trace contextRef="#ctx0" brushRef="#br0" timeOffset="126765.71">20527 9221 146 0,'-2'-6'241'0,"2"5"-17"0,-1-4-8 0,1 5-16 15,0-6-14-15,0 6-17 0,-1-6-17 0,1 6-15 0,0-5-14 16,0 5-14-16,0 0-9 0,1-3-11 0,-1 3-13 15,0 0-10-15,3-3-6 0,-3 3-7 0,0 0-5 0,16 3-6 16,-3 1-5-16,-4-1-8 0,5 0 1 0,0 2-9 0,5-1-2 16,-1 1-2-16,0 0-4 0,1-1 0 15,-6 0 0-15,5 0-2 0,-5-3 0 0,4 0-2 16,-4-1 1-16,1 0-3 0,-5-2-2 0,2-1 2 0,0-1 1 16,-6 1 0-16,4-4 4 0,1 0 7 0,-5-1 3 15,3-1 11 1,-4 1 5-16,1 1 10 0,-2-3 1 0,3 0-6 15,-5 1 0-15,3 1 16 0,-3 3-2 0,1-3-4 0,-1 3-7 16,0 0-4-16,2 0-3 0,-3 2-6 0,0 3-8 16,2-7 6-16,0 5-13 0,-2 2-1 15,0-4-17-15,0 4-28 0,0 0-31 0,0 0-14 16,0 0 8-16,5 9 3 0,-3 4 8 0,0 7 8 0,0 11 5 16,2 16 1-16,-4 5 9 0,-2 5 1 0,-1 23-1 0,-1-18 8 15,0 21 3-15,0-26 1 0,-1 26 0 0,3-27 10 16,-2 1-3-16,4 24 5 0,1-26 3 0,0-2-2 0,2 1 4 15,2-4-3-15,0-3 5 0,3 1-3 16,-2-14-1-16,2 0 2 0,0-2 1 0,1-2-1 16,1-1-1-16,-1-2 6 0,0-3-3 0,1 0 0 15,-4-6-1-15,1-2 0 0,0 0 1 0,-2-4-1 0,-2-2-2 0,1-1 3 16,-1-1 3-16,0-1-2 0,0-3-1 0,-1 2 3 16,-2-2 8-16,4 0 1 0,-4 2 0 0,0-4 2 15,0-2-2-15,1 5-1 0,-1-5-1 0,3 2-2 0,-3-2-1 16,1 6 3-16,-1-6-2 0,0 3-1 15,0-3-3-15,0 0 2 0,0 0-4 0,3 3 2 16,-3-3 1-16,0 0 0 16,0 0-2-16,0 4 0 0,0-4-1 0,0 0 0 15,0 0 0-15,0 0 3 0,0 0 0 0,0 0 7 16,0 0 5-16,0 0 0 0,0 0-4 0,-7 4 3 16,2-3 1-16,-8 1-3 0,-10 1-2 0,-10-1-6 15,-20 4-11-15,-9-2-80 0,-2-4-102 0,-25 3-272 16,-2-6-497-16,26-1 220 0</inkml:trace>
  <inkml:trace contextRef="#ctx0" brushRef="#br0" timeOffset="128346.45">13293 7398 83 0,'-8'-4'128'16,"1"4"-20"-16,-6 4-9 0,-6 0-5 0,-11 1-21 0,-2 3-1 15,-1 2-3-15,-2 0-10 0,-2 1 0 0,0 1-11 16,-14 1-11-16,15-2-4 0,2 2 2 16,1-4 1-16,-2 5-8 0,6-5 3 0,2 0-6 0,8-5-7 15,-2 1 10-15,9 0 0 0,-2-2-9 0,5 0-2 16,2-1 13-16,-3-2 13 0,2 2 14 0,5 1 15 16,-1-1 13-16,4-2 11 0,0 0-6 0,-9-4-8 0,9 4 0 15,-3-3-9-15,0 1-6 0,3 2-3 0,-3-8-8 0,3 3-4 16,0 5-7-16,0-8-3 0,-1 2 2 15,1 4-7-15,0 2 3 0,1-6-5 0,-1 6-6 16,0 0-5-16,-1-7-2 0,1 7-16 0,0 0-2 0,0 0-3 16,0 0-6-16,1 26 5 0,-1 1 0 0,-1 6 3 15,1 13 1 1,-6 10 0-16,4 25 3 0,-3 1-2 0,0 0 1 16,-3-1 1-16,2-21-3 0,0 22 2 0,6-24-2 15,0 28 1-15,3-5 0 0,-2-23 1 0,3 4 1 16,4 19-4-16,-6-30 5 0,2 2-2 0,4-4 0 15,-3-1-2-15,0-1 0 0,0-14-3 0,-1-1 2 16,0-1-1-16,-6-1 3 0,6 2-2 0,-2-8-3 0,-2-4 3 16,1-1 0-16,0 1-2 0,2-4 2 0,-3-1-2 0,1-3 2 15,2-3 0-15,-3 1-3 0,0-4 0 0,0 1 3 16,0-1 0-16,0 0-2 0,0-3-2 0,0 1 3 16,0-4-1-16,-2 5 3 0,2-1-6 0,0-4 2 15,0 4 5-15,0-4-1 0,2 5-9 0,-2-5 9 16,0 4-3-16,0-4-1 0,0 0 3 0,0 3 3 15,0-3-7-15,0 0 4 0,0 0-1 0,0 0 1 0,-3 5 1 0,3-5 0 16,0 0 0-16,0 0 1 0,1 4 10 0,-1-4 7 16,0 0 3-16,0 0 3 0,19 0-4 0,12-4-1 15,24-2-2-15,10-3-29 0,38-5-53 0,9-8-112 16,-6 0-261-16,6 0-471 0,-13-7 209 0</inkml:trace>
  <inkml:trace contextRef="#ctx0" brushRef="#br0" timeOffset="129549.06">21321 10193 101 0,'5'-3'185'0,"-1"-1"-12"16,1 0-13-16,-1 0-11 0,3 2-12 0,-1-2-12 16,2 3-16-16,-2-2-10 0,2 3-8 0,0-1-12 15,0 2-9-15,1 2-6 16,2 0-9-16,-4 4-5 0,2 2-8 0,0 4-5 15,-4 1-4-15,0 5-4 0,-1 1 0 0,-4-1-8 0,-4 8 0 0,-1-1-2 0,-2 1 4 16,1 0-10-16,-3-2 1 0,-2-2 0 0,-1 1-2 0,5-6 2 16,-5-1-2-16,5-1-3 0,-4 1 1 15,1-3 0-15,3-4-2 0,1 0-3 0,1-3 0 0,1-2 4 16,-1 2 31-16,4-3 26 0,-1-3 30 0,0 4 22 31,0-3 21-31,2-2-19 0,0 0-9 0,7-8-10 16,4 0-14-16,1-3-8 0,5-1-8 0,2-5-7 0,4-2-9 15,0 0 0-15,0-1-3 0,0 1-8 0,3-2-14 0,-3-1-3 16,0 0 8-16,-3 0-4 0,2 4 6 0,-7 7-3 16,-3-1 3-16,-3 3-1 0,-1 2-2 0,-2 2-8 15,0 0 2-15,-1 2-17 0,-1-1-9 0,-3 1-12 16,-1 3-2-16,0 0-2 0,9 7 0 0,-9-2 4 16,0 3-8-16,-1 3 10 0,-3 1-1 0,4 3 2 0,0 1-1 15,5 1 13-15,-4 0-10 0,7-1-17 0,0 3-14 16,2-3-21-16,8 4-18 0,4-3-24 0,2 0-28 0,0-4-49 15,3-1-73-15,1-5-210 0,-1 1-496 0,1-5 219 16</inkml:trace>
  <inkml:trace contextRef="#ctx0" brushRef="#br0" timeOffset="129700.85">22317 10357 211 0,'1'-5'289'0,"3"0"-29"16,-3-2-22-16,7 3-32 0,-2-1-19 0,3-2-19 16,4 1-24-16,5 2-26 0,4-1-38 0,7 1-36 0,0 1-50 15,-1 2-66-15,3-3-98 0,-4 3-114 0,-8 1-305 0,3-2 135 16</inkml:trace>
  <inkml:trace contextRef="#ctx0" brushRef="#br0" timeOffset="129869.95">22470 10493 84 0,'-4'2'155'0,"2"1"-5"0,2-3 20 0,-2 4-17 16,2-4-16-16,15 1-11 0,-1-2-15 0,7 0-7 16,10-2-14-16,1 0-27 0,1 2-42 0,4-3-55 15,0 2-97-15,4-3-70 0,9-4-216 0,1 3 97 16</inkml:trace>
  <inkml:trace contextRef="#ctx0" brushRef="#br0" timeOffset="130070.57">23323 10099 30 0,'-3'-6'299'0,"2"2"-26"0,-1 1-22 0,1-1-26 15,1 4-21-15,0 0-17 0,0 0-21 0,-12 7-16 16,7 5-13-16,-1 5-15 0,1 7-11 0,0 3-10 15,1 6-10-15,4 2-2 0,1 11-10 0,6-1-8 16,2 1-5-16,2-10-42 0,1-2-44 0,5 11-66 16,-2-12-109-16,-1-5-202 0,1 0-428 0,-5-12 190 15</inkml:trace>
  <inkml:trace contextRef="#ctx0" brushRef="#br0" timeOffset="131673.94">7220 12621 95 0,'-3'-1'200'0,"0"-3"-10"0,3 4-5 15,-5-3-2-15,5 3-12 0,-4-4 6 0,4 4-11 16,-2-4-8-16,2 4-9 0,-3-2-9 0,3 2-3 0,0 0-2 16,-2-4-16-16,2 4-9 0,0 0-10 0,0 0-6 15,0 0-11-15,-3-3-10 0,3 3-9 0,0 0-10 16,6-5-3-16,0 2-4 0,4-2-8 0,1 3-6 15,6-3-14-15,2 0-29 0,3 1-18 0,7-1-34 0,-2 0-33 16,5 1-42-16,0-2-40 0,1 2-61 0,-4-1-134 16,0 4-401-16,-8-1 179 0</inkml:trace>
  <inkml:trace contextRef="#ctx0" brushRef="#br0" timeOffset="131852.31">7281 12801 29 0,'-9'7'215'0,"0"-4"-20"0,2 4-1 16,3-4-17-16,1-2-6 0,0 3-16 0,3-4-3 15,0 0-7-15,14 4-9 0,5-4-13 0,13-3-12 16,8 1-17-16,19-2-42 0,2-4-65 0,6-1-71 16,-5 2-225-16,-2 2-335 0,0-4 148 0</inkml:trace>
  <inkml:trace contextRef="#ctx0" brushRef="#br0" timeOffset="132891.51">9752 12489 221 0,'-8'-2'225'15,"8"2"-13"-15,0 0-13 0,-1-2-15 0,1 2-15 16,0 0-15-16,0 0-15 0,0 0-12 0,0 0-15 15,0 0-10-15,-8-1-13 0,8 1-7 0,0 0-7 16,0 0-11-16,0 0-4 0,0 0-3 0,17-5-8 16,-4 2-8-16,-2 2-7 15,7-2 3-15,-1-1-3 0,3-4-4 0,-2 3-6 16,9-2-2-16,1 0-1 0,-8 0-2 0,7-2-5 16,0 1-1-16,-10 1 4 0,2-2-8 0,-2-2 0 15,-1-1 0-15,-2 2 4 0,0 0 1 0,-6-1 9 16,0 1 5-16,-2 0 5 0,-4 3 13 0,0-5-9 15,-4 3-5-15,-3 1-4 0,-2 0-6 0,-4 1-4 16,-8 4 0-16,-1 0-5 0,-8 4-3 0,-3 4 3 0,-1 5-3 0,-5 7-1 16,-6 5-1-16,-1 6-4 0,2 1-1 0,13-7-2 15,-7 10-2-15,10-6-1 0,3 1 1 0,7 0-3 0,2 0 2 16,6 1 2-16,4 0 5 0,8 0-1 0,7 1-1 16,10-3 1-16,16 6 5 0,9-8-2 0,5-3-24 15,8-5-42-15,2-2-58 0,31-3-78 0,-33-7-250 16,6-4-483-16,-1-3 214 0</inkml:trace>
  <inkml:trace contextRef="#ctx0" brushRef="#br0" timeOffset="133693.91">11123 12351 148 0,'0'-5'288'15,"0"0"-15"-15,-1-1-14 0,1 0-6 0,0-1-15 0,-1 6-18 16,1 1-13-16,0-6-24 0,0 6-19 0,0-7-16 16,0 7-15-16,0 0-23 0,0-3-31 0,0 3-8 15,0 0-9-15,0 0-9 0,0 22-6 0,0-8-5 16,-2 3-5-16,2 3-3 0,-1 5-2 0,0 2-7 0,-2-2-13 15,3 5 1-15,-2-2-7 0,-2-1 4 0,4 0 0 16,-3-1-3-16,3-4-1 0,0-4 2 0,-1 0-4 16,1 2 1-16,-2-6 6 0,2-2-3 0,2-4-7 0,-1 1 5 15,-1-4 3-15,0 2 1 0,0-3 2 0,0-1 35 16,0 1 30-16,0-4 46 0,0 4 31 16,0-4 10-16,0 0-10 15,0 0-16-15,5-10-20 0,-2 5-10 0,2-7-8 16,0 1-12-16,3-4-11 0,-1-2-2 0,4-10-11 15,-1 0-5-15,1 1-8 0,2-1-7 0,1-2-19 16,-1 2-11-16,2-5-6 0,-2 4 0 0,1 0-5 0,0 1 3 0,0 3-10 16,-6 10 12-16,-3 1-3 0,0 5 2 0,2-1-5 15,-3-1-1-15,-1 5-13 0,2 3-31 0,-2-1-19 16,-3 3 3-16,0 0 1 0,14 7-5 0,-7 2 9 16,0 1 1-16,3 5 4 0,-1 2-1 0,4 5 5 15,-3 1 6-15,1 0 2 0,0 1 3 0,-1-2 4 16,0 5 6-16,-3-10 2 0,3 6 3 0,-5-5 2 15,4-1 4-15,-4 0-4 0,0-3-32 0,0 1-15 16,-1-3-21-16,0-2-6 0,-3 1-24 0,4-4-20 16,-5 0-20-16,4-2-8 15,-1 1-18-15,-2-1-7 0,0-3-31 0,-1-2-236 16,0 0-490-16,8-1 216 0</inkml:trace>
  <inkml:trace contextRef="#ctx0" brushRef="#br0" timeOffset="133894.29">11716 12341 5 0,'-1'-4'318'0,"-2"1"-21"0,3 3-28 0,3-8-32 16,-2 7-23-16,-1 1-26 0,0 0-19 0,0 0-25 16,0 0-13-16,1 12-15 0,3-1-14 0,0 7-7 15,0 8-22-15,1 1-32 0,0 4-39 0,-1 4-32 16,-4-2-32-16,1 2-36 0,-1 12-21 0,-3-10-35 0,1-3-169 0,-2-3-351 15,7 0 156-15</inkml:trace>
  <inkml:trace contextRef="#ctx0" brushRef="#br0" timeOffset="134059.75">11756 12971 248 0,'2'2'334'16,"-2"-2"7"-16,1 3 9 0,-1-3 7 0,0 0 1 15,0 0-8-15,0 0-22 0,0 0-24 0,0 0-29 16,0 0-22-16,0 0-31 0,12-5-25 0,-10 0-29 15,4 2-47-15,-1 0-61 0,1-1-59 0,4-2-65 0,-1 0-48 16,0 1-47-16,1 0-63 0,3-2-68 16,2-2-280-16,-3 3-618 0,-3-1 273 0</inkml:trace>
  <inkml:trace contextRef="#ctx0" brushRef="#br0" timeOffset="134595.29">12369 12282 146 0,'0'-6'203'0,"0"6"-17"16,0-6-14-16,0 2-17 0,5 2-10 0,-1-3-18 0,2 1-9 0,2 1-10 16,5 1-6-16,-2-1-9 0,2 3-2 0,1 0-8 15,5 0-6-15,-1 3-6 0,1 1-6 0,1 1-6 16,0 2-6-16,-1 2-6 0,-2-2 0 0,-1 4-11 16,0 1-3-16,-5 1-3 0,1 1 0 0,-3 2-7 15,-3 2-1-15,-4-1 3 0,-3 2-4 0,-4 5-7 16,-4 3 5-16,-5-4-1 15,-5 5 0-15,-4-4-1 0,0 0 0 16,-4-1-6-16,1-2-1 0,2-2 3 0,-3-4-5 16,2 1 1-16,3-1 0 0,4-4 3 0,2-3 0 0,4 0 0 15,2-3-1-15,1 0-3 0,1-1 1 0,3-1 0 16,0 1 2-16,1-1 9 0,4 0 7 16,0-3 16-16,4 4 11 0,6-3 5 0,4 1-4 15,7-2 3-15,6-1-12 0,2 1-5 0,0-1-4 0,5 1-2 0,-4-4-5 16,5 2 0-16,-2-1-5 0,1-3-2 0,-3 3-3 15,-4 1 0-15,-6-1-4 0,0 1 8 0,-8 0-3 16,1 1-6-16,-5-1-5 0,-3 2 4 0,1-2-1 16,-1 0-7-16,-2 1-14 0,-4 1-25 0,1-5-35 0,-1 5-30 15,-5-5-32-15,1 1-47 0,-6-4-59 16,1 3-199-16,0-2-470 0,-4-1 207 0</inkml:trace>
  <inkml:trace contextRef="#ctx0" brushRef="#br0" timeOffset="135058.47">12853 12087 111 0,'4'-4'291'0,"-3"-1"-17"0,2 1-4 16,1 2-20-16,-3-1-16 0,-1 3-25 0,4-4-24 15,-4 4-22-15,1-4-22 0,-1 4-18 0,0 0-15 0,0 0-18 16,0 0-8-16,0 0-9 0,5 12-8 16,-5-5-9-16,2 3 0 0,-2 2-13 0,0 0-2 15,-2 4-6-15,0 2 9 0,0 1-15 0,0-2-6 16,-1 0 11-16,-1 3-11 15,3-3-3-15,-2 2-2 0,-1-7-2 0,2-1-1 16,1-2 0-16,1-1 7 0,-1 0-9 0,-2-5 2 16,3 4 0-16,0-2 31 0,0-5 34 15,0 2 33-15,0 2 33 0,0-4 21 0,0 0-15 0,0 0-17 16,0 0-14-16,10-13-10 0,-5 5-10 0,2-1-12 16,2-1-6-16,1 0-10 0,0-1-7 0,-3 3-10 15,2 1-4-15,-2 1-7 0,-2-1-4 0,2 5-13 0,-3-3-3 0,2 3-6 16,-2 0-2-16,2 1-9 0,-6 1-17 0,10 1-14 15,-2 1-11-15,2 2-33 0,-1 0-24 0,0 5-38 16,1 3-31-16,-2 2-45 0,1 1-42 16,0 0-80-16,-3-6-287 0,-2 3-666 0,3-2 295 0</inkml:trace>
  <inkml:trace contextRef="#ctx0" brushRef="#br0" timeOffset="135798.07">15175 12651 29 0,'0'0'234'0,"-5"0"-2"0,5 0-9 0,0 0-14 0,-8 3-19 16,8-3-14-16,0 0-20 0,0 0-15 0,27-7-12 0,-8 2-14 15,8 4-13-15,4-3-15 0,-1-2-44 0,2 1-43 16,0 1-50-16,3 4-57 0,-6-5-212 0,-1 1-344 16,-7 3 152-16</inkml:trace>
  <inkml:trace contextRef="#ctx0" brushRef="#br0" timeOffset="135944.97">15341 12768 79 0,'-4'4'143'0,"4"-4"-1"0,-1 3 12 0,1-3-12 16,0 0-11-16,19-3-22 0,-6 3-2 0,6-2-38 15,8-3-53-15,1-1-47 0,1 0-147 0,-9-1-191 16,1 2 85-16</inkml:trace>
  <inkml:trace contextRef="#ctx0" brushRef="#br0" timeOffset="136414.07">15616 12455 88 0,'-5'-16'287'0,"2"1"1"16,-1-1 5-16,3 5-14 0,-3 0-13 0,4 2-27 16,0 3-8-16,-1 1-22 0,-2-1-28 0,2 2-15 0,1 1-20 15,0 3-21-15,0-5-14 0,0 5-18 0,0 0-12 32,0 0-11-32,0 0-11 0,9 10 6 0,-4-3-16 0,4 1-13 15,4 4-7-15,1 1-3 0,1 3-8 0,6 0-5 16,-2 0-4-16,-4-2-8 0,2 1 0 0,5 1-7 15,-3-6 4-15,-3 2 2 0,2-2-13 16,0-3 0-16,0-1-3 0,-3 1-1 0,-2-3-2 16,0-3 5-16,1 1 6 0,-4-2 0 0,-1 0 1 0,0 0 4 15,-1 0 15-15,-3-2 10 0,-5 2 8 0,10-1 5 0,-4 1 8 16,-6 0-5-16,6-2 5 0,-6 2-6 0,0 0-9 16,7-1-8-16,-7 1-15 0,0 0-14 0,4 4-2 15,-8 3 5-15,-1 8 0 0,-11 6-4 0,0 8 1 16,-5 0 1-16,-6 14-3 0,-5-2-1 0,0 2 4 15,-1 2 1-15,1-1-1 0,1 0 1 0,-1 2 0 16,5 3 2-16,3-7 2 0,1-1-2 0,6-12 2 0,2 0 5 0,6 0-3 16,0-4 5-16,1-6 4 0,2-3 1 0,2-3 6 15,0-2 18-15,2-5-1 0,-1 2 12 0,3-2 12 16,-2-1 22-16,0 0 22 0,1-3 13 0,0 2 22 16,1-4 6-16,0 0 10 0,-3 4-1 0,3-4-7 15,0 0-16 1,-1 2-8-16,1-2-14 0,0 0-25 0,0 0-36 0,0 0-47 15,0 0-55-15,0 0-101 0,10-10-104 0,-5 0-123 16,3 5-336-16,2-4-782 0,3-3 346 0</inkml:trace>
  <inkml:trace contextRef="#ctx0" brushRef="#br0" timeOffset="137246.76">17729 12562 75 0,'0'0'255'0,"0"0"-17"15,3-5-12-15,-3 5-17 0,0 0-11 0,0 0-25 16,0 0-12-16,-4-4-5 15,4 4-12-15,0 0-15 0,0 0-14 0,0 0-15 16,9-5-9-16,1 4-8 0,1-3-7 0,1 1-8 16,6-2-7-16,10-3-6 0,0 0-7 0,-1 0-1 15,0-2-9-15,-6 2-1 0,-2 2-3 0,1-4-4 16,-5 4-2-16,2-5-1 0,-3 4-8 0,-6-3-1 16,1 3 7-16,-4 1-8 0,-4 0 1 0,3-1-5 15,-3 2-5-15,-6 0-4 0,-4 1-7 0,-5 2 2 0,-5 2 2 0,-8 4-4 16,-4 3-2-16,-5 3 2 0,0 5-2 0,-10 6 1 15,-3 6-2-15,1 3 2 0,3 3-2 0,-1 1 2 16,5 4-4-16,1-2 2 0,1 2 0 0,9-1 4 16,9-8-6-16,3 3 0 0,4-1 2 0,6 1 13 15,4-1 2-15,9 1 5 0,5-1-2 0,6 0 3 16,6-4 3-16,17 4-1 16,-8-11 4-16,15 1-1 0,6-6-2 0,-2-1-1 15,5-8-3-15,0-2 1 0,-2-1 1 0,-2-2-4 16,-11 0 0-16,-4-2 1 0,-4 1-3 0,-4 0 0 15,-11-1 2-15,-3 1 22 0,-5 1 18 0,-1-2 17 16,0 1 8-16,-3-3 1 0,-5 3-4 0,12 0 8 16,-11-2-5-16,-1 2-5 0,5-2-16 0,-5 2-1 15,0 0-9-15,0 0-15 0,0-5-12 0,0 5-15 0,0 0-17 16,0 0-27-16,0 0-30 0,0 0-23 0,0 0-34 16,-5-5-33-16,5 5-42 0,0 0-41 0,0-7-274 0,4 2-558 15,5-3 247-15</inkml:trace>
  <inkml:trace contextRef="#ctx0" brushRef="#br0" timeOffset="137447.34">18703 12793 263 0,'0'0'328'0,"0"0"-35"0,0 0-30 0,0 0-32 16,0 0-38-16,10-6-38 0,10 1-46 0,6 0-54 15,4 3-64-15,4-1-78 0,-3-1-212 0,0 1-325 16,-3 0 144-16</inkml:trace>
  <inkml:trace contextRef="#ctx0" brushRef="#br0" timeOffset="137600.63">18806 12905 48 0,'-7'3'228'0,"3"1"0"0,0-1 2 0,0-1-13 16,4-2-17-16,-1 4-11 0,1-4-25 0,18-1-15 15,12-3-14-15,5 0-34 0,6 0-67 0,14-3-82 16,1 0-124 0,-1-3-113-16,-2 2-307 0,-4-2 137 0</inkml:trace>
  <inkml:trace contextRef="#ctx0" brushRef="#br0" timeOffset="138132.62">20791 12368 81 0,'0'-13'262'0,"1"-3"-8"0,-1 3-8 16,0 7-15-16,3-2-20 0,-3 1-23 0,1 3-21 16,-1-4-20-16,-1 6-34 0,1 2-20 0,0 0-12 15,0 0-5-15,-4 17-11 0,1 0-3 0,2 9-7 16,-3 3-5-16,-1 2-4 16,4 1-6-16,-3 4-39 0,0 1-33 0,-1 9-31 15,5-12-17-15,-5 1-32 0,5 0-40 0,-8-4-187 16,6-4-367-16,-2-3 164 0</inkml:trace>
  <inkml:trace contextRef="#ctx0" brushRef="#br0" timeOffset="138502.81">20187 13080 88 0,'-4'3'200'0,"-1"-2"-16"15,1 2-20-15,4-3-17 0,-5 2-17 0,2 1-16 16,3-3-3-16,0 0-12 0,8 2-3 0,2 0 3 0,21-4-6 16,6 0-11-16,24-6 0 0,39-4-8 15,11 0-7-15,13-4 0 0,5 1-8 0,9 6-3 16,9-2 0-16,5-3 7 0,9-1 4 0,5 0 3 0,-1 1 13 15,1 2-2-15,-7-2 4 0,-5 0 1 0,-7 3-3 0,-15 2-7 16,-17-1-4-16,-16 3-12 0,-36 2 0 0,-5 0-4 16,-21 2-5-16,-4-1-7 0,-10 3 4 0,-3-2 8 15,-9 2 13-15,1-1 2 0,-3 2 9 0,-4-2 1 0,3 2 16 16,-3-1-26-16,0 1-19 0,0-2-18 16,-5 2-27-16,5-1-33 0,-5 1-51 0,0 0-53 15,0 0-57-15,0 0-47 0,-24 8-286 0,6-3-563 0,-5-3 249 0</inkml:trace>
  <inkml:trace contextRef="#ctx0" brushRef="#br0" timeOffset="139320.72">20509 13587 191 0,'0'0'279'0,"0"-7"-19"15,0 7-29-15,0-3-24 0,0 3-21 0,-2-5-23 16,2 5-21-16,0 0-17 0,0 0-32 0,0 0-32 0,0 0-17 16,0 0-8-16,-3 11-5 0,3-2-4 0,-2-1-3 15,2 4-5 1,-1 7-4-16,0 0 1 0,-2 8-1 0,1-3-1 15,-2-3-1-15,1 7 2 0,-1-1-3 0,2 1-1 16,0-5 0-16,0 3-2 0,1-8-1 0,-2 0 3 0,2-1-4 16,0-1 2-16,-1-4-4 0,2-1 2 15,-1-2-1-15,1-2-1 0,-1-1 4 0,1-1 16 16,0-1 25-16,0-1 19 0,-1 1 23 0,1-4 30 16,0 5 28-16,0-5 35 0,0 0 13 0,0 0 10 0,0 0-18 0,0 0-23 15,1-14-16-15,0 5-19 0,3-6-14 0,1-2-19 16,1-10-14-16,3 0-13 0,2 2-21 0,1-1 4 15,1 2-7-15,1-2-6 0,0 3-5 0,0 1 0 16,-5 9-10-16,3-2-2 0,-2 3-1 0,-1 2-3 16,-1 3-5-16,-3 2 0 0,1-2-6 0,-1 2-1 15,0 3-21-15,0 1-21 0,-1-1-1 0,-4 2-11 0,13 6 6 0,-5 0 0 32,-2 4-2-32,3 3 0 0,0 2 9 0,0 2-1 0,0 8 7 0,0-1-4 0,0 1 0 0,-2 4 2 15,1-3 8-15,2 1 3 0,-6-4 2 0,1 2-3 16,-1-5 1-16,0-4-20 0,-3-3-15 15,3-1-18-15,-4-3-1 0,1-1-13 0,3-1-3 16,-3-2 5-16,-1 0 9 0,3-1 5 16,-3-4 1-16,1 3-35 0,-1-3-28 0,0 0-31 15,0 0-35-15,9-15-59 0,-9 8-206 0,4-4-499 16,-3 0 221-16</inkml:trace>
  <inkml:trace contextRef="#ctx0" brushRef="#br0" timeOffset="139568.59">21108 13522 174 0,'1'-6'335'0,"1"1"-18"16,-1 1-19-16,1 0-29 0,0 0-21 0,-2 4-28 16,1-5-23-16,-1 5-30 0,0 0-30 0,0 0-10 15,0 0-16 1,5 9-14-16,-4 0-9 0,1 4-13 0,-2 3-9 0,0 11-6 15,1 0-9-15,-2 4-3 0,-1 3-24 0,2 2-27 16,-4 11-23-16,-1 3-21 0,-1-2-44 0,2 1-27 16,0-1-21-16,-1-2-14 0,1-12-16 0,-1 0-27 15,-1 0-166-15,1-1-391 0,0-2 174 16</inkml:trace>
  <inkml:trace contextRef="#ctx0" brushRef="#br0" timeOffset="139706.37">21012 14333 16 0,'-4'2'285'0,"4"-2"-1"16,-1 5 20-16,1-5-4 0,0 0-14 0,0 0-20 15,0 0-17-15,0 0-23 0,0 0-21 0,0 0-19 16,0 0-20-16,0 0-25 0,0 0-11 0,0 0-26 16,0 0-32-16,20-10-37 0,-13 10-38 0,-1-4-41 15,7-1-55-15,-3 0-70 0,3-2-102 0,5-1-175 0,-3 1-481 0,2-1 214 16</inkml:trace>
  <inkml:trace contextRef="#ctx0" brushRef="#br0" timeOffset="140122.87">21783 13513 121 0,'6'-3'218'16,"2"1"-22"-16,2-3-14 0,3 3-11 0,0 1-16 16,-1 1-16-16,1 5-9 0,6-2-17 0,-6 6-7 15,2 1-13-15,-2 4-8 0,2 1-9 16,-4 2-8-16,-5 3-4 16,-1 4-10-16,-5 5-1 0,-2 0-8 0,-5 4-7 0,-3-1 0 0,-12 12-8 0,3-3 1 15,-3 0-1-15,-6-2-5 16,5-9-3-16,-2-4-2 0,2 0 3 15,0-1-5-15,-3-4-2 0,6-3 8 0,-3-1 5 16,7-5 1-16,1-3 2 0,2-2 19 0,3 2-12 16,2-3-3-16,5 0-1 0,-3-3 11 0,3 0 8 0,1-1 8 15,2-2 2-15,-2 3 2 0,2-3-8 0,9 2-2 16,6-3-3-16,6 0-3 0,9-2-9 16,6 0-3-16,5-1-2 0,10-2-36 0,-12 2-50 0,14-1-63 0,1-2-82 15,-20 0-289-15,6-1-524 0,-6-1 232 0</inkml:trace>
  <inkml:trace contextRef="#ctx0" brushRef="#br0" timeOffset="140571.53">22245 13425 289 0,'0'0'319'0,"-1"-7"-30"15,1 7-31-15,0-2-26 0,0 2-31 0,0 0-25 16,0 0-24-16,0 0-16 0,0 0-15 0,-5 12-9 15,3-3-15-15,-1 4-10 0,-1-2-7 0,0 4-10 0,0 0-9 16,-1 2-1-16,0 2-4 0,1-1-10 0,-1 0-5 16,-1-1 1-16,3 3-6 0,-2-4-3 0,2-6-5 15,1 0-3-15,1-2 1 0,-1-2 0 0,1 1 4 16,-2-3 17-16,3 0 26 0,-1-2 33 0,1-2 11 0,0 0-7 16,0 0-15-16,19-7-10 0,-7 0-7 15,5-2-12-15,0 1-2 16,0-2-2-16,2 1-14 0,-1 1-3 0,-3-1-5 15,3 4-6-15,-5 2-4 0,1-2-11 0,0 3-10 16,-1 4-19-16,5 3-14 0,-1 3-15 0,-1 1-19 16,1 5-29-16,-3 2-36 0,4 6-54 0,-7 1-66 15,-2-6-340-15,-4 3-631 0,1-2 278 0</inkml:trace>
  <inkml:trace contextRef="#ctx0" brushRef="#br0" timeOffset="142762.54">7315 16107 148 0,'4'-2'162'0,"1"1"-24"0,-4-3-15 0,2 2-7 15,-3 2-13 1,5-4-15-16,-5 4-20 0,0 0-3 0,0 0-1 16,0 0-12-16,-18 16-3 0,5-4-5 0,-11 4-4 15,-2 1-2-15,-3 5-4 0,-2-3 4 0,-2 2-14 16,1-1 1-16,2 0-3 0,-4 2-2 0,2-1-4 16,2-2-1-16,2-1-1 0,-2-2-6 0,6-1 6 15,1 2-10-15,10-8 9 0,-1 1-5 0,5-4 1 16,1 2-9-16,2-3 7 0,0 0-1 0,3-2 0 0,1 4-4 15,3-4 5-15,3 4 3 0,3-6-3 0,6 3 5 16,8 0-6-16,9 1 4 0,5-2-5 0,1-2 0 0,2 2-5 16,1 1 4-16,1 0 5 0,14 5-2 15,-21-4 2-15,0 4 1 0,-1-1-5 0,-2 4 1 0,-5-2-5 0,-7 0 4 16,-4 4-3-16,-4-2 3 0,-2 5-2 0,-4-1-3 16,-7 0 5-16,-3 3 2 0,-10 3 20 0,-4 1-1 15,-3-5-2-15,-2 3 0 0,-1-5 0 0,-4 1 3 31,-3-6 2-31,-1 4 3 0,-2-5 4 0,2-1-4 16,-2-1 5-16,1-1 9 0,2-5 2 0,0 0 10 0,11-4 15 16,-1 2 2-16,1-2 8 0,4 2 13 0,2-5-1 15,3 2 8-15,4-2 2 0,-1-2-17 0,6 5-9 16,2-4-22-16,2 0-15 0,1-2-26 0,5 1-24 16,6 0-23-16,2 0-31 0,6-2-22 0,10-2-33 15,0 4-23-15,2-3-35 0,4 3-39 0,1 2-165 0,0-4-412 16,18 3 183-16</inkml:trace>
  <inkml:trace contextRef="#ctx0" brushRef="#br0" timeOffset="143130.2">7747 16570 78 0,'-19'3'202'0,"-9"2"-12"15,7 1-13-15,-7 0-25 16,3 4-4-16,4-2-22 0,-2 6-11 0,-4-2-8 16,10 2-13-16,2-4-13 0,3 5-6 0,0-1-10 15,6 0-9-15,0-2 20 0,5-1-4 0,-1 1-6 16,4 2-2-16,2-3-1 0,6 2-4 0,4-3 0 16,12 1-5-16,1-3-1 0,4-5-5 0,3 2-4 15,3-5-3-15,13-5 0 0,-12 0-8 0,-1 0 0 16,-2-2-7-16,-1 0 3 0,-3-2-3 0,-11 2-6 0,0-1 7 15,-4 0 7-15,-3-4 8 0,-3 3 2 0,-5-1-2 16,-1 1-7-16,-3-2-1 0,-2 0-5 0,-3 1-6 16,-4-3-2-16,-2 3-3 0,-2-1-1 0,-2-2-3 0,-1 4-4 15,-2 2-7-15,0-1-4 0,-1 3-12 0,0 3-3 16,-4 1-16-16,9 1-7 0,-3 0-15 0,1 6-20 16,2-3-24-1,4 4-22-15,-1-3-32 0,2 4-16 0,4-3-25 16,0 0-142-16,7 2-362 0,-2 0 160 0</inkml:trace>
  <inkml:trace contextRef="#ctx0" brushRef="#br0" timeOffset="143297.97">8229 16704 99 0,'6'0'266'0,"-6"0"-28"0,8 0-22 0,-8 0-16 16,-4 6-18-16,3 0-16 0,-7 4-15 15,0 3-16-15,-2 3-11 0,-6 6-12 0,-1-3-10 16,4 5-48-16,-6 3-60 0,2 2-77 0,-4-3-243 16,5-4-354-16,-2 0 157 0</inkml:trace>
  <inkml:trace contextRef="#ctx0" brushRef="#br0" timeOffset="143930.23">9840 16102 142 0,'1'-11'245'0,"1"5"-7"0,-2-2-19 16,0 3-12-16,0-1-23 0,0 2-20 0,0 0-18 0,0 4-25 0,0-4-22 15,0 4-11-15,0 0-10 0,-3 16-10 0,-2-1-9 16,1 10-3-16,-1 9-3 0,-3-1-8 0,-1 16-2 16,2 1-9-16,-1-1 2 0,-2 1-3 0,3-5 22 31,1 2-7-31,1-13-1 0,1 0-4 0,-1-3-2 15,1-2-5-15,2-1-22 0,-1-7-19 0,3-4-22 16,0-5-25-16,0 0-20 0,0-2-32 0,0-3-33 0,0-3-24 16,3 0-187-16,-3-4-376 0,0 0 167 0</inkml:trace>
  <inkml:trace contextRef="#ctx0" brushRef="#br0" timeOffset="144264.06">9592 15815 242 0,'-2'-5'225'0,"-1"0"-25"0,3 5-20 0,0 0-18 15,0 0-18-15,0 0-16 0,31 11-12 0,-5 4-7 16,6 4-8-16,17 2-10 0,5 2-9 16,-3 1-2-16,2 1-9 15,1 1-6-15,-4 3-5 0,0-3-2 0,-18-6-7 16,6 11-9-16,-12-9 0 0,-6 2-5 0,-2 0-4 0,-4 1-2 15,-13-4-6-15,2 4 0 0,-7-6 4 16,-6 5 4-16,-8-2 1 0,-9 0-2 0,-1 2 4 16,-4-7-2-16,-1 1 2 0,-3-3 0 0,-14 7-1 15,17-9-5-15,-2 1-3 0,3-2 1 0,-2-1-3 16,1 2-5-16,2-5-5 0,8 3-1 0,4-5-1 0,6 1-15 0,3-3-30 16,-2 2-36-16,6-4-21 0,2 4-6 0,3-2-30 15,6 0-44-15,1 0-215 0,6-3-414 0,8 0 184 16</inkml:trace>
  <inkml:trace contextRef="#ctx0" brushRef="#br0" timeOffset="144978.84">10766 16072 174 0,'0'0'186'16,"2"-4"-20"-16,-2 4-22 0,0 0-9 0,0 0-21 0,0 0-6 0,4 10-12 16,-2-1-4-16,-1-1-10 0,2 3-14 0,-3-1 0 15,0 7-14-15,0 0 4 0,0 0-10 0,-4 4-6 16,0-3 1-16,2 1-7 0,0 1-2 0,-1 5-4 15,-1-7-6-15,1-3 3 0,0 1-1 0,1-6-3 16,0 0-1-16,2-4-6 0,0 0 39 0,-3-1 21 16,4 0 28-1,-2-1 24-15,1-4 23 0,-3 5 18 0,3-5 4 16,0 0-17-16,0 0 0 0,0 0-33 0,4-19-10 16,0 12-11-16,1-5-14 0,4 0-8 0,-4-5-7 15,4 3-10-15,-1-1-5 0,3 1-9 0,-2 1-7 16,3 0-1-16,-6 4-7 0,3 0-6 0,-2 1-6 15,-1 3 1-15,-2-2-6 0,2 4 14 0,3-1-17 16,-1 2-9-16,-3 2-10 0,-5 0-6 0,19 2 0 0,-12 2-10 0,5-1 1 16,-1 2-20-16,-1 0-5 0,0 2-18 0,-1 0-21 15,1 1-29-15,0 1-34 0,-2-2-35 0,1 1-51 16,-3-1-39-16,-1-2-203 0,0 1-512 0,2-3 227 16</inkml:trace>
  <inkml:trace contextRef="#ctx0" brushRef="#br0" timeOffset="145201.26">11115 16008 49 0,'6'-5'207'0,"0"2"-13"16,1 1-15-16,4 2-9 0,-1 2-17 16,1-2-14-16,1 8-6 15,5 1-14-15,-5 3-2 0,2 0-10 0,4 9-7 16,-4 2-8-16,-5 4-2 0,0 4-8 0,-5 0-4 15,-4 3-9-15,-4-1-7 0,-6 12-3 0,-5 0-9 16,-2-13-4-16,-2 0 12 0,0-1-21 0,-3-1-16 16,-5-3-23-16,-1-2-29 0,-4-1-47 0,3-4-77 15,-4-3-203-15,-2-5-388 0,2-2 173 0</inkml:trace>
  <inkml:trace contextRef="#ctx0" brushRef="#br0" timeOffset="145501.96">10657 15850 183 0,'-6'-2'214'0,"-1"2"-16"0,-3 0-21 0,-2 7-20 0,-3 3-8 16,-3 8-21-16,-4 7-12 0,1 4-5 0,-5 15-6 0,-1 6-2 16,3 4-5-16,-2 28-3 0,6-27-10 0,7 4-3 0,9-8-14 15,4 4-2-15,4-9-5 0,5-10 0 16,5-4-9-16,4-1-2 0,9-6-4 0,12 4-1 16,6-5-10-16,5-10-33 0,1-2-45 0,3-8-76 15,7-3-97-15,-1-5-136 0,4 0-381 0,1-6 169 16</inkml:trace>
  <inkml:trace contextRef="#ctx0" brushRef="#br0" timeOffset="145965.21">12112 16240 77 0,'0'0'361'0,"-5"0"4"0,5 0-20 0,0 0-34 0,0 0-25 16,0 0-30-16,-4-7-33 0,4 7-18 0,9-7-25 0,1 1-34 15,4 2-52-15,7-3-43 0,7 1-56 0,1-3-53 16,2 1-66-16,1 1-81 0,-4-3-213 0,-1 7-454 16,-8 2 201-16</inkml:trace>
  <inkml:trace contextRef="#ctx0" brushRef="#br0" timeOffset="146102.96">12205 16358 110 0,'-2'5'186'0,"-3"-1"5"0,-1-1-5 0,5 2 4 15,0-3 1-15,1-2-4 0,14 3-16 0,6-3-17 16,10-3-19-16,4 1-37 0,2-3-67 0,18-4-106 16,-18 2-218-16,2-2-317 15,0 1 141-15</inkml:trace>
  <inkml:trace contextRef="#ctx0" brushRef="#br0" timeOffset="146682.63">14099 15625 40 0,'0'-20'297'0,"0"3"-6"0,4 4-7 16,-4 0-8-16,0 5-17 0,1-1-20 0,-1 2-22 15,0 2-25-15,0 0-21 0,0 1-24 0,0 4-29 0,0 0-20 0,0 0-13 16,0 0-8-16,-1 18-9 0,1-1-8 0,0 8 1 15,0 4-5-15,-4 2-9 0,4 3-3 0,0 0-27 16,4-1-30-16,-3 0-25 0,-1 1-36 16,3-2-43-16,-3-2-44 0,0-1-42 0,-3-2-220 0,3-8-459 15,0-2 203-15</inkml:trace>
  <inkml:trace contextRef="#ctx0" brushRef="#br0" timeOffset="147178.93">13665 16220 8 0,'-7'0'217'0,"2"2"-18"0,1 1-12 0,-2-3-13 15,6 0-13-15,-8 1-19 0,8-1-14 0,-5 0-13 16,5 0-11-16,-5 1-11 0,5-1-8 0,0 0-12 15,0 0-9-15,0 0-2 0,-8 1-7 0,8-1-7 16,0 0-3-16,0 0-5 0,0 0-4 0,-6 4-6 0,6-4-2 16,0 0-4-16,0 0-3 0,0 0 3 0,0 0-3 15,0 0-1-15,0 0 0 0,0 0 1 0,0 0-2 0,0 0-3 16,0 0 0-16,0 0 4 0,0 0-7 0,0 0-8 0,0 0 6 16,0 0-3-16,0 0 6 0,0 0 10 0,0 0 9 15,37-4-2-15,-5 1-1 0,18 0-1 16,11-3-9-1,35-4 5-15,7-3-10 0,1 4 4 0,11-1-3 16,1-6 0-16,3 1-2 0,9 1 0 0,1 6-1 16,-4-6 11-16,3 1 3 0,-16-1 6 0,-4 0 0 15,-7 2 12-15,-8 3-11 0,-29 0 4 0,-3 2 5 16,-2-1 11-16,-8 2 9 0,-15 3-1 0,-5-2 9 16,-11 0 8-16,-3 3 18 0,-5 0 2 0,-3 2 17 15,-1-3 7-15,0 2 7 0,-3 0 2 0,-1-1-10 0,-1-2-26 16,-3 4-25-16,3-1-46 0,-3 1-60 0,0 0-46 15,0 0-52-15,-17 0-45 0,2 5-57 0,-2-1-80 0,-3 1-236 16,1 0-598-16,2 1 265 0</inkml:trace>
  <inkml:trace contextRef="#ctx0" brushRef="#br0" timeOffset="148054.14">13769 16583 176 0,'2'-7'296'0,"-2"0"-3"0,1 0-9 0,-2 2-17 31,1 2-19-31,1-2-18 0,0 2-21 0,-1-3-26 16,0 6-20-16,0-3-21 0,0 3-17 0,0 0-30 15,0-4-22-15,0 4-9 0,0 0-7 0,0 0-9 16,1 21-3-16,-1-9-7 0,-1 5-4 0,1 0 1 0,-2 3-9 0,-2 6-3 0,-2 0 1 0,2 1-7 16,0-2 3-16,-1 1-8 15,-2-2 3-15,3 5-3 0,4-4 0 0,-2-9-2 16,-1 0 0-16,1 0 1 0,2-6 0 0,0-1-4 16,-1-2 4-16,1-1-3 0,0 1 5 15,0-3 0-15,0 0 26 0,0-4 21 0,-2 4 33 16,2-4 27-16,0 0 10 0,0 0-4 0,0 0-20 15,7-9-8-15,-4 2-10 0,4-9-8 0,2 2-9 16,-1-3-13-16,5-5-2 0,2 2-8 0,1-2-4 0,-2 1-4 0,0 4-9 16,-3 3 4-16,1 0 1 0,1 3-12 0,-4 4-4 15,-1-2-2-15,1 4-1 0,-4 0-8 0,1 1-2 16,-2 1-9 0,2 3-6-16,-6 0 1 0,12 0-5 0,-6 3-1 15,1 1-4-15,-1 3-5 0,3 2-4 0,-1 0 3 16,-1 2-10-16,3 4-1 0,-2-2 12 0,0 0-1 15,-2 4-16-15,2 0-13 0,-2-2-21 0,3 0-22 0,-4 1-19 16,1-4-23-16,1 5-23 0,-4-9-30 0,0 4-31 16,1-3-46-16,0 2-271 0,-2-5-582 0,1 1 258 15</inkml:trace>
  <inkml:trace contextRef="#ctx0" brushRef="#br0" timeOffset="148254.46">14289 16603 37 0,'3'-4'402'0,"-3"-1"-28"0,1 1-30 0,-1 4-36 15,3-7-31-15,-3 5-33 0,0 2-29 0,1-4-32 16,-1 4-40-16,0 0-32 16,0 0 3-16,4 11-14 0,0-1-10 0,-3 7-28 15,-1-1-33-15,0 9-47 0,4 3-45 0,-8 2-54 16,4 0-59-16,-5 16-90 0,1-12-134 0,0-2-431 15,4 1 191-15</inkml:trace>
  <inkml:trace contextRef="#ctx0" brushRef="#br0" timeOffset="148423.01">14316 17134 309 0,'0'0'375'0,"0"0"-7"0,0 0-6 15,0 0-22-15,0 0-15 0,0 0-25 0,0-11-30 0,0 11-27 16,0 0-26-16,0-5-17 0,0 5-41 0,0 0-43 15,4-3-50-15,-4 3-50 0,3-4-57 16,-3 4-70-16,2-3-89 0,2 1-88 0,3 0-217 0,-1-2-546 16,1-1 242-16</inkml:trace>
  <inkml:trace contextRef="#ctx0" brushRef="#br0" timeOffset="149024.6">14932 16578 122 0,'4'-5'176'0,"1"3"-15"16,-1-3-18-16,5 1-11 0,1-1-15 0,2 2-12 15,-1 1-7-15,2 1-17 0,2 1-5 0,2-2-12 0,-3 5-3 16,-1 0-14-16,1 2 0 0,-3 1-1 0,0 1-6 16,5 4 1-16,-9 0-6 0,2 4 1 0,-6 2-1 15,2 1-6-15,-6 3 3 0,-4-2-5 0,-4 9 2 16,-4 0-2-16,-5 3 1 15,-3-2-8-15,-5 15-1 0,-7-6-3 0,7-11 3 0,2-3-5 0,1-2-1 0,0 0-1 0,2-4 22 16,5-7-2-16,1 1 6 0,2-5-4 0,4 0 10 16,1-2 12-16,1-2 21 0,2 1 24 0,1-1 21 15,4-3 21-15,-7 2-5 0,7-2-4 0,0 0-17 32,0 0-12-32,0 0-14 0,0 0-4 0,27-11-12 0,-9 6-8 0,2 2-11 0,7-5-6 15,-4 4-21-15,3 1-23 0,-4 0-28 0,-1 1-28 16,7-4-55-16,-6 5-59 15,6-7-78-15,-10 4-259 0,1-1-541 0,3 1 239 16</inkml:trace>
  <inkml:trace contextRef="#ctx0" brushRef="#br0" timeOffset="149541.26">15392 16424 312 0,'0'-3'284'0,"0"3"-33"0,0 0-30 16,0 0-28-16,0 0-22 0,0 0-17 0,0 0-17 16,3 12-14-16,-3-4-13 0,-3 1-7 0,2 3-13 15,1 5-8-15,-4-2-14 0,4 3-5 0,-1 0-1 16,-2 1-7-16,2-2-3 0,-2 0-4 0,2-5-6 15,1 0-3-15,-1 0-1 0,1-2-3 0,0-5-3 16,-4 1 0-16,4-2 22 0,0 0 36 0,0-4 45 0,0 5 24 16,0-5-17-16,0 0-10 0,15-12-20 0,-4 4-14 15,0-5-2-15,5 1-12 0,-3-1-11 0,3 4-4 0,0-1-5 16,-5 3-6-16,0-2-7 0,-2 3-12 0,0 3-4 16,-2-1-11-16,0 1 2 0,3 2-9 0,1 2-14 15,1 2-20-15,-3 1-8 0,0 1-20 16,4 1-28-16,-3 4-37 15,-1-1-56-15,5 4-66 0,-1-1-83 0,-5-1-248 16,-1-1-609-16,0-1 270 0</inkml:trace>
  <inkml:trace contextRef="#ctx0" brushRef="#br0" timeOffset="151212.47">17506 15819 106 0,'-3'-6'182'0,"-4"3"-19"16,0-5-18-16,-6 4-9 0,-3-1-7 0,-6 3-20 0,-4-1-11 15,-3 2-5-15,-3 2-5 0,1 2-6 0,-2 0 0 16,4 3-4-16,-6 0 1 0,1 1-1 0,2 3-6 15,0-2-5-15,0 2 1 0,5 2-7 0,0 0-6 16,9-3-5-16,1 0-9 0,2-1-4 0,2 4-1 0,4-4-6 16,1 1 1-16,-1 3-8 0,5-2 0 0,4 0-1 15,0 0 3-15,7 1-2 0,-1-1-1 0,5 2-3 16,6-5-2-16,1 2 2 0,4-4-1 0,8 3 1 16,-2-7 0-16,3 0-3 0,1-2-4 0,-4-5 3 15,4-1 0-15,-5 0-4 0,-2-3 23 0,-7 1 22 16,1 0 9-16,-2-6 11 0,2-2 3 0,-6 2 6 0,1-2 2 15,-1-8-3-15,0 2-1 0,-4-6-7 0,-3 2 1 16,1-6-7 0,-3 0-9-16,-1-3 5 0,0-10-1 0,-1 10 11 15,1-12-3-15,-1 1 8 0,1 12 3 0,-4-12-15 16,2 16 14-16,-2 2-24 0,1 10 4 0,0 2-3 16,0 1 5-16,1 5-16 0,-1 1 3 0,0 4-7 15,0 1-8-15,0-2-15 0,0 7-31 0,0-6-38 0,0 6-12 16,0 0-2-16,0 0 10 0,0 0 1 0,-4 28 6 15,-2 1 2-15,0 6 15 0,-1 11-2 0,-2 0 2 0,1 3 1 16,-2-2 1-16,8-2 2 0,-2-9 3 0,1 0 0 16,2-2 3-16,-2-1 3 0,3-4 3 0,0-1-1 15,0 0-2-15,0-10 5 0,3-1 1 0,-3-5-1 16,1 0 3-16,-1-3-2 0,0 1 6 0,3-3-1 16,-3-2 3-16,1 2 4 0,-1-4-4 0,0 0 5 15,1 1 2-15,-1-1 6 0,0-3 1 0,2 4-3 0,-2-4 5 16,0 3 1-16,0-3 5 0,0 0 2 0,0 0 1 15,0 5 3-15,0-5 0 0,0 0-5 0,11 0-1 16,-3-1-4-16,5-3-20 0,6 1-36 0,1-3-53 16,9-1-80-16,7-4-116 0,1-1-299 0,16-10-633 15,-2-5 280-15</inkml:trace>
  <inkml:trace contextRef="#ctx0" brushRef="#br0" timeOffset="151779.62">17729 15082 218 0,'0'0'253'16,"4"-6"-18"-16,-4 6-21 0,0-3-25 0,0 3-7 15,0 0-20-15,2-4-19 0,-2 4-18 0,0 0-12 16,0 0-11-16,0 0-13 0,-6 17-8 0,5-11-9 16,-1 4-8-16,0 0-5 0,-3 2-9 0,3-1-2 15,0 1-6-15,-3 2 2 16,3-3-10-16,2-1-3 0,-2 1-2 15,1-3-4-15,1-2 0 0,0-1-2 0,0-1-2 0,0 0 5 16,0-4 21-16,0 6 34 0,0-6 38 0,0 0-3 16,0 0-10-16,0 0-3 0,0 0-16 0,19-14-7 15,-10 9-4-15,-1-4 1 0,2 3 0 0,-1-4-18 16,0 3-2-16,-3 1-5 0,1 1-7 16,-2 0-1-16,0 1-13 0,-1 2-6 0,1 0 2 0,1 2-3 0,-6 0-27 15,11 4-8-15,-4 2-12 0,1 2-10 0,3 5-11 16,0 4-17-16,-4 3-35 0,3 4-38 0,-2 3-44 15,-3-1-62-15,-2 3-296 0,2 0-578 0,-1 0 255 16</inkml:trace>
  <inkml:trace contextRef="#ctx0" brushRef="#br0" timeOffset="152460.57">16770 16387 4 0,'0'0'214'0,"-7"1"-9"0,7-1-16 16,-5 2-11-16,5-2-12 0,-5 0-20 0,5 0-9 15,0 0-15-15,0 0-2 0,0 0-7 0,0 0 0 16,0 0 22-16,0 0-7 0,0 0-9 0,0 0-6 16,0 0-9-16,0 0-10 0,0 0-1 0,0 0-8 0,0 0-7 15,0 0-4-15,0 0-7 0,0 0-2 0,0 0-6 16,0 0-4-16,0 0-9 0,0 0 1 0,0 0-6 15,0 0-5-15,0 0-4 0,0 0-4 0,0 0-6 16,0 0 7-16,0 0-6 0,0 0 0 0,0 0-4 16,0 0 0-16,0 0-3 0,0 0-12 0,23-7 13 15,-5 3-2-15,14-2-1 0,10 1-4 0,14-4-1 0,36-1-2 0,0-2 0 16,9 0 5-16,0-1-7 0,8 1 3 0,-2 2 11 16,4-1 12-16,-6 2 10 0,0-5 7 0,-4 3-2 15,-9 1 9-15,-32 2-8 0,-4 6-7 0,-5-3-6 16,-19 3-2-16,-10-1-1 0,-2 0-3 0,-6 2-6 15,-5-1 0-15,-1 1 1 0,-1 1-6 0,-7 0-12 16,10-2-13 0,-10 2-22-16,0 0-32 0,0 0-29 0,-28 3-39 15,1 5-52-15,-4-3-79 0,-1 0-280 0,1 2-585 16,3-1 259-16</inkml:trace>
  <inkml:trace contextRef="#ctx0" brushRef="#br0" timeOffset="153277.69">17451 16990 92 0,'0'0'244'16,"-1"-6"-20"-16,-2 2-17 0,0-2-24 0,1 2-20 15,-6-5-17-15,2 4-10 0,-1-2-18 0,-3-1-12 16,-1 4-11-16,-5-4-12 16,-3 3-5-16,0 3-11 0,0-1 0 0,-3 2-11 15,-8 1-4-15,0 1-3 0,1 3 0 0,-2 2-6 16,2 2 0-16,-2 1-13 0,0 1 3 0,7 4-8 16,3-6-4-16,2 1-7 0,4 5 6 0,-2-3-8 15,2 1 6-15,4 2-6 0,2-1-3 0,2 1 4 16,1-2-4-16,5 0 2 0,2-1 6 0,2 0 5 15,3 1-5-15,0-3 0 0,8 0 3 0,4-1-3 0,8-1 1 16,0-1-1-16,3-4-2 0,0-2 0 0,-2-1-1 0,-4-3 1 16,4-3 19-16,-8 2 21 0,-1-5 12 0,2-2 12 15,-3 3 0-15,2-12 11 0,-6 5 12 0,2-6-5 16,-1-1-3-16,-1-4 4 0,-5 2-2 16,-2-4-14-16,0-2 4 0,2-1-20 0,-4 2-8 15,-3-2-6-15,3-2 1 16,-4 0 7-16,0 2 5 0,-1 1 2 0,-2 2 6 15,3 10 9-15,-2 1 5 0,-1 4-14 0,3 3-1 16,0 0-8-16,0 6-14 0,-1-1-18 0,1 6-40 16,-3-6-2-16,3 6-18 0,0 0 1 0,0 0-2 15,-15 30 6-15,10-11 1 0,-2 5-1 0,2 5 12 16,0 0-6-16,2 3 3 0,1 0 3 0,-2 1-12 16,4 1-14-16,4 3-26 0,1-4-8 0,-1-2-22 0,0 3-21 15,-2-5-28-15,2-4-25 0,3-2-35 0,-5-6-42 16,7-1-45-16,-8-7-225 0,3 1-555 0,3-6 246 15</inkml:trace>
  <inkml:trace contextRef="#ctx0" brushRef="#br0" timeOffset="153710.14">17677 16795 175 0,'11'-4'224'0,"2"0"-23"15,-5 4-15-15,-8 0-15 0,26 7-16 0,-13-2-12 16,3 4-13 0,-2 3-13-16,-4 1-15 0,-2 3-6 0,1 1-9 15,1 8-11-15,-5 3-9 0,-2-1-6 0,-2 1-8 16,-5 0-3-16,0 3-6 0,-3-6-9 0,-5 3 1 16,3-3-5-16,-1-2 4 0,0-6-11 0,2-2-3 15,-1-2 4-15,4-3 3 0,0-1 7 0,1-4 0 16,0 3 15-16,0-4 10 0,1 0 16 0,-3 0 23 15,6-4 35-15,-3 1 26 0,3-1-10 0,0 0 0 0,0 0-20 0,0 0-16 16,-2-21-9-16,6 9-12 0,1-1-13 0,4-6-7 16,4-5-17-16,1 0-10 0,5 0-5 0,-2-5-14 15,3 4 1-15,-3-3-9 0,1 2-1 16,0 3-7-16,-8 6 0 0,-1 1 0 0,0 5 3 16,-3 2 6-16,-1 1-7 0,-1 2-3 0,0 1-11 15,-1 0-20-15,-3 5-19 16,0 0-7-16,0 0 2 0,0 0 4 0,0 0 3 15,0 0 4-15,-6 27 1 0,1-10 17 0,-1 1-10 16,2-1 2-16,-1 8-1 0,3-6 5 0,-1 6 3 16,4-4 2-16,3-2 5 0,4 1-20 0,1 1-17 15,2-5-24-15,8 4-40 0,-5-10-55 0,13 2-76 16,-8-9-279-16,8 1-563 0,4-3 249 0</inkml:trace>
  <inkml:trace contextRef="#ctx0" brushRef="#br0" timeOffset="154118.03">18165 16733 113 0,'0'0'314'0,"0"0"-29"0,0 0-33 16,0-6-28-16,0 6-27 0,0 0-20 16,0 0-21-16,0 0-12 0,0 0-17 0,0 0-8 0,-5 23-14 0,1-17-14 15,4 4-7-15,-4 1-9 0,3 1-9 0,-2 2-5 16,3 1-4-16,-1-5-4 0,-1 2-3 0,0-1-8 16,1-5-1-16,2 5-2 0,-1-5-4 0,0 3 3 15,-1-4 12-15,1-5 31 0,3 7 13 0,-3-7-2 16,0 0-7-16,0 0-2 0,25-14-1 15,-15 6-4-15,6-2-8 0,-2 1 1 0,-1-3-5 0,3 3 0 0,-3-1-7 0,-3 4-2 16,0 0-5-16,-1 0-15 0,-2 4 2 0,3-2-15 16,-2 1-1-16,-8 3-2 0,15 2-1 15,-15-2-14-15,19 6-6 0,-10 1-11 0,3 2-21 16,-3-2-32-16,3 3-45 0,1 2-58 0,-5 2-68 16,2 0-99-16,-1-5-208 0,-4 0-587 0,0-1 260 15</inkml:trace>
  <inkml:trace contextRef="#ctx0" brushRef="#br0" timeOffset="155282.59">19152 15819 154 0,'2'-6'214'0,"2"-3"-22"0,2 2-15 0,2-2-19 16,2 3-15-16,1 0-13 0,1 0-15 0,0 3-8 16,6 0-15-16,-6 2-12 15,1 1-7-15,1 2-8 0,4 3-8 16,-6 0-1-16,3 7-5 0,-1 0-18 0,-2 2 3 15,0 9-1-15,-1 0 0 0,-4 2-3 0,1 0-1 16,-4 0-3-16,0 3-2 0,-4 1 1 0,-6-3-1 16,-1 1-6-16,-1 1 3 0,-1-1-3 0,-2-3-2 15,3-4 4-15,-1-3 8 0,3-2 3 0,-2-1 0 0,3-5 8 16,1-1 1-16,0-1 14 0,3-2 22 0,-3 0 29 16,0-2 44-16,3-1 22 0,1-2 13 0,0 0-16 0,0 0-22 15,0 0-10-15,10-20-19 0,-1 6-7 0,5-1-13 16,3-6-10-16,-4 6-8 0,3-9-2 0,5 3-15 15,-1-1-12-15,-3 0 0 0,1 1-3 0,-2 3-8 16,-2 3 1-16,3 1-6 0,-6 0-4 0,-3 5-12 16,1 2 5-16,-4 3-8 0,0-1-3 0,0 1-16 15,-1-1-5-15,-1 4-33 0,-3 1-12 0,5-3 1 0,-5 3 5 16,4 7 3-16,-3-4 2 0,-1 5 6 16,3 1 4-16,-1 1 0 0,2 0 0 0,-2 4 11 0,2-2-9 0,0 0-16 15,1 2-16-15,0 1-19 0,2 0-32 0,-1-3-31 16,-2 0-34-16,1-2-47 0,0-2-50 15,0 0-245-15,-1-1-562 0,1 0 250 0</inkml:trace>
  <inkml:trace contextRef="#ctx0" brushRef="#br0" timeOffset="155583.34">19688 15519 73 0,'1'-4'221'0,"2"1"-24"0,-3 3-17 15,5 0-13 1,-5 0-13-16,9 4-15 0,-5 1-5 0,1 2-14 0,1 1-10 0,-2 4-6 0,3 2-10 16,-5 6-6-16,-2-1-9 0,4 6-6 0,-4 1-1 15,0-7-8-15,0 2-3 0,-1-1-12 0,1-3-4 16,-3-2-8-16,2-3-3 0,1-4-3 0,0 3-2 0,0-4-1 31,0-1 0-31,1 0 2 0,3-1 22 0,3-2 5 16,3 4 1-16,6-6-8 0,13 1-4 0,0-2-8 15,4 0-18-15,4 0-38 0,0-1-42 0,-2 0-53 16,1-4-61-16,-3 2-226 0,1 0-433 0,-4-1 192 16</inkml:trace>
  <inkml:trace contextRef="#ctx0" brushRef="#br0" timeOffset="155821.35">20304 15962 266 0,'-6'1'254'0,"6"-1"-26"0,0 0-23 0,0 0-21 16,19-7-15-16,-6 5-20 0,6-2-20 0,9 1-38 16,4-1-37-16,5 1-41 0,1-3-41 0,15 0-59 15,-15 3-185-15,2-4-294 16,-4 1 131-16</inkml:trace>
  <inkml:trace contextRef="#ctx0" brushRef="#br0" timeOffset="156095.57">20832 15626 343 0,'-1'-6'365'16,"1"0"-20"-16,0 3-31 0,-3-3-25 0,3 4-33 16,0 2-32-16,0-7-25 0,0 7-31 0,0 0-16 15,0 0-18-15,0 0-24 16,0 0-12-16,7 13-10 0,-6-2-9 0,4 5-7 15,-4 2-10-15,4 4-5 0,-1 0-3 0,-1 5-7 16,-1-2-4-16,2 0-10 0,-1 2 1 0,2-2 1 16,0-2 7-16,-4-3-14 0,5-2-3 0,-3-2 2 15,1 0-32-15,-3-2-24 0,2-1-24 0,-2-4-38 0,0 1-33 16,1-3-40-16,-1 1-37 0,0-3-48 0,-1 0-220 16,0-5-506-16,2 2 224 0</inkml:trace>
  <inkml:trace contextRef="#ctx0" brushRef="#br0" timeOffset="156338.01">21035 15487 154 0,'3'-6'333'0,"-2"0"-35"0,0 0-29 16,-1 1-31-16,0 5-30 0,0 0-25 0,0 0-15 0,14 6-19 15,-10 5-12-15,5 7-9 0,4 11-13 0,-2 2-7 16,4 14-8-16,-5 1-5 0,-3 4-7 0,-5 0-6 15,-2 2-7-15,-4-4-6 0,-5 3-11 0,-5-3 1 16,-8 1-12-16,-1 2 4 0,-4-3-3 0,-4-5-17 16,-2 0-8-16,-6-6-16 0,-1-2-24 0,-6 0-33 15,0-6-38-15,-4-2-38 16,-5-3-67-16,-1-2-282 0,-2-9-514 0,4-2 227 16</inkml:trace>
  <inkml:trace contextRef="#ctx0" brushRef="#br0" timeOffset="156789.6">19323 15454 95 0,'-4'-3'124'0,"4"3"-19"0,0 0-3 0,-9 7-14 0,0-1-7 16,4 6 13-16,-9 10-11 0,1 6 6 15,-5 3 1-15,0 15 8 0,-3 3 6 0,0 2-2 16,3 4 0-16,0-1-2 0,-1-4 6 0,5 5 5 16,4-3-9-16,4 0-12 15,3 2-5-15,11-6-2 0,3-1 0 0,2-12-5 0,11 7 1 16,10-6-5-16,6-3-4 0,10-4-9 0,6-7-1 15,35-1-3-15,-27-7-34 0,36-4-52 0,-1-3-70 16,8-4-89-16,-7-6-197 0,-5-2-415 0,-6-3 184 16</inkml:trace>
  <inkml:trace contextRef="#ctx0" brushRef="#br0" timeOffset="157538.44">21466 15326 137 0,'0'0'238'0,"1"-3"-19"0,-1-2-21 0,0 5-22 16,0 0-22-16,0-4-17 0,0 4-17 0,0 0-13 0,0 0-11 0,0 0-9 15,0 12-8-15,0-2-11 0,-1-2-4 16,1 5-5-16,-4 3-3 0,1 1-7 0,1 1-3 16,-2 0-11-16,-5 1 1 0,5 5-3 0,-1-3-3 15,1-4-3-15,0-1-16 0,1-3 0 0,1-4-4 16,-2-2-1-16,3 0 2 0,-2-1 6 0,3-2 29 15,-2-1 31-15,2 1 35 0,-2-1 23 0,2-3-2 16,0 0-15-16,0 0-8 0,17-13-14 0,-9 6-8 16,6-2-6-16,0-4-5 0,-1 2-9 0,2-3-2 0,2 0-7 0,-2 0-5 15,2 3-8-15,-3-1 6 0,-4 6-6 0,3-3-6 16,-4 4-1-16,-1 0-10 0,-1-1-3 0,-2 5-6 16,2-2-13-16,-3 3-9 0,-4 0-6 0,11 4-6 15,-5 0 0-15,2 3-6 0,-1 1-10 16,0 2-27-16,-2 0-34 0,4 4-39 0,-5-2-44 0,1 4-51 15,-1-4-283 1,-3 1-553-16,3-4 244 0</inkml:trace>
  <inkml:trace contextRef="#ctx0" brushRef="#br0" timeOffset="158123.68">21827 15100 176 0,'2'-5'178'0,"-2"5"-21"0,2-4-14 0,2 3-20 16,-4 1-12-16,10 1-8 0,-10-1-13 0,14 4-10 16,-1-2-11-1,-3 1-16-15,2 2-16 0,2-1-10 0,-1-1-9 16,-1 1-3-16,0-1 1 0,-2 0-8 0,0-1 0 15,1 0 0-15,-4-2 1 0,-7 0-4 0,16-1 11 16,-11-2-2-16,1 2 8 0,1-3 9 0,0-1 6 16,-2 0 6-16,-1-2 11 0,3-1 2 0,-2-1 3 15,-1 1 4-15,-1-1 2 0,2 0 3 0,-1-2 2 16,0 2-1-16,-1-2 0 0,0 1 3 0,0 2-4 0,0 1 4 0,-1 0-3 16,2 1-5-16,-4 2-5 0,5 0-10 0,-4 0-4 15,-1 2-8-15,2-2-8 0,-2 4-9 0,2-4-28 16,-2 4-7-16,0 0-1 0,0 0 5 0,0 19-3 15,-2-3-1-15,0 9 3 0,-4 6 2 0,2 3-3 16,-1 13 0-16,-4 9 7 0,-5 25 8 0,3 3 1 16,-2-2 6-16,3-21 3 0,-2 25 3 0,-2 0 1 0,4-5 2 15,2-26-1 1,3 0 1-16,-3-4 1 0,5 2-2 0,-1-3-2 16,-1 3 0-16,3-5 6 0,2 1-12 0,-2-2-1 0,2-15 3 15,-3 1-5-15,3-2 2 0,0-2 29 0,0-3-4 16,3-6-8-16,-2-3 2 0,0 1-2 0,-3-4-6 15,2-2-3-15,1-3 3 0,0 1 0 0,1-4-8 16,-1 0 34-16,-1-1 8 0,0-1 7 0,0 2 6 16,0-4 4-16,0-2-6 0,0 7 7 0,1-5-14 15,-1-2 0-15,0 0-1 0,0 0-12 0,-2 6-1 16,2-6-9-16,0 0-2 0,-2 2-4 0,2-2 0 16,-9 3-8-16,-7-3-9 0,-15 4-32 0,-7 0-68 15,-25-2-66-15,-29 7-111 0,-1-4-301 0,25-5-613 16,-24-7 271-16</inkml:trace>
  <inkml:trace contextRef="#ctx0" brushRef="#br0" timeOffset="159169.57">19342 15213 26 0,'-29'3'125'0,"-5"0"-9"0,-1-1-1 0,-3 2-9 15,0 1-5-15,0-2-3 0,1 2-11 0,-3 0 3 16,1-3-2-16,4 3-10 0,3-2-5 0,2 1-2 15,8-2-3-15,4 1-4 0,-1-2-19 0,6 1 15 16,2-2-2-16,0 0 7 0,6 0 5 0,-3 1 7 16,8-1 13-16,-10 0 10 0,10 0 8 0,-5 0 2 15,5 0-6-15,0 0 7 0,-8-4-14 0,8 1-4 16,0 3-12-16,-1-6-7 0,1 6-6 0,1-6-1 0,-1 6-2 0,0-4-3 16,0 4-11-16,0 0-8 0,2-5-2 0,-2 5-5 15,0 0-16-15,0 0-25 0,0 0-4 0,0 0-1 16,0 17 2-16,2 0-2 0,-4 13 0 0,4 8 4 15,-7 15 0-15,1 7 0 16,-7 29 2-16,1-1-23 0,-1-1 2 0,1-4 8 16,3-21-1-16,1 25 2 0,-3-3-1 0,4-1 6 0,5-22 2 0,-1 23 1 0,-1-26 0 0,0-2 26 15,1 0 0-15,2-1-5 0,-2-4 2 0,2-2-6 16,-1-13 2-16,0-3-4 0,3 0 3 0,-3-2-4 16,1 1-1-16,-1-4 3 0,4-2 0 15,-2-7-4-15,0 1 2 0,-4-5 5 0,1-3-11 16,1-2 5-16,1-1-4 0,-1-4 0 0,0 2 4 15,-1-2 0-15,1 0 14 16,0 0 4-16,0-3 8 0,0-2 5 0,0 5-2 16,0-5-2-16,0 0-4 0,0 5-2 0,0-5-5 15,0 0 3-15,1 4-4 0,-1-4-6 0,0 0-4 0,0 0 1 0,-1 4 0 16,1-4-2-16,0 0-1 0,0 0-2 16,0 0-1-16,-1 4 1 0,1-4 4 0,-3 5-5 15,3-5 2-15,0 0-4 0,0 0 0 0,0 7 6 16,0-7 11-16,0 0 7 0,0 0-1 0,0 0 11 0,20-2-6 15,2 2-3 1,32-3-28-16,9-6-39 0,39-3-74 0,12-7-121 0,7-6-305 0,15-6-584 16,5-8 259-16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3:38:18.30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4898 3026 90 0,'0'0'126'0,"0"0"-6"0,0 0-13 16,0 0-12-16,-4-3 1 0,4 3 2 0,0 0 4 16,-2-3-8-16,2 3-7 0,0 0 4 0,0 0-5 15,0 0-6-15,0 0 0 0,6-4 0 0,-6 4-5 16,0 0 5-16,0 0-6 0,0 0-5 0,3-2 2 15,-3 2-5-15,0 0-4 0,0 0-4 0,0 0-4 16,-1-5 5-16,1 5-6 0,0 0 1 0,0 0-1 16,0 0-3-16,0 0-1 0,0 0-3 0,0 0 0 0,0 0-4 0,0 0-4 15,0-5-3-15,0 5-6 0,0 0-2 0,0 0-4 16,1-3-2-16,-1 3-4 0,0 0-4 0,0 0 2 16,0 0-3-16,0 0-7 0,0 0-10 0,0 0-13 15,0 0 2-15,0 0-2 0,0 12 3 0,0-4 1 16,-1 9 1-16,-1 2 0 0,-1 11 0 0,-4 3 3 15,2 15 4 1,-2 0 1-16,-3 2-1 0,2-1 7 0,1 2-2 0,4-1-6 16,-1-14 4-16,-1 12 4 0,3-11-5 0,5 11 4 15,-6 0-1-15,6 1 3 0,2-1 5 16,-9-1-3-16,4-12-3 0,3 13 2 0,-1-15 2 16,1 0 0-16,-1 1-1 0,0-2-1 0,-1 1 2 15,0-4 4-15,1-2-3 0,0-2 0 0,-1-6 3 16,1-2-3-16,-2 3 0 0,1-8 0 0,-1 1-1 0,1-1 0 0,1-2-1 15,-2-1 2-15,0 1 2 0,0-3-3 0,1 0 4 16,0-1-6-16,-2-2-3 0,1 0 3 0,1 0-1 16,-1-1 3-16,0-3-4 0,-1 5 2 0,1-5 5 15,0 0-2-15,1 6 0 0,-1-6 9 0,1 3 10 16,-1-3 0-16,0 0 5 0,2 3 11 0,-2-3-5 16,0 0 5-16,0 0 1 0,0 0 1 0,0 0 1 0,0 0-2 0,0 0-2 15,0 0-5-15,0 0 0 0,0 0-4 0,0 0-1 16,0 0-2-16,0 0-2 0,0 0 0 0,0 0-7 15,0 0-12-15,0 0-20 0,0 0-25 16,-4-12-16-16,3 8-16 0,1 0-26 0,-2-3-38 16,0-3-46-16,0 1-31 0,1-4-222 0,-3-7-467 15,2 2 207-15</inkml:trace>
  <inkml:trace contextRef="#ctx0" brushRef="#br0" timeOffset="932.13">4826 3069 75 0,'0'0'97'0,"0"0"17"0,0 0 1 0,-4-5-1 15,4 5-8-15,0 0-8 0,0 0-6 0,-1-3-5 16,1 3-2-16,0 0-4 0,0 0 8 0,0 0-13 15,0 0 3-15,-3-4-2 0,3 4-6 0,0 0-5 16,0 0 0-16,0 0-10 0,0 0-3 0,0 0-8 16,4-7-5-16,-4 7-1 0,9-2-8 0,-3-1-3 0,3 2 1 0,4-3-8 15,5 2-3-15,-5-1 0 0,7 2-2 0,-1 1-7 16,3-1-2-16,9 3 5 0,1 1-1 0,0 4 1 16,-2-2-3-16,1 3-3 0,1 3-1 15,1-3-3-15,-2 6-5 0,-3 0 7 0,1-1-5 0,0 6 0 16,-3-1-4-16,-3 2 5 0,0 0-5 0,-6 1 4 15,-2 1-3 1,-2 0 6-16,-4-2-2 0,1 4-1 0,-10-7-1 16,0 1 2-16,0 3 0 0,-5-3 2 0,-8 4-2 15,-1 0 4-15,-4-1 3 0,-5-1 4 0,1-1-1 16,-6-2 4-16,-1-2 0 0,-2 2 0 0,2-2 6 16,-4-1 4-16,-3-1 2 0,3 1 5 0,4-4-1 15,-3-1 4-15,0-2 1 0,1 1 1 0,3-3 1 16,7 0 7-16,2-1 2 0,1-1 2 0,7 0-2 0,-1-2 7 0,2 0 5 15,1 0 8-15,9-1 0 0,-11 1 4 0,11-1 1 16,-11 3 9-16,11-3-6 0,-6 0-2 0,6 0-4 16,0 0 5-16,0 0-16 0,0 0-10 15,0 0-4-15,0 0-6 0,0 0-2 0,0 0-1 16,-10-3-4-16,10 3-5 0,0 0-3 0,0 0 5 16,0 0-8-16,0 0-5 0,0 0-13 0,0 0-6 0,0 0-8 0,-8 0-29 15,8 0-27-15,0 0-28 0,0 0-23 0,0 0-40 16,0 0-52-16,0 0-33 0,0 0-214 0,23-2-497 15,-23 2 221-15</inkml:trace>
  <inkml:trace contextRef="#ctx0" brushRef="#br0" timeOffset="2264.77">5245 3967 158 0,'0'0'146'16,"0"0"-21"-16,0 0-17 0,0 0-11 0,0 0-13 15,0 0-5-15,0 0-12 0,4 12-7 0,-3-7-8 16,-1 1-8-16,3 3 0 0,-1 2-2 0,0 0-3 15,0 6 2-15,-1 1-4 16,1-6 11-16,-1 5 4 0,0 3-8 16,3-3 1-16,-3 2-3 0,0-2-4 0,2 3-5 15,-3-3-1-15,0 0-3 0,0-1-2 0,1-2 4 16,-1 1 0-16,0-1 1 0,0-3 3 0,0-1-5 0,0 2-7 16,0-3 7-16,0-2-3 0,0 3 1 15,0-5-3-15,0 1 1 0,-1-1-4 0,1 0 4 16,0-1 7-16,0 0 2 0,0-4 4 0,-1 5 6 0,1-5 5 0,0 0 8 15,1 4 4-15,-1-4 13 0,0 0 13 0,0 0 8 16,0 0 7-16,0 0 10 0,-4 3 13 0,4-3 13 16,0 0 11-16,0 0 4 0,0 0-25 0,0 0 1 15,1-12-26-15,2 5-7 0,0-3 0 0,-1-2-28 16,3-5-8-16,1 0-8 0,0-2-4 0,0 0-13 16,2 0-1-16,0 1-12 0,-2 1 4 0,3 1-6 0,-1-1-2 15,-2 0-3-15,0 5 2 0,1 2-3 0,-1-1-4 0,-2 1-2 16,1 1 5-16,-1 0-5 0,-3 4-4 0,3 1-3 31,0-1-4-31,-2 1-2 0,2 2 0 0,-4 2-10 16,8 0 8-16,-8 0-11 0,9 8 3 0,-4-1-3 15,1 3 4-15,1 1-4 0,-2 1 10 0,0 5 2 16,3-1-4-16,-1 0 1 0,-2 1 7 0,3-2-4 0,-1 4-2 0,-5-6 6 16,6 1-11-16,-6-2 8 0,1 0 9 15,2-2-4-15,-4 1 0 0,2-3-3 0,-1 0 0 16,0-1 4-16,0 0-1 0,1-2 3 0,-3 0-7 15,1-4 5-15,0 3-3 0,-1 3 4 0,0-7-1 16,3 2-6-16,-3-2 6 0,1 4-1 0,-1-4 3 16,0 4-6-16,0-4 5 0,0 0-6 0,0 0 3 0,1 4-1 0,-1-4 6 15,0 0 1-15,3 3-3 0,-3-3-3 0,0 0 4 16,0 0-5-16,0 0 18 0,0 0-3 0,0 0-14 16,0 0 3-16,0 0 2 0,0 0 1 0,0 0-3 15,0 0-1-15,0 0-3 0,0 0 4 0,0 0-5 16,0 0 8-16,0 0-6 0,0 0 2 0,0 0-7 15,0 0 5-15,0 0-9 16,0 0-10-16,0 0-10 0,0 0-9 0,0 0-18 16,0 0-6-16,0 0-17 0,0 0-26 0,0 0-56 15,0 0-74-15,2-11-67 0,-3 5-235 0,2-2-580 16,1 1 258-16</inkml:trace>
  <inkml:trace contextRef="#ctx0" brushRef="#br0" timeOffset="3050.37">6032 3367 59 0,'8'-1'166'0,"2"-2"-9"15,0 2-20 1,2 0-11-16,-2 2-10 0,4-1-11 0,4 1-3 15,-4 3-15-15,1 3 4 0,2-1-14 0,-2 5 0 16,-1-2-8-16,-1 4-3 0,-3 1-9 0,-1 2-5 0,-1 1-3 16,-2 3-2-16,2 5-6 0,-7-4-2 15,-1 3 0-15,-4 3-8 0,-1-2-6 0,0 0 5 0,-2 0 0 16,0 0-9-16,-3-3 3 0,2-5 4 0,-2 1 6 16,1-1 4-16,-1-4-1 0,0 0 6 0,1-2-1 15,0-3 3-15,2 1 5 0,1-2 2 16,1-2 4-16,1-2 1 0,-1 2 12 0,1-1 10 0,2-2 18 0,2-2 21 15,-4 6 16-15,1-6 19 0,3 0-3 0,0 0-23 16,0 0-20-16,-2-14-11 0,4 7-12 0,2-4-5 16,1-9-8-16,4-2-9 0,1-2-7 0,1 7-10 15,2-9-3-15,0 4-11 0,3 0 0 0,-5 2 0 16,-1 3-3-16,4-5-3 0,-5 6-4 0,4 1-10 16,-4-2 5-16,0 3-3 15,-4 3-4-15,4 1 5 0,-4 0-6 0,-1 5-5 16,1 1 9-16,-1-3-6 0,-1 4 2 0,-1-1-11 15,1 2 1-15,-3 2-19 0,1-4-12 0,-1 4-11 0,0 0-2 16,0 0 8-16,8 7 0 0,-11-1 4 0,3 4 4 16,0 2 6-16,0-1 0 0,0 4 4 0,0 2 3 15,0 0 3-15,4 2 2 0,0 0-5 0,2-2 7 16,-2 1 3-16,7-2 2 0,-2-4-4 0,3 5-20 16,2-2-31-16,-1-1-35 0,2-4-42 0,-1-3-57 15,5-3-56-15,-2-4-254 0,2 0-546 0,0 0 241 0</inkml:trace>
  <inkml:trace contextRef="#ctx0" brushRef="#br0" timeOffset="3335.39">6509 3314 130 0,'10'-2'215'15,"-2"3"-12"-15,2 1-11 0,5 2-7 0,3 2-11 16,9 1-9-16,-1 5-8 0,0 1-14 0,1 2-10 0,0 5-9 16,-3-2-12-16,-3 6-6 0,-1-2-8 15,-4 5-7-15,-2-1-8 0,-3 2-9 0,-2 2-6 16,-7 3-4-16,-3-1 2 0,-9 3-10 0,-4 14-5 0,-8-6-13 0,1-2-17 15,-4-11-23-15,-7 6-24 0,-5 2-28 0,0-4-46 16,-4-6-51-16,-5-2-252 0,-1-1-436 0,-4-5 192 16</inkml:trace>
  <inkml:trace contextRef="#ctx0" brushRef="#br0" timeOffset="3766.8">5927 3200 22 0,'0'0'183'0,"-6"-1"-19"15,6 1-17-15,-12 6-16 0,4 2-3 0,-8 5-11 16,-3 5-8-16,-3 8-5 0,-2 1-4 0,-8 14 5 15,3 3-5-15,-1-1-10 0,6 3-2 0,1-1-7 16,8 2 0-16,5-14-4 0,1 1-2 0,6 2-2 0,3-2-3 16,4 4-7-16,6-5-1 0,4-4-2 0,9-1-7 15,1-3 1-15,11-3-14 0,16-1-13 0,4-5-36 16,6-7-47-16,7-3-65 0,27-2-95 0,-29-7-118 16,-1 1-361-16,-5-6 159 0</inkml:trace>
  <inkml:trace contextRef="#ctx0" brushRef="#br0" timeOffset="4352.63">7333 3593 129 0,'0'0'198'0,"0"0"-13"0,0 0-14 15,0 0-13-15,-8 3-8 0,8-3-10 0,0 0-4 16,0 0-15-16,0 0-3 0,0 0-6 0,0 0-5 0,0 0-5 0,0 0-6 16,0 0-6-16,0 0-8 0,0 0-9 0,0 0-3 15,0 0-5-15,0 0-6 0,0 0-10 0,26-4-4 16,-15 1-4-16,6 1-3 0,2-3-4 0,9 0-2 16,-7 3-5-16,6-6-2 0,-6 7-4 0,7-3 0 0,-1-2-1 15,-5 1-3-15,-3 2-5 0,0 1 9 0,-2 1-11 16,-3-2-3-16,-1-2 3 0,-3 5-1 0,-1-3-9 15,-4 3-11-15,0-2-14 0,0 1-14 0,-5 1-22 16,9-1-25-16,-9 1-30 0,0 0-37 0,0 0-29 16,0 0-173-16,0 0-384 0,-23 7 169 0</inkml:trace>
  <inkml:trace contextRef="#ctx0" brushRef="#br0" timeOffset="4686.55">7360 3811 39 0,'0'2'207'0,"0"-2"-20"0,-4 3-17 15,4-3-5-15,0 0-7 0,14 1-18 0,-6-1-5 16,8 0-12-16,5-3-12 0,12 0-12 0,-1 1-11 16,7-5-7-1,1 0-11-15,12 1 1 0,-14 5-6 0,-1-4-7 16,-1 0-4-16,-6 2-6 0,1 2-6 0,-12-2-5 16,3-1 0-16,-7 1-7 0,-2 3-1 0,-6-2-3 15,1 0-3-15,-3 1-4 0,3-2-14 0,-4 3-28 16,-4 0-19-16,0 0-40 0,0 0-48 0,0 0-210 15,-13 10-369-15,4-8 163 0</inkml:trace>
  <inkml:trace contextRef="#ctx0" brushRef="#br0" timeOffset="7862.79">8557 2960 74 0,'-4'-1'159'0,"4"1"-2"0,0 0-10 0,0 0-3 15,0 0-8-15,0 0-12 0,0 0-4 0,0 0-7 0,0 0-12 16,-5-3-7-16,5 3-7 0,0 0-12 0,0 0-2 16,0 0-11-16,0 0-1 0,0 0-7 0,0 0-2 15,0 0-5-15,0 0-6 0,0 0-4 0,0 0 3 0,0 0-11 16,0 0-1-16,0 0-1 0,0 0-6 0,0 0-3 16,0 0-4-16,0 0-5 0,0 0 6 0,0 0-4 15,0 0 0-15,0 0-3 0,0 0 6 0,0 0-2 16,0 0-6-16,0 0 1 0,0 0-4 0,0 0 1 15,0 0 0-15,0 0 2 0,0 0 0 0,0 0-2 16,0 0-10-16,0 0-2 0,0 0 10 0,0 0-2 0,0 0 2 0,0 0-2 16,25 4 7-16,-9-4-4 0,7 0 1 0,10-2-1 15,6-1-4-15,14-1 3 0,1-1-4 0,-3 2-1 16,4 1 5-16,-15-1-1 0,-2 2 1 0,13-4-4 16,-14 3 6-16,-5-2-3 0,0 4 0 0,0-2 3 31,-5 0-4-31,-8 1-2 0,-1 0 0 0,-5 1 1 15,-1 0-4-15,-1 0-11 0,-5-1-6 0,1 1-14 0,-7 0-4 16,8 1 1-16,-8-1-10 0,0 0-14 0,0 0-22 0,-11 7-24 0,-1-5-15 16,-1 3-29-16,-4 0-102 0,-4-2-275 0,3 3 123 15</inkml:trace>
  <inkml:trace contextRef="#ctx0" brushRef="#br0" timeOffset="8563.78">8474 3092 151 0,'0'0'169'0,"-5"-3"-6"0,5 3-7 16,0 0-11-16,-4-2-11 0,4 2-12 0,0 0-11 15,0 0-9-15,0 0-12 0,0 0-7 0,0 0-8 0,0 0-10 0,-4-3-4 16,4 3-12-16,0 0-5 0,0 0-4 0,0 0-5 16,0 0-6-16,0 0-1 0,0 0-3 0,16 8 2 15,-11-6-7-15,1 3-4 0,4 1 2 0,2 2-7 16,3 2 4-16,4-1 1 0,7 5-6 0,2 0 3 15,4 2-4-15,0-1 0 0,4-1-3 0,-1 2 2 16,12 4 0-16,-13-5 2 0,4 2-3 0,-6-3 0 0,3 1 3 16,-3-2-8-16,-2 2-1 0,-2-3-1 0,-1-2 0 0,0 1 1 15,-10-4 2-15,-2 1-1 0,-3-4-2 0,-1 1 6 16,-2-3-5-16,-4 2-1 0,4-2 2 0,-5-1 21 16,1 1 17-16,1 3 17 0,-3-4 15 15,-3-1 14-15,6 2 4 0,-6-2 12 0,0 0-7 16,0 0 7-16,0 0-1 15,0 0-7-15,7 0-5 0,-7 0-11 0,0 0-3 16,2 3-15-16,-2-3-12 0,0 0-2 0,0 0-9 16,0 0-24-16,0 0-20 0,3 4 2 0,-6 3-7 15,0 3 5-15,-4 5-1 0,-1 11 5 0,-6-1-4 16,-10 18 2-16,2 3 3 0,-2 2-1 0,-14 31 2 16,11-28 5-16,3 3 2 0,1-1-3 0,0 3-3 15,1-2 5-15,0-2 0 0,-1-3 1 0,5-2-5 0,-3-3 4 0,5-11 1 16,2 0-3-16,0-3-1 0,1 1-2 0,-1 2 3 15,2-8 3 1,1 3-2-16,0-6 0 0,3-4 0 0,-1-2-1 0,4 2 1 0,-1 1 3 16,1-5-6-16,1-5 2 0,0 2 1 0,0-5 10 15,3 0-13-15,-2 0 0 0,2 0 5 0,1-6-3 16,-4 6 0-16,4-6 0 16,0 6-3-16,0-6 3 0,-4 7-1 0,4-7-2 0,0 0-19 15,0 3-15-15,0-3-17 0,0 0-20 16,0 0-27-16,0 0-31 0,0 0-15 0,0 0-56 0,0 0-53 15,0 0-163-15,0 0-448 0,0 0 198 0</inkml:trace>
  <inkml:trace contextRef="#ctx0" brushRef="#br0" timeOffset="9078.39">8593 4596 1 0,'-12'3'193'15,"4"-1"-9"-15,0-1 2 0,8-1-7 0,-10 2-6 16,3 0-11-16,7-2-4 0,-7 2-9 0,7-2-2 15,0 0-3-15,-9 3-6 0,9-3-12 0,0 0-5 0,0 0-12 0,0 0-8 16,0 0-12-16,0 0-8 0,-8 0-4 0,8 0-12 16,0 0-7-16,0 0 1 0,0 0-9 0,0 0-6 0,0 0 3 15,0 0-12-15,-5 2-6 0,5-2 0 0,0 0-5 16,0 0-1-16,0 0-3 0,0 0-1 16,0 0-1-16,0 0-1 0,0 0-1 0,0 0 1 15,0 0-1-15,0 0 3 0,0 0-3 0,0 0 11 0,0 0-12 16,0 0-3-16,34-4-1 0,-13-1-3 0,14 0 3 15,22-3-2-15,7 1-3 0,30-9-1 0,-3 3-2 0,6-4-1 16,0 0 12-16,3 0 1 0,2 4 12 16,-1 4 5-16,0-5 6 0,-8 5 0 0,-28 6 5 15,-1-4-9 1,-6-2 3-16,-7 3 0 0,-16 1 9 0,0 0 5 16,-3 2 4-16,-14 0 12 0,4 2 3 0,-12-3 12 0,4 2 9 15,-5-1 4-15,-3 2-2 0,1 0-1 0,-7 1-5 16,10-3-6-16,-10 3-13 0,9-1-3 0,-9 1-17 15,0 0-26-15,8-2-29 0,-8 2-53 0,0 0-47 16,0 0-93-16,0 0-95 0,0 0-374 0,0 0-723 16,0 0 321-16</inkml:trace>
  <inkml:trace contextRef="#ctx0" brushRef="#br0" timeOffset="9861.76">8653 5041 94 0,'5'-2'172'0,"3"-2"-13"0,-2 3-15 0,3-2-7 15,0 1-18-15,1 0-8 0,0 2-13 0,1 2-9 16,0 1-10-16,-1 1 8 0,1 2 0 0,3 3-3 16,-1 3-2-16,3 0-2 0,-2 4-5 0,0 0 18 15,-1 5-22-15,1 3-2 0,-5-6-8 0,0 4-5 0,-1 4-1 16,-2-2-7-16,-2 1-1 0,0 0-5 0,-4-5 2 0,0 2-5 16,-3-4-4-16,-1 0 0 0,3 0-3 0,-5-2 6 15,2-3 4-15,0-1 5 0,0 0 0 0,0-3 9 16,0-4 1-16,3-1 16 0,-2 1 11 15,3 1 23-15,-1-2 28 0,1-4 35 0,-1 3 31 16,1-3 6-16,0 0-22 16,0 0-19-16,-9-10-10 0,9 1-16 0,0-3-6 15,-1-5-13-15,1-3-14 0,1-6-12 0,3-1-6 16,2 0-9-16,2 0-7 0,-3-1-6 0,4-1-5 16,4 3-15-16,-4 1 2 0,0-1-9 0,0 8-14 15,-3 2 8-15,3 0-2 0,-4 2-9 0,0 5 0 16,2 0-1-16,-4 1-2 0,0 1 0 0,0 2-9 15,-2 2-8-15,1-1-26 0,0 1-27 0,-2 3-36 0,2-4-50 0,-2 4-18 16,0 0-11-16,0 0-14 0,12 5-19 0,-10-1-25 16,-1 3-36-16,1 0-48 0,-1 1-316 0,-1 1-674 15,0 1 299-15</inkml:trace>
  <inkml:trace contextRef="#ctx0" brushRef="#br0" timeOffset="10077.36">9164 5198 312 0,'0'0'343'16,"0"0"-23"-16,0 0-21 0,0 0-24 0,0 0-26 15,0 0-26-15,0 0-25 0,0 0-20 0,18-7-26 16,-5 2-35-16,6 4-42 0,0-2-43 0,4 0-50 15,-3 1-54-15,2 1-60 0,0-2-51 0,-3 0-212 16,2 0-428-16,-2 3 190 0</inkml:trace>
  <inkml:trace contextRef="#ctx0" brushRef="#br0" timeOffset="10248.06">9248 5343 145 0,'-6'6'199'0,"1"-3"-11"16,1 1-16-16,0-1-3 0,2 1-12 0,-1-1-4 15,1 0-5-15,2-3 15 0,0 5 7 0,0-5-14 16,12 1-17-16,1-1-12 16,6-1-16-16,11-2-31 0,-1 1-41 15,2-3-51-15,2 0-42 0,2-1-63 0,3 1-87 16,-1-2-118-16,-1 1-349 0,-3-4 156 0</inkml:trace>
  <inkml:trace contextRef="#ctx0" brushRef="#br0" timeOffset="10595.65">9915 5074 208 0,'-8'-1'256'16,"8"1"-19"-16,-9 0-21 0,9 0-20 0,-11 2-18 15,4 1-17-15,-2 2-17 0,1 2-11 0,-6 2-12 0,1 3-6 0,3 1-8 16,-1 4-11-16,-1-1-7 0,3 1-7 0,2 1-3 15,0 1-8-15,2-1 2 0,1 2 0 0,4-2 0 32,0 1 1-32,5-2 4 0,-4-3 4 0,5-4 13 15,0 2 6-15,4-3 13 0,-1-1 14 0,10 0 3 16,-1-3 7-16,0-4-4 0,1-2-2 0,0-2-6 0,3 0 4 16,-4-6-5-16,1 1 4 0,4-7-3 0,-11 4 2 0,2-1-5 15,-5-5-10-15,2 4-11 0,-3-6-8 16,-4 2-18-16,-2-2-23 0,-1-2-5 0,-2 4-15 15,-5-1-21-15,-4 1-29 0,-1 1-34 0,-9-4-48 0,2 9-63 16,-9 0-53-16,-3 1-55 0,0 1-90 0,-3 2-334 16,1 4-750-16,3-3 332 0</inkml:trace>
  <inkml:trace contextRef="#ctx0" brushRef="#br0" timeOffset="11433.05">8947 2356 18 0,'0'-5'279'0,"1"2"-16"16,-1 3-18-16,1-5-21 0,-1 5-23 0,2-4-22 15,-2 4-22-15,0 0-26 0,0 0-15 0,0 0-16 0,0 0-11 16,1 14-5-16,-2-2-10 0,-1 4-3 0,1 4-10 16,0 5-5-16,0 1-6 0,1 1-5 0,-3-3-5 15,2 3-2-15,-2-4-5 0,2 2-1 0,0-5 0 16,1-1-3-16,0-2-2 0,0 2-1 0,-2-4-4 16,1-3 1-16,0 0-13 0,0-3-24 0,-2 0-22 15,3-1-11-15,-1-2-24 16,-2 1-12-16,2-3-6 0,1-4-22 0,-4 3-56 15,4-3-190-15,0 0-385 0,0 0 170 0</inkml:trace>
  <inkml:trace contextRef="#ctx0" brushRef="#br0" timeOffset="11980.84">8905 2451 112 0,'1'-16'227'16,"-1"0"2"-16,4-1 5 0,-3 6-2 0,-1 0-6 0,0 4 3 15,0-1-17-15,3 3-7 0,-2-2-16 0,0 2-21 16,-1 1-20-16,3 2-19 0,-3 2-17 0,5-4-3 15,-5 4-22-15,13 3-8 0,-1 2 7 0,-1 0-21 16,5 3-7-16,1 1-5 0,7 5-9 0,-7 0-1 16,3 3-2-16,6 2-16 0,-6-4-16 0,3 2-6 15,2 0-14-15,-5 0-12 0,0 0-15 0,-4-2-16 0,-1-4-13 16,-1 1-8-16,0-2-10 0,-2-2-11 0,-2-3-7 16,0 2 0-16,-1-2 2 0,0-3 8 0,0-1 1 15,-9-1 7-15,13-3 3 0,-8 2 17 0,0-6 0 16,-1 0 12-16,1-2 14 0,0 0 20 0,-2-2 15 15,-1 2 12-15,1-8 7 0,-2 5 17 0,-2-3 9 16,1 3 14-16,0-5 14 16,0 5 12-16,0-1 15 0,-3-4 11 0,2 6 9 15,0-1 5-15,-2 1 5 0,-1 1-3 0,4-1 5 16,-4 2 3-16,4 4-5 0,0-3-4 0,-3 3-5 16,0-2-4-16,3 7-3 0,0-6-34 0,-1 2 20 15,1 4-14-15,0-7-11 0,0 7-3 0,0 0-17 16,0 0 0-16,0 0-16 0,-3-5-48 0,3 5 5 15,0 0 2-15,0 0-20 0,0 16 16 0,-4-5 4 0,3 8-16 16,-3 6 19-16,-1 1 1 0,1 3-2 0,3 0 15 16,-7 1-8-16,6-2-6 0,-1 1 2 0,3-2-2 15,-1 0 2-15,-3-7-1 0,4-1 0 0,0-3 0 16,0-3-6-16,0-2 10 0,1-1 0 0,-2-2-2 16,2-3-4-16,-2 2 9 0,1-7-2 0,1 7 8 15,-1-7 11-15,-1 7 1 16,1-7 36-16,0 0 10 0,0 7 8 0,0-7 3 15,0 0-6-15,0 0-5 0,0 0-6 0,0 0-5 16,0 3-13-16,0-3-19 0,0 0-40 0,0 0-40 16,0 0-70-16,0 0-98 0,0 0-157 15,0 0-314-15,0 0-749 0,0 0 333 0</inkml:trace>
  <inkml:trace contextRef="#ctx0" brushRef="#br0" timeOffset="14875.22">11570 3175 228 0,'0'0'231'0,"-4"1"-6"16,4-1-8-16,0 0-11 0,-6 1-6 0,6-1-5 15,0 0-14-15,0 0-11 0,-4 1-16 0,4-1-9 16,0 0-13-16,0 0-10 0,0 0-11 0,0 0-15 0,0 0-6 16,0 0-11-16,0 0-6 0,0 0-9 0,0 0-1 15,0 0-9-15,0 0-7 0,0 0 0 0,0 0 7 16,0 0-12-16,0 0-1 0,0 0 5 0,0 0-7 15,0 0-5-15,0 0-4 0,0 0 2 0,0 0-5 16,0 0 2-16,0 0-3 0,0 0-4 0,-4 3-5 16,4-3 1-16,0 0-1 0,0 0-2 0,0 0 1 15,0 0-5-15,0 0-2 16,0 0 5-16,0 0-9 0,0 0 5 16,0 0-5-16,0 0-2 0,0 0 2 0,0 0-4 0,0 0 0 15,0 0 4-15,0 0 2 0,0 0-4 0,0 0 3 16,0 0-3-16,0 0 0 0,0 0-1 0,0 0 15 15,0 0-11-15,0 0-4 0,0 0 1 0,0 0-3 16,0 0 0-16,0 0 3 0,0 0-3 0,0 0 0 16,0 0 0-16,0 0 0 0,0 0 8 0,0 0-7 0,0 0 1 0,17-1-3 15,-4-3-4-15,5 1 1 0,10-4 0 0,5 1 4 16,0 1-2-16,7-2 1 0,-3 1-2 16,13 1 2-16,-11-2 0 0,-3 4 0 0,-4-3 0 15,3 1 0-15,-6 2 1 0,-1-1-1 0,-8 1 3 16,-3 0-4-16,-3 1 2 0,-2 0 0 0,-2-1-8 15,-3 3-9-15,1-2-3 16,-4 2-2-16,-4 0-6 0,9 0-4 0,-9 0-10 16,5 0-16-16,-5 0-12 0,0 0-10 0,9-1-22 15,-9 1-18-15,0 0-33 0,0 0-12 0,0 0-20 0,0 0-22 16,0 0-200-16,0 0-438 0,0 0 193 0</inkml:trace>
  <inkml:trace contextRef="#ctx0" brushRef="#br0" timeOffset="15239.96">12387 2880 275 0,'-1'-6'293'0,"-1"2"1"0,2-2-7 0,2 2-6 0,-4-1-16 15,2 5-35-15,0-4-21 0,0 4-25 0,-1-5-23 16,1 5-8-16,0 0-32 0,0 0-15 0,0 0-10 15,0 0-8-15,5 22-12 0,-1-12-11 0,0 6-9 32,1 4 0-32,1 8-3 0,1 5-9 0,-2-4-2 15,0 0-5-15,-1 0 2 0,2 2-6 0,-2-2-5 16,1-5-1-16,-1-4 3 0,-2-2-8 0,0-2-1 0,0 1-1 16,1-4 1-16,-3-1-4 0,1-3-1 0,0 0-2 0,-1-2-1 15,2-1-1-15,-2-2 9 0,-2 0-12 0,4 0 4 16,-2 0-3-16,0-4 4 0,2 5-1 15,-2-5 0-15,0 4 2 0,0-4-2 0,0 0 8 16,0 0-18-16,0 4-8 0,0-4-15 0,0 0-37 0,0 0-42 0,0 0-38 16,-9-13-37-16,5 6-40 0,2 0-47 0,-3-2-234 15,2-3-534-15,2-1 236 0</inkml:trace>
  <inkml:trace contextRef="#ctx0" brushRef="#br0" timeOffset="15509.24">12604 2692 5 0,'4'-3'221'16,"-1"-1"-26"-16,3 1-20 0,-6 3-15 0,10 0-6 15,-1 4-7-15,2 4-12 0,5 2-10 0,3 9-5 0,-2 3-9 16,3 7-1-16,-1 1-10 0,3 14-6 0,-3 3-5 0,-1 6-4 15,-1-4-8-15,-5 1-7 0,-8-1-4 0,-4 1 0 16,0-4-12-16,-4-12-4 0,-3-1-1 0,-2 0-6 16,-9-2-2-16,1-2-3 0,-7-1 4 0,-5-3-13 15,-9 8-14-15,-1-7-26 0,-6-2-26 0,-1-3-34 16,-2-3-35-16,9-8-59 0,-17 1-215 0,-3-1-410 16,3-8 181-16</inkml:trace>
  <inkml:trace contextRef="#ctx0" brushRef="#br0" timeOffset="15910.12">11538 2742 25 0,'-20'11'161'0,"-3"8"-9"0,-8 3-10 15,-7 14-7-15,-3 0 15 16,1 12-3-16,-16 19-9 0,24-16-7 0,1-2-16 16,6 4-11-16,3-4-2 0,11 0 6 0,4-13-8 15,7 1-1-15,7-4-10 0,4 1 2 0,17 4 6 16,13-3-10-16,12-7-6 0,30 5-9 0,7-10-14 16,4-10-45-16,-5-4-71 0,7-4-98 0,-29-6-209 15,27-4-393-15,-35 0 175 0</inkml:trace>
  <inkml:trace contextRef="#ctx0" brushRef="#br0" timeOffset="20434.12">12898 2310 146 0,'1'-5'177'0,"-1"5"-15"0,3-3-11 0,-3 3-11 0,0 0-16 16,2-5-14-16,-2 5-12 0,0 0-13 0,8-2-8 15,-8 2-11-15,0 0-3 0,0 0-7 0,19 5-4 16,-15-2-5-16,1 1-5 0,5 3-5 0,-2 3-5 15,-2 0-2-15,6 2 0 0,2 2-3 0,-4 3 0 16,0 0-2-16,2 8-1 0,-2-2 2 0,2 2-5 16,-2 1 6-1,-2-2-10-15,0 1-2 0,-3-7-2 0,1 7 0 0,-4-8 0 16,2 1-1-16,-3-2-1 0,1-1 0 0,-2-3 8 16,-2 0-9-16,2-3 6 0,-1-1 15 0,0-2 8 15,1 0 8-15,-2-1 11 0,1 0 18 16,0-1 25-16,0-1 20 0,1-3 6 0,-4 0-12 15,4 0 14-15,0 0 8 0,-10-10-7 0,7 0 4 16,2-2-19-16,1-2-9 0,1-7-9 0,4-3-15 0,3-5-1 0,1-1-6 16,1 0-19-16,3-1-6 0,-2 1-5 0,1 1-6 15,-1 1-2-15,2 6 14 0,-7 5-9 0,2 2 8 16,-3-2-17-16,-1 9 4 0,0 0-3 0,-3 3-6 16,4 0-5-16,-1 1-11 0,-3 1-41 0,-1 3-38 15,3-5-49-15,-3 5-49 0,0 0-16 0,0 0-4 16,0 0-33-1,0 0-38-15,2 17-53 0,-3-10-169 0,2 1-517 16,2-3 229-16</inkml:trace>
  <inkml:trace contextRef="#ctx0" brushRef="#br0" timeOffset="23370.64">14030 2809 60 0,'0'0'106'0,"-4"-5"1"0,4 5-6 16,0 0 0-16,0 0-11 0,0 0 2 0,0 0-6 15,0 0-11-15,0 0-7 0,0 0-11 0,0-6-1 16,0 6-7-16,0 0-5 0,8-5-7 16,-8 5-3-16,13-2-1 0,-7 0-2 0,7 0-6 15,-3 2-6-15,4-1-4 0,0 2 2 0,4-1 0 0,0 1-4 0,-5 0-2 16,3 3 1-16,1 1-3 0,2 0 0 0,-3 2 1 15,-4-2-4-15,-3 5 0 0,5 1 1 0,-4 1 2 16,-2 2-3-16,2 0 2 0,-6 2-7 0,-4 2 3 16,-1 2 6-16,-10 8 1 0,0-1-1 0,-8 1 14 15,-2-3-17-15,-1 0 0 0,-4 1 2 0,1-2 10 16,-1-2 9-16,-1-1-1 16,1-2 6-16,2-3 7 0,1 0 2 15,4-6-1-15,-4 4-1 0,7-3-1 0,1-2-17 0,3-4 11 0,1-1-3 16,4-1-3-16,0 2-2 0,4-2 1 0,3-3 7 15,-9 4 2-15,6-2-4 0,3-2 2 0,0 0 6 0,0 0 2 16,0 0-4-16,26-2-4 0,-11-2-4 16,7-1-1-16,4-1-5 0,5 2 1 0,-3-2-1 15,3 0-3-15,1 0-4 0,1 0 0 0,-5 0-6 16,-6 4-1-16,0-2 3 0,5 1-2 0,-6 0-2 16,1 1-2-16,-7 0 2 0,3 0 0 0,-5 2 0 15,-4-1-6-15,-2 2 3 0,-7-1-5 0,12-1 2 16,-12 1-1-16,10 0-1 0,-10 0 2 0,0 0 1 15,12-2-1-15,-12 2 1 0,0 0-1 0,0 0-1 16,0 0 0-16,0 0-8 16,0 0-6-16,0 0-8 0,0 0-14 0,0 0-17 15,0 0-18-15,0 0-5 0,0 0-38 16,0 0-35-16,-21 8-188 0,21-8-363 0,0 0 162 16</inkml:trace>
  <inkml:trace contextRef="#ctx0" brushRef="#br0" timeOffset="24210.19">14568 2907 98 0,'0'0'189'0,"4"-4"-9"15,-4 4-13-15,0 0-5 0,2-4-14 0,-2 4-13 0,0 0-10 0,0 0-20 16,0 0 1-16,0 0-21 0,0 0-8 0,0 0-13 16,0 0-4-16,0 0 1 0,0 0-13 0,0 0-7 15,3 15-2-15,-3-5-6 0,0 5-2 0,0 0-5 16,-1 3 1-1,-2-2 2-15,2 2-7 0,-3 7 0 0,1-6-5 16,0 1 0-16,-1-2-5 0,0 2 1 0,2-1 1 16,-1-2 5-16,-2-1-11 0,2-3 1 0,3-3-2 0,-1 2 2 15,0-4-4-15,-2 0 1 0,3-2 1 16,-1 1 0-16,-2-5 9 0,3-2 7 0,3 6 23 16,-3-6 15-16,-3 6 23 0,3-6 31 0,0 0 18 15,0 6 25-15,0-6-9 0,0 0-19 0,0 0-15 16,9-18-28-16,-1 9 7 0,-3-1-13 0,6-5-5 0,0-1-11 15,0-1-8-15,5-4-11 0,1-1-6 0,-1-1 3 0,3 5-10 16,-2-2-7-16,-3 5 7 0,1 5-14 0,-5 0-2 16,-1 4-2-16,4-2-6 0,-3 3 9 0,-1 0-14 15,-1 3-1-15,1 0-11 0,1 2 8 0,-1 4-6 0,2 1 8 16,0 0-13-16,-2 5 0 0,3 5-4 0,-2-1-2 16,0 3 5-16,-3-3 3 0,1 4 0 0,-1 1-3 31,-1-1 4-31,-1-1 1 0,-1-1 5 0,0 0-6 0,-1-3 2 15,0-4 2-15,-1 3 0 0,-2-2 1 0,2-4-2 16,-2 1 0-16,0-1-12 0,2-3 18 0,-2 4 1 16,0-7-3-16,1 6 5 0,-1-6 12 15,0 0-8-15,0 7-3 0,0-7 1 0,0 0 0 16,3 4 0-16,-3-4 5 0,0 0-5 0,0 0-2 16,0 0 2-16,0 0 1 0,0 0-7 0,1 5 14 0,-1-5-14 0,0 0 3 15,0 0 5-15,0 0-4 0,0 0-10 0,0 0-9 16,0 0-12-16,0 0-20 0,0 0-7 0,0 2-13 0,0-2-15 15,0 0-12-15,0 0-19 0,0 0-32 0,0 0-54 16,0 0-50-16,0 0-230 0,0 0-516 0,-17-11 228 16</inkml:trace>
  <inkml:trace contextRef="#ctx0" brushRef="#br0" timeOffset="25209.89">15230 3075 22 0,'0'0'196'0,"0"0"-8"0,0 0-10 15,-8-1-9-15,8 1-13 0,0 0-14 16,0 0-10-16,0 0-14 0,0 0-12 0,-5-2-15 0,5 2 2 16,0 0-20-16,0 0-3 0,0 0-19 0,0 0 13 15,0 0-13-15,0 0-3 0,0 0-4 0,0 0-6 16,0 0-4-16,0 0-5 0,0 0-2 15,0 0-5-15,-5 4 1 0,5-4-1 0,0 0-1 0,0 0-2 0,0 0 8 16,0 0-1-16,0 0 8 0,0 0-7 0,0 0 0 16,0 0-2-16,0 0 1 0,0 0-3 0,0 0-5 15,-2 1 2-15,2-1-5 0,0 0 3 0,0 0-4 16,0 0 2-16,0 0-1 0,0 0 2 0,0 0-1 16,0 0 4-16,0 0-1 0,0 0 4 0,0 0-2 15,0 0 5-15,0 0 2 16,0 0-3-16,0 0 3 0,0 0-4 0,0 0 1 15,0 0-2-15,0 0 1 0,16-3-1 0,-8 0-2 16,5-2-4-16,1 3 0 0,6-1 0 0,3-1-2 16,7 2-4-16,0-4-1 0,-2 0 0 0,2 1-2 15,-1 0 2-15,-2 0-1 0,-7 2-5 0,1-1-2 16,-3 3 6-16,-6-1 1 0,2 0-6 0,-5 0 0 16,3 1-1-16,-6 0-1 0,2-1 3 0,-3 2-1 0,-5 0-4 15,8-1 5-15,-8 1-3 0,5 0-2 0,-5 0-2 0,0 0-7 16,0 0-5-16,0 0-3 0,0 0-16 0,0 0-14 15,0 0-15-15,0 0-18 0,-17 6-23 16,12-5-17-16,-4 2-42 0,4-2-35 0,0 0-174 0,5-1-402 16,-8 0 177-16</inkml:trace>
  <inkml:trace contextRef="#ctx0" brushRef="#br0" timeOffset="25791.96">15762 2830 107 0,'0'0'198'16,"0"0"-24"-16,3-3-13 0,-3 3-13 0,11-2-17 16,-5 2-9-16,0 0-13 0,2 0-9 0,6 0-7 15,-4 0-9-15,4 2-8 0,3 1-1 0,1 2-9 16,0-1-3-16,0 1-5 0,-5 0-10 0,3 5 2 16,0-3-10-16,-1 1-1 0,-6 2-5 0,-2-2-1 15,2 5-1 1,-4-1-4-16,-1-2-2 0,-4 7 1 0,-2 3-5 15,-4 0 2-15,-4 5-3 0,-4-2 0 0,-5 0-4 16,-1-2 0-16,-2-1-3 0,-1-2 3 0,0 2 5 16,1-2-2-16,-1-4 3 0,5-3-1 0,4 0-2 15,-1-1 0-15,3-3 0 0,3 0-2 0,4-2-3 16,-3-1-1-16,2 0 0 0,2-1 1 0,1-1 1 16,-1-1 12-16,4-1 3 0,-4 6 1 0,4-6 3 0,0 0 6 0,14 1 0 15,-1-2-4-15,6 1-3 0,0 0 0 0,9-6-6 16,-6 6-3-16,0-2-6 0,1-1 1 0,6 3-1 15,-7-1-3-15,-2 0 1 0,1-1-4 0,-1 0-2 16,-4-1-1-16,-3 3 0 0,-1 0 1 0,-3 0-3 16,0 0-2-16,-4 0-1 0,-5 0 1 0,9 0-2 15,-9 0 1-15,5-1 1 16,-5 1-1-16,7-2-7 0,-7 2-9 16,0 0-7-16,0 0-4 0,0 0-13 0,0 0-12 15,0 0-17-15,0 0-32 0,0 0-29 0,-20 3-47 16,20-3-56-16,-14 0-148 0,9-3-406 0,5 3 180 15</inkml:trace>
  <inkml:trace contextRef="#ctx0" brushRef="#br0" timeOffset="26230.23">16265 2888 256 0,'1'-6'246'0,"-1"6"-26"0,0-4-22 16,0 4-23-16,0 0-19 0,0 0-17 0,0 0-9 31,16 9-12-31,-9-4-6 0,1 2-14 0,-3 1-6 16,5 2-8-16,0 3-9 0,-1 5-5 0,0-2-5 15,0 1-3-15,-2 0-5 0,-1 1-6 0,-1 0-6 16,0 7 3-16,-3-8-7 0,-2 1-6 0,0-2-1 0,0-3-2 15,-2 1-3-15,1-4 0 0,-1-1 2 0,-1-1 7 16,-1-2 1-16,2 0 5 0,-1-1 4 0,0-2 20 16,2 1 24-16,-1 1 30 0,0-3 38 0,2-2-5 15,0 0-12-15,0 0-7 0,-9-8-5 0,8 1-23 16,0 0 8-16,0-3-8 0,1-2-9 0,1-7-14 16,1 0-10-16,4 0-10 0,2-8-10 0,0 1-3 0,0 4-8 0,-2 2-8 15,3 2-2-15,-1 4-6 0,-4 2-3 0,2 1-11 16,0 1-13-16,-4 2-22 0,1 3-46 0,0 1-9 15,0-4-33-15,-1 4-33 0,-1 1-38 16,2-1-34-16,-3 1-51 0,0 3-45 0,0 0-268 16,3-5-626-16,-3 5 277 0</inkml:trace>
  <inkml:trace contextRef="#ctx0" brushRef="#br0" timeOffset="26508.55">16574 2655 308 0,'2'-4'280'0,"-2"4"-28"0,0 0-31 0,1-3-25 16,-1 3-23-16,0 0-19 0,0 0-18 15,9 10-15-15,-2-3-7 0,0 5-8 0,0 5-8 16,5 7-7-16,-1 5-2 0,-2 1-1 0,0 6-7 15,4 10-5-15,-8 3-4 0,-1 2-3 0,-8-4-4 0,4-10-3 0,-5 11-6 16,-3-4-2-16,-3-9-3 0,-6 8-6 0,-3-12 0 16,0 2-15-16,-14 5-6 0,-2-5-18 0,-2-2-26 15,4-11-32-15,-14 8-41 0,-4-8-68 0,2-1-86 16,-6-3-185-16,0-5-468 0,-4-5 207 0</inkml:trace>
  <inkml:trace contextRef="#ctx0" brushRef="#br0" timeOffset="27278.39">14062 2680 144 0,'0'0'164'0,"0"0"-8"16,-4-3-12-16,4 3-11 0,0 0-16 0,0 0-7 0,0 0-11 15,0 0-11-15,-4-2-13 0,4 2-4 0,0 0-10 16,-9-2 0-16,9 2-12 0,-8 2-7 16,2 0 3-16,-3 2-5 0,-1 0-5 0,-3 3-3 0,-3 5 0 0,-9 4-4 15,-1 4 3-15,0 4-9 0,-11 10 1 0,1 4 5 16,-2 3 14-16,1 8-3 0,2 2-2 0,-9 22 2 15,13-19 21-15,-6 20-3 0,16-22-2 0,6-2-7 0,1-3-3 16,8 1-4-16,2-15 1 0,5 1 5 0,7-1 1 16,5-3 0-16,8-3 0 0,4 0-1 0,21 2-2 15,5-8-8 1,7-4-14-16,33 0-24 0,-24-10-35 0,27 2-43 16,1-9-70-16,-31-3-254 0,25-1-435 15,-26 0 193-15</inkml:trace>
  <inkml:trace contextRef="#ctx0" brushRef="#br0" timeOffset="28079.83">16949 2638 83 0,'0'0'279'0,"1"-4"-22"15,-1 4-26-15,0-4-23 0,0 4-20 0,0-4-21 16,0 4-23-16,0 0-17 0,0 0-15 0,0 0-16 0,0 15-7 16,0-5-10-16,0 4-8 0,0 3-2 0,3 2-11 15,-3 5-3-15,0 4-6 0,-3 0 2 16,3 0-1-16,3 0-6 0,-3-1-4 0,2 1 3 15,0 1-4-15,1-4-2 16,1 1-1-16,-1-6-1 0,0-3 4 0,-1 1-3 16,0-2-5-16,-3-4 3 0,2 0-5 0,1-2-2 15,-4 0-3-15,4-5-2 0,-2-1-4 0,1 4 1 16,-1-3 0-16,0-1-1 0,0-1 6 0,0-3 19 16,1 6-1-16,0-3 20 0,-1-3-2 0,2 2 1 15,-2-2-10-15,0 0 4 0,0 0-9 0,0 0 2 16,0 0-9-16,0 4-5 0,0-4-13 0,0 0-23 0,0 0-26 15,0 0-23-15,0 0-35 0,0 0-34 0,0 0-37 16,0 0-51-16,0 0-36 0,1 6-214 0,-1-6-495 0,0 0 220 16</inkml:trace>
  <inkml:trace contextRef="#ctx0" brushRef="#br0" timeOffset="28280.38">16982 3405 198 0,'0'0'347'0,"1"4"10"0,-1-4 8 0,0 0-5 16,0 0 1-16,-1 4-10 0,1-4-13 0,0 0-11 15,0 0-24-15,0 0-26 16,0 0-26-16,0 0-26 0,0 0-22 0,0 0-20 16,0 0-43-16,0 0-53 0,0 0-101 0,0 0-165 15,0 0-140-15,0 0-375 0,0 0-752 0,5-18 334 16</inkml:trace>
  <inkml:trace contextRef="#ctx0" brushRef="#br0" timeOffset="32858.71">10855 4184 14 0,'0'0'158'0,"0"0"-10"0,0 0-10 0,0 0-11 16,0 0-14-16,0 0 0 0,0 0-12 15,0 0-9-15,0 0-8 0,0 0-10 0,0 0-5 0,-8-1-12 16,8 1-5-16,0 0-8 0,0 0-4 0,0 0-2 0,0 0-9 15,0 0 1-15,0 0-6 0,0 0 1 0,0 0-6 16,0 0 0-16,13-3-1 0,-9 1-7 0,-4 2 6 16,11 0-7-16,1 0-10 0,-1-3 4 0,2 0-6 15,1 1 8-15,8 0-5 0,-2 0-8 0,7-1 9 16,1 2-8-16,3-4 0 0,-2 1 2 0,4 0-7 16,2-2 4-16,2 2 1 15,-1-1 0-15,2 3 1 0,13-6 0 0,-14 2-3 0,3 1 1 16,-2 1 3-16,13-2-14 0,-12-2-5 0,-2 5 12 15,1-1 9-15,0-1-6 0,-1 0-3 0,16 1-2 16,-17 1 1-16,-1 0 4 0,4 1 0 0,-1-2 1 16,-1 1-10-16,2 0 0 0,-1-1-4 0,1 3 11 0,0-4-6 15,0 4 6-15,1-5-3 0,-3 4 2 16,1-2 3-16,1 1 4 0,0 1-1 0,-3-1-7 16,1-2 3-16,0 2 2 0,-4-1-3 0,0 4-3 15,-1 0 3-15,3-1 1 0,-2-1-5 0,3-1 7 16,1 3-4-16,-1-4-1 0,0 1 5 0,2 2-8 15,-1-2-1-15,3 2-4 0,-2-3 3 0,2 0 14 0,13 1-8 16,-17-1 0-16,4 3 3 0,-1-3-1 16,1 1 3-16,0-2 5 15,0 1-4-15,13 0-8 0,-15 0 4 0,0-1 0 16,2 1 8-16,0 1 14 0,-2-2-8 0,-1 2-7 16,3 1-8-16,-1-3 4 0,0 3 9 0,-1 0-9 15,4 1-1-15,-4-1 5 0,1-1-10 0,1 2 7 16,0 0 1-16,-4-2-4 0,15 3 17 0,-13-3-9 15,1 2-1-15,-5 1 1 0,2-3 2 0,1 3-2 16,1-2 4-16,-3-1-5 0,-2 2 1 0,3 0-6 0,-4-1 11 0,1 0 0 16,5 2 0-16,0-3-7 0,-1 0 10 15,2-2-5-15,2 4 0 0,9-2 0 0,2 1 0 16,-12-1 1-16,11-4 9 0,-11 6-11 0,-1-3 1 0,0 4 4 16,0-4-3-16,2 0-1 0,9-2-5 0,-13 3 8 15,-3 3 1-15,1 0-3 0,1-3 0 16,2 1 0-16,-6 1-4 15,8-1 3-15,-5 1-1 0,0 1 1 0,0-5 6 16,-1 5 2-16,2-2-2 0,-3 1 0 0,3 0 4 16,-2-2-7-16,1 2 3 0,1 0-4 0,-2 1 15 15,2-3-5-15,1 0 6 0,-4 3 1 0,0-1-14 16,-1-2 0-16,0 1-3 0,0 1-3 0,3-2 1 16,-3 1-4-16,1-3 12 0,0 4-4 0,0-3 4 15,3 0 3-15,-3 1-1 0,2 0 4 0,-1 3-5 0,1-4 2 0,1 3 6 16,3-2-11-16,-3 3 0 0,1 0 1 0,1-3 5 15,-2 2-8-15,1 1-3 0,0-2 4 0,-2 2 1 16,-2-3-10-16,3 3 4 0,-3-1-3 0,1 0 3 16,-2 1-1-16,3-3-2 0,-2 0 3 0,3 2-2 15,-1 1 3-15,-1-3 3 0,4 3-2 0,-5-1 0 16,5 1-2-16,-3-1 4 0,1 1-1 0,0-2-1 0,2 1-2 0,-1-1-4 16,-1 0 4-16,-1 0 3 0,-1 2-1 0,-1-2-1 15,2 1-3-15,-1 1 1 0,2-3-3 0,-4 3 5 16,0-2-5-16,1 2 0 0,-1-4 12 15,1 4-9-15,-1 0-5 0,2-3 3 0,-5 0 8 0,0 3-8 16,2-2 3-16,0 2 2 0,-1-2 3 0,1 1-3 16,-3 0 2-1,3-2 5-15,0 2-4 0,-5 0 1 0,1 1 2 16,3-3 1-16,-4 3-4 0,4 0 4 0,-1-1-7 16,2 1 6-16,-2-3-8 0,2 0 4 0,-2 3 2 15,-1 0-4-15,0-2 0 0,2 1 3 0,-2 2-4 16,1-1-5-16,-3-1-3 0,1-1 0 0,-6 4 4 15,8-2 3-15,0-2-2 0,-2 0 2 0,1 2-4 16,1-3 1-16,-2 2 1 0,-4 1 3 0,4-2-1 0,1 1-3 0,-5 0 2 16,5-3-2-16,-7 4 0 0,6-3-3 0,-7 3 7 15,2-3-4-15,0 3 4 0,-1-1-1 0,0-1-8 16,0 2 2-16,1-1 8 0,0-3 4 0,-2 4-12 16,2-2-1-16,0 2 6 0,-1-1 7 0,0 1-6 15,-1-3-7-15,3 3-3 0,0-1 14 0,-2 1 6 16,-1-2-8-1,-1 1 2-15,1 0 0 0,0 1 13 0,0-2-13 0,-3 2 5 16,2-3-2-16,0 2-1 0,3 0-3 0,-2 1 10 16,0-2-2-16,0 4-3 0,3-4 0 0,-3 2-5 15,2-3 2-15,0 3 1 0,-2 0-2 16,0-1 1-16,-1 0-3 0,1 1-2 0,-2-2 5 16,1 1 1-16,-1 0 3 0,0 0-4 0,-1 0 2 0,-5-2 1 15,3 3-2-15,2-1-5 0,-4 1 9 0,0 0-6 0,-2 0 5 16,1-3-4-16,-1 6 2 0,1-6-4 0,-1 3 0 0,1-1-2 15,-2 0-2-15,-1 0 3 0,0 0 4 0,3-2-2 16,-2 3-5-16,0-1 6 0,-2 0-6 0,3 1-5 16,-4-1 8-16,0 0 10 0,1-2 2 0,-2 3 8 15,-1 0 9-15,-5 0 2 0,8 0 6 0,-8 0-2 16,0 0 0-16,9 0-2 0,-9 0 2 0,0 0-3 0,8 0-4 16,-8 0-4-16,0 0 2 0,0 0-5 0,5-3-4 15,-5 3-3-15,0 0-3 0,0 0 2 0,0 0-1 16,0 0 0-16,0 0-4 0,0 0 1 0,0 0-1 15,0 0-1-15,0 0-2 0,0 0-2 0,5 0 0 16,-5 0-3-16,0 0 2 0,0 0-7 0,0 0-13 16,0 0-23-16,0 0-25 15,0 0-37-15,0 0-96 0,0 0-210 16,0 0-437-16,-8-8 194 0</inkml:trace>
  <inkml:trace contextRef="#ctx0" brushRef="#br0" timeOffset="36296.81">11380 4930 13 0,'0'0'144'15,"0"0"-4"-15,0 0-4 0,0 0-5 0,-5-2-11 16,5 2-5-16,0 0-5 0,0 0-4 0,0 0-4 15,0 0-10-15,0 0-1 0,0 0-11 0,0 0 1 16,0 0-9-16,0 0-5 0,0 0-3 0,0 0-4 16,0 0-5-16,0-4-6 0,0 4-8 0,0 0-4 15,9-4-6-15,-4 2-4 0,1 0 0 0,6-3-4 0,-1 2-5 16,1 1-1-16,0-3-2 0,1 3-2 0,1-2 1 0,4 1-4 16,-4 2-3-16,7 0-6 0,-5 0 14 0,-2 2-13 15,3 1-10-15,-4 1 8 0,-2 1-7 0,1-1-8 16,-1 2-3-16,-1 1-1 0,0 1 1 15,0 1 0-15,-4 2 3 0,-1 1-1 0,-1 4 3 16,-7 2 3-16,0 0 1 16,-8 5 3-16,1 3-1 0,-8-4 0 0,-1 0 0 15,0 1 4-15,-3-2-2 0,-1 1 3 0,2-3-1 16,-4-1-1-16,2 0 3 0,1-3-3 0,2 3 6 16,2-8 2-16,2 3 4 0,1-5-1 0,0 3 1 15,4-5-3-15,-2 0 5 0,4 2-5 0,1-4 3 0,3-1-3 16,0 1 1-16,0 1 2 0,5-4 1 15,-5 3-1-15,5-3 1 0,-8 5 3 0,8-5 5 0,-4 0-1 0,4 0-4 16,-5 4 4-16,5-4-2 0,0 0-3 0,0 0 4 16,-5 2 5-16,5-2 5 0,0 0 5 0,0 0 1 15,0 0 2-15,0 0-4 0,0 0 0 0,0 0-3 16,0 0-1-16,0 0 1 0,0 0-6 0,0 0-4 16,0 0 1-16,0 0-4 0,23-6-1 0,-9 5-1 15,4-3 4-15,2-3-6 0,7 2 6 0,3-1-7 0,-1 0 1 0,0 1 1 16,2 2-4-16,-2-2 0 0,0 0 1 0,-1 1-6 15,-8 1-1-15,3 2 4 0,-5 0-3 0,-4-1 0 16,-1 1 1-16,2-1-2 0,-6 1 0 0,4 1 1 16,-8-1-1-16,-5 1 1 0,13 0 2 0,-13 0 1 15,9 0 2-15,-9 0-3 0,0 0 2 0,10-3-2 16,-10 3 0 0,0 0-6-16,0 0-5 0,5-1-4 0,-5 1 2 0,0 0-16 15,0 0-16-15,0 0-25 0,0 0-23 0,0 0-37 16,0 0-30-16,-24 6-188 0,24-6-374 0,-13 0 165 15</inkml:trace>
  <inkml:trace contextRef="#ctx0" brushRef="#br0" timeOffset="37252.4">11708 4625 84 0,'4'-2'190'0,"-4"2"-12"0,0 0-19 0,0 0-16 15,0 0-15-15,0-4-14 0,0 4-10 0,0 0-14 16,0 0-8-16,0 0-9 16,0 0-11-16,0 0-7 0,0 0-9 15,0 0-19-15,0 0-4 0,0 0 1 0,0 11-7 0,3-8 0 16,-2 4 1-16,0 0-5 0,-1 1-2 0,3 4-3 15,-2-1 3-15,-1-1-3 0,3 2 2 0,-1 2-8 16,0-3 7-16,-1 1-3 0,0 2 2 0,3-4 1 16,-3 2-4-16,-1-3-3 0,3-1 2 15,-2-2 4-15,0 0-4 0,-1 1-1 0,1-2 4 0,-1 0 0 0,0-3-2 16,2 2 0-16,-2-4 1 0,0 6-2 0,0-6 25 16,0 0 15-16,1 5 21 0,-1-5 12 0,0 0 17 15,0 0 12-15,0 3 4 0,0-3 12 0,0 0 5 16,0 0-10-16,0 0-14 0,0 0-12 0,12-18-9 0,-6 9-4 15,3 1-9-15,-1-4-11 0,2 0-7 16,2 1 3-16,-4 1-14 16,1 0-4-16,0 0-1 0,-1-1-3 0,1 3-6 15,2-2-7-15,-4 2 4 0,0-1-7 0,1 4-2 16,-3 2-4-16,0-2-2 0,0 3-5 0,-1-2-3 16,-3 1-3-16,3 3-11 0,-4 0-5 0,0 0 1 15,12 0 1-15,-12 0 1 0,7 4-2 0,0 1-1 16,-2 0 0-16,-1-1 1 0,2 7 2 0,2-4 1 15,-3 4 1-15,0-1 1 0,-1 1 3 0,1-1-1 0,-1 2 3 0,2-3-1 16,-2 1 4-16,0 0-2 0,-2-4 5 0,0 0-3 16,0 1 1-16,0 0 2 0,-1-4-1 0,1-1 4 15,1 1-1-15,-2 1-1 0,-1-4 4 0,2 5-1 16,-2-5-1-16,1 3 4 0,-1-3 1 0,2 2-2 16,-2-2 12-16,0 0-2 0,0 0-2 0,3 3 1 15,-3-3-6-15,0 0 4 16,0 0-3-16,0 0-1 0,0 0 1 0,1 5-3 15,-1-5 0-15,0 0 2 0,0 0 0 0,0 0-4 16,0 0 2-16,0 0-2 0,0 0-3 0,0 0 5 16,0 0-2-16,0 0 0 0,0 0-7 0,0 0-15 15,0 0-11-15,0 0-24 0,0 0-21 0,0 0-31 0,0 0-37 0,0 0-46 0,0 0 5 16,0 6-9-16,-1-3-209 16,1-3-435-16,0 0 193 0</inkml:trace>
  <inkml:trace contextRef="#ctx0" brushRef="#br0" timeOffset="38123.14">12444 4864 14 0,'0'0'178'0,"0"0"-20"16,0 0-17-16,0 0-15 0,9-7-14 0,-5 7-12 0,-4 0-12 15,10 0-9-15,-10 0-8 0,13 3-11 0,-6 0-2 16,1 1-6-16,1 1-6 0,2 1 0 0,0 2-1 0,-2 1-8 15,4 3 0-15,-2 0-2 0,-2 2 0 0,3 2-4 0,-1 2-4 16,0-2-1-16,-2 1-1 0,-2 0-8 0,-2 0 3 16,2 1-2-16,-2 0 0 0,-4-1 6 0,3 0-8 15,-4 3-4-15,2-3 4 0,-2 1-5 0,0-3 7 0,0-3-5 16,-3 1-1-16,-3-3 4 0,5 1 9 16,-4-2 5-16,4 0 3 0,-2-2 3 0,-2 2 13 15,2-4-8-15,-1 0 7 0,1 0 8 0,-1-3 15 16,3 1 23-16,1-3 19 0,-8 1-1 0,8-1 5 0,0 0-1 15,-6-11-8-15,2 4 0 0,0-5-15 0,4 0 0 16,0-5-19 0,0-3-13-16,5-6-1 0,0-1-9 0,2 0-4 15,-1-1-3-15,5 1-9 0,-3 2-1 0,2 2-3 16,-1 3-6-16,2 2-2 0,-1 2-4 0,-2-1 2 16,0 3-7-16,1-1 1 0,-5 5-2 0,1 1-3 15,-1 0 5-15,1 4-7 0,-4-1 4 0,3 2-2 16,-2 1 4-16,0-1-13 0,-2 4 1 0,3-7-2 15,-2 6-2-15,-1 1-14 0,0-5-16 16,0 5-17-16,0 0-16 0,0 0-21 0,3-3-24 0,-3 3-23 16,0 0-18-16,0 0 9 0,0 0-13 0,0 0-10 15,0 0-22-15,0 0-60 0,-7 13-133 0,3-9-412 16,3-1 182-16</inkml:trace>
  <inkml:trace contextRef="#ctx0" brushRef="#br0" timeOffset="38635.83">12944 4763 39 0,'0'0'281'0,"-3"-4"-15"0,3 4-17 16,0-6-16-16,0 6-11 0,0 0-22 16,-1-4-21-16,1 4-10 0,0 0-20 0,0 0-18 15,0 0-12-15,0 0-17 16,0-6-12-16,0 6-8 0,0 0-14 0,0 0-10 16,0 0-17-16,0 0-5 0,0 0-2 0,0 0-8 15,0 16-2-15,0-6 1 0,0 1-5 0,0 1-1 16,0 3-1-16,0 2 2 0,0 1-7 0,0 2 1 0,0-2-2 0,0 1-2 15,4 1 3-15,-4-1-4 0,1 0 3 0,2-1-4 16,-1 0-1-16,2-1 3 0,-4 0-2 0,4-2 0 16,-3-3 0-16,-1 0-1 0,4-3 0 0,-4-1 0 15,1 0-3-15,-1-4 1 0,3 3 1 0,-3-5-3 16,1 6 0-16,-1-4 3 0,0 0 0 0,0-4 0 16,2 1 0-16,-2-1 0 0,2 4-1 0,-2-4 3 15,0 0-2-15,0 0 1 0,0 0 1 0,0 5-2 16,0-5 1-16,0 0 1 0,0 0 3 0,0 0-3 15,0 0-2-15,0 0-1 0,0 0 1 0,0 0-4 0,0 0 4 16,0 0-4-16,0 0 3 0,0 0-3 0,0 0-7 16,0 0-16-16,0 0-15 0,0 0-17 0,0 0-25 0,0 0-24 31,0 4-22-31,0-4-33 0,0 0-23 0,0 0 15 16,0 4 0-16,0-4-24 0,-2 3-135 0,2-3-349 15,-2 5 156-15</inkml:trace>
  <inkml:trace contextRef="#ctx0" brushRef="#br0" timeOffset="38871.6">13004 5477 316 0,'0'0'378'0,"0"0"6"16,0 0-6-16,0 0-19 0,0 0-26 0,0 0-9 15,0 0-37-15,0 0-25 0,0 4-28 0,0-4-21 16,0 0-23-16,0 0-30 0,0 0-51 0,0 0-80 16,0 0-64-16,9-11-54 0,-8 6-66 0,3 3-71 15,1-2-89-15,-1-1-208 16,0-2-566-16,0 2 250 0</inkml:trace>
  <inkml:trace contextRef="#ctx0" brushRef="#br0" timeOffset="41708.65">13783 4800 37 0,'0'0'222'0,"-2"-5"-12"16,2 5-18-16,-1-5-17 0,1 5-7 15,-2-4-10-15,2 4-12 0,0 0-15 0,-1-6-10 0,1 6-16 16,0 0-12-16,0 0-12 0,0 0-11 0,0 0-8 16,0 0-12-16,0 0 12 0,0 0-15 0,0 0-9 15,3 15-5-15,-3-3-6 0,1 2-3 0,1 4 0 16,-2 0-3-16,0 9-2 0,0-3-1 0,-1 3-5 0,0-3 2 16,1 3-3-16,-1-4-3 0,-2-1 4 0,2-3 1 0,1-1-4 15,0 1 6-15,-2-2-8 0,1 0 1 16,1-2-3-16,0-1-2 0,-1-4 2 0,0 0 5 15,1-3-7-15,-2 1 12 0,2-3-13 0,0-1 5 16,0 0 18-16,0-4 27 0,0 5 31 0,0-5 32 0,0 5 39 16,0-5 28-16,0 0 22 0,0 0 9 0,0 0-25 0,0 0-12 15,3-12-22-15,-1 0-21 0,2 0-20 0,3-5-7 16,1-8-16-16,4-1-19 0,1 0-10 0,2-2-7 16,-2 0-6-16,1 3-8 0,3 2-5 0,-3 2-3 15,-5 5-4-15,-3 4-18 0,1 3 11 0,0 1-5 16,-4 3 3-16,-1 1-12 0,1-1-27 0,1 1-30 15,-3 1-35-15,-1 3 3 16,0 0 7-16,10 5 7 0,-7 3 5 0,3 0 9 16,-1 4 4-16,2 3 2 0,-2 1 7 15,1 0 9-15,2 1 5 0,-3 1-7 0,0-2 7 16,0 1 4-16,-1 1 4 0,1-5-1 0,0 1 6 0,-2-2-4 16,1 0 5-16,-2-3-21 0,1-1-13 0,-1-3-2 15,-2 3-8-15,0-4-10 0,2-1-3 0,-2 2 0 16,2-1-2-16,-2-1-3 0,0-3-1 0,1 5-6 0,-1-5-4 15,0 4-7-15,0-4-12 0,0 0-35 0,0 0-67 0,0 0-55 16,0 0-165-16,0 0-461 0,10-8 204 16</inkml:trace>
  <inkml:trace contextRef="#ctx0" brushRef="#br0" timeOffset="42342.04">14380 5042 13 0,'-6'2'196'0,"-2"-2"-13"0,8 0-10 15,-10 0-12-15,10 0-12 0,-8-2-17 0,8 2-8 16,-6 2 1-16,6-2-8 0,0 0-4 16,0 0-9-16,-9 0-8 0,9 0-9 0,0 0-6 0,0 0-1 0,0 0-4 15,0 0-4-15,0 0 0 0,-8 0 0 0,8 0-3 16,0 0 1-16,0 0-3 0,0 0-4 0,0 0-5 16,0 0-1-16,0 0-8 0,0 0-5 0,0 0 1 15,0 0-6-15,0 0-5 0,0 0-6 0,0 0-3 0,0 0-2 16,0 0-6-16,0 0 0 0,0 0-1 0,0 0-1 15,0 0-1 1,0 0-2-16,0 0 0 0,0 0-2 0,0 0 3 16,0 0-3-16,0 0 0 0,0 0 4 0,0 0 6 15,0 0-6-15,0 0 3 0,0 0 1 0,0 0 1 16,0 0-1-16,0 0 3 0,0 0-1 0,0 0 0 16,0 0-1-16,0 0 1 0,0 0-2 0,0 0-3 15,0 0 3-15,0 0-6 0,0 0 2 0,0 0-2 16,0 0-3-16,0 0-2 0,0 0 1 0,0 0-1 0,0 0 2 0,0 0-3 15,24-2 0-15,-17 1 2 0,-1 1-1 16,6 0 1-16,-2-1-6 0,3-2 1 0,1 3 0 0,5-3 2 16,0 1-5-16,2-1 2 0,-1-1-1 0,-2 2 2 15,1 1 2-15,-1-1 0 0,-4 0-1 0,4 1-4 16,-5-1-3-16,-2 0 3 0,-3-1 3 16,-2 2-3-16,1-1 7 15,-7 2-6-15,10 0 5 0,-6-1-5 0,-4 1 1 0,6-1 6 16,-6 1-10-16,0 0-7 0,4-1-13 0,-4 1-14 15,0 0-35-15,0 0-37 0,0 0-20 16,0 0-25-16,0 0-48 0,-14-4-40 0,14 4-178 16,-12 0-455-16,6-2 202 0</inkml:trace>
  <inkml:trace contextRef="#ctx0" brushRef="#br0" timeOffset="42842.71">14752 4778 230 0,'3'-3'243'16,"-3"3"-26"-16,2-4-21 0,-2 4-21 0,4-3-18 15,0 1-19-15,-4 2-11 0,11 2-17 16,-11-2-11-16,13 5-7 0,-2 0-6 0,0 1-6 0,0 5-6 15,3 1-10-15,-2 2-3 0,1 1-7 0,-3 2-2 16,0 0-7-16,0-1-2 0,1 9-3 0,-4-8-2 0,1 0-4 16,-2 2-2-16,-2 0-6 0,0-2 9 0,-3 0-12 15,3-2 0-15,-4-3-3 0,0 0 4 0,-3 0 1 16,2-2 1-16,1-2 3 0,-1-2 3 0,1-1 5 16,-3 1 5-16,2-2 15 0,1-2 16 0,-3 3 25 15,3-5 30-15,-1 4 29 0,1-4 6 0,0 0-11 0,0 0 4 16,0 0-2-16,-9-11 2 0,8 6-7 0,-1-5-8 0,2 0-13 15,-2-6-13-15,2 0-13 0,4-10-11 0,-3 7-6 16,3-11-13-16,2 6-4 0,1 1-11 0,-2-2-5 16,0 7-10-16,-1 3 0 0,5 0-7 0,-8 5-4 15,-1 3 2-15,4 0-6 0,-3 0-4 0,2 2-2 16,-2 0-10-16,-1 0 3 0,0 3-17 0,0 2-16 16,4-6-18-16,-4 6-15 15,0-4-25-15,0 4-32 0,0 0-19 0,0-2-15 16,0 2-10-16,0 0-9 0,0 0 14 0,0 0 12 15,0 0-6-15,0 0-11 0,0 0-2 0,0 0-10 16,0 0-20-16,0 0-26 0,0 14-26 0,0-14-24 16,-1 3-204-16,1-3-503 0,0 0 223 15</inkml:trace>
  <inkml:trace contextRef="#ctx0" brushRef="#br0" timeOffset="43114.25">15107 4574 135 0,'1'-2'248'0,"-1"2"-23"16,4-2-30-16,-4 2-20 0,0 0-22 0,0 0-17 15,0 0-9-15,13 10-20 0,-4 0-5 0,0 6-4 16,1 6-4-16,-2 5 1 0,2 4-9 0,-1 0 0 15,5 13-8-15,-9 2-3 0,-2 2-6 0,-6-14-5 16,2 1-2-16,-5 0-4 0,-2 1-3 0,-1 0-5 0,-9-4-4 0,-5 9-2 16,-4-4-7-16,4-6-27 0,-13 4-31 0,-3-2-40 15,-2-2-68-15,-4-2-112 0,-2-3-136 0,12-16-407 16,-2 0 180-16</inkml:trace>
  <inkml:trace contextRef="#ctx0" brushRef="#br0" timeOffset="43682.67">13566 4624 214 0,'0'-5'227'0,"0"5"-21"0,0 0-20 0,0-3-19 15,0 3-19-15,0 0-18 0,0 0-17 0,0 0-13 16,0 0-14-16,-5 12-6 0,0-2-14 0,-1 9-3 0,-5 10-3 16,2 6-3-16,-5 17-4 0,-1 0-4 0,0 3-4 0,1-3 0 15,1 2-3-15,4-4-6 0,5-3 0 0,3-9-5 16,2-5-2-16,4 2-1 0,6-1-1 0,1-3-1 16,6 1-2-16,1-8 3 0,7 1 0 0,4-3 0 15,15-1-2-15,5-3-11 0,5-2-27 16,2-3-40-16,3-2-47 0,3-6-51 15,-5-3-213-15,-2 0-392 0,0-1 174 16</inkml:trace>
  <inkml:trace contextRef="#ctx0" brushRef="#br0" timeOffset="44484.68">15533 4571 234 0,'0'0'236'0,"-3"-4"-6"0,2 1-10 0,1 3-9 16,0 0-17-1,0 0-17-15,-4-4-1 0,4 4-28 0,0 0-11 16,0 0-14-16,0 0-10 0,0 0-18 0,0 0-4 0,0 0-18 16,0 0-10-16,0 0-8 0,0 0-7 0,0 0-3 15,0 0-1-15,-5 11-13 0,5-4-2 0,-1 4-3 16,0 3-3-16,1 3-2 0,0 3 0 16,-2 4 18-16,2 0-6 0,-2 6 0 0,2-2-4 15,-2 1 0-15,2 0-1 0,0-2-8 0,2-1-4 0,-2-1 3 0,2-6-4 16,-2-1 1-16,2 0-4 0,-1-2 4 0,1-5-5 15,0 1 0-15,-2 0-2 0,2-2 0 0,1-2-3 16,-3 0 2-16,1-4-3 0,0 1 3 0,0-1-1 16,1 0 0-16,-2-4 3 0,1 5-2 0,-1-2 9 15,0-3 17-15,0 3 6 0,0-3 9 0,0 0 6 16,0 0-2-16,0 0-2 0,0 6 2 0,0-6-2 0,0 0-4 0,0 0-5 16,0 0 6-16,1 3-13 0,-1-3-3 0,0 0-3 15,0 0-6-15,0 0-1 0,0 0-2 0,0 0 11 16,0 0-11-16,0 0-11 0,0 0-12 0,0 0-13 31,0 0-19-31,0 0-21 0,0 0-28 0,0 0-27 0,0 0-35 0,0 0-34 0,0 0-43 16,0 0-18-16,0 0-45 0,0 0-156 15,4 3-478-15,-1 0 212 0</inkml:trace>
  <inkml:trace contextRef="#ctx0" brushRef="#br0" timeOffset="44685.52">15560 5409 273 0,'-2'4'380'0,"2"0"3"0,0-4 0 0,0 7-9 16,0-7-4-16,0 0-9 0,0 0-17 0,0 2-25 16,0-2-26-16,0 0-29 0,0 0-28 0,0 0-24 15,0 0-41-15,0 0-60 0,0 0-70 0,9-10-85 0,-5 3-102 16,-4 2-119-1,1-1-412-15,2-1-734 0,-2-4 326 0</inkml:trace>
  <inkml:trace contextRef="#ctx0" brushRef="#br0" timeOffset="47652.8">16495 4591 183 0,'-1'-7'226'0,"2"5"-8"0,-1 2-12 0,0-5-12 16,0 5-16-16,0 0-15 0,0 0-18 0,0 0-20 15,0 0-8-15,0-6-19 0,0 6-8 16,0 0-15-16,0 0-20 0,0 0-1 0,0 0-8 0,5 16-6 16,-5-4-2-16,3 5-6 0,-3 0 16 0,1 7-6 15,0 3-3-15,-1-1-2 0,0 4-6 0,-1-2-3 0,0 0 0 16,1 0-6-16,1 0-2 0,0-3 0 0,-1-6-2 15,0 1-2-15,3-1-2 0,-2-3 0 0,-1 1-2 16,0-7-2-16,0 0 2 0,0 0-1 0,0-4-2 16,3-1 1-16,-3 1-2 0,-3-1 7 0,6-3 30 15,-3-2 22-15,0 7 29 0,0-7 35 0,1 3 28 16,-1-3 33-16,0 0 4 16,0 0 14-16,0 0-18 0,0 0-29 0,5-12-22 15,-1 1-22-15,-1-5-10 0,3-1-16 0,3-8-18 16,1-1-18-16,1-1-19 0,2-3-14 0,-1 1-1 15,3-1-26-15,-1 3 14 0,1 3 0 0,-3 2 0 16,-2 7-8-16,-5 4 5 0,3 1 4 0,-4 3-8 16,1 0-5-16,-4 2 1 0,3-1-31 0,-3 4-49 15,-1 2 5-15,0 0 3 0,13 10 16 0,-8-5-5 0,-1 7 1 0,1 5 12 16,0 0 11-16,-1 2 2 0,0 6 11 0,1 1-10 16,-2-2 4-16,0-2-1 0,0-5 12 0,0 1 1 15,3-2-3-15,-5-4 6 0,2-1 2 0,-1-2-1 16,1 0 1-16,-2 0 7 0,2-3-9 0,-2-2 12 15,0 2 4-15,-1-2 3 0,3-1-6 0,-3-1-1 16,2 1 3-16,-2-3 0 16,2 5 3-16,-2-5-1 0,0 4 2 15,0-4 4-15,0 0-5 0,0 0 4 0,0 0-4 16,0 0-7-16,0 0-19 0,0 3-23 0,0-3-27 16,0 0-28-16,0 0-29 0,0 0-36 0,0 0-39 0,0 0-104 15,0 0-208-15,0 0-558 0,0 0 247 16</inkml:trace>
  <inkml:trace contextRef="#ctx0" brushRef="#br0" timeOffset="48407.24">17061 4875 129 0,'0'0'184'0,"-12"0"-10"16,12 0-17-16,-10-1-11 0,10 1-16 0,-6 1-10 15,6-1-9-15,0 0-17 0,-6 2-10 0,6-2 2 16,0 0-18 0,-7 0-6-16,7 0 0 0,0 0 0 0,0 0-3 15,0 0-1-15,0 0 1 0,0 0 2 0,0 0 4 16,0 0 5-16,0 0-1 0,0 0 2 0,0 0 3 15,0 0-1-15,0 0 0 0,0 0-6 0,0 0-4 16,-7 1-3-16,7-1-8 0,0 0-6 0,0 0-4 0,0 0 0 16,0 0-8-16,0 0 1 0,0 0-2 0,0 0-11 15,0 0 0-15,0 0-1 0,0 0-2 0,0 0-2 0,0 0-1 16,0 0-2-16,0 0 0 0,0 0 9 0,0 0 6 16,0 0 1-16,0 0-1 0,0 0 2 0,0 0 1 15,0 0-2-15,0 0 0 0,0 0 0 0,0 0-4 16,0 0-5-16,0 0 4 0,0 0-5 0,0 0-1 15,0 0-2 1,0 0-2-16,0 0 1 0,0 0 0 0,0 0 0 16,0 0-3-16,0 0-4 0,0 0 4 0,0 0-1 15,0 0-2-15,0 0-2 0,0 0 0 0,0 0 0 16,0 0-4-16,0 0 0 0,0 0 2 0,0 0 3 16,0 0-4-16,0 0-2 0,0 0-2 0,0 0 1 0,0 0 3 15,0 0 1-15,0 0 8 0,0 0-2 0,0 0-2 16,0 0-1-16,0 0 7 0,0 0 0 15,0 0-2-15,0 0 1 0,0 0-9 0,0 0-4 0,0 0 1 0,0 0-2 16,0 0 3-16,0 0-7 0,0 0 5 0,0 0 1 16,0 0-3-16,0 0 3 0,0 0-3 0,0 0 3 15,0 0-5-15,0 0 9 0,0 0 9 0,0 0-19 16,0 0 2-16,0 0 0 0,0 0 1 0,0 0 4 16,0 0 1-16,0 0 3 0,16-8-10 0,-6 6-1 0,3 1 3 15,6-4 1 1,3 0-1-16,6 1 4 0,0-1-5 0,2-2 0 15,0 4 4-15,1-1-3 0,0-2 2 0,-5 3-3 16,-7-1-1-16,1 4-3 0,-5-3 1 0,-3 3 9 16,-2-2-4-16,-5 0-1 0,4 0 3 0,-4 2-2 15,0-1-3-15,0-1 2 0,-5 2-2 0,9 0-4 16,-9 0-6-16,0 0-12 0,7-2-13 0,-7 2-24 16,0 0-26-16,0 0-15 0,0 0-20 0,0 0-29 0,0 0-30 0,0 0-38 15,0 0-242-15,-20 4-497 0,20-4 221 0</inkml:trace>
  <inkml:trace contextRef="#ctx0" brushRef="#br0" timeOffset="49038.65">17498 4570 71 0,'0'0'228'0,"3"-5"-21"0,-3 5-23 0,2-4-16 16,1 1-17-16,-3 3-14 0,6-3-15 0,1 3-12 15,0-3-11-15,2 3-10 0,0 1-7 0,1-1-12 0,3 2-3 16,0 1-6-16,2 3-10 0,2 1 8 15,-2 1-3-15,1 2-4 0,-1 0-5 0,-6 0 3 0,2 2-10 16,3 2-4-16,-5 1 1 0,-2 1-7 0,0-1 3 16,-5 2-8-16,0 2 1 0,-2-2-3 0,-4 2-1 0,-3 1-3 15,-4 4 3-15,-3 0-2 0,0 0-2 16,-2-4 1-16,-3-1-4 0,1 0 4 0,4-4-4 16,-3-3 2-16,0 0 0 0,3 0 1 0,3-2 0 15,-2 0-1-15,2-3-1 16,2 0-1-16,2-3-1 0,-2 1 1 0,4-2-4 15,-1 0 1-15,3 0-2 0,-2-2 0 0,2 2 2 16,-1 1 1-16,4-4 8 0,0 0 12 0,-4 3 3 16,4-3 8-16,0 0-1 0,-3 3 5 0,3-3 1 15,0 0 0-15,0 0 2 0,0 0-2 0,0 0-1 16,-2 3 0-16,2-3 4 0,0 0-7 0,0 0-4 16,0 0-4-16,0 0-5 0,0 0 0 0,19-5 0 0,-8 4-7 0,3 1-6 15,4-4-1-15,1 0 1 0,-1 1-4 0,3 4-3 16,-1-4 0-16,-2 1-1 0,-1 0 4 0,2 0-4 15,-7 2-5-15,1-3 0 0,-1 3-1 16,-5-2-2-16,1 1 5 0,-3 0 0 0,-5 1-2 0,10 0 2 16,-6 0-2-16,-4 0 4 0,5 0-3 0,-5 0-2 15,0 0-6-15,0 0 5 0,9 0-3 0,-9 0 0 0,0 0-5 16,0 0-10-16,0 0-15 0,4-3-21 0,-4 3-21 16,0 0-24-16,0 0-24 0,0 0-24 0,0 0-21 15,0 0-24-15,0 0-39 0,0 0-227 0,0 0-492 16,0 0 219-16</inkml:trace>
  <inkml:trace contextRef="#ctx0" brushRef="#br0" timeOffset="49538.63">17879 4638 157 0,'0'-4'276'0,"0"4"-22"0,2-4-29 16,1 2-26-16,-3 2-23 0,4-3-22 0,-4 3-16 0,9 0-13 15,-9 0-14-15,11 3-11 0,-2 2-2 16,1-1-8-16,1 4-2 0,0 4-13 0,3 2-2 16,-1 0-5-16,-2 3-2 0,5 3-7 0,-6-3 0 15,0 1-9-15,1 5-5 16,-5-7 0-16,0 9-5 0,-2-7-4 0,2 0-4 15,-6-1-1-15,2 1-5 0,-4-2 3 0,1-4-5 16,0-2 2-16,-3 2 7 0,3-3 2 0,-3-1 2 16,2-3 2-16,-1 2 8 0,-1-4 16 0,3 2 17 15,-2-1 39-15,3-4 31 0,-2 5 19 0,-1-5 10 16,3 0-17-16,0 0-13 0,-9-9-2 0,8 4-7 16,-3-2-7-16,4-6-15 0,0-1-13 0,0-5-14 0,0 0-13 0,8-6-7 15,-6 5-5-15,1-6-8 0,3 2-9 0,-2 8-3 16,1 3 0-16,-2 1 5 0,3 2-6 15,-2 0-6-15,0 0-4 0,-3 3 2 0,2 2-9 0,-2-1-6 16,2 3-2-16,-1-1 0 0,-1 0-2 0,1 2-6 16,-2 2-11-16,1-5-22 0,-1 5-19 0,0 0-23 15,1-4-22-15,-1 4-23 0,0 0-27 0,0 0-18 0,3-5-11 16,-3 5-10-16,0 0-8 0,0 0-14 0,0 0 7 16,0 0 14-16,0 0-21 0,0 0-13 0,0 0-21 15,-7 12-24-15,7-12-44 0,-3 2-176 0,3-2-513 16,0 0 228-16</inkml:trace>
  <inkml:trace contextRef="#ctx0" brushRef="#br0" timeOffset="49839.08">18285 4374 281 0,'0'0'252'0,"0"0"-28"16,5-3-28-16,-5 3-17 0,0 0-22 0,9 5-19 15,-4 0-10-15,3 3-8 0,3 8-6 16,1 6-6-16,-2 1-8 0,2 11 0 0,1 12-6 16,-1-2-7-16,-4 6-1 0,-3-1-9 0,-5 2-7 0,-4 0-4 15,-1-2-4 1,-5 0-5-16,-2-14-5 0,-5 10-4 0,1-13-5 15,-2 0-2-15,-2-4-1 0,-6 0-7 0,-2-4-24 16,-1 3-21-16,-14 2-35 0,-2-5-35 0,-1 0-92 16,-3-9-268-16,-2-6-477 0,1 1 211 0</inkml:trace>
  <inkml:trace contextRef="#ctx0" brushRef="#br0" timeOffset="51496.18">16289 4495 56 0,'0'-4'222'16,"0"4"-10"-16,-1-7-20 0,1 7-23 16,-1-4-21-16,1 4-25 0,0 0-15 0,0 0-14 0,-9 12-7 0,4-2-6 0,-7 18-6 15,-2 3-7-15,-3 11-6 0,-2 4 2 0,2 3-4 16,2-4-9-16,4 3-2 0,-2-3-2 0,5-11-8 15,3-2-2-15,5 2-1 0,0-2-8 0,3-3 3 16,5-1-11-16,2-1 8 0,4-1-2 0,6-4 2 16,6-1-3-16,8-1 1 0,19-1-1 0,4-3-22 15,3-3-27-15,3-4-34 16,-2-3-55-16,3 1-66 0,-1-9-146 0,-4 4-351 16,-1-2 156-16</inkml:trace>
  <inkml:trace contextRef="#ctx0" brushRef="#br0" timeOffset="52182.45">18541 4446 222 0,'0'-4'325'16,"1"-1"0"-16,-1 0-7 0,1 2-22 0,-1 3-17 15,0-6-26-15,0 3-20 0,0 3-23 0,2-6-17 16,-2 6-34-16,0 0-19 0,0 0-20 0,0 0-31 16,0 0-8-16,0 0-9 0,0 0-11 0,0 25-1 0,0-8-10 0,0 7-1 15,0 1-9-15,0 3 0 0,2 0-1 0,-2 3-5 16,1 0-3-16,2 0-1 0,-2 0-4 0,3-1 0 16,-4 1 1-16,4-4-6 0,0 1-8 0,-2-4-18 15,1-2-15-15,1-4-25 0,-2 1-24 0,0-3-28 16,-2 0-31-16,2 0-34 0,-2-3-54 0,1-1-60 15,-1-1-198-15,3-1-514 16,-3-3 227-16</inkml:trace>
  <inkml:trace contextRef="#ctx0" brushRef="#br0" timeOffset="52363.39">18600 5253 67 0,'-2'6'335'0,"2"-2"15"0,-2 0-8 0,2 0 11 15,0-4 4-15,0 0-12 0,-2 4-7 0,2-4-22 16,0 0-25-16,2 4-26 0,-2-4-26 0,0 0-22 0,0 0-40 16,0 0-85-16,0 0-133 0,0 0-131 0,10-8-142 15,-5 1-280-15,0 2-642 0,-1 0 285 16</inkml:trace>
  <inkml:trace contextRef="#ctx0" brushRef="#br0" timeOffset="55854">20140 3335 69 0,'0'0'196'0,"0"0"-11"0,-2-5-8 15,2 5-5 1,0 0-14-16,0-4-15 0,0 4-11 0,0 0-13 16,2-3-16-16,-2 3-14 0,0 0-8 0,11-2-10 15,-5 2-6-15,-6 0-11 0,17 2-4 0,-7 2-5 0,-1 1-3 16,4 2-8-16,0 2-3 0,1 3-2 0,-3 0-4 16,1 3-4-16,-2-2-6 0,-1 7 2 15,-1-2-3-15,-1 6 2 0,-1-5-1 0,0 5-3 0,-4-2 1 16,-2-6-2-16,0 11 0 0,-6-1-1 0,-2-1 1 0,-1-1-3 15,-2 1 0-15,1 1 4 0,-2-4-4 0,0 2-2 16,1-10 0-16,2 3 2 0,-4-5-2 0,2 2 3 16,3-7-7-16,2 0 3 0,-2 0 4 0,4 0 9 15,-1-3-4-15,1 2 18 0,0-3 1 0,2 2 17 16,-1-4 19-16,3-1 22 0,-5 4 13 0,5-4 29 16,0 0 2-1,0 0-6-15,0 0-16 0,0 0-14 0,-3-13-9 16,7 4-16-16,3-2 7 0,-1-6-22 0,3 2-7 0,5-7-9 15,2-2-7-15,-1 2 1 0,0 1-2 0,3-1-11 16,-1-2-4-16,-4 8-1 0,3-9-4 0,2 4 1 16,1-1-3-16,-5 6 0 0,4-3-1 0,-9 5-3 15,4-1 2-15,-3 0-1 0,-1 3-4 0,0-1 0 16,1 3-1-16,-3 0 9 0,-2 2 17 0,-1 1 0 0,-1 3-9 16,0-1 6-16,0 0 0 0,2 2-10 0,-3 2 3 15,1-2-11-15,-3 3-8 0,0 0 4 0,2-6-34 16,-2 6-14-16,0 0-10 0,0 0 1 0,0 0 7 0,-4 13 5 15,1-3 1-15,-2 1 7 0,-1 4 1 0,-3 0 2 16,3 2 5-16,0 1 2 0,-3-1 3 16,4 1 3-16,-2 2 0 0,2-1-2 0,4 0 8 0,-2 1 2 0,3-4 2 31,4 2 6-31,0 0-4 0,1-3 0 0,0 1 3 16,5 2 6-16,1-4-4 0,1 1 4 0,5-3-1 15,-2-2 10-15,6-1 1 0,-2-4 0 0,0 0-1 16,0 1 1-16,0-1-3 0,-1 0 1 0,-4-2-2 15,-2 1-5-15,-3-1-4 0,-4-1 7 0,4-1-6 16,-4 0 1-16,0 0-2 0,-5-1 4 0,7 3-1 0,-4-3 0 16,-3 0-1-16,0 0 3 0,8 0 1 0,-8 0-6 15,0 0 1-15,0 0 3 0,6 0-6 0,-6 0-1 0,0 0 2 0,0 0 0 16,3 5 1-16,-3-5-4 0,0 0 3 0,0 0 0 16,0 0-4-16,0 0 4 0,0 0-2 0,0 0 4 0,0 0-3 15,0 0 0-15,0 0-5 0,4 1-4 16,-4-1-4-16,0 0-7 0,0 0-8 0,0 0-9 15,0 0-8 1,0 0-14-16,0 0-13 0,0 0-17 0,0 0-10 0,0 0-25 0,0 0-25 0,0 0-47 0,2-7-61 16,-2 7-207-16,4-7-501 0,-1 3 222 0</inkml:trace>
  <inkml:trace contextRef="#ctx0" brushRef="#br0" timeOffset="58689.54">20565 2942 204 0,'5'-4'217'0,"-5"0"1"0,1-1-16 0,-1 2-20 0,1-2-12 16,-1 5 6-16,3-7-11 0,-3 5-14 0,0 2-13 15,1-4-14-15,-1 4-16 0,0 0-14 0,0 0-13 0,0-3-13 16,0 3-29-16,0 0-11 0,0 0-3 0,0 0 1 15,-1 16-6-15,1-5-6 0,-3 6 1 0,2 1 0 0,-3 2-1 16,2 3-1-16,-2 2 0 0,2-5 3 0,0 5-7 16,2-5-1-16,0 0 1 0,-1-3-1 15,-2-2-1-15,6-3-1 0,-3-1 0 0,-3-3 4 16,6 0-2-16,-6-2-1 0,6-1 3 0,-6 0 2 0,3-1 24 0,0-1 33 16,0-3 31-16,0 0 35 0,0 6 7 0,0-6 23 15,0 0-8-15,0 0-17 0,0 0-18 0,14-18-10 16,-6 10-12-16,0-3-12 0,-2 1-5 0,7-4-14 15,-4 1-5-15,1-1-11 0,3 2-1 0,-5 1-5 32,-2 1-9-32,0 3-3 0,1 2-5 0,-4-2-6 15,1 4-4-15,0 1-19 0,-1-1-32 0,-3 3-34 0,4-3-25 0,-4 3 1 16,0 0 11-16,7 8 6 0,-3-1 8 0,0 3 5 16,0 1 8-16,0 5 11 0,1 1-2 0,1-1-8 15,-2 0-9-15,4 2-23 0,-1-1-27 0,-3-1-41 16,1 1-30-16,0-1-58 0,-1-2-258 0,1-2-535 15,-1-4 237-15</inkml:trace>
  <inkml:trace contextRef="#ctx0" brushRef="#br0" timeOffset="59588.41">21075 3148 18 0,'-12'1'171'0,"3"1"3"15,2-1-17-15,0-1-5 0,1 2-5 0,6-2-10 16,-12 0-9-16,7 1-15 0,5-1-4 0,0 0-13 0,-9 0 3 0,9 0 4 16,0 0-1-16,0 0 1 0,0 0 1 15,-7 0-2-15,7 0 1 0,0 0-9 0,0 0-2 0,0 0-4 16,0 0-8-16,0 0-1 0,0 0-3 0,0 0-3 15,0 0-3-15,0 0-4 0,0 0-5 0,0 0 0 16,0 0-8-16,0 0-4 0,0 0-3 0,0 0-7 16,0 0 2-1,0 0-8-15,-7-1-5 0,7 1-4 0,0 0 3 16,0 0-4-16,0 0-1 0,0 0 5 0,0 0-2 16,0 0 8-16,0 0-9 0,0 0 4 0,0 0 0 15,0 0 3-15,0 0 0 0,0 0 5 0,0 0-2 16,0 0 0-16,0 0-3 0,0 0 0 0,0 0 12 15,0 0-10-15,0 0 1 0,0 0-9 0,0 0 3 0,0 0-5 16,0 0-1-16,0 0 1 0,0 0-4 0,0 0 2 0,0 0-9 16,0 0 4-16,0 0-5 0,0 0 6 0,0 0-7 15,0 0 2-15,0 0-3 0,0 0 9 0,0 0-13 16,0 0 3-16,0 0-2 0,0 0-1 0,0 0 3 16,0 0-2-16,0 0 0 0,0 0-6 0,0 0 1 15,0 0 2-15,0 0 2 0,0 0 1 0,0 0 12 16,0 0-21-1,0 0 4-15,0 0 1 0,0 0-3 0,0 0 3 16,0 0 3-16,0 0-1 0,0 0-5 0,0 0-3 0,0 0 2 16,0 0 1-16,0 0-1 0,0 0 1 0,0 0 1 15,0 0 1-15,0 0-2 0,0 0 5 16,0 0-6-16,0 0 6 0,0 0 0 0,0 0-6 0,0 0 0 16,0 0 0-16,0 0 5 0,0 0-5 15,0 0 0-15,0 0 1 0,0 0-5 0,0 0 6 0,0 0 3 0,0 0-6 16,0 0 3-16,0 0 1 0,0 0 1 0,0 0-7 15,0 0 2-15,0 0 0 0,19-8-2 0,-6 4 0 16,1 0 9-16,0 0-15 0,4-3 1 0,0 5 1 16,1-2 2-16,0 0-1 0,-1 0 0 0,0 1 0 15,1-1 2-15,-6 2-2 0,1 1 2 0,-5-1-1 16,0-3 2 0,0 5 1-16,-4 0 0 0,3-2 1 0,-8 2 0 0,9 0-3 15,-9 0 0-15,7-1-2 0,-7 1 3 0,7 1-19 16,-7-1-6-16,0 0-16 0,0 0-13 0,0 0-17 15,6-2-21-15,-6 2-17 0,0 0-24 0,0 0-22 16,0 0-23-16,0 0-15 0,0 0-26 16,0 0-34-16,3-3-148 0,-3 3-438 0,1-2 194 15</inkml:trace>
  <inkml:trace contextRef="#ctx0" brushRef="#br0" timeOffset="60095.89">21412 2871 50 0,'-2'-3'228'0,"2"3"-17"16,0 0-10-16,0 0-26 0,2-5-24 0,3 2-9 15,-5 3-18-15,10-1-7 0,-2-2-19 0,0 2-12 16,-1 2-6-1,2-1-11-15,3 3-8 0,-1-2-5 0,0 3-5 16,0 0-9-16,2 1-3 0,-2 2-7 0,1 0-4 16,-3-2 3-16,2 8-3 0,-2-4-8 0,0 6-1 15,-4 0-2-15,-2-1 0 0,-3 3-1 0,-1 0-2 16,-3 1-2-16,-5 6 2 0,-1-5-3 0,-2-2 1 16,-4 4-5-16,1-6 4 0,4 0-5 0,-11 3-1 15,8-6 6-15,0-1-3 0,0 0 3 0,3-3-1 0,0-1-1 0,1 0 1 16,2-2-2-16,5 0 2 0,-3-2-2 0,3 0 2 15,-1 0-4-15,-1 0 1 0,2 0 0 0,3-3 1 16,0 4 9-16,0-4 1 0,5 2 8 0,4-2 2 16,4 3-4-16,6-3-1 0,-1 1-1 0,5 0-2 15,5-1-1-15,2 1-2 0,-4 1-2 16,4 1-2-16,-2-3 0 16,1-3-1-16,-11 3-3 0,1 0-1 0,-1 3-3 0,-6-6 4 15,-2 3 1-15,-2 0-5 0,-1-2 9 0,-3 2-10 16,-4 0 2-16,10 0-2 0,-10 0 3 15,7-1-4-15,-7 1 12 0,0 0-15 0,7 1 0 16,-7-1-5-16,0 0-5 0,0 0-12 0,0 0-16 16,0 0-16-16,0 0-20 0,0 0-23 0,-25 0-39 15,17 0-29-15,1-1-197 0,-4 0-392 0,5 0 174 0</inkml:trace>
  <inkml:trace contextRef="#ctx0" brushRef="#br0" timeOffset="60512.18">21981 2939 33 0,'2'-2'220'0,"-2"2"-23"15,4-3-28-15,-4 3-11 0,8-2-15 0,-8 2-12 16,11 2-6-16,-6 1-12 15,2 2-13-15,2 1-5 0,-2 2-3 0,1 0-10 16,1 8-12-16,2-2-1 0,-2 2-4 0,-1 2-6 16,1 1-7-16,-6 0-2 0,-1 7-6 0,-1-8-1 15,2 2-2-15,-2 6-3 0,-5-9-5 0,3 3 1 16,-3-2-5-16,-2-3-5 0,2-3 9 0,-1-2-2 16,-1 2 5-16,3-2 11 0,-1-5-2 0,0 0 6 15,-1-1 12-15,2 1 14 0,1-2 27 0,-3-1 43 0,3 1 47 0,2-3 20 16,0 0-18-16,-6-9-23 0,6 2-19 0,2-4-16 15,0-8-18-15,3-1-11 0,4-4-9 0,5 0-9 16,-3-5-13-16,5-2-3 0,2 2-15 0,-1-2 6 16,-3 3-17-16,-3 12-4 0,5-6-27 15,-6 5-1-15,-3 8-23 0,-1-2-18 0,0 2-40 0,0 2-47 16,-1 1-54 0,-2 2-71-16,0 0-82 0,-3 1-335 0,0 3-708 15,0 0 314-15</inkml:trace>
  <inkml:trace contextRef="#ctx0" brushRef="#br0" timeOffset="65021.05">24506 3255 14 0,'0'0'167'0,"1"-4"1"0,-1 4-11 0,0 0 8 16,4-3-3-16,-4 3 0 0,0 0-12 0,0 0-4 0,2-4-9 15,-2 4-1-15,0 0-14 0,0 0-6 16,4-1-11-16,-4 1-11 0,0 0-4 0,0 0-12 0,0 0-12 15,0 0-6-15,0 0-8 0,0 0-8 0,0 0-14 0,0 0-17 32,0 0-18-32,0 0-6 0,3 8 1 0,-3-1 1 15,-3 3 0-15,3 4 1 0,0 3 0 0,-4 0 0 0,-1 10 6 16,4-3-4-16,0 2 4 0,-3-6 0 0,4 5 1 16,-4-7 1-16,3 7-2 0,-2-7 2 0,-1 0-2 15,4 2 1-15,0-3 0 0,0-1 2 16,-1-6 1-16,1 2-1 0,-3-4-1 0,6 1 5 0,-3-4-2 15,-3 2-3-15,2-3 6 0,1-1-5 0,0 2 4 0,0-5 0 16,0 5 0-16,0-5-3 0,0 5 2 0,0-5 0 16,0 3 1-16,0-3 3 0,0 0-2 0,0 0 2 15,0 0-7-15,0 4 4 0,0-4-7 0,0 0-6 16,0 0 4-16,0 0-8 0,0 0-17 16,0 0-32-16,0 0-29 0,0 0-24 0,-15-1-37 0,7-2-175 0,3 0-353 0,-4-2 157 15</inkml:trace>
  <inkml:trace contextRef="#ctx0" brushRef="#br0" timeOffset="65368.67">24407 3363 50 0,'0'-4'246'0,"0"-3"0"0,2 2-2 0,-1 0-19 15,0 0-14-15,-1 2-13 0,0 3-8 0,0-6-18 0,0 6-21 16,2-3-13-16,-2 3-16 0,2-5-14 0,-2 5-18 15,0 0-12-15,0 0-6 0,0 0-9 0,0 0-8 16,18 8-6-16,-8-2-10 0,0 2-5 16,4 3-2-16,3 2-4 0,-2 0-4 0,6 4-3 0,-6-3-2 0,8 6 1 15,0-1-1-15,-2-1-1 0,0-1-1 0,2 1-3 16,-2-3-1-16,-6-2 2 0,0 0-6 16,-2-2-3-16,1-2-4 0,-5 0-5 0,0-4-12 15,-1 1-8-15,-2-2-4 0,-2 1-1 0,1-4 7 16,-2 2 5-16,-1 1 3 0,0-2-2 0,-2-2 7 0,2 4 1 15,-2-4 2-15,0 0-6 0,0 0-14 0,0 0-19 0,0 0-26 16,0-11-5-16,0 11-9 0,-5-8-26 0,1 3-26 16,3-2-28-16,-3 2-41 0,-2-3-118 0,-1-4-349 15,5 4 155-15</inkml:trace>
  <inkml:trace contextRef="#ctx0" brushRef="#br0" timeOffset="65772.75">24737 3284 209 0,'1'-7'247'0,"-1"2"6"0,0 0-11 0,0-2-14 16,3 3-5-16,-2 1-17 0,-1-2-16 0,0 1-19 0,0 4-15 16,3-3-19-16,-3 3-15 0,2-3-12 0,-2 3-13 0,0 0-18 15,0 0-6-15,0 0-38 0,0 0-6 0,0 0 0 16,2 10-5-16,-1 1-6 0,0 1 1 0,-2 5-2 15,2 1-3-15,-1 2 6 0,5 6-10 0,-5 1-1 16,1-2 1-16,-1 1-3 0,-1-1 0 0,2-7 3 16,-1 3-1-16,2-3-1 0,-1 1-2 0,0-1 3 15,1-1-3-15,-1-1 1 16,0-3-1-16,-1-2-1 0,3-1 1 0,-3-1 2 16,1-3-5-16,0 1-3 0,-1-2 2 0,2 0 4 15,-2-3 0-15,1 3 0 0,-1-5 2 0,0 5 6 16,0-5 3-16,1 3-8 0,-1-3-1 0,0 0 9 0,0 0 8 15,0 4-6-15,0-4 1 0,0 0 2 0,0 4-4 16,0-4 2-16,0 0-6 0,0 0 2 16,0 0-1-16,0 0-3 0,0 0 4 0,0 0-10 0,0 0-11 15,0 0-7-15,0 0-12 0,0 0-5 0,0 0-62 16,0 0-49-16,0 0-32 0,-15-7-28 0,15 7-35 0,-9-4-176 16,4 0-445-16,1-2 198 0</inkml:trace>
  <inkml:trace contextRef="#ctx0" brushRef="#br0" timeOffset="66238.45">25087 3446 45 0,'0'0'202'0,"0"0"-13"0,0 0-12 16,0 0-6-16,0 0-21 0,0 0-11 0,0 0-18 0,0 0-9 15,0 0-8-15,0 0-11 0,0 0-11 0,0 0-10 16,0 0-3-16,0 0-5 0,0 0-3 0,0 0 3 15,0 0-8-15,0 0 0 0,0 0-3 0,0 0-2 16,0 0-2-16,0 0-5 0,0 0-5 0,8-3-4 16,-2 3-3-16,4-1-3 0,3-2-5 0,1 2 0 15,5-3-8-15,-2 3 2 16,5-2-1-16,-2-2-6 0,-2 5 3 0,3-3-4 16,-2 1-2-16,-5 3-1 0,-1-2 1 0,1-1 1 15,-5 2-4-15,3-1 2 0,-7 1 5 0,-5 0-10 16,9 0-5-16,-2 0 0 0,-7 0-8 0,0 0-10 15,7-1-17-15,-7 1-11 0,0 0-12 0,0 0-4 16,0 0-8-16,0 0-12 0,0 0-9 16,0 0-11-16,-19 9-34 0,10-7-27 0,-1 1-107 0,-1-1-296 0,0 0 131 15</inkml:trace>
  <inkml:trace contextRef="#ctx0" brushRef="#br0" timeOffset="66538.89">25133 3592 86 0,'0'0'175'0,"0"0"-10"15,0 0-6-15,0 0-14 0,-2 1-20 0,2-1-9 16,0 0-5-16,0 0-8 0,10 6 1 0,-4-6-9 0,8 0-10 0,3 1-4 15,2-2-12-15,3 1-6 0,-2-2-10 0,1 2 1 16,7 0-5-16,-8 0-7 0,-6 0-2 16,4-1-9-16,-4 1 3 0,-1 1-12 0,-3-1 3 0,-5 0 3 15,3-1-6-15,-8 1-4 0,13 0 2 0,-13 0-8 16,9 0 0-16,-9 0-8 0,5 0-19 0,-5 0-1 16,0 0-10-16,0 0-25 0,0 0-35 0,0 0-40 0,0 0-55 15,-22 5-94-15,13-6-297 0,3 1 132 0</inkml:trace>
  <inkml:trace contextRef="#ctx0" brushRef="#br0" timeOffset="69828.52">26028 2944 20 0,'-3'-3'117'16,"3"3"-3"-16,0 0-2 0,-4-7-12 0,4 7 0 15,0-2-12-15,0 2-13 0,0 0-4 0,-5-6-8 16,5 6 3-16,-1-2-18 0,-2-1 2 0,3 3 6 15,-1-4-10-15,1 4 4 0,-4-3-1 0,4 3-2 16,-2-5-11-16,2 5 6 0,-3-2 5 0,3 2-2 16,0 0 3-16,-5-4 4 0,5 4 4 0,0 0 4 0,0-5-12 0,0 5 0 15,-3-4 2-15,3 4 0 0,0 0 0 16,0 0-2-16,-1-6-1 0,1 6-1 0,0 0-1 0,0 0-6 16,0 0-5-16,0-4 4 0,0 4-2 0,0 0 2 15,-2-2 0-15,2 2 0 0,0 0 5 0,0 0-8 16,0 0 1-16,2-5-4 0,-2 5 2 15,0 0-4-15,0 0 2 16,0 0-4-16,0 0-6 0,0 0-7 0,0-4-10 16,0 4-13-16,0 0-7 0,0 0-24 0,0 0-16 0,0 0-3 15,0 0 7-15,4 15 4 0,-7-4 5 16,2 4 0-16,1 12 9 0,-4 3 3 0,-1 3 8 16,1 13 0-16,-3 7-2 0,-1 0 6 0,2 1 6 15,-1 4 2-15,-2 1-2 0,-2 1 3 0,-2-1 2 16,-4-3-1-16,-3 25 4 0,5-29 5 0,2 4 5 0,-1-4-4 0,0-2 5 15,1-3 2-15,1-12 4 0,3-4-6 0,-1-2 2 16,1 2 1-16,-1-6-1 0,-1 1-1 0,4-9 1 16,-2 0-3-16,3-1 3 0,1-5-2 0,2-1 6 15,-1-3-3-15,1-2 4 0,1 0 8 0,0 0 16 16,0-3 22-16,1 2 17 0,1-4 18 0,-1 4 16 16,1-4-4-16,0 0-20 15,0 0-10-15,6-14-14 0,-4 8-8 0,3-1-4 16,1-1-7-16,2 0-5 0,1 2-7 0,-3 1-1 15,4-1 2-15,-3 3-17 0,4-3-10 0,-2 5-8 16,1 1-11-16,2 1-2 0,-1 0-8 16,2 6-7-16,-4 2 0 0,4 7 1 0,-2 7 0 0,-2 4 3 15,-2 5 4-15,-4 15 4 0,-5 2 1 0,-8 6-5 16,-2 3 10-16,-7 28 2 0,-3-1 4 0,-1-3 0 0,0-4 5 16,2-21-2-16,5 1 11 0,-3-2-6 0,4-1-1 15,-2-1 2-15,4-6-1 0,2 0 1 0,1-2 3 16,3 5-1-16,1-5 5 0,0 0-6 0,3-9 4 0,3-1 1 15,0-5 5-15,-1 1-2 0,2 2 2 16,3-3-1-16,1-1 1 0,1-2 3 0,2 1-3 16,2-7 3-16,5 4-3 0,2-6 3 0,2-1 0 0,4 1-1 0,0-5-1 15,7-1 3-15,0-2-2 0,1-3-2 0,0-1 3 16,2-2 3-16,-1 0-2 0,-2-4 7 0,1-2 0 16,-3 0 5-16,-6 3-4 0,-2-6 2 0,-2 1 12 15,-5 2 7-15,-3-3 4 0,-1 0-1 0,0 1-11 16,-1-2-1-16,-2 1 6 0,1-1-31 0,-2-1-34 15,-1 0-35 1,3-4-56-16,-7-1-86 0,2 0-134 0,-4-7-180 16,2-1-554-16,-2-8 245 0</inkml:trace>
  <inkml:trace contextRef="#ctx0" brushRef="#br0" timeOffset="73365.64">26594 3066 23 0,'0'0'139'0,"0"-7"-6"0,0 3-10 0,2 2-1 16,-2 2-9-16,0-6-13 0,2 3 3 0,-2 3-2 15,0-6-2-15,0 6-2 0,1-4-5 0,-1 4-12 16,0 0-6-16,0 0-10 15,2-3-10-15,-2 3-9 0,0 0-5 0,0 0-10 16,0 0-4-16,0 0 0 0,-1 13-3 0,-1-4-8 16,0 0 7-16,0 5-12 0,-2 2-2 0,1 2 7 15,-2 2-3-15,3-2 0 0,-3 7-3 0,2-6 0 16,1 0-1-16,-1 0 3 0,0 2-10 0,1-1 9 16,0-2-2-16,1-1-3 0,0 2 5 0,0-3-6 15,-1-5 0-15,0 1 1 0,2-1-2 0,0-2-3 0,0-1 6 0,0-4-1 16,0 3 2-16,-2-2 0 0,2-5 13 0,-1 5 27 15,2-1 22-15,-1-4 28 0,0 4 24 0,0-4 19 16,-1 4 8-16,1-4 11 0,0 0 1 16,0 0-17-16,0 0-20 0,4-15-17 0,-3 3-3 0,3 2-17 0,1-6-2 0,-1-1-13 15,8-6-8-15,-5 4-14 0,4-5-9 16,-1-2-1-16,-3 9-7 0,1 0-3 0,-3 1-2 16,3 1-5-16,-1 5 0 0,0 0-10 0,-2 3 5 15,0-1-3 1,-5 4-6-16,4-1 0 0,1 0 1 15,-4 0-6-15,3 3-14 0,-4-1-21 0,0 3-19 16,0 0 3-16,9 3 9 0,-4 1 11 0,-1 2-8 0,1 4 6 0,3 1-1 16,-3 4 5-16,0 2 3 0,3 0 0 0,1 5-3 15,-6-3 5-15,1 2 0 0,0-4 2 0,0 7 3 16,0-6-1-16,-3-2 5 0,-1-3-1 0,3-1 6 16,-3 0-1-16,1-2 5 0,-1 0-2 0,0-4-1 15,0-1 4-15,1 1 5 0,-1-2-9 0,3-2 2 16,-2 2 5-16,-1 0 1 0,0-4-1 0,0 0 4 0,-1 7-2 15,1-7 0-15,0 0-3 0,0 2 0 0,0-2-8 16,0 0-7-16,0 0-12 0,-3 4-19 0,3-4-27 16,0 0-28-16,0 0-38 0,0 0-72 0,-5 2-259 15,5-2-509-15,-9-2 225 0</inkml:trace>
  <inkml:trace contextRef="#ctx0" brushRef="#br0" timeOffset="74004.75">26431 3601 10 0,'-5'1'184'0,"-1"-1"-18"15,6 0-5-15,-6 2-10 0,6-2-16 0,-7 1-5 16,7-1-3-16,0 0-9 0,0 0-11 0,-6 0-8 0,6 0-12 16,0 0-8-16,0 0-5 0,0 0-1 0,0 0-2 15,0 0-1-15,0 0 2 0,0 0-2 0,0 0-2 16,0 0-3-16,0 0 0 0,0 0-10 0,0 0-2 0,0 0-3 16,0 0-7-16,-8 1-3 0,8-1-6 0,0 0 0 15,0 0-7-15,0 0 1 0,0 0-7 0,0 0-1 16,0 0-2-16,0 0-2 0,0 0 1 0,0 0 2 15,0 0-4-15,-4 0 3 0,4 0-2 0,0 0-1 32,0 0 2-32,0 0 4 0,0 0 2 0,0 0 3 15,0 0-3-15,0 0 1 0,0 0-2 0,0 0-1 0,0 0 1 0,0 0-2 16,0 0-1-16,0 0-3 0,0 0-1 0,0 0 3 16,0 0-4-16,0 0-1 0,0 0-3 0,0 0 3 15,0 0 5-15,0 0-8 0,0 0 1 0,0 0 9 16,0 0-3-16,0 0 5 0,0 0 0 0,0 0 1 15,0 0-1-15,0 0 1 0,0 0 1 0,0 0-4 16,0 0 3-16,0 0-5 0,0 0 3 0,0 0-1 0,0 0-3 16,23-7-5-16,-12 4 1 0,10-1-4 0,7-1 0 0,-1 0-5 15,10-2 3-15,-1 2 2 0,15-2-4 16,4 0 9-16,-1-3-11 0,4 5-3 0,-4-5 3 16,0 6-5-16,-17-2 4 0,0 2 4 0,-3 1-5 15,-6 2-1-15,-7 1 0 0,-4-1-1 0,-5 0 3 16,1 0-3-16,-8 1-6 15,0-1-3-15,3-1-2 0,-3 2-4 0,-5 0-7 16,10-2-13-16,-10 2-19 0,0 0-6 0,0 0-7 16,0 0-4-16,0 0-26 0,0 0-20 0,-23 7-24 15,10-5-20-15,2 1-18 0,-6 4-40 0,2-4-148 16,0-1-397-16,-2 3 175 0</inkml:trace>
  <inkml:trace contextRef="#ctx0" brushRef="#br0" timeOffset="74671.08">26630 3723 180 0,'0'0'189'0,"0"0"-22"0,0 0-16 0,0 0-22 0,13-7-9 0,-4 7-7 16,3 0-9-16,-1 0-14 0,1 0-6 0,1 0-9 16,-2 0-10-16,1 1-4 0,2 4-10 0,-3-2-7 15,1 4-1-15,-5 0-3 0,2 1-9 0,-2 1 0 16,0 2 4-16,-3-2-11 0,-1 4 0 0,-3-2-3 15,-3 5 1-15,-1-1-5 0,-3 3 1 0,-3-1 1 0,-2 0-2 16,-3-1-1-16,1-2-1 0,-3 0 2 0,4 0-3 16,-2-3-3-16,2-2 6 0,1 0-3 0,1-2 3 15,2-2-4-15,3 0 1 0,0-1-2 0,0 0 1 16,3 0-3-16,1-3 3 0,2-1 2 0,-6 4 27 16,3-1 7-16,3-3 12 0,-5 3 1 0,5-3 7 15,-2 3-6 1,2-3-1-16,0 0 2 0,0 0-2 0,-4 0-7 15,4 0 0-15,0 0-6 0,0 0-5 0,0 0-4 0,0 0-4 16,0 0-3-16,0 0 0 0,0 0-8 0,-3 4 1 16,3-4-6-16,0 0 11 0,0 0-17 0,0 0 4 15,0 0-3-15,0 0 5 0,0 0 6 0,0 0-2 16,0 0 3-16,0 0-1 0,0 0-3 0,0 0-2 16,0 0-3-16,25-7-3 0,-8 1-1 0,4 1-3 15,7-2 2-15,3-1 0 0,1 1-5 0,3 1-5 0,15-4 3 16,-13 4 2-16,4 1-6 0,-4-1 3 0,-1 1-1 15,-4 1-2-15,-3-1-3 0,-8 2 3 0,-2 0 2 16,-5 2-7-16,-4-1 3 0,-1 2 2 0,1 0-3 0,-6-3 4 16,3 3-4-16,-7 0 5 0,9 0-3 0,-7-2 3 15,-2 2-1-15,0 0-7 0,9 0-5 0,-9 0-11 16,0 0-8 0,0 0-12-16,5-3-8 0,-5 3-8 0,0 0-20 15,0 0-17-15,0 0-30 0,0 0-49 0,0 0-43 0,0 0-223 16,0 0-474-16,-6-12 210 0</inkml:trace>
  <inkml:trace contextRef="#ctx0" brushRef="#br0" timeOffset="75169.35">28295 3473 213 0,'0'0'234'0,"0"0"-15"0,0 0-16 16,0 0-15-16,0 0-26 0,2-5-17 0,-2 5-14 15,0 0-16-15,0 0-13 0,0 0-15 0,0 0-21 16,0 0-17-16,0 0-7 0,0 0-4 0,0 0-2 16,-1 14-7-16,0-9-2 0,-2 1-2 0,0 0-2 15,-2 2-3-15,0 2-1 0,-1 0-2 0,1 0-4 16,-2-1-9-16,-2 1-4 16,-2 0-8-16,3 1 4 0,-5 0-11 0,3-3-19 15,1 1-3-15,0-2-23 0,-1-1-23 0,-1 0-33 16,2-3-19-16,1 0-152 0,-4-2-308 0,7-1 136 15</inkml:trace>
  <inkml:trace contextRef="#ctx0" brushRef="#br0" timeOffset="75369.81">28164 3302 56 0,'0'-4'276'0,"0"4"-25"0,-2-6-20 0,2 6-18 16,0-4-27-16,0 4-22 0,0 0-17 0,0 0-32 0,2-6-39 0,-2 6-29 0,0 0-14 16,0 0-35-16,0 0-38 0,9 10-52 0,-8-6-60 31,3-1-100-31,0 3-272 0,1-5 120 0</inkml:trace>
  <inkml:trace contextRef="#ctx0" brushRef="#br0" timeOffset="77726.45">28992 3226 187 0,'0'-5'226'15,"2"1"-3"-15,-2 4-9 0,0-6-6 0,0 6-13 0,3-4-20 16,-3 4-13 0,0 0-23-16,0-5-13 0,0 5-13 0,0 0-18 15,0 0-27-15,0 0-19 0,0 0-5 16,0 0-5-16,0 14 2 0,0-4-10 0,-3 3-4 16,3 4-1-16,-4 4-2 0,0-2-1 0,-1 8-2 15,-2-3-5-15,2 1 0 0,-1-1-1 0,3-7 0 0,-1 4-3 16,-2-3-2-16,1-2 1 0,2 1 0 15,1-4-2-15,-1-1-1 0,1-2-3 0,0 0 4 0,0-3-4 0,-1-1 2 0,2-3 0 16,0 1 0-16,-1 1 16 0,2-5 23 0,2 5 26 16,-2-5 30-16,-2 3 20 0,2-3 30 15,0 0 18-15,0 0-14 0,0 0-17 0,0 0-14 0,12-17-11 16,-6 8-17-16,5-2-8 0,-1-6-6 0,4 1-12 16,1-4-9-16,2-1-6 0,2 2-13 0,-8 4 2 15,2 1-6 1,-4 1-6-16,0 2-3 0,-4 3-2 0,2 0-6 15,-5 4-7-15,5 1-1 0,-5-2-10 0,3 3-33 16,-1 0-30-16,-4 2 0 0,0 0 7 0,10 5 4 0,-6 2 7 16,0 3 7-16,0 0 0 0,2 6 6 0,-1 1 2 15,0 0-2-15,1 0 8 0,-1 0-4 16,0 0 6-16,0-2 0 0,-1 1 7 0,-2-4 0 16,1-2 6-16,-1 1-3 0,1-2 3 0,-2-1-1 0,2-4-16 0,-2 1-2 15,0-1 9-15,2 1-2 0,-2-2-1 0,-1 1 3 16,0-4 3-16,3 2 2 0,-3-2 7 0,0 0-2 15,0 0 4-15,1 4 10 0,-1-4-25 0,0 0-4 16,0 0-20-16,0 0-61 0,0 0-53 0,0 0-38 16,0 0-18-16,0 0-38 0,0 0-235 0,-6-11-522 15,6 11 232-15</inkml:trace>
  <inkml:trace contextRef="#ctx0" brushRef="#br0" timeOffset="78073.17">29664 3326 266 0,'0'-3'347'16,"0"-1"-14"-16,0 4-17 0,0-6-38 0,0 6-28 15,0 0-25-15,2-4-30 0,-2 4-19 0,0 0-26 16,0 0-32-16,0 0-24 0,0 0-9 15,0 0-11-15,2 11 2 0,-2-4-16 0,2 1-12 0,-2 4 1 0,2 0-5 16,-2-1-6-16,0 0 0 0,5 3-3 0,-8-3-3 16,6 0 5-16,-3-1-11 0,0 2-7 0,0-2-2 15,1 0 0-15,-1-2 1 0,-1 0-2 0,1-3-2 16,0 0-11-16,0 1-4 0,0-4-15 16,0-2-1-16,-5 6 0 0,5-6 0 0,0 4 2 0,0-4-6 15,-2 3-2 1,2-3-5-16,0 0-14 0,-11-1-29 0,11 1-37 15,-11-7-34-15,4 2-53 0,0-5-46 0,-4-2-183 16,5-3-458-16,-1-2 202 0</inkml:trace>
  <inkml:trace contextRef="#ctx0" brushRef="#br0" timeOffset="78226.78">29672 3120 205 0,'2'-6'270'0,"-2"2"-7"0,0 4-22 0,4-4-19 16,-4 2-24-16,0 2-22 0,0 0-21 0,4-5-9 15,-4 5-26-15,0 0-42 0,0-3-34 0,0 3-37 16,0 0-10-16,0 0-19 0,0 0-31 0,0 0-30 16,9 8-31-16,-5-6-19 0,-3 2-154 0,2-1-310 15,-2 2 138-15</inkml:trace>
  <inkml:trace contextRef="#ctx0" brushRef="#br0" timeOffset="78661.17">30034 3165 25 0,'0'0'288'16,"0"0"-24"-16,5-2-22 0,-5 2-24 0,0 0-25 15,0 0-17-15,0 0-18 0,0 0-20 0,0 0-23 16,0 0-18-16,0 0-14 0,0 0-8 0,0 0-9 15,-9 14-12-15,2-9 1 0,0 1-7 0,-5 3-2 0,3-1-6 0,0-1-6 16,-2 2 1-16,3-1-7 0,-2 5-2 16,-3-1-3-16,7-3 1 0,-1 3-6 0,5-2 3 15,-5 1-4-15,6-1-6 0,-3 0 3 0,4 0-1 16,-2-1 2-16,4 0-4 0,0 0 0 0,4 0-1 0,-1-1 0 16,4 1-4-16,1-1 4 0,-1 0-2 0,3-4-1 15,3 7 0 1,0-4 0-16,1 1-3 0,-6-1 4 0,3-1-4 15,-4-1 2-15,0 1-5 0,-3 0-1 0,0-2 0 16,-1 0-3-16,-1-1-4 0,1 2-2 0,-3-1-3 16,-2-1 2-16,-3 2 3 0,-1-1-1 0,-5 1 1 15,-2-2 1-15,-2 2 4 0,-5 0-3 0,2 1-3 16,-2-3-6-16,2 0-7 0,2 1-12 0,-5 1-20 16,6-4-12-16,1 0-24 0,0 1-28 0,-1-2-15 0,6 0-34 0,0 0-167 15,2-2-361-15,5 2 160 0</inkml:trace>
  <inkml:trace contextRef="#ctx0" brushRef="#br0" timeOffset="79145.12">30527 3352 155 0,'-6'1'216'16,"6"-1"-19"-16,0 0-10 0,0 0-21 0,0 0-12 15,0 0-12-15,0 0-17 0,0 0-8 0,0 0-14 16,0 0-13-16,0 0-4 0,0 0-12 0,21-6-7 15,-12 4-9-15,4-1-4 0,1-2-4 0,-3 1-2 0,6-2-8 16,1 0-4-16,-1-2-5 0,-1 1-3 0,1-2-2 16,-2 0 2-16,2-2 7 0,-3 2 4 0,2 0-3 15,-3-6-1-15,0 8 2 0,-3-4 6 0,-3 2 6 16,0 0 5-16,-2 1-1 0,3 2 2 0,-4-1 4 0,-2 2-11 16,1-1-4-16,-2 1-9 0,-1 2-7 0,0 3-10 15,-5-8-8 1,0 7 0-16,-5-2-2 0,-2 3 1 0,-2 3-5 15,-4 0 8-15,-1 0-11 0,1 5 3 0,-2 1-9 16,1 0 4-16,2 0-1 0,1 3 2 0,1 0-1 16,0 1-4-16,5 0 6 0,-2 0-2 0,2 1 1 15,6-2-3-15,0 1-3 0,4 2-2 0,3-2 3 16,2 1-8-16,5-1-16 0,3-3-18 0,3 2-41 16,3-2-47-16,2-4-56 0,5-1-221 0,2 0-444 0,-7-4 197 0</inkml:trace>
  <inkml:trace contextRef="#ctx0" brushRef="#br0" timeOffset="79562.09">30984 3183 142 0,'0'-3'327'15,"0"3"-22"-15,0-7-18 0,0 7-24 0,2-4-16 16,-2 4-36-16,0-4-24 0,0 4-21 0,0 0-18 15,0 0-16-15,0 0-21 0,0 0-13 0,0 0-9 0,0 0-11 0,0 0-12 0,9 10-4 16,-7-3-4-16,3-1 27 0,-2 4-20 16,3-1 1-16,-2 4-4 0,0-2-9 0,-2 4 1 15,2 2-18-15,1-3 16 16,-1 1-14-16,0-2-1 0,1 2-3 0,-2-5-6 16,-1 1 0-16,1-5-6 0,-1-1-2 0,0 2-4 15,-2-3 5-15,1 0-7 0,-1-1 0 0,1 2 6 16,-1-5 24-16,0 4 25 0,0-4 33 0,0 3 29 15,0-3 21-15,0 0 18 0,0 0 22 0,0 0 9 0,0 0-10 0,0 0-24 0,0 0-18 16,9-16-16-16,-4 7-11 0,0-1-24 0,0-3-1 16,2-2-14-16,1 0-20 0,2-2-11 0,-3-2-7 15,4 4-6-15,-6-1-9 0,2 1-6 0,2 0-13 16,-5 5-20-16,3-2-16 0,-1 3-7 0,-2-1-18 16,0 4-15-1,-2 1-23-15,3-2-29 0,-5 3-27 0,4-1-44 16,-1 3-54-16,-1-1-50 0,4 1-36 0,0 0-32 0,0 2-28 15,-1-3-243-15,-5 3-681 0,13 3 302 0</inkml:trace>
  <inkml:trace contextRef="#ctx0" brushRef="#br0" timeOffset="80281.14">31305 3225 116 0,'0'0'239'0,"0"0"-10"0,0 0-15 0,0 0-13 16,0 0-22-16,0 0-14 0,0 0-19 0,0 0-10 15,0 0-12 1,0 0-14-16,14 1-13 0,-4-1-7 0,4 0-13 0,-2-1-7 16,5-3-10-16,2 0-5 0,-5 3-6 0,-1-3-5 15,8-1-6-15,-7-2-2 0,0 4-4 0,2-6-3 16,-4 4-3-16,-1-2-4 0,-1 0 0 0,1 0 2 15,-2-1 16-15,0 0 10 0,-2 1 1 0,-2 2 3 16,0 1-9-16,-3-3 8 0,1 2 5 0,-2 1-8 16,1 0-5-16,-1 0-8 0,-1 4-14 0,-4-6 8 0,1 2-13 15,-4 4 1-15,-2-2-6 0,-3 1 4 0,2 0-6 16,-3 2-1-16,0 2-2 0,1 0 3 0,-5 1-3 16,-1 3-2-16,4 1 0 0,-1 1 0 0,3 1-4 15,0-3 2-15,5 1-18 0,0 3-7 0,1-1 2 16,3 1 5-16,1 2-3 0,2-2 2 0,3 1 1 0,3-2-1 15,-1 2 1-15,8 0-1 0,-3-3-1 0,8 0-5 0,-4-4 3 16,2 2-3-16,0-3 4 0,3-3 2 0,-4 2-3 16,4-6 7-16,-4 2-2 0,3-5 6 0,-1 1 11 15,-5 0 8-15,4-4 13 0,-2-1 13 0,-2-2 24 16,2-1 7-16,-5-1-10 0,4 0 2 0,0 1 3 16,-4 1 18-16,-3 2 9 0,1 1 18 0,-1 2 11 15,-2 0-5-15,-2 4 4 16,2-2-10-16,-1 2-9 0,0-1-11 0,-2 2-12 15,-1 2-11-15,2-4-4 0,-2 4-16 16,4-3-11-16,-4 3-28 0,0 0-25 0,0 0-28 16,0 0 4-16,0 0 8 0,3 12 12 0,-1-5-5 0,-1 3 4 15,-1 2 5-15,2 2-6 0,-1 1 12 0,0 2-6 16,1-5 2-16,-1 1-5 0,0-1 1 0,-1-1 6 16,1-5-7-16,-1 1 6 0,0-1-3 0,3-1 13 0,-3-1 2 15,0 0 14-15,1-1 29 0,-1-3 21 0,5 1-4 16,-5-1-10-16,13-7-6 0,-3 2-3 0,-1 0-1 15,1-4-6-15,1 4-2 0,-2-3-6 0,2 1 0 16,-2 1 2-16,-2 0-7 0,-1 3 3 0,-1 0 0 16,1 0-10-16,-2 1-1 0,0-1-12 0,-4 3-13 15,8 0-8-15,-3 5-10 16,1 2-14-16,3 3-19 0,-1 4-30 0,0 1-40 16,-2 4-40-16,-1 0-59 0,0 5-76 0,-1-6-290 0,-4-2-649 15,0-2 288-15</inkml:trace>
  <inkml:trace contextRef="#ctx0" brushRef="#br0" timeOffset="82768.78">26192 4828 19 0,'0'0'171'0,"0"-4"-10"0,0 4-4 0,0-3-7 15,0 3 0-15,2-9-3 0,-2 6 2 0,2-1-3 16,-2 0-3-16,0-2-4 0,2 2 0 0,0-1 3 15,-1 1-9-15,2 0-7 16,-2-1-8-16,1 1 6 0,0-2 4 16,-1 4 1-16,3-2-3 0,-4 4-8 0,4-5-5 0,-3 3-15 15,-1 2-10-15,0 0-13 0,0 0-10 0,0-5-8 16,0 5-5-16,0 0-24 0,0 0-6 0,0 0 0 16,4 11-3-16,-4-4-3 0,-2 4-3 15,0 5 2-15,2 1-6 0,-1 2 1 0,-3 2 1 0,-1 4-2 16,3 1 1-16,-1-8-6 0,0 2 4 0,2-2-3 0,-3 2 2 15,4-3-3-15,-2-1 1 0,0-3 6 0,1-1-4 16,1-3-1-16,-2 0-4 0,0-3 4 0,2-1 10 16,0 0-12-16,-2-2 20 0,2-3 33 0,-2 5 42 0,2-5 33 15,0 0 20-15,0 0-16 0,0 0-19 16,8-13-12-16,-3 5-12 0,0-3-14 0,4-2-6 16,2-3-6-16,0-2-7 15,-2 2-7-15,4 0 1 0,-3 2-15 0,-2 5 3 16,-1-1-8-16,0 3-6 0,-1 0-2 0,-3 2-12 0,1 2 6 15,-1-2-11-15,1 3-15 0,-3 0-32 0,-1 2-43 16,0 0 16-16,0 0 4 0,13 8 6 0,-10-4 2 16,2 5-8-16,0 1-4 0,3 2-16 0,-5 0-14 15,1-2-20-15,3 1-17 0,1 5-27 0,0-3-30 16,-3-2-32-16,3-2-46 0,1 1-73 0,-3-3-171 0,2 1-552 16,1-4 244-16</inkml:trace>
  <inkml:trace contextRef="#ctx0" brushRef="#br0" timeOffset="83416.22">26659 4936 165 0,'0'0'227'0,"0"0"-17"16,0 0-13-16,0 0-17 0,0 0-12 0,0 0-15 15,0 0-13 1,0 0-15-16,0 0-10 0,0 0-11 0,0 0-11 0,0 0-2 16,0 0-4-16,0 0 0 0,0 0-1 15,0 0-2-15,0 0-4 0,0 0-4 0,0 0-3 16,0 0-6-16,0 0-3 0,0 0-5 0,0 0-2 16,0 0-8-16,0 0-8 0,0 0 0 0,0 0-2 15,0 0 1-15,0 0-3 0,0 0-3 0,0 0 2 0,0 0-2 16,0 0-6-16,0 0-1 0,0 0-7 0,0 0 0 0,0 0-2 15,0 0-1-15,0 0-6 0,0 0 6 0,0 0-6 16,0 0-2-16,0 0 1 0,0 0 1 0,0 0-2 16,0 0 5-16,0 0 3 0,0 0 3 0,0 0-5 15,0 0 5-15,0 0 1 0,0 0 3 0,0 0-3 16,0 0-4-16,0 0 0 0,0 0 0 0,0 0 0 16,0 0 0-16,0 0-2 15,0 0 0-15,0 0-3 0,0 0-3 0,0 0-2 16,0 0 1-16,0 0 1 0,0 0-3 0,0 0-3 15,0 0 0-15,0 0 11 0,0 0-11 0,0 0 3 16,0 0-1-16,0 0-5 0,0 0 2 0,0 0-1 16,0 0-2-16,0 0 0 0,0 0 5 0,0 0-3 15,0 0-5-15,0 0 3 0,0 0 3 0,0 0 0 16,0 0-1-16,0 0 2 0,0 0 2 0,0 0 2 0,0 0-3 0,0 0-3 16,0 0 1-16,0 0-1 0,0 0-1 0,0 0 0 15,0 0 2-15,0 0 2 0,0 0-5 16,0 0 2-16,0 0 2 0,14-3-1 0,-4 2 3 15,8-1-5-15,0 0 7 0,4 2-2 0,-2-3-2 0,1 2-1 16,9-2-3-16,-11 2-1 0,-1 1 1 16,1-1 2-16,-5 1 0 0,-1-1 2 0,-1-1 6 0,-2 2-14 0,-2 0-20 15,-2 0-12-15,2 0-4 0,-8 0-7 0,10-3-7 16,-10 3-8-16,6 0-18 0,-6 0-9 0,0 0-38 16,4-2-49-16,-4 2-38 0,0 0-31 0,-4-7-181 15,4 7-462-15,-5-3 204 0</inkml:trace>
  <inkml:trace contextRef="#ctx0" brushRef="#br0" timeOffset="83670.67">27111 4736 127 0,'0'0'348'0,"0"-4"-13"0,0 4-11 0,0-5-13 0,0 5-24 15,0-4-24-15,0 4-35 0,0-3-24 0,0 3-30 16,0 0-20 0,0 0-18-16,0 0-37 0,0 0-10 0,0 14-12 15,0-5-6-15,0 4-7 0,0 5-7 16,0 0-1-16,0 8-6 0,3-2-2 0,-3 4-8 0,1-3-3 0,-1-1-1 16,0-5-4-16,4 0-33 0,-3 0-36 0,3-2-39 15,-4 4-49-15,1-1-54 0,-1-4-74 0,-5-5-243 16,4 2-538-16,1-8 238 0</inkml:trace>
  <inkml:trace contextRef="#ctx0" brushRef="#br0" timeOffset="84635.48">26185 5308 2 0,'-8'-1'213'0,"2"1"-6"0,6 0-13 0,-9-2-7 16,9 2-10-16,-7 0-9 0,7 0-22 0,-7 2-10 16,7-2-15-16,0 0-11 0,0 0-16 0,0 0-4 15,0 0-9-15,0 0-7 0,-9 1-11 16,9-1-6-16,0 0 0 0,0 0 3 0,0 0 0 0,0 0 4 16,0 0 2-1,0 0-2-15,0 0 1 0,0 0 2 0,0 0-2 16,-4 0-1-16,4 0-3 0,0 0 2 0,0 0-4 15,0 0-7-15,0 0-1 0,0 0 2 0,0 0-5 0,0 0 0 16,0 0-12-16,0 0 0 0,0 0-1 16,0 0-1-16,0 0-10 0,0 0 2 0,0 0-6 15,0 0-2-15,0 0-2 0,0 0 0 0,0 0-4 16,0 0 2-16,0 0-3 0,0 0 0 0,18-3-3 0,-18 3 1 0,9-1-3 16,-3 1 3-16,-6 0 9 0,5-1-17 0,-5 1 2 15,0 0 0-15,8 0 3 0,-8 0-4 0,6 1 0 16,-6-1 1-16,0 0 0 0,0 0-2 0,5 1 0 0,-5-1 3 15,0 0 2-15,0 0-5 0,0 0 1 16,0 0-4-16,0 0 3 0,0 0 0 0,0 0-4 16,0 0 14-16,8-2-10 15,-8 2 1-15,0 0-2 0,0 0-2 0,0 0 2 16,0 0-3-16,0 0 5 0,0 0-2 0,0 0-2 16,0 0-1-16,0 0 1 0,0 0-1 0,0 0 3 15,0 0-1-15,0 0-1 0,0 0 2 0,0 0 1 16,0 0 3-16,0 0-2 0,0 0-4 0,0 0 1 15,0 0 3-15,0 0-2 0,0 0-4 0,0 0 4 16,0 0 14-16,0 0-17 0,0 0 5 0,0 0-1 0,0 0 2 0,9 0-5 16,3-1 1-16,0-1 3 0,11-1-4 0,-1 1-3 15,10-2 5-15,2 1 2 0,6 0-4 0,15-2 4 16,-1 1-2-16,4-1 1 0,4-2-3 0,4 2 1 16,2 0 9-16,-3-2 2 0,-2 2 0 0,0 3 5 15,-7-5 0-15,-16 5-8 0,0-1 2 0,-4 0 4 16,-4 1-3-16,-4 0-3 0,-9 1 4 0,-6 1-6 0,0-1 4 0,-2 1 8 15,-4 0-10-15,-1-1-3 0,-6 1 5 0,10-2-7 16,-10 2-7-16,9 2-12 0,-9-2-11 0,5-2-34 16,-5 2-25-16,0 0-13 0,0 0-20 0,0 0-35 15,-21 7-56-15,10-5-285 0,-12 1-537 0,4 1 238 32</inkml:trace>
  <inkml:trace contextRef="#ctx0" brushRef="#br0" timeOffset="85189.24">26692 5441 92 0,'0'0'214'0,"0"0"-21"0,0 0-19 16,0 0-15-16,0 0-10 15,0 0-15-15,0 0-10 0,19 5-10 0,-15-4-10 16,5 2-11-16,0 0-16 0,-3 1-6 0,5-1-9 16,-5 5-6-16,2-2-8 0,-2-1 0 0,-1 5-9 15,-1 0-6-15,-1 2 2 0,-3 0-5 0,-2 5-4 16,-3 0-3-16,-1 1 5 0,-7 4-7 0,-1 2 2 15,-3-3 3-15,5-6-1 0,-9 3 4 0,8-5 2 16,-2-1 2-16,2-1 2 0,0-1 4 0,3-2 5 0,1-3-6 16,0 2 1-16,-1-2-7 0,6-1 0 0,-1 0-3 0,1 0 4 15,0-3-3-15,2 0 9 0,2-1 12 0,-5 5 13 16,5-5 8-16,0 0-5 0,-4 5 1 16,2-4 0-16,2-1 0 0,0 0-4 0,0 0 1 15,0 0-14-15,0 0-4 0,17-4-3 0,-5 1-4 0,8-1-7 16,1 2 0-1,9-6-2-15,2 3 0 0,3 1-6 0,-1-3 1 16,2 3-4-16,3-2-1 0,0 3-5 0,-6 1-1 16,0-1-3-16,-3 4 0 0,-1-3-3 0,-9 2-1 15,1 0-2-15,-4 1-1 0,-6-2-2 0,-2 1 13 16,0 0-14-16,-4 0 4 0,-5 0 0 0,12 1-4 16,-12-1 5-16,6-1 2 0,-6 1-5 0,8 0 4 15,-8 0 0-15,0 0-2 0,6-1-7 0,-6 1-4 0,0 0-10 0,0 0-16 16,3-3-22-16,-3 3-22 0,0 0-30 0,0 0-36 15,0 0-28-15,4-2-46 0,-4 2-293 0,0 0-550 16,0-6 243-16</inkml:trace>
  <inkml:trace contextRef="#ctx0" brushRef="#br0" timeOffset="88113.7">28881 4821 72 0,'0'-3'246'0,"0"3"-9"0,0-9-12 0,0 4-14 16,-1 2-14-16,2-2-5 0,-1 1-9 0,0 4-9 15,0-5-14-15,0 5-13 0,0 0-14 0,0 0-17 16,0-7-13-16,0 7-12 16,4-2-13-16,-4 2-14 0,0 0-19 0,0 0-19 15,0 0-3-15,0 0-1 0,-5 14-4 0,2-2 2 16,2 2-7-16,-3 3 20 0,0 3-7 0,2-1 2 15,-5 8-3-15,3 0-1 0,-2-2-4 0,2 0-3 16,-1 0 0-16,1-6-2 0,0-1-1 0,3 0-5 16,-1-1 0-16,0 0 1 0,2-5 1 0,-1-3-2 15,-3-1-3-15,4-3 4 0,0 3 1 0,0-4 10 0,-1 0 18 0,2 1 20 16,-1-5 40-16,0 5 34 0,0-5 17 0,0 3 32 16,0-3 11-16,0 0-23 0,0 0-21 0,10-14-13 15,-2 3-14-15,1-1-18 0,5-3-7 0,0 0-10 16,4-7-11-16,-2-3-5 0,4 1-16 0,-1-2-2 15,0 2-15-15,0-1-1 0,-1 2-3 0,-4 8-7 16,-5 2 5-16,1 4-8 16,-2 1-6-16,-3 2-7 0,-1 2-2 0,1 0 7 15,-1 0-44-15,0 3-20 0,-4 1-13 0,6 0 2 16,-6 0 5-16,9 8 6 0,-4 0 0 0,3 3 24 16,-2-1-11-16,2 5 1 0,0 2 4 0,2-3-13 15,-1 2 8-15,-1 1 12 0,1 0 8 0,-1-3 2 16,0 1 2-16,-1-1 6 0,-4-4 2 0,4 0-13 15,-2-2-27-15,0 2-3 0,-1-4-14 0,0-1-4 0,-1 2-17 0,1-3-9 16,-4 0-1-16,5 0-8 0,-3-1-4 16,0-1-5-16,-1 1-5 0,-1-3-5 0,4 2-4 0,-4-2-15 15,0 0-30-15,0 0-58 0,0 0-281 0,0 0-547 16,0 0 242-16</inkml:trace>
  <inkml:trace contextRef="#ctx0" brushRef="#br0" timeOffset="88530.3">29929 4821 364 0,'-3'-4'358'0,"3"-2"-11"16,0 2-1-16,0 4-7 0,0-6-18 0,-1 1-29 16,1 5-31-16,0-4-25 0,0 4-32 0,0 0-23 15,-3-5-17-15,3 5-22 0,0 0-18 0,0 0-27 0,0 0-36 0,0 0-17 16,0 0 8-16,0 0-25 0,0 14-5 0,0-8 7 16,0 5-6-16,-1-1-5 0,1 1 0 0,-2 3 3 15,2-2-6-15,-2 1 1 0,6 3-2 0,-8-4-4 16,4-2 0-16,0 2 0 0,0-3-5 0,-2 0 6 15,4-1-1-15,-4 0 10 0,4-1-23 0,-4-2 12 16,-1-1 2 0,6 2-14-16,-6-2-3 0,3-4-5 0,0 3 0 15,0-3-4-15,0 0-6 0,3 7-5 0,-3-7-11 0,0 0-3 16,0 0-10-16,0 0-37 0,0 0-49 0,-17-7-61 16,8 2-57-16,0-2-71 0,0-1-177 15,0-2-543-15,3-6 239 0</inkml:trace>
  <inkml:trace contextRef="#ctx0" brushRef="#br0" timeOffset="88683.95">29836 4616 188 0,'0'-10'330'0,"0"0"-6"0,1 0-6 15,-2 3-3-15,-1 0-1 0,4 2-14 0,-2-2-21 0,-2 2-48 16,4 2-11-16,-2-1-24 0,0 4-29 0,0-5-38 16,0 5-64-16,3-5-18 0,-3 5-44 0,0 0-32 15,0 0-23 1,7 0-28-16,-7 0-32 0,11 4-26 0,-6 0-36 15,0 0-37-15,1 1-228 0,1-2-475 0,0 6 211 16</inkml:trace>
  <inkml:trace contextRef="#ctx0" brushRef="#br0" timeOffset="89168.9">30326 4659 84 0,'5'0'351'0,"-5"0"-30"15,0 0-27-15,0 0-26 0,0 0-29 0,0 0-25 0,0 0-25 0,0 0-21 16,8 0-14-16,-8 0-20 0,0 0-26 0,0 0-27 16,0 0-18-16,0 0-11 0,0 5-2 0,0-5-7 15,-5 7-6-15,-3-3-1 0,4 1-5 0,-5 3-3 16,1-1-5-16,1 1-1 0,-3-3-1 0,3 4-3 31,-1-2-1-31,0 3-3 0,3-3 0 0,1 2-2 0,0 0-4 16,-1 1 1-16,3-1-1 0,0-3-2 0,1 1 2 0,1 2 0 15,0-2 1-15,1 2-1 0,2-1-3 0,2 1 1 16,0-3 0-16,0 5 1 0,1-4-1 0,2 3-2 16,2-2-4-16,-1 1 6 0,-2-1 2 0,3 1-9 15,-4-1 3-15,1 2-3 0,-1-1 1 0,-2-4 5 16,-1 3-10-16,-1-2-4 0,-1 1 0 0,3 0 2 15,-8 0 2-15,3-1 2 0,-3-1 3 0,-5 4 0 0,0-2 2 16,-1 0 0-16,-3-3-1 0,-3 4 0 0,0-2 4 16,-1-2-3-16,0 1-3 0,-1 0 3 0,1 0 6 0,3-3-5 15,3 2-1-15,-2-1-1 0,5-2 4 16,3 1-7-16,0-1-13 0,5-1-19 0,-10 1-19 16,10-1-42-16,-8 0-69 0,8 0-85 0,0 0-182 15,0 0-468-15,14-13 208 16</inkml:trace>
  <inkml:trace contextRef="#ctx0" brushRef="#br0" timeOffset="89700.71">30894 4753 87 0,'0'-4'278'0,"0"4"-13"0,0 0-20 0,1-6-17 0,-1 6-22 16,0 0-22-16,0-4-19 0,0 4-21 0,0 0-9 16,0 0-23-16,0 0-11 0,0 0-13 31,0 0-8-31,0 0-11 0,0 0-7 0,-21 7-8 15,15-3-5-15,-4 2-5 0,-2-1-5 0,2 3-5 0,-1 1-4 16,-1 3-4-16,-1-1-3 0,-1 0-3 0,7-2 0 16,-2 8-3-16,-3-5-3 0,4 0-1 0,3-3-2 0,0 4 2 15,3-3 0-15,-5 0-5 0,6-1 4 0,1 1-1 16,0-1 2-16,3-1 0 0,0-2-4 0,-1 1 7 16,1-1 3-16,5-2 3 0,1 4 9 0,1-8 3 15,4 3 4-15,4-3-4 0,0 0-15 0,0 0 11 16,-1 0 4-16,-3-3 5 0,2-1 12 0,-2-2 1 15,3-1 8-15,-4-1 9 0,-2 2 0 0,1-6-9 0,-5 0 4 0,1 2-7 16,1-5-4-16,-3 2-4 0,-2 2-5 16,1-6-7-16,-2 5-6 0,-3-5 2 0,-3 5-6 0,0-2 2 15,-1 1-8-15,1 2-7 0,-6 1-8 0,4 2-8 16,-4 1-2-16,-1 0-10 0,0 3-14 0,-2-2-12 16,2 1-15-16,-1 4-18 0,0 1-18 0,0 1-22 15,1 2-19 1,-1-1-21-16,-1 3-25 0,3 1-23 0,2 0-6 15,3 2-28-15,1 4-191 0,0-3-460 0,8 0 203 16</inkml:trace>
  <inkml:trace contextRef="#ctx0" brushRef="#br0" timeOffset="90316.98">31466 4831 26 0,'-4'-6'255'0,"3"2"-13"0,-3 0-19 0,3-1-17 15,-3 0-21 1,0 2-19-16,-1 0-20 0,0-1-14 0,-3 3-13 0,-1 0-12 16,0 1-7-16,-5 0-17 0,2 2-4 0,-2 2-12 15,-2 2-6-15,0 1-5 0,1 0-7 0,0 3-6 16,0-3-6-16,0 1-6 0,6 1 0 0,-2 0-4 15,5 0-7-15,-3 0 3 0,1-1-3 16,3 1-3-16,1 0-2 0,0-1-2 0,3 1 3 0,-4-2-2 16,5-1-2-16,4 1-1 0,-3-1 0 0,3-3 0 0,0 0 2 15,0 1 1-15,1-3 8 0,3 1 4 0,-1 1 12 16,5-6 6-16,-1 1 10 0,2-1 13 0,0-2 8 16,-2-2 4-16,2-2 0 0,0-1 5 0,-3 0 1 15,3-4 2-15,0-3-1 0,-2 1-11 0,-2-2-12 16,6-5-3-16,-9-6-8 0,3 3-5 0,3-3-5 15,-3 0-3-15,-1-3-3 0,-2-1 7 0,-1 4 20 0,0 2 23 0,2 3 15 16,-6 7 6-16,-1 0-4 0,0 3-8 0,0 6 15 16,0 1 2-16,3-1 1 0,-3 3-11 0,0-2-7 15,0 3-11-15,0 1-10 0,1-1-10 0,-1 4-10 16,1-5-26-16,-1 5-32 0,0 0-28 0,0 0-42 16,-1-6-38-16,1 6-13 0,0 0 10 0,0 0 14 15,-4 16 11 1,0-4 6-16,2 5 12 0,0 1 11 0,0 2 0 15,-6 5 6-15,7 1 8 0,-3-7 7 0,4 6 1 16,0-4 6-16,0 1 5 0,0 5 2 0,0-8 1 16,-1 6 5-16,2-6-1 0,-1 3 14 0,-4-5-14 15,4 1-4-15,3-3-7 0,-3 3-12 0,0-5-1 0,0-2-12 16,1 1 0-16,2 0-3 0,-1 0-10 0,3-2 4 16,-1-1-11-16,4 1-6 0,-2 0-10 0,4-3-8 0,2 2-20 15,1-4-17-15,5 0-16 0,1 2-27 0,1-2-9 16,1-4-36-16,0 0-148 0,7-1-405 0,-6-1 179 15</inkml:trace>
  <inkml:trace contextRef="#ctx0" brushRef="#br0" timeOffset="90855.11">31948 4941 124 0,'15'-9'181'15,"-5"2"8"-15,2 0 2 16,-3 0-4-16,-3 0 5 0,2 1-6 0,-3-1 5 16,-1 1-4-16,0 1-11 0,-2-2-12 0,-1 1-10 15,1-1-10-15,-2 2-16 0,0 0-16 0,-3 0-11 16,1-1-14-16,-4 2-14 0,-4 0-9 0,-1-2-9 15,-6 5-4-15,-1-2-9 0,-1 3-8 0,1 0-1 16,-2 0-6-16,-2 3-1 0,4-1-6 0,-1 3-4 16,-1 2-5-16,3-3-13 0,-1 4-1 0,7-3-3 0,-1 2-10 15,2-2-2-15,2 3 0 0,0 1-11 0,0-2 1 16,4 0 1-16,1-2 0 0,1 1 0 0,2 1 8 0,0-2 2 16,1-1 4-16,3 3 2 0,0-3 4 0,3-2-2 15,3 2 7-15,3-4 6 0,0 0 5 16,0-1 3-16,1-3 5 0,3-3 12 0,0 2 15 15,-4-2 5-15,2-4 3 0,-2 0 7 0,-1-1 11 0,-1-5 6 0,1 0-11 16,-1-8-3-16,-2 1-7 0,4 1-1 0,-4-9-5 16,-3 3-4-16,1-2 0 0,-1-17-7 0,-1 13 3 15,-1 0 12-15,-3 5 18 0,-1-2 12 0,1 4 10 16,-1 3-19-16,0 6 11 0,-1 2-4 0,0 5 19 16,1 2 3-16,-2 3-6 0,2-1-10 0,-2 2-6 15,2 0-14-15,0 2-8 16,0 1-38-16,0 3-50 0,0-9-39 0,0 9-50 15,0 0 4-15,0 0 16 0,-6 14 9 0,2-2 10 16,-1 5 16-16,-2 12-3 0,0 1 5 0,0 1 12 16,4 5 4-16,-4-2 4 0,3-2 6 0,2 1 0 15,2-2 9-15,1 3-4 0,0-4 5 0,-1-4 8 16,2 2 0-16,0-7 3 0,1-4 4 0,-1 1-3 16,0-4 1-16,0-1 7 0,1-2-5 0,-3-4 10 0,1 0-5 15,2 0 0-15,-3-4 0 0,1 4 3 0,-1-3-2 0,2-1 5 16,-2-3 4-16,2 6-3 0,-1-4-3 0,-1-2 9 15,0 0 1 1,1 4-2-16,-1-4 5 0,0 0-1 0,0 0 1 16,0 0-8-16,7 0-19 0,-7 0-36 0,16-2-51 15,-2-1-55-15,7-2-79 0,-3-2-300 0,3 0-581 0,7-1 256 16</inkml:trace>
  <inkml:trace contextRef="#ctx0" brushRef="#br0" timeOffset="91149.37">32449 4852 77 0,'0'0'389'15,"0"0"-36"-15,2 3-41 0,-2-3-29 0,0 0-42 16,0 0-64-16,0 0-90 0,0 0-123 0,0 0-279 16,0 0-339-16,9-5 150 0</inkml:trace>
  <inkml:trace contextRef="#ctx0" brushRef="#br0" timeOffset="157540.79">4952 8315 101 0,'0'0'169'0,"3"-5"-6"15,-3 5-7-15,0-4-6 0,0 4-9 0,4-5-2 16,-4 5-7-16,0-3-4 0,0 3-5 0,0 0-8 0,5-2-14 15,-5 2-9-15,0 0-9 0,0 0-12 0,0 0-6 16,0 0-9-16,-14-2-4 0,2 6-9 0,-3 1-7 16,-3 2-1-1,-2 1-4-15,-7 9-4 0,0 1-1 0,-1 8-7 0,-8 10-4 16,-1-2-1-16,1 4-9 0,4 4 2 0,-2 1-5 16,2 0 4-16,6 3-1 0,1-2-2 15,3-2-1-15,9-9-1 0,1 1-1 0,5-5 3 16,-2 2 2-16,6-4 2 0,2-1 1 0,1-1 5 0,4 1-3 15,2-7 1-15,1-3 3 0,3 1 2 0,4-3-3 16,4 5 5-16,0-9 8 0,1-1 5 0,0-1 4 0,11-1 0 16,-1-3 4-16,-7-2 4 0,5-1 5 0,-6 1 5 15,0-2 7-15,-2-4 11 0,-5 3 11 0,-1-1 9 0,0-3 8 16,-2 1 8-16,-1-1 2 0,-5 0-7 16,2-2 0-16,-2 2-11 0,-1-2-8 0,-2 0-6 15,-2-3-14-15,-1 4-6 0,-3-6-9 0,-1 5-7 16,-3-2-8-16,-1 1-9 0,-2-1-4 0,-4-1-6 0,1 5 1 0,-3-4-13 15,2 4-1-15,3-1 6 0,-2 1-1 0,4 1 1 16,0 2-3-16,3-1-1 0,0 1 1 0,0 0 3 16,3 1-28-16,1-2-5 0,3 3-14 0,-7-1 4 15,7 1 1-15,-5-3 0 0,5 3-6 0,0 0 2 16,10-5 2-16,-2 3 2 0,5-3 0 0,2 0 6 16,5 0-2-16,2-1-6 15,0 1 3-15,9-2 1 0,-1 1 3 0,1 0 0 16,1 0 4-16,-1-3 0 0,-2 2 5 0,-1 1 1 15,-5 0 3-15,-1 3 1 0,-2 0 0 0,-2-2 2 16,-1 3 4-16,-6 0-1 0,-3-1 1 0,0 3 0 16,-1-2 0-16,-3 2 0 0,1-1 1 0,-5 1-2 15,9-1-1-15,-9 1 11 0,0 0-13 0,5-3 1 16,-5 3 0-16,0 0 2 0,0 0 1 0,-13 11 10 0,6-5-8 0,-5 0-3 16,1 0 2-16,-4 4 2 0,2-1 8 0,-3 1-10 15,2 0 2-15,0 0-1 0,0 1-1 0,0-1 4 16,0 2-3-16,4 3 2 0,2-8 2 0,-2 5 0 15,2 0 1-15,3-3-3 0,0 2 1 16,2-1 0-16,1 1 2 0,2-4 2 0,0 3 1 0,5-3 2 16,0 3 1-1,3-4 5-15,7 3 2 0,3-2 4 0,1-1 4 16,8 0-1-16,5-1 2 0,0-3 6 0,2 3-6 16,2-2-1-16,0-1-3 0,0 1-1 0,-3-1 2 15,-2-4-8-15,-2 2 7 0,-10 2-3 0,-1-1-1 0,-5-1-3 16,-4 0-1-16,1 0 10 0,-1 1 21 15,-4-1-2-15,-5 0 7 0,9 3 14 0,-4-3 10 16,-5 0 0-16,0 0 7 0,9 0-2 0,-9 0-9 0,0 0-2 0,0 0-11 16,0 0-1-16,0 0-6 0,7-3-4 0,-7 3-7 15,0 0-7-15,0 0-13 0,0 0-19 0,0 0-14 0,0 0-15 16,0 0-17-16,5 4-20 0,-5-4-20 0,0 0-23 16,0 0-30-16,0 0-19 0,0 0 19 0,-2 8-22 15,2-8-25-15,0 0-24 0,-6 5-252 0,6-5-507 16,0 0 225-16</inkml:trace>
  <inkml:trace contextRef="#ctx0" brushRef="#br0" timeOffset="158457.63">5686 9080 132 0,'0'0'191'0,"0"0"-3"0,0 0-5 0,0 0-11 15,-4-3-10-15,4 3-16 0,0 0-14 16,0 0-14-16,0 0-8 0,0 0-12 0,0 0-19 0,0 0 1 15,0 0-8-15,18-5-7 0,-10 5-8 0,2-3-5 16,3 2-6-16,-3-2-4 0,2 1-1 0,1-1-6 16,5-1-3-1,-5 1 0-15,1-3-5 0,4-2 1 0,-3 1-5 0,2-1 4 16,-2 0 6-16,-2-1 6 0,4-1 17 0,-7 0 2 16,-1 4 8-16,-1-5 17 0,0 5-2 0,-1-4 2 15,-2 3 0-15,0-4-1 0,-2 6-4 16,-2-1-12-16,-1-1-3 0,-1 0-10 0,-3 2-10 0,0-2-6 15,-4 1-4-15,-1 2-4 0,-5 1-8 0,-1-1-2 16,-4 3-4-16,0 2-2 0,1 3-2 0,-12-2-4 0,10 1-1 16,-2 3 8-16,4 0-12 0,-3 2-1 0,4 1 11 15,0 3-17-15,1 3 0 0,3-4-3 0,3 6-2 0,0-4 1 16,3 4-3-16,2-3-2 0,4 3 6 0,2 0 4 16,3-5-2-16,4 5 4 0,5-2-1 0,2-5 2 15,2-1 5-15,10 3 0 0,1-7-2 0,4 2-2 16,4-3-4-1,-4-3-1-15,3-2-6 0,-1-3 0 0,-1-3 1 16,2-1 0-16,-1-1 3 0,-2-1 1 0,-5 1 1 16,-3-2 14-16,-6 3 11 0,-4-2 19 0,-1 3 18 15,-4-1 17-15,0-1 18 0,-1 1 23 0,-1 1 13 16,-3 0 5-16,1-2 4 0,-1 1 10 0,0 2-4 16,-3 0 1-16,2-2-4 0,-2 4-2 0,0-2-11 15,1-1-12-15,-2 4 3 0,2-1-13 0,-2 4-8 0,0-8-11 0,0 6-10 16,0 2-6-16,0-4-8 0,0 4-16 0,0-4-7 15,0 4-27-15,0 0-36 0,0 0-32 0,0 0-37 16,0 0-28-16,0 0-6 0,0 0 12 0,0 0 9 16,0 18 11-16,-2-9 9 0,0 2 9 0,2 0 12 15,-2 0-1-15,-2 7 9 0,1-7 9 0,2 3 1 16,1-2 4-16,-4-2 7 0,2 0 6 0,0 1 0 0,1-6 5 0,1 2 5 16,0-4 0-16,-2 2 27 0,2 0-14 0,0-3 30 15,0-2 36-15,-2 4 36 0,2-4 36 0,0 0 31 16,0 0 25-16,0 0 21 0,0 0 0 0,0 0-20 15,0 0-16-15,0 0-17 0,9-11-17 0,-5 3-12 16,0 1-17-16,0-2-9 0,2 2-18 0,-3 1-3 16,1-1-6-16,-1 2-10 15,0-1-7-15,0 3-8 0,-1-1-8 0,-1 1-5 16,3 0-13-16,-4 3-17 0,1-5-20 0,-1 5-27 16,4-2-28-16,-4 2-32 0,0 0-17 15,0 0 4-15,0 0-20 0,9 5-12 0,-4 0-30 0,2-1-27 16,-1 4-17-16,2-4-11 0,-3 1-13 0,0 3-11 0,3 1-10 15,-2-2-16-15,-1 1-10 0,2-1-13 0,-2-1-8 16,0-1-274-16,0-4-635 0,-1 2 281 0</inkml:trace>
  <inkml:trace contextRef="#ctx0" brushRef="#br0" timeOffset="158804.44">6373 9118 72 0,'0'0'172'16,"4"-2"31"-16,-4 2 13 0,3-2 9 16,-3 2-1-16,2-3-5 0,-2 3 4 0,2-4-7 15,-2 4-5-15,0 0-12 0,2-5-20 0,-2 5-15 0,3-3-15 16,-3 3-19-1,5-5-15-15,-3 4-6 0,2-3-20 0,3 0-12 16,0 1 0-16,3-1-15 0,2 1-10 0,2-3-3 16,-3 2-5-16,10-1-1 0,-7 1-7 0,-1-1-4 15,2-2-1-15,2 2-2 0,-1-3-2 0,-4 2-2 16,1 0-5-16,-2-1 3 0,3 2-7 0,-4-3 3 16,-1 1 15-16,0-2-8 0,-2 1 5 0,0-1 3 15,1 1 13-15,-4 1-5 0,0 3-2 0,-2-6-8 0,-1 5-7 0,-1-2 0 16,0 1-12-16,-1 1-3 0,-1 1-7 0,-2 0-1 0,-2 2-2 15,-1-1-5-15,-2 3-2 0,-2 0-2 0,0 3-9 16,2-1-5-16,-2 2-2 0,1 1 5 0,1 2-2 16,0 1-6-16,0-1 0 0,1 3 8 0,0 0 0 15,1 1 0-15,2 2 4 0,1-1-4 0,4-2-3 16,0 1 2-16,4 5 0 0,-3-4 0 0,3 0-7 0,5-2-14 16,-2 1-19-16,4-1-24 0,4-1-33 15,-1 0-34-15,4-2-47 0,-3-3-69 0,-2-3-203 0,0-1-509 16,2 0 226-16</inkml:trace>
  <inkml:trace contextRef="#ctx0" brushRef="#br0" timeOffset="159191.21">6759 8961 267 0,'0'0'279'0,"1"-8"-17"0,2 6-7 16,-3 2-13-16,4-4-27 0,-2 4-21 0,-2 0-22 0,6-4-20 15,-6 4-15-15,5-3-18 0,-5 3-11 0,11 3-13 16,-6 1-10-16,2-4-13 0,-2 5-4 0,1-1-8 0,4 4-7 16,-1-1-5-16,-1 3-3 0,2-1-5 0,-5 0-3 0,3 0-4 15,1 5-3-15,-4-4 0 0,0 1-5 0,-1 2-2 16,1-4-1-16,-4 2-5 0,2-2 1 16,-2-1-3-16,3-2 8 0,-4-1-12 0,1 1 3 15,2-2 1-15,-3-3 6 0,0-1 35 0,2 4 31 16,1-2 43-16,-3-2 41 15,0 0 41-15,1 4 27 0,-1-4 15 0,0 0-3 16,0 0-29-16,4-10-16 0,0 9-24 0,0-10-15 16,1 2-20-16,0 0-14 0,8-7-16 0,-4 3-11 15,0-4-15-15,2 3-6 0,-1-1-9 0,1 4-11 16,-1 0-4-16,-2 4-10 0,-2-3-5 0,-1 3-5 16,0 0-6-16,0 2-6 0,-1 0-18 0,-1 5-22 0,0-5-38 15,0 2-43-15,-3 3-48 0,4-4-62 0,-4 4-60 0,0 0-22 16,0 0-23-16,0 0-26 0,11 8-13 0,-7-4-39 15,-4 0-309-15,0 1-751 0,0 3 331 0</inkml:trace>
  <inkml:trace contextRef="#ctx0" brushRef="#br0" timeOffset="159974.24">7410 8947 46 0,'0'-5'317'0,"-2"-1"-14"0,1 2-16 0,0 0-16 0,0 1-23 16,-2-2-20-16,3 5-11 0,-5-5-37 0,2 4-19 15,3 1-18-15,-10-3-21 0,5 3-7 0,-3 3-15 16,-1 1-14-16,-1 0-7 0,1 2-10 0,-6 5-6 15,2 1-8-15,-3 2-8 0,1 2-4 0,-1 3-4 16,2-3-6-16,3 0-5 0,-1 0 3 0,4 0-3 0,0 0-4 16,4-6-4-16,-2-1 3 0,2 2-6 0,2-6 6 15,1 1-1-15,-2 1-2 0,2-3 16 0,1-1 33 0,0-3 23 16,1 3 24-16,-1-3-6 0,0 0 0 0,19-7 8 16,-9-1-5-16,1 0-1 0,0-1-11 0,1-3-8 15,2 0-9-15,-3-2-9 0,1-1-6 0,0 0-1 16,0-1-14-1,-3 1-5-15,5 0-8 0,-5 1-2 0,-4 5-5 16,4-2-6-16,-3 4 3 0,-2 3-8 0,0-3-4 16,0 2-5-16,0 1-8 0,-3 1-12 0,4 1-16 15,-5 2-5-15,5-3-11 0,-5 3-2 0,12 7-5 16,-5-2-2-16,3 2-7 0,-1 0 9 0,2 1-16 16,0 3-9-16,-1-1 0 0,3-1-11 0,1 3-2 0,-3-3-4 15,1 2-5-15,-3-5 8 0,0 0 1 0,0 1 8 0,0-4 8 16,-3-1 11-16,1 1 2 0,-2-5 6 0,-5 2 7 15,14-2 6-15,-10-2 6 0,4-3 13 0,-3 0 8 16,0-4 19-16,0 1 15 0,-4-1 4 0,4-5-2 16,-2-3 11-16,-1-1 7 0,-2-7 4 0,3-1-7 15,-3 0 10-15,4-7-3 0,-3-2-4 0,3-7 7 16,-3-4 5-16,-1 11 8 0,0 2 6 0,0 6 3 0,0 0 4 0,0 4 2 16,0 5 6-16,-1 9-10 0,1 1-7 0,-3-2-3 15,3 8-5-15,0-2-21 0,0-1-31 0,3 5-38 16,-3 2-6-16,0 0 10 0,-4 12 0 0,2-2 5 15,-1 9-2-15,-1 8 5 0,-1 6-6 0,1 2 21 16,-2 13-17-16,1-10 6 0,2 8-2 0,3-12 5 16,0 0-7-1,0 0 14-15,5-2 3 0,1-3 3 0,0-3-4 0,-1 1 9 16,0-10-8-16,-1-3 0 0,-2-2 4 0,2-2-2 16,0-3-4-16,-3-1 26 0,2 0 0 0,-1-3 15 15,-2 0 17-15,3 1 11 0,-3-4 11 0,0 0-6 16,2 3-7-16,-2-3-8 0,0 0-9 0,0 0-23 15,0 0-31-15,4-11-41 0,-4 6-41 0,0-1-49 0,0-1-49 16,0 2-48-16,-1-7-73 0,2 4-102 0,-1-6-255 16,2 1-716-16,-1 1 317 0</inkml:trace>
  <inkml:trace contextRef="#ctx0" brushRef="#br0" timeOffset="160190.28">7535 8852 124 0,'-3'1'268'0,"2"0"1"0,1-1-1 15,-6 3-10-15,6-3-7 0,-3 1-6 0,3-1-8 16,0 0-1-16,0 0-27 0,18 2-15 0,-4-2-23 0,5 0-1 16,11 0-35-16,-1-3-7 0,3 3-13 15,2-3-9-15,0 1-37 0,-4 0-32 0,2 0-31 0,-5-3-28 0,-9 2-29 16,2-2-31-16,-4 1-31 0,-3 1-40 0,-3 0-39 15,-1-4-64-15,-3 4-183 0,-3-1-473 0,-3-1 210 16</inkml:trace>
  <inkml:trace contextRef="#ctx0" brushRef="#br0" timeOffset="160575.85">8051 8903 168 0,'0'-5'411'0,"-1"-1"-8"16,1 0 2-16,0-1-7 0,1 0-15 0,-1 0-8 0,0 0-21 16,1 3-22-16,-1-1-23 0,2 2-31 0,-2 3-28 15,-2-6-30-15,2 6-25 0,2-5-24 0,-2 5-24 16,0 0-19-16,0 0-14 0,0 0-12 0,0 0-12 15,7 13-8-15,-6-4-11 0,2 1-9 0,0 0-4 16,-2 4-6-16,-1-2-5 0,4 3-8 0,-3 2-2 0,0-5-6 0,2 5-2 16,-2-6-4-16,2 1-3 0,-2 0 0 15,0-1-12-15,1-2-19 0,0-2-14 0,-2-2-21 0,0 2-13 16,0-2-4-16,0-1-4 0,0 2 7 0,3-5 0 16,-3-1 10-16,0 5 12 0,0-5-14 0,0 0-21 15,0 0-44-15,0 0-18 0,0 0-28 0,-12-10-17 16,8 4-29-1,-2-3-38-15,3-1-37 0,-1-7-52 0,0-8-264 0,0-1-648 16,2 0 288-16</inkml:trace>
  <inkml:trace contextRef="#ctx0" brushRef="#br0" timeOffset="160722.38">8031 8642 234 0,'-4'-11'258'0,"3"3"5"0,1 0 9 0,-3 2 15 16,3 0 5-16,0 2 4 0,0-2-8 0,0 3-20 15,-1-2-21-15,1 5-32 0,0-5-18 0,0 5-26 16,-3-5-19-16,3 5-14 0,0 0-44 0,0 0-20 0,0 0-36 15,0 0-19-15,14 7-43 0,-10 0-33 0,1-2-42 16,-1 4-36-16,1 3-42 0,-1 4-45 0,3 0-52 16,-5-5-196-16,2 2-508 0,-3-1 225 15</inkml:trace>
  <inkml:trace contextRef="#ctx0" brushRef="#br0" timeOffset="161466.68">8285 8920 253 0,'0'0'347'16,"0"0"-32"-16,3 5-25 0,-3-5-23 0,0 0-20 16,0 0-27-16,0 0-25 0,3 2-20 0,-3-2-15 15,2 3-19-15,-2-3-14 0,0 5-11 0,2-3 0 16,0 5-25-16,-1-4-5 0,0 2-8 0,-1-1-4 0,4 1-16 0,-3-2-3 15,2-1-6-15,-2 1 10 0,1-1-22 0,1 2 3 16,-3-4-2-16,5 1 5 0,-5-1-12 0,11-5-5 16,-4 2-3-16,-1 0 4 0,1-1-5 0,1-3-2 15,2 0-1-15,-3 0-2 0,1-1-3 0,-1 3-1 16,1-2 3-16,-3 2 3 0,2 3 2 0,-5-3-4 16,2 3 2-16,0-3-7 0,-1 3-1 0,-3 2-4 15,6-2-5-15,-6 2 0 0,0 0-3 0,0 0-2 16,9 4 2-1,-8-1-5-15,3 2 0 0,-1 0-7 0,-1 0 6 16,2 2-13-16,1-1-8 0,-1 1 0 0,0 1 4 0,0-3 1 16,-3 1 0-16,4 0 4 0,-2-2 7 0,-2 1-2 15,3 0 5-15,1-2-2 0,-1-3 5 0,-4 0 4 16,7 1-1-16,-7-1 9 0,11-1 8 16,-4-2 8-16,0 0 2 0,-2-3 10 0,2 2 4 0,2 0 2 15,0-4 8-15,0 2 13 0,-2-1-6 0,-2 2 7 0,1 1-2 16,2-2-1-16,-2-1-8 0,-1 4-2 0,1 1-8 15,1-2-13-15,-4 3-5 0,3-1-1 0,-1 2-8 0,-5 0-5 16,14 4-1-16,-5 1-6 0,0 2-7 0,5 3 0 16,-2 5 0-16,-2 2 1 0,4 0-3 0,-3 5 1 15,1 4 2-15,-3-1-2 0,-1 3-2 16,-3 5 1-16,-7 0 3 16,4-1-2-16,-6 2 0 0,-1-4-4 0,-2 2 11 15,-4-3-7-15,3 0 3 0,-2-4 0 0,1-9-3 16,-1 1 9-16,1-4-2 0,1-3 3 0,2-2 1 15,1-3 7-15,-2 3 16 0,3-4 40 0,-1-1 25 0,1-3 9 16,4 0 4-16,-6-8 13 0,2 1 4 16,3-3 1-16,6-7-13 0,0-2-11 0,5-7-5 15,8-5-17-15,4-11-8 0,11-2-11 0,3 1-11 0,0-1-8 0,2-2-5 0,-2 8-7 16,1 1-1-16,-10 11-1 0,0 2 1 0,-2-3 4 16,-2 8 2-16,-4 2-2 0,-2 5 6 15,-7 2 0-15,-1 2 1 0,0 0-6 0,-4 3-5 16,-1 2-29-16,0 0-48 0,-4-1-65 0,0 4-58 0,0 0 10 15,0 0-14-15,-13 9-40 0,-6 3-45 16,-4 1-62-16,-1 2-72 0,-3 1-329 0,3-3-784 0,8-4 347 0</inkml:trace>
  <inkml:trace contextRef="#ctx0" brushRef="#br0" timeOffset="162536.63">9955 8711 68 0,'0'-16'294'0,"4"4"-6"15,-3-2-10-15,-1 3-4 0,4 0-12 0,-4-1-6 16,3 4-16-16,-2-1-13 0,-1 4-27 0,1 0-21 16,3 0-17-16,-3 1-23 0,-1 4-23 0,0-3-34 15,0 3-16-15,0 0-4 0,4 10-9 0,0-1-8 16,0 8-4-16,1 8-11 16,-4 1 0-16,3 2 1 0,-1 2-2 0,-2-1-4 15,0 0 0-15,2 3-10 0,-1-5 1 16,-2 1-1-16,0-3 2 0,0-4-1 0,0-4-2 0,3-2-3 15,-2-4-2-15,-1-3 0 0,0 2 2 0,0-3 0 16,0-2 11-16,3 0 40 0,-3-2 40 0,0 1 47 16,0-4 49-16,-3 5 36 0,3-5 29 0,0 0-18 15,0 0-23-15,0 0-24 0,-4-14-21 0,3 5-19 0,-4-3-12 0,-3-4-16 16,3-2-12-16,-4-5-11 0,4-3-14 0,-1-4-3 16,-1-4-12-16,2-2-11 0,1-12-8 0,-4 0-9 15,2 1-10-15,5 13-4 0,1-1 0 0,-3 4-10 16,3 1 2-16,0 5-1 0,0-1 8 0,3 7-6 15,-3 4-3-15,1 1 0 0,-1 4-3 0,4 0-6 16,1 0-10-16,0 3 3 16,-1 0-6-16,5 1-3 0,1 0 0 0,8 1-10 15,5 2-12-15,5 0-31 0,2 6-27 0,4 2-27 0,-1 1-36 0,2 1-29 0,-2 2-39 16,0 3-31-16,-1-2-27 0,-2 2-36 0,-3 0-39 16,-2 0-46-16,-11-1-387 0,3-1-840 15,-7-2 372-15</inkml:trace>
  <inkml:trace contextRef="#ctx0" brushRef="#br0" timeOffset="163150.22">10094 8898 140 0,'-7'1'242'0,"0"1"-8"0,2-2-11 16,0 2-10-16,1 1-4 0,4-3-6 0,-9 0-15 16,9 0-15-16,0 0-14 0,-7 0-12 15,7 0-2-15,0 0-11 0,-4 2-5 0,4-2 4 0,0 0-7 0,0 0-5 16,0 0-7-16,0 0-4 0,0 0-13 0,0 0-9 16,0 0-4-16,0 0-14 0,0 0-7 0,0 0-10 15,0 0 7-15,0 0-14 0,0 0-8 0,0 0-5 0,-4 2-2 16,4-2-1-16,0 0-12 0,0 0-1 15,0 0 3-15,0 0-3 0,0 0 0 0,0 0-3 16,0 0 1-16,0 0-4 16,0 0 0-16,0 0 6 0,0 0-6 0,0 0-2 0,0 0 4 15,0 0-5-15,0 0-4 0,0 0 5 16,0 0-5-16,0 0 1 0,0 0-3 0,17-4 7 16,-5 4 5-16,8-2-10 0,9-1 4 0,3-1-8 15,5 0 0-15,-4 2 1 0,7 0 3 0,-4-1-18 0,-1-1 2 16,-3 2 0-16,-1 1 7 0,-8-2 4 0,-4 2-4 15,-3 0 1-15,-5 1 3 0,-1-2-2 0,-2-1 1 0,-1 3 0 16,0 0-1-16,-7 0 1 0,6-2-11 0,-6 2 3 0,5-2-4 16,-5 2-10-16,0 0-5 0,0 0-17 0,0 0-13 15,0 0-11-15,-24 0-17 0,16 2-23 0,8-2-23 16,-11 2-23-16,3-2-34 0,2 2-46 0,2-1-241 16,4-1-515-16,-6 2 229 0</inkml:trace>
  <inkml:trace contextRef="#ctx0" brushRef="#br0" timeOffset="163982.79">10759 8816 116 0,'0'0'410'0,"0"-5"-22"16,1 2-10-16,-1 3-17 0,0-6-29 0,0 6-30 15,5-3-30-15,-5 3-31 0,0 0-26 0,0-2-22 16,0 2-31-16,0 0-24 0,0 0-28 0,0 0-33 16,0 0-10-16,0 0-6 0,3 14-10 0,-2-9 5 15,0 7-16-15,1-4-3 0,0 5-1 0,-1-2-4 0,2 4-2 0,-3-1-3 16,1 1-11-16,1-4 7 0,0 2 3 0,2-2-9 16,-4-1-4-16,6 2-3 0,-5-5 8 0,2 1-9 15,1-3 5-15,-3-1 7 0,1-1-1 0,0 3 1 16,2-3 12-16,0-2 34 0,-4-1 12 0,6 1 17 15,-6-1-3-15,14-4 5 0,-10 1 7 0,4-3 1 16,1 1-5 0,-3-3-3-16,3 0-12 0,0-3-5 0,1-1-7 0,-2 1-8 15,1-5-9-15,1 4-6 0,-2 2-5 0,-2-1-6 16,1 3-1-16,0-1-4 0,-4 4-1 0,0-1-1 16,-1 1-1-16,2 1-3 0,-3-1-6 0,1 5-12 15,0-5-9-15,-2 5-24 0,2-4-29 0,0 1-25 16,-2 3-32-16,0 0-29 0,0 0 4 0,0 0 12 15,7 7 12-15,-2-2 9 0,-1-1 9 0,-3 1 0 0,7 3 12 0,-3-1-3 16,3 3-9-16,-1-4-2 0,3 3-1 0,1-4 1 16,-1 2-1-16,-1 0-2 0,3-2-3 0,-1-3 4 15,-2 2 5-15,5 0 6 0,-4-4 9 16,1-1 12-16,1-2 4 0,-3-1 18 0,2 0 11 0,-3-1 15 16,0-2 22-16,0 0 22 0,0-3 9 0,-1 2 13 15,0-4 38 1,-1 0-9-16,-1 0 7 0,2-2 14 0,-3 1 6 0,0 1 9 0,0 0 6 15,0 1-1-15,1 0-1 0,-5 5 4 0,4 0-8 16,-4-1-1-16,1 2-17 0,2 0-16 0,-2 3-8 16,-1-2-13-16,0 4-28 0,3-5-25 0,-3 5-34 15,0 0-24-15,0 0 0 0,0 0-5 0,0 0 11 16,3 15-3-16,-3-7 9 0,0 4 4 0,0 6 6 16,0-2-2-16,0 1 4 0,0 3 13 0,0-2-1 15,-1-2-5-15,1 3 5 0,1-4 4 0,-1-3 5 16,0-3-5-16,0 1 7 0,0-4 0 0,3 1 3 15,-3-1 1-15,0-2 9 0,0 0 21 0,1 0 27 0,2-1 23 16,-3-3 36-16,1 2 21 0,-1-2 3 16,0 0-12-16,8-1-11 0,-8 1-13 0,9-7-14 15,-3 1-8-15,2 1-7 0,1-7-10 0,3 2-4 0,1-2-12 0,0 0-5 16,0-1-3-16,-3 4-7 0,2 1-1 0,-5 0-1 16,0 2-7-16,-1 1-7 0,-1 1-4 0,0 0-1 15,-1 0-5-15,1 2-7 0,-1 0-25 0,1 1-22 16,-5 1-11-1,0 0-4-15,12 0-14 0,-6 3-20 0,-1-1-17 0,4 3-21 16,1 0-23-16,-1 2-19 0,3-2-28 0,-1 2-16 16,-2-2-36-16,2 1-31 0,-1 0-47 0,0-1-56 15,-1-2-251-15,-1 0-691 0,-1-1 305 0</inkml:trace>
  <inkml:trace contextRef="#ctx0" brushRef="#br0" timeOffset="164970.4">11734 8768 245 0,'0'0'258'0,"0"0"-19"0,1-3-20 0,-1 3-22 15,0 0-18-15,0 0-18 0,3-2-15 0,-3 2-18 16,0 0-11-16,0 0-11 0,0 0-12 0,0 0-2 16,9 1-15-16,-9-1-5 0,10-1-6 0,-1 1-10 15,-2 0-5-15,4-2-4 16,0 2-3-16,1-2-5 0,-2 1-2 0,3-1-6 15,-2-1-2-15,-1 1 0 0,3-2-5 0,-4 0-5 16,0 0 0-16,1 0-1 0,-5-1-1 0,2 2 13 16,-2 0 18-16,0 1 1 0,0 0-1 0,-1 1 1 0,0-3 4 0,-4 4-11 15,1-3-11-15,-1 3-3 0,0 0-10 0,0 0-1 16,0 0-2-16,0 0-6 0,-22 5 0 0,13-1-3 16,-6 1 2-16,4 3-2 0,-5 1-3 0,2 1 0 15,0 1-3-15,-4 0 1 0,4 1 0 0,1 2-2 16,1 0-2-16,0 2 2 0,3-4 0 15,3 0 0-15,1 0 3 0,2-2 1 0,3 3-2 0,0-2 1 16,6-1 2-16,3 1 2 0,3-1-2 0,5 0 4 16,3-3-4-16,9 2 6 0,1-2-5 0,3-3 1 0,0-2 0 15,2-2-1-15,1-1 0 0,-3-1 1 0,-3-2 1 16,1-6-2-16,-3 3 3 0,-2-3 4 0,-7 3 28 0,-2-5 22 16,4-5 19-16,-8 0-14 0,1-5 1 0,-4-2 4 15,3-3-12-15,-7-3-6 0,0-3-8 0,-3-1-2 16,1 2 3-16,-2-1 31 0,0 2 13 15,-4 4 12 1,2 1 2-16,0 9 1 0,-2 2 3 0,1-2-11 0,1 9 1 0,-1-3 2 16,-1 5-15-16,2-3-8 0,0 5-14 15,0 0-9-15,-1-2-36 0,1 3-47 0,0 3-40 16,0 0-13-16,0 0 4 0,0 0 10 0,-5 20 2 0,4-6 7 16,-3 7 10-16,1 4 2 0,0 4 11 0,0 3 1 15,2-2 5-15,-1 0 6 0,2 2 1 0,0 0 10 16,2-3-6-16,0-3 2 0,2-7 5 15,-3 2-3-15,4-4 15 0,-2-1-9 0,0 0 1 0,-2-6 4 0,1-1-2 0,-2-1-1 16,2-3-1-16,-1 0 7 0,-1 2-4 16,0-5 9-16,1 1 7 0,-1-3 4 0,0 7 15 15,0-7 14 1,0 0 7-16,-2 2-13 0,2-2-8 0,0 0 5 16,0 0-14-16,-16-12 4 0,6 7-18 0,-1-2 9 0,-5 0-13 15,-2-3 5-15,-7-1-7 0,3 3-2 0,-2-1-1 16,-2 3 8-16,7-1-3 0,-1 1-5 0,7 2 6 15,-1 2-5-15,5-1 0 0,2 0 1 0,1 2-11 16,0 1-13-16,1-3 6 0,5 3-3 0,-5-3-4 0,5 3 1 16,12-6-11-16,2 3-5 0,8 2-3 15,13-3 8-15,3 2 4 0,14 1 1 0,-1-3-1 16,-1 1 8-16,5 1 2 0,-18 0-4 0,3 2 8 16,-2 0-1-16,-1-3 5 0,-5 0-2 0,-5 3 5 0,-7-1 5 0,0 0-5 15,-9-1 9-15,2 1 25 0,-5 0 0 0,-1 1 6 16,-3-3 13-16,4 3 8 0,-8 0 4 0,7 0 5 15,-7 0-4-15,7-1-5 0,-7 1-7 0,6-1-6 16,-6 1-2-16,0 0-4 0,0 0-18 0,8 1 6 16,-8-1-2-16,2 1-7 0,-2-1-1 0,0 0-6 15,4 4-4-15,-1-1-2 16,-2-1 1-16,-1-2-10 0,4 8-9 0,-3-5 13 16,2 4-20-16,-2-2 2 0,3-1-8 0,0 4-10 15,-3-3 2-15,1 2-5 0,0-1-13 0,0 2-4 16,0-2-17-16,0 1 0 0,0 0-23 0,-1-3-14 15,0 1-16-15,-1 0-20 0,1 0-16 0,-2 0-17 16,2 0-13-16,-1-5 0 0,-1 5 18 0,1-5 1 16,-2 2-28-16,2-2-234 0,0 0-477 0,-13-10 211 0</inkml:trace>
  <inkml:trace contextRef="#ctx0" brushRef="#br0" timeOffset="165132.51">12658 8685 98 0,'-2'-10'366'0,"4"1"7"0,-4 4 1 16,2-4 3-16,-1 4-14 0,2-1-20 0,-2 0-24 0,2 1-23 15,-1-1-29-15,0 2-27 0,2-1-29 0,-2 5-26 0,2-5-21 16,-2 3-35-16,0 2-51 0,0-5-44 0,0 5-50 16,0 0-45-16,4-2-38 0,-4 2-38 0,0 0-34 15,13 2-36-15,-7 1-36 0,1 0-70 0,-2 1-182 16,1 1-537-16,3-1 237 0</inkml:trace>
  <inkml:trace contextRef="#ctx0" brushRef="#br0" timeOffset="165535.1">13179 8720 174 0,'0'0'292'16,"1"-5"-26"-16,-1 5-21 0,0-4-23 0,0 4-12 0,0 0-26 0,-7-4-18 15,7 4-16-15,-11 1-18 0,11-1-13 0,-15 4-10 16,4-2-16-16,-1 5-9 0,1-2-9 0,-2 4-12 15,-3 2-3-15,4-1-7 0,-2-1-6 0,1 4-7 16,0-1-2-16,4 0-3 0,0 0-2 0,3-2-4 16,-2 1-1-16,4-1-5 0,3 0 0 0,0 0 2 15,2 0-1-15,-1 1 3 16,5-4 12-16,3 1 9 0,1-3 3 0,1 0 5 16,9-1 9-16,0-1-5 0,2 1 4 0,2-6-2 15,-4 1 8-15,9-3 5 0,-9 2 19 0,-1-3 11 16,-1-2 2-16,-6 2-2 0,1-2 17 0,-2-2-15 15,-1 1 0-15,-2-4-14 0,0 1-8 0,-2-5-11 16,-1-1-9-16,-1 2-13 0,-2-1-11 0,-2 1-11 16,-2 4-10-16,-2-4-10 0,0 5-15 0,-3 0-4 0,-1-1-12 0,0 3-19 15,-1 0 0-15,0 4-19 0,-2-2-12 0,2 2-15 16,-1 0-20-16,0 3-19 0,2 1-15 0,-3 1-19 16,1 1-16-16,2 0-20 0,0 2-21 0,4-1-13 15,1 2-18-15,2 0-246 0,1 0-532 0,2 2 235 0</inkml:trace>
  <inkml:trace contextRef="#ctx0" brushRef="#br0" timeOffset="165903.56">13455 8747 54 0,'3'-3'389'0,"1"2"15"15,-4 1-22 1,7-2-9-16,-4 0-27 0,-3 2-29 0,5-1-35 0,-5 1-32 15,5-3-26-15,-5 3-26 0,0 0-27 0,0 0-19 16,0 0-21-16,0 0-23 0,6 6-10 0,-6 0-4 16,2 0-28-16,-1 2-4 0,0 1-5 15,-1 2-15-15,0-1-4 0,0 1-3 0,0 1 2 0,0-5-5 16,0 4-2-16,0-5-5 0,0-1-3 0,0 1-10 16,3-2 14-16,-3 0 7 0,0-4 0 0,1 3 38 0,-1-3 29 15,2 2 17-15,-2-2-1 0,0 0 9 0,15-5-5 0,-9 2-5 16,1-1 7-16,4-1-9 0,-1 0-5 0,0-2-12 15,2 2-2-15,4-5-17 0,-8 6-11 16,1-1-5-16,0 2-8 0,-3-1-6 0,2 1-8 16,-3 3-10-16,0-2-6 0,3 2-4 0,2 2-26 0,2 0-20 15,-3 3-29 1,2 3-35-16,4 2-52 0,-2-1-62 0,0 2-55 16,-2 2-71-16,2-1-87 0,-5-5-365 0,-2 3-848 15,1-6 375-15</inkml:trace>
  <inkml:trace contextRef="#ctx0" brushRef="#br0" timeOffset="169802.25">15068 8736 111 0,'1'-5'184'0,"-1"0"2"0,0 0-2 0,1-1-1 16,-1 3-3-16,0-2 12 0,0 1-4 0,0-1-14 15,0 2-9-15,0 3-8 0,0-7-10 0,0 7-11 16,-1-5-15-16,-2 3-11 0,3 2-11 0,-2-3-8 15,2 3-22-15,0 0-10 0,0 0-12 0,-18 7-7 16,8 1-5-16,-4 6-3 0,-2-1-7 0,-3 5 1 16,0-3-5-16,6 2-2 0,-1-2-4 0,1 1-2 15,2-1-1-15,3 1-1 0,3 0 2 0,-1-4-2 16,3-1-2-16,3 0 1 0,0 0 1 0,1-1-1 16,3-2-1-16,1-1 5 0,4-2-1 0,1-1 5 15,3-3-9-15,8-2 2 0,-2-3 0 0,9-1 1 16,-7-3-3-16,4-3 1 0,-7 2 17 0,-1-2 3 0,-2-1 7 0,0 0 7 15,-4-1 5-15,-1-1-5 0,1 0-4 0,-7-3-1 16,1 1-6-16,-1-2-6 0,-4-2 10 0,-4 2-12 16,3 0-6-16,-6 1-5 0,1 2-6 0,-3 1-4 15,0 0-4-15,-4 2-13 0,-2 1 5 0,-2 5-25 16,1-1-7-16,-2 4-8 0,1 1-13 0,3-1-13 16,-1 3-19-16,2 3-22 15,-1-3-15-15,1 3-17 0,4 1-24 0,3-2-8 16,2 1-34-16,-1-1-181 0,5-2-428 0,1 7 190 15</inkml:trace>
  <inkml:trace contextRef="#ctx0" brushRef="#br0" timeOffset="170228.54">15350 8318 57 0,'1'-10'323'0,"3"0"-16"0,-4 4-17 0,4 0-26 15,-4 1-24-15,1 1-27 0,2 1-22 0,-2-2-29 16,-1 5-45-16,0-4-23 0,0 4-13 0,0 0-4 16,4 18-11-16,0 0-6 15,-4 11-6-15,0 6-4 0,-4 14-6 0,0 2-6 16,-1 2-4-16,2-2-1 0,0 0-3 16,0-2-3-16,3-1 0 0,-3-16-3 0,3 1-5 0,4-1 1 15,1-4-3-15,-1-3-1 0,4-1 5 0,-4-6-5 16,1-7-2-16,-3 1 1 0,2-1 0 0,0-3 3 15,1 2 12-15,-2-6 20 0,1 0 22 0,-3-2 24 16,3 2 28-16,-4-4 5 0,0 0 5 0,0 0-6 0,11-7-15 0,-8 3-9 16,-2-3-10-16,-1-1-12 0,0-2-8 15,-4-2-11-15,2-5-16 0,-6 1-21 0,-2-7-16 16,-3 0-14-16,-4-1-10 0,2 1-3 0,-3 0 0 16,-1 4-1-16,0 2 17 0,2 2-8 0,2 3 1 0,1 2 0 15,4 2 9-15,2 3-4 0,-1-2-5 0,4 3-10 16,1-1 9-16,0 2-17 0,3-1-10 0,1 4-19 0,8-8-12 15,12 1-20-15,11 0-14 0,5-1-23 0,17-1-26 16,6 2-13-16,2-1-15 0,4-1-6 0,29-5-27 0,-33 4-279 16,-1 0-529-16,-1 2 234 0</inkml:trace>
  <inkml:trace contextRef="#ctx0" brushRef="#br0" timeOffset="170567.07">16269 8303 107 0,'-3'-6'340'0,"2"-2"-22"0,0 2-22 16,-2 3-20-16,3-2-20 0,-1 2-25 0,-2-1-29 0,3 4-16 0,0-5-22 16,0 5-28-16,0 0-31 0,0 0-16 0,0 0-13 15,0 0-9-15,4 13-3 0,-1 3-11 0,-1 0-12 16,1 4 1-16,1 13-6 0,-2-1 0 0,1 2-4 15,2 2-4 1,-1-2 1-16,-2 2-3 0,2-1-7 0,0-2-3 0,1-2 6 0,-1 1-6 16,-1-6-1-16,0-1-3 0,-1-5 3 15,1-4 2-15,0-2-4 0,-1-1-3 0,-2-4-2 16,2 1 5-16,-2-5-4 0,0 1-9 0,1 0 0 16,-2-4 2-16,2 2 3 0,-1 1 13 0,1-2-10 15,-1-3 0-15,0 0-1 0,0 0-9 0,0 0-34 16,-11-13-31-16,6 1-34 0,-3-5-65 0,-1-5-26 15,-2-8-58-15,-1-4-193 0,3-13-479 0,3 0 212 16</inkml:trace>
  <inkml:trace contextRef="#ctx0" brushRef="#br0" timeOffset="170867.87">16187 8182 153 0,'-9'-26'222'0,"3"6"13"0,-2 3-1 16,3 2-6-16,1 6-8 0,2-1 0 0,-1 3-14 16,2 2-17-16,-1-2-18 0,0 2-21 0,1 2-16 15,1 3-24-15,-2-5-24 0,2 5-9 0,0 0-7 16,0 0-8-16,0 0-4 15,24 12 3-15,-7-4-18 0,1 1-2 16,10 4-4-16,0 2-9 0,7 1 0 0,8 7-3 16,-8-7-5-16,9 9 4 0,-9-7-6 0,-6 2 3 15,1 0-2-15,-3 0-4 0,-6 1-5 0,-1 0-5 0,-9-6-4 16,0 1-4-16,-5 1 2 0,-4-1-7 0,-2 0 0 16,-5 1 3-16,-5 0 4 0,-8 3 1 15,-6 0 0-15,-3-2-2 0,-4-1 2 0,2-1 2 0,-4 0-2 0,1-2 0 16,1-2 2-16,-1-1 5 0,4-2-4 0,1 0-3 15,-1 2 2-15,11-5 5 0,0 1-6 0,6-2-2 16,-1 2 1-16,1-2-21 0,5-2-35 0,-1-1-42 16,3 1-11-16,1 1 9 0,3 1-4 0,5-2-26 15,1-1-30-15,5 1-79 0,2-2-128 0,8-1-397 16,-1 0 176-16</inkml:trace>
  <inkml:trace contextRef="#ctx0" brushRef="#br0" timeOffset="171331.01">16633 8702 145 0,'0'0'323'0,"0"0"-21"0,0 0-26 0,0 0-14 0,0 0-36 15,0 0-26-15,0 0-21 0,0 0-23 0,0 0-15 16,0 0-20-16,0 0-13 0,5 8-13 0,-5-5-3 0,4 3-13 16,-1 0-11-16,-1 1-6 0,-1 3 2 0,3 4-16 15,-3-2-7-15,2 0-2 0,-2 5-1 0,-1 0-5 16,0-6-6-16,0 0-2 0,2 3 0 0,-2-4 0 16,0 1-7-16,0-5 4 0,0 1-7 0,0-2 1 15,2-1 4-15,-2 1 5 0,0-2 46 0,0-3 41 16,-2 5 48-1,2-5 14-15,0 0 7 0,0 0-14 0,0 0-15 0,0 0-16 16,10-8-6-16,-8 3-11 0,2-2-13 0,5-2-3 16,-4 1-17-16,0-3-7 0,3 2-10 0,-3 0-7 15,3 1-7-15,-3 2-6 0,0-2-7 16,-1 4-6-16,-2 1-3 0,1 0-8 0,1-1-3 0,-2 2-11 16,-2 2-11-16,7-3-17 0,-7 3-8 0,7 0-12 15,-7 0-10-15,13 4-16 0,-1 1-16 0,-3 1-13 0,1-4-18 16,1 2-18-16,0 4-14 0,0-4-18 0,-1-1-21 0,-1 2-22 15,-1-2-21-15,-1 0-22 0,5-1-44 16,-7-2-286-16,4-2-623 0,-3 1 276 0</inkml:trace>
  <inkml:trace contextRef="#ctx0" brushRef="#br0" timeOffset="171816.93">17258 8301 161 0,'10'0'196'0,"-3"2"-13"15,0 1-15-15,3-1-18 0,-1 1-9 0,3 4-17 16,-2 2-12-16,0-1-10 0,-2 1-12 0,2 1-11 15,-5 1-4-15,3 3-6 0,0 3-10 0,-6 0-6 16,1 1-1-16,-2-1-5 0,-2 0 3 0,-2 3-5 0,-3-3 0 0,-2 2 2 16,-1-3-5-16,-2-1-2 0,-1-3-2 0,-2-1 1 15,6-1-1-15,-1-3 0 0,-1 2 3 0,3-4 8 16,0-2 4-16,1 2 18 0,-1-4 25 0,1 4 16 16,2-3 26-16,0-1 20 0,4-1 15 0,0 0-19 15,-6-8-6-15,5 3-26 0,3-4-15 0,0-1-9 16,3 0-8-16,2-6-13 15,2 3-1-15,4-2-17 0,-3 1-9 0,3-3-5 16,0 2-2-16,-2 2-7 0,2 0-4 0,-4 7-6 16,-3-5 7-16,2 5-11 0,0-1-4 0,-3 2 6 0,0 1-16 15,1 2-10-15,-1-2-7 0,1 4-7 16,-6 0-6-16,10 6-5 0,-5 0-9 0,1 1 5 0,-2 2-5 16,1 2-9-16,0-2 1 0,1 1-1 0,0 2-6 15,-1-3-10-15,-2 3-9 0,0-2-11 0,1 0-13 0,0-1-13 16,1 1-20-16,-2-2-19 0,0-1-20 0,0 0-22 15,2-4-52-15,-4-1-227 0,3 1-505 0,-4-3 223 16</inkml:trace>
  <inkml:trace contextRef="#ctx0" brushRef="#br0" timeOffset="172070.23">17627 8257 251 0,'5'-6'283'0,"0"1"-20"0,1 1-27 16,-1 2-22-16,1-1-26 0,2 0-19 0,-1 4-18 0,7 1-13 15,-5 1-13-15,5 4-9 0,2 3-14 0,-1 1-7 0,0 3-7 16,-2 2-7-16,1 6-11 0,-2 5-6 0,-2 0-7 16,-4 1-6-16,-3 1-3 0,-4 1-20 0,-3 3-9 15,-6-3-5-15,-6-1-6 0,-3-1-14 0,-3-1-20 16,1 0-23-16,-6-3-26 0,-3-1-38 0,0-5-56 15,0-1-53-15,-3-5-145 0,1-3-397 0,-5-4 176 16</inkml:trace>
  <inkml:trace contextRef="#ctx0" brushRef="#br0" timeOffset="172370.46">17275 8029 75 0,'-2'-5'263'0,"-4"1"-27"0,3-1-27 0,-2 2-19 16,-1 3-24-16,6 0-16 0,-18 11-18 0,4 2-16 15,-5 9-13-15,-2 5-4 0,-4 14-18 0,-5 6-4 0,6 0-8 16,2 8-11-16,1 2 3 0,8 1-8 0,1-1-1 0,7-2-3 15,9-2-5-15,9-5 0 0,5-2-6 16,8-2 4-16,10-6-6 0,10-5-4 0,8-6 0 16,30 7-37-16,-18-16-75 0,29-4-110 0,-31-6-182 15,-1-4-403-15,-1-6 178 0</inkml:trace>
  <inkml:trace contextRef="#ctx0" brushRef="#br0" timeOffset="174935.84">5705 10009 4 0,'-3'-3'157'16,"3"3"-15"-16,0 0-9 0,-1-4-14 0,1 4-10 15,0 0-11-15,0 0-13 0,4-5-9 0,-4 5-8 16,3-3-6-16,0 1-9 16,-3 2-1-16,6-3-5 0,0 2-8 0,-1-2-4 15,0 3-7-15,3-2-2 0,0 0 1 0,2 1-3 16,0-1-1-16,5 2-2 0,-2-1 4 0,6 0-4 15,-1-2 0-15,1 2-6 0,4 0-1 0,3 0 0 16,-4 2-1-16,6-4 0 0,-7 3-2 0,7-3 0 16,3 3-3-16,-3 2-1 0,-1-4 1 0,-5-1-2 15,6 0 3-15,-1 3 0 0,2 0 0 0,-2 0 0 0,5-3 1 0,-4 3 4 16,-5-2 0-16,5 2 5 0,4 0-1 0,-1-1 9 16,-2-1 4-16,3 0 8 0,0-3 7 0,3 2 9 15,3-2-3-15,14-3-1 0,1-1-6 0,-1 2-6 16,3 2-2-16,-1 0-4 0,1-2-3 0,1 1-2 15,-2-1-3-15,2 3-3 0,0 2-1 0,0-3-3 16,-2 0-6-16,-2 0 2 0,-1 4 0 0,3-3-3 0,1-1 0 0,-3 1 0 16,3 1 0-16,-1-1-1 0,-3 1-2 0,-11-1-2 31,13 1 3-31,-13 0-7 0,11-1-2 0,-13 3 0 0,0-3 2 0,-1 3-1 0,2-3-2 0,1 2 3 16,-3-1-2-16,1-1 1 0,2 1-1 0,-2 1 0 31,13-2-2-31,-11 0 4 0,12-1-1 0,-13 2 0 15,0-3 0-15,2 1 2 0,12 2-6 0,-13-1 3 0,13-4-1 16,-14 6 0-16,14 0-1 0,-1-6 1 0,-13 6 3 0,10-4 4 16,-9 1-6-16,14 1 2 0,-3-3-1 15,1 0-1-15,-2 2-3 0,4-2-1 0,-2 2 4 16,-2 0-2-16,2-2 4 0,-12 4 0 0,14-3-4 16,-2 1 6-16,1 1-7 0,0-3 2 0,-2 3 1 0,-10 1 4 15,-2-2-5-15,12-2 2 0,-12 3-2 0,-2 1 1 0,1 0 0 16,2-4-1-16,-2 5-3 0,2-1 8 0,15-5-5 15,-18 7-6-15,3-5 9 0,11 2 0 0,-13-1-2 0,3 3 0 16,8-4 0-16,-9 4 0 0,0 0 1 0,11-3 0 16,-1 1 0-16,-12-1-1 0,2 1-2 0,-2 0 0 15,2 2 1-15,-2-2 1 0,2 0 3 0,-1 0-1 16,1 1 0 0,11 1-2-16,-14-2 6 0,3 1-3 0,-2 0 0 15,1 1-2-15,1-1 2 0,-3-1-3 0,3 1 4 16,-3 1-2-16,3-2 0 0,-1 0 2 0,14 0-4 15,-15 1 0-15,2 3 4 0,-2-4-2 0,-2 3-2 16,1-1 0-16,0 0-1 0,0 1 0 0,-1 0 3 16,-3-2-1-16,3 3 3 0,-1-3-3 0,0 1 2 15,2 1-2-15,-5 0-2 0,5-2 2 0,-3 1 0 0,0 1-1 0,-1-3 1 16,0 4-3-16,2-1 4 0,-2-1 1 0,2-1-4 16,-1 2 0-16,-1-2 2 0,3 2 1 0,-3-3-2 15,-1 2 3-15,3 1-2 0,-3 0-1 0,0-2 0 16,-2 2-1-16,2 0 4 0,-1 0-4 0,1-1 4 0,-4 0-2 15,3-1 1-15,-5 3 0 0,5-3-4 0,-2 1 2 16,2 2-2-16,1 0 3 0,-3-2-1 0,0 2 1 0,0-2-3 16,0-1 3-16,-2 3-4 0,1-2 3 0,-1 2-4 15,1-2 4-15,0 1 1 0,-1 1-1 0,3 0 1 16,-4-2 1-16,3 1-2 0,-8 0 0 16,2 1 2-16,5-1-6 0,0 1 3 0,-7-2 1 0,6 2-2 15,2 0 1-15,-6 0-1 0,5-1 1 0,-5 1-4 16,4 0 6-1,3 0 2-15,-9 0-6 0,7 0-1 0,-7 0 6 16,8 0-1-16,-6 0-2 0,5 0 1 0,2 0 2 16,-2-1-2-16,-7 2-1 0,2-2 2 0,-2 1-1 15,7 0 3-15,-5 1-4 0,4-1 3 0,-7 0-2 16,10 1 0-16,-11 1-2 0,4-2 2 0,-3 1-1 16,2-1 2-16,1 0-2 0,5 0 2 15,-5 0-1-15,5-1 3 0,2 3-2 0,-10-1-3 16,2-1 5-16,9 0-2 0,-10 0-3 0,7 2 2 0,-1-2 0 0,1 1-5 0,-1 1 3 0,-5-2 6 15,5 0-4-15,-6 0 0 0,9 0 2 0,-10 0-3 16,1 0 2-16,8 0 0 0,-1 0 0 0,-6 0-3 16,0 0 4-16,-1 0-3 0,9 2 2 0,-9-2 0 15,1-2-3-15,1 4 4 0,4-2-2 0,1 0-2 16,-1 3 0 0,-4-3 2-16,5 1-2 0,1 0-1 0,-3 1 5 15,-4-2-3-15,-1 0-1 0,10 1 2 0,-3 1 0 16,-6 0 3-16,5-2-5 0,-5 0 2 0,6 3-6 15,0-3 9-15,-7 2-3 0,7 1 0 0,2-2-5 16,-2 0-2-16,-2 1 8 0,3-1-4 0,-2-1 6 16,1 0-3-16,-6 1 4 0,4-1-3 0,-5 1-1 15,7-1 1-15,-5 2 4 0,0-2-3 0,-1 0-2 0,3 1 1 0,2-1-2 16,-4 3 2-16,8-3-4 0,-3-3 2 0,0 3-3 16,3 0 6-16,-2 3-2 0,0-6 0 0,2 3 0 0,-3 0-1 15,0 0 0-15,2 3-3 0,2-2 6 16,-4-2-3-16,0 1 3 0,1 1-1 0,-2 1 1 15,5-2-1-15,-1 1 1 0,-12-1-2 0,13 0 0 16,0 0 1-16,0 0-3 0,-1 0 3 0,-1 0-1 0,2-3-1 0,0 3-1 31,1-1 0-31,-1-3 4 0,0 2 1 0,5 0-9 0,-5 1 7 16,5-2-1-16,5 2-3 0,-2-2 6 16,12 1-3-16,-15 2 2 0,2-3-7 0,1 0 5 15,-1 3 0-15,1-1-4 0,-2 1 2 0,0-1 1 0,15 1-1 16,-13-2 2-16,-1 0 2 0,-1 2 2 0,2-3-10 15,1 1 9-15,9-1-2 0,-10 1-5 0,0 1 2 16,11-1-3-16,-14 0 2 0,2 1 5 0,1 1-3 16,10-4-3-16,-9 4 3 0,-1 0-2 0,-3 0 4 0,0-2-1 15,1 2 5-15,-3-2 0 0,-6 0 0 16,2-1 2-16,-2 2 5 0,-1-1 2 0,-10 0 5 16,0-1 4-16,1 2 2 0,-1-3 7 0,1 0 3 0,-8 1 5 15,0 1-1-15,0 0-4 0,1 0 0 0,-2-2-3 0,-1 2-2 16,-1 0-5-16,-3-1-1 0,0 2-2 0,3 0-2 15,-3-1-5-15,0 1-2 0,-5 1 3 0,8-2-3 16,-8 2-1-16,7 0-6 0,-7 0 3 0,8-2-1 0,-8 2-2 16,0 0 0-16,8 0 2 0,-8 0-3 0,0 0 1 15,4-2-4-15,-4 2-1 0,0 0 3 16,0 0-2-16,0 0 4 16,0 0-3-16,0 0 1 0,0 0 0 0,0 0-4 15,0 0 2-15,0 0-3 0,7 0-7 0,-7 0-16 16,0 0-14-16,0 0-23 0,0 0-17 0,0 0-32 15,0 0-42-15,0 0-34 0,0 0-56 0,0 0-124 16,0 0-397-16,0 0 175 0</inkml:trace>
  <inkml:trace contextRef="#ctx0" brushRef="#br0" timeOffset="180962.84">6731 11497 20 0,'-4'-5'245'0,"4"0"-5"0,0 5-4 0,-2-8-10 0,-2 3-5 15,4-1-14-15,0 0 2 0,0 0 1 0,0 1-6 16,0-2-7-16,0 2-2 0,0 0-3 0,0 0-13 16,-1-1-10-16,1 6-3 0,0-5-6 0,0 5-24 15,0-6-18-15,-3 4-19 0,3 2-8 0,0 0-33 16,0-5-30-16,0 5-36 0,0 0-10 0,0 0 2 0,4 13 2 15,-4-2 0-15,0 6 0 0,4 6 1 0,-2 5 1 0,-2 1 5 16,3 3-2-16,-2 0 0 0,2-1 4 0,0-1-2 16,0-2 4-16,1-2 0 0,-1 1-10 0,-1-3-2 15,1-7 4-15,-3 0 0 0,1-5 2 0,3-2-1 16,-3 0 3-16,-1 1 0 0,0-5 3 0,1 1-2 16,-1-3 2-16,3 1 5 0,-3-2-3 0,0 1 5 0,0 1 0 15,0-5-1-15,0 5-1 0,0-5 6 0,0 0-5 16,1 4-11-16,-1-4-17 0,0 0-16 0,0 0-18 0,0 4-21 15,0-4-22-15,0 0-23 0,0 0-24 0,0 0-25 16,0 0-29-16,0 0-33 0,0 0-157 16,0 5-427-16,0-5 190 0</inkml:trace>
  <inkml:trace contextRef="#ctx0" brushRef="#br0" timeOffset="181686.31">7269 11736 61 0,'-6'1'197'0,"-1"1"2"0,1-2-6 0,6 0-2 0,-8 1-13 15,8-1-7-15,-7 0-10 0,7 0-5 0,-5 2-6 16,5-2-13-16,0 0-9 0,-6 1-4 0,6-1-12 16,0 0-5-16,0 0-7 0,0 0-5 0,0 0-10 15,-5 3-3-15,5-3-8 0,0 0-5 0,0 0-10 16,0 0 0-16,0 0-8 0,0 0-3 0,-4 2-4 16,4-2-3-16,0 0-2 0,0 0-5 0,0 0 16 0,0 0-11 0,0 0-5 15,0 0 14-15,0 0-11 0,0 0-5 16,0 0 0-16,0 0-2 0,0 0 3 0,0 0-6 31,0 0-1-31,0 0-1 0,0 0-6 0,0 0 2 0,0 0-1 0,0 0-4 0,0 0 0 0,0 0-2 0,0 0-2 16,0 0-4-16,0 0 0 0,0 0 1 15,0 0-5-15,0 0 3 16,0 0 1-16,0 0-3 0,0 0 0 0,0 0 0 0,0 0-3 16,0 0 3-16,-2 3-4 0,2-3-3 15,0 0 1-15,0 0 10 0,0 0-11 0,17-3 5 16,-4 3-6-16,7-2 3 0,9-2 3 0,3 1-3 15,4 0 0-15,2-2 1 0,17-1 3 0,-4-1-7 0,-10 2 7 16,13-3-2-16,-13 4 0 0,7-1-1 0,-12 1 2 16,-3-1-5-16,-1 3 2 0,-14 2 2 0,2-1 1 0,-8-2 9 15,2 3-13-15,-4-1 4 0,-2 0-2 0,-3 1-5 0,3 0-3 16,-8 0-5-16,7 0-9 0,-7 0-6 0,7 0-11 16,-7 0-6-16,2-4-14 0,-2 4-16 15,0 0-14-15,0 0-15 0,0 0-17 0,0 0-18 16,-20 4-23-16,12-4-21 0,8 0-29 0,-9 1-205 0,4 0-451 15,5-1 200 1</inkml:trace>
  <inkml:trace contextRef="#ctx0" brushRef="#br0" timeOffset="182303.54">8084 11419 164 0,'-2'-1'249'0,"2"1"-17"0,0 0-17 0,0 0-22 15,0 0-19-15,0 0-15 0,0 0-20 0,0 0-17 16,4-5-12-16,-4 5-13 0,10 0-9 0,-4 0-9 0,5 0-6 16,1 1-5-16,0 0-4 0,3 3-5 0,2 0-7 0,0 2-6 15,0 1-6-15,1 1-3 0,-4 2-3 0,0 1-6 16,-1 3-2-16,-4 0-4 0,2 1-1 0,-4 6-8 15,-3-4 0-15,-3 6-6 0,-2 5-6 16,-7-3-5-16,0 0 6 0,-7-1-2 0,2 2 3 0,-6-4-2 0,2 1-1 16,-2-1 2-16,-2-3 3 0,6-4-3 0,-4 3-3 15,3-5 0-15,0-2 2 0,3 1-3 0,3-6 3 16,3 3 0-16,2-4-5 0,-2 0 1 0,4-2 2 0,-1 2 1 31,1-3 7-31,3-2 2 0,0 5 15 0,6-3 4 16,2 0 5-16,4-4-1 0,8 2 0 0,2 0-3 15,8-2 2-15,2-1 0 0,0 1-2 0,3-1 7 16,-2-1-5-16,3-1-3 0,-4 2 0 0,-3 0-1 0,-10 3-8 16,-1 0 0-16,0-2-3 0,-5 0 0 0,-3 1-5 15,-1 1 2-15,-4-1-2 0,-5 1 2 0,11 0-20 16,-11 0-9-16,7-1 1 0,-7 1 0 0,0 0-11 16,0 0-12-16,0 0-21 0,0 0-21 0,0 0-26 0,-19 5-11 15,7-3-41-15,7-2-46 0,-5 0-187 16,10 0-421-16,-10 0 187 0</inkml:trace>
  <inkml:trace contextRef="#ctx0" brushRef="#br0" timeOffset="182834.75">8580 11607 253 0,'5'-4'245'16,"2"-1"-25"-16,2 0-18 0,2 1-22 0,-2 1-21 15,1 1-13-15,3-2-14 0,0 4-8 0,2 0-13 16,2 5-10-16,-3-4-9 0,4 3-7 0,-4 3-15 0,1 0-6 0,-1 3-5 16,-2 1-8-16,-5 0-8 0,3 3-6 0,-2 0-5 15,-5-2-6-15,-1 4-3 0,-3 2-7 16,-3-1 2-16,0 2-1 0,-3-1-3 0,-3-2-3 0,-2 1 0 15,-2-2 0-15,1-1 4 0,-2 0-4 0,2 0 1 16,0-3 1-16,-2-1-2 0,6-3 2 0,-1 0-3 16,2-2 1-16,0-1 7 0,3-1 19 0,1 0 18 0,2-1 43 0,-3-1 26 15,5-1 17-15,0 0-4 0,-7-6-15 16,7 6-12-16,8-14-17 0,1-1-9 0,1 1-11 16,8-7-6-16,0-4-4 0,5 0-4 0,-1-1-17 15,0 1-4 1,2-3-4-16,-1 1-7 0,-3 4 3 0,-2 0-2 15,-4 7-5-15,-1 1-7 0,-4 4 8 0,1 2 2 16,-5 0-9-16,-1 3 11 0,0 2-22 0,0-1 1 0,-3 3-8 16,4-1-5-16,-5 0-20 0,0 3-2 0,0 0 5 15,0 0-5-15,-11 17 6 0,3-7-3 0,-1 4 9 16,-5 1-5-16,2 3 1 0,-2 3 17 0,5 5-11 16,-1-2-1-16,1 1 5 0,8-7-2 0,-3 0 2 15,4 2 0-15,4-2 2 0,-3-2 3 0,8-2-4 16,0 1 7-16,4-1 1 0,2-4-10 0,4 0-22 0,7-3-35 0,3 0-33 15,1-4-46-15,-2-1-47 0,5-3-65 0,-5-3-266 16,3 0-569-16,-3-2 252 0</inkml:trace>
  <inkml:trace contextRef="#ctx0" brushRef="#br0" timeOffset="183236.91">9242 11379 217 0,'0'-4'329'0,"0"-4"-1"0,2 5-18 0,-2-2-16 0,3 0-15 0,-3 1-12 16,0 4-15-16,1-4-27 0,1 0-18 0,-2 4-28 15,2-5-16-15,-2 5-26 0,0 0-14 0,0 0-21 16,0 0-21-16,0 0-10 0,0 0-15 15,8 13-3-15,-3-3-13 0,-5 2-1 0,1 5-5 0,2 8-8 16,-3 4 2-16,1 0-1 0,-1 3-3 0,0 2-8 16,5 0 2-16,-5-1-2 0,-3 1-2 0,1-3-4 0,2-1-3 15,0-1 2-15,0-3 1 0,2-7-3 0,-2-2 6 32,3-1-6-32,-2-4 1 0,2-1-4 0,-3-2 3 0,0-1-7 0,0-1 9 0,1-3 2 0,2 2 2 15,-2-1-1-15,3-2 7 0,-3 2-6 0,6-2 6 16,-2-2 1-16,5 2-1 0,-1-3-4 0,3-2 1 31,2 2 0-31,-2-2-26 0,2-1-32 0,-1 1-35 0,4-5-42 0,-2 1-57 16,-2 2-74-16,2-4-342 0,2-3-639 0,-4 2 283 15</inkml:trace>
  <inkml:trace contextRef="#ctx0" brushRef="#br0" timeOffset="183435.18">9254 11646 134 0,'-7'0'324'16,"7"0"-7"-16,-7 0-13 0,7 0-10 0,0 0-19 16,0 0-19-1,0 0-27-15,-7-3-24 0,7 3-27 0,0 0-11 0,23-7-20 16,-4 4-21-16,8-1-45 0,6-1-48 0,3 0-59 15,-1 0-67-15,2 0-79 0,-4 1-292 0,4-3-502 16,0-1 223-16</inkml:trace>
  <inkml:trace contextRef="#ctx0" brushRef="#br0" timeOffset="184036.11">9943 11722 168 0,'0'0'189'0,"0"0"2"16,-6 3 7-16,6-3-2 0,-4 1-5 0,4-1-7 0,0 0-12 0,0 0-9 15,0 0-5-15,0 0-9 0,0 0-6 0,-5 3-5 16,5-3-11-16,0 0-7 0,0 0-9 0,0 0-10 16,0 0-11-16,0 0-9 0,0 0-9 0,0 0-8 15,0 0-8-15,0 0-2 0,0 0-11 0,0 0-1 16,0 0-5-16,0 0 0 0,0 0-7 0,0 0-5 0,0 0-2 31,0 0 0-31,0 0-4 0,-1 3 1 0,1-3-5 16,0 0-2-16,0 0-4 0,0 0 3 0,0 0-2 15,0 0-2-15,0 0-1 0,0 0-2 0,0 0 1 0,24-2 2 16,-11 2-6-16,6-1 5 0,3-1 1 0,5 0-3 16,2-1-3-16,1-1 2 0,0 0 1 0,1 2-3 15,2-2 2-15,-6 1-5 0,-5 0 1 0,-3-2-5 16,-2 1-12-16,-4 1-14 0,-1 2-15 0,-4-1-17 0,-1 0-19 0,-2 0-19 16,1 0-25-16,-6 2-61 0,0 0-295 15,-4-8-521-15,-5 6 230 0</inkml:trace>
  <inkml:trace contextRef="#ctx0" brushRef="#br0" timeOffset="184252.03">10078 11581 250 0,'-2'-4'372'0,"2"4"-11"0,-2-5-7 0,2 1-8 15,0 4-11-15,-1-6-19 0,1 6-26 0,-2-4-21 16,2 4-26-16,-1-3-26 0,1 3-27 0,0 0-24 0,0 0-35 15,0 0-35-15,0 0-23 0,0 0-6 16,0 0-11-16,0 17-6 0,1-7-5 0,1 2-9 0,-1 5-1 0,0 2-7 16,3 1-10-16,0-1-12 0,-2 0-38 0,2 1-25 0,1-2-37 15,-5 2-43-15,4-3-44 0,-1 0-40 16,-2-1-54-16,-1 0-285 0,1-5-604 0,3-1 267 16</inkml:trace>
  <inkml:trace contextRef="#ctx0" brushRef="#br0" timeOffset="184671.27">10607 11350 290 0,'1'-4'327'15,"3"-3"-10"-15,-3 0-13 0,0 4-11 0,2-2-20 16,-2 3-25-16,3-2-28 0,-4 4-22 0,0-4-18 0,0 4-16 16,3-2-29-16,-3 2-15 0,0 0-16 15,0 0-14-15,0 0-14 0,2 13-11 0,2-3-2 16,-1 5-14-16,-2 2-4 0,-1 9-6 0,3 0-7 0,-2 3 5 0,-1 8-5 16,-1-5 0-16,-2 4-8 0,3-3-6 0,-4 0-1 15,4-2-5-15,-1 2-1 0,1-6 3 0,0 0-3 16,1-8-2-16,-1 1-4 0,0-3 5 0,3-1-3 15,-2-4-1-15,-1-2 0 0,3-1 4 0,-2-2-2 16,1 1-1-16,-2-3 5 0,3 0 0 0,-2-1-1 0,-1-1 13 16,4 2 12-1,-3-2 4-15,2-1 5 0,-3-2 9 0,6 4-9 16,2-3 2-16,-2 1-7 0,4-4-6 0,1 1-7 16,1 0-31-16,3-3-28 0,2 0-44 0,-4-1-48 15,6 0-73-15,8-7-83 0,-9 3-324 0,10-6-654 0,-5 0 290 16</inkml:trace>
  <inkml:trace contextRef="#ctx0" brushRef="#br0" timeOffset="184906.59">10520 11655 130 0,'0'0'324'0,"-6"3"-1"16,6-3-4-16,-6 1 3 0,6-1-10 0,0 0-23 15,0 0-19-15,0 0-24 0,0 0-35 0,0 0-26 16,18-8-30-16,-2 4-35 0,5 0-49 0,7 1-51 16,6-2-49-1,-5-4-58-15,6 5-60 0,-2-3-91 0,-1-2-228 16,1 1-506-16,-5-1 224 0</inkml:trace>
  <inkml:trace contextRef="#ctx0" brushRef="#br0" timeOffset="185470.34">10878 11206 181 0,'0'0'334'0,"4"-6"-13"16,-1 3-24-16,0 3-20 0,-3 0-24 0,5-4-22 0,-1 3-27 15,0-2-21-15,-4 3-23 0,10 0-11 0,-10 0-21 16,11 4-11-16,-4-1-12 0,2 1-11 0,0 0-9 0,-2 3-9 16,0-1-8-16,-1 3-10 0,-2-1 1 0,2 4-12 0,-2-3-3 15,-3 1-9-15,-1 1-5 0,2-1 0 0,-4 2-6 16,1 0-3-16,-3-3 0 0,-3 1 0 0,4 1-7 16,-3-4-1-16,2 1-2 0,0-1 0 0,1-2-1 15,1-1-3-15,1 1-1 0,-2-1 4 0,-1-1-1 16,3-1 4-1,1-2 0-15,0 7 0 0,0-7 6 0,0 0 14 16,1 4 6-16,6-4 7 0,0 0-2 0,1 0-2 16,5 0-1-16,3 0 0 0,2 1-4 0,-1-2-7 0,2-2-2 15,3 3 5-15,-4-1-15 0,-1 1-1 16,0-2 9-16,-3 1-13 0,-4-2 2 0,0 2-7 16,-3 1 1-16,-1 0 10 0,-6 0-6 0,9 0 0 0,-5 0-2 15,-4 0-3-15,0 0 2 0,9 0-5 0,-9 0-17 0,0 0-8 16,0 0-18-16,0 0-19 0,5-1-20 0,-5 1-12 15,0 0-23-15,0 0-27 0,0 0-32 0,-21 5-30 0,14-4-29 16,1-1-44-16,-2 2-224 0,8-2-538 16,-9-3 239-16</inkml:trace>
  <inkml:trace contextRef="#ctx0" brushRef="#br0" timeOffset="185740.15">11257 11105 112 0,'0'-4'339'0,"3"0"-16"15,-2 3-25-15,-1 1-29 0,5-6-28 0,-5 5-28 16,0 1-22-16,0 0-23 0,14 7-18 0,-5-2-20 16,4 7-13-16,3 1-5 0,3 9-11 0,1 3-8 15,-2 4-6-15,-2 4-5 0,3 16-3 0,-3-3-6 16,-3 8-6-16,-6 2-9 0,-2 1-2 0,-2 1-1 15,-8-2-6-15,-5 0-8 0,-2-5-3 0,-3-4-5 0,-4-2 4 16,-2-1-9-16,1-14-1 0,-12 8 14 0,-3-1-19 0,-8-3-11 16,-2-2-19-16,-6 3-55 0,-4-5-61 0,-27 10-57 15,-5-10-104-15,2-3-229 0,-3-5-556 0,24-9 247 16</inkml:trace>
  <inkml:trace contextRef="#ctx0" brushRef="#br0" timeOffset="186543.5">6452 11169 142 0,'0'0'231'16,"-2"-6"-13"-16,2 6-21 0,0-3-14 0,0 3-24 15,0 0-20-15,0 0-13 0,0 0-16 0,-21 13-13 16,4 7-10-16,-3 4-11 0,-10 14-11 0,0 5-6 0,0 9-9 16,-14 29-2-16,9 2-6 0,5-5 2 0,3 5 2 15,11-1-3-15,7-23-1 0,6-3-5 0,3 2 0 16,7-2-3-16,7-3 2 0,6-4-1 0,7 2 6 0,11-4-4 31,6-3-2-31,7-5 0 0,26 5-3 0,3-6-1 0,-17-16-45 16,30 5-70-16,-2-6-89 0,-31-6-215 0,2-5-419 15,0-1 186-15</inkml:trace>
  <inkml:trace contextRef="#ctx0" brushRef="#br0" timeOffset="189379.87">11451 10976 43 0,'-5'0'207'0,"5"0"-20"0,0 0-16 0,-7-4-18 15,7 4-14-15,0 0-8 0,0 0-14 0,0 0-6 16,11-8-10-16,-6 7-6 0,0-2-9 16,-5 3-7-16,5-3-5 0,-5 3-3 0,7 0 8 0,-7 0-3 15,5-2 0-15,-5 2 3 0,4-2 0 0,-4 2-1 16,0 0-2 0,0 0 3-16,5-2-6 0,-5 2-2 0,0 0-2 15,0 0 0-15,0 0-3 0,0 0-5 0,0 0-6 0,0 0 1 16,0 0-7-16,0 0-7 0,0 0-5 0,0 0 0 15,6-1-7-15,-6 1-3 0,0 0 0 0,0 0-2 16,0 0-6-16,0 0-1 0,0 0-2 0,0 0-1 16,0 0-5-16,0 0 2 0,0 0 0 0,0 0-7 15,0 0 1-15,0 0-1 0,0 0 2 0,0 0-2 0,0 0-2 16,0 0-1-16,0 0 1 0,0 0-2 0,0 0 3 16,0 0-2-16,0 0 2 0,0 0-4 0,0 0 0 0,0 0 0 15,0 0 1-15,0 0 1 0,0 0-1 0,0 0-2 16,0 0 1-16,0 0 0 0,0 0 0 0,0 0 1 15,0 0 0-15,0 0-4 0,0 0 2 16,0 0 1-16,0 0 1 0,0 0-1 16,0 0-2-16,0 0 2 0,0 0 1 15,0 0-2-15,0 0-1 0,0 0 0 0,0 0 1 16,0 0 5-16,0 0-7 0,8 2 2 0,0-2 0 16,2-1 2-16,9 0 2 0,3-2-4 0,8 2 2 0,1-2-2 15,2 0 4-15,7-1 0 0,-3 1-1 16,0-2-1-16,1 3-1 0,-2-1-1 0,-3-1 2 15,2 3 0-15,-7 0-4 0,0-2-3 0,-9 1-6 0,-2 1-10 0,-4 1-10 0,-3-1-14 16,-2 1-6-16,0 0-12 0,-2-1-12 16,-6 1-17-16,6 0-17 0,-6 0-13 0,0 0-19 15,0 0-23-15,0 0-33 0,-22 1-168 0,15-1-396 16,-1 0 176-16</inkml:trace>
  <inkml:trace contextRef="#ctx0" brushRef="#br0" timeOffset="189664.69">12375 10634 268 0,'0'-10'327'0,"-1"3"-21"0,0-1-18 0,1 1-10 0,-4 1-21 15,4 2-13-15,0 0-30 0,0 4-23 16,0-8-22-16,0 8-18 0,0-2-23 0,0 2-32 0,0 0-23 0,0 0-7 16,0 0-8-16,5 10-6 0,-4-1-3 0,2 3-7 15,-2 3-3-15,6 1-7 0,-5 4-2 0,5 5 2 16,-5 0-4-16,2-5-2 0,2 5-4 0,-3-6-15 16,-1 0-22-16,1-1-28 0,-2 0-30 0,-1 1-29 15,0-3-31-15,-1 2-46 0,1-4-47 0,-3-2-225 16,1-1-488-16,-1-1 217 0</inkml:trace>
  <inkml:trace contextRef="#ctx0" brushRef="#br0" timeOffset="190102.9">12260 11132 129 0,'-5'0'259'0,"0"2"-13"16,5-2-14-16,-8 2-10 0,8-2-15 0,-5 0-19 16,5 0-10-16,0 0-18 0,-5 3-15 0,5-3-11 15,0 0-6-15,-4 1-22 0,4-1-10 0,0 0-9 16,0 0-5-16,0 0-13 0,0 0-8 0,0 0-4 0,0 0-5 31,0 0-5-31,0 0-2 0,-5 2-5 0,5-2-1 16,0 0-5-16,0 0-3 0,0 0 0 0,0 0-8 15,0 0 1-15,0 0-2 0,0 0-5 0,0 0-4 16,0 0 1-16,0 0 1 0,0 0-4 0,0 0 0 0,0 0 1 16,18-2-2-16,-4 1-3 0,4-3 0 0,12-1 1 15,3 0-1-15,4-1-5 0,1 2 1 0,17-4 0 16,-2-1 1-16,0 0-2 0,-2 0 5 0,-1 4-3 16,-12-3-1-16,-2 5-4 0,-4-2 2 0,0-2 1 0,-4 2 3 15,-9 5-3-15,-6-1 3 0,-3-2-4 0,2 2-2 16,-5 0-1-16,0-1-4 0,-3 0-22 0,-4 2-13 15,4-2-13-15,-4 2-18 0,0 0-25 0,-20 8-24 0,6-4-30 16,-1-1-38-16,-4 4-243 0,2-4-467 0,-2 4 208 16</inkml:trace>
  <inkml:trace contextRef="#ctx0" brushRef="#br0" timeOffset="190750.31">12493 11281 240 0,'0'0'235'16,"-10"-1"-27"-16,10 1-23 0,0 0-13 0,0 0-17 15,0 0-14-15,0 0-16 0,25-1-7 0,-12-1-12 0,1 4-12 16,-4-2-10-16,7 1-5 0,1 0-7 0,0 3-12 16,1-3-7-16,-5 2-3 0,-3 2-6 0,3-1-6 15,-5 3-4-15,1-1-2 0,-2 1-1 0,-3 4-7 16,-1-3-5-16,-1 2-1 0,-4 7 3 0,-2-5-6 16,-4 5-2-1,0 0 1-15,-7 3-1 0,-4 1-3 0,-1 0-5 0,1-2 7 16,-1 1-1-16,5-5-3 0,-2-3-1 15,2 1-1-15,1-1 1 0,2-3-1 0,2-2-4 0,0 0 4 16,3 1-1-16,-1-4 0 0,2 2 0 0,3-3-2 16,-1 1 2-16,-1-1 18 0,4-3 16 0,-4 4 8 15,3-1 10-15,1-3 5 0,-3 3 8 0,3-3 5 16,-2 2 3-16,2-2 2 0,0 0-2 0,0 0 1 16,-3 4-8-16,3-4 4 0,0 0-10 0,0 0-4 0,0 0-10 15,0 0 0-15,0 0-10 0,0 0 0 0,-3 3-5 16,3-3-2-16,0 0-6 0,0 0 0 0,0 0-3 15,0 0 1-15,0 0-4 0,0 0-5 0,0 0-3 0,0 0-1 16,0 0-2-16,0 0-1 0,0 0 1 0,0 0 1 16,0 0-7-16,0 0 0 0,0 0 6 15,0 0-6-15,0 0 1 0,14-1-1 0,-5-2-3 0,8-1-4 0,2 1 13 16,2-1-5-16,11 0-3 0,-1-3 1 0,3 1-13 16,4 2 10-16,2-3-4 0,0 2 2 0,-3 0 2 15,1 1 4 1,-3 0-3-16,-3 4-3 0,-11-3 3 0,-1 1-2 15,-3 0-1-15,-5 1 0 0,-1 1 5 0,-3-1-5 16,0 1 2-16,-3 1 3 0,-5-1 2 0,10-1-4 16,-10 1 5-16,5-1-11 0,-5 1-14 0,0 0-12 0,8 0-36 15,-8 0-29-15,0 0-19 0,0 0-32 0,0 0-46 16,0 0-82-16,0 0-255 0,-18 7-571 0,18-7 253 16</inkml:trace>
  <inkml:trace contextRef="#ctx0" brushRef="#br0" timeOffset="191769.22">14201 11792 117 0,'0'0'150'0,"0"0"-4"16,-6 1-3-16,6-1-4 0,0 0 2 0,0 0-7 16,0 0-2-16,0 0-3 0,0 0-1 0,0 0-4 15,0 0-4-15,0 0-8 0,0 0-5 0,0 0-7 0,0 0-7 16,0 0-9-16,0 0-7 0,0 0-7 0,0 0-9 16,0 0 0-16,0 0-14 0,0 0-4 0,0 0 0 0,0 0-8 15,0 0-3-15,0 0-4 0,0 0-2 0,0 0-4 16,0 0 2-16,0 0-6 0,0 0-1 0,0 0 1 15,0 0-6-15,0 0 1 0,0 0 4 0,0 0-4 16,0 0-1-16,0 0 6 0,0 0-7 0,0 0 0 16,0 0 0-16,0 0-2 0,0 0 0 0,0 0 2 15,0 0-5-15,0 0 7 16,0 0-6-16,0 0 2 0,0 0-1 0,23-4-1 16,-8 2-3-16,-2 0 1 0,6 0 2 0,12-3-2 15,1 2 2-15,1-1-4 0,4 1 2 0,0 0 5 16,0-1-10-16,-1-1 2 0,0 2-2 0,-3 1 1 15,2-2 2-15,-5 0-1 0,-9 1-1 0,0 2 2 16,-4-2 0-16,-3 2 2 0,-4 1 0 0,-1-1 0 16,0-1 4-16,-4 1-2 0,2 1-3 0,-7 0-1 0,9-1-9 0,-9 1-14 15,0 0-12-15,0 0-26 0,0 0-18 0,0 0-33 16,-22 5-35-16,9-3-37 0,2 0-218 0,-1-1-431 16,1 2 190-16</inkml:trace>
  <inkml:trace contextRef="#ctx0" brushRef="#br0" timeOffset="192138.09">14135 12044 127 0,'-6'3'171'0,"-1"-2"-18"0,2-1-13 0,5 0-14 15,-5 3-16-15,5-3-5 0,-5 0-7 0,2 3-5 16,3-3-3-16,0 0-3 0,0 0-10 0,0 0-4 16,0 0-7-16,0 0-3 0,0 0-6 0,22 0-2 0,-2-3-10 15,8 0-2-15,3 2-2 0,6-3-2 0,5 0-3 0,10-1-2 16,5 0 9-16,0-2-2 0,1 3 1 0,-1-1 0 15,-7 0-2-15,-10 1-4 0,-3 0 4 0,-4 1 4 16,-1-1 0-16,-2 0 3 0,-10 2-2 0,-6 1-5 16,-1-1 2-16,-3-1-2 0,-1 1-2 0,-1 2-5 15,-2 0-4 1,-6 0-6-16,9-3-18 0,-4 3-29 0,-5 0-25 16,0 0-69-16,0 0-88 0,0 0-169 0,0 0-406 15,-20-6 181-15</inkml:trace>
  <inkml:trace contextRef="#ctx0" brushRef="#br0" timeOffset="194795.5">15875 11146 56 0,'-9'1'169'16,"9"-1"-9"-16,-10 0-1 0,10 0-16 0,-9 1-8 15,9-1-4-15,0 0-6 0,0 0-12 0,-2 3-8 0,2-3-10 16,0 0-9-16,0 0-8 0,0 0-11 0,0 0-6 15,0 0-7-15,0 0-4 0,19 4-3 0,-1-4-1 16,3-2-1-16,13 2 3 0,19-5 0 0,-3 0-3 0,9 1 6 16,4-3-1-16,4 0-7 0,23-3-4 0,-33 5 2 0,-2 0-4 31,-4 1-5-31,-15 1-1 0,-3 2-5 0,-5 0 0 16,-6-2-13-16,-8 3-16 0,-4 0-26 0,1-3-30 0,-5 3-6 15,-6 0-24-15,0 0-34 0,0 0-50 0,0 0-146 0,-35 7-347 16,7-4 154-16</inkml:trace>
  <inkml:trace contextRef="#ctx0" brushRef="#br0" timeOffset="195328.97">15910 11229 46 0,'0'0'222'0,"0"0"-20"0,0 0-20 16,0 0-15-16,-5 1-19 0,5-1-17 0,0 0-13 16,0 0-11-16,2 5-11 0,2 0-9 0,0-2-5 15,5 5-14-15,0-2-5 0,4 6-9 0,2 0 1 16,2 0-8-16,6 5-6 0,2-4-2 0,2 1-4 16,0 0 0-16,-2 2-7 15,5-4 0-15,-3-1-3 0,2 4-3 0,-1-5-4 16,-1 1 0-16,-3 2-2 0,4-5-3 0,-7 0-7 15,-5-3 3-15,3 0-2 0,-3 1-6 0,-4-3 2 16,-1-2 2-16,-3 2-2 0,4-3 0 0,-8 1 2 16,2-2 2-16,-6 1 5 0,12-2 6 0,-6 1 16 15,-6 1 4-15,4-2 9 0,-4 2 3 0,8-1-2 16,-8 1-3-16,0 0-5 0,2-4-4 0,-2 4-5 0,0 0-5 0,7 0-16 16,-7 0-12-16,0 0-1 0,-3 11 1 0,2 1 0 15,-3 6 0-15,-5 8 2 0,-4 6 0 0,-3 14-5 16,-5 0 7-16,1 5-4 0,-1 0 0 0,-2 0 2 15,1 4-3-15,-4-4 5 0,8-3-3 0,-4 1 4 16,8-4 5-16,-5-1-3 0,6-11 0 0,-1 2 0 16,1 11 1-16,2-13 0 15,2-1 2-15,0 2-3 0,0-8-2 0,0 2 0 16,4-2 2-16,1-9-2 0,0 1 0 0,0-2-4 16,1-1 3-16,-1-3 3 0,1 0-4 0,2-3 3 0,1-1-1 15,-1-2 1-15,0 0 0 0,1-3-1 0,-3 3-6 16,3-6-5-16,0 5-8 0,0-5-13 0,-1 5-16 15,-2-3-20-15,3-2-25 0,0 6-28 0,0-6-12 16,0 0-33-16,0 4-37 0,0-4-115 0,0 0-339 16,0 0 150-16</inkml:trace>
  <inkml:trace contextRef="#ctx0" brushRef="#br0" timeOffset="195734.29">16183 12587 184 0,'-2'1'176'0,"2"-1"-8"0,-7 1-12 16,3 1-10-16,4-2-11 0,0 0-11 0,-6 2-9 0,6-2-18 0,0 0-9 15,0 0-4-15,0 0 9 0,-5 3-5 0,5-3-2 16,0 0-1-16,0 0-1 0,0 0 0 0,0 0 1 16,0 0-4-16,0 0-5 0,22-5-5 0,4-4-1 15,6 3 0-15,18-4 6 0,9 3-3 0,6-5 4 16,31-2 2-16,-31 6-3 0,0-2-9 0,-2 0-5 16,1 4-8-16,-12-1-1 0,-15 4-8 0,-1-2-2 15,-3 0-6-15,-4 2-3 0,-9 2-4 0,-1-2 0 16,-6 3-4-16,-2 0-5 0,0-1-2 0,-5 1-3 15,0-3-3-15,1 3-13 0,-7 0-17 0,7-2-7 16,-3 0-10-16,-4 2-18 0,0 0-45 0,0 0-58 16,0 0-82-16,-11-6-224 15,3 3-498-15,0-4 221 0</inkml:trace>
  <inkml:trace contextRef="#ctx0" brushRef="#br0" timeOffset="196316.28">17489 11350 56 0,'0'-6'281'0,"1"-2"3"0,1 1-18 16,0 0-11-16,0-2-15 0,0 3-9 0,1 0-12 0,-1 0-7 16,-1 1-14-16,3 1-21 0,-4 0-16 0,0 4-16 15,4-5-20-15,-4 3-15 0,0 2-27 0,0 0-19 16,0 0-1-16,9 10-18 0,-5-2-2 0,-3 5-6 0,3 6-5 0,1 7-4 16,-4 8-5-16,2 17 3 0,-7-1-7 0,-1 2 2 15,1 0-2-15,0 0-6 0,1-1 3 0,1-2-3 16,1-16-1-16,1 2 2 0,-3 1-6 15,6-3 0-15,0-3 11 0,-1-3-12 0,3-1 0 0,-1-5-2 16,1-4-2-16,-1-2 1 0,-3-3 5 0,3 0 11 16,0-3-5-1,-3 1 4-15,3-3 4 0,-3-1-3 0,2-3 2 16,-2 3 0-16,4-3 3 0,-1 0 0 0,0-1-2 16,1 1-9-16,4-1 7 0,0-2 0 0,2 1-7 0,1-1-14 15,2-1-21-15,-1-1-22 0,2 1-26 16,4-2-31-16,-1 1-36 0,1-1-45 0,-1-2-57 15,0-1-279-15,-1-2-558 0,-2-1 247 0</inkml:trace>
  <inkml:trace contextRef="#ctx0" brushRef="#br0" timeOffset="196563.9">17341 11863 2 0,'0'0'279'16,"-8"1"-9"-16,8-1-5 0,-5 1-8 0,5-1-15 16,0 0-28-16,0 0-23 0,0 0-18 0,18-7-19 0,4 3-14 15,6 0-21-15,8 0-29 0,1-4-32 0,19 3-35 16,-2-2-38-16,2-1-39 0,-5 0-52 0,1 1-94 15,-11 0-151-15,10-4-380 0,-14 4 170 0</inkml:trace>
  <inkml:trace contextRef="#ctx0" brushRef="#br0" timeOffset="197179.36">17843 11242 14 0,'0'0'258'0,"1"-8"-14"0,1 5-7 0,-2 3-12 0,1-2-12 16,-1 2-21-16,0 0-18 15,1-6-20-15,-1 6-18 0,0 0-17 16,0 0-14-16,0 0-6 0,0 0-19 0,0 0-8 16,7 12-7-16,-6-4-4 0,0 1-9 0,-1 2-6 0,3 2-5 15,-3 3-3-15,0 0-3 0,-1 1-4 0,1 5-2 16,-3-5-4-16,0 3-3 0,1-2-1 0,-1-2-2 16,1-4-1-16,2 4-1 0,-2-5-2 0,0 0-2 15,2-5 2-15,0 0 2 0,-2 0 0 0,2-1 47 0,0 1 34 16,-1-3 36-16,1-3 5 0,0 0-13 0,0 0-14 15,11-10-6-15,-8 5-17 0,5-5-7 0,1 0-4 0,0-2-2 16,3-2-18-16,-1 0 1 0,-1-1-5 0,2 1 2 16,-1 2 2-16,-2 4 1 0,-2-1-5 0,1 2 2 15,-4 1-6-15,1-1-5 0,-1 7-5 0,0-5-15 16,-3 3-7-16,-1 2-20 0,10 0-2 0,-10 0-11 0,12 7-4 16,-4-3-2-16,2 5-2 0,0 2-2 0,2 3-13 15,-1-1-20-15,3 2-29 0,-2-1-42 0,0 3-43 0,1 7-44 16,-3-7-80-16,-3-1-296 0,-1-3-641 0,-3-5 284 15</inkml:trace>
  <inkml:trace contextRef="#ctx0" brushRef="#br0" timeOffset="197951.72">18652 11469 3 0,'-1'-5'265'0,"-2"-3"-18"0,-1 0-8 0,3 3-6 16,0 1-15-16,-2-3-16 0,3 2-10 0,-1 0-13 16,-2 2-15-16,2-1-16 15,1 4-14-15,4-5-23 0,-4 5-9 0,0 0-20 16,1-3-11-16,-1 3-8 0,4 10-11 0,-4-5-9 16,5 8-4-16,-2 6-5 0,-2 7-1 0,5 6-4 15,-2 2-3-15,-1-1-3 0,-2 14 2 0,3 0-1 16,-3 2-4-16,-1-14-2 0,3 1-2 0,-2 0 2 15,4-1-5-15,0-2-2 0,0-5-1 0,0 1 3 16,1-4-2-16,-4-6-2 0,1 0 0 0,2-2-2 0,-3-5 3 0,2-2-3 16,-3 2 0-16,1-3 1 0,0-1-1 0,-2-3-2 15,0 2 1-15,0-4 0 0,1 0 1 0,1 1 1 16,-2-4 2-16,2 7 1 0,-2-6-1 0,0-1-2 16,0 5 0-16,0-5 4 0,0 0-1 0,0 0-2 15,0 0-5-15,0 0-11 0,0 0-23 0,0 0-56 16,-7-16-74-16,3 6-126 15,-1-7-168-15,2-1-492 0,1-6 219 0</inkml:trace>
  <inkml:trace contextRef="#ctx0" brushRef="#br0" timeOffset="198281.31">18626 11308 80 0,'-1'-4'260'0,"-3"-2"-12"0,3 2-21 16,1 0-15-16,-4 0-20 0,4 4-22 0,0-4-20 16,0 4-13-16,5-3-16 0,4 1-7 0,3 2-11 0,2 2-9 15,1 0-6-15,8 3-9 0,4 1-8 0,0 3-6 16,-1 2-6-16,0 0-4 0,1 3-7 0,-4 3-7 16,1 1-1-16,-3 3-9 0,-3 0 1 0,-2 1-7 0,-3 3-2 31,-3-1-1-31,-7-7-2 0,1 1-6 0,-3 1-1 15,-5 0-2-15,-1 0-1 0,-5-2-2 0,-9 4 0 16,-2-1 3-16,-2-3-4 0,-5 1 1 0,1-3-3 16,-1 1 3-16,0-3-3 0,0 0 0 0,1 0 0 15,8-5 1-15,-8 3 0 0,3 2-2 0,7-5 0 0,-1-1-4 16,7-1-19-16,-1-1-22 0,3 1-33 0,2-1-25 0,3 2-7 16,1-3-24-16,6-1-66 0,-3-3-184 0,11 3-412 15,2-3 182-15</inkml:trace>
  <inkml:trace contextRef="#ctx0" brushRef="#br0" timeOffset="198914.09">19164 11970 181 0,'2'-4'272'0,"-2"4"-26"0,0 0-19 0,0 0-22 16,0 0-27-16,0 0-12 0,0 0-21 0,0 0-20 15,0 0-11-15,0 0-14 0,0 0-16 0,0 0-9 16,5 9-6-16,-4-3-8 16,0 0-8-16,1 4-6 0,-1-2-6 0,0 6-7 15,0-3 3-15,1 5-6 0,-2-1-2 0,0 1-4 16,0 0 0-16,-2 1-6 0,1-1-4 0,1-4 1 0,-1 3-5 15,1-4 1-15,-1 0 2 0,-1 0-5 0,1-3 2 16,1-1-5-16,0 0 6 0,0-1 2 0,0-2 25 16,0-4 38-16,-1 5 18 0,2-2 34 0,-1-3 29 15,0 0 29-15,0 0 15 0,0 0 1 0,0 0-17 0,0 0-18 16,0 0-19-16,6-11-17 0,-2 5-12 0,3-5-20 16,-1 2-9-16,2-4 1 0,1-1-16 0,-2 6-10 15,1-3-5-15,0 4-3 0,-2 0-18 0,-1 1 2 16,-1 0-5-16,1 3-7 0,-1 1-10 0,-3-2-19 15,4 1-14-15,-1 2-10 0,-4 1-5 0,0 0 2 16,10 1-5-16,-3 2-7 0,-3-1 1 0,2 2-7 0,-1 1 0 0,0-1 0 16,3 2 9-16,-3 2-5 0,4-2-11 0,-4 1-13 15,0-2-15-15,-1 0-19 0,1 2-24 0,-1-2-19 16,1-1-20-16,-2 2-23 0,-2-1-8 0,0-1-8 16,0 1-23-16,1-3-20 0,-2-2-29 0,0 0-201 15,0 0-512-15,-9 0 227 0</inkml:trace>
  <inkml:trace contextRef="#ctx0" brushRef="#br0" timeOffset="199521.37">19770 11357 165 0,'4'-3'201'0,"2"2"-12"0,1-1-15 16,-7 2-16-16,14 2-9 0,-3-1-11 16,-1 0-11-16,2 5-10 0,1 0-9 0,2-1-13 0,0 4-8 15,2 2-1-15,-3 0-8 0,-1 1-8 0,-2 5-8 0,-2-1-4 16,0 8-5-16,-1 1-6 0,-2-2-5 0,-6 3-1 16,0-5-9-16,-2 2 0 0,-6 2-2 0,-1-1 1 15,1-5-10-15,-2-2 3 0,0-2-2 0,1 0-4 0,0-1-2 16,0-3 2-16,0-2-6 0,2-1 4 15,0-2 1-15,2-2 6 0,1 2 10 0,0-4 15 16,1 2 20-16,1 0 27 0,0-2 31 0,2-2 39 0,0 0-6 0,0 0-21 16,0 0-1-16,-4-11-26 0,6 3-4 0,2 0-17 15,3-3-7-15,3-4-7 0,1-2-9 0,0 2-9 16,5-5 5-16,-3 5-17 0,2 0-5 0,-6 1-1 16,0 6-9-16,5-5 0 0,-7 4-3 0,-1 2-14 0,-1 2 17 31,-1-2-18-31,1 5 1 0,-1-1-11 0,0 0-13 15,-3 2-21-15,-1 1-5 0,0 0 8 0,0 0-2 0,12 5-5 16,-10 3 0-16,2 0 7 0,0 4 1 0,2 2 2 16,-3-4 5-16,2 6-1 0,-1 1 10 0,4-2-8 15,-1 2 1-15,1-2 1 0,1 5-2 0,2-6-23 16,-1 1-15-16,1-1-22 0,1-2-29 0,-4-1-31 16,-3-1-32-16,4-3-62 0,0-1-77 0,-5 0-178 15,-2-4-527-15,2-2 233 0</inkml:trace>
  <inkml:trace contextRef="#ctx0" brushRef="#br0" timeOffset="199799.75">20336 11347 53 0,'7'-5'232'0,"3"3"-14"0,1 1-13 15,1 1-12-15,-1 1-17 0,2 3-10 0,4 2-13 16,-3 5-9-16,1 0-10 0,4 9-12 0,-1 1-4 16,-1 5-14-16,-1 3-5 0,-3 3-6 0,-3-1-9 15,-6 2-10-15,1 1-13 0,-5 1 1 0,-5 1-6 0,-1-2-6 0,-4 2-8 16,-3-4-5-16,-5-1-7 0,-1 0 0 0,-4-6-24 16,-4 3-31-16,-4-5-24 0,2-2-31 0,-2-3-49 15,-1-2-43-15,-2-4-210 0,-2-2-412 0,-5-5 182 16</inkml:trace>
  <inkml:trace contextRef="#ctx0" brushRef="#br0" timeOffset="200138.3">19733 11073 165 0,'-8'3'158'0,"-3"2"-11"16,-6 7-12-16,-2 5-13 0,-3 4-6 0,-1 6-8 0,-11 12-3 15,1 11-5-15,-12 21-6 0,13-22 1 0,-8 27-10 16,15-22-2-16,6 4-3 0,5-2-1 0,6-3-3 16,4 1-2-16,8-4 15 0,5-6-4 15,2-10 4-15,7-5-6 0,2 0-5 0,20 3-7 0,4-6-1 16,3-2-19 0,7-6-41-16,2-4-59 0,8-5-111 0,-7-1-214 15,1-6-404-15,-2-2 179 0</inkml:trace>
  <inkml:trace contextRef="#ctx0" brushRef="#br0" timeOffset="201589.41">16026 13020 96 0,'0'-5'292'0,"0"2"-10"0,0 3-13 0,1-6-12 0,-1 2-14 15,0 4-20-15,0-5-23 0,0 5-21 0,0-3-19 16,0 3-17-16,3-4-23 0,-3 4-24 0,0 0-17 15,0 0-10-15,0 0 0 0,-3 14-18 0,3-4-5 16,0 2-2-16,0 5-7 0,3 0-2 0,-6 7-3 0,7 3-5 16,-4 1-1-16,-1-2-5 0,-2 2-13 0,2-4 5 15,-2 1-8-15,2-6 1 0,0 5 2 0,1-4-1 0,-3-4-3 16,2-5 0-16,1 0 1 0,0-1-2 0,0-2 1 16,-3-2 1-16,3-1 3 0,3 0 40 0,-6-2 27 15,3-3 38-15,0 4 28 0,0-4 26 0,0 0 14 16,-2 5 19-16,2-5 2 0,0 0-16 0,0 0-22 15,5-12-19 1,0 2-12-16,-1 0-13 0,5-6-16 16,0-2-8-16,5-7-11 0,-2 4-15 0,3-6-8 0,-1 2-7 15,4 1-9-15,-5 2-3 0,-2 7-7 0,-1-2-3 0,-1 2-6 0,1 6-2 0,-3-3-3 16,-1 6-4-16,-1-2-2 0,1 3-8 0,-3 0-26 16,1 2-28-16,1 1-13 0,-5 2-4 0,9 2 10 15,-4 1-12-15,2 2-2 0,0 4 6 0,1 1 3 16,1 5 8-16,0-1-1 0,0 3 5 15,-4 0 8-15,0 2-1 0,4-4 8 0,-4 5-6 16,0-2 7-16,2-1 5 16,-3 0-1-16,-2 0 7 0,4-2 3 0,-4-4-7 15,0 0 8-15,-1-2 1 0,1 1 5 0,-2-3-4 16,1-1 3-16,0-1-7 0,-1-1 22 0,-1 0-12 16,2-1 0-16,1-1 4 0,-2-2 3 0,1 5 0 15,-1-5 0-15,0 5 3 0,0-5-3 0,0 0 2 16,0 3-7-16,0-3-21 0,0 0-24 0,0 0-17 15,0 0-18-15,0 0-10 0,1 4-14 0,-1-4-10 16,0 0-11-16,0 0-8 0,0 0-9 0,0 0-5 16,0 0-17-16,0 0-22 0,0 0-93 0,0 0-220 15,9-14-546-15,-2 7 241 0</inkml:trace>
  <inkml:trace contextRef="#ctx0" brushRef="#br0" timeOffset="201858.43">16572 13114 108 0,'0'-4'325'0,"0"4"-16"0,0 0-19 16,0 0-15-16,0-6-24 0,0 6-22 0,2-4-17 15,-2 4-21-15,0 0-22 0,5-4-19 0,1 1-13 16,0 2-16-16,0 0-11 0,4-1-13 0,2 0-7 15,-1-1-19-15,2 6-19 0,1-6-26 0,4 3-24 16,0 0-33-16,-1 3-36 16,-2-3-38-16,-2 4-44 0,2-3-50 15,-5 1-245-15,2 1-481 0,-2 1 212 0</inkml:trace>
  <inkml:trace contextRef="#ctx0" brushRef="#br0" timeOffset="202043.52">16685 13304 181 0,'0'0'214'0,"0"0"1"0,-1 3-6 0,1-3-12 15,0 0-4-15,0 0-12 0,9 2-15 0,3-4-18 16,0 0-17-16,2-3-8 0,7 2-12 0,6-1-24 16,3-5-30-16,2 5-40 0,0-1-41 0,-1-2-57 0,0 2-67 15,-6 0-182 1,4-2-357-16,-3-1 159 0</inkml:trace>
  <inkml:trace contextRef="#ctx0" brushRef="#br0" timeOffset="202444.43">17466 12933 174 0,'0'0'222'0,"0"0"-19"16,-2-4-25-16,2 4-14 0,0 0-21 0,-5-2-13 16,5 2-10-16,0 0-3 0,-11 7-12 15,5-2-13-15,-3 2-5 0,1 2-9 0,-2 0-8 0,-1 5-6 0,-1 2-1 32,-2 1-4-32,1 4-10 0,0 2 0 0,1 0-5 15,0 0-4-15,3 6-2 0,4-11 0 0,0 1 6 16,1 0 6-16,4 0 4 0,0-2 12 0,1 0 0 15,2-2 0-15,2-1 10 0,1-2 5 0,2-2 11 0,1-2 22 16,0 1-2-16,10-4 6 0,3 0 1 0,1-1-5 16,7-9-4-16,-2 1-6 0,0-1 0 0,-2-4 4 15,-4 1-3-15,-4-2 4 0,-1-2-10 0,-2 2-8 16,4-9-7-16,-6 2-11 0,-2 3-5 0,-2-1-8 0,-2-5-7 16,-4-6-6-16,0 7-9 0,-3-8 0 0,-3 10-9 15,-4-2-14-15,-2 2-16 0,-1 0-24 16,-6 2-33-16,-8 1-38 0,-4 2-35 0,-9 4-33 15,-14 6-38-15,-3 0-55 0,3 4-101 0,1 0-233 0,9 0-640 0,6 1 285 16</inkml:trace>
  <inkml:trace contextRef="#ctx0" brushRef="#br0" timeOffset="203963.81">16328 10681 88 0,'0'0'235'16,"0"-5"-29"-16,0 5-2 0,-3-2-10 0,3 2-14 16,0 0-15-16,1-6-18 0,-1 6-9 0,-1-6-12 15,1 6-9-15,0-5-11 0,0 5-11 0,3-5-5 16,-3 1-13-16,1 0-8 0,-1 4-3 0,1-8 1 15,-1 3-5-15,1 0-3 0,-1-4 4 0,3-1-4 0,-2 0-1 0,-1 1-3 16,2-1-1-16,-1-4-1 0,0 5 9 0,0-4-6 16,1-1-6-16,-1 2-15 0,-1 1-2 0,1-1 1 15,-1-1-6-15,-1 2 3 0,1 1-2 0,0 0-5 16,-1 1 1-16,-1 2-2 0,0 1-5 0,-1-1-3 16,1 0-2-16,-2 4-8 0,-3-2-1 0,-3 1-8 15,-1 3 3-15,-7 0-2 16,1 2-1-16,-3 3-2 0,-9 2 1 15,2 2-2-15,-4 4-2 0,-2 4 5 0,-13 2-2 16,-3 6 3-16,3-2 0 0,-1 3 1 0,2 3-3 0,-1-1 0 16,1 0 3-16,2 6 2 0,2 3-1 0,-1-7-5 15,13-3 4-15,-1-3 0 0,3-4 2 16,3-1 5-16,0-2-6 0,7-6 2 0,3-1 1 16,4-2-2-16,1-1 3 0,3-2-2 0,-1 1 9 0,3-1 23 0,-1-2 28 0,0-1 35 15,5-1-23-15,0 0-5 0,-9-9 13 16,9 3-17-16,1-4-9 0,1-3-11 0,2-3-3 15,2 1-5-15,3-9 3 0,-1 7-4 0,-1 0-10 0,2-3 5 16,0 3-8-16,0 2-5 0,1 1-3 0,0-1 1 16,-2 6 2-16,2 1-8 0,-2 1 0 15,-3 0-2-15,4 0-4 16,0 2-3-16,-4 3 9 0,4 1-10 0,3 0-7 0,2 2 2 16,1 5-7-16,4 1 11 0,0 3-9 15,6 6 10-15,0 3-6 0,-1 8 4 0,2 2 1 16,6 7-4-16,-9-7 2 0,8 8 3 0,-11-6-2 15,6 8 0-15,-6-10 4 0,-3-3-1 0,-1 1 2 0,2-3-2 16,0 0 2-16,-7-9-2 0,-2 1-4 0,-1-7 6 16,1 0 0-16,-1-2 2 0,-6-1 0 0,2-2 16 0,0 0-16 15,0 0 50-15,-3-2 32 0,-1-2 29 0,4 2 3 0,-4-2-15 16,10-5-14-16,-3-2-7 0,0-1-2 0,7-4-13 16,-2-1-6-16,-1-1-5 0,6-7-9 0,-6 6 0 15,3-2-11-15,-1 1-6 0,-4 2-16 0,5-1-27 16,-5 2-18-16,0 4-31 0,-3 1-36 0,2 0-37 15,-4 3-71 1,-3 0-58-16,6 4-29 0,-7 1-71 0,0 0-261 16,7 7-677-16,-3-4 301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3:42:57.42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4940 2153 185 0,'0'0'205'16,"0"0"-9"-16,2-3-3 0,-2 3-10 0,0 0-8 16,0 0-6-16,0 0-10 0,0 0-6 0,0 0-11 15,-2-5-3-15,2 5-4 0,0 0-8 0,0 0-8 0,0 0 8 0,0 0 4 16,0 0 0-1,0 0 3-15,0 0 8 0,0 0-1 0,-3-5 8 16,3 5 4-16,0 0-5 0,0 0-4 0,0 0-6 16,0-3-4-16,0 3-4 0,0 0-6 0,0-6 0 15,0 6-8-15,-3-3-9 0,3 3-9 0,0 0-5 16,-2-5-11-16,2 5-6 0,0 0-6 0,0 0-12 16,0 0-5-16,0 0-9 0,0 0-10 0,0 0-9 0,0 0-16 15,5-3-30-15,-5 3-40 0,0 0-41 0,0 0-33 16,0 0 4-16,-5 18 8 0,7-1 17 15,1 12 17-15,-2 4 1 0,-1 2 19 0,-1 14 3 16,1-14 15-16,1 10 6 0,3 0 3 0,-4-7 9 16,0 8-1-16,1-12 12 0,2 0 3 0,-2-2 2 15,-1 2 6-15,4-3 3 0,-3-2 3 0,2-3-1 0,2-1 4 0,-5-6-3 16,0-2-2-16,0-4 6 0,0-3 0 0,0 1 1 16,0 1 3-16,0-5-4 0,0 1 6 0,0-1 0 15,0-2-7-15,0-5 6 0,0 7-2 0,0-2 5 16,0-5 2-16,0 5 3 0,0-5 4 0,0 6-1 15,0-6-3-15,0 0 5 0,0 0-5 0,0 0 6 16,0 0 6 0,0 0-1-16,0 0-49 0,0 0-31 0,0 0-35 15,-13-16-29-15,8 9-43 0,0-3-39 0,2-2-63 16,-3-3-259-16,2-2-568 0,3-1 251 0</inkml:trace>
  <inkml:trace contextRef="#ctx0" brushRef="#br0" timeOffset="384.53">4886 1941 130 0,'-5'-9'278'0,"1"1"-9"0,3 2-12 0,-2 1-18 0,-1 0-17 16,3 2-29-16,0-1-16 0,-2 1-22 15,3 3-23-15,-1-4-16 0,1 4-11 0,0 0-11 0,15 7-10 0,-3-1-12 16,8 2-6-16,7 8-8 0,0 2-5 0,1 2-5 15,1 1-6-15,1 2-6 0,8 10-4 0,-10-9-1 16,-6 3-3-16,1-1 1 0,-4 6-5 0,-6-3 1 16,-3 0-2-16,-1-3-2 0,-5 3 0 0,-5-6-7 15,-6 3 1-15,-7-2 1 0,0-2 5 0,-8-1-1 16,-1-2 1 0,-5-1 0-16,-4-1 6 0,3 0 5 0,-3-3 2 15,0-2 4-15,1 0 6 0,3-4-1 0,2 1 2 16,5-2 1-16,2-1-10 0,1 1 1 0,5-5-3 15,3 2-4-15,-1-1-1 0,4-3-11 0,1 3 6 16,2-3-7-16,-1 2-12 0,5-2-19 0,-8 3-15 16,8-3-21-16,-2 2-20 0,2-2-10 0,0 0-18 15,0 0-26-15,5 6-38 0,-5-6-48 0,14 1-54 0,-8 0-174 0,3 1-474 16,2-4 210-16</inkml:trace>
  <inkml:trace contextRef="#ctx0" brushRef="#br0" timeOffset="784.63">5306 2493 148 0,'7'-1'350'0,"-7"1"-38"0,0 0-30 15,6-1-34-15,-6 1-29 0,0 0-26 0,0 0-22 16,0 0-15-16,9 5-21 0,-5 0 2 0,1 0-22 15,0 3-14-15,4 4-11 0,-1 1-6 0,-2 2-7 0,-1 2-8 16,0 0-5-16,-2 2-5 0,2-1-4 0,-5 0-7 16,1-1 4-16,2-2-13 0,-3 2-7 0,0-6 0 15,0 0-1-15,0-2-4 0,0 3-4 0,-3-9 1 16,2 4 1-16,1-2 10 0,0 0 18 0,0-3 37 16,0-2 49-16,0 5 25 0,0-5 34 0,0 0 35 15,0 0 12-15,0 0-26 0,0 0-26 0,4-14-23 0,1 4-23 0,0-7-15 16,4-6-18-16,0 0-19 0,8-1-20 0,-5-2-10 15,8 2-8-15,-8-1-6 0,0 9-8 0,-1 2-7 16,2-1-14-16,-4 3-21 0,-1 3-21 0,-1 0-25 16,1 1-22-16,-2 1-51 0,3 2-33 15,-1 3-33 1,-2 0-26-16,2 2-28 0,2 2-24 0,3 3-29 16,-4-1-36-16,4 1-30 0,-3 0-261 0,2 5-669 0,0-1 297 15</inkml:trace>
  <inkml:trace contextRef="#ctx0" brushRef="#br0" timeOffset="1184.68">5953 2527 62 0,'0'-2'371'0,"0"2"0"0,-3-8-13 16,3 8-10-16,0-4-11 0,-2 1-34 0,2 3-32 15,0 0-25-15,0 0-15 0,0-4-31 0,0 4-27 0,0 0-28 16,0 0-14-16,0 0-15 0,0 0-6 15,-12 13-24-15,5-5 0 0,-1 0-5 0,-4 5-1 16,5-2-23-16,0 3-9 16,1 1-5-16,-3 2-1 0,2 0-2 0,0-1-10 15,2 2 2-15,1-2-7 0,0-3-22 0,4-1 5 16,0-2-2-16,0 1-6 0,0-1 10 0,4-1 0 16,-4-5 2-16,7 2 8 0,-2-1 4 0,2-4-10 15,5 1 14-15,-1-2 3 0,2-2-4 16,0-1 0-16,1-5 9 0,-3 3 12 0,5-7 15 0,-4 3 0 15,0-2 0-15,-1-2-7 0,-3-2-5 0,1-2-6 0,0 1-11 16,-7-2 7-16,2 1-4 0,-1 0 10 0,-3 1-2 16,0-1-2-16,-4 5-4 0,0 2-7 0,-1 0-1 15,0 2-11-15,-4 2-9 0,1 1-8 0,-2-2-6 16,0 4-12-16,-2 1-15 0,-1 0-32 0,0 4-37 16,-1 0-47-16,-3 1-37 0,3 1-35 0,2 4-37 15,1 2-36-15,0-2-41 0,0 0-305 0,6 2-688 0,1 0 304 0</inkml:trace>
  <inkml:trace contextRef="#ctx0" brushRef="#br0" timeOffset="1554.08">6124 2556 188 0,'3'-2'421'16,"-1"0"-8"-16,0-2-17 0,-2 4-26 0,5-2-33 15,-5 2-35-15,2-4-32 0,-2 4-32 0,3-3-30 16,-3 3-25-16,0 0-24 0,0 0-21 0,10 8-8 16,-8-3-18-16,4 0-7 0,0 3-11 0,1 1-7 15,0 2-11-15,1 4-7 0,-1-1 0 0,1 2-8 0,0 0-6 16,-2 1-10-16,1-3 2 0,-1 1-8 0,-1-5-4 16,0-1-5-16,-1 1-2 0,-3-4-2 0,3 2 2 15,-3-5-1-15,2 1-1 0,-2 1 5 0,2-2 19 16,-2-1 56-16,-1-2 42 0,0 0 38 0,1 3 28 15,-1-3 20-15,0 0 28 0,0 0-20 0,0 0-26 16,12-13-8 0,-6 6-35-16,-1-5-19 0,6-5-14 0,-1 0-15 0,0-5-10 15,3-1-12-15,-3 5-17 0,-1 0-5 0,0 2-15 16,0 4-1-16,-3 2-7 0,-1-1-9 0,2 1-11 16,-5 5-18-16,2-3-29 0,1 3-35 0,-2 1-45 15,-1 2-59-15,1-1-68 0,-3 3-64 16,8-3-43-16,-8 3-41 0,11 6-35 0,-1-1-41 0,-1-1-49 15,0 1-375-15,1 3-935 0,-1 0 413 0</inkml:trace>
  <inkml:trace contextRef="#ctx0" brushRef="#br0" timeOffset="2017.62">6606 2682 191 0,'0'0'304'0,"0"0"-7"0,0 0-18 0,0 0-16 0,-6 5-19 16,6-5-23-16,0 0-16 0,0 0-20 15,0 0-13-15,0 0-16 0,0 0-9 0,0 0-19 16,0 0-6-16,24-1-14 0,-13-3-9 0,6-1-12 16,2 3-6-16,-1-5-11 0,5 2-4 0,4-7-9 15,-7 5-6-15,7-6-3 0,-4 2-7 0,0-2-3 16,-4-1-1-16,-3 4-4 16,0-3-4-16,-3-4 1 0,1 1-10 0,-4-1 5 15,-2 0 4-15,-3 2 4 0,-1-1 26 0,-3 6 9 16,-2-1-9-16,-3-2 8 0,-1 6 7 0,-4-3-20 15,0 5-4-15,-9-2-2 0,-1 4-5 0,-10 1-4 16,-2 4-5-16,-1 5-3 0,0 1-1 0,-1 6-2 16,2 0-7-16,3 0-5 0,3 3-2 15,4 4-1-15,2-2 3 0,3 5-6 0,4 2-4 0,1-1-2 0,5 0 7 0,6-6-2 16,6 1 4-16,1-2-1 0,3-1 4 0,9 3 4 16,2-3-4-16,7-5 3 0,1 0 7 15,7-1 20-15,4-6 1 0,17 4 10 0,-2-8 5 16,-3 2-6-16,-12-3 1 0,-4-2-5 0,-4 1-1 15,-3-3 15-15,-8 4 11 0,-9-1 11 0,1 1 7 16,-4-1 5-16,-2 1 2 16,0-1 4-16,-1 1-7 0,-6 0-9 0,8-2-8 15,-8 2-26-15,8 0-26 0,-8 0-41 0,0 0-56 16,0 0-66-16,8 0-98 0,-8 0-95 0,0 0-101 16,0 0-414-16,-24 4-912 0,24-4 404 0</inkml:trace>
  <inkml:trace contextRef="#ctx0" brushRef="#br0" timeOffset="2903.65">8373 2220 106 0,'0'-5'271'0,"0"0"-4"15,-1 0-2-15,1 1 8 16,-2-1-14-16,1 1-10 0,1 4-13 0,1-7-8 15,-1 7-18-15,-1-4-21 0,1 4-25 0,1-4-16 16,-1 4-16-16,0 0-15 0,0 0-25 0,0 0-13 16,0 0-15-16,2 16-6 0,-4-4-11 0,2 6-4 15,2 10-4-15,-4-3-1 0,1 9-4 0,1-2-12 16,0 3 9-16,0 1-3 0,0 0-6 0,1-1 1 16,1-2 12-16,-1-1-17 0,3 2-3 0,-1-7 3 0,0 2-6 0,0-8 2 15,0-1 0-15,-1-3-2 0,3-1-2 0,-5 1-1 16,0-7-2-16,1 2 3 0,1-5 0 15,0 1-2-15,-1-1-1 0,2-1 2 0,-3-2-2 16,0 0 3-16,-3 0 1 0,6 0 0 0,-3-4 1 16,0 4-1-16,0-4 11 0,0 4-14 0,0-4 12 15,0 0-9-15,0 0 3 0,0 0-2 0,0 0-25 0,0 0-39 0,0 0-38 16,0 0-42-16,0 0-48 0,-18-12-48 0,13 4-63 16,-3-1-227-16,4-2-561 0,-1-1 249 0</inkml:trace>
  <inkml:trace contextRef="#ctx0" brushRef="#br0" timeOffset="3373.79">8354 2081 133 0,'0'0'310'0,"-1"-4"-18"0,1 4-10 0,-2-3-22 15,2 3-31-15,0 0-13 0,0 0-16 0,0 0-24 16,0 0-22-16,-1-6-14 0,1 6-21 0,0 0-7 16,10 1-8-16,-1-1-26 0,0 1 4 0,4 2-10 15,10 1-5 1,-4 1-3-16,4 0-11 0,4 5-4 0,4-4-3 15,-3 3-9-15,1 0 2 0,-2 5-21 0,0-2 8 16,-11-2-5-16,1 2 2 0,1 0-5 0,-4 3-6 16,-1-1 1-16,-6 0-5 0,-4 1 2 0,0 2-3 15,-6 0 6-15,-3 0-2 0,-2 2 9 0,-11 2 4 16,-3-3 4-16,-2-2 2 0,-2 0 5 0,-2-2-1 16,0 1 15-16,1-3 7 0,0 2-4 0,-2-7 0 0,2 3 5 0,0 1-1 15,8-7-3-15,0 1-8 0,1 0 6 0,5-1-18 16,4-1 0-16,-2 0-1 0,3-1-1 0,3 1-7 15,-1-2-9-15,2 0-11 0,4-1-11 16,-9 2-4-16,9-2-1 0,0 5-7 0,0-5-9 16,6 4-31-16,-1-3-39 0,-5-1-56 0,14 4-69 0,-3-1-101 15,0-2-239-15,1 2-609 0,2-2 270 0</inkml:trace>
  <inkml:trace contextRef="#ctx0" brushRef="#br0" timeOffset="4053.29">8780 2713 61 0,'0'0'375'0,"-2"-6"-31"16,2 6 1-16,-2-5-23 0,2 5-48 0,0 0-13 16,0-4-30-16,0 4-23 0,0 0-28 0,0 0-23 15,0 0-14-15,0 0-4 0,0 0-27 0,0 0-8 16,4 16-12-16,-3-7-11 0,-1 3-7 0,0 0-7 0,2 3 0 16,-3 5-6-16,1-2-3 0,-1 0-13 0,0 0-6 0,1 1-7 15,-3 7-10-15,0-7-8 0,2 0 22 0,-3-1-7 16,3 0-3-16,-2-6-2 0,2-2-3 15,1-2 4-15,0-1-1 0,-1-1-1 0,1-2 50 16,0-4 32-16,-3 7 41 0,3-7 38 0,0 0 19 16,0 0-21-16,0 0-29 0,0 0-6 0,13-22-15 15,-4 7-15-15,1 1-12 16,2-3-10-16,6-7-14 0,-3 1-14 0,1 0-2 16,4 1-8-16,-9 5-4 0,2 3-10 0,0 1-3 15,-7 2-4-15,3 3-8 0,-5-1-2 0,2 4-7 16,1 2-2-16,-3 0-7 0,-2-3-7 0,3 4-2 15,-5 2-1-15,11 2-3 0,-4 4-8 0,-2-2-5 16,3 2-2-16,0 2 3 0,-1 4-3 0,1-3 3 16,-2 1 3-16,1 2 2 0,-1-3-2 0,0 6-1 0,0-3 7 0,0-4 3 15,-3 3-3-15,0-5-24 0,0 0-9 0,0 0-21 16,-1-1-16-16,-2-5-4 0,0 0-3 0,5 9 1 16,-5-9 3-16,1 5-11 0,-1-5-9 15,0 0-58-15,0 0-52 0,0 0-45 0,0 0-32 16,0 0-55-16,8-14-357 0,-8 14-754 0,4-14 334 15</inkml:trace>
  <inkml:trace contextRef="#ctx0" brushRef="#br0" timeOffset="4593.3">9562 2270 408 0,'-4'-5'409'16,"4"5"-21"-16,0 0-33 0,0 0-30 0,0 0-32 16,-4-6-57-16,4 6-4 0,0 0-30 0,0 0-28 0,0 0-15 0,0 0-24 15,0 0-7-15,0 0-22 0,4 17-7 0,-3-5-9 16,3 5-12-16,0-1-9 0,-3 4-3 0,3-1-11 15,2 6 3-15,-3-1-1 0,0-2 0 0,3-3-19 16,-3 0-4-16,1-1 3 0,-1-2-12 16,-1 0 13-16,2 0-17 0,0-7 6 0,-3 1-5 15,1-5 7-15,-1 1-5 0,-1-1 4 0,1-1-5 16,0 0 0-16,-1 1-2 0,0-5 12 0,2 5 8 16,-1-3 1-16,-1-2 6 0,0 0 0 0,0 0 1 15,0 0 1-15,0 5-10 0,0-5-1 0,0 0-3 16,0 0-5-16,0 0-15 0,0 0-45 0,0 0-57 15,0 0-31-15,0 0-49 0,-9-14-52 0,8 9-50 0,-2-1-68 0,2-5-301 32,1 0-691-32,0 2 306 0</inkml:trace>
  <inkml:trace contextRef="#ctx0" brushRef="#br0" timeOffset="4860.12">9761 2135 30 0,'0'0'268'0,"6"-2"-29"0,-6 2-16 16,13 2-13-16,-4 1-9 0,4 4-10 0,0 1-10 16,4 3-9-16,5 6-8 0,-1 0-13 0,-1 4-5 0,-1-1-8 15,-1 7-6-15,1-3-10 0,-3 6-11 0,-5-2-3 16,1 4-7-16,-6-5-13 0,-1 6-1 0,-2-2-11 15,-8-1-7-15,-4 1-6 0,-7-3-15 0,-2 0-14 0,-2-2-20 16,-7-2-23-16,1-2-27 0,-4-1-27 0,-2-3-40 16,-15 3-49-16,12-11-79 0,-19 1-232 15,16-2-500-15,-13-6 221 16</inkml:trace>
  <inkml:trace contextRef="#ctx0" brushRef="#br0" timeOffset="5277.36">9487 2074 76 0,'-6'0'209'0,"-2"1"-18"0,-1 4-12 16,-2-3-15-16,-1 5-4 0,-2 3-7 0,-6 7-7 15,0 2-6 1,-3 1-6-16,2 6 0 0,-2 2-7 0,-8 14 2 15,11-13-10-15,-7 20 1 0,3-9-7 0,3 4-13 16,8-10-4-16,2-4-7 0,1-2-11 0,6 2-7 16,3-4-3-16,2 1 5 0,1-8-2 0,9 4 7 15,4-2-10-15,4-3-9 0,8-3 11 0,5-3-12 16,23 1-30-16,1-4-49 0,2-6-60 0,0 0-89 16,5-2-131-16,-3-3-154 0,-4 0-493 0,-2-4 219 0</inkml:trace>
  <inkml:trace contextRef="#ctx0" brushRef="#br0" timeOffset="5661.83">10603 2451 115 0,'-9'-1'381'0,"9"1"-18"15,0 0-18-15,-4 1-15 0,4-1-48 0,0 0-17 16,0 0-28-16,0 0-24 0,13-10-22 0,-2 7-39 16,1 3-42-16,11-3-51 0,-4-1-55 0,2-1-64 15,-1 2-72-15,7 0-77 0,-12 1-232 0,3-2-478 16,-4 1 211-16</inkml:trace>
  <inkml:trace contextRef="#ctx0" brushRef="#br0" timeOffset="5808.59">10645 2588 140 0,'-1'3'245'0,"1"-3"7"0,1 7 2 0,8-7-20 0,3 1-24 0,9-1-24 15,9 0-22-15,4-4-46 0,-1 0-70 0,3 1-80 16,1-5-127-16,-2 2-118 0,1 0-300 0,-5-5 133 15</inkml:trace>
  <inkml:trace contextRef="#ctx0" brushRef="#br0" timeOffset="6479.32">11873 2055 4 0,'-2'-4'370'0,"2"-1"-2"0,0 5-12 16,-3-4-18-16,3 4-34 0,-3-4-23 0,3 4-42 16,0 0-27-16,0-4-23 0,0 4-27 0,0 0-11 0,0 0-8 15,-7 14-30-15,4-2-8 0,-2 3-10 0,1 2-9 16,2 11-5-16,-1-1-6 0,-2 3-5 15,4 1-9-15,-2-2-20 0,3 2 13 0,-1-3-3 0,1 0-3 16,-1-1-8-16,3-1 5 0,-1-2-7 0,2-5-5 16,2-2-6-16,-5-4-8 0,1-1 6 15,-1 0-7-15,2-2 3 16,-2-3-3-16,0 0 5 0,1-3-7 0,-1 2-3 16,1-4 9-16,-1 2-7 0,0-4-1 0,0 0 2 15,0 0 29-15,4 9 0 0,-4-9-4 0,0 0 6 16,0 0-6-16,0 4 0 0,0-4-5 0,0 0-8 0,0 0 3 0,0 0-7 15,0 0-14-15,0 0-38 0,0 0-51 0,0 0-48 16,-5-17-42-16,1 12-40 0,0-2-43 0,3-3-50 16,-2-2-303-16,-4-1-653 0,4 1 290 0</inkml:trace>
  <inkml:trace contextRef="#ctx0" brushRef="#br0" timeOffset="6710.42">11776 2031 340 0,'1'-5'351'0,"-2"-2"-1"16,1 2-2-16,0 3-14 0,0 2-27 0,0-5-28 16,0 5-35-16,0-5-25 0,0 5-31 0,0 0-15 15,0 0-25-15,0 0-14 0,0 0-19 0,-9 10-8 16,3-1-6-16,-5 5-10 0,0 9-23 0,0-6-1 0,-2 9-36 15,-5-3-44-15,2 6-41 0,1 3-59 0,-2 0-59 0,2 2-78 16,-3-6-316-16,4 0-613 0,3-4 272 0</inkml:trace>
  <inkml:trace contextRef="#ctx0" brushRef="#br0" timeOffset="7026.02">11739 2644 132 0,'0'0'367'0,"-4"2"-14"0,4-2-14 0,0 0-31 0,0 0-25 0,-5 2-18 15,5-2-17-15,0 0-35 0,20 3-22 0,3-8-32 16,12 2-72-16,3-1-107 0,20-4-158 0,-2-2-281 16,-5-4-495-16,-14 2 219 0</inkml:trace>
  <inkml:trace contextRef="#ctx0" brushRef="#br0" timeOffset="13153.7">4859 5078 57 0,'-1'-7'325'0,"0"2"4"15,-1-2-18-15,1 0-4 0,1 1-3 0,0 0-17 16,0 0-2-16,0 1-10 0,0-1-23 0,0 1-20 16,0 5-22-16,-1-5-24 0,1 5-33 0,-2-6-4 15,2 6-19-15,0 0-26 0,0 0-43 0,0 0-18 0,0 0 1 0,0 0-7 16,-2 22-2-16,2-7-6 0,0 5 10 0,-1 6-15 16,1 2 0-16,0-1-17 0,0 5 0 0,1-2 10 15,0 1 1-15,0 0 1 0,-1-2-6 0,4-1 0 16,-1-3-2-16,-1-6 7 0,0-1-10 0,0-3-3 15,0-4 7-15,0 0-3 0,-1 0 2 0,-1-5-2 16,2 2 3-16,0-3-3 0,-2-2 9 0,1 1 4 0,2-1 12 16,-3-3 6-16,-3 5-3 0,3-5-6 0,0 0-5 0,2 5 6 15,-2-5-11-15,0 0-10 0,0 4-31 16,0-4-33-16,0 0-18 0,0 0-33 0,0 0-37 16,0 0-48-16,0 0-75 0,0 0-60 0,0 0-266 15,0 0-638-15,0 0 282 0</inkml:trace>
  <inkml:trace contextRef="#ctx0" brushRef="#br0" timeOffset="13855.33">5383 5308 78 0,'-17'4'241'0,"3"-2"-9"0,4 1-12 0,0-2-17 16,1 1-11-16,3 0-10 0,-1-2-16 15,3 2-2-15,4-2-4 0,-7 3-4 0,7-3-7 0,-9 0-3 0,9 0-11 16,0 0-9-16,0 0-6 0,0 0-4 0,-8 0-13 16,8 0-3-16,0 0-10 0,0 0-11 0,0 0 1 15,0 0-7-15,0 0-8 0,0 0-5 0,0 0-4 0,-4 2-1 16,4-2-3-16,0 0 11 0,0 0-23 0,0 0 0 15,0 0-12-15,0 0 9 0,0 0-3 16,0 0-2-16,0 0 0 0,0 0-3 0,0 0 1 0,0 0-4 0,0 0 1 31,0 0-2-31,0 0-2 0,0 0-8 0,0 0 7 16,-4 2 5-16,4-2 0 0,0 0-2 0,0 0-3 16,0 0 1-16,0 0-2 0,0 0-3 0,0 0-15 15,0 0 10-15,0 0-3 0,0 0 4 0,0 0-4 0,0 0-1 0,0 0 0 0,0 0 2 0,0 0-5 31,0 0-1-31,0 0 10 0,0 0-13 0,0 0 5 0,0 0-2 0,0 0 1 16,0 0-4-16,27-4 4 0,-9 3-4 0,8-3 3 16,7 0-6-16,0-1 6 0,3 0 1 15,5 2-4-15,10 0 0 0,0-4-1 0,0 3-1 0,-10 1 1 16,11-6 1-16,-14 4 4 0,-3 2-9 0,0 1 4 16,-4-3 2-16,-10 4 12 0,0-1-12 0,-7 0-5 15,0 2-18-15,-4-2-4 0,-1 2-6 0,-2-3-18 0,1 3-15 16,-8 0-21-16,5 0-17 0,-5 0-3 0,0 0-11 0,0 0-10 15,0 0-10-15,-19 7-16 0,8-6-21 16,0 1-21-16,0 0-25 0,1 1-63 0,-2-1-150 16,3-2-466-16,3 0 206 0</inkml:trace>
  <inkml:trace contextRef="#ctx0" brushRef="#br0" timeOffset="14440.55">6136 5023 249 0,'0'0'257'0,"0"0"-23"0,0 0-21 15,0 0-20-15,0 0-20 0,0 0-17 0,0 0-17 16,0 0-12-16,0 0-7 0,19 6-11 0,-9-3-9 16,4 1-7-16,1 2-3 0,2 1-7 0,1 1-9 0,1-1-5 15,-1 3-6-15,0-2-7 0,0 5-5 16,-5-1-5-16,2 2-6 0,-5-1-5 0,-1 3-2 15,-2 1-3-15,-4 0-4 0,0 1-5 0,-8 8 1 0,-2-1-2 0,-4-2 3 16,-7 3-6-16,0-3-3 0,-5-2 0 0,1 1-1 16,3-4 0-16,-8-1-3 0,4-1-1 0,0-2 11 15,5-5 4-15,2 3 2 0,-3-3 0 0,6 0-3 16,0-4-1-16,3 2-2 0,6-5-4 0,-5 1 1 16,5 0-3-16,-2 1 0 0,2-4 6 0,0 2 8 15,4-2 4-15,0 0 7 0,-5 1 3 0,5-1-5 0,0 0 13 0,0 0 5 16,18 2-3-16,-5-4-8 0,5 1-2 0,2-1-4 31,8-2-5-31,2 1-1 0,-1 0 6 0,-1 1-11 0,-1-3-1 0,-3 3-1 0,-6 1-5 16,0 0-7-16,-4 0-2 0,0 1 0 0,-4-4-1 15,-3 4 0-15,0 0 4 0,-7 0-2 0,11 0 13 0,-6 0-11 16,-5 0 0 0,5-2-3-16,-5 2-3 0,6-1-13 0,-6 1-13 15,0 0-12-15,0 0-20 0,0 0-19 0,0 0-23 16,-19 3-28-16,19-3-32 0,-10 0-31 0,4-3-50 15,6 3-290-15,-12-3-568 0,12 3 252 0</inkml:trace>
  <inkml:trace contextRef="#ctx0" brushRef="#br0" timeOffset="14962.87">6617 5167 295 0,'6'-3'271'0,"0"-1"-26"0,1 3-25 15,1 1-21-15,-1-1-21 0,4 1-15 16,2 2-13-16,-3 3-7 0,3 0-14 0,-3 1-13 0,-1 2-4 0,1 0-9 16,2-1-16-16,-7 5-7 0,0-2-8 15,3 1-7-15,-5 4-5 0,-3 2-6 0,-2 0-3 16,-4 2-5-16,-2-1-5 0,-1 5 2 0,-9-1-8 15,8-7-1-15,-3-1-1 0,-1 1 3 0,-1-2 3 0,1-2-4 16,1-1 8-16,3-1-3 0,1-2 2 0,2-2 5 16,1-2 9-16,0 2 20 0,2-5 31 0,4 0 32 0,-7 6 24 15,7-6 16-15,0 0-23 0,0 0-20 0,0 0-15 16,7-18 0-16,0 7-14 0,4-3-11 0,0 1-14 16,2-4-2-16,4-1-17 0,0-3-1 0,1 1-10 15,4 0-5-15,-3 1-3 0,-6 5-7 0,1-2 2 0,-1 2-7 16,-6 3-7-16,2 3 2 0,-2 1-5 0,-2 0-3 15,0 3-5-15,-1 0-8 0,0 0-8 0,-2 2-27 32,2-1-4-32,-4 3-6 0,0 0 0 0,0 0 6 15,0 0 0-15,-15 14 3 0,3-3 0 0,1 2 4 16,-2 0 8-16,-1 1-2 0,1 2 5 0,4 1-2 16,-1 1 6-16,1-2-4 0,0 0 3 0,5 0-7 0,-1 0 4 15,1-3 11-15,4-3-15 0,4 1 9 0,1 0 2 16,4-4 6-16,0 3-12 0,11-5-28 0,2-1-54 0,6-2-54 15,5 1-63-15,-1-7-61 0,3 0-70 0,-3-1-291 0,1-3-685 16,-1 0 303-16</inkml:trace>
  <inkml:trace contextRef="#ctx0" brushRef="#br0" timeOffset="15341.48">7252 5045 119 0,'0'0'378'0,"0"-5"-9"0,0 5-12 0,2-5-16 16,-2 5-25-16,2-3-27 0,-2 3-31 0,0 0-33 15,0 0-39-15,2-3 6 0,-2 3-41 0,0 0-16 16,0 0-12-16,0 0-23 0,3 11-9 0,-1-3-8 15,-1 0-8-15,0 4-6 0,-2 3-10 0,0 2-8 0,-1 4 2 0,2 1-8 16,-2 5 0-16,-1-1-10 0,1-6 1 0,0 6-5 16,0 1 0-16,-2-4 11 0,3-2-10 0,-1 0-8 15,2-6-1-15,-1 2-2 0,1-2-3 0,-1-4-8 16,2 0 6-16,-1-5 0 0,1 1-2 0,-1-2-2 16,0 0-1-16,2 0-1 0,-2 0 3 0,0-5 9 15,2 5-4-15,-2-5 8 0,7 5-2 0,-2-3 6 0,3 0-12 16,2-2 9-16,0 0-15 0,0-3-34 0,2 2-52 15,-2-4-63-15,4 2-69 0,0-2-87 0,-5-2-366 16,5 1-713-16,0-5 315 0</inkml:trace>
  <inkml:trace contextRef="#ctx0" brushRef="#br0" timeOffset="15679.31">7176 5291 58 0,'-8'0'277'16,"8"0"-10"0,-5 1-9-16,5-1-11 0,0 0-12 0,0 0-4 15,-4 1-7-15,4-1-8 0,0 0-5 0,0 0-17 16,0 0-14-16,0 0 1 0,0 0-31 0,0 0-20 16,19-2-8-16,-2 2-9 0,12-6 1 0,3 0-59 15,4 3-44-15,6-2-56 0,-5-2-58 0,17 0-81 16,-2-3-113-16,-11 3-178 0,-5-2-513 0,1 1 227 15</inkml:trace>
  <inkml:trace contextRef="#ctx0" brushRef="#br0" timeOffset="16380.24">7875 5292 192 0,'-9'4'231'0,"1"0"-11"0,3-2-7 0,0-2-23 16,5 0-16-16,-10 1-8 0,7 0-2 0,3-1-5 15,-6 1-5-15,4 2-7 0,2-3-2 0,0 0-3 16,0 0-2-16,-6 1-10 0,6-1 0 0,0 0-3 15,0 0-5-15,-5 4-5 0,5-4-4 0,0 0 8 16,0 0-20 0,-1 4-8-16,1-4-3 0,0 0-13 0,0 0 4 0,0 0-11 15,0 0-2-15,0 0-9 0,0 0 1 0,0 0-5 16,0 0-10-16,0 0 5 0,0 0-8 0,0 0-5 16,0 0-7-16,10 1 0 0,-10-1-24 0,0 0 14 15,0 0 0-15,0 0 1 0,0 0-6 16,0 0 2-16,5-8-2 0,-5 8-7 0,0 0 3 0,0-2 0 15,0 2 0-15,0 0-5 0,0 0-1 0,0 0 4 0,0 0-8 16,0 0 6-16,0 0-12 0,0 0 12 0,0 0-7 16,0 0 2-16,0 0-3 0,0 0 7 0,0 0-4 0,0 0-4 15,0 0 10-15,0 0-10 0,0 0 7 16,0 0-3-16,0 0 2 0,0 0 4 0,0 0-5 16,3 9 4-16,-3-9 0 0,0 0 4 0,0 0-5 15,16-8 3-15,-4 7-2 0,1 1-3 0,6-4 0 0,1 2 5 0,1-3 0 16,8 1-5-16,3 3-2 0,0-3 5 0,3-1-11 15,-1 2 9-15,-2-1-7 0,-2 2 4 0,-2-1-13 16,-7-2-21-16,-7 2-7 0,0-1-14 0,-1 4-18 16,-3-2-21-16,-3-1-30 0,-2 2-36 0,1-3-46 15,-6 4-52-15,-1-4-39 0,1 4-249 0,-14-5-588 16,2 2 260-16</inkml:trace>
  <inkml:trace contextRef="#ctx0" brushRef="#br0" timeOffset="16611.48">8019 5157 126 0,'-1'-4'361'0,"1"4"9"0,0-6 6 0,-1 2-2 16,1 4-25-16,0-2-25 0,0 2-28 0,-3-5-37 0,3 5-24 16,0 0-32-16,0 0-29 0,0 0-18 0,0 0-20 15,0 0-11-15,-1 14-18 0,-2-4-10 0,-1 7-10 16,3 2-6-16,-3 8-7 0,-1 0-8 0,4 3 4 15,1 0-17-15,0 1-14 0,0-2-25 0,1-1-33 16,4-2-46-16,-2-8-33 16,-1 2-41-16,2-5-53 0,0 0-83 0,0-6-353 15,1 0-679-15,-1-6 300 0</inkml:trace>
  <inkml:trace contextRef="#ctx0" brushRef="#br0" timeOffset="16982.37">8586 5035 423 0,'2'-4'430'15,"-2"-2"-16"-15,1 4-26 16,-1 2-27-16,1-6-30 0,-1 6-39 0,0-3-44 15,0 3-18-15,0 0-29 0,0 0-22 0,0 0-21 16,0 0-18-16,0 0-9 0,4 13-21 0,-2 0-8 16,0-1-20-16,-4 7 4 0,0 0-8 0,1 5-11 15,-2 3-5-15,2-1-6 0,-2-2-5 0,2 1-5 16,-3 1-6-16,3-5-2 0,0-3-7 0,1 1 1 16,-2-2-2-16,4 0-3 0,-4-5-3 0,2 0-3 0,2-2 2 0,-2-3-10 15,1 0 2-15,0-2 4 0,-1 0 14 0,2-1-11 16,0 0-5-16,-1-1 4 0,2 1 0 0,2-4-4 15,2 2 4-15,4 0 0 0,-2-1-14 0,4-1-36 16,3-1-50-16,0-1-83 0,-1-3-84 0,5 3-90 16,-4-5-383-16,2 0-776 0,-3-1 343 0</inkml:trace>
  <inkml:trace contextRef="#ctx0" brushRef="#br0" timeOffset="17197.45">8567 5292 171 0,'-6'1'409'0,"6"-1"-7"0,0 0-15 15,-6 2-27-15,6-2-36 0,0 0-36 0,0 0-36 16,25-7-35-16,-6 4-55 0,12-3-63 0,1 1-65 15,4 0-76-15,1-2-91 0,-1 2-123 0,1-5-190 0,-4 3-483 0,-4-2 213 16</inkml:trace>
  <inkml:trace contextRef="#ctx0" brushRef="#br0" timeOffset="17775.68">8896 4886 155 0,'0'0'408'16,"-3"-2"-11"-16,3 2-24 0,0 0-6 0,0 0-67 15,0 0-13-15,0 0-35 0,8-4-33 0,-8 4-21 0,18 1-17 0,-8 2-24 16,3-2-2-16,-2 4-32 0,2-1-28 0,0 3 3 16,-2-1-22-16,1 0 12 0,-3 5-11 0,-2-2-6 15,1 0-10 1,-2 3-5-16,-2-3-6 0,0 3-11 0,-3 4-2 0,-2-4-7 0,-1 0-2 0,-2 0 14 31,0-2-18-31,-2 2-5 0,-1-3 1 0,2-1-1 16,-1 0-3-16,-1-2 4 0,4 1-4 0,-1-2 0 0,1-2-6 0,0 1-6 15,2-1 26-15,-1-1-13 0,0 3-6 0,2-5 9 16,-2 2 18-16,2-2 12 0,0 0 9 0,-3 3 5 16,3-3 2-16,0 0 5 0,0 0 7 0,16 2-14 15,-5-4-7-15,3 2-1 0,-1 0-8 16,4-1-3-16,3 1-3 0,-5-1-9 0,3 0-12 0,-5 1 2 0,1 0 6 15,-2-2-5-15,-6 2-2 0,4 0 0 0,-4-2-4 16,1 2 1-16,-7 0-1 0,9 2-2 0,-9-2-7 16,0 0-1-16,9-2-12 0,-9 2-23 0,0 0-12 15,0 0-40-15,6 0-35 0,-6 0-28 0,0 0-24 0,0 0-63 16,0 0-46-16,0 0-45 0,-4-7-47 16,4 7-283-16,0 0-705 0,-7-8 312 0</inkml:trace>
  <inkml:trace contextRef="#ctx0" brushRef="#br0" timeOffset="18060.56">9387 4706 30 0,'1'-1'329'0,"-1"1"-34"0,0 0-35 0,0 0-27 15,0 0-19-15,12 10-13 0,-4 3-4 0,2 10-9 16,6 4-4-16,-3 4-16 0,6 15 4 0,-3 0-9 16,3 4-7-16,-2 1 4 0,-7 0-16 15,2 0-5-15,-2 2-10 0,-5-1-6 0,-5-2-13 0,-4-1-2 0,-3-1 1 0,-10-5-25 16,-6 1-1-16,-4-2-11 0,-5-2-4 16,-5 0-26-16,-5-2-20 0,-8-7-41 0,-3 1-49 15,-5-6-60-15,-29 6-81 0,25-14-124 0,-33 4-238 16,3-5-620-16,-1-4 275 0</inkml:trace>
  <inkml:trace contextRef="#ctx0" brushRef="#br0" timeOffset="18862.16">4704 4839 31 0,'0'0'230'0,"-15"14"-23"0,2-3-11 16,-6 9-5-16,-5 7-13 0,-13 8-5 16,1 10-7-16,-2 0-10 0,-16 28 3 0,7-1-11 15,1 4-6-15,9 1 8 16,11-26-11-16,7 5-3 0,6 2-10 0,8-4-8 15,5-2-8-15,1-5-6 0,11-2 0 0,3-14 4 16,17 6-11-16,12-3 3 0,12-5-11 0,37 2-7 16,3-15-20-16,7-3-59 0,1-8-68 0,5-6-109 15,-1-5-371-15,0-4-589 0,-7-2 260 0</inkml:trace>
  <inkml:trace contextRef="#ctx0" brushRef="#br0" timeOffset="19965.43">9413 4534 36 0,'0'0'203'15,"0"0"-13"-15,0 0-10 0,-7 0-11 0,7 0-5 0,0 0-17 0,-3 2-7 16,3-2-10-16,0 0-8 0,0 0-13 0,0 0-7 16,0 0-7-16,0 0-4 0,0 0-5 0,0 0-3 15,0 0-5-15,0 0-2 0,0 0-5 0,0 0-5 16,0 0-3-16,0 0-5 0,0 0-3 0,0 0-9 16,0 0-1-16,0 0-1 0,0 0-1 0,-10 0-2 15,10 0-3-15,0 0-8 16,0 0 6-16,0 0-6 0,0 0-2 0,0 0-1 15,0 0-5-15,0 0-1 0,0 0-2 0,0 0 0 16,0 0-3-16,0 0 3 0,0 0-3 0,0 0 0 16,29-1 0-16,-11-1 1 0,2 0-4 0,11-1-1 15,1-2-2-15,5 3 2 0,-1-1-3 0,1 1-1 16,-1-1 1-16,-3 1-1 0,0-3 0 0,-3 3-4 16,-11 0 1-16,3 1 1 0,-5-1-2 0,-4-1 6 0,-2 3-10 0,-3-1 1 15,-1-2 3-15,-1 3-4 0,-1-1-6 0,-1-2-10 16,-4 3-24-16,0 0-23 0,0 0-24 0,0 0-22 15,0 0-7-15,0 0-16 0,-15-1-24 16,15 1-23-16,-11 0-53 0,4 0-117 0,7 0-377 0,-8-3 167 16</inkml:trace>
  <inkml:trace contextRef="#ctx0" brushRef="#br0" timeOffset="20248.18">10211 4277 316 0,'0'-6'421'0,"-3"-1"-9"0,6 1-18 16,-6 3-25-16,2 0-35 0,1 3-31 0,0-7-37 16,0 7-34-16,-1-3-27 0,1 3-24 0,0 0-25 15,0 0-21-15,0 0-16 0,0 0-26 0,2 16-9 16,-2-6 17-16,4 2-13 0,1 4-10 0,-1 1-7 15,1 3-9-15,-1-2-8 0,1 2-30 0,-1 0-29 0,0-1-32 0,1-1-27 16,-2 0-30-16,3-1-30 0,-4 2-35 0,-1-4-41 16,1 2-54-16,-1-5-67 0,-1 0-219 0,0-2-585 15,-1-3 258-15</inkml:trace>
  <inkml:trace contextRef="#ctx0" brushRef="#br0" timeOffset="20578.18">10152 4668 11 0,'-6'3'317'0,"0"-3"-12"0,6 0-16 0,-5 2-9 16,5-2-14-16,-5 1-11 0,5-1-20 0,0 0-11 0,0 0-22 0,-9 4-14 15,9-4-13 1,0 0-19-16,0 0-7 0,0 0-13 0,-4 1-13 15,4-1-9-15,0 0-15 0,0 0-9 0,22-6-10 16,-9 4-3-16,6-1-11 0,9 3-12 0,2-5-3 0,0-1-4 16,5 1-7-16,3 2-1 0,0-4-6 0,2 5-4 15,0-4 1-15,-5 2-6 0,0 2-4 16,-5-1 6-16,-9 3-6 0,-1-4 9 0,-7 3-7 16,1-2-10-16,-5 2-20 0,-1 1 20 0,1 0-6 15,-4-3-18-15,-5 3-24 0,8-2-26 0,-8 2-32 16,0 0-25-16,0 0-22 0,0 0-25 0,0 0-31 15,-26 8-44-15,16-4-52 0,-11-2-201 0,6 3-535 16,-3-2 236-16</inkml:trace>
  <inkml:trace contextRef="#ctx0" brushRef="#br0" timeOffset="21033.7">10424 4763 16 0,'0'0'381'0,"0"5"-28"0,0-5-31 0,0 0-23 0,0 0-33 0,0 0-22 15,4 3-29-15,1-1-25 0,0-1-14 0,7 0-20 16,-1 2-12-16,3 1-18 0,3 0-16 0,-4 2-11 16,-2-2-15-16,0 4-8 0,0 0-5 0,-1 4-9 31,0 0-5-31,-6 0-8 0,1 4-3 0,-5 0 1 0,0-1-10 15,-5 1-3-15,-3 3-1 0,-2-3-6 0,-1 2 1 16,-7 4-4-16,6-6 2 0,-1-3 4 0,-1-1 1 16,2-3 6-16,-1 0 9 0,4-2-16 0,1 0 13 15,-2 0-20-15,5-2 0 0,1-1-9 0,-1-1 8 0,1-1 2 16,0 1 13-16,3 0 6 0,-2-1 33 16,3-2-28-16,0 0 2 0,0 0 4 0,0 0 1 0,16 4 15 0,2-4-6 15,1-2-2-15,12-1-8 0,-1-1-4 0,6 0-4 16,1 0-11-16,0 2-2 0,1 0 1 0,1-1-5 15,-2 1-2-15,-1-1-4 0,-6 1-1 0,-2 0-4 16,-7 1-15-16,-7 1 17 0,-3-1-4 0,3 0-1 16,-3 1 3-16,-6-2 11 0,1 2 6 0,-6 0 7 15,9 0 12-15,-9 0-7 16,0 0-9-16,5-1 3 0,-5 1-8 0,0 0-21 16,7-1-19-16,-7 1-23 0,0 0-39 0,0 0-62 15,0 0-60-15,0 0-60 0,0 0-85 0,-21 4-405 16,21-4-801-16,0 0 356 0</inkml:trace>
  <inkml:trace contextRef="#ctx0" brushRef="#br0" timeOffset="21936.19">11756 5109 264 0,'-6'0'261'16,"6"0"-3"-16,-3-2-10 0,3 2-8 0,0 0-17 15,0 0-18-15,-7-3-18 0,7 3-15 0,0 0-14 16,0 0-13-16,0 0-14 0,0 0-18 0,0 0-7 16,18-7-16-16,-4 5-14 0,8-2-20 0,6-1-19 0,5-2-33 0,3 3-22 15,-3 3-57-15,2 0-50 0,-2-2-55 0,-2 1-74 16,-8 2-133-16,-2-2-420 0,-1 4 186 15</inkml:trace>
  <inkml:trace contextRef="#ctx0" brushRef="#br0" timeOffset="22089.72">11855 5313 47 0,'-14'14'182'0,"3"-6"-20"0,3 1-11 15,3-4-12-15,0 0-1 0,4 2 5 0,-1-2 12 16,4-2 8-16,3 1-6 0,7-2-13 0,10 1-14 0,10-3-13 15,22-3-18-15,-1-4-30 0,7 3-39 16,7-7-57-16,25-3-43 0,-1-1-54 0,-30 1-178 16,31-4-325-16,-29 9 145 0</inkml:trace>
  <inkml:trace contextRef="#ctx0" brushRef="#br0" timeOffset="22490.37">12944 4783 164 0,'-8'1'174'0,"8"-1"-14"0,-5 2-14 16,5-2-11-16,0 0-16 15,-6 0-12-15,6 0-9 0,0 0-12 0,0 0-11 16,0 0-5-16,0 0-3 0,0 0 0 0,0 0 13 15,16 5 2-15,4-4 0 0,9-2-7 0,4 0 2 16,8 1-2-16,14-6-7 0,1 4-13 0,3 0-2 16,-2 0-20-16,4-2-11 0,-7 0-15 0,-1 2-23 15,-15 0-37-15,-5 2-32 0,1-3-46 0,-13 3-185 16,-1 0-341-16,-4 0 150 0</inkml:trace>
  <inkml:trace contextRef="#ctx0" brushRef="#br0" timeOffset="23091.96">12940 4932 120 0,'0'0'221'0,"-5"4"-27"15,2-3-19-15,3-1-21 0,2 5-16 0,-1 0-11 16,5 1-12-16,7 0-8 0,3 6-7 0,9 2-6 15,3-2-11-15,4 1-3 16,-1 4-10-16,-2-2-8 0,1 2-9 0,-2 2-4 16,-3 2-4-16,-2 4-5 0,-1-2-6 0,-6 4-1 15,-1 3-4-15,-3 2 3 0,-3 3-4 0,-2 11-5 16,-10 0 2-16,-1-10-3 0,-5 12-1 0,-6 1-3 16,-3-3-2-16,-1-2 1 0,-5-3-5 0,2-12 2 15,5 1 0-15,-3-4 5 0,3 0 3 0,-6 0-4 16,3-1 3-16,3-4-1 0,2-4 1 0,5-4-1 0,-3-1 1 0,8-3-1 15,-3 1-2-15,3-2 0 0,1 1 2 0,0-5 3 16,2 3 2-16,-2-3 0 0,0 1-1 0,4-3-5 16,-1 1 1-16,1-3 0 0,-4 4 5 15,4-4 6-15,-1 4-4 0,1-4 2 0,0 0 1 0,-3 4 3 16,3-4 0-16,0 0-1 0,0 0-2 0,0 0-2 16,0 0 4-1,-1 2 6-15,1-2 2 0,0 0-3 0,0 0 1 16,0 0-1-16,0 0-2 0,0 0-3 0,0 0 1 15,0 0-6-15,0 0-4 0,0 0 3 0,0 0-4 16,0 0 13-16,0 0 9 0,0 0 7 0,0 0 9 16,19 0-5-16,-1-1 1 0,14-4-2 0,6-2-10 15,19 1-1-15,5-3-15 0,2-2 7 0,26-3-3 16,-24 6-3-16,-1 1-1 0,27-4-5 0,-32 5-2 0,-1 2-9 0,-9-2-4 16,-11 4 8-16,-7-1-2 0,0 1 1 0,-14 1 0 15,-4 1 2-15,-5-1-8 0,0 1 2 0,0-2 14 16,-3 1-25-16,0 0-14 0,-6 1-4 0,5-1-18 15,-5 1-38-15,0 0-31 0,0 0-34 0,-25-4-35 16,14 4-35-16,1-1-51 0,-3-2-278 0,5 1-584 16,2-2 259-16</inkml:trace>
  <inkml:trace contextRef="#ctx0" brushRef="#br0" timeOffset="23739.85">14466 4886 251 0,'-3'-4'327'0,"3"-1"-7"0,-1 0 3 0,1 0 3 0,0 1-9 16,0-2-8-16,0 6-26 0,0-5-24 0,0 5-23 15,-2-4-24-15,2 4-40 0,0 0-13 0,-2-3-16 0,2 3-19 16,0 0-34-16,0 0-35 0,0 0-11 0,0 0-2 15,4 19-8-15,-4-6-4 0,0 6-5 0,0 10-4 16,0 0 10-16,-2 8 3 0,-2-5-14 0,1 3-9 16,2-1 6-16,1 2-6 0,0-2 5 0,1 2-4 0,0-5 0 15,3 3-1-15,-2-5-2 0,1-1 4 0,2 0-4 16,-3-10 0-16,1-1 1 0,0-5 0 0,2 2 0 16,-1-4 13-16,0 0-1 0,-2-1-13 0,1-4-4 15,-3 0 7-15,2 1 1 0,1-2 7 0,-2 0-5 16,-1-4 3-16,3 5 2 0,-3-5-4 0,1 3 5 0,-1-3-1 15,5 2-28 1,-5-2-15-16,13 0-45 0,-4-2-50 0,-1-1-56 16,2-1-74-16,6-1-82 0,1-3-269 0,0 1-649 15,2-2 288-15</inkml:trace>
  <inkml:trace contextRef="#ctx0" brushRef="#br0" timeOffset="24125.29">14208 5236 149 0,'0'0'267'15,"-4"1"-15"-15,4-1-15 0,0 0-16 0,0 0-10 16,0 0-15-16,0 0-20 0,0 0-10 0,0 0-17 16,0 0-14-16,0 0-9 0,10 3-12 0,-10-3-10 15,21-4-11-15,0 1-8 0,-1 1-9 0,10-4-9 16,5 4-9-16,0-3-11 0,2 0 0 0,0 0-12 15,-1-1-3-15,-1 3-14 0,-4 0-9 0,-3-2-13 16,-8 0-4-16,-2 3 2 0,-7 0-5 0,0 1 0 16,-3-1-1-16,-1 0-5 15,-1 1-20-15,-2-2-34 0,-4 3-24 0,0 0-31 16,0 0-24-16,-14-6-33 0,5 4-208 0,-2-1-421 16,0 0 187-16</inkml:trace>
  <inkml:trace contextRef="#ctx0" brushRef="#br0" timeOffset="24641.48">14799 4788 299 0,'0'0'344'0,"1"-5"-19"16,-1 5-29-16,0 0-30 15,0-3-33-15,0 3-22 0,0 0-25 0,0 0-25 16,0 0-20-16,0 0-20 0,0 0-12 0,0 0-12 15,2 12-9-15,-2-2-9 0,1 0-8 0,-2 2-1 16,-1 3-10-16,2 3-5 0,-1-1-10 0,-1 0 1 16,1 3-4-16,1-3-9 0,0 0 1 0,-3-1 1 15,3-6-4-15,0 0-6 0,0-3 0 0,0-2 0 16,-1 2-1-16,2-1 3 0,-1-5 23 0,0 5 38 0,0-6 39 16,0 4 21-16,0-4-15 0,0 0-15 0,14-10-11 0,-9 6-12 15,3-4-7-15,2 1-11 0,-1-3-10 0,3 0-11 16,0-4 3-16,-4 7-9 0,0 0-10 0,-1 0-3 15,2 2-2-15,-4 1-5 0,-1 0-5 0,0 0-6 16,-1 1-4-16,0 1 1 0,-3 2-15 0,0 0-46 16,18 5 8-16,-10 0-19 15,1 2-30-15,2 5-25 0,2-1-39 16,1 1-44-16,-1 1-45 0,1 3-62 0,-2-1-344 16,0-2-698-16,2 1 309 0</inkml:trace>
  <inkml:trace contextRef="#ctx0" brushRef="#br0" timeOffset="25042.45">15438 4928 292 0,'1'-9'364'0,"-1"1"-13"0,0 0-6 0,2 1-14 0,-1 2-18 16,-1 0-26-16,0 3-25 0,0-2-30 16,0 4-28-16,0-7-19 0,0 7-23 0,3-2-22 0,-3 2-25 15,0 0-16-15,0 0-8 0,0 0-18 0,5 15-14 16,-4-2-22-16,0 4 13 0,-1 2-17 0,3 7 2 16,-3 4 4-1,-1 1-10-15,1 0-10 0,-2 2 15 0,5 12-4 16,-4-9-7-16,2-2 4 0,1 0-6 0,1-3 4 15,0 0 4-15,4-1-10 0,-4-3 4 0,-1-7-5 16,2-2 4-16,0-1 1 0,-3-1-27 0,2-3 15 16,-1-5-10-16,1 1 11 0,-3-4 7 0,3 2-6 15,-3-2 6-15,1 0 2 0,1-3-2 0,-2-2-2 16,0 0 3-16,-3 8-14 0,3-8 0 0,1 3-14 0,-1-3-16 0,0 0-43 16,0 0-53-16,0 0-58 0,0 0-50 0,-9-15-46 15,5 4-61-15,-1 2-227 0,2-3-607 0,1-3 269 16</inkml:trace>
  <inkml:trace contextRef="#ctx0" brushRef="#br0" timeOffset="25396">15442 4678 101 0,'-3'-7'322'0,"1"4"-25"0,0 1-25 0,0-1-29 16,1-1-28-16,1 4-24 0,0 0-19 0,0 0-19 0,15 0-14 0,-2 7-17 16,6-2-9-16,8 8-12 0,2-4-6 0,3 6-16 15,4 1-8-15,8 6-4 0,-10 0-3 0,-1 0-4 16,-2-3-3-16,0 5-10 0,-5-2-5 0,-4-2 1 16,-4 3-10-16,-5-8-9 0,-3 0 2 0,-5 2-5 15,-1-5-1-15,-5 5 5 0,-7-3 6 0,-6 1 3 16,-3-3-2-16,-11 2-1 15,-4-2-1-15,-2 1 4 0,-4-3-2 0,2 1-5 16,1-1-1-16,-1-3-1 0,3 1-6 0,1-1 0 16,3-3-5-16,2 3 1 0,7-1-10 0,1-5-21 15,6 3-37-15,0 2-41 0,0-3-32 0,4 1-18 16,5 1-32-16,4 0-67 0,0-3-214 0,0-2-493 16,12 5 218-16</inkml:trace>
  <inkml:trace contextRef="#ctx0" brushRef="#br0" timeOffset="25928.15">15926 5336 102 0,'0'0'387'15,"0"0"-31"-15,0 0-36 0,0 0-33 0,0 0-33 16,0 0-28-16,0 0-27 0,0 0-24 0,0 0-13 15,-1 10-22-15,1-4-20 0,-1-1-7 0,1 2-12 0,0 3-13 16,0 1-4-16,-3 0-10 0,1 5-10 0,-1 3-5 0,1-2-6 16,-1 3-5-16,-1-2-4 0,0-2-3 15,0 1-6-15,2-3-4 0,-2-2-3 0,0-3 2 0,3-1 0 16,1-1-8-16,-2-2-4 0,-1 0 34 0,3 0 19 16,0-1 38-16,0-4 36 0,0 4 30 0,0-4 28 15,0 0 11-15,3 3-23 0,-3-3-18 0,0 0-19 16,8-15-16-16,-1 9-17 15,-1-3-12-15,1 1-10 0,0-2-10 0,1 1-12 16,0 2-6-16,-1-1-8 0,-3 3-5 0,2 0-7 0,-2 0-9 0,0 0-6 0,-1 3-3 16,1-1-8-16,-2 1-4 0,-2 2-9 0,5-3-4 15,-5 3-2-15,0 0-1 0,0 0-14 0,15 5-16 16,-9-2-14-16,-2 0-16 0,2 3-29 0,-3-2-25 16,4 1-40-16,-2 0-33 15,3-1-33-15,-3 1-37 0,0 0-42 0,0-1-56 16,0-1-72-16,-1-3-255 0,0 0-732 0,-4 0 324 0</inkml:trace>
  <inkml:trace contextRef="#ctx0" brushRef="#br0" timeOffset="26439.71">16395 4857 56 0,'14'-2'251'0,"-3"2"-18"0,1 0-22 0,6 1-16 16,-1 5-10-16,1-1-16 0,0 3-15 15,-3 3-14-15,3 3-10 0,-5-1-12 0,-2 2-12 16,-1 3-8-16,-1-1-10 0,-3 8-7 0,-4 1-5 0,-2-6-11 15,-4-1-1-15,-1-1-6 0,-8 6-6 0,-2-3-2 16,0 1 1-16,-2-8 1 0,-1 4 0 0,0-4 5 0,2-6-1 16,-1 3 8-16,0-3 7 0,7-3 7 0,-3-1 5 15,3 0 21-15,4-3 32 0,1 2 27 0,-1-3 34 16,6 0 9-16,-10 0-20 0,8-4-22 0,-1 0-16 16,5-2-12-16,0-4-22 0,3 2-3 0,3-4-11 0,1-2-10 15,4-2-12-15,4-4-7 0,3-1-8 0,-1 3-5 16,1 1-12-1,1-2 0-15,-1 5-5 0,-5 3-6 0,-6 0-2 16,2 3-4-16,-3 0-3 0,2 3 1 0,-5 1-9 16,-1 1-15-16,2-1 5 0,-2 4-8 0,-2-3 0 15,-2 3-21-15,7-2-4 0,-7 2-3 0,7 6-2 16,-1 0-4-16,0 3 5 0,0 1-21 0,-2 2 11 16,1 0 1-16,0 3-14 0,4 0-27 0,-4 1-23 15,4 0-27-15,-4-1-28 0,2-5-22 0,-1 3-38 16,-1-4-39-16,3-1-59 0,-3-1-319 0,0-2-687 15,3-1 305-15</inkml:trace>
  <inkml:trace contextRef="#ctx0" brushRef="#br0" timeOffset="26660.76">16917 4877 152 0,'4'-3'312'0,"-1"1"-31"0,1 1-27 0,4 0-13 15,-8 1-17-15,8 4-22 0,3 3-6 16,-1 1-18-16,3 4-15 0,1 0-8 0,-2 3-13 16,0 2-13-1,0 5-5-15,-3 2-11 0,-3 0-13 0,-3 2-9 0,-3-1-9 16,-5 1-11-16,-3 2-21 0,-4-5-20 0,-3 2-23 16,-4-1-25-16,-4 0-26 0,-1-2-27 0,-3-3-24 15,-5-2-41-15,1-3-56 0,-2 0-266 0,-2-6-494 16,1-1 219-16</inkml:trace>
  <inkml:trace contextRef="#ctx0" brushRef="#br0" timeOffset="26966.91">16513 4521 39 0,'-4'-4'333'0,"0"-6"-33"0,4 4-35 0,-5 4-28 16,0 0-34-16,5 2-18 0,-17 4-23 0,2 4-20 0,-7 7-12 16,1 8-16-16,-7 3-9 0,-3 14-9 0,-4 6-10 15,-17 23 4-15,20-17 5 0,-4 23-6 0,13-27-7 0,3 2-8 0,10-1-2 16,6-3 5-16,4-11 6 0,6 0-5 0,5 0 0 15,15 8 2-15,11-4-11 0,4-8 1 0,13-4-27 16,4-2-54-16,32 1-92 0,-25-13-127 0,-5-2-293 0,4-6-565 16,-5-3 250-16</inkml:trace>
  <inkml:trace contextRef="#ctx0" brushRef="#br0" timeOffset="28195.23">13188 6300 67 0,'-4'-5'272'0,"4"1"-11"16,0 4-13-16,0-8-3 0,-1 5-13 0,1 3-10 16,0-7-20-16,0 3-20 0,0 4-5 0,1-5-30 15,-1 5-15-15,0 0-16 0,0-3-13 0,0 3-13 16,0 0-12-16,0 0-10 15,0 0-8-15,0 0-6 0,4 10-7 16,-3-3-1-16,-1 5-9 0,4 0-2 0,-4 5-3 16,1 2-5-16,-1 0 0 0,0 1-6 0,3 4 0 15,-2 3-4-15,-1-8 0 0,0 0-2 0,0 1 0 0,-1-2-2 16,2 0 0-16,-1 1-1 0,0-7 1 0,0-1-7 16,0-1 2-16,0-2 1 0,1-2 3 15,-1-1 21-15,0 1 19 0,0-3 26 0,0-3 37 0,0 5 28 0,0-5 42 0,3 4 29 16,-3-4 27-16,0 0-17 0,0 0-23 15,8-9-20-15,-3 2-19 0,1-3-14 0,2-1-16 16,2-2-15-16,-1-4-10 0,4 0-14 0,0-5-9 16,2 1-11-16,-5 4-7 0,3 2-9 0,-3-1-7 0,-3 7-3 15,0-2-4-15,1 5-7 0,-2-3-5 0,-2 3-8 16,1 2-4 0,-3 0-23-16,1 1-25 0,1 3-10 0,-4 0-4 15,10 4-6-15,-6 2 3 0,3 0-1 0,-1 5 4 16,-1-1 3-16,4 4 1 0,0 3 5 0,-4-3 0 15,5 2 1-15,-5 0 9 0,3-1 0 0,0-1 6 16,-4-2-1-16,3-1 6 0,-3 0-4 0,1-1-1 16,-2 0-5-16,-2-4-16 0,2 0-7 0,-1-2 2 15,0 1 5-15,0 0-1 0,-1-2 7 0,1 1 9 0,-2-4-1 0,6 2 4 16,-6-2 6-16,1 4 2 0,-1-4 4 0,1 2-3 16,-1-2-7-16,0 0-12 0,0 0-3 0,0 0-33 15,0 0-64-15,0 0-43 0,0 0-39 0,0 0-31 16,3-10-51-16,0 5-53 0,-2 0-286 0,0-2-686 15,2 1 303-15</inkml:trace>
  <inkml:trace contextRef="#ctx0" brushRef="#br0" timeOffset="28364">13697 6401 154 0,'3'-4'324'16,"-3"4"-8"-1,3-2-34-15,-3 2-32 0,5-4-25 0,-2 1-27 0,0 2-22 16,3-2-26-16,1 1-36 0,5-1-40 0,-1 3-43 16,3 0-43-16,5-2-52 0,3 2-42 0,-3-1-51 15,-1-1-170-15,4 2-352 0,-8-2 156 0</inkml:trace>
  <inkml:trace contextRef="#ctx0" brushRef="#br0" timeOffset="28529.47">13821 6534 132 0,'-7'4'174'0,"3"1"-16"16,2 1-4-16,-1-4-11 0,1 1 6 0,2-3 4 0,0 5 3 16,5-3-15-16,1 0-16 0,8-2-12 15,4-2-16-15,4 0-32 0,7 1-44 0,1-3-49 16,3-1-50-16,-1-1-57 16,2-1-122-16,-3-2-279 0,2 3 124 0</inkml:trace>
  <inkml:trace contextRef="#ctx0" brushRef="#br0" timeOffset="28817.85">14449 6303 20 0,'-5'-3'284'16,"1"2"-25"-16,4 1-20 0,-14 0-19 0,4 4-19 16,1 0-13-16,-1 3-14 0,-3 3-14 0,-1 2-13 15,2 2-7-15,0 3-7 0,0-2-4 0,3 2-5 16,-1 0-11-16,1 2-11 0,4-2-6 0,1-2-4 15,3 0 11-15,1-3-13 0,1-2 7 0,3 1 5 16,5-4 15-16,1 0 4 16,7 1 13-16,4-4-20 0,9-4-9 0,-1-2-4 15,1-3-7-15,0-3-8 0,-2-1 13 0,2 0-6 16,-6-1 3-16,-7-2 2 0,-1 0-6 0,-4-1-1 16,-2-1-17-16,-2-2-15 0,-6-4-23 0,-3 3-16 15,-7-2-37-15,-3-3-18 0,-9-2-34 0,-2 5-37 16,-8 4-32-16,-2 0-40 0,-6 4-43 0,-17 3-54 0,-3 2-77 15,2-2-224-15,19 7-623 0,-4 1 276 0</inkml:trace>
  <inkml:trace contextRef="#ctx0" brushRef="#br0" timeOffset="30020.54">13262 4480 39 0,'-4'-5'249'16,"4"5"-21"-16,-1-4-16 0,1 4 10 0,-1-5-23 15,1 5-17-15,0-3-17 0,0 3-16 0,0-7-12 0,0 3-13 16,0-2-6-16,1 1-2 0,-1-4-8 15,0 0-3-15,-1-2 7 16,2 1-1-16,-1-4-7 0,1-3 4 0,0 1-8 16,-1 0-2-16,2 1-10 0,-1-2-2 0,2-2-10 15,-3 3-1-15,-3-1-5 0,3 1 2 0,-1 3-12 16,-3 1 3-16,0 0 5 0,-2 2-20 0,-2 1-2 16,-1 0-16-16,-6 1-9 0,-2 4-1 0,-11 1-28 15,-4 3-4-15,-4 4 4 0,-13 4-6 0,-4 4 5 16,4 4 3-16,-2 2-1 0,2 3-1 0,-4 1 4 15,2 0 0-15,-1 2-1 0,4 2-2 0,-4-3 4 0,20-4 1 0,-4 0-2 16,4-2 4-16,4 2-1 0,4-3-1 0,6-4 2 16,4-3 0-16,4-1 0 0,1-4 12 0,3 1 7 15,-1-4 15-15,3 0 27 0,-2 3 30 0,6-4 22 16,0 0-10-16,0 0-9 0,6-11-15 0,3 1-1 16,-1 1-2-16,10-4-8 0,-5 2-18 0,2-2 4 15,-1 1-19-15,1 0 0 0,1 2-10 0,0 1-1 0,0 1-5 16,4 0 1-16,-1 0-1 0,-1 4-14 0,5 4-2 15,6 0-6-15,1 5 3 0,-1 5-2 0,3 3-4 16,1 1 9-16,16 6-8 0,-4 2 3 0,-11-3 5 16,12 7 3-16,-1 0-5 0,1-2-20 0,-14-6-36 0,0 1-33 15,2-6-47-15,0 0-57 0,-6 1-75 16,-2-5-115-16,-6-2-232 16,-1-6-664-16,-5-2 294 0</inkml:trace>
  <inkml:trace contextRef="#ctx0" brushRef="#br0" timeOffset="33027.87">2986 7902 318 0,'-3'-7'335'16,"2"-1"-23"-16,1 3-14 0,0-3-13 0,0 4-25 0,0-4-22 15,-3 4-26-15,3 4-29 0,0-5-17 0,0 5-24 0,-1-4-31 16,1 4-13-16,0 0-12 0,1 21-9 0,-1-5-5 16,3 12-16-16,1 1-4 0,-4 2-5 0,1 5-5 15,-2 12-3-15,1-3-3 0,0-9-4 0,0 11-2 16,0-13-4-16,0-2-3 0,0-2 0 0,1 1 1 16,-1-3-2-16,1-1-3 15,3-9-8-15,-4 0 3 0,0 0 0 16,0-7-2-16,0 0-1 0,1-4 0 0,-1 1 0 0,3-2 4 15,-3-1-5-15,0 0 10 0,0-2-2 0,0 1 19 16,0-4 8-16,0 0 1 0,0 5 5 0,0-5-7 16,0 0 4-16,-3 4 1 0,3-4-13 0,0 0 5 15,0 0-9-15,0 0-45 0,0 0-47 0,0 0-39 16,-10-16-42-16,5 5-39 0,0-5-44 0,1-3-56 16,-4 0-261-16,1-9-586 0,3-3 260 0</inkml:trace>
  <inkml:trace contextRef="#ctx0" brushRef="#br0" timeOffset="33343.39">2903 7611 187 0,'-5'-15'314'0,"1"4"-16"0,0 0-13 0,1 2-15 15,0 0-17 1,1 3-27-16,0-1-24 0,0 4-27 0,1-1-24 16,1 4-32-16,-1-7-28 0,1 7-13 0,0 0-14 15,0 0-8-15,19 10-10 0,-6-6-4 0,2 6-9 16,2 2-3-16,4 5-4 0,0 1-5 0,2 5 2 0,4 1-3 15,-3 0-3-15,-2 3 2 0,1 3-4 16,-2-4-1-16,0 3 0 0,-3-1-1 0,-3 0 2 16,-2-4-6-16,-7 5 9 0,1-5 2 0,-5-5 7 0,-4 0 11 0,-1-1 10 15,-4 0 8-15,-5 0 7 0,-6 2 4 0,-1-2-2 16,-3-3 0-16,-1-1 0 0,-1 1-9 0,2-3-3 16,2-2-5-16,1-2 8 0,-1 0-17 0,1-1-5 15,0-2-5-15,8 2-5 0,-6-1-1 0,2 1-2 16,3-2-3-16,1 0-12 0,0-1-31 0,4 0-32 15,-2 0-33 1,4 0-33-16,1 2-34 0,0-1-25 0,1-1-24 0,5 1-61 16,-2-5-226-16,7 5-535 0,3-5 237 0</inkml:trace>
  <inkml:trace contextRef="#ctx0" brushRef="#br0" timeOffset="34112.75">3424 8345 156 0,'-3'-6'401'0,"6"-1"-7"0,-3 7-10 0,-3-4-25 16,3 4-29-16,-1-3-26 0,1 3-33 0,0 0-29 16,0-5-28-16,0 5-29 0,0 0-24 0,0 0-28 15,0 0-15-15,0 0-12 0,0 0-11 0,0 17-9 16,0-5-28-16,0 4 17 0,1 6-13 0,-1 2-3 0,0 1-13 16,3 2-15-16,-3-8 11 0,0 0 0 0,0 0-16 15,1-8-8-15,-1 3-8 0,3-4 8 0,-3 0-8 16,0-1 0-16,1-3 9 0,-1-1 19 0,3-4 20 15,-2 4 33-15,-1-5-2 0,0 0-9 0,0 0-8 16,14-11-4-16,-6 3-3 0,-2-3-1 0,3 2-1 16,4-5-9-16,-3 0-2 0,-1-2-6 0,5 2-4 0,-5-2-3 15,0 1-5-15,2-4-4 0,-4 10 0 0,-1 0-2 0,1 1-6 16,-2 2-5-16,-1 1-3 0,-2 0-3 0,2 1-8 16,-1 2-12-16,0 1-9 0,-3 1-8 0,12 0-5 15,-6 1-1-15,1 3-1 0,3 1 1 0,0 2 15 16,3 0-17-16,0 4 6 0,2 0 1 0,-1-1-5 15,4-1-1-15,-4 1-12 16,3 0 1-16,-2-3-16 0,-1 3 3 16,-4-5-9-16,3 1 14 0,-4-3 2 0,-1 1 13 15,-1-3 15-15,0-1 0 0,-1 0 9 0,-2-2 5 16,1-4 14-16,-1 0 16 0,0 1 15 0,-2-7 2 0,2-1 6 16,-3-3 10-16,3-1 6 0,-4 2 9 15,0-5-2-15,0-6 2 0,-2-3-6 0,-1 5-1 16,3-3 3-16,0-2 8 0,-3 0 16 0,2 3 7 0,-4 1 17 0,5 4 8 15,-1 6 6-15,1 2 9 0,0 4-12 0,0 2-12 16,-3 1-19-16,3 0-21 0,-1 2-23 0,1 0-44 16,0 4-52-16,0 0-50 0,0 0-9 0,0 0 12 0,-3 11 6 15,3 0 11-15,-1 6 8 0,0 10 7 0,0 0 9 16,-1 2 6-16,4 2 5 0,-1-2 6 0,0 5 6 16,0-7 4-16,3 4-10 0,-1-8 13 0,3-4 8 0,-5-3-13 15,-1 1-11-15,3-6-12 0,-3 0-9 0,1-1-32 16,3-4-19-16,-4 0 2 0,0-2 6 0,0 1 4 15,1-3 5-15,2 1 4 0,-3-3-12 0,0 0-65 16,0 0-85 0,0 0-82-16,0 0-333 0,-9-10-720 0,9 6 320 15</inkml:trace>
  <inkml:trace contextRef="#ctx0" brushRef="#br0" timeOffset="34644.71">3888 8337 122 0,'-13'3'334'0,"-1"-2"-19"0,1 0-14 15,3-1-16-15,2 2-12 0,2-2-18 0,2 2-26 16,-2-2-6-16,6 0-8 0,-9 1-25 0,9-1-9 0,0 0-22 15,-8 0-19 1,8 0-13-16,0 0-5 0,0 0-18 0,0 0 4 16,0 0-17-16,-7 0-1 0,7 0-4 0,0 0 5 15,0 0-6-15,0 0-5 0,0 0-4 0,0 0-8 0,0 0-1 16,0 0-9-16,0 0-9 0,0 0-17 16,0 0 22-16,-8 0-14 0,8 0-6 0,0 0-2 15,0 0-5-15,0 0-3 0,0 0-2 0,0 0 1 16,0 0-4-16,0 0-3 0,0 0-3 0,0 0 2 0,0 0-2 0,0 0-1 15,0 0 12-15,0 0-13 0,0 0-1 0,0 0-4 16,0 0 1-16,0 0-1 0,-4 4-4 0,4-4 0 16,0 0-3-16,0 0 3 0,0 0 2 0,0 0-2 15,0 0 3-15,0 0-2 0,0 0 2 0,23 0 0 16,-4-2 3-16,9-2-6 0,8-1 0 0,4 0 2 16,17-2 2-16,6 1-13 0,2-3 13 0,1 3 3 0,25-4-1 0,-33 6-5 15,-5-3 3-15,-14 6-4 0,-1-2 6 0,-5 1-7 16,-2-2 2-16,-13 3-3 0,-3 0 6 0,-6 1 3 15,4 0 16-15,-6 0 14 0,0 0 11 0,-2-2 1 16,-5 2 11-16,9 0-8 0,-9 0-5 0,5-2-14 16,-5 2-14-16,0 0-22 0,0 0-39 0,0 0-50 15,0 0-71 1,0 0-52-16,-16 6-61 0,8-3-79 0,-3-2-368 0,4 0-781 16,3 0 347-16</inkml:trace>
  <inkml:trace contextRef="#ctx0" brushRef="#br0" timeOffset="35493.83">5785 8191 281 0,'4'-4'258'0,"1"-1"-24"0,3 1-23 0,6 0-27 16,0 0-14-16,7-1-22 0,-3 5-13 0,2 0-11 16,3 0-17-16,5 3-9 0,1 4-14 0,-2 0 2 15,-1 5-9-15,-2-2-4 0,-6 4-6 0,-1-3-8 16,-2 5-6-16,-1 3-3 0,-5-1-5 0,-3 1 4 15,-4 0-11-15,-2 8 0 0,-4 1-2 0,-4-2 1 16,-2-1 1-16,-3 0 0 0,-2 2 0 0,-2-8 0 0,2-1 7 16,3-5 3-16,-2 1 8 0,4-2 4 0,1-5 0 0,-1 1 9 15,4-2 3-15,-1-1 8 0,3-4 15 0,0 4 24 16,1-5 27-16,-1 6 27 0,1-5 32 0,3-1 22 16,0 0-5-16,0 0-28 0,0 0-27 0,0-14-17 15,3 3-15-15,6-3-12 0,1-3-18 0,3-6-12 16,6-1-11-16,1-3-6 0,2-1-9 0,1 1-10 15,3 0-5 1,-1 2-5-16,1 0-7 0,-2 2-3 0,-5 4-5 16,0 0-4-16,-4 7 2 0,-4 4-4 0,-2 1-7 15,-3 1-5-15,1 2-4 0,-2-1-5 0,-3 3-19 16,1-1-13-16,-3 3-25 0,5-2-26 0,-5 2 0 16,0 0 9-16,0 11 2 0,-4 0 8 0,-1 4 5 15,-5 3 6-15,1 7 3 0,-3 2 11 0,1 2 2 16,1-1 1-16,2 0 8 0,3-2 1 0,1-6-3 0,2-1 6 0,2 0 2 0,2-5 1 15,2 3 5-15,6-5 10 0,3 2 1 0,3-6 4 16,11 1-7-16,7-4-19 0,3-2-52 0,2-5-76 16,15-3-67-16,-3-4-85 0,3 3-99 0,-16-5-295 15,11 0-753-15,-16 2 333 0</inkml:trace>
  <inkml:trace contextRef="#ctx0" brushRef="#br0" timeOffset="36283.78">7290 8234 38 0,'0'0'297'0,"-7"-1"-11"0,7 1-14 16,0 0-16-16,0 0-20 0,-5-2-20 0,5 2-17 31,0 0-20-31,0 0-16 0,0 0-20 0,12-6-13 16,-5 2-17-16,5 2-10 0,-1-2-16 0,3 0-13 0,4 0-24 16,5 0-35-16,4 0-40 0,1 1-47 0,-1 1-67 15,2-3-48-15,-9 1-219 0,1 1-439 0,-3 3 193 16</inkml:trace>
  <inkml:trace contextRef="#ctx0" brushRef="#br0" timeOffset="36450.51">7393 8388 125 0,'-10'7'205'0,"2"2"-26"16,3-5-14-16,0 0 0 0,0-1-2 0,1 1-4 16,4-4 13-16,0 5-1 0,0-5-3 0,14-2-18 15,0 2-13-15,8-4-14 0,11 0-12 0,4-3-24 16,5 2-39-16,11-5-42 0,0 1-36 0,0 0-47 0,2-2-64 15,-17 2-207-15,-1 1-377 0,2 1 167 0</inkml:trace>
  <inkml:trace contextRef="#ctx0" brushRef="#br0" timeOffset="36682.37">8139 8040 348 0,'-2'-12'389'16,"0"4"17"-16,0 0-1 0,1 4-13 0,-1 2-30 16,2-4-27-16,0 6-39 0,-1-6-36 0,1 6-31 15,-3-4-30-15,3 4-27 0,0 0-18 0,0 0-19 16,2 16-14-16,-2-7-6 0,4 11-18 0,-2-2-4 0,2 8-11 0,1 2-8 16,2 0-11-16,0 1-32 0,3 1-47 0,-1 0-44 15,4-1-42-15,-3-1-56 0,-2 2-61 0,-2 0-85 16,2-3-347-16,-3-3-703 0,-2-5 311 0</inkml:trace>
  <inkml:trace contextRef="#ctx0" brushRef="#br0" timeOffset="39724.46">4329 10111 39 0,'0'0'132'0,"0"0"-14"16,0 0-6-16,-4-1 3 0,4 1-2 0,0 0-10 15,0 0-5-15,0 0-2 0,0 0-3 0,0 0-9 0,0 0-2 16,0 0-5-16,0 0-6 0,0 0-8 0,0 0-3 15,0 0-5-15,0 0-4 0,0 0-4 0,0 0 6 16,0 0-4-16,0 0 2 0,0 0-6 0,0 0-2 16,0 0-1-16,0 0 6 0,0 0-3 0,0 0-7 15,0 0 2-15,0 0-3 0,0 0-6 0,0 0-4 16,0 0 0 0,14-6-5-16,1 3 0 0,5 2 0 0,0-4-1 0,9-1-1 15,3-2 2-15,1 1-1 0,-2 4-1 0,1-4-4 16,-3 0 2-16,-7 5-3 0,-3-1-6 0,-1-1-1 15,-5 3-2-15,0 1-27 0,-4-3-31 0,-3 3-28 16,1 0-18-16,-7 0-20 0,7 3 9 0,-7 0 7 16,0-3-35-16,-12 7-148 0,1 0-309 0,-5-2 136 15</inkml:trace>
  <inkml:trace contextRef="#ctx0" brushRef="#br0" timeOffset="40241.47">4267 10168 191 0,'0'0'200'15,"0"0"-13"-15,0 0-25 0,0 0-12 0,0 0-17 16,0 0-18-16,-5 3-12 0,5-3-13 0,0 0-8 16,0 0-14-16,10 5-4 0,-3 0-5 0,2 3-7 0,1-3-6 15,3 3-3-15,5 2-4 0,5 5-1 0,2-1-5 16,1 1-5-1,-1-3 3-15,2 5-8 0,1-5 1 0,0 2-3 16,-2-3-4-16,1 0 1 0,-8-4-2 0,-1-2-1 16,-7-1-2-16,2 2-2 0,-1-1 0 0,-3-3-1 0,-3 1 3 15,-1-2-2-15,1 0 11 0,0 1 16 16,-4 1 13-16,-2-3 17 0,5 2 5 0,-5-2 3 16,6 0-3-16,-6 0-1 0,0 0-13 0,0 0-8 15,5 3-10-15,-5-3-17 0,0 0-2 0,-3 7 1 0,-2 0-9 0,-4 9-2 16,-6 6 2-16,-1 3-8 0,-5 4 3 0,-10 15-5 15,-1 4 1-15,-4 3-3 0,-5 24 3 0,8-22 0 16,-8 17-1-16,13-16 3 0,-1-3 10 0,1 1-1 16,2-3 6-16,5-1-1 0,1-4 1 0,6-13-2 15,-1-2 2-15,4 1 1 0,1-7-3 0,1 5-3 16,4-11-3-16,0-5-3 16,4 0 2-16,-2-2 9 0,1 0-10 0,-2-2 0 15,3 0 3-15,-1-2-4 0,1-5 3 0,0 3 2 16,0 2-4-16,1-6 3 0,0 5-1 0,0-5-1 15,-2 5 0-15,2-5 4 0,0 2-5 0,0-2-10 16,0 0-4-16,0 0-15 0,0 0-14 0,0 0-19 16,-1 6-25-16,1-6-22 0,0 0-46 0,0 0-29 15,11-3-59-15,-11 3-189 0,15-5-454 0,-6 2 200 0</inkml:trace>
  <inkml:trace contextRef="#ctx0" brushRef="#br0" timeOffset="40741.76">4294 11468 16 0,'-10'4'222'0,"-2"-1"-16"0,1 0-17 0,3-1-12 31,1 1-4-31,2 0-10 0,1-3-6 0,-2 1-5 15,6-1-5-15,-7 2-13 0,7-2-11 0,0 0-10 0,-6 0-7 16,6 0-14-16,0 0-2 0,-6 1-15 0,6-1-7 16,0 0-7-16,0 0-5 0,0 0-5 0,0 0-4 15,0 0 2-15,0 0 2 0,0 0-2 0,0 0 2 16,0 0 0-16,0 0-4 0,0 0-6 0,-6 1 6 16,6-1-8-16,0 0-1 0,0 0-5 0,0 0-2 15,0 0-3-15,0 0-2 0,0 0-5 0,0 0-6 0,0 0 2 0,0 0-4 16,0 0-2-16,0 0-1 0,0 0-3 0,0 0-3 15,0 0 1-15,0 0 4 0,0 0-5 0,18 0 0 16,-8-1 1-16,9-2-2 0,10 1 3 0,5-4 0 16,7 1-5-16,9-1-2 0,6-2 6 0,3-4 0 15,1 3 0-15,1-3-2 0,3 0-3 0,0 0 4 16,2 2 0 0,-5 0-4-16,-3-1 14 0,-4 6-12 0,-17-1 1 15,-4 0-1-15,-3 4 1 0,-9-1-4 0,-2 0 5 0,-6 3-8 16,1-1-6-16,-5-3-2 0,-1 3 0 0,-3 1-1 15,0-1 0-15,-5 1-4 0,0 0-14 0,0 0-23 16,0 0-16-16,0 0-15 0,0 0-19 0,-18-5-33 16,9 5-27-16,3-5-43 0,-6 1-204 15,6 1-443-15,2-2 196 0</inkml:trace>
  <inkml:trace contextRef="#ctx0" brushRef="#br0" timeOffset="41374.46">5578 10345 150 0,'-1'-2'290'0,"1"-3"-12"0,0 0-6 16,0 0-12-16,0 5-12 0,0-5-23 16,0 5-20-16,0-4-22 0,0 4-16 0,0 0-24 15,0 0-19-15,-2-5-22 0,2 5-23 0,0 0-35 0,0 0-9 16,0 0-8 0,3 19 0-16,0-4-6 0,-3 3-1 0,1 5 3 15,-2 3-6-15,1 6-3 0,-4-1-1 0,2 5-1 16,-1-1 4-16,-2-2-3 0,1 4-4 0,3 9 1 15,-3-12-1-15,4-1 0 0,1-1 1 0,-1-3-3 16,2-3-1-16,-2-1 6 0,4-7-9 0,-2-1 3 16,-1-3 0-16,3-3 1 0,-3 2-1 0,3-4 0 15,-4 0-3-15,4-4 2 0,-3 2 1 0,2-2-1 0,-2 0 4 0,0-2-5 16,-1 1 0-16,0-4 11 0,3 5-8 0,-3-2 3 16,0-3 4-16,0 0 3 0,1 3 4 0,-1-3 2 15,0 0-4-15,0 0-1 0,0 0-2 0,3 3 5 16,-3-3-7-16,0 0 0 0,0 0 0 0,5 1 0 15,-5-1-1-15,0 0-1 0,10-1-3 0,-1 1 2 16,-4 0-5-16,4-1-17 16,0-1-11-16,3-1-23 0,2-1-21 0,-2 0-38 15,9 0-34-15,6-3-40 0,1-3-72 0,-4 1-188 16,-5 1-474-16,3-1 210 0</inkml:trace>
  <inkml:trace contextRef="#ctx0" brushRef="#br0" timeOffset="41806.31">5366 10730 12 0,'0'0'232'0,"-10"-1"-11"0,6 1-10 0,4 0-12 15,0 0-14-15,-7 0-19 0,7 0-16 0,0 0-14 16,0 0-12 0,-7 0-13-16,7 0-11 0,0 0-6 0,0 0-11 15,0 0-7-15,0 0-7 0,-8 0-8 0,8 0-4 16,0 0-7-16,0 0-7 0,0 0 0 0,0 0-3 0,0 0-6 15,0 0-3-15,0 0 1 0,0 0 2 0,0 0 3 16,16-4 0-16,-1 3-1 0,2-5-1 0,11 3 1 16,0-1-4-16,5-4-1 0,1 3-1 0,1-1-3 15,6-1-5-15,-1 0-1 0,-4-2-3 0,-3 5-4 0,-1-1-3 16,-5 0-5-16,-6 2 2 0,1 1-5 0,-7-1-3 16,-2 0-8-16,-4 2-13 0,-1 1-10 0,-3-3-10 15,1 3-14-15,-6 0-17 0,9 0-10 0,-9 0-17 0,0 0-31 16,0 0-30-16,0 0-224 0,0 0-415 0,-24 3 185 15</inkml:trace>
  <inkml:trace contextRef="#ctx0" brushRef="#br0" timeOffset="42406.37">5833 10237 51 0,'0'-6'320'0,"0"6"-13"0,0 0-25 16,0-7-18-16,0 7-26 16,-3-2-25-16,3 2-22 0,0 0-22 15,0 0-21-15,0 0-19 0,0 0-17 0,0 0-14 0,0 0-13 16,0 0-11-16,0 0-8 0,0 0-7 0,4 18-8 15,-4-10-15-15,3 4-4 0,-3-2-4 0,1 3-2 16,-2 4-2-16,1 0-3 0,-3 1-1 16,3-1-1-16,-1-3-5 0,-2-1 0 0,2-1 0 0,1-2-2 15,0-1 0-15,0-4-2 0,1 2 1 0,-1-1 1 0,0-2-1 16,3 1 3-16,-3-2 23 0,0-3 41 0,0 4 46 16,0-4 35-16,0 0 21 0,1 3 19 0,-1-3-15 0,0 0-18 15,5-8-16-15,3 2-15 0,-2 0-12 0,1-6-14 16,-1 5-13-16,1-2-8 0,0 1-10 15,1 1-8-15,-4 2-10 0,1 2-8 0,-1-1-9 16,-3 1-9-16,5 0-10 0,-3 1-26 16,-3 2-39-16,5-2-8 0,-5 2 5 15,9 5-16-15,-1 0-15 0,2 2-4 0,0 4-10 16,4-1 13-16,0 4-30 0,5 5-20 0,0-1-31 16,2 2-35-16,-6-1-50 0,7 1-48 0,-3 1-83 0,-5-8-190 15,1 1-609-15,1-2 270 0</inkml:trace>
  <inkml:trace contextRef="#ctx0" brushRef="#br0" timeOffset="42910.71">6635 10425 298 0,'1'-7'329'0,"-1"-3"-17"0,0 3-11 0,2 0-5 15,-2 2-16-15,1-3-13 0,-1 3-7 0,0 1-24 16,1-2-21-16,-1 2-25 0,0 4-25 0,2-5-20 0,-2 5-17 15,-2-5-14-15,2 5-44 0,0 0-34 16,0 0-7-16,0 0-6 0,5 12-1 0,-2-2-5 16,-3 7-3-16,0 3-2 0,1 6-4 0,-1 4 5 15,0 0-6-15,-1 0 0 0,-2 3 4 0,3 1-7 0,0 1 2 0,3-3-1 16,-3 2 0-16,1-2 5 0,-1-3-5 0,2-1 0 16,2-5 1-16,-2 4 3 0,2-10-3 0,0 0 1 15,-1-2-1-15,0 1-2 0,-2-1 4 0,2-5-4 16,-2 0 0-16,-1-1 3 0,1-1-4 0,2-2 3 15,-3 2 0-15,1-1 3 0,-1-1-1 0,3 2 2 16,-3-4-2-16,0 2 0 16,1-1-9-16,-2-1-6 0,1 1-13 0,0-2-7 15,0-3-2-15,0 5-18 0,0-5-8 0,-4 3-11 16,4-3-17-16,0 0-32 0,0 0-41 0,-15-8-39 16,11 2-37-16,-2-4-257 0,3-1-529 0,-1-6 234 15</inkml:trace>
  <inkml:trace contextRef="#ctx0" brushRef="#br0" timeOffset="43229.27">6543 10190 146 0,'-6'-9'284'0,"1"1"-12"0,0 2-14 0,2 0-13 15,1 1-21-15,-1 0-21 0,2 1-22 0,-2 1-18 0,3 3-16 0,0-4-25 16,0 4-11-16,8-1-14 0,-8 1-10 0,17 5-7 15,2 2-14-15,0 2-10 0,9 3-6 0,1 4-5 16,1 3-4-16,3 2-14 0,-4 2-4 0,10 9 5 16,-11-6-7-16,-4-1-5 0,0 1 0 0,-2 3-2 15,-5-4-2-15,-5 1-1 0,-3-2-1 0,-6-7 4 16,-1 3 8 0,-4-2 5-16,-10 6 6 0,2-7 2 0,-9 1 2 0,-5 0 5 15,-2-3-3-15,-1 0 2 0,-3-1 0 0,-1-1-5 16,-1-2 0-16,-1-3-4 0,0 1-5 0,1 2 0 15,1-2 1-15,10-2-5 0,1-2-4 16,1 4-4-16,9-4-10 0,-2-3-33 0,2-1-38 0,5 2-32 16,-3 2-13-16,8-1-26 0,0 1-26 0,4-3-78 15,1 1-225-15,9 0-503 0,4-4 223 0</inkml:trace>
  <inkml:trace contextRef="#ctx0" brushRef="#br0" timeOffset="44123.42">7008 10917 160 0,'0'0'296'0,"0"0"-17"16,2-5-24-16,-2 5-21 0,0 0-21 0,0 0-19 16,0 0-24-16,0 0-19 0,0 0-6 15,0 0-26-15,0 0-14 0,0 0-13 0,0 0-5 0,0 0-12 0,7 12-6 0,-4-6-9 16,-2 4-4-16,3 1-5 0,0-1-4 16,0 6-4-16,-3 2-5 0,0 0-2 0,2 1-1 15,-2 0-7-15,0 1 0 0,-1-2-3 0,0 0-2 16,2-3-4-16,-4 2-4 0,1-5 2 0,1-3-2 0,0 0-4 15,0-3-1-15,0-1 4 0,0 2-1 16,0-2 40-16,0-1 33 16,0-4 53-16,0 0 24 0,0 4 31 0,0-4 31 15,0 0 13-15,0 0-3 0,0 0-22 0,0 0-18 16,0 0-20-16,6-11-19 0,-2 1-11 0,0 2-19 16,4-3-12-16,-2-2-12 0,-1 0-11 0,3-3-8 15,-2 1-10-15,1 5-7 0,-1 0-6 0,-1 2-8 16,-1 0-8-16,0 2 1 0,0 2-11 0,-3-3 4 15,4 4-16-15,-4 0-7 0,2 1-14 0,-3 2-18 0,1-7-20 0,-1 7-10 16,4 0 3-16,-4 0-3 0,8 6 8 0,-7-3 3 16,3 0 2-16,2 6 2 0,-1-1 1 0,2 0 1 15,-1-1-1-15,-2 3 3 0,2-1-1 0,1-2 2 16,-1 3 1-16,-2-3 3 0,0-1 3 0,0 1-2 16,-2-3 2-16,1 1-2 0,-2-1-6 0,3 1 2 15,-2-1-2-15,0 0-11 16,-1-2-5-16,1 0-1 0,-2-2-7 0,2 4 2 15,-2-4-6-15,1 4-7 0,-1-4-7 0,0 0-18 16,0 0-10-16,0 0-12 0,1 5-8 0,-1-5-11 0,0 0-7 0,0 0 1 0,0 0-7 16,0 0-5-16,0 0-53 0,0 0-64 0,0 0-354 15,0-20-668-15,2 13 297 0</inkml:trace>
  <inkml:trace contextRef="#ctx0" brushRef="#br0" timeOffset="44610.15">7572 10384 247 0,'0'0'351'0,"-4"-3"-23"16,4 3-20-16,0 0-33 0,-1-4-30 0,1 4-23 16,0 0-25-16,0 0-24 0,0 0-19 0,0 0-25 15,0 0-11-15,0 0-16 0,0 0-13 0,-4 14-11 0,5-9-9 16,-1 6-9-16,3 0-2 0,-2 0-9 15,2 4-4-15,-3 2-6 0,1 0-3 0,-1 2 1 0,1-1-9 16,-1-1-5-16,0 1 3 0,4-1 2 0,-4-2-6 0,1-1 1 16,2-3 2-16,-3 0-3 0,1 0 0 0,-1-5 2 15,0 2-2-15,0-1-2 0,3-2-2 0,-3 0 0 16,0-1 0-16,0-1 2 0,1-1-2 0,-1-2 5 16,0 5 4-16,0-5 3 0,0 0-3 0,0 5 5 15,0-5-3 1,0 0-2-16,0 4-6 0,0-4 5 0,0 0-2 15,0 0-8-15,0 0 9 0,0 0-8 0,0 0-2 16,0 0-10-16,0 0-25 0,0 0-16 0,0 0-29 0,0 0-45 16,0 0-61-16,0 0-80 0,-4-14-329 0,3 9-628 15,-2-6 278-15</inkml:trace>
  <inkml:trace contextRef="#ctx0" brushRef="#br0" timeOffset="44848.66">7703 10300 190 0,'0'0'221'0,"10"2"-8"0,-5 1-9 0,1 2-12 0,4 1-12 0,-1 4-9 16,5 4-12-16,-1 1-10 0,5 6-10 0,-4 1-6 16,0 2-6-16,-1 1-14 0,-3 0-10 0,0 0-3 15,-2 2-12-15,-3-1-8 0,-1 3-8 0,-2-6-7 16,-3 5-4-16,-3-1-6 0,-1-1-6 0,0 1-1 0,-6-7-14 15,-1-1-20-15,-3 5-29 0,-6-4-36 0,-2-3-46 16,-1-3-65 0,-1 1-94-16,-5-8-141 0,2 0-430 0,1-2 191 15</inkml:trace>
  <inkml:trace contextRef="#ctx0" brushRef="#br0" timeOffset="45227.8">7384 10118 174 0,'-6'2'198'0,"-3"-1"-19"15,-4 4-13-15,3 2-19 0,-8 7-13 16,1 5-10-16,-2 5-5 0,-1 8-3 0,-3 6-15 16,-3 6-5-16,3 1 6 0,5 1 0 0,2 1-6 0,4-13 0 0,3 12-3 0,7-11-5 15,2 2-5-15,2-3-5 0,7 0 1 16,4 0 2-16,2-1-4 0,3-7-4 0,6-1-6 15,3 0 2-15,6-8-10 0,12 4-32 0,5-4-60 16,-12-6-92-16,-1-5-320 0,2-4-481 0,-1-1 213 0</inkml:trace>
  <inkml:trace contextRef="#ctx0" brushRef="#br0" timeOffset="47101.44">4377 11893 60 0,'-3'-11'286'0,"0"1"-16"0,2 2-7 15,-1-1-8-15,1 2-15 0,0-1-17 0,1 2-13 16,1 1-12-16,-1-2-21 0,0 3-17 0,0 0-17 16,0 4-19-16,-1-5-19 0,1 5-11 0,1-4-12 15,-1 4-12-15,0 0-11 16,1 13-8-16,1-5-2 0,-1 5-10 0,-1 3 9 16,0 1-16-16,0 4 0 0,0 4-8 0,-1 0 0 15,-1 1-4-15,1-2-6 0,-1-2 3 0,-1 2-2 16,2-4 1-16,-2-2-4 0,3-1 1 0,-1-4 2 15,-2 2-6-15,3-1-4 0,-2-4 4 0,2-1-7 16,0 0 4-16,0-2 0 0,0-3 1 0,0 2 1 16,0-1 2-16,0-2 38 0,2 0 23 0,-2-3 34 0,0 4 18 0,0-4 36 15,0 0 32-15,0 0 27 0,0 0 13 0,0 0-13 16,0 0-16-16,0 0-26 0,8-16-15 0,-2 7-17 16,2-7-19-16,0 0-11 0,7-4-13 0,-2-2-13 15,2-2-13-15,-1-1-8 0,2 2-10 0,-2 2-14 16,2-4-5-16,-3 8 2 0,-2 2-9 0,2 1-4 0,-5 4-2 15,-3 1-4-15,4 1-3 0,-5 3-3 0,0 0-4 16,0 0-5-16,-2 1-9 0,1 2-35 0,-3 2-29 0,5-1-12 31,-5 1 1-31,0 0 2 0,9 9 5 0,-4-1 1 16,0 1 5-16,0 3 3 0,3 3 14 0,-2 3-2 0,0 0 8 0,3 7 5 0,3-1 5 16,-7-4 2-16,1-1 5 0,1-2 6 0,1 2 1 0,-2-2 0 15,-1-1 2-15,0 0-9 16,-2-2-34-16,3-2-14 0,-3-2-24 0,4 0-17 15,-3-1-17-15,1 0-15 0,-1-1-8 16,0-3-5-16,-4 2-9 0,2-2-7 0,1-3-5 16,-3 1-2-16,0-3-25 0,0 0-43 0,0 0-69 0,0 0-193 15,11-10-553-15,-8 5 244 0</inkml:trace>
  <inkml:trace contextRef="#ctx0" brushRef="#br0" timeOffset="47299.49">5009 11884 80 0,'1'-5'390'15,"-1"5"-13"-15,1-4-19 16,0 1-33-16,-1 3-27 0,2-7-30 0,-1 5-22 16,-1 2-29-16,10-5-37 0,-3 2-36 0,2-1-23 15,3-1-52-15,6 0-45 0,-5 3-52 0,4-1-49 16,0 3-61-16,1-2-66 0,-4 1-238 0,-1 2-478 15,1-1 211-15</inkml:trace>
  <inkml:trace contextRef="#ctx0" brushRef="#br0" timeOffset="47484.21">5177 12054 9 0,'-2'4'255'0,"-1"-1"7"0,2 1 4 0,-2-1-6 0,3-3-7 16,-1 4-11-16,1-4-14 0,0 0-26 0,0 0-20 15,10 0-13 1,3-3-20-16,-1 0-28 0,8-2-28 0,-1 2-42 0,0-1-40 16,2-2-48-16,-1 1-56 0,-1-1-62 0,3 0-257 15,-3-3-445-15,-2 4 196 0</inkml:trace>
  <inkml:trace contextRef="#ctx0" brushRef="#br0" timeOffset="47838.92">5567 11771 38 0,'0'0'291'0,"-6"-6"-21"0,3 6-17 16,3 0-21-16,-8-1-25 0,8 1-19 0,-9 1-10 16,4 5-27-16,-2 1-15 0,-1 0-14 0,0 4 2 0,-4 3-22 15,1 2-11-15,-4 6-4 0,1 2-9 0,4-3-6 16,1-3-7-16,0 6-6 0,4-7-5 0,-2 0-7 15,4 0-6-15,0-2-3 0,3-4-3 0,3-1 1 32,-1 2 34-32,3-4 12 0,-1 1 15 0,4-4 20 15,2 0 14-15,4-3 4 0,6-2 4 0,0-3-6 0,6-3 1 16,0-1-10-16,2-4 9 0,-10 0-7 0,5-2-4 0,0-3-2 16,-9 4 1-16,0-3-8 0,2-6-8 0,-6 5-10 15,-7-3-15-15,1-1-4 0,-2-1-9 0,-4 4-16 16,0-4-13-16,-3 3-22 0,-5-2-29 0,-3 4-40 15,-5-3-40-15,-4 6-66 0,-6 4-44 0,-3 5-55 16,-2 3-73-16,-4-1-388 0,5 6-778 0,1-1 344 16</inkml:trace>
  <inkml:trace contextRef="#ctx0" brushRef="#br0" timeOffset="49275.44">4776 9709 27 0,'0'0'273'0,"0"0"-12"0,0 0-17 16,0-5-13-16,0 5-18 0,0 0-15 15,-1-5-15-15,1 5-10 0,0 0-11 0,-4-2-12 16,4 2-8-16,0 0-10 0,0-4-6 0,0 4-14 15,0 0 3-15,-1-6-9 0,-2 4-6 0,3 2-2 0,0-7-2 16,0 4-11-16,0 3 7 0,-1-8-22 0,-2 0-1 16,2 2-5-16,0-6-5 0,-2 3-12 0,3-4-3 0,-1 1-5 15,-3-5-6-15,-1 0-13 0,1 0 8 0,3-1-2 0,-3 2-4 16,0 0-4-16,-1 1-1 0,1 3-2 0,3 2 8 16,-3-2-17-16,-1 5 1 0,0-3-11 0,-2 5-13 15,1 1-7-15,-5-1 1 0,-1 3-3 16,-7 4 0-16,0 0 2 0,-9 6 0 0,-3 5 6 0,-1 0-2 15,-14 11 5 1,4-1 2-16,-4 3-1 0,4 0 0 0,-3 0 3 16,4 2 1-16,7-9 0 0,2 1 0 0,0 1-1 15,1-3 0-15,-1-1 2 0,0 1-1 0,5-3 6 16,3-3 1-16,9 0 3 0,2-7 0 0,4-1 1 16,1 2 35-16,1-2 4 0,0-4 27 0,2 3 44 15,1-3 29-15,4 0 9 0,-8-3-25 0,6-2-20 16,0-4-8-16,0-2-9 0,2 0-11 0,2-7-8 0,2 1-14 0,2-1 3 0,-1-1-5 15,1 0-7-15,3-4-3 0,1-2-2 0,-2 7 1 16,0 3-14-16,-1-2 1 0,-2 7-10 16,-1 2 5-16,1 0-7 0,-2 3-4 0,0 0-6 15,0 0-15-15,0 2 3 0,3 3-1 0,-6 0 1 0,13 5-11 32,-3 1 13-32,7 6-3 0,7 4-11 0,-2 4-1 15,2-2-8-15,2 4 5 0,-1-1-4 0,2 0 9 0,-1 1 2 16,3-1-1-16,-2-3 5 0,0 0-7 0,2-1 7 15,-1-5 10-15,0-1-3 0,1-2 4 0,0-4 0 16,-9-4 3-16,1 2-6 0,3-6 6 0,-2 2 0 16,-2-3-3-16,6-2 0 0,-8-3 5 0,-2 3 3 15,0-5 1-15,0 4-12 0,-7-1 5 0,1 0-11 16,3 2-32-16,-4-4-49 0,-1 5-48 0,-4 1-82 0,2-1-113 0,-2 2-346 16,1 1-735-16,-5 2 326 0</inkml:trace>
  <inkml:trace contextRef="#ctx0" brushRef="#br0" timeOffset="51847.12">8725 10563 67 0,'-7'1'145'0,"7"-1"-4"0,0 0-14 0,-6 0-2 0,6 0-4 15,0 0-15-15,0 0-2 0,-8-2-11 0,8 2-9 16,0 0-3-16,0 0-4 0,0 0-1 0,-5 2-7 16,5-2 5-16,0 0-5 0,0 0 1 0,0 0-7 15,0 0 2-15,0 0-2 0,0 0-2 0,0 0 0 0,0 0-7 0,0 0-3 16,0 0-4-16,0 0-1 0,0 0-1 15,0 0-6-15,0 0-1 0,0 0 0 0,0 0-1 16,0 0-4-16,0 0-4 0,0 0-1 16,0 0-5-16,0 0-4 0,0 0 3 0,0 0-2 15,0 0-2-15,0 0-3 0,0 0 0 0,0 0-1 16,14-4-2-16,-1 0 2 0,5-1-3 0,2 2 2 0,1-1-7 0,0 0 2 0,10-2-2 0,-3 3-2 16,-1-2 0-16,1 1 0 0,0 0 1 15,-10 0-2-15,1 1-2 0,0-1 2 0,-6 2-4 16,-3 2-11-16,3-2-12 0,-4 0-10 0,-2 2-14 15,1-1-14-15,-3 1-14 0,-5 0-12 0,8 1-21 0,-8-1-18 16,0 0-30-16,0 0-165 0,0 0-349 0,0 0 156 16</inkml:trace>
  <inkml:trace contextRef="#ctx0" brushRef="#br0" timeOffset="52348.57">8735 10778 76 0,'-10'2'160'0,"2"1"-6"0,1-2-10 0,1-1-11 16,2 1-8-16,4-1-8 0,-10 1-7 0,10-1-9 15,0 0-5-15,-9 2-16 0,9-2-7 0,0 0-6 0,-4 2-5 16,4-2-3-16,0 0-5 0,0 0-4 0,0 0 1 16,-5 0-1-16,5 0 3 0,0 0-2 0,0 0-2 15,0 0-2-15,0 0-7 0,0 0-2 0,0 0-3 0,0 0-6 16,0 0 0-16,0 0-1 0,0 0-3 0,0 0-2 15,0 0 0-15,0 0-3 0,-9 0-5 0,9 0 1 16,0 0-1-16,0 0-2 0,0 0-1 0,0 0-3 16,0 0-4-16,0 0 3 0,0 0-1 0,0 0 6 15,0 0 11-15,22-1 0 0,-7 0-3 0,4-2-2 16,8-2 2-16,4 1 0 0,0-4 1 0,4 1 2 0,5 0 1 0,12-1 5 16,-13 3 0-16,-2-4 0 0,-1 5-2 0,-1-6-2 15,-1 6-4-15,-5 0-1 0,-11 0-4 0,-3-1 3 16,-1 3-4-16,-4-1-1 0,-2 2 2 0,1 0-4 15,-4 0-4-15,0 1-3 0,-5 0-12 0,0 0-18 16,9 1-21-16,-9-1-32 0,0 0-39 0,0 0-53 16,-14 5-237-16,8-4-438 15,-2 0 194-15</inkml:trace>
  <inkml:trace contextRef="#ctx0" brushRef="#br0" timeOffset="57158.01">10308 10305 29 0,'-3'-3'218'0,"2"-2"-11"0,1 5-11 16,0-5-14-16,-1 2-19 0,1 3-16 0,0-4-14 31,0 4-20-31,0 0-13 0,0 0-12 0,0 0-9 16,-7 12-11-16,3 2-7 0,-3 5-9 0,0 6-2 0,-1 3-2 15,-3 3-6-15,3 2 0 0,0 1-7 0,0 1-3 0,0-1-5 16,-1 13-1-16,3-14 2 0,2 1-4 0,-1 0-1 16,1-2-4-16,-1 2-1 0,-3-5-1 0,7-3 2 15,-1 1 2-15,-1-8-1 0,2 1 7 16,-2-1 0-16,3-4-3 0,0-4 1 0,-4-1-4 0,3 1 3 15,1-2-9-15,0-2-1 0,0-2 2 0,0 0-2 0,0-1 3 16,-1 1-4-16,-2-2-2 0,3-3-1 0,0 4 1 16,0-1 3-16,0-3-4 0,0 0 2 0,0 0-1 0,0 5 2 15,0-5-12-15,0 0-43 0,0 0-36 0,0 0-32 16,-14-12-39-16,13 7-46 0,-3-5-153 16,2-1-376-16,-1-5 167 0</inkml:trace>
  <inkml:trace contextRef="#ctx0" brushRef="#br0" timeOffset="57505.68">10131 10261 134 0,'-1'-5'263'0,"-2"0"-16"0,3-1-12 0,-1 2-14 15,1 2-17-15,-3-2-22 0,3 4-16 16,-3-7-21-16,3 7-18 0,0-4-13 0,0 4-12 15,10-2-12-15,-1 4-12 0,1 0-4 0,8 3-3 16,5 0-7-16,5 7-2 0,-2 0-11 0,2 3-3 0,-2 0-13 16,-3 4-6-16,-2 0-4 0,-1 0-5 0,-3 3 0 15,-1-1 0 1,-6-4-4-16,-1-2-1 0,-4 2-2 0,-1-1 1 16,-5 0 6-16,-2-1 2 0,-5 2 1 0,-1-1 3 0,-6-1 1 15,1 0-1-15,-10 1 0 0,1-1 1 16,7-1-6-16,-9-2 1 0,6-1-2 0,1-2 5 15,-8 3-14-15,10-3 2 0,0 1 0 0,-2 0-2 0,8-5 0 16,-4 4-2-16,5-1-4 0,0-2-15 0,-1 0-19 0,0 0-27 16,3-1-27-16,1 0-32 0,3 1-15 0,-2-1-22 15,5-3-47-15,0 1-213 0,5 1-446 0,3-2 197 16</inkml:trace>
  <inkml:trace contextRef="#ctx0" brushRef="#br0" timeOffset="58053.44">10571 10910 177 0,'0'0'283'0,"0"0"-17"0,0-5-18 15,0 5-17-15,0 0-21 0,0 0-21 0,0-5-18 16,0 5-16-16,0 0-19 0,0 0-12 0,-6-3-11 15,6 3-16-15,0 0-13 0,-12 7-6 0,5-3-9 16,-1 2-9-16,-1 2-6 0,0 0-18 0,-4 5-4 16,3 1-5-16,-2 1-1 0,2-1-7 0,0 1 2 0,1 1-5 15,0-3 3 1,4 1-7-16,0-2 1 0,1-4-3 0,3 4 0 16,-2-3 1-16,2 2 4 0,1-6 1 0,0 1 12 15,1 0 4-15,2-1 8 0,0-1 19 0,4-1 6 16,-1-1 7-16,7-2 5 0,-3-1 4 0,3-3 5 15,0 0 14-15,-2-1-6 0,-2-3 15 0,3 1-4 16,-1-5-8-16,-1 2-11 0,-2 1-11 0,1-7 0 16,-4 2-5-16,-1 4-10 0,1-6-10 0,-5 0-6 0,1 0-14 0,-2 6-12 15,-2-2-11-15,0 1-14 0,-4 3-16 0,1-2-7 16,-2 1-12-16,-3 4-19 0,-1-1-5 0,1-2-18 16,-6 5-21-16,4 0-14 0,-1 0-25 15,2 2-25-15,-1 1-22 0,3 0-41 0,2-1-34 0,-1-3-243 16,9 4-550-16,-5 0 244 0</inkml:trace>
  <inkml:trace contextRef="#ctx0" brushRef="#br0" timeOffset="58475.14">11072 10444 174 0,'0'-6'342'0,"0"1"-8"0,0 1-11 0,1-2-15 0,-1 6-26 16,-1-5-22-16,1 5-20 0,-3-6-41 0,3 6-22 0,0 0-19 15,3-2-21-15,-3 2-11 0,0 0-22 0,0 0-27 16,0 0-10-16,0 0-10 0,0 0-7 0,0 17-6 0,1-9-8 15,-1 3-1-15,0-1-4 0,0 7 2 16,0 0-10-16,0 0 3 0,-1 0-3 0,1 2-5 16,0-2 0-16,1 1-3 0,-1-2-2 0,-1-3-3 15,1-1 2-15,1 2 2 16,-1-4-7-16,0 2 4 0,0-3 0 0,0-1 0 16,0-3-2-16,-1 3 0 0,2-4 3 0,-1 0-4 15,0-1 1-15,0 2 3 0,0 0 1 0,0-5 5 16,-1 5-4-16,1-5-1 0,0 0-1 0,0 0 4 15,0 0 5-15,0 0-6 0,0 0-18 0,0 0-16 16,0 0-52-16,0 0-55 0,-4-13-76 0,4 7-92 16,-5-5-252-16,9-1-591 0,-4 0 262 0</inkml:trace>
  <inkml:trace contextRef="#ctx0" brushRef="#br0" timeOffset="58691.48">11256 10285 117 0,'0'0'203'0,"0"0"-8"0,13 7-4 0,-11-2-11 16,6 4-5-16,-2 6-14 0,2-1-7 0,1 2-18 15,-2 2-8-15,1 2-9 0,-3-1-9 0,2 6-14 16,-1 2-4-16,0-2-10 0,-3 0-3 0,0 0-11 16,-5 2-5-16,0-9-8 0,-6 9-1 0,1-8-14 15,-3 6-19-15,-6-2-18 16,2-2-26-16,-8 2-24 0,4 0-35 0,-7-7-44 15,-1 0-75-15,1-4-140 0,-4-3-369 16,3 0 164-16</inkml:trace>
  <inkml:trace contextRef="#ctx0" brushRef="#br0" timeOffset="58992.25">10945 10256 183 0,'-1'-5'267'16,"-1"0"-26"-16,2 5-29 0,-4-3-23 0,4 3-20 16,0 0-17-16,-21 11-20 0,11-2-15 0,-4 11-9 15,-3 4-10-15,1 3-12 0,-1 1-8 0,7 4-8 16,-4 2-5-16,5-3-2 0,0 0-12 0,2-2-1 15,5 3-5-15,-2-3-5 0,9 2-4 0,-1-2 3 16,5-4-2-16,1 2-4 0,8-4-1 0,4-1-2 16,1-5-18-16,9-4-32 0,5-1-52 0,0-5-75 0,1-3-253 15,16-4-432-15,-2 0 191 0</inkml:trace>
  <inkml:trace contextRef="#ctx0" brushRef="#br0" timeOffset="59377.68">11808 10578 63 0,'0'0'229'0,"-10"0"-19"16,6 1-14-16,4-1-13 0,-9 0-17 0,9 0-7 16,0 0-3-16,-8 0 0 0,8 0-14 0,0 0-6 15,0 0-9-15,0 0-12 0,-6 1-5 0,6-1-2 0,0 0-5 16,0 0-4-16,0 0-6 0,0 0-9 0,0 0-7 31,0 0-8-31,25-6-7 0,-8 2-8 0,1-1-5 0,1 0-5 0,9 2-4 0,4-4-1 16,2 2-7-16,-2 3-9 0,-1-2-8 0,-1-2-22 0,-5 2-18 15,-6 1-30-15,-1-1-27 16,-5 4-26-16,-3-4-33 0,3 1-38 16,-8 0-245-16,-1 2-459 0,-4-3 203 0</inkml:trace>
  <inkml:trace contextRef="#ctx0" brushRef="#br0" timeOffset="59609.09">11982 10412 351 0,'-2'-2'354'0,"2"2"1"16,0-7-15-16,-1 4-25 0,1 3-33 0,0 0-25 0,-3-5-38 15,3 5-29-15,0 0-14 0,0 0-29 0,0 0-16 16,-3 12-18-16,-1-1-8 0,1 4-14 0,0 2-9 15,-1 9 2 1,-1 1-15-16,-2-2-11 0,2 5-4 0,0-3 1 16,5 0-34-16,-1 0-39 0,2 2-26 0,2-2-46 15,1 1-34-15,-1-10-54 0,4 1-84 0,-2-3-261 16,1-2-565-16,3-3 250 0</inkml:trace>
  <inkml:trace contextRef="#ctx0" brushRef="#br0" timeOffset="60210.68">12733 10211 148 0,'-2'-4'277'16,"0"-1"-15"-16,2-2-6 0,2 5-6 0,-4-3-4 16,2 5 0-16,0-7-14 0,0 7-12 0,0-7-21 15,2 5-20-15,-2 2-19 0,2-4-12 0,-2 4-19 16,0 0-20-16,0 0-15 0,0 0-15 0,0 0-15 15,0 0-8 1,0 0-6-16,-5 20-2 0,1-3-12 0,-1 0-2 16,-1 9-6-16,-1 3-2 0,-2-1-1 0,3 1-5 0,1 1-4 15,-3 0 1-15,2-1-5 0,1 2 1 0,2-5 0 16,1-1-1-16,-1-6-3 0,4 0-3 0,-1-2-3 16,0-5 6-16,2 1 1 0,-1-1-2 0,1-2-3 15,0 0 2-15,0-4 2 0,1 1 0 0,2 2 5 16,-1-4 2-16,-1 1-3 0,3-3 3 0,-1 1 0 0,5 0 1 15,0-1-10-15,3 0-19 0,1-2-28 0,-1 0-37 0,-1-2-43 16,5 1-52-16,4-4-69 0,-6 0-295 0,4-1-581 16,-1-3 256-16</inkml:trace>
  <inkml:trace contextRef="#ctx0" brushRef="#br0" timeOffset="60495.6">12608 10532 65 0,'0'0'276'0,"-6"0"-15"0,6 0-5 0,0 0-11 16,-7 2-11-16,7-2-11 0,0 0-24 0,0 0-18 15,0 0-13-15,-6 0-17 0,6 0-15 0,0 0-17 16,20-5-11-16,-2 3-9 0,10-3-8 0,5-2-26 16,3 2-26-16,18-7-38 0,1 4-50 0,0-2-69 0,5-1-96 0,-5-1-209 15,-3-1-458-15,-15 4 203 0</inkml:trace>
  <inkml:trace contextRef="#ctx0" brushRef="#br0" timeOffset="60965.98">13481 10140 174 0,'-3'-5'282'0,"0"2"-12"0,1 0-15 0,-2 0-24 16,4 3-25-16,-1-5-23 0,1 5-19 0,0 0-22 15,-3-3-14-15,3 3-13 0,-6 12-8 0,2-2-15 0,0 6-3 16,-2 9-16-16,-1 1-5 0,5 3-9 0,-3 3-7 16,0 2-6-16,1-1-2 0,0 1-7 0,0 0-4 15,3-2-5-15,1 0-4 0,0-4-1 0,1-1-1 16,-1 0-3-16,0-8-2 0,4 1-1 0,-4-3 0 0,1-1 2 16,3-1-2-16,-4-3-4 0,0-5 2 0,0 0-1 15,0 0-2-15,0-2 0 0,0 2 3 0,3-3-4 16,-6 0-2-16,3-1 0 0,0-3-10 0,0 4-10 15,0-4-5-15,0 0-13 0,3 4 1 0,-3-4-7 16,0 0-88-16,0 0-115 0,-11-8-205 0,6-2-480 16,1 0 212-16</inkml:trace>
  <inkml:trace contextRef="#ctx0" brushRef="#br0" timeOffset="61297.33">13400 10021 219 0,'0'-6'285'0,"-4"2"-21"0,3 2-21 15,1 2-25-15,0-5-22 0,0 5-22 0,0 0-19 16,8-3-12-16,-8 3-19 0,16 4-14 0,-2 1-8 16,4-1-10-16,9 5-4 0,-8 0-10 15,9 3-5-15,-3 4-8 0,3-2-5 0,-4 3-7 0,0 3-3 16,-6 0-8-16,0 0-1 0,-4-4-7 0,-5-1-4 0,-1 2-15 15,-4-1 1-15,-2 1-3 0,-2 0-2 0,-5-1 5 16,0 0-5-16,-8-1 4 0,-1-1 1 0,-4-1 0 0,-4 3-3 16,-1-3-2-16,-1 0 4 0,-1-2-5 0,0-2 2 15,4-1-1-15,2 0-1 0,-1 1-2 0,4-4-4 16,-2 3 1-16,2-2-14 0,6 0-20 0,0-2-33 16,1 1-24-1,3 0-16-15,0 0-21 0,5 0-13 0,1 0-43 16,1-1-229-16,5-1-440 0,0 2 196 0</inkml:trace>
  <inkml:trace contextRef="#ctx0" brushRef="#br0" timeOffset="61714.4">13697 10696 278 0,'0'0'376'0,"-3"-2"-15"15,3 2-18-15,0 0-23 0,0 0-35 0,0 0-24 16,0 0-25-16,0 0-25 0,-1-5-18 0,1 5-22 16,0 0-21-16,0 0-21 0,0 0-15 0,0 0-20 15,0 0-29 1,0 0-23-16,0 0-6 0,-4 10 0 0,4-6-12 15,-4 6 4-15,4 2-1 0,-4-2-6 0,3 2-2 16,0 2-4-16,-2-2 1 0,-2 0 1 0,5-1-3 0,-1 0-2 16,-2 1-4-16,2-2 4 0,0 0 4 0,-2-1-14 15,3-2 3-15,0-1 2 0,0-2-3 0,-1 3 5 16,-2-2 1-16,3-5-2 0,0 3 1 0,0 0 5 16,0-3-8-16,0 7 2 0,0-7 2 0,0 0 1 15,-1 3 4-15,1-3 7 0,0 0 4 0,0 0-4 16,0 0 1-16,1 4-6 0,-1-4-3 0,0 0-1 0,0 0 1 0,0 0-13 15,0 0-21-15,0 0-20 0,0 0-76 0,0 0-114 16,4-18-110-16,-1 13-236 0,2-6-624 0,1 1 276 16</inkml:trace>
  <inkml:trace contextRef="#ctx0" brushRef="#br0" timeOffset="62123.84">14203 10193 51 0,'1'-4'298'0,"0"1"-23"16,-1 3-27-16,0 0-31 0,0 0-23 0,0 0-23 31,0 0-15-31,0 0-16 0,0 13-12 0,-1-2-13 16,0 1-11-16,-2 3-8 0,2 2-6 0,-3 1-8 0,4 0-2 16,0 1-10-16,-1-2-12 0,1 1-7 0,1-1-1 15,-2 0-4-15,1-1-6 0,2-3 0 0,-1-2 2 16,1 0-4-16,-2-2-2 0,1-3-2 0,0 0-1 15,-1 0-7-15,0 0 4 0,2-1-4 0,-2-3-3 16,0-2 3-16,-2 7-7 0,2-7 0 0,2 2 4 0,-2-2-5 0,0 5-13 0,0-5-13 0,0 0-20 16,0 0-18-16,0 0-25 0,0 0-19 0,-3 3-10 15,3-3-74-15,0 0-274 0,-8-8-483 0,5 3 214 32</inkml:trace>
  <inkml:trace contextRef="#ctx0" brushRef="#br0" timeOffset="62346.08">14369 10144 92 0,'0'0'236'16,"9"0"-2"-16,-9 0-12 0,10 7-4 0,-1-1-16 16,1 3-8-16,0 3-17 0,3 3-19 0,0-1-11 15,2 7-23-15,-3 2-5 0,-3 5-11 0,1-3-11 16,-3 1-6-16,1 1-7 0,-4 0-10 0,-4 2-6 15,0-3-3-15,-5-1-25 0,-7-1-16 0,6-7-11 16,-7 7-25-16,-6-2-21 0,-1-2-22 0,-1-2-22 16,-6-1-29-16,-1-4-59 0,-4-2-226 0,4-3-421 15,-3-3 187-15</inkml:trace>
  <inkml:trace contextRef="#ctx0" brushRef="#br0" timeOffset="62646.52">14126 10040 232 0,'0'-5'318'0,"0"1"-33"15,-1 1-29-15,-2-2-27 0,3 5-29 0,-1-4-22 16,1 4-22-16,0 0-16 0,-14 12-14 0,4 1-17 0,-6 8-14 0,1 3-6 15,-2 5-11-15,-2 3-8 0,-4 11-5 0,1 0-5 16,10-9-9-16,1-3-1 0,6 2-5 0,1-1-3 16,4-3-2-16,3 1-4 0,6-4-2 0,1 1 0 15,4-4-3-15,5 0-3 0,7-4 2 0,2-4-20 16,3-2-40-16,1-4-51 0,5 1-75 0,-2-4-100 16,1-5-177-16,-3 3-468 0,2-5 208 0</inkml:trace>
  <inkml:trace contextRef="#ctx0" brushRef="#br0" timeOffset="62969.32">14831 10452 79 0,'-10'0'218'0,"10"0"-14"0,0 0-9 0,-6 0-10 16,6 0-9-16,0 0-8 0,-5 2-8 0,5-2-5 0,0 0-3 15,0 0-7-15,0 0-6 0,0 0-5 0,0 0-10 16,0 0 1-16,0 0-9 0,0 0-10 0,0 0-10 0,0 0-13 16,21-5-6-16,-7 3-11 0,5-1 3 0,8-1-13 15,5 1-9-15,0-1-1 0,5 0-4 0,-1 2-9 0,0-3-17 16,1-2-18-16,-3 3-37 0,-2 0-30 15,-11 0-32-15,-2-1-38 0,-7 1-35 0,0 1-67 16,-4-5-168-16,-2 4-441 0,-4-1 196 0</inkml:trace>
  <inkml:trace contextRef="#ctx0" brushRef="#br0" timeOffset="63147.75">15029 10262 132 0,'-2'-1'335'0,"2"1"-3"0,-3-3-19 0,3 3-23 16,-2-4-31-16,2 4-31 0,0 0-25 0,0 0-29 0,0 0-21 0,0 0-16 16,-7 14-13-16,7-3-20 0,-2 6-2 0,-2 1-9 15,4 8-13-15,4 1 0 0,-4 2-9 0,1 3-5 16,1-3 0-16,4 3-38 0,-4-2-59 0,3 1-67 16,-3 1-71-16,-2-5-123 0,0 0-172 0,-2-3-501 15,1-10 221-15</inkml:trace>
  <inkml:trace contextRef="#ctx0" brushRef="#br0" timeOffset="64018.38">15732 10043 125 0,'0'0'294'0,"0"-8"-15"0,-1 4-16 15,1 4-32-15,1-3-21 0,-1 3-25 16,0 0-20-16,-1-5-18 0,1 5-22 0,0 0-5 0,0 0-20 16,-3 15-9-16,2-5-5 0,-3 6-15 0,-1 2-7 15,-1 6-5-15,-3 3-19 0,0 1-4 0,1 1 6 16,-5 0-15-16,3 1 0 0,0 0-3 0,0 0-2 0,2-3-3 16,3-1 0-16,-3 1-2 0,2-9-2 0,5 2-2 15,-2-3 2-15,3-1-2 0,-1-4 2 0,1 0-1 16,1-2 6-16,-1 1 2 0,4-2-1 0,-4-4 0 15,1 3 1-15,4-3 8 0,-1 2 6 0,1-3 4 16,2 1-1-16,2-2-6 0,2 3 5 0,2-3-5 0,7 1-6 16,-3-1-3-1,1-2-22-15,1-1-32 0,-6 2-34 0,5-4-45 16,-3 1-54-16,4-3-61 0,-9 1-242 0,4-1-503 16,-2-3 223-16</inkml:trace>
  <inkml:trace contextRef="#ctx0" brushRef="#br0" timeOffset="64218.36">15540 10452 131 0,'-3'2'339'0,"3"-2"-16"0,-7 0-16 16,7 0-25-16,0 0-31 15,0 0-35-15,0 0-22 0,22-8-27 0,-2 2-24 16,11 1-38-16,4-1-41 0,2-2-43 0,2 0-48 16,11 0-58-16,0-4-71 0,-17 3-224 0,6 1-411 15,-11-3 183-15</inkml:trace>
  <inkml:trace contextRef="#ctx0" brushRef="#br0" timeOffset="64718.5">15991 9868 46 0,'3'-7'359'0,"-3"3"-27"0,1-1-22 16,1 0-25-16,0 1-26 0,0 0-28 15,0 2-22-15,-2 2-27 16,5-4-16-16,-1 3-21 0,-4 1-18 0,0 0-13 16,14 3-13-16,-5-1-11 0,0 1-7 0,-3 1-13 15,2 3-4-15,-3 1-13 0,4-2-6 0,-1 3-6 16,-4-2-2-16,1 5-5 0,-1-1 3 0,-3 6-8 0,-1-2-5 16,-1 2 2-16,-3-2-3 0,0 2-3 0,0-5-3 15,0 1 0-15,-3 0 2 0,-1-3-4 0,0 0 1 16,4-3-5-16,-1 3 0 0,-1-5 2 0,2 1 0 15,0-3-3-15,3 1 1 0,-3 0 1 0,0 0 3 16,4-4 22-16,0 3 18 0,-1-1 7 0,1-2 8 0,0 0 4 16,0 0 2-16,9 4-1 0,1-6-14 0,8-2-4 0,1 1-5 15,4-1 1-15,5-1-9 0,2 2-6 0,-1-2-9 16,3-2-2-16,-4 5-1 0,4-1 3 16,-4 1-7-16,-6-1-3 0,-5 1-2 0,-3 1 1 0,-3 0-5 15,-2 1 1-15,-3 0-4 0,1 0 3 0,-1-1-20 16,-6 1-24-1,10-2-35-15,-6 1-47 0,-4 1-43 0,0 0-32 16,0 8-49-16,0-8-67 0,-10 8-300 0,6-4-652 0,-3-2 289 16</inkml:trace>
  <inkml:trace contextRef="#ctx0" brushRef="#br0" timeOffset="65539.17">16785 10044 137 0,'0'-6'220'0,"1"-4"-3"15,2-1 0-15,-3 4-7 0,1-2-9 0,1 2-10 0,-1 2-11 16,0 1-18-16,0 0-16 0,-1 4-14 16,2-5-16-16,-2 5-16 0,2-3-13 0,-2 3-10 15,0 0-10-15,0 0-7 0,0 20-6 0,0-4-3 0,-1 3-2 16,-2 8-4-16,1 4-6 0,-3-2-1 0,-1 5-4 0,1 14-3 16,-2-14-1-16,3 2-8 0,-2-2-12 0,2-1 6 15,0 0-7-15,1-2-2 0,-2-1 4 0,4-4-3 0,-2-7-1 16,2-2-1-16,0 0 0 0,0-5 2 15,1 1-3-15,-3-2 1 0,3-4 2 0,0 0-2 16,-1-2 2-16,1-2 3 0,-2 2-1 0,2 0 1 16,0-5 3-16,-1 5 6 15,1-5 2-15,-1 5 10 0,1-5 12 0,0 0-16 16,0 0-5-16,0 0-2 0,0 0-35 0,0 0-73 16,-10-17-97-16,7 7-47 0,-1-3-228 0,-1-3-498 15,5-3 220-15</inkml:trace>
  <inkml:trace contextRef="#ctx0" brushRef="#br0" timeOffset="65873.78">16816 9707 185 0,'-2'-5'259'0,"4"2"-21"0,-2 3-22 0,-2-7-26 15,1 4-18-15,1 3-22 0,0-4-19 0,0 4-14 16,0 0-21-16,0 0 0 15,0 0-13-15,18 7-9 0,-8 0-6 0,-1 0-3 16,9 2-5-16,-2 4-6 0,0 2-2 0,6 2-3 16,-4 4-6-16,1-2-1 0,-5 3-4 0,1 0 1 15,-3 2-7-15,-2-2-2 0,-2 5 2 0,-6-3-5 16,-1-6 1-16,-2 3-3 0,-3-4 3 0,-7 8 3 16,1-8-2-16,-6 1 4 0,-6 3 3 0,1-4 2 15,-5-1 1-15,2-2-5 0,2-1-1 0,3-4-1 0,-1 0-4 0,3-4 1 16,-1 2 4-16,3-1-14 0,2-2 2 0,3-1-2 15,1 1-3-15,0-3-1 0,4 2-17 0,0-2-18 16,0-1-20-16,5 0-22 0,0 0-20 0,0 0-42 16,0 0-39-16,14 4-49 0,-3-5-205 0,8 1-451 15,0-3 199-15</inkml:trace>
  <inkml:trace contextRef="#ctx0" brushRef="#br0" timeOffset="66390.14">17037 10432 264 0,'0'0'316'15,"0"0"-26"-15,-8 0-24 0,8 0-26 0,0 0-21 0,0 0-25 16,0 0-19-16,0 0-22 0,0 0-17 15,28 1-15-15,-15 1 0 0,1 1-25 0,0-2-9 16,-1 2-9-16,0 2-11 0,-3-1-11 0,0 1-6 0,2 3-6 0,-3-3-3 16,-1 4-6-16,-2-1-5 0,-3 1-4 0,0 1-3 15,-2 4-3-15,-5 1-1 0,1 1-6 0,-6 1 0 16,0 1 3-16,-5 3-2 0,1-5-5 0,0 0 2 0,-1-1-5 31,-4 4 3-31,5-5 2 0,3-1-1 0,1-4-2 0,-2-2-2 0,2 3 6 0,1-5-4 16,3 3-4-16,0-3-2 15,2-1 0-15,-3-2-2 0,4 3 5 0,0-2 8 16,0 0 8-16,-2-1 14 0,4-2 7 0,0 0 8 16,-4 5 5-16,4-5 3 0,-1 2 5 0,1-2 4 15,0 0-4-15,0 0 8 0,0 0-6 0,0 0-1 16,0 0-5-16,9 2 2 0,0-4-1 0,8 0 13 16,5-4-20-16,7 2-4 0,2 1-5 0,4-4-5 15,-2 3-6-15,-1-1-2 0,-3-1-7 0,-2 4-2 0,-5 1 4 0,-3-1-6 16,-5 0-6-16,-4 0-1 0,2-3-6 0,-6 5 6 15,2 0-2-15,-2-3 9 0,-2 2-5 0,-4 1-5 16,7-2 10-16,-7 2-5 0,6 0 1 0,-6 0-12 16,0 0 0-16,0 0-20 0,7-1-10 0,-7 1-16 15,0 0-10-15,0 0-29 0,0 0-10 0,0 0-23 16,0 0-32-16,0 0-42 16,0 0-66-16,0 0-112 0,-16-5-197 0,12 2-609 15,3 0 270-15</inkml:trace>
  <inkml:trace contextRef="#ctx0" brushRef="#br0" timeOffset="67037.95">17769 9926 19 0,'0'-4'332'0,"0"1"-3"0,0-5-10 0,0 4-24 16,-1 1-15-16,1 3-19 0,1-9-18 0,-1 7-23 15,0 2-22-15,0-5-25 0,0 5-11 0,0 0-23 0,0 0-14 16,0 0-19-16,0 0-22 0,0 0-14 16,0 0-10-16,0 0-6 0,-4 22-6 0,0-5-6 0,3 7-5 15,-3 1 8-15,0 4-13 0,0-1-5 0,3 3 1 16,-4 0 8 0,4 0-3-16,1-2-8 0,-4-2 7 0,2-2-9 15,0 0-4-15,2-6 0 0,-1-2 0 0,1-6-6 16,-3 2 2-16,3-4-2 0,0-1-1 0,3-3 2 0,-3 0 0 15,0 0 5-15,1-1 29 0,-1-4 4 16,-1 5 17-16,1-5 9 0,-3 5 5 0,3-5-9 16,0 0 1-16,3 2-2 0,-3-2-8 0,0 0-6 0,0 0-2 15,0 0-6-15,0 0-6 0,0 0-15 0,0 0-13 0,0 0-16 16,0 0-19-16,0 0-66 0,0 0-75 0,0 0-62 16,6-14-58-16,3 5-68 0,-4-1-288 0,3-3-685 0,1 0 303 15</inkml:trace>
  <inkml:trace contextRef="#ctx0" brushRef="#br0" timeOffset="67269.61">18004 9854 59 0,'0'0'262'15,"0"0"-23"-15,0 0-31 0,0 0-19 0,8 7-9 16,-3-2-11-16,1 7-7 15,3 12-11-15,2-4-7 0,-4 9-8 0,2 0-12 16,-2 1-10-16,-4 0-13 0,1 4-7 0,-4 0-8 16,-2-2-18-16,-1 1-7 0,-2 1-4 0,-3-2-9 15,-3-3-21-15,-2 0-18 0,-1-4-21 0,-4-2-26 16,-4-1-34-16,3 0-26 0,-7-6-31 0,2-1-90 16,-3-6-135-16,-3 1-383 0,2-3 170 0</inkml:trace>
  <inkml:trace contextRef="#ctx0" brushRef="#br0" timeOffset="67556.61">17660 9767 166 0,'-5'-6'272'15,"-1"2"-23"-15,2 1-25 0,0 1-26 0,4 2-24 16,-13 2-19-16,2 4-15 0,1 5-18 0,-9 7-14 16,-1 6-10-16,4 6-7 0,-7 12-2 0,2 7-8 15,6-5-12-15,5 2 4 0,1 2-12 0,6-12-5 0,4 8 1 0,7-7-6 16,-1-2-6-16,9-3-7 0,0 0 1 0,9-4-1 16,2-4-12-16,4-2-28 0,15 5-52 0,-9-13-77 15,13-2-100-15,3-2-153 0,-1-5-416 0,0-3 184 16</inkml:trace>
  <inkml:trace contextRef="#ctx0" brushRef="#br0" timeOffset="67840">18432 10189 171 0,'-5'1'194'0,"5"-1"-9"0,-5 3-7 0,5-3-9 15,-5 0-9-15,5 0-7 0,-8 1-4 0,8-1-8 16,0 0 0-16,0 0-3 0,0 0-1 0,0 0 0 16,0 0 3-16,0 0-11 0,0 0-8 0,27-1-11 15,-8-2-14-15,3 1-11 0,10-5-8 0,1 2-6 0,4 1-8 0,0-1-7 16,17-3-13-16,-16 3-27 0,-2-2-33 0,-2 2-23 15,-3-2-27-15,-13 5-37 0,1-1-51 0,-1-4-63 16,-8 2-193-16,1 2-443 0,-9-2 196 16</inkml:trace>
  <inkml:trace contextRef="#ctx0" brushRef="#br0" timeOffset="68024.47">18679 10017 47 0,'0'0'352'0,"-4"-6"-16"16,4 6-23-16,-4-1-32 0,4 1-28 0,0 0-31 16,0 0-31-16,0 0-18 0,0 0-23 0,-9 14-12 15,8-2-15-15,-8 7-13 0,4 7-9 0,-3 3-5 0,4 0-16 16,3 4-6-16,-3 0-34 0,4 1-51 0,4-3-55 16,-4 1-65-16,5 0-101 0,0-5-208 0,-1-6-477 15,0-7 210-15</inkml:trace>
  <inkml:trace contextRef="#ctx0" brushRef="#br0" timeOffset="68725.06">19434 9772 260 0,'0'0'274'0,"1"-5"-9"0,-1 5-11 0,4-5-7 15,-4 5-14-15,2-2-21 0,-2 2-18 0,0 0-23 16,-2-6-18-16,2 6-21 0,0 0-13 0,0 0-14 15,0 0-13-15,0 0-12 0,0 0-5 0,-2 20-8 16,2-7-7-16,-5 6-5 16,1 0-4-16,-3 6-8 0,1 3-3 15,-3 5 1-15,0-1-9 0,0 1-4 0,0 0-3 0,3 1 9 16,-2-3-13-16,2 1-2 0,2 0 0 0,-2-3-3 16,2-3 0-16,4-7-14 0,0 1 1 0,2-1-2 15,0-2 4-15,2-4 8 0,2-1-6 0,-3-1 0 16,1-4 2-16,3 5 2 0,3-5 3 0,-2-1 9 15,3 1-29-15,3-5-28 0,0 1-38 0,-3-2-55 0,4-1-80 16,5-4-307-16,-3 2-556 0,-7-2 245 0</inkml:trace>
  <inkml:trace contextRef="#ctx0" brushRef="#br0" timeOffset="68941.28">19246 10155 259 0,'-5'1'258'0,"1"0"-1"0,4-1 2 16,-6 2-25 0,6-2-12-16,-4 2-15 0,4-2-10 0,0 0-30 15,0 0-15-15,23-6-22 0,-4 2 0 0,9 0-26 16,3-4-31-16,6 2-29 0,13-5-51 0,-12 4-55 15,12-4-73-15,5-2-103 0,-5 0-138 0,-2-1-406 16,-12 5 180-16</inkml:trace>
  <inkml:trace contextRef="#ctx0" brushRef="#br0" timeOffset="69596.19">19755 9428 183 0,'4'-4'208'0,"-2"1"-17"0,3 2-11 0,3-1-17 0,1-1-14 16,2 2-7-16,1 1-15 0,2 0-10 0,-1 1-13 31,5-1-10-31,-2 3-9 0,-2-1-8 0,-1 2 2 16,1 0-12-16,-4 1-6 0,-1 0-6 0,1 4-9 0,-2-3-6 16,0 3 1-16,-4 0-10 0,1-1-3 0,-5 2 0 15,-4 2-3-15,3-3-1 0,-2 1-1 0,-2 0-2 16,1-1 3-16,-4 1-3 0,3-3-2 0,-1 1 0 15,1-2-1-15,1 0 1 0,0 0-6 0,-1-2 1 0,2 0-1 16,0 0-3-16,1 1-4 0,1-1 1 0,-3-2 0 16,3 3 1-16,1-1 4 0,0-4 7 15,6 7-1-15,-2-3 3 0,0 2 3 0,2 0 4 0,2 0-3 0,2 4 1 16,2-3 0-16,2 1-1 0,-4 1 2 0,6 1-5 16,-5-3-2-16,-2 4-6 0,-1-5 1 0,-2 4-1 15,2-3-1-15,-5 0 0 0,3 1-1 0,-4 1-2 0,-2-4-2 16,-1 3-1-16,-3-2-9 0,-1 1-9 0,-5 1-19 15,0-3-28-15,-6 5-29 0,1-3-43 0,3-2-54 16,-2 0-230 0,1-1-449-16,2 1 198 0</inkml:trace>
  <inkml:trace contextRef="#ctx0" brushRef="#br0" timeOffset="69981.7">20606 9689 16 0,'-3'-4'382'0,"2"-1"-23"0,-2 2-22 0,3 3-29 15,-1-7-23-15,1 7-33 16,0-3-32-16,0 3-21 0,-5-4-23 0,5 4-38 15,0 0-23-15,0 0-11 0,0 0-11 0,-1 17-6 16,1-5-13-16,0 5-7 0,-3 0 3 0,3 10-19 16,-1 1-4-16,-2 0-4 0,2 5-8 0,-3 1-2 0,0 12-2 15,3-12-4-15,-3-3 2 0,0 1-6 0,-1 1-3 16,2-3-4-16,1-2-4 0,1 0 8 0,-3-7-4 16,2-2 0-16,0-3-6 0,0 1 2 0,0-4-2 0,1-2 5 15,1-2-4-15,0-2-9 0,-2-2-12 0,0 1-7 16,2-1-19-16,0-1-11 0,-2-2-4 0,-1 3-5 15,3-2-10-15,0-3 2 0,0 0-3 0,-2 4 3 16,2-4 4-16,0 0-7 0,0 0-125 0,-7-8-82 16,5-2-175-16,-1-1-485 0,3-1 214 0</inkml:trace>
  <inkml:trace contextRef="#ctx0" brushRef="#br0" timeOffset="70297.82">20562 9598 42 0,'-1'-12'338'16,"-3"4"-13"-16,3-2-14 0,-3 3-17 0,4 1-13 15,-2 2-26-15,2 0-18 0,-2 0-31 0,2 4-24 0,2-5-17 16,0 2-14-16,5 3-21 0,1 0-15 0,4 0-9 16,1 3-14-16,6 2-10 0,3 1-10 15,6 5-1-15,-3-1-15 0,2 5-2 0,1-2-12 16,-3 0-4-16,-3 4 9 0,0 1-19 0,-5-5-2 0,-3 3-6 15,-4-3 1-15,-1 3-12 0,-2-2 0 0,-5-1-3 0,-3-1 6 16,-3 2-1-16,-2-2 1 0,-6 2-2 0,-6-1 7 16,-5 1-5-16,-4 2 16 0,4-3-22 0,-4-1 1 0,6-3 3 15,3-3 0-15,-8 2 0 0,6-1-2 0,-2 1-5 16,7-4-11-16,-2 2-6 0,4-1-36 16,2-2-32-16,-1 2-29 0,5-2-42 0,0 1-26 15,-2-1-22-15,8 1-40 16,-1-2-247-16,4 4-529 0,1-3 233 0</inkml:trace>
  <inkml:trace contextRef="#ctx0" brushRef="#br0" timeOffset="70746.25">20842 10164 183 0,'0'0'297'0,"0"0"-23"0,-5 2-25 15,5-2-25-15,0 0-26 0,0 0-17 0,0 0-21 0,9 7-17 0,-4-4-14 16,4 2-13-16,5 2-3 0,-4-1-16 0,-1-1-15 16,3 3-8-16,-5-1-7 0,1 1-8 0,-1-2-8 15,0 3-7-15,-3-1-6 0,0 1-5 0,-3 0-4 16,0 1 2-16,-3 2-9 0,-3-4 1 0,-3 1-7 15,-1 0 4-15,-2 3-2 0,-3-1 0 0,3-2-6 16,-2 0 2-16,2-1 0 16,2-2-4-16,0 2 1 0,2-4-5 0,0 1 3 15,3 1-1-15,-1-4-2 0,1 3-1 0,0-1 0 16,4 0 1-16,0 2 2 0,4-4-3 0,0 4 4 16,1-2 4-16,2 1-6 0,3 0 1 0,-2 1-4 0,2 0 0 15,0 1 1-15,1 1 0 0,0 0-4 0,-1-2 2 16,-1 1-3-16,0 1 0 0,-1-2-1 0,-2 1 2 0,-1-1 0 15,-1-2 1-15,-3 3-2 0,0-3 11 0,-2 2 1 16,-1-1 7-16,-6 4-4 0,-2-3-20 0,-2 1-17 16,-7-1-36-16,-9-2-70 0,-1 1-128 0,-6-5-204 15,3-3-498-15,-1-2 221 0</inkml:trace>
  <inkml:trace contextRef="#ctx0" brushRef="#br0" timeOffset="71732.31">21380 9792 79 0,'-2'-3'364'0,"4"-2"-13"16,-2-1-11-16,0 2-21 0,0 4-10 0,0-5-22 0,0 1-19 15,0 4-37-15,0 0-34 0,2-5-22 0,-2 5-22 16,0 0-14-16,0 0-23 0,0 0-21 0,0 0 1 16,-6 18-17-16,4-7-8 0,-1 4-9 0,1 2-4 0,-2 0-10 15,2 2-8-15,-1 5 0 0,3 2-5 0,-2-1-3 16,1-6 1-16,0 0-12 0,1-1 4 0,1 0-4 16,-1-1 3-16,-1-5-6 0,1 0 1 0,1-2-1 15,0-1-3-15,1-1 8 0,-2-4-15 0,1 2 4 16,-1-1 0-16,1-3 3 0,-1-2 18 0,0 8-15 15,0-8-1-15,0 2 2 0,0-2 0 0,0 0 1 0,1 5 4 0,-1-5-6 16,0 0-25-16,0 0-42 0,0 0-48 0,0 0-45 16,0 0-47-16,0 0-45 0,-2-17-57 0,1 12-278 15,-1-3-614-15,4-3 272 0</inkml:trace>
  <inkml:trace contextRef="#ctx0" brushRef="#br0" timeOffset="71948.64">21624 9699 301 0,'4'-2'280'0,"1"-1"-28"0,-5 3-28 0,7 0-25 16,-7 0-14-16,11 5-11 0,-1 1-16 0,-1 3-7 0,0 5-11 16,4 3-10-16,-3-1-13 0,-1 12-9 0,-1 1-11 15,-2 0-15-15,-6 2-3 0,-1 5-3 0,-4 1-18 16,-3-3-22-16,-1 0-30 0,-5 2-27 0,-4-5-30 15,-6 9-50-15,2-15-58 0,-1 0-262 0,-4-4-454 16,2-4 201-16</inkml:trace>
  <inkml:trace contextRef="#ctx0" brushRef="#br0" timeOffset="72264.34">21367 9600 199 0,'-2'-6'296'0,"-2"5"-31"16,3-4-32-16,1 5-24 0,-12 0-25 0,6 5-22 15,-2 1-21-15,-5 6-8 0,-6 11-17 0,0 1-13 0,-4 6-10 0,-4 8-10 0,11-4-8 16,-5 10-5-16,8 2-7 0,1 2 1 0,8-12 3 16,1 0-9-16,5 9-3 0,6-11-2 0,3 1-5 0,7-4-5 31,12 5-9-31,-3-11-24 0,19 1-55 0,-2-4-68 0,7-5-97 0,-12-7-206 0,14-1-448 0,-16-6 198 16</inkml:trace>
  <inkml:trace contextRef="#ctx0" brushRef="#br0" timeOffset="72965.67">22345 10019 91 0,'-9'2'199'0,"1"-4"-21"0,-1 2-1 0,9 0-6 15,-12 0-18-15,6 0-13 0,6 0-11 0,-10-1-13 16,6 0-12-16,4 1-11 0,0 0-11 0,-9 1-7 16,9-1-9-16,0 0-4 0,0 0 2 0,-7 0-2 15,7 0-5-15,0 0 2 0,0 0 3 0,0 0-2 16,0 0 2-16,0 0 1 0,0 0 2 0,0 0-3 16,0 0 1-16,0 0 9 0,29-4 4 0,-10 1-8 0,12-1-6 0,4-1-4 15,5 0-4-15,12-2-6 0,1 2-3 0,-14 1-7 16,-2 0-2-16,-3 0-10 0,-1-1-17 0,-3 0-19 15,-9 4-21-15,-3-2-21 0,0 3-33 0,-5-1-37 16,-3-1-30-16,-5 2-71 0,-1-3-183 0,-1 1-439 16,-3 2 195-16</inkml:trace>
  <inkml:trace contextRef="#ctx0" brushRef="#br0" timeOffset="73221.42">22489 9871 273 0,'-2'-7'300'0,"-1"2"-1"0,1 0 4 16,0 1-10-16,-1-2-11 0,1 4-19 0,2 2-27 0,-1-7-33 0,1 7-19 15,0-3-24-15,0 3-20 0,-2-4-18 0,2 4-30 16,0 0-8-16,0 0-13 0,-6 16-11 0,2-5-7 16,-1 3 0-16,-2 10-13 0,-1 4 2 0,2-1 1 15,-2 2-4-15,1-2-5 0,1 2-7 0,2-1 3 0,1 0-8 16,3-2 8-16,0-1-15 0,-2-4-25 0,4-4-19 15,0-1-26 1,1 1-35-16,-1-1-42 0,3-2-34 0,2-2-54 16,-1-5-296-16,2 1-558 0,3-4 248 0</inkml:trace>
  <inkml:trace contextRef="#ctx0" brushRef="#br0" timeOffset="73489.07">23333 9926 183 0,'0'0'239'15,"3"-4"-24"-15,1 3-21 0,-4 1-17 0,5-2-17 16,3 0-25-16,-4-1-22 0,6 3-36 0,-3-2-25 16,4 1-38-16,-1 1-47 0,3-1-54 0,0-2-154 15,2 3-259-15,2 0 115 16</inkml:trace>
  <inkml:trace contextRef="#ctx0" brushRef="#br0" timeOffset="73652.16">23986 9907 132 0,'0'0'207'0,"9"-3"-23"0,-2 1-43 16,2-3-33-16,0 1-46 0,5 1-38 0,4-1-89 16,1-1-68-16,9 2-142 0,2-1 63 0</inkml:trace>
  <inkml:trace contextRef="#ctx0" brushRef="#br0" timeOffset="73805.59">24680 9897 115 0,'0'0'254'0,"6"-4"-20"15,-6 4-33-15,6-3-40 0,3-1-37 0,1 3-41 0,2-2-46 16,3 2-41-16,6-4-70 0,-2 3-115 0,9-1-204 0,-6 3 90 15</inkml:trace>
  <inkml:trace contextRef="#ctx0" brushRef="#br0" timeOffset="73952.47">25313 9878 166 0,'0'0'269'16,"9"-2"-20"-16,-7-1-23 0,4 1-23 0,0 0-21 15,-1-2-28-15,7 3-41 0,2-3-41 0,-1 3-48 16,6-1-53-16,8 0-49 0,-8 1-181 0,9-4-280 16,-6 3 124-16</inkml:trace>
  <inkml:trace contextRef="#ctx0" brushRef="#br0" timeOffset="74105.63">25872 9820 246 0,'4'-2'257'0,"2"1"-37"0,2-1-22 16,-1-2-35-16,7 2-40 0,3 1-49 0,5-1-57 16,8-1-72-16,-7 1-153 0,9 1-224 0,-1 0 99 0</inkml:trace>
  <inkml:trace contextRef="#ctx0" brushRef="#br0" timeOffset="74205.87">26407 9787 96 0,'0'0'263'0,"0"0"-20"0,0 0-18 15,0 0-25-15,0 0-25 0,0 0-59 16,0 0-80-16,3-1-113 0,-3 1-137 16,0 0-230-16,0 0 102 0</inkml:trace>
  <inkml:trace contextRef="#ctx0" brushRef="#br0" timeOffset="77275.13">4551 13880 171 0,'0'0'194'0,"0"0"-8"0,0 0-12 16,0 0-15-16,-4 0-17 0,4 0-6 0,0 0-9 16,0 0-9-16,0 0-14 15,0 0-5-15,0 0-7 0,0 0-8 0,0 0-1 16,0 0-7-16,0 0-3 0,0 0-5 0,0 0-3 16,0 0-3-16,0 0-10 0,0 0 5 0,0 0 3 15,0 0-15-15,0 0-2 0,0 0-3 0,0 0-5 16,17-8-6-16,-3 7-1 0,8-4-1 0,5 0-6 15,2 1 1-15,3 1-7 0,2-2-3 0,2-2 2 16,4 2-3-16,-3-2 1 0,-1 4-3 0,-1-2 0 0,1 0-2 0,-5 1 2 16,-2 3-3-16,-8 1 0 0,-2-4-4 0,-1 3-16 15,-7 1-16-15,-3 0-16 0,-1 0-22 0,0 1-7 16,-7-1-9-16,2 2-15 0,-2-2-31 0,0 0-37 16,-15 8-179-16,5-3-373 0,-2 1 165 0</inkml:trace>
  <inkml:trace contextRef="#ctx0" brushRef="#br0" timeOffset="77645.32">4547 14207 166 0,'0'0'163'0,"-5"5"0"0,5-5-12 0,0 0-16 16,0 0-18-16,0 0-9 0,0 0-2 0,13 0-10 15,2 0-9 1,6-5-3-16,8 2 2 0,2-1-3 0,3-3-1 15,2 1 1-15,1-1-6 0,-1 1-3 16,-3-2-3-16,0 4-6 0,-3-2-4 0,-10 1-5 16,-1 1 7-16,-5 2 0 0,-2-1-2 0,-2 1-3 0,-1 1-2 15,-4 1-8-15,3-2 1 0,-3 1-7 0,-5 1-9 0,8-2-19 16,-8 2-25-16,0 0-51 0,6 0-62 0,-6 0-59 16,0 0-188-16,0 0-401 0,6 3 178 0</inkml:trace>
  <inkml:trace contextRef="#ctx0" brushRef="#br0" timeOffset="78362.42">6424 13779 47 0,'0'-7'316'0,"0"1"-5"15,0-4-7-15,0 4-12 0,0-4-3 0,0 0-5 0,0 3-3 16,0 2-13-16,-1 1-25 0,1-2-14 0,0 2-13 0,1 0-28 16,-2-1-25-16,1 5-15 0,1-6-13 0,-1 6-26 15,-1-5-34-15,1 5-38 0,0 0-39 0,0 0-22 0,0 0-9 32,0 0 3-32,0 17-1 0,1-5 3 0,-1 5 6 0,0 3-1 0,-1 9 6 0,1 2 3 0,-1 0-1 15,-2-1 2-15,3-1 1 0,3 0 6 16,-2-3 9-16,-1-1-8 15,0-5 3-15,1-2-2 0,-1-3 1 0,2-1 1 16,-2-2-16-16,0-3-9 0,2 3-14 0,-2-6-20 16,1 1-18-16,-2 0-25 0,2-2-25 0,-1 0-21 15,0 2-20-15,0-4-25 0,0-3-35 0,0 5-178 16,0-1-442-16,0-4 195 0</inkml:trace>
  <inkml:trace contextRef="#ctx0" brushRef="#br0" timeOffset="78947.47">7150 13955 24 0,'-19'2'204'0,"5"1"-9"0,3-2-5 0,0 1-12 16,6-2-15-16,-4 3-14 0,4 0-13 0,0-2-11 15,1 0-1-15,4-1-14 0,0 0-11 0,-10 0-9 16,10 0-9-16,0 0-7 15,-5 1-7-15,5-1-1 0,0 0-9 0,0 0-2 0,0 0 4 16,0 0 2-16,-5 1-1 0,5-1 0 0,0 0 1 0,0 0 1 0,0 0-8 0,0 0 1 16,0 0-3-16,0 0-1 0,0 0-5 0,0 0 2 15,0 0-7-15,0 0-3 0,0 0 1 0,0 0-4 16,0 0-3-16,0 0-5 0,0 0-1 0,0 0-6 16,0 0-3-16,0 0 0 0,0 0-3 0,0 0 1 15,0 0-4-15,0 0-1 0,0 0-1 0,0 0 3 16,0 0 0-16,0 0-3 15,27-1-5-15,-10 0 4 0,4-1-4 0,11-1-3 16,6-1 11-16,-2 0-4 0,15-1-6 0,0 2 3 16,0-1 1-16,-11-1-3 0,12-1 1 0,-13 2-1 15,-3 0 0-15,-2 0 0 0,-1-1 0 0,-5 4-1 0,-6-2 1 0,-4 1-2 16,-5 1 1-16,-2-3 2 0,-3 3 0 0,-2 1-1 16,1-1 1-16,-1 0-3 0,-6 1-14 0,8-2-2 15,-8 2-13-15,0 0-25 0,2-2-29 16,-2 2-22-16,0 0-32 0,0 0-21 0,-21 1-38 15,21-1-230-15,-15 0-461 0,9 1 203 0</inkml:trace>
  <inkml:trace contextRef="#ctx0" brushRef="#br0" timeOffset="79432.92">7925 13577 132 0,'2'-4'194'0,"-2"4"-19"0,5-2-13 0,-1 2-20 15,-4 0-13-15,14-3-13 0,-5 3-9 0,1 3-11 16,-1-3-10-16,4 2-10 0,0 4-7 0,-3-5-10 0,2 3-8 0,-1 4 2 16,1 0-5-16,-1-1-4 0,-2 3-8 0,0 4-3 15,-1 1 4-15,-7 2-2 0,3 3-5 0,-8 5 1 16,-2 4-5-16,-6 0 2 0,-2 1-2 0,-5-1-5 16,-4 0-2-16,-3 0-2 0,3-5 1 0,1 3-2 15,-2-6-1-15,3-1 1 0,2-1 7 0,4-7 4 16,5-4 2-1,0 0 1-15,5-1 3 0,0-3 20 0,-1-2 27 0,3 2 33 16,0-1 20-16,-2 2 32 0,5-5 25 0,-5 3 6 16,5-3-18-16,0 0-15 0,0 0-22 15,13-13-19-15,-4 9-14 0,0-1-13 0,2-2-9 16,6 0-3-16,-1 0-16 0,1 1-3 0,1 0-5 16,2 1-6-16,2-1-8 0,-2 2-16 0,11 1-27 0,-3-1-29 15,-1 2-38-15,1 0-33 0,-1-2-47 0,-7 5-49 0,2-1-63 16,1 0-74-16,-5-1-235 0,4-2-613 0,-2 1 272 15</inkml:trace>
  <inkml:trace contextRef="#ctx0" brushRef="#br0" timeOffset="79786.42">8523 13547 155 0,'2'-6'337'0,"-1"-1"-16"0,1 2-22 0,0 1-27 16,-2 0-26-16,2 0-32 0,-1 0-25 0,-1 4-17 0,2-5-26 15,-2 5-20-15,0 0-12 0,0 0-19 0,0 0 2 0,3 14-20 16,-3-4-6-16,0 7-11 0,-4-2-5 0,2 10-5 16,0 3-7-16,-3 1-2 0,0 0-8 0,1 4 3 15,-2-3-4-15,0 1-3 0,-1 2 4 0,3-3-7 16,2-3-4-16,-1-2-1 0,2-5-2 0,1-3-3 15,-2-2 3-15,2 0-8 0,2-6 1 0,-2 1 2 16,0-2 1 0,0-2 2-16,1-3 4 0,-1 4 13 0,3-2 8 15,-1-3 11-15,2 4 3 0,1-4-7 0,2 2 0 0,0-3-6 16,3 1-4-16,2-2-7 0,1 0-7 0,0 0-24 0,0-2-27 16,2 1-43-16,1-4-51 0,2-2-71 0,0-2-91 15,-1 0-267-15,-1-2-594 0,0-3 262 0</inkml:trace>
  <inkml:trace contextRef="#ctx0" brushRef="#br0" timeOffset="79980.36">8376 13759 87 0,'-7'2'271'0,"0"1"-8"16,0-3-16-16,7 0-11 0,0 0-21 0,0 0-24 15,0 0-19-15,22-5-18 0,0 2-26 0,12-3-48 16,2 0-55-16,18-4-82 0,3 1-90 0,-3-2-165 16,2 1-336-16,-2 3 150 0</inkml:trace>
  <inkml:trace contextRef="#ctx0" brushRef="#br0" timeOffset="80350.14">9151 13771 159 0,'-6'3'191'0,"6"-3"-6"0,0 0-8 16,-4 2-8-16,4-2-5 0,0 0-4 0,0 0-1 16,-5 0-6-16,5 0-1 0,0 0-3 15,0 0-9-15,0 0-12 0,0 0-14 0,0 0-8 0,24-8-11 16,-11 7-8-16,7-4-12 0,10-2-4 0,-1 2-11 0,3 2-6 15,3-4-12-15,1 2-14 0,1 0-14 0,1-2-22 16,0 2-21-16,-5 0-33 0,1-2-30 0,-7 2-49 0,-8 4-20 16,-7-4-230-16,-3 0-421 0,-2 2 187 0</inkml:trace>
  <inkml:trace contextRef="#ctx0" brushRef="#br0" timeOffset="80566.5">9329 13604 162 0,'-4'-3'324'0,"4"3"-27"0,0 0-30 15,-5-1-30-15,5 1-26 0,0 0-28 0,0 0-25 16,0 0-15-16,-8 12-14 16,7-2-12-16,-3 2-12 0,-1 4-13 0,4 4-8 15,1 5-7-15,-3 1-6 0,3 3-6 0,0 0-4 16,3-3-7-16,2 3-31 0,-1-4-37 0,-3-1-48 15,3-3-47-15,-3-3-51 0,3-1-260 0,0-1-454 16,-3-5 202-16</inkml:trace>
  <inkml:trace contextRef="#ctx0" brushRef="#br0" timeOffset="80967.31">9876 13430 2 0,'4'-12'319'16,"1"4"-12"-16,-3-1-16 0,2 4-14 0,-3 0-21 0,3-2-25 16,-4 5-25-16,4-1-24 0,-4 1-21 0,0 2-10 15,0 0-34-15,0 0-10 0,0 0-18 0,0 0-9 16,5 14-7-16,-5-1-14 0,0 4-5 0,-1 2-6 15,-3 8-3-15,2 0-2 0,-4 4-5 0,1-2-2 0,0 2-7 16,-2 1 3-16,0 0-5 0,3 1 10 0,-1-4-16 16,1 3 0-16,2-6-4 0,2 1 0 0,-2-6 0 15,0-4-4-15,4 3-3 0,-2-3 0 0,0-5 2 16,2 2-4-16,-1-6 6 0,-1 1-1 0,0-5-3 0,1 4 1 16,2-1 12-16,-1-4 13 0,0 2 9 15,2 0 5-15,-2 0 3 0,3-1-1 0,2-1-12 0,0-1 3 0,2 0-5 16,4-2-2-16,5-1-3 0,-5 0-26 0,1-1-25 15,5-1-39-15,0-4-44 0,3 0-62 0,-2 0-73 16,3-9-326-16,0 2-610 0,-1-3 270 0</inkml:trace>
  <inkml:trace contextRef="#ctx0" brushRef="#br0" timeOffset="81183.17">9774 13768 203 0,'-7'1'334'0,"7"-1"-12"0,0 0-12 16,0 0-30-16,0 0-26 0,0 0-29 0,0 0-25 16,20-8-14-16,-1 2-27 0,9 1-38 0,1 1-45 15,2-4-50-15,2 3-55 0,3 1-62 0,1-4-71 16,-3 0-241-16,-1 0-436 0,-3 0 194 0</inkml:trace>
  <inkml:trace contextRef="#ctx0" brushRef="#br0" timeOffset="81621.12">10116 13277 253 0,'0'0'335'15,"0"-6"-11"-15,0 6-15 16,-2-5-25-16,2 5-18 0,0 0-26 0,0 0-31 15,0 0-4-15,2-3-40 0,-2 3-16 0,0 0-19 16,0 0-10-16,19 8-7 0,-14-4-28 0,3 1-5 16,2-1-14-16,-5 6-9 0,3-2-10 0,-3 2-7 15,-1 1-6-15,2 0-5 0,-2 6 9 0,-4-2-4 16,0 1-17-16,0-1 3 0,-4 1-6 0,1-3 0 16,-1-2-3-16,-3-1 2 0,6 0-1 0,-3-3-7 0,0 1 4 0,3-4-1 15,-2 1-1-15,2 0 1 0,0-2 3 0,-3-1-4 16,4-2 2-16,-1 5 3 0,1-5-2 0,0 5 1 15,0-5 12-15,10 4-9 0,-1-4 1 0,10 0-6 0,-1 0-3 16,4-4-32-16,1 2-30 0,5-1-49 16,1 0-50-16,-9 1-67 0,9-3-61 0,-10-2-222 15,-1 0-548-15,0-3 243 0</inkml:trace>
  <inkml:trace contextRef="#ctx0" brushRef="#br0" timeOffset="81868.09">10531 13111 164 0,'0'-2'325'0,"-1"-2"-23"0,1-1-32 15,0 5-30-15,0-7-28 0,0 7-25 0,0-2-25 16,0 2-14-16,0 0-18 0,7 10-15 0,-4 2-16 16,5 5-9-16,2 14-6 0,-1 2-8 0,5 18-4 15,-5 2-1-15,0 4-5 0,-1 1-6 0,-2 1 3 16,-2-4 0-16,-4 2-9 0,-5 0 7 0,-4-2-12 15,-3-1 3-15,-1-3-10 0,-7-5-4 0,-5-3-2 0,-1 2-7 0,-5-9-11 16,-4-1-14-16,-5-6-19 0,-2 0-27 0,-3-2-45 16,-2 0-62-16,-4-8-83 0,-6 1-245 0,-1-6-515 15,-2-5 228-15</inkml:trace>
  <inkml:trace contextRef="#ctx0" brushRef="#br0" timeOffset="82722.89">6410 13505 188 0,'0'0'197'0,"0"0"-22"0,0 0-23 15,0 0-14-15,-14 8-14 0,7 2-5 0,-2 6-9 0,-3 11-4 16,-3 4-6-16,1 1-5 0,-4 16 4 0,4 5 1 16,-4 6 6-16,4-4-8 0,0 1-4 0,5 1-4 15,5-5 9-15,4 1-12 0,4-7-5 0,9 0-4 16,-2-12-7-16,15 8 8 0,-4-12 9 0,12 2-4 15,13-3-5-15,3-5-3 0,9-3-6 0,3-5-38 16,30-1-58-16,0-5-75 16,0-6-117-16,-29-1-228 0,1-2-482 0,0-3 214 15</inkml:trace>
  <inkml:trace contextRef="#ctx0" brushRef="#br0" timeOffset="85244">10645 12861 185 0,'-4'1'197'16,"4"-1"-5"-16,0 0-9 0,0 0-9 0,-10-1-13 16,10 1-7-16,0 0-11 0,0 0-7 0,0 0-5 0,0 0-6 15,0 0-3-15,0 0-2 0,0 0-6 16,-5-2-1-16,5 2 2 0,0 0-6 0,0 0-10 15,0 0-5-15,0 0-4 16,0 0-4-16,0 0-4 0,0 0-5 0,0 0-3 16,0 0 2-16,0 0-8 0,4-7-3 0,-4 7 0 15,0 0-3-15,0 0-7 0,0 0-5 0,0 0-6 16,0 0-4-16,0 0-6 0,0 0-7 0,0 0 4 16,0 0-7-16,0 0 5 0,0 0-11 0,0 0 4 15,0 0 1-15,4-4-3 0,-4 4-1 0,0 0-1 16,5-1-4-16,-5 1 0 0,0 0-6 0,2-2-1 0,-2 2 3 0,0 0-3 15,0 0-2-15,4-2 2 0,-4 2-5 0,0 0 5 16,0 0 1-16,5-3-2 0,-5 3 3 0,0 0-1 16,0 0-6-16,0 0 0 0,0 0 2 0,0 0-2 15,0 0-1-15,0 0 1 0,4-2-4 0,-4 2 2 16,0 0 3-16,0 0 2 0,0 0-7 0,0 0-1 16,0 0 5-16,3-3 13 0,-3 3-16 0,0 0 2 0,0 0 1 0,0 0-1 15,0 0-6-15,0 0 1 0,0 0 3 0,0 0 13 16,0 0-12-16,0 0-5 0,0 0-3 0,0 0 10 15,0 0-4-15,0 0-1 0,0 0 0 0,0 0 2 16,0 0 2-16,0 0 0 0,0 0-3 0,0 0-2 16,0 0 5-16,0 0 0 0,11-1-4 0,-3 1 3 15,1-2-8-15,4 0 6 16,4-1 1-16,4 2-3 0,6-3 2 16,3 0 0-16,1-1 2 0,1 2-3 0,0 1-3 15,-2 0-2-15,4-3-1 0,-4 1 1 0,-2 0-1 0,2 3-1 16,-13-2 2-16,-5 3-2 0,1-2-4 0,-4 2-8 15,0-3-1-15,-4 2-8 0,2 1-3 0,-2-1-8 16,-5 1-10-16,6-3-18 0,-6 3-22 0,0 0-16 16,0 0-15-16,0 0-17 0,0 0-10 0,0 0-20 0,0 0-20 15,-23 0-63-15,19-3-145 0,4 3-431 0,0 0 191 16</inkml:trace>
  <inkml:trace contextRef="#ctx0" brushRef="#br0" timeOffset="85530.93">11375 12553 23 0,'1'-16'297'0,"3"0"-8"16,-2 4 3-16,1-1-9 0,0 4-19 0,-1-3-9 0,-1 7-15 15,2-3-7-15,-2 1-33 0,1 5-24 0,-2-3-23 16,3 3-21-16,-3 2-16 0,0-7-12 0,0 7-33 0,0 0-9 15,0 0-12-15,0 0-4 0,3 16-4 0,-2-1-4 16,-1 0-1-16,0 5-9 0,1 5 0 0,1 4-4 0,0-4-1 16,-1 3 1-16,3-1 7 0,0-1-11 15,-2-1-2-15,1-6-6 0,0 1-29 0,1-3-27 16,-2-1-32-16,2 1-48 0,-3-4-33 0,-1 0-40 16,4-3-77-16,-4 0-180 0,1-3-491 0,2-2 216 0</inkml:trace>
  <inkml:trace contextRef="#ctx0" brushRef="#br0" timeOffset="85829.8">11385 12933 11 0,'-5'1'279'0,"1"-1"-12"0,4 0-8 0,-6 5-9 16,1-3-7-16,5-2-12 0,0 0-14 0,0 0-9 15,0 0-12-15,0 0-18 0,0 0-16 0,0 0-17 16,0 0-13-16,0 0-14 0,16-7-11 0,-2 5-13 16,5-4-10-16,9 1-4 0,3 0-10 0,1-3-10 0,1 3-4 0,4-2-4 15,3 0-4-15,-2 1-12 0,17-3 14 0,-19 2-19 16,-4 4 0-16,0-2-4 0,-5-1-4 0,-7 3 1 16,-7 0 8-16,-3 3-17 0,-1-3-19 0,-4 2-10 15,3 1-21-15,-8 0-26 0,9-1-27 0,-9 1-23 16,0 0-26-16,0 0-34 0,-21 6-35 0,7-4-59 15,2 1-189-15,-5 1-493 16,4 1 218-16</inkml:trace>
  <inkml:trace contextRef="#ctx0" brushRef="#br0" timeOffset="86264.25">11653 13000 57 0,'0'0'350'0,"0"0"-25"15,0 0-32-15,0 0-28 0,0 0-26 0,0 0-19 0,0 0-27 16,0 0-17-16,14 2-23 0,-6 1-15 0,-3-1-16 16,3 2-14-1,-3-1-12-15,5 5-9 0,-6-4-14 0,0 2-1 16,2 3-9-16,-3 0-10 0,-2 6-5 0,-1-2-3 15,0 2-3-15,-6 3-5 0,-1 1-1 0,-3-2-8 16,0 0-5-16,-2-2-1 0,-2 2 0 0,4-3-4 16,-4-2-1-16,2 3-1 0,5-6-6 0,-3 0 0 15,5-1 2-15,-1-3-3 0,1 0 5 0,1 0-5 16,2 0 2-16,-1-4 4 0,2 3 14 0,-3 0 5 0,4-4 9 0,3 5 12 16,-3-5 9-16,16 0 1 0,3 0-10 0,2 0 6 15,7-3-17-15,4 1-1 0,0-5-6 0,2 2 6 16,2 2-13-16,1-2 7 0,0-1 5 0,-1 1 0 15,4 2-5-15,-10-1 4 0,-9 1-3 0,-1 2-7 0,-4 0 8 0,-5 1-10 16,-1-2-4-16,-1 2 9 0,-2-1-7 0,-1 0-3 16,-6 1 1-16,9 0-8 0,-5-2-9 0,-4 2-19 15,0 0-45-15,0 0-42 0,7 0-48 0,-7 0-67 32,0 0-77-32,0 0-84 0,0 0-199 0,0 0-621 0,0 0 274 0</inkml:trace>
  <inkml:trace contextRef="#ctx0" brushRef="#br0" timeOffset="86967.1">13433 13277 64 0,'-5'1'282'0,"5"-1"-20"0,0 0-18 0,-5 2-19 0,5-2-15 16,0 0-19-16,0 0-19 0,0 0-15 0,0 0-16 0,23-7-14 15,-1 2-14-15,5-2-7 0,4 4-44 0,3-4-37 0,0 5-44 16,2-4-54-16,-1 2-62 0,-6-1-75 0,2 1-114 16,-8 3-351-16,-3-1 155 0</inkml:trace>
  <inkml:trace contextRef="#ctx0" brushRef="#br0" timeOffset="87131.77">13593 13430 148 0,'-8'7'178'0,"0"3"-23"0,2-6-6 16,4 2 15-16,0-1 10 0,2 0 9 0,8 0-7 16,2-1-15-16,8-3-14 0,13 1-11 0,6-5-21 15,15 0-32-15,7-3-48 0,1 1-49 0,-1-2-59 0,4-4-62 16,-6-3-162-16,3 5-322 0,1 0 142 0</inkml:trace>
  <inkml:trace contextRef="#ctx0" brushRef="#br0" timeOffset="87432.25">14885 13043 250 0,'-1'-11'401'0,"-1"2"-32"0,2 1-28 0,-1-1-30 16,1 3-17-16,0 1-21 0,0 0-32 0,0 2-27 15,0 3-24 1,-2-7-29-16,2 7-18 0,2-4-45 0,-2 4-20 16,0 0-2-16,0 0-21 0,0 19 0 0,0-2 1 15,0 8-7-15,0 1-8 0,-5 3 2 0,2 1-3 16,2 0-5-16,0 2-3 0,0 0-2 0,-3-1-2 16,2 2-22-16,1-4-25 0,0-2-26 0,1-2-27 0,-1-6-36 15,2 1-32-15,-1-4-25 0,0 1-37 0,1-3-37 16,-1-5-248-16,3 0-527 0,-1-1 232 0</inkml:trace>
  <inkml:trace contextRef="#ctx0" brushRef="#br0" timeOffset="88235.9">15395 13351 95 0,'-7'-1'282'0,"7"1"-30"15,-9 0-24-15,9 0-21 0,0 0-17 0,-10 0-19 0,10 0-11 16,0 0-6-16,0 0-11 0,-6 1-10 0,6-1-14 0,0 0-11 16,0 0-9-16,0 0-10 0,-8 0-8 0,8 0-3 15,0 0-10-15,0 0-5 0,0 0 0 16,0 0-2-16,0 0-2 0,0 0-6 0,0 0-3 0,0 0-2 15,0 0-2-15,0 0-6 0,0 0-3 0,0 0-6 16,0 0-5-16,0 0-2 0,0 0 1 0,0 0-3 16,0 0-3-16,0 0 0 0,0 0-6 0,0 0 1 0,0 0-2 31,0 0-2-31,0 0-3 0,0 0 2 0,0 0 1 0,0 0-2 0,0 0-4 0,0 0 3 0,0 0-4 0,0 0 7 16,0 0-3-16,0 0 18 0,0 0-10 15,0 0 2-15,0 0 2 0,0 0-5 0,0 0 10 16,0 0-4-16,0 0-3 0,0 0 0 0,0 0-2 0,0 0 1 31,0 0-4-31,0 0-1 0,0 0 2 0,0 0-6 0,0 0 0 16,0 0-2-16,0 0 3 0,0 0-8 0,0 0 18 15,0 0-13-15,0 0 3 0,0 0-8 0,0 0 3 16,0 0 5-16,0 0-5 0,0 0 0 0,0 0-3 0,0 0 0 16,0 0 2-16,0 0-1 0,0 0 2 15,0 0-1-15,0 0 7 0,0 0 16 0,0 0-11 16,0 0 0-16,0 0-2 0,0 0-1 0,0 0-2 0,0 0 13 0,0 0-15 15,0 0 1-15,0 0-1 0,0 0-1 0,0 0 0 16,0 0-6-16,0 0-1 0,0 0 5 0,0 0-3 16,0 0 1-16,0 0 0 0,0 0-2 0,0 0 3 15,0 0 0-15,0 0 1 0,0 0-2 0,0 0-3 16,0 0-6-16,0 0 9 0,0 0-6 0,0 0 2 16,0 0 5-16,0 0-5 15,0 0 1-15,0 0-2 0,0 0 0 0,0 0 3 16,0 0-3-16,0 0 1 0,0 0-2 0,0 0 1 15,0 0 6-15,0 0-7 0,0 0-1 0,0 0 7 16,0 0-5-16,0 0 11 0,0 0-5 0,0 0-2 16,0 0 6-16,0 0-9 0,0 0 16 0,0 0-7 15,0 0 3-15,18-5-2 0,-4 3-2 0,4-1-1 16,10 0 5-16,0-4-8 0,3 2 2 0,0 0-1 0,4 0-2 16,-3 1-2-16,4-1 8 0,-3 0-4 0,-2 0 10 0,-2 0 2 15,-2 1-18-15,-9 0 3 0,-4 3 11 0,0-2 8 16,-4 3 11-16,-2-2 8 0,-3 1 2 0,3 1-6 15,-3-1 2-15,-5 1-4 0,9-1-13 0,-5-1-6 16,-4 2-32-16,0 0-31 0,0 0-47 0,0 0-57 16,0 0-61-16,0 0-71 15,0 0-294-15,0 0-629 0,0 0 278 0</inkml:trace>
  <inkml:trace contextRef="#ctx0" brushRef="#br0" timeOffset="89198.1">16317 12864 102 0,'0'-7'282'16,"0"2"-11"-16,0 0-4 0,0-2-14 0,2 2-9 16,-2 0-13-16,0 2-14 0,0 3-20 0,1-6-18 0,-1 6-18 15,2-6-19-15,-2 6-22 0,0-4-13 16,0 4-18-16,0 0-9 0,0 0-10 0,0 0-10 16,4 15-10-16,-4-4-2 15,2 0-7-15,-2 8-7 0,-3 7 1 0,0 3-2 16,0 4-7-16,-5 12 12 0,4-9-17 0,-2-2 1 15,-2 12-7-15,3-12-2 0,-4-1 1 0,5 0-2 16,-1-2 1-16,4 0-5 0,-3-3 2 0,3-3 0 16,-2-7 0-16,3-2-3 0,0-1 0 0,0-3 1 15,0-3 7-15,3 3 7 0,-3-4 5 0,2-1 5 16,1-2 2-16,1 1 8 0,2-1-4 0,4 1 1 0,0-5 0 0,10 0-3 16,-2-1-3-16,3 3-1 0,1-6-21 0,-3 1-19 15,2 2-30-15,-5-5-28 0,6 2-33 0,-4-2-42 16,-3-2-29-16,2 2-57 0,-2-4-72 0,-3-1-185 15,-3 4-523-15,-2-5 232 0</inkml:trace>
  <inkml:trace contextRef="#ctx0" brushRef="#br0" timeOffset="89451.54">16137 13221 266 0,'0'0'301'0,"0"0"-8"0,0 0-10 16,-10 0-20-16,10 0-14 0,0 0-15 0,0 0-17 16,3-6-28-16,-3 6-18 0,17-7-17 0,-1 0-19 0,6 2-8 15,8-4-16-15,6 4-15 0,1-1-21 0,14-5-34 16,-11 5-42-16,-3 1-63 0,0-2-57 0,-5 0-60 0,-2 2-56 15,-3 0-197-15,-6 1-470 0,-8-1 208 0</inkml:trace>
  <inkml:trace contextRef="#ctx0" brushRef="#br0" timeOffset="89899.25">16744 12651 201 0,'-1'-4'298'0,"1"4"-15"16,1-5-28-16,-1 5-25 0,0-3-25 15,0 3-22-15,0 0-22 0,0 0-18 0,0 0-16 16,16 12-17-16,-6 0-11 0,4 5-1 0,1 6-7 15,3 5-4-15,2 1-2 0,1 15-4 0,-2-1-6 0,-1 3-3 16,-4 3 0-16,-5 3-12 0,1 0-5 0,-6-1-3 0,-3-1-5 16,-6-1-8-16,-5 0 1 0,0-4-4 0,-11-2 1 15,-2 1-9-15,-7-5-7 0,-3-4-21 0,-3 2-21 16,-4-7-30-16,-6 1-39 0,-4-1-55 0,-3-9-89 16,-6 2-238-16,-3-6-511 0,6-4 226 0</inkml:trace>
  <inkml:trace contextRef="#ctx0" brushRef="#br0" timeOffset="90399.6">14545 12901 114 0,'0'0'193'0,"-4"-2"-23"15,4 2-17-15,0 0-19 0,-9 9-12 16,5-1-6-16,-2 8-8 0,1 2-5 0,-3 12-2 15,4 2-3-15,-1 2-2 0,5 14-2 0,-6 1-1 0,6-1 2 16,2-2 1-16,2 1 2 0,8 1 4 0,-2-3-6 0,4-12-9 16,2 0-8-16,4-3-3 0,12 5-6 0,-3-10-3 15,14 4-6-15,5-7-8 0,6 0-7 0,-1-10-39 0,4 4-52 16,1-9-76-16,2-4-306 0,3-3-464 16,-2-3 206-16</inkml:trace>
  <inkml:trace contextRef="#ctx0" brushRef="#br0" timeOffset="91239.93">16675 12213 231 0,'3'-7'247'0,"-3"7"-17"0,1-5-17 16,4 2-15-16,-4 1-14 0,3-2-15 0,1 3-16 0,2-1-13 15,-1 0-12-15,2 1-14 0,2 1-12 0,-2 0-9 0,2 3-11 16,-2-3-7-16,-2 3-6 0,3 3-6 0,0 2 0 15,-3 2-8-15,1 1-7 0,-2 5-2 0,-3-1-6 0,1 3-2 16,-4 7-3-16,-1-5 1 0,-3 2-4 16,-1 4-3-16,-1-8-3 0,-1 2-1 0,-4 3-13 15,2-7 0-15,-3-2 0 0,4 1 1 0,1-1-1 16,-2-4-4-16,5-1 1 0,0-2 2 0,0-1-3 0,2 0 0 0,-2-3 0 16,1 2 2-16,3-3 11 0,1 3 14 0,0-5 10 15,0 5 23-15,5-4-4 0,0 1 0 0,4-4-10 16,5 4 0-16,-1-4-3 0,6 1-4 0,-2 1-8 15,3-2 0-15,0 0-22 0,-1-1-17 0,2 0-31 16,-4 1-23-16,2-1-33 0,-6 1-32 0,1-1-32 16,-4 2-40-16,0-3-37 15,-3 0-243-15,-1 2-510 0,-2 0 226 0</inkml:trace>
  <inkml:trace contextRef="#ctx0" brushRef="#br0" timeOffset="91540.05">17516 12304 70 0,'0'-5'349'0,"0"2"-28"15,0 3-31-15,1-7-31 0,-1 7-31 16,2-3-19-16,-2 3-26 0,0 0-20 0,0 0-20 16,0 0-12-16,-11 10-11 0,1-1-16 0,-3 4-8 0,-6 3-13 15,-3 1-8-15,-1 1-6 0,0-1-6 0,-1 4-9 16,1-2-1-16,-4 3 3 0,3 0-20 0,1-3-16 16,-1-2-25-16,3 3-19 0,-2-2-25 15,3 0-24-15,3-5-37 0,1-1-30 0,0-1-36 0,5-4-59 0,-1-2-160 16,3 1-425-16,1-1 188 0</inkml:trace>
  <inkml:trace contextRef="#ctx0" brushRef="#br0" timeOffset="91756.15">17153 12364 146 0,'3'-11'308'15,"-2"0"-1"-15,-1 6-10 0,0-3-24 0,1 4-28 16,1 0-28-16,-4-2-24 0,2 6-20 0,2-5-27 15,-2 5-14-15,0 0-14 0,0 0-10 0,11 12 3 16,-9 1-23-16,6 0-5 0,0 3-7 0,2 0-9 16,2 7-3-16,-1 0-6 0,3 5-5 0,2-3-5 15,0 1-26-15,-2-1-37 0,4-2-42 0,-4 0-54 0,-4-6-62 0,3-2-102 16,-4-1-176-16,4 1-488 0,-7-10 217 0</inkml:trace>
  <inkml:trace contextRef="#ctx0" brushRef="#br0" timeOffset="92203.6">17741 12363 196 0,'-6'0'252'0,"6"0"-11"0,-9-2-16 0,9 2-18 0,-7 0-19 15,7 0-20-15,0 0-13 0,-10 2-19 0,10-2-15 0,0 0-3 16,-4 1-15-16,4-1-6 0,0 0-3 0,0 0 1 15,-6 1-7-15,6-1 14 0,0 0-6 0,0 0-5 0,0 0-5 16,0 0-3-16,0 0-5 0,0 0-13 0,20-9-3 16,-13 8-6-16,4-1-8 0,3-3-5 15,4 0-7-15,1 4-5 0,3-4 3 0,-3-3 0 16,3 4-9-16,-1 0 3 16,-2-2-5-16,-2 3-3 0,-4-1-4 0,-2 1-6 15,1 1-10-15,-3-2-9 0,-4 1-11 0,0 0-17 16,0 1-36-16,-1 0-39 0,-4 2-32 0,4-2-39 15,-4 2-18-15,0 0-53 0,0 0-166 0,-9-8-455 16,6 4 201-16</inkml:trace>
  <inkml:trace contextRef="#ctx0" brushRef="#br0" timeOffset="92472.8">18118 12072 281 0,'0'-4'307'0,"0"4"-6"0,-1-7-25 0,1 7-25 0,0-3-27 16,0 3-11-16,0 0-34 0,0 0-25 0,-2-5-18 15,2 5-19-15,0 0-17 0,0 0-10 0,0 0-8 16,-4 12-12-16,3-5-8 0,-3 3-8 0,1 0-1 16,0 6-12-16,-1 1 1 0,-1 8-6 0,1-7-2 15,0 8-1-15,2-5-1 0,-3 2-6 0,2-4 1 16,1 0-2-1,-1-2 0-15,2 2-7 0,0-2-2 0,-1 0-31 16,0-7-26-16,0 2-18 0,0-2-37 0,-1-1-34 16,2-2-35-16,-3-1-28 0,0-1-58 0,1 0-142 0,-4-1-425 15,3-1 188-15</inkml:trace>
  <inkml:trace contextRef="#ctx0" brushRef="#br0" timeOffset="92773.55">17891 12493 193 0,'0'0'265'0,"-6"1"-6"0,6-1-13 16,-4 4-16-16,4-4-14 16,0 0-17-16,0 0-16 0,0 0-15 0,0 0-9 15,0 0-14-15,29-2-8 0,-13-2-18 0,3 3-9 16,3-3-11-16,6-3-10 0,3 2-11 0,-2 1-8 15,2-4-7-15,2 3 0 0,-1 1-6 0,-4-2 2 16,-5 1 1-16,-5 3-5 0,-4-1 2 0,-1 1 7 16,-3-1-11-16,2 1 4 0,-7 1-4 0,1 1-11 15,-2-4-8-15,-4 4-8 0,9 0-19 0,-9 0-21 0,0 0-10 0,0 0-21 16,0 0-19-16,-18 8-34 0,8-4-34 0,-7 4-38 16,2 0-31-16,-2-4-61 0,2 2-190 0,1 1-487 15,2-3 215-15</inkml:trace>
  <inkml:trace contextRef="#ctx0" brushRef="#br0" timeOffset="93074.35">18120 12554 242 0,'0'0'320'0,"0"0"-25"0,0 0-31 15,0 0-16-15,0 0-35 0,11 1-20 0,-5 1-23 16,2 1-16-1,-1 1-15-15,2-2-18 0,0 2-13 0,0 0-9 16,-4 1-9-16,3 0-9 0,-3 4-4 0,0 1-13 0,0 0-2 16,-5 2-7-16,0 4-1 0,-4 1-8 15,-2 0-5-15,1 0 1 0,-4 0-6 0,-3-4-4 16,4-2-2-16,-1 4-4 0,2-5-4 0,1-1-1 16,0-1 1-16,2-3-4 0,1 2-1 0,-1-3 1 0,4-2 15 15,-4 1 26-15,4-3 20 0,2 5 4 0,2-2-1 0,7-3-8 16,3-3-6-16,14-1-6 0,4 1-19 0,0 1-57 15,3-3-64-15,-2 0-91 0,3-2-119 0,-1-1-288 16,-3 0-624-16,0 0 276 0</inkml:trace>
  <inkml:trace contextRef="#ctx0" brushRef="#br0" timeOffset="93775.62">19278 12904 56 0,'-5'1'270'0,"5"-1"-5"0,0 0-19 16,-3 3-16-16,3-3-16 0,0 0-20 0,0 0-18 0,0 0-15 15,0 0-19-15,20-4-14 0,-9 0-11 0,1 2-13 0,8-2-10 16,0 3-27-16,1-4-35 0,8 3-45 0,-8 0-49 16,8 2-57-16,-2-3-60 0,-8 1-176 0,-1 2-382 15,0 0 169-15</inkml:trace>
  <inkml:trace contextRef="#ctx0" brushRef="#br0" timeOffset="93944.9">19405 13061 123 0,'-3'6'163'16,"1"-1"12"-16,2 1 3 0,1-1 16 0,5-1-11 15,6-2-13-15,1 0-16 0,15-1-18 0,5 1-10 16,5-2-25-16,13-3-34 0,4-4-52 0,4-1-66 15,1 0-77-15,0-2-140 0,-1 1-290 0,-7 1 129 0</inkml:trace>
  <inkml:trace contextRef="#ctx0" brushRef="#br0" timeOffset="94292.24">20583 12658 131 0,'0'-7'342'0,"0"-1"-14"15,0 4-8-15,0-2-31 0,0 0-21 0,0 4-27 0,-3-1-32 16,3 3-22-16,3-6-26 0,-3 6-18 0,0 0-17 15,0 0-8-15,-3 11-19 0,3 4-13 0,-1-3-9 16,-2 6-6-16,2 2-6 0,1 4-10 0,1 1-10 16,-2 1 1-16,1 0-2 0,1 2-8 0,3-4-6 15,-4-4 14-15,3-2-16 0,-2 0-5 0,-1 1 0 0,4-5-11 16,-4-1-22-16,1 0-18 0,-1-5-16 0,3 2-32 16,-3-3-17-16,1 0-17 0,-1-2-12 0,0-2-10 15,0 2-20-15,0-5-29 0,-1 4-23 0,1-4-213 0,0 0-450 16,0 0 200-16</inkml:trace>
  <inkml:trace contextRef="#ctx0" brushRef="#br0" timeOffset="95014.35">20998 12857 207 0,'-9'0'272'0,"9"0"-17"15,-5 2-20-15,5-2-19 0,0 0-22 0,0 0-16 16,-8 0-18-16,8 0-12 0,0 0-8 0,0 0-14 16,0 0-8-16,0 0-13 0,0 0-12 0,0 0-6 15,0 0-5-15,0 0-4 16,-5 0-5-16,5 0-4 0,0 0 14 0,0 0-4 15,0 0-15-15,0 0-5 0,0 0 3 16,0 0-6-16,0 0-6 0,0 0 2 0,0 0-9 0,0 0-1 16,0 0-3-16,0 0-4 0,0 0-1 0,0 0-4 15,0 0-4-15,0 0 0 0,0 0-7 0,0 0 1 16,0 0-5-16,0 0 3 0,0 0 8 0,0 0-10 16,0 0-2-16,0 0 2 0,0 0 5 0,0 0-7 0,0 0 0 0,0 0 2 15,0 0 1-15,0 0-5 0,0 0 0 0,0 0-1 16,0 0-1-16,0 0 1 0,0 0-4 15,0 0 5-15,0 0 3 0,0 0 0 0,0 0-2 16,0 0 5-16,0 0-3 0,0 0-5 0,0 0 6 0,0 0 5 16,0 0 4-16,0 0 4 0,0 0-7 0,0 0 4 15,0 0 1-15,0 0-4 0,0 0 0 0,0 0-6 0,0 0 5 16,0 0-7-16,0 0-8 0,0 0 6 0,0 0-6 16,0 0-1-16,0 0 1 0,0 0-5 0,0 0 20 0,0 0-19 15,0 0 5-15,0 0-4 0,0 0-2 16,0 0 1-16,0 0-3 0,0 0 5 0,0 0-7 15,0 0 12-15,0 0-2 0,0 0-4 0,0 0-5 16,0 0 6-16,0 0 7 0,0 0-13 16,0 0 2-16,0 0 0 0,0 0-1 15,0 0-3-15,0 0 7 0,0 0-1 0,0 0 0 16,0 0-2-16,23-2-8 0,-10 0 10 0,7 0 2 16,15-1-5-16,1 1-3 0,15-4 0 0,1 1 4 15,3 0-10-15,1-1 8 0,3-2 7 0,1 1-5 16,0 4 2-16,-3-4-1 0,-4 3-2 0,-18 0 2 15,-1 2 0-15,-6 0-1 0,-5 0 0 0,-6-2-4 0,-4 3 2 0,-3-2-5 16,-2 3-7 0,-2-3-20-16,-2 2-24 0,0-2-34 0,-4 3-26 0,0 0-23 0,-9-5-14 0,1 5-15 0,-2-1-11 15,-2-2-29-15,2 2-38 0,-1-1-252 0,-1 1-538 16,2 0 238-16</inkml:trace>
  <inkml:trace contextRef="#ctx0" brushRef="#br0" timeOffset="95432.98">22051 12454 295 0,'1'-11'364'0,"4"2"-26"0,-1 4-15 0,-3-2-20 16,3 2-17-16,-2 2-30 0,-2 3-33 0,3-7-22 0,-3 7-23 15,3-4-11-15,-3 4-31 0,0 0-18 0,0 0-19 16,0 0-4-16,3 11-17 0,-3-3-14 0,2 3-1 16,-6 6-7-16,3 8-5 0,-2 1-8 0,-2 1-5 15,0 4-4-15,-4-3-6 0,4 2-2 0,-4-1-1 0,2 1 5 0,-2-4-8 16,0 2-4-16,2-3-3 0,2-5-4 16,0-2-2-16,-1 0 1 0,2-2-4 0,0-6 5 15,1 1-3-15,1-2 0 0,-1-2 1 0,1 0 2 16,0-2-6-16,1 0 5 0,4-2-6 0,-3-3 13 0,-2 7 4 31,2-7 13-31,-1 5 17 0,1-5 16 0,-2 2 7 0,2-2 7 16,0 0 7-16,0 0-8 0,0 0 0 0,0 0-6 15,-2 3-5-15,2-3-7 0,0 0-8 0,14-2-8 16,-4-1-3-16,2 0-14 0,2-1-16 0,0 2-26 16,4-2-26-16,1 0-13 0,-2-3-52 0,2 0-32 15,0 3-29-15,-2-4-37 0,2 2-52 0,-2-4-59 16,-2 0-317-16,-1-2-683 0,-4 5 302 0</inkml:trace>
  <inkml:trace contextRef="#ctx0" brushRef="#br0" timeOffset="95648.72">21900 12689 154 0,'-2'0'349'0,"2"0"-8"0,-8 1-9 0,8-1-22 0,0 0-35 16,0 0-29-16,0 0-23 0,19-10-28 0,-5 6-22 15,8-1-14-15,-2 0-27 0,7 0-34 0,3-2-43 16,0 0-44-16,1 2-53 0,-3-3-69 0,0 1-60 16,-1 1-285-16,-7-5-492 0,-3 6 219 0</inkml:trace>
  <inkml:trace contextRef="#ctx0" brushRef="#br0" timeOffset="95911.8">22413 12247 68 0,'0'-6'340'0,"0"2"-33"0,0 4-30 0,0-5-31 0,0 5-29 31,1-5-28-31,-1 5-17 0,0 0-23 0,10 9-15 0,-1 5-15 0,3 2-8 0,4 11 0 0,3 5 0 31,-1 14-2-31,1 4-1 0,-2 1-1 0,-7 4-17 16,-2-1 5-16,-7-1-13 0,-5 1-5 0,-5-3-5 0,-6-1-14 0,-4-5 1 15,-5-1-4-15,-5-2 10 0,-4-2-18 0,-6-2-3 16,-1-3-10-16,-3-2-27 0,-1 0-35 0,-3-5-34 16,-3 0-41-16,-10-4-59 0,4-5-69 0,-6-2-282 15,1-4-555-15,1-7 246 0</inkml:trace>
  <inkml:trace contextRef="#ctx0" brushRef="#br0" timeOffset="96413.14">20403 12329 98 0,'-7'0'224'0,"7"0"-18"15,-19 10-19-15,5-1-18 0,-8 12-11 0,-1 7-11 0,-9 9-1 16,10 6-10-16,-7 7-15 0,2 2 1 0,2 0-5 16,3 3-10-16,1-2-7 0,6 0-10 0,10-2-4 0,1-6-6 15,4 4 10-15,9-6-2 0,4-9-6 0,10 7-4 0,3-12-1 16,11 3-7-16,9-3-1 0,6-5-19 16,2-7-31-16,2-3-63 0,8-3-95 0,1-6-317 15,-1-4-494-15,2 0 219 0</inkml:trace>
  <inkml:trace contextRef="#ctx0" brushRef="#br0" timeOffset="97106.25">22363 11997 143 0,'0'0'237'0,"-8"1"-9"0,8-1-6 0,0 0-18 0,0 0-19 31,-6 0-14-31,6 0-17 0,0 0-12 0,0 0-10 0,0 0-13 0,0 0-12 15,0 0-10-15,20 0-8 0,-3-2-12 0,12-1-12 16,6 1-33-16,-1-1-39 0,3 1-34 0,-1-3-63 16,2 0-65-16,-1-2-179 0,-2 0-376 0,-3 2 167 15</inkml:trace>
  <inkml:trace contextRef="#ctx0" brushRef="#br0" timeOffset="97336.76">22967 11702 234 0,'0'-5'346'0,"0"0"4"16,0 5-29-16,0-5-28 0,0 5-33 0,0-6-32 0,0 6-12 16,0 0-41-16,0 0-23 0,0 0-7 15,0 0-26-15,0 0-12 0,-2 20-15 0,4-4-2 16,-2 4-14-16,0 6-7 0,0 2-4 0,5 2-7 15,-2 3-24-15,-2-2-17 0,4 2-39 0,3 0-47 0,-3 0-53 16,4-2-83-16,-8 0-301 0,7-4-546 0,-4-8 242 16</inkml:trace>
  <inkml:trace contextRef="#ctx0" brushRef="#br0" timeOffset="97684.23">23214 12633 106 0,'-4'4'338'0,"4"-4"-22"0,0 0-22 16,-5 2-20-16,5-2-20 0,0 0-24 0,0 0-27 16,0 0-28-16,0 0-20 0,24-6-31 0,-6 3-35 0,-1-1-42 0,4 3-45 15,9-2-58-15,-10 1-61 0,10-5-73 0,-10 3-184 16,2 0-406-16,-6 0 180 0</inkml:trace>
  <inkml:trace contextRef="#ctx0" brushRef="#br0" timeOffset="97837.64">23299 12741 167 0,'-8'7'170'0,"1"-1"-15"0,1-2-13 15,2-2-5-15,0 4 0 0,3-4 13 0,-2 2 8 16,3-4 0-16,10 5-13 0,-1-2-12 15,10-1-9-15,11 0-15 0,3-2-34 0,4-1-39 16,2 0-50-16,16-4-51 0,1 0-45 0,0-1-192 0,0-1-326 16,-2 2 145-16</inkml:trace>
  <inkml:trace contextRef="#ctx0" brushRef="#br0" timeOffset="98085.28">24206 12339 67 0,'-4'-5'349'15,"1"-3"-31"-15,2 4-28 0,0 2-30 0,-2-5-35 16,2 4-24-16,1 3-26 0,0 0-18 0,0 0-14 16,-8 15-18-16,5-3-10 0,-2 5-17 0,2 7-5 15,-3 2-9-15,1 3-9 0,1 2-8 0,2 4-9 16,-1-2-4-16,1-1-3 0,3-3-4 0,0 3-39 0,2-3-19 0,-3-3-24 15,1-8-40-15,3 1-37 0,-3-3-40 0,1-3-70 16,0-1-188-16,1-3-442 0,-2-4 196 0</inkml:trace>
  <inkml:trace contextRef="#ctx0" brushRef="#br0" timeOffset="98317.3">24499 12605 93 0,'0'0'332'16,"0"0"-19"-16,0 0-24 0,0 0-28 0,0 0-30 16,22-6-22-16,-4 3-23 0,2 0-16 0,9-2-19 15,2 1-19-15,3 1-7 0,4-3-28 0,0-3-23 16,1 7-35-16,-1-3-35 0,-5-1-41 15,-1 1-39-15,-4 1-49 0,-5-3-50 0,-6 2-208 0,-4 0-414 16,-4-1 184-16</inkml:trace>
  <inkml:trace contextRef="#ctx0" brushRef="#br0" timeOffset="98501.85">24723 12450 287 0,'0'0'307'0,"-8"-1"-29"0,8 1-28 15,0 0-33-15,0 0-26 16,-5 5-17-16,5-4-23 0,-1 6-10 0,-2 2-9 16,3 0-13-16,-4 3-13 0,3 2-9 0,-3 3-8 15,4 8-10-15,-5 1-3 0,4-7-17 0,-1 8-50 16,0-4-62-16,-2-3-66 0,3-1-101 0,1-3-175 16,-2-5-429-16,0-5 190 0</inkml:trace>
  <inkml:trace contextRef="#ctx0" brushRef="#br0" timeOffset="99156.89">25433 12197 163 0,'2'-8'255'0,"0"3"-4"16,0-3 2-16,-2 4-13 0,2-1-14 0,-1-2-17 15,-1 7-23-15,3-2-21 0,-3 2-19 0,1-3-20 16,-1 3-15-16,0 0-14 0,0 0-1 0,0 0-17 16,4 17-5-16,-5-3-2 0,0 5-7 0,-1 6-3 15,1 4-4-15,-2 1-5 0,1 3-5 0,1 1-5 0,-1 2-4 16,2-3-14-16,0 2-3 0,0-2-1 0,-2 2-1 0,2-3-1 15,4-3-4-15,-3-1-1 0,1-2 3 0,2-8 1 16,-1 1-3-16,-1-2 6 0,5-2-8 0,-2-6-1 16,-3 0 12-16,5-1-7 0,1 0 1 0,0-3-2 15,1 2 4-15,-2-6-6 0,4 0-6 0,-1-1-12 16,1-1-16-16,0 0-21 0,-1-3-35 0,3-1-40 16,0-3-47-16,0-3-59 15,-3 2-249-15,0-7-510 0,-1 3 226 0</inkml:trace>
  <inkml:trace contextRef="#ctx0" brushRef="#br0" timeOffset="99357.35">25363 12535 69 0,'-6'1'263'0,"2"0"-14"16,4-1-8-16,-6 1-19 0,6-1-21 0,0 0-21 15,0 0-12-15,38-3-19 0,-9-2-15 0,5 2-11 16,1-2-26-16,20 1-34 0,0-4-54 0,7 2-46 16,0-2-46-16,0 4-95 0,0-6-134 0,-3 0-338 0,-7 2 150 0</inkml:trace>
  <inkml:trace contextRef="#ctx0" brushRef="#br0" timeOffset="99588.84">26194 12491 196 0,'0'0'257'15,"-3"1"-15"-15,3-1-17 0,0 0-22 0,0 0-17 0,19 0-20 16,-1-1-19-16,4-1-15 0,6 0-14 0,3-1-11 0,1-2-17 15,0 1-19-15,2 1-38 0,-6-1-42 0,0-1-55 16,-1 0-55-16,-10 2-74 0,1-3-105 0,-8 3-324 16,-2 0 144-16</inkml:trace>
  <inkml:trace contextRef="#ctx0" brushRef="#br0" timeOffset="99774">26396 12325 253 0,'0'0'298'16,"-3"-3"-33"-16,3 3-29 0,0 0-31 0,0 0-21 16,0 0-22-16,-13 7-16 0,9 3-18 0,1-1-12 15,-3 11-9-15,-4 2-12 0,3 3-8 0,0 3-10 16,1 1-5-16,-2 3-8 0,3-1-2 0,0 0-9 0,1-1-39 0,3 0-53 16,-3 2-60-16,5-6-78 0,-3-7-209 0,0-2-416 15,1-5 185-15</inkml:trace>
  <inkml:trace contextRef="#ctx0" brushRef="#br0" timeOffset="100474.9">27155 12146 163 0,'1'-5'340'0,"0"1"-24"0,-1-3-16 15,3 3-18-15,-2 1-26 0,-1 3-29 0,1-6-25 16,2 5-17-16,-3 1-29 0,1-2-19 0,-1 2-18 16,0 0-15-16,0 9-10 15,0-2-9-15,-1 6-7 0,-2 4-11 0,1 10-5 16,-6 1-8-16,3 2-7 0,0 1-2 0,0 3-5 16,1-2-8-16,-1 3-1 0,-3-2-16 0,7-2 0 0,-3 0-4 15,4 1 3-15,-1-6-3 0,1-3 3 0,0-5-5 16,4-1 3-16,-3 0 0 0,0-7 0 0,4 0 0 15,-1 2-1-15,1-5 3 0,3 3-2 16,1-5-3-16,2 1-8 0,1-3-28 0,1 0-29 0,-1-2-36 0,0-1-46 16,1-1-49-16,-3-4-76 0,-2 0-212 0,-1 2-512 15,-2-4 227-15</inkml:trace>
  <inkml:trace contextRef="#ctx0" brushRef="#br0" timeOffset="100659.42">27056 12501 253 0,'0'0'327'0,"-7"0"-16"0,7 0-15 0,-7 3-22 16,7-3-17-16,0 0-23 0,0 0-6 0,0 0-39 31,0 0-24-31,0 0-15 0,23-12-15 0,-5 9-18 16,10-1-11-16,3-4-22 0,0 3-20 0,-2 1-28 15,0-4-33-15,-10 3-61 0,10-4-65 0,-4 1-62 0,-6 0-293 16,-1-2-516-16,0 1 228 0</inkml:trace>
  <inkml:trace contextRef="#ctx0" brushRef="#br0" timeOffset="100960.13">27461 11919 306 0,'0'-4'358'16,"0"-1"-26"-16,0 1-30 0,0 4-26 0,2-5-31 15,-2 5-28-15,2-3-29 0,-2 3-20 0,0 0-18 16,0 0-23-16,16 9-9 0,-11-1-17 0,2 1-10 16,0 2-17-16,-1 5-5 15,-2 2 4-15,-3 1-22 0,-1 6-3 0,0 1-2 16,-5-2-6-16,5-4-1 0,-4-1-8 0,0-2-1 16,1 0 1-16,1-5-6 0,-2-2-2 0,4 3-1 15,-3-5-1-15,3-2-1 0,-2 0-2 0,4-1 4 16,1 0 2-16,1-2 9 0,5 1 7 0,10-2-6 15,12-2 2-15,4 0-11 0,4-1-14 0,16-2-65 16,-4-2-59-16,2 2-73 0,-2-3-141 0,0 0-205 0,-2-5-574 0,-14 1 254 16</inkml:trace>
  <inkml:trace contextRef="#ctx0" brushRef="#br0" timeOffset="101298.13">28114 12489 185 0,'-7'2'240'0,"7"-2"-15"16,0 0-13-16,0 0-16 0,-8 1-15 0,8-1-8 15,-6 0-19-15,6 0-9 0,0 0-3 0,0 0-5 16,0 0 5-16,0 0 6 0,0 0 0 0,0 0-3 16,0 0-17-16,0 0-9 0,12-7-4 0,-1 2-24 15,6-3-8-15,6 7-10 0,4-10-6 0,8 6-12 16,1-4-7-16,14 0-5 0,3-2-2 16,-2 1-22-16,4 2-24 0,-19 2-38 0,-2-1-39 15,-2-1-40-15,-1 3-42 0,-12-2-51 0,-2 0-256 0,-6 3-510 16,-3 0 226-16</inkml:trace>
  <inkml:trace contextRef="#ctx0" brushRef="#br0" timeOffset="101524.97">28362 12259 114 0,'-4'-2'392'0,"3"-2"-12"0,1 4-29 0,-4-3-24 0,4 3-47 16,0 0-18-16,-2-3-31 0,2 3-25 0,0 0-27 15,0 0-15-15,0 0-32 0,0 0-17 0,-3 12-10 16,3-2-10-16,0 2-10 0,1 4-5 0,-2 4-7 0,1 0-9 16,0 4-8-16,1 2-6 0,1 1-7 0,0-4-10 0,0 2-29 15,0-3-24-15,3-5-40 0,-3 3-49 0,0 1-45 16,3-4-62-16,0-1-61 0,0-2-221 16,3-4-539-16,2-4 239 0</inkml:trace>
  <inkml:trace contextRef="#ctx0" brushRef="#br0" timeOffset="101692.99">29183 12385 3180 0,'5'-7'133'0,"-2"0"-67"15,1 2 1-15,-2 0-14 0,0-2-9 0,1 1-16 0,1 1 5 16,-1 1-25-16,3 2-20 0,4-6-32 0,1 4-32 15,3 4-45-15,3-3-43 0,6 3-65 0,-3-2-266 16,12 0-536-16,0 2 239 0</inkml:trace>
  <inkml:trace contextRef="#ctx0" brushRef="#br0" timeOffset="101862.5">29989 12283 104 0,'1'-3'314'0,"0"-4"-31"16,1 4-30-16,0-1-35 0,3 0-42 0,3 1-50 0,1 1-56 16,3-1-74-1,8 0-79-15,0 2-161 0,7-2-262 0,1 0 116 16</inkml:trace>
  <inkml:trace contextRef="#ctx0" brushRef="#br0" timeOffset="101993.97">30601 12226 105 0,'5'-1'93'15,"10"-3"-89"-15,3-1-38 0,3 0-36 0,6 2 15 16</inkml:trace>
  <inkml:trace contextRef="#ctx0" brushRef="#br0" timeOffset="102147.47">31377 12198 190 0,'3'-1'421'0,"1"-4"-41"0,1 2-37 0,1 1-39 16,1-3-56-16,5 2-77 0,-1-1-79 0,2 1-102 16,9 3-125-16,-2-1-199 0,10-3-363 15,1-1 161-15</inkml:trace>
  <inkml:trace contextRef="#ctx0" brushRef="#br0" timeOffset="102278.98">32075 12244 183 0,'-13'-8'358'0,"13"8"-39"0,-3-1-62 0,0-4-85 0,3 5-110 16,-7-4-167-16,2 1-103 0,-2-1-225 0,7 4 100 15</inkml:trace>
  <inkml:trace contextRef="#ctx0" brushRef="#br0" timeOffset="114846.03">11561 15262 74 0,'0'-3'204'0,"0"3"-13"0,0 0-6 16,0 0-16-16,0 0 0 0,0-4-18 0,0 4-15 15,0 0-10-15,0 0-17 0,0 0-7 0,0 0-13 0,0 0-13 0,0 0-10 16,0 0 2-16,0 0-15 0,-4-3-11 0,4 3-2 15,-11 6-2-15,2-2-4 0,-5 5-5 0,-5 0-5 16,-8 2 0-16,-1 2-4 0,1-3-3 0,-4 2-4 16,2 2-1-16,1-4-2 0,1 3 2 0,4 3-1 15,-4-3-4-15,3 0-1 0,0 2 1 0,8-5 0 16,-2 1 0-16,4 1-1 0,4-4-4 0,1 1 0 0,0 1-1 0,0-3 0 16,4 1 1-16,3 5 1 0,0-8 0 0,4 5 1 15,3-1 0-15,4 0 2 0,3 0-13 0,6 0 1 16,2-1 2-16,9 4 2 0,0-3 1 0,2 0 0 15,1-1 0-15,1 0 0 0,2-1-1 0,-4 2 2 16,0-1 1-16,1 0-2 0,-14-3 1 0,4 5-4 16,-4-5 2-1,-2 1 1-15,-5 0-2 0,-1-3-5 0,-4 0-2 16,1 4-3-16,-2-3 3 0,-4 0 0 0,-1 2 6 16,-6 2 5-16,-3-1 1 0,-7 3 0 0,-3-1 5 0,-8 3-6 15,-1-1 6-15,-3 0 2 0,2-2 8 0,0-2-2 16,-2 2 3-16,0-2 4 0,1 1 1 15,0-1 2-15,4-2 4 0,5 0 0 0,3-3-1 16,-2 3 4-16,3-1-9 0,6-1 3 0,2-2-4 0,1 0 10 0,3 2 7 16,-1-3 11-16,6 0-5 0,-11 2 2 0,9-2-3 15,2 0 3-15,-6 0-1 0,6 0 3 0,0 0 5 0,0 0-2 16,0 0-1-16,0 0-5 0,0 0 2 0,0 0-8 16,0 0-8-16,0 0-3 0,0 0 2 0,12-6-7 15,-5 3-8-15,0 0-6 0,1 1-30 0,-2 2-21 16,2-3-27-1,-1 1-29-15,1 2-28 0,2-2-35 0,3 0-46 16,-1-1-53-16,-1-1-152 0,4 3-446 0,-2-3 197 16</inkml:trace>
  <inkml:trace contextRef="#ctx0" brushRef="#br0" timeOffset="115277.67">12024 15648 284 0,'0'0'295'0,"-4"-4"-27"0,4 4-29 0,0 0-22 15,0 0-17-15,-3-4-33 0,3 4-16 0,0 0-16 16,0 0-14-16,-16 4-12 0,10-1-12 0,-5 2-13 15,-1 2-7-15,-1 0-10 0,1 1-7 0,-3 4-9 16,2 0-6-16,-1-2-3 0,5-1-4 0,-5 3-7 16,5 0 7-16,1-3-13 0,3 2-2 0,0-2-5 15,0-1 3-15,3 2-2 0,0-1-3 0,2-2 2 0,2 0-1 0,0-2 5 16,3 2 2-16,4-3 8 0,0 0-5 0,5-4 1 16,4 0-3-16,1 0 0 0,1-3-3 15,1-1-2-15,1-1 2 0,-2-2 5 0,-2-3 12 16,0 3 12-16,-6 2 10 0,0-3 12 0,-3 1 6 15,2-4-14-15,-5 3 14 0,1-2-9 0,0 2-4 16,-6-1-8-16,3 0-10 0,-4-2-14 0,0 2-15 0,-4 0-18 0,-1 1-24 16,-5 2-21-16,1 0-17 0,-1 0-9 0,-4 3-25 15,-3 2-18-15,-2 0-18 0,0 2-22 0,1 0-26 16,-1 3-35-16,7 1-19 0,0 0-213 0,1-1-483 16,2-1 213-16</inkml:trace>
  <inkml:trace contextRef="#ctx0" brushRef="#br0" timeOffset="115515.32">12416 15804 123 0,'0'0'299'0,"0"0"-28"0,0 0-30 0,0 0-31 16,7 1-21-16,-7-1-22 0,-2 5-15 0,-3-2-17 15,-1 4-10-15,-3 4-13 0,-5 2-23 0,-8 4-43 0,0 1-54 16,-2-1-61 0,-3 3-80-16,-3-2-174 0,-1 0-349 0,0-5 155 15</inkml:trace>
  <inkml:trace contextRef="#ctx0" brushRef="#br0" timeOffset="116301.03">13694 15279 193 0,'0'-3'308'0,"0"-1"-25"16,0 4-31-16,0-5-30 0,0 5-26 0,0 0-26 16,0-5-35-16,0 5-18 0,0 0-15 0,-3 14-12 15,1-3-10-15,-6 11-7 0,3 9 0 0,-4-1-13 16,0 19-9-16,-5 0-3 15,1-1-5-15,1 6-25 0,-4-4 2 0,9 1-10 16,-4-2 4-16,3-14-3 0,0 0-1 0,1-2 1 0,5-2-1 0,-1-2 0 0,-2-1 2 0,0-5-4 16,1-5 0-16,2-7-5 0,-1 2 11 15,2-6-5-15,1 3-1 0,0-5 2 0,0 0-2 0,-1 2 4 16,-2-2 14-16,3-1 3 0,0-4 12 0,-1 5 1 16,-3-4 0-16,4-1-2 0,0 0-6 0,0 0-12 15,0 0-52-15,0 0-71 0,-8-10-89 16,7-2-75-16,-2 2-134 15,5-2-432-15,-4-7 191 0</inkml:trace>
  <inkml:trace contextRef="#ctx0" brushRef="#br0" timeOffset="116748.43">13550 15054 104 0,'-4'-3'224'16,"4"3"-20"-16,-4-2-21 0,1-1-26 0,3 3-14 15,0 0-15-15,0 0-14 0,0 0-14 0,0 0-9 16,17 6-8 0,-7 0-5-16,11 1-10 0,8 3-3 0,3 1-3 15,4 0 4-15,14 4 7 0,2 3-3 0,-1-3-5 16,-1 5 0-16,-4 1-4 0,-13-3-3 0,-1-2-14 0,-2 2 4 15,-4 3-6-15,-3 0-5 0,-3 1-1 16,-8 1-6-16,-4-5-3 0,1 8-1 0,-9-9-2 16,-1 2 2-16,-11 2 4 0,-3 0 4 0,-7 1 3 15,-5-4 14-15,-5 2-7 0,-4-3 7 0,1-1 6 0,-11 1 4 0,11-4-2 16,-2-1-5-16,0 0 7 0,3-1 10 0,2-2-9 16,-2 2 4-16,5-5-9 0,6 0 1 0,5 0-9 15,0-2-3-15,5-1-7 0,1-1-5 0,4 2 0 16,2-1 0-16,2-1-14 0,-1-1-12 0,-2 0 0 15,4 2-5-15,3-3-1 0,-3 3 6 0,3-3-3 16,0 0-6-16,6 5-12 0,2-3-19 0,0-4-29 0,3 2-38 16,3-1-45-16,-1-1-57 0,6 0-68 0,-1-2-219 0,4 1-528 15,-4 0 234-15</inkml:trace>
  <inkml:trace contextRef="#ctx0" brushRef="#br0" timeOffset="117551.98">14081 15869 94 0,'0'0'273'0,"0"0"-13"0,-4-4-26 15,4 4-19-15,0 0-20 0,0-6-25 0,0 6-20 0,0 0-14 0,0 0-11 16,0 0-23-16,-1-4-13 0,1 4-12 0,0 0-8 16,0 0-10-1,0 14-4-15,-3-6-6 0,2 3-4 0,-4 2-6 0,4 3-6 16,-3 1-2-16,-1 1-2 0,-3-1-5 0,3 1-6 15,0 5 2-15,0-6-1 0,1 1-5 16,0 2-1-16,-1-4-1 0,5 2-2 0,-2-5 3 16,0-2-5-16,0-1 5 0,0 2-3 0,0-7-3 15,-1 0 0-15,2 2 15 0,1-4 21 0,0 1 28 0,-2-1 25 16,2-3 32-16,-3 5 40 0,3-5 17 16,0 0 11-16,0 0-9 0,0 0-19 0,0 0-18 15,5-19-16-15,0 9-10 0,2-2-16 0,2-4-12 16,2 0-12-16,3-8-14 0,0 2-13 0,4-2-2 15,1 5-11-15,-6 4-6 0,0-2-8 0,-2 6-3 0,-2 1 2 0,-1 2-2 16,1-2-5-16,-2 4-1 0,-1 0-9 0,-1 2-4 16,0 2-2-16,0 1-3 0,1-2-2 0,-1 3-6 15,-5 0 0-15,11 4-3 0,-4-2-6 0,0 4-8 16,-1 0 0-16,1 3 5 0,-1-1-6 0,0 4 1 16,-1 0-1-16,-1 2 3 0,0-2-2 0,1 3 5 15,-1 0 2-15,1-3 2 0,-1 0 1 0,-3 0-12 0,-1-2 11 0,0-3-6 16,1 2 13-16,-1-1-8 0,3 0 9 0,-3-3 10 15,0-1-15-15,0 3 6 0,0-5 2 16,0-2 6-16,1 6-7 0,-1-2 5 0,0-4-3 16,0 0 9-16,4 2-4 0,-4-2 5 0,0 0-1 15,0 0 3-15,0 5-5 0,0-5 5 0,0 0-1 0,0 2-2 16,0-2 1 0,0 0-2-16,0 0-1 0,0 0-5 0,0 0-24 15,0 0-20-15,0 0-44 0,0 0-78 0,4-12-73 0,-3 3-81 16,6 0-69-16,-1-3-214 0,-1 2-653 15,4-3 289-15</inkml:trace>
  <inkml:trace contextRef="#ctx0" brushRef="#br0" timeOffset="118103.67">14900 15291 285 0,'0'-4'275'0,"0"4"-4"0,0-7-14 15,0 7-14-15,0-4-21 0,-2 2-18 0,2 2-23 16,0 0-10-16,0 0-19 0,0-5-23 16,0 5-15-16,0 0-17 0,0 0-12 0,0 0-15 15,0 0-11-15,0 0-2 0,0 0-7 0,-3 15-4 0,0-4-4 0,2 2-6 16,-5 4-1-16,5 6-6 0,-2-2 0 0,-2 3-5 15,2 2 0-15,1-7-5 0,1 1-6 0,-2-1 1 16,3 1 4-16,-1-2-6 0,1-1-1 0,0-1 2 16,-2-5-2-16,1-1-4 0,1 0 0 0,-1-2 3 15,1-2-4-15,0-2 1 0,-1 2-5 0,1-4 5 16,1 2-1-16,-1 2 3 16,0-6 0-16,0 5 4 0,0-5 7 0,2 5 0 15,-2-4 11-15,0-1-11 0,0 0-1 0,0 0 3 16,0 0-7-16,0 0-1 0,-3 4 4 0,3-4 5 15,0 0-6-15,0 0-1 0,0 0-3 0,0 0 2 16,0 0-8-16,0 0-30 0,0 0-39 0,0 0-38 16,0-14-30-16,0 7-31 0,1 2-47 0,-1-5-74 15,0-1-166-15,1 0-485 0,0 1 215 0</inkml:trace>
  <inkml:trace contextRef="#ctx0" brushRef="#br0" timeOffset="118397.5">15066 15181 264 0,'4'-2'242'0,"-4"2"-24"0,8-3-22 0,-8 3-20 15,10 4-11-15,2-1-11 0,-4 4-10 0,7 2-6 16,1 4-12-16,-3 0-9 0,6 10-3 0,-6-1-11 15,2 3-9-15,-2 5-1 0,-4-1-9 0,0 3-9 0,-3-2-5 16,-3 1-5-16,-4 2-5 0,-3-2-3 0,-8 1-6 16,0-1-5-16,0-2-5 0,-10-1-18 0,-1 1-24 15,-3-6-26-15,-3 1-27 0,-3-2-30 0,1-2-37 16,-4-2-39-16,-1-4-74 0,-1-2-139 0,-4-5-404 16,-9 4 180-16</inkml:trace>
  <inkml:trace contextRef="#ctx0" brushRef="#br0" timeOffset="118735.05">14716 15137 4 0,'-8'1'197'0,"-2"5"-18"0,1 2-13 0,-6 3-13 16,-3 7-11-16,2 5-6 0,-2 1-5 0,1 2-10 16,0 6-9-16,0-3 1 0,0 4-2 0,4-1-12 15,0 1-4-15,2-1-11 0,6-2-10 0,-3-1-6 16,8-1-20-16,-1-2-3 0,2-7 5 0,3-1 9 15,1 0-10-15,3-5 1 0,3 4-2 0,6-6-1 16,1 1-1 0,9 1-5-16,2-6-13 0,3-2-27 0,1-1-46 15,-1-4-56-15,4 3-88 0,-4-7-172 0,-1 1-390 0,-3-2 173 16</inkml:trace>
  <inkml:trace contextRef="#ctx0" brushRef="#br0" timeOffset="119104.43">15694 15398 50 0,'0'0'302'0,"0"0"-17"16,-5-5-19-16,5 5-24 0,0 0-28 0,0 0-21 15,6-7-19-15,-1 4-27 0,5 0-21 0,2 1-36 16,1-2-33-16,5 0-35 0,-3 0-44 0,4 1-49 16,0 0-45-16,-1-3-211 0,0 0-353 0,0 3 156 15</inkml:trace>
  <inkml:trace contextRef="#ctx0" brushRef="#br0" timeOffset="119278.81">15750 15541 117 0,'-3'4'174'0,"3"-1"8"0,0-3 6 15,4 4-10-15,-4-4-29 0,21 0-10 0,-2 0-13 0,4-2-23 0,5-3-37 0,5 0-34 16,1 1-45-16,1-4-52 0,6-1-50 0,-4 0-96 16,12-4-227-16,-12 7 101 0</inkml:trace>
  <inkml:trace contextRef="#ctx0" brushRef="#br0" timeOffset="119729.48">16858 14996 56 0,'0'-5'303'0,"0"0"-18"0,-3 2-8 15,3 3-22-15,0-7-16 0,0 7-23 0,-1-5-25 16,1 5-12-16,0-4-29 0,0 4-18 0,0 0-18 16,0 0-14-16,0 0-10 0,0 0-11 0,-2 13-3 0,0 0-12 15,2 2-9-15,2 3 2 0,-4 2-13 0,-3 7 3 16,3 2-5-16,0-2-5 0,-3 3 6 0,3 1-12 0,-3-2-3 15,3 2-2-15,0-2 0 0,0 1 3 16,4 2-9-16,-2-4 0 0,0-4-5 0,1-5-3 16,2 7 5-16,-1-10-8 0,1-1 4 0,-3-4-5 15,-3 1 2-15,6-5 2 0,-2 2-6 0,-1-5 4 0,2 3-1 16,0-3 2-16,0 0-2 0,-2-4 3 0,-2 5 8 0,2-5 4 16,0 4 17-16,0-4 3 0,-2 4 8 0,2-4-3 15,0 0-2-15,0 0-7 0,0 0-1 0,0 0 5 16,0 0-19-16,0 0-20 0,0 0-38 15,-2-11-20-15,1 5-30 0,2-2-38 0,0 0-42 16,-2-6-55-16,1-2-39 0,1 0-238 16,2-4-536-16,-3 1 239 0</inkml:trace>
  <inkml:trace contextRef="#ctx0" brushRef="#br0" timeOffset="119953.31">16846 14924 61 0,'0'-6'293'0,"-1"1"-3"0,2 0-11 0,-1 1-22 15,0 4-19-15,0-6-27 0,0 6-22 0,0-6-25 16,0 6-20-16,0 0-18 0,0 0-16 0,0 0-7 16,0 0-15-16,-1 21-9 0,-1-9-5 0,0 4-7 0,-4 2-4 15,-4 7-7 1,2 0-5-16,-5 3-6 0,1 1-1 15,0 0-10-15,-6-2-31 0,3 4-40 0,-3-1-46 16,-4-1-56-16,4-3-81 0,-2-2-212 0,-2-2-468 16,4-2 207-16</inkml:trace>
  <inkml:trace contextRef="#ctx0" brushRef="#br0" timeOffset="120269.17">16661 15591 84 0,'-4'2'299'0,"4"-2"-15"0,0 0-17 0,0 0-22 0,0 0-16 15,0 0-15-15,0 0-20 0,0 0-18 16,12 2-18-16,-2-3-15 0,13 1-17 0,8-3-34 16,7 3-63-16,0-4-85 0,17-1-131 0,-5-2-197 15,4-3-414-15,-17 3 184 0</inkml:trace>
  <inkml:trace contextRef="#ctx0" brushRef="#br0" timeOffset="122427.49">12900 14758 146 0,'-1'-4'145'0,"1"4"-15"0,0 0-16 15,0 0-12-15,0 0-7 0,-4-2-11 0,4 2-12 16,0 0-2-16,0 0-12 0,0 0-3 0,0 0-23 0,0 0 6 0,0 0-8 16,-1 12 0-16,0-1-12 0,-1 6 1 0,0 7 1 15,-4 8-7-15,-1 14 0 0,0 5-3 0,-4 4-4 16,1 4 13-16,-4 26 7 0,0 1 7 0,-4 3 6 16,7-1 6-16,-2 0 3 0,-4-4 2 0,11-1-13 0,-2-24 5 15,4 1 3-15,-1 0-5 0,5-6-4 0,-2 3-3 16,4-1 7-16,-2 2 6 0,0-5-6 0,4-3-4 31,-4-3-5-31,1-11 1 0,-1-5-8 0,2 5 2 0,0-5-7 0,-2-4 2 0,0 0-5 16,0-9 2-16,0 0 25 0,1-6-4 0,-2 2-7 15,1-3-2-15,0-4-2 0,0 0 6 0,0 0-10 16,0-1 1-16,1-2-2 0,-2 0 2 0,1 0-1 16,0-4 3-16,0 0-6 0,0 6-2 0,0-6-7 15,0 0-30-15,0 0-55 0,0 0-80 16,-14-18-231-16,6 2-416 0,1 1 184 0</inkml:trace>
  <inkml:trace contextRef="#ctx0" brushRef="#br0" timeOffset="123645.51">12775 14725 21 0,'0'0'123'0,"0"0"-17"0,0 0-5 0,0 0-8 16,-5-2-9-16,5 2-9 0,0 0-4 0,0 0-10 16,0 0 5-16,0 0-3 0,0 0-10 0,-3-3-10 15,3 3-7-15,0 0-10 0,0 0 10 0,0 0-2 16,0 0-9-16,0 0 5 0,0 0-3 0,8-3-10 0,-8 3-1 0,9-4-7 15,-2 3 8-15,0 0-3 0,5-2-4 0,-2 0 3 16,8 0 0-16,1-3-4 0,2 3 8 0,8-1-1 16,2 1-5-16,3-4 11 0,4 2 2 0,11-5-4 15,-8 5-3-15,10-7-3 0,-14 10 0 0,14-6-7 16,-12 4 8-16,0 1-3 0,14-3-12 0,-14 2 12 16,14 0-7-16,-14 1 2 0,1 2-2 0,11-4 3 0,0 0 6 0,-10 3-6 15,10-2-5-15,-12 4 3 0,1-6-4 0,11-1-2 16,-12 4 11-16,-1-2-23 0,1 3 19 0,-1-1-7 15,0 1 2-15,-2-1 4 0,1-1-2 0,-3 1 3 16,1 0-1-16,-3-1-3 0,-2-4 5 0,5 6-2 16,-6 0 7-16,1-1-1 0,0 1-4 0,-2-3-3 15,2 5 6 1,-1-3 6-16,3-1-13 0,-4 0 11 0,3 0 1 16,-2 2-5-16,3-2-1 0,0 0 0 0,1 0 0 0,2 1-2 15,-2-3 0-15,2 2 4 0,-1 1-5 0,3 2-2 16,0-2 8-16,-1 2-8 0,-1-3-5 15,0 4-2-15,2-2 1 0,0-1-5 0,3 1 0 16,-3 0-5-16,0 0 2 0,1 1 0 0,-2 0 1 16,0 1 2-16,1-1 2 0,0-1-13 0,-1 0 8 0,0 2 4 0,1 0 2 15,1-6 3-15,-1 6-9 0,0-1 7 0,4 1-9 16,-1-3 8-16,10 1 7 0,-12-1-6 0,0 3 0 16,2 0-7-16,-3-2 8 0,5 1-5 0,9-2 2 15,0 1-1-15,3-3 4 0,-14 4-4 0,15 0-1 16,-2-3-1-16,5 1 3 0,-6 3-2 0,2-1 6 15,6 0-10-15,-5-2 9 16,-2 1-3-16,-13 0 2 0,15-1-17 0,-5 0 19 16,2 5-5-16,-12-4 7 0,12 2-1 0,-11-1 1 15,-1 0 2-15,11-1-6 0,-13 1 5 0,1 1-6 16,0-3 1-16,2 2-5 0,-5-2 4 0,1 1 1 16,-3 2 2-16,2-1 2 0,-4 1 1 0,0-1-2 15,-1 0 2-15,-3-1-3 0,3 2 3 0,-5 0 4 16,-4 0-9-16,0 0 7 0,-2 0-9 0,2 0 4 0,-3 0 4 0,-2 0-4 15,-3 0-3-15,-1 0 6 0,-3 0-2 0,1 0-1 16,-3 0 4-16,0 0-5 0,-2 0 3 0,-6 0 6 16,11 0-7-16,-11 0 3 0,7-1 0 15,-7 1-1-15,6 0-1 0,-6 0 8 0,8 1 2 0,-8-1-1 16,0 0 0-16,0 0 9 0,0 0-1 0,6-1-5 16,-6 1 3-16,0 0-4 0,0 0 3 0,0 0-1 0,0 0-5 15,0 0 0 1,0 0-1-16,0 0-1 0,7-1-2 0,-7 1-3 15,0 0 1-15,0 0-3 0,0 0-1 0,0 0 1 16,0 0-7-16,0 0-7 0,0 0-6 0,0 0-7 16,0 0-5-16,0 0 1 0,0 0-6 0,0 0-6 15,0 0-13-15,0 0-18 0,0 0 11 0,0 0-11 16,0 0-4-16,0 0-13 0,0 0 2 0,0 0-11 0,0 0-3 16,0 0-51-16,0 0-165 0,0 0 73 0</inkml:trace>
  <inkml:trace contextRef="#ctx0" brushRef="#br0" timeOffset="124145.73">17699 14384 523 0,'0'0'-22'0,"2"2"27"0,-2-2 14 16,0 0 13-16,0 0 16 0,0 0 6 0,0 0 6 15,0 0 7-15,0 0-7 0,0 0-2 0,0 0-8 0,0 0 1 16,0 0-13-16,0 0-1 0,0 0 6 0,0 0-12 16,0 0-3-16,0 0-12 0,0 0 2 0,0 0 0 0,0 0-5 15,-4 10-8-15,6-6 3 0,-4 1 5 0,1 3-12 16,0 2 4-16,0 6-2 0,-1 2 4 0,-3 0-10 16,1 7 14-16,-2 5-13 0,1 1 16 0,-3 16 4 15,3-13 3-15,-1 11 6 0,-1-9 13 0,2 11-11 16,0-1 9-16,5-9 2 0,-2-3 9 0,3 2 4 15,-4-1 2 1,2-2 0-16,0-1 15 0,-1-1-25 0,4 1 3 0,-1-3-7 16,0-1 2-16,1 4 0 0,1-6-4 0,-3 2 2 15,2-3-7-15,-1 0-1 0,-1 1 0 0,1 1-4 16,-1 0-3-16,0-3-2 0,2 2 0 0,0-1 0 16,1-8-3-16,-3 8-3 0,1-4 2 0,0 3-25 15,3-4 1-15,-2-2 8 0,0 2-3 0,-1-2-2 16,2 3 4-16,-2-2 0 0,3 7-2 0,-4-6-1 0,2 0 4 15,-2-1-3-15,2 0 1 0,-2 1-3 0,0 6 4 16,0-8-3-16,-2 3 2 0,2-2-3 0,2 1 3 16,-2-2 0-16,0 0-4 0,1 1 5 0,-1 1-3 0,-1 0-2 15,-1-2 2-15,4-1-3 0,-4 0 2 0,1 3-1 16,1-3 0-16,-1 0 1 0,1 0 4 0,-2 0-4 16,2 3 0-16,0-4 3 0,0 0-3 0,0 1-5 0,-1-5 7 15,0 0-1-15,1 0 3 0,0-1-2 0,1-1-4 31,0 1 5-31,-1-5-2 0,2 2 3 0,-2-3-5 16,1 1 4-16,-1 1 0 0,0-3-1 0,0 2-2 16,0-4 1-16,0 3 2 0,0-2 2 0,0-3 0 15,1 9-3-15,1-7-5 0,-2-2-25 0,0 3-27 0,0-3-50 0,0 0-47 16,1 8-191-16,-1-8-373 0,-4 1 164 16</inkml:trace>
  <inkml:trace contextRef="#ctx0" brushRef="#br0" timeOffset="125717.65">12888 16770 117 0,'12'-1'121'16,"8"1"-2"-16,0-2-12 0,12-3-6 0,0 3-5 15,4-2-2-15,1 0-13 0,0 2 2 0,15-4-7 16,-2 1 2-16,3 2-8 0,0-5-1 0,5 3-3 15,-2 0-5-15,3 0-6 16,2-3-4-16,2 2-5 0,-1 0-8 0,6 0 4 16,21-1-7-16,-27 0-8 0,-1 4 2 0,0-2-2 15,3 1 3-15,27-4-6 0,-31 4 3 0,0-1-1 16,4-1-1-16,-3 2 2 0,7-1-8 0,-4 0 0 16,-3 5 4-16,-2-4-9 0,-3 3 4 15,1-1-6-15,-1 1 1 0,-3-3-3 0,2 3 1 0,-1-2 1 16,0 0 8-16,-2-2 0 0,-1 5 2 0,4-5 3 0,-1 4 3 15,2-5-3-15,0 1 4 0,-2 1-4 0,0 3-3 16,1-4 2-16,-2 2-6 0,5 2 2 0,-3-4-5 16,-3 3 1-16,3-3-2 0,-4 4-2 0,0-1-1 15,-12 2 1-15,13-3 1 0,-14 3-2 0,1-2-5 16,-2 2 1-16,3-3-2 0,13 1 4 0,1 0-2 16,-3 2 0-16,-13-2-3 15,13 0 1-15,-14 1-4 0,16-4 5 0,-15 3-5 16,-2 0 1-16,2-2 1 0,-1 3-1 0,0-4 2 15,3 4 4-15,-3-3-1 0,0 2 3 0,-4-3 2 16,0 3 4-16,3-1 0 0,-4 1-1 0,0-1 3 16,-3 1-5-16,2 2 1 0,-3-5-5 0,0 3 1 15,3-1 0-15,-9 2 7 0,-2-1-11 0,8 0 1 16,-5 0-2-16,-2-2 1 0,-1 2-2 0,3 0 1 0,-4 2 0 16,2 0 2-16,-7-2-3 0,0 0 5 0,0 2-1 15,-1-3 3-15,-3 1-3 0,3 0-3 0,-3 0 0 16,-1 1 1-16,-3-1 1 0,2 1-3 0,-2-1 4 15,1 1-2-15,2 1-4 0,1-1 2 0,-2 1-2 16,3-3 1-16,-1 3-2 0,3 0 0 0,-3-4 0 16,-2 4 1-16,5 2-2 0,-3-4 2 0,0 0-1 0,-1 2 3 0,0 0 1 15,-1 0 2-15,2-3 3 0,-2 3-2 0,-1-3 0 16,1 3 3-16,0-2-2 0,-1 2 0 0,1 0-1 16,-2 0 1-16,2-2 1 0,3 1-3 0,-4 0 3 15,2 1 1-15,-3 0-1 0,2-1 2 0,-2 1 4 16,-6 0 5-16,8-3 3 0,-3 1 8 0,-5 2-3 31,4-1 4-31,-4 1-1 0,0 0-3 0,0 0-1 0,11 0-3 16,-11 0 0-16,0 0-7 0,0 0 2 0,4-1-4 15,-4 1 1-15,0 0-5 0,0 0 5 0,0 0-9 16,0 0 1-16,0 0-10 0,0 0 9 0,9-1-2 16,-9 1-2-16,0 0 2 0,0 0-1 0,0 0-2 15,0 0-1-15,0 0 0 0,0 0 5 0,0 0-5 16,0 0 1-16,0 0-1 0,0 0-1 0,0 0 1 0,0 0 0 0,0 0 0 15,0 0-1-15,0 0-9 0,0 0 11 0,0 0-1 16,0 0-9-16,0 0 9 0,0 0-2 16,0 0 2-16,0 0-3 0,0 0 5 0,0 0-3 15,0 0-9-15,0 0 13 0,0 0-1 0,0 0-1 0,0 0-4 16,0 0 4-16,0 0-3 0,0 0 2 0,0 0-2 16,0 0 3-1,0 0-4-15,0 0 1 0,0 0-3 0,0 0 4 16,0 0-6-16,0 0-1 0,0 0-4 0,0 0 2 0,0 0 0 15,0 0-7-15,0 0 13 0,0 0-6 16,0 0 2-16,0 0 3 0,0 0-3 0,0 0 2 16,0 0 0-16,0 0 1 0,0 0 1 0,0 0-1 15,0 0 0-15,0 0-1 0,0 0 2 0,0 0-3 0,0 0 2 16,0 0 1-16,0 0 2 0,0 0 3 0,0 0-3 0,0 0-1 16,0 0 2-16,0 0 1 0,0 0 7 0,0 0 7 15,0 0 8-15,0 0 20 0,0 0 18 16,0 0 16-16,0 0-11 0,0-8-21 0,0 2-25 15,0-6-26-15,0 2-28 0,2-4-29 0,0-4-35 16,-1 1-37-16,-1-1-62 0,3-2-80 0,-9-9-200 16,4 6-513-16,-3-4 227 15</inkml:trace>
  <inkml:trace contextRef="#ctx0" brushRef="#br0" timeOffset="132596.57">18545 5224 140 0,'-8'-4'196'16,"4"3"-7"-16,4 1-14 0,0 0-9 0,0 0-11 15,-7-1-11-15,7 1-14 0,0 0-11 0,0 0-13 0,0 0-10 32,0 0-10-32,0 0-8 0,-8-2-10 0,8 2-7 0,0 0-7 0,0 0-4 0,0 0-6 0,0 0-8 15,0 0 0-15,0 0-3 0,0 0-6 0,0 0-3 31,0 0 0-31,0 0-5 0,0 0 9 0,0 0-1 16,-8 0 7-16,8 0 3 0,0 0-1 0,0 0 11 0,0 0-4 16,0 0 4-16,0 0 5 0,0 0-3 0,0 0-9 15,0 0 10-15,0 0-11 0,0 0-2 0,0 0-4 0,0 0 0 16,-5 3-4-16,5-3-2 0,0 0-1 0,0 0 5 16,0 0 4-16,0 0 5 0,0 0-8 15,0 0-2-15,0 0-4 0,0 0-3 0,22-3-1 16,7-2 0-16,3 1-5 0,28-4 0 0,30-4-2 15,4 2-1-15,10 0 0 0,-1-2 4 0,2 3 2 0,-2 4 1 0,-8-2-5 16,-3-3 5-16,-27 7 4 0,-3 0-8 0,-4-3-4 16,1 3 24-16,-18 1-5 0,-4-1-1 0,-2 2 0 15,-5-2-3-15,-8 2-3 0,-5-1-3 0,-3 1-7 16,-3 1 0-16,-4-1-2 0,1 1 3 0,-3 0-4 16,1 0-1-16,-6 0 0 0,7 0 1 0,-7 0 3 15,8 0-3-15,-8 0-6 16,0 0-12-16,6 0-2 0,-6 0-17 0,0 0-11 15,0 0-16-15,4-3-22 0,-4 3-21 0,0 0-23 16,0 0-33-16,0 0-22 0,0 0-8 0,0 0-36 16,0 0-228-16,0 0-482 0,0 0 214 0</inkml:trace>
  <inkml:trace contextRef="#ctx0" brushRef="#br0" timeOffset="133013.24">19811 4867 239 0,'0'0'292'15,"-3"-4"-13"-15,3 4-6 0,0 0-19 0,0 0-18 0,-3-6-13 16,3 6-23-16,0 0-19 0,0 0-17 0,0 0-19 16,0 0-15-16,-2-2-12 0,2 2-14 0,0 0-12 0,0 0-8 15,0 0-10-15,16 10-9 0,-6-7-3 0,5 4-9 16,3 2-5-16,14 2-2 0,-4 2-4 0,3-1-10 16,1 1-3-16,1 1 1 0,3 2 3 0,-2-1-1 0,-4 2-2 15,-1-2-1-15,-6 4-5 0,3-4-2 16,-11-3-7-16,-2 1-1 0,-3 0-4 0,-5 0-6 15,-5-1 1-15,-5 5-2 0,-8 0 4 0,-12 1-2 0,-7 0 3 0,-16 4 0 16,-4-1-5-16,-2-3 3 0,-2 1-3 0,2 0 3 16,-4 1-4-16,3-3-25 0,2-1-24 0,1 1-35 15,16-4-45-15,0-1-63 0,3 2-87 0,4-3-226 16,7-5-546-16,12-4 242 0</inkml:trace>
  <inkml:trace contextRef="#ctx0" brushRef="#br0" timeOffset="134570.01">21338 4809 147 0,'0'0'245'16,"0"0"-18"-16,-4-2-18 0,4 2-18 0,0 0-23 0,0 0-11 0,0 0-15 15,0 0-9-15,0 0-19 0,0 0-9 0,-6-2 8 16,6 2-15-16,0 0-8 0,0 0-11 0,0 0-8 15,0 0-6-15,16 0-6 0,-4 0-9 0,1 0 0 16,3-1-9-16,5 2-3 0,0-4-6 0,9 5-2 16,-1-1-4-16,2-1 0 0,1 2-4 0,1 0-3 15,-4-2-2 1,3 3-3-16,-1 2-2 0,-9-1-1 0,-3 0 0 16,0 2-3-16,0 1-1 0,-9 0-8 0,2 0 1 0,-2-2-3 15,-5 6-4-15,0 1 1 0,-5-2 6 0,-5 4-6 16,-6 2 2-16,-2-1 3 0,-11 3 0 15,-3 0 1-15,0 2-3 0,0-5 1 0,-1 1 1 16,-1-1-1-16,-1 0 2 0,4-3 0 0,-4 2 0 16,1-1 2-16,3-1-1 0,7-4 2 0,2 1-1 0,2-3 2 0,-2 2-4 15,6-1 0-15,1-3 3 0,1 1-1 0,2 0 3 16,1-2-4-16,0-1 1 0,2 2-2 0,-1-1 0 16,2-2 2-16,3-1-1 0,-5 2 4 0,5-2-4 15,0 0 2-15,-6 3 0 0,6-3 12 0,0 0 13 16,-4 3 7-16,4-3 7 0,0 0 3 0,0 0 4 15,0 0 9-15,-4 1-9 16,4-1 1-16,0 0 3 0,0 0-9 0,0 0-3 16,-4 2-5-16,4-2 0 0,0 0 0 0,0 0-12 0,0 0 3 15,0 0-7-15,0 0-2 0,0 0-3 0,0 0 1 16,0 0-2-16,0 0-3 0,0 0-2 0,0 0-4 16,0 0 6-16,0 0-7 0,0 0 3 0,0 0 0 15,0 0-3-15,0 0-3 0,0 0-1 0,0 0 3 16,0 0-1-16,0 0-5 0,0 0 4 0,0 0-3 0,0 0 1 15,0 0 1-15,0 0-1 0,0 0 2 0,0 0-2 16,0 0 0-16,0 0-2 0,0 0 3 0,-4 2-3 16,4-2 5-16,0 0-5 0,0 0 2 0,0 0 1 15,0 0-1-15,0 0 1 0,0 0 1 0,0 0 2 16,0 0 4-16,0 0 15 0,17 3 1 0,-4-5 5 16,10 2 6-16,11-1 0 0,5-3 4 0,18 1-2 0,2 2 5 15,0-2-1-15,2 0 7 0,-2 3-10 0,-4-3 6 16,-5 1 1-16,-11-1-15 0,-3 2-2 0,-4 1-2 15,-4 0-4 1,-11 0-5-16,-2 0-1 0,-4 0-2 0,-4 0 3 0,2-1-8 16,-9 1 9-16,13 0 10 0,-13 0 9 15,9 0-1-15,-9 0 18 0,8-2-13 0,-8 2-3 16,0 0-9-16,0 0 5 0,11-1-24 0,-11 1 16 0,0 0-7 16,0 0-1-16,0 0-7 0,0 0-6 0,0 0-2 15,0 0-2-15,0 0 0 0,0 0-11 0,6 3-12 16,-6-3 10-16,0 0-3 0,0 0-1 0,0 0-7 15,0 0 1-15,0 0 0 0,0 0 6 0,0 0-11 16,0 0 12-16,0 0-3 0,0 0 1 0,0 0-5 16,0 0 12-16,0 0 2 0,0 0 2 0,0 0-2 0,0 0 10 0,0 0-5 15,0 0 0-15,0 0 1 0,0 0 5 0,0 0 4 16,0 0-21-16,0 0 11 0,0 0 1 0,0 0-1 16,0 0-7-16,0 0 0 0,0 0 0 0,0 0-6 15,0 0-4-15,0 0-2 0,0 0-7 0,0 0 1 16,0 0-10-16,0 0-1 0,0 0 4 0,0 0 2 15,0 0-1-15,0 0 4 16,0 0 7-16,9-2-7 0,-9 2 7 16,0 0 4-16,0 0-2 0,0 0 9 0,0 0-7 15,0 0-5-15,0 0-5 0,0 0-4 0,0 0-1 16,0 0 2-16,0 0 0 0,0 0-1 0,0 0-4 0,0 0 3 16,0 0-4-16,0 0 4 0,0 0-5 0,0 0-4 15,0 0-3-15,0 0-7 0,0 0-6 0,0 0-8 16,0 0-5-16,0 0-8 0,0 0-11 0,0 0-5 0,0 0-9 15,0 0-27-15,0 0-21 0,0 0-41 0,0 0-171 16,-22-5-397-16,16 0 175 0</inkml:trace>
  <inkml:trace contextRef="#ctx0" brushRef="#br0" timeOffset="135059.46">21822 4630 123 0,'0'0'252'0,"0"-5"-14"0,0 5-17 15,2-2-22-15,-2 2-25 0,0 0-19 0,2-3-20 16,-2 3-12-16,0 0-14 0,-4 13-9 0,-5 4-9 16,-3 6-10-16,-15 19-5 0,-4 2-6 0,-3 4-4 15,-5 1-3-15,-18 20-6 0,17-20-4 0,-1-3-4 16,2-3-3-16,3-2-2 0,3 1-4 0,8-14-3 15,-4 14-5-15,7-13 3 16,4 1-1-16,-1 2-5 0,4-7 0 0,-2-4-3 16,7-5-3-16,0-2-1 0,2-2 1 0,3-4 0 15,1-2-7-15,-1-1 4 0,0 1-1 0,2-2 0 16,1-2 2-16,-2 3 0 0,4-5-3 16,-8 2-16-16,8-2-43 0,0 0-24 0,-9-9-25 0,6 1-28 15,1-1-17-15,4-3-17 0,-2-2-20 0,3-3-38 0,1 1-129 16,-3-3-366-16,5 0 161 0</inkml:trace>
  <inkml:trace contextRef="#ctx0" brushRef="#br0" timeOffset="135317.87">21296 4953 199 0,'5'-25'222'15,"-1"8"5"-15,1-2-1 0,-3 4-3 0,1 5-9 16,3-2-8-16,-1 4-19 0,3 0-19 0,-3 4-21 16,2 0-13-1,3 3-18-15,1 5-15 0,6 3-7 0,6 7 8 16,1 3-7-16,3 6-9 0,-3 1-1 0,16 10 3 15,-5 1-7-15,2 0 4 0,2 0-12 0,-3-1-10 16,-8-6-2-16,8 4 6 0,-8-7-11 0,6 9-10 0,-7-10-1 16,-4-2 4-16,-1 2-12 0,-2-1 3 0,1-3-9 15,-11-8 10-15,-1-2-18 0,1-3 4 0,-2 3-9 16,1-7 2-16,-6 2-5 0,0-1 6 0,1-1 1 0,-4-3 2 16,5 5 2-16,-2-2 2 0,-3-3-2 0,0 0 4 15,0 0-7-15,0 0-23 0,0 0-30 0,0 0-36 16,0 0-41-16,0 0-56 0,0 0-89 0,-3-16-312 15,3 16-610-15,3-16 270 0</inkml:trace>
  <inkml:trace contextRef="#ctx0" brushRef="#br0" timeOffset="136158.15">23911 4587 2 0,'2'-5'313'0,"-1"0"-22"0,-1 0-9 0,1 1-13 15,-1 4-17-15,0-4-23 0,0 4-24 0,2-6-27 16,-2 6-23-16,0 0-19 0,0 0-16 0,0 0-18 0,-11 16-11 0,3-1-11 16,-4 9-4-16,-2 4-6 0,-7 2-7 0,-2 12-10 15,-1 1 1-15,1 1-9 0,-2-5-3 16,5-6 0-16,4-1-8 0,-1-1-4 0,1-3 6 15,3 0-9-15,0-4-4 0,0-2-2 0,7-6-5 0,-2-1 5 16,-1-5-3-16,4 0-2 0,0-1-4 0,1-2-12 16,3-2-3-16,-2 0-3 0,-1 2 1 0,2-7 6 0,2 4 3 15,-4-1 2-15,4-3-6 0,0 0-25 0,0 0-6 0,-7-14-9 16,7 4 5-16,2 1-9 0,2-8-4 16,-1-3-13-16,4-6-6 0,2-4-2 0,4-3-1 15,-2-1 8-15,9-12 1 0,-4-1 9 0,-2 14 5 16,5-10 19-16,-3 9 22 0,-4 4 21 0,1 1 24 0,1 3 21 15,-3 2 14 1,-2 0 27-16,-2 9 5 0,-2 2 11 0,-1 3 1 16,1 2 6-16,-1 2-17 0,-3 1-11 0,2 1-16 15,-2 0-15-15,2 1-16 0,-3 3-3 0,0 0 9 0,0 0-18 0,11 16-8 16,-7 1-10-16,0 5 7 0,1 5-4 0,1 5 1 16,2 1 8-16,-4 0-15 0,5 14-1 0,-3-14-4 15,3 1 9-15,-1-2 4 0,0 3-11 0,0-3 0 16,0-3 4-16,-2-4-4 0,1 1-6 0,-3-8 7 15,0-1-6-15,1-2 1 0,-3-3 2 0,-1-3 1 16,2 2-7 0,0-5 1-16,-2 1-9 0,-1-2-7 0,1 0-5 0,0-2-7 0,1 1-7 0,-1 0-1 0,-1-4-12 31,0 4-10-31,0-4-13 0,0 0-15 0,0 0-29 16,0 0-29-16,0 0-45 0,-13-3-52 0,13 3-66 15,-15-9-198-15,7 4-542 0,0-2 240 0</inkml:trace>
  <inkml:trace contextRef="#ctx0" brushRef="#br0" timeOffset="136459.31">23603 4985 84 0,'-7'1'285'0,"-1"1"9"16,4-2-20-16,4 0-14 0,-10 0-11 15,6 3-16-15,4-3-15 0,0 0-16 0,0 0-22 16,0 0-16-16,0 0-8 0,0 0-26 0,31-6-14 0,1 4-10 16,1-3-14-1,3 1-7-15,14-3-6 0,-11-1-10 0,11 2-2 16,-9-1-10-16,-3 3-5 0,-3 0-5 0,-2 1-10 16,-12 1-2-16,-1-1 0 0,-8 1 3 15,-1-1 3-15,-1 3 6 0,-2-1 15 0,-3 0-16 0,0 1 3 16,-5 0-23-16,9-3-2 0,-9 3-19 0,0 0-33 15,0 0-25-15,0 0-25 0,0 0-21 0,0 0-25 16,0 0-23-16,-28 3-30 0,19-2-26 0,5-1-34 0,-5 1-230 16,2-1-505-16,7 0 223 0</inkml:trace>
  <inkml:trace contextRef="#ctx0" brushRef="#br0" timeOffset="136990.51">23978 4291 177 0,'-10'-7'214'0,"-4"-3"-25"15,2 3-12-15,-3-2-15 0,-2 4-16 0,-2 0-12 16,0 1-10-16,1 3-10 0,-4 3-17 0,2 1-7 16,-9 2-6-16,-3 3-7 0,1 3-3 15,-5 5-8-15,-13 5 0 0,2 7 3 0,-4 6-1 0,3 2-2 16,-24 20-3-16,11 7-2 0,2-3 8 0,21-12 4 0,-15 20-5 16,7 3-12-16,17-20-2 0,1-3 15 0,3 3-2 15,6-3-8-15,4-1 6 0,5-1-4 0,3-13 1 16,7 1 0-16,3 2 2 0,3-4 1 0,5 1 4 15,6-4 7-15,14 8 2 0,-2-9 10 0,16-1 4 16,9 0-1-16,8-7 4 0,2-6 6 0,27 2 0 16,0-5 4-16,1-10 4 15,-3-2 6-15,5-7-2 0,-1-4 6 0,-2-5-3 16,2 4 0-16,-29 0-6 0,21-14-3 0,-22 3-4 16,-4 1-2-16,-3-6-5 0,-2-4-1 0,-1 0-5 15,-5-9-13-15,-6-4-9 0,8-21-10 0,-24 19-11 16,-3-7-10-16,-10-4-16 0,0-22-11 0,-16 24-9 15,-12-1-12-15,-16-21-1 0,-1 32-1 0,-11 1-5 16,-27-5-16-16,-15 10-27 0,-13 9-32 0,-13 12-57 0,-8 11-56 0,-8 5-47 16,-8 15-42-16,-7 2-77 0,-9 8-345 0,4 4-776 15,4-1 343-15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3:46:07.75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4227 1795 76 0,'0'0'152'0,"0"0"3"0,0-4-16 0,0 4-14 15,0 0-9-15,0 0-5 0,0 0-8 0,0 0-8 16,0 0-1-16,0 0-6 0,0 0-1 0,0 0-2 15,0 0 9-15,0 0-3 0,0 0 4 16,0 0 6-16,0 0-2 16,0 0 6-16,0 0-5 0,-4-4-12 0,4 4 1 15,0 0-9-15,0 0-9 0,1-5-5 0,-1 5-2 16,0-5 4-16,1 2-2 0,-1 3-3 0,0 0-5 16,-1-6-1-16,1 6 1 0,-1-5-4 0,1 5 1 15,1-5-3-15,-1 5-9 0,0 0 2 0,1-3-9 16,-1 3-9-16,0 0 1 0,0 0-13 0,0 0-11 15,0 0-28-15,0 0-1 0,0 0 1 0,3 12 2 0,-2 2 4 0,-1 6-2 16,-4 7 5-16,3 4 4 0,-2 1-3 16,-2 18 5-16,-2-3 0 0,-1-1 2 0,0 5 5 0,3-1 1 15,1-4 0-15,4 0 2 0,-2-12-4 16,0 2 0-16,2-2 4 0,-1-5-4 0,1 0 4 16,-1-4 3-16,0-6-4 0,1-3-3 0,0-8 5 15,0 4-1-15,0-6 1 0,0 0-1 0,-2 0 12 0,4-1 16 0,-2-5 16 16,-2 6 16-16,2-6 16 0,0 0 12 0,-5 7 13 15,5-7 3-15,0 0 10 0,0 0-2 0,0 0-8 16,0 0-12-16,0 0-10 0,0 0-14 0,0 0-15 16,0 0-21-16,-2-24-20 0,1 15-18 0,-1-1-18 15,1-2-22-15,0-5-11 0,-1-3-16 0,2-7-5 16,-1 0-11 0,-1-5-3-16,2-13 0 0,0-5 0 0,1 16-12 15,-1-19-11-15,1-1 3 0,2-3-6 0,-1-1 13 16,0-4 9-16,0 7 12 0,-1 2 19 0,2 2 22 15,-3 1 27-15,-1 15 28 0,-3 0 33 0,-1 5 20 16,1 4 21-16,-1-1 0 0,1 8 22 0,0-1-6 16,-1 4-6-16,2 2-6 0,3 5 4 0,-6-3-7 15,6 3 3-15,0 2-17 0,-1 1-11 0,1 1-1 0,0 5-19 0,-3-6-10 16,3 1-25-16,0 5-22 0,0 0-30 0,0 0-10 16,0 0-10-16,0 0 5 0,22 10-2 0,-12 2 1 15,10 5 0-15,1 7 6 0,1 0 0 16,1 0 10-16,0 1 1 0,0 3 7 0,-3-3 5 15,-2 4 0-15,0-3 4 0,-1 3 3 0,-5-4 3 16,-2-1 3-16,-6 2-2 16,-1-1 6-16,-8-1 3 0,-1 2 2 0,-3-9 2 15,-8 5 12-15,-1-1 3 0,-2-3 12 0,-1-1 6 16,-7-2 4-16,1 1 5 0,2-2-3 0,-1-4 4 16,1 0-4-16,7-3 2 0,-3 0-4 0,2 1-1 15,5-2-2-15,0 0-8 0,5-3-1 0,0 1 0 16,1-1-9-16,2-2-18 0,1 2-17 0,5-3-14 15,-7 5-19-15,7-5-17 0,-1 5-29 0,1-5-23 0,1 8-34 0,-1-8-65 16,6 8-237-16,-6-8-502 0,7 8 222 0</inkml:trace>
  <inkml:trace contextRef="#ctx0" brushRef="#br0" timeOffset="399.92">4423 2112 94 0,'0'0'336'0,"0"0"-38"0,-4 7-30 15,4-7-37-15,0 0-17 0,0 0-31 0,3 4-19 16,1-1-17 0,-4-3-17-16,9 9-12 0,-3-6-12 0,3 7-12 15,0-1-8-15,3 4-7 0,-1 1-6 0,3 10-8 16,0-5-3-16,-5 0-4 0,0 4-4 0,-1-1-7 15,1-3-1-15,-7 1-6 0,2-2-2 0,0-2-3 16,-4 0 0-16,0-4 9 0,0-1-7 0,0-5 10 16,0 4-8-16,0-8 11 0,0-2 30 0,0 10 38 15,0-10 46-15,-1 4 38 0,1-4 38 0,0 0 19 0,0 0 0 16,0 0-23-16,0 0-27 0,0 0-17 0,5-29-16 0,-4 17-22 16,7-13-16-16,-2 7-18 0,2-7-13 0,2 1-14 15,-1 5-13-15,1-5-8 0,-2 7-11 16,3 2-13-16,0 1-17 0,-1-1-19 0,-2 8-21 15,-1-3-31-15,0 1-27 0,-1 4-43 0,3-3-42 16,-2 4-48-16,1 2-40 16,0 1-41-16,2-1-39 0,-10 2-48 0,18 3-40 15,-9-1-288-15,-3 1-754 0,3 2 334 0</inkml:trace>
  <inkml:trace contextRef="#ctx0" brushRef="#br0" timeOffset="800.41">5097 2162 236 0,'0'0'396'15,"-3"-10"-15"-15,3 10-24 0,0 0-18 0,0 0-35 16,0 0-34-16,0 0-28 0,0 0-31 0,0 0-29 16,0 0-14-16,0 0-18 0,0 0-17 0,0 0-21 15,-18 12-6-15,13-1-13 0,-1-1-6 0,-3 6-9 0,0 1-6 0,1 1-7 16,1 5-13-16,0-3 1 0,0-1-5 0,1 0 0 15,3-1-8-15,-1-1-6 0,1 0 5 0,3-5-13 16,-1-1-6-16,2 0 13 0,-1-3-22 16,4 1 9-16,-1-5 8 0,2 3 0 0,-1-3 8 15,3-4-3-15,3 0 5 0,-1-4 2 0,3-3 2 16,3 2 4-16,-2-7 12 16,-2 6 10-16,2-8 8 0,-1 0-5 0,-3 0-11 15,1-2-2-15,-3-2-1 0,0 0-7 0,-2-1-6 16,-1-5-6-16,0 2-1 0,-3 3-4 0,-1 2-2 15,4 0-1-15,-8 2 3 0,-1 3-6 0,2 1 0 16,0 2-12-16,0 0-12 0,-4 4-8 0,1-2-29 16,1 6-30-16,-3-3-31 0,-2 0-51 0,10 4-25 15,-19 4-24-15,9 1-27 0,-2 2-42 0,2 0-28 0,2 3-45 16,1-3-278-16,3 1-666 0,0 1 295 0</inkml:trace>
  <inkml:trace contextRef="#ctx0" brushRef="#br0" timeOffset="1218.09">5342 2196 177 0,'7'-5'405'0,"-7"5"-23"0,0 0-32 0,6-5-38 16,-6 5-35-16,0 0-32 0,0 0-24 0,0 0-21 15,0 0-30-15,0 0-22 0,0 0-14 0,14 10 1 16,-9-1-25-16,0-1-15 0,0 9-5 0,3-3-6 15,-3 3-11-15,3 4-7 0,-6-2-12 0,5 0 0 0,-1-1-2 16,-2 0-5-16,1-1-3 0,-1-1-7 0,-3-3 2 16,3-4-11-16,-1 1 0 0,-1-3 2 0,-1 0-7 15,1-4 6-15,-1 1 33 0,-1 3 46 0,0-7 56 16,0 0 52-16,0 0 45 0,0 0 29 16,0 0-22-16,0 0-22 0,18-11-31 0,-9-1-16 15,1 0-26-15,0-5-21 0,3-4-10 0,4-4-11 0,-3 0-16 0,0-1-10 16,-3 2-4-16,-1 7 19 0,-1 0 0 0,-1 0-3 15,0 6-4-15,-2 0 0 0,-1 4-6 0,-1-3-9 16,0 5-8-16,-3 1-9 0,-1 4-11 0,5-8-10 16,-1 3-45-16,-4 5-15 0,5-5 0 0,-5 5 0 15,0 0 0-15,4-4 0 0,-4 4-48 0,0 0-79 16,0 0-44-16,0 0-54 16,0 0-42-16,0 0-61 0,0 0-60 0,0 0 19 15,0 0-17-15,0 0-35 0,8 14-64 0,-7-9-345 16,3 1-898-16,0 0 397 0</inkml:trace>
  <inkml:trace contextRef="#ctx0" brushRef="#br0" timeOffset="1768.97">5892 2335 299 0,'0'0'304'16,"-3"6"-20"-16,3-6-14 0,0 0-14 0,0 0-17 16,0 0-16-16,0 0-17 0,0 0-15 0,0 0-19 15,0 0-13-15,24-14-19 0,-16 9-2 16,2-3-9-16,2 1-2 0,1-3 2 0,3-2-5 0,-2-2-2 15,1 4-7-15,0-4-1 0,2-6-2 0,-5 6-8 0,3-3-1 16,-6 2-7-16,0-2-2 0,3 4-5 0,-6-1 10 16,2-2 7-16,-4 4 6 0,-2 2 4 0,1-2-6 15,-3 5-6-15,0-1-6 0,-2 0-16 0,-1 4-11 16,-5-3-10-16,0 6-10 0,-6-3-11 0,3 4-4 16,-10 4-7-16,3 1-6 0,-9 6-3 0,-1 1 0 15,0 0-5-15,5 5-3 0,0 4-6 0,0 2-1 0,4 4 4 0,1-1-4 16,8 0 2-16,-2 1-3 0,6 1-5 0,6-3-3 15,1-6-2-15,7 1 0 0,5 1 6 0,5-2-3 32,-3-6 9-32,13 1-1 0,2-6 0 0,4 1 5 15,8-6 7-15,8-1 4 0,4-1 2 0,-2-4 4 16,-14 2-1-16,0-3 3 0,1-1-3 0,-7 1 2 16,-4 1 9-16,-10 2 11 0,-4 0 12 0,-4-2 10 0,1 1 13 15,-4 1 10-15,-7 1 3 0,12-4-4 0,-12 4-5 16,7-2-14-16,-7 2-15 0,0 0-27 0,9-1-40 15,-9 1-67-15,0 0-65 0,0 0-73 0,0 0-68 0,-10 14-60 16,1-11-81-16,0 6-431 0,-1-3-926 0,0-1 410 16</inkml:trace>
  <inkml:trace contextRef="#ctx0" brushRef="#br0" timeOffset="2816.7">7637 1791 123 0,'0'0'164'0,"4"-5"-9"0,-4 5 4 16,1-4 5-16,0 2 5 0,-1 2 1 16,2-7 4-16,-2 7-2 0,0-6 7 0,1 2 1 15,-1 4 13-15,1-5-7 0,-1 2 4 0,0 3-8 0,0-4-7 0,0 4-8 31,2-5-10-31,-2 5-19 0,0-5-12 0,0 5 0 16,0 0-27-16,0 0-13 0,0 0-16 0,0 0-31 16,0 0-32-16,0 0-8 0,0 0-6 0,2 15 1 0,-2-3-3 15,-1 14 5-15,0 0 5 0,-1 9 1 16,0-1-2-16,-3 12 2 0,-2 0 0 0,4-10-2 16,0 14 4-16,3-15 6 0,-3 10-1 0,3-11-4 0,3-1-3 0,-3-3 2 15,4-3-1-15,-2 3 2 0,1-6 1 16,-2 2-3-16,2-12 3 0,-2 2 1 0,0-6-3 15,0 0 2-15,-1-5-4 0,2 3 4 0,-2-2 4 16,0-2-1-16,-2 3-3 0,4-5 1 0,-2-2 1 0,1 5-6 16,-1-5 10-16,0 0-1 0,-1 4-8 0,1-4-12 15,0 0-16-15,0 0-54 0,0 0-42 0,0 0-38 0,0 0-50 16,-12-16-48-16,9 9-247 0,-1-6-545 0,0-4 241 16</inkml:trace>
  <inkml:trace contextRef="#ctx0" brushRef="#br0" timeOffset="3218.52">7571 1613 156 0,'-4'-5'277'0,"0"2"-9"0,4-1-21 15,-3 1-24-15,2-1-22 0,1 4-22 0,-1-5-16 0,1 5-20 0,-4-3-15 16,4 3-19-16,0 0-4 0,0 0-15 0,0 0-11 16,18 2-2-16,-9-1-13 0,4 3-3 15,4 4-10-15,3-2-7 0,5 4-2 0,1 1-2 16,-1 5-6-16,2-1-6 0,-4 4 1 0,0-1-4 16,-1 0-4-16,-3 3 1 0,-6-5-7 0,-1 1 3 15,-2 0-4-15,-5 1-2 0,-1-1 4 0,-6-2-2 0,0 2 3 0,-6 0 6 16,-9 2 3-16,-3-1 9 0,-2-1 2 0,-5-1 14 15,3-2 0-15,-4-1 14 0,1-1-7 0,2-2 7 32,-5 0-8-32,7 0 8 0,4-4-18 0,-1 1-9 15,0-1-5-15,1-2-3 0,9 1-1 0,-3 0-5 16,4-2-10-16,3-1-10 0,-1 3-29 0,1-3-21 0,2 2-18 16,3 2-19-16,1-6-26 0,0 0-33 0,8 10-62 15,-3-6-89-15,3-1-174 0,3-2-505 0,0-1 223 16</inkml:trace>
  <inkml:trace contextRef="#ctx0" brushRef="#br0" timeOffset="4187.16">7868 2351 133 0,'-1'-5'288'31,"1"5"-14"-31,0-5-16 0,0 5-16 0,0 0-20 0,0-7-26 0,0 7-16 0,0 0-22 0,0 0-13 16,0 0-21-16,0 0-15 0,0 0-14 15,0 0-8-15,0 0-11 0,0 0-8 0,3 14-4 16,-3-3-11-16,0-2-4 0,0 3-7 16,0 5 1-16,0 2-4 0,0 0-5 0,0 1-2 15,-2 4-2-15,1-5-4 0,-1 0-4 16,0 0 2-16,1-1-4 0,-3 1 1 0,2-4-3 16,2 0-2-16,-4-4 0 0,4-1-2 0,-2-3 0 15,2-1 1-15,-1 0-4 0,1-1 28 0,-1-2 40 16,1-3 23-16,0 7 38 0,0-7 43 0,1 2 32 15,-1-2 9-15,0 0-26 0,0 0-16 0,9-16-22 0,-5 6-12 0,1-4-17 16,2-3-15-16,5-6-13 0,0-3-12 0,2 2-9 16,-3-3-9-16,7 3-8 0,-5 0-6 0,2 2-7 15,-7 7-8-15,1-1-2 0,-3 1-5 0,2 8-4 16,-4 2-6-16,-2-2-10 0,1 3-4 0,-2 0-11 16,2 3-26-16,-3 1-8 0,0 0-6 0,9 5 11 15,-4 4-1 1,1 0 3-16,1 7 0 0,-1 2 5 0,-2-1-3 15,1 1 10-15,4 1-1 0,-4 4 2 0,1-3 1 16,-2-3 8-16,3-1-4 0,-2-1 2 0,-2-3 2 16,0 2 1-16,1-6-16 0,-3 0-24 0,0-3-23 15,2 1-3-15,-2-1-4 0,-1-5 7 0,2 5-11 16,0-4-50-16,-2-1-64 0,0 0-54 0,0 0-49 16,5-12-58-16,-5 4-315 0,0-2-721 0,0 0 320 0</inkml:trace>
  <inkml:trace contextRef="#ctx0" brushRef="#br0" timeOffset="5089.1">8492 2109 175 0,'-9'4'234'0,"3"-2"-18"16,2-1-14-16,-4 1-21 0,8-2-11 0,-9 1-14 15,4 0-1-15,5-1-6 16,-5 0 2-16,5 0-6 0,-5 1-9 0,5-1-1 15,-4 2-3-15,4-2-5 0,0 0 1 0,0 0-12 16,0 0 0-16,0 0-9 0,0 0-6 0,0 0-6 16,0 0-13-16,0 0-6 0,-8 0 0 15,8 0-14-15,0 0-3 0,0 0 0 0,0 0-10 16,0 0-5-16,0 0-4 0,0 0-5 0,0 0 0 0,0 0-5 16,0 0 2-16,0 0 8 0,0 0-10 0,0 0 10 0,0 0-5 15,0 0 3-15,0 0 0 0,0 0 15 0,0 0-8 16,0 0-4-16,0 0-1 0,0 0-8 0,0 0 4 15,0 0-2-15,0 0 2 0,0 0-5 0,0 0-6 16,0 0 1-16,0 0-1 0,0 0-5 0,0 0-6 16,0 0 3-16,0 0-6 0,0 0-1 0,0 0-1 15,0 0-1-15,0 0-1 0,0 0 2 0,0 0 4 0,0 0-4 0,0 0-1 16,0 0-2-16,0 0-3 0,0 0 8 0,0 0-9 16,0 0 12-16,0 0-7 0,0 0 1 0,0 0-6 15,0 0 4-15,0 0-3 0,0 0-3 16,0 0-1-16,0 0 1 0,0 0 1 0,0 0-5 15,0 0 4-15,0 0-2 0,0 0 6 0,0 0-3 16,0 0 3-16,0 0-3 16,0 0-3-16,0 0 4 0,0 0-3 0,0 0-2 15,0 0-4-15,0 0 0 0,0 0 10 0,0 0 4 16,0 0-8-16,0 0 2 0,0 0-5 0,0 0 1 16,0 0 7-16,0 0-1 0,0 0-8 0,0 0 3 15,0 0 3-15,22-3-9 0,-8 1 8 0,6 2-8 16,-1-5 10-16,2 5 8 0,7-7-10 0,-1 3-2 15,-5 1 0-15,1 1 3 0,2-4 0 0,2 2 3 0,-6 1-2 16,-6 0-2-16,4-1 2 0,-7 4 1 0,-3-3-1 16,-2 2-3-16,0 0 2 0,-1-1 0 0,-2 1 4 0,-4 1-3 15,8 0-5-15,-8 0-7 0,0 0-5 0,7 0-7 16,-7 0-22-16,0 0-13 0,4-2-22 0,-4 2-22 16,0 0-25-16,0 0-30 0,0 0-35 0,0 0-22 15,0 0-43 1,0 0-36-16,-14 6-223 0,14-6-558 0,-5 1 248 15</inkml:trace>
  <inkml:trace contextRef="#ctx0" brushRef="#br0" timeOffset="5436.91">8971 1951 208 0,'0'-5'398'0,"0"5"7"0,0-7-30 0,0 4-19 15,0 3-32-15,1-5-30 0,-1 5-35 0,0 0-30 16,2-4-30-16,-2 4-17 0,0 0-27 0,0 0-23 16,0 0-11-16,0 0-15 0,5 12-14 0,-4-5-14 15,0 3-5 1,1 4-13-16,0 3 0 0,-1 1 0 0,5 1-14 16,-5 1-1-16,0 5-3 0,-1-5-2 0,3 6-7 15,-3-6 1-15,1 0-3 0,0-3-3 0,2 0-5 16,-1-1-1-16,0-7-1 0,-2 1-1 0,1-3 1 15,-1 1 0-15,0-1-5 0,-1-2 1 0,1-5 2 16,1 8 2-16,-1-3-6 0,0-5 1 0,0 0 2 16,1 6 5-16,-1-6 4 0,0 0 8 0,0 0-4 0,-1 3 0 15,1-3-6-15,0 0 4 0,0 0-15 0,0 0-27 16,0 0-51-16,0 0-56 0,0 0-43 0,0 0-54 0,1-17-59 16,2 7-73-16,-5-1-273 0,2 0-673 0,2-7 298 15</inkml:trace>
  <inkml:trace contextRef="#ctx0" brushRef="#br0" timeOffset="5675.49">9227 1801 140 0,'6'0'237'0,"-6"0"-27"0,4 5-11 15,1-2-11-15,1 7-11 16,2-1-11-16,2 5 8 0,3 3-13 15,4 5-12-15,-2 0-4 0,-1 6-10 0,0-5-6 16,-2 4-10-16,-5 4-6 0,1-2-10 0,-3-1-8 16,-4 2-12-16,-5 0-2 0,-3-1-7 0,-2 1-10 15,-8-4-5-15,1 2-19 0,-7-4-26 0,-4-2-33 0,-5 2-42 16,1-2-46-16,-2-4-56 0,1-2-43 0,-20 0-211 16,-1-3-451-16,1-4 199 0</inkml:trace>
  <inkml:trace contextRef="#ctx0" brushRef="#br0" timeOffset="6076.7">8630 1613 14 0,'-3'-5'282'0,"3"5"-32"0,0 0-28 0,-14 2-24 0,2 2-18 16,-4 4-18-16,-11 7-13 0,1 7-21 0,-8 11-9 15,-4 6-12 1,1 8-8-16,-21 18-2 0,15-18-13 0,9 4-3 16,-1 0-4-16,8 1-4 0,0 1-2 0,13-5-7 15,0-1-1-15,9-12 6 0,5 2 2 0,4-4 5 16,9-1 6-16,2-2 3 0,12-5-4 0,18 2-5 16,14-3-6-16,27-2-17 0,5-8-48 0,-27-8-60 15,27 3-91-15,-27-8-119 0,-3-7-189 0,-5 1-491 16,-2-11 216-16</inkml:trace>
  <inkml:trace contextRef="#ctx0" brushRef="#br0" timeOffset="6925.13">10312 2051 57 0,'0'0'218'16,"-11"1"-6"-16,11-1-15 0,-7-1-9 0,7 1-15 31,-5 1-11-31,5-1-20 0,0 0-7 0,-8 0-16 16,8 0-5-16,0 0-4 0,0 0-3 0,0 0-3 0,-5 3 1 0,5-3-4 16,0 0-9-16,0 0-3 0,0 0-6 0,0 0-2 15,0 0-7-15,0 0-3 16,0 0 0-16,0 0-2 0,20-3-9 0,-8 2-16 15,1 1 10-15,4 0-6 0,0-3 0 0,3 3-6 0,-3-2-4 0,5 2-6 0,-1-3 2 16,-1 1-11-16,-2 0 1 0,1 1-3 0,-4-1-2 16,0 1-4-16,-4 1 4 0,-1-1-6 0,1-2-1 15,-3 3-15-15,1 0-12 0,-4 0-28 0,-5 0-28 16,10 0-35-16,-10 0-31 0,5-1-71 0,-5 1-266 16,0 0-512-16,0 0 228 0</inkml:trace>
  <inkml:trace contextRef="#ctx0" brushRef="#br0" timeOffset="7258.86">10319 2270 208 0,'-1'1'249'16,"1"-1"-17"-16,-4 5-9 0,4-5-10 0,-2 3-14 16,2-3-7-16,0 0-18 0,0 0-9 0,0 0-16 15,15 0-14-15,4-3-11 0,9 1-10 0,0-1-10 16,8 3-10-16,1-3-10 0,0-4-12 16,1 2-5-16,2 0-6 0,-3 0-1 0,-2-2-10 0,-6 4-7 0,-2-1 4 31,-9 2-12-31,-5 2-5 0,-2-3-4 0,-2 1 2 0,0 1-5 15,-9 1-4-15,9-1-13 0,-9 1-12 0,0 0-21 16,10 0-27-16,-10 0-43 0,0 0-55 0,0 0-96 16,-27 9-193-16,13-6-477 0,3-1 211 15</inkml:trace>
  <inkml:trace contextRef="#ctx0" brushRef="#br0" timeOffset="10548.39">12108 2074 195 0,'-19'-1'213'0,"1"2"-1"16,4-2-11-16,4 0-1 0,0 1-11 0,2 0-14 0,2 0-16 15,6 0-14-15,-11-2-15 0,11 2-9 0,-8 2 4 16,8-2-17-16,0 0-3 0,-8-2-12 0,8 2-2 0,0 0-5 16,0 0-5-16,0 0-4 0,-8 2-1 15,8-2-3 1,0 0-5-16,0 0 0 0,0 0-8 0,-6-2 4 16,6 2-12-16,0 0 2 0,0 0-12 0,0 0-3 15,0 0-4-15,0 0-2 0,0 0-1 0,0 0-2 0,0 0-7 16,0 0-1-16,0 0-6 0,0 0 5 0,0 0-5 15,0 0 9-15,0 0-16 0,0 0 3 0,0 0-1 16,0 0 1-16,-4-2-2 0,4 2 8 0,0 0 7 16,0 0 5-16,0 0-4 0,0 0 3 0,0 0-4 15,0 0 3-15,0 0-6 0,0 0 14 0,0 0-16 16,0 0-1-16,0 0-4 0,0 0 0 0,0 0-7 0,0 0-3 16,0 0 7-16,0 0-4 0,0 0 1 0,0 0-4 15,0 0-2-15,0 0 2 0,0 0-3 0,0 0 2 16,0 0-4-16,0 0 3 0,0 0-2 0,0 0-2 15,0 0 0-15,0 0-2 0,0 0 0 0,0 0 2 16,0 0 1-16,0 0-3 0,0 0 8 0,0 0-2 16,0 0-2-16,0 0-2 15,0 0 1-15,0 0 0 0,0 0 4 0,19 4 3 16,0-4-1-16,3-3-7 0,11 1 14 0,-1-2-14 16,8 4 1-16,-2-3 2 0,3 1-4 0,-4 0 4 15,0-1-6-15,-4 1 7 0,-2-1 2 0,0 1-2 16,-12 2-2-16,-2-3 2 0,-2 2 4 0,-5 1-10 15,1-3 6-15,-4 2 3 0,-1 2 0 0,1-2-1 16,-2-1-2-16,-5 2 7 0,9-1-6 0,-9 1-4 0,3-1-11 16,-3 1-1-16,0 0-10 0,8 0-11 0,-8 0-29 15,0 0-26-15,0 0-28 0,5-3-30 0,-5 3-19 16,0 0-28-16,0 0-40 0,0 0-28 0,0 0-192 16,0 0-491-16,0 0 217 0</inkml:trace>
  <inkml:trace contextRef="#ctx0" brushRef="#br0" timeOffset="10902.59">12706 1867 329 0,'1'-4'354'0,"2"0"8"0,-3 0 3 0,1 0 0 0,-1 4-15 16,0-6-24-1,0 6-28-15,0 0-35 0,0-4-23 0,0 4-38 16,0 0-21-16,0 0-27 0,0-3-21 0,0 3-15 15,0 0-17-15,0 0-17 0,5 12-1 0,-6-4-11 16,4 3-10-16,1 1-20 0,2 3 7 0,-3 4-8 16,-1 0 5-16,3 0-10 0,2 7-6 0,-5-2 1 15,-1-3-7-15,3-2 4 0,0 6-1 0,-3-7-3 16,2-1-6-16,1 0 1 0,-1-2 4 0,0 1-7 0,-3-5-2 0,0-2 5 16,4 1-4-16,-4-3 2 0,1-1-5 0,-1 1-1 15,-1-3 5-15,1-4-2 0,1 8 5 0,-1-4-2 16,4-1 1-16,-4-3 3 0,0 0-6 15,0 0 4-15,0 0 5 0,1 5-5 0,-1-5-10 0,0 0-40 16,0 0-41-16,0 0-48 0,0 0-43 0,-1-15-41 16,1 7-58-1,0-1-74-15,1-3-329 0,-1-5-720 0,4 1 319 16</inkml:trace>
  <inkml:trace contextRef="#ctx0" brushRef="#br0" timeOffset="11165.76">13010 1673 1965 0,'3'-5'202'16,"-2"0"-35"-16,2 1-49 0,-3-1-42 0,1 1-22 15,-1 4-18-15,3-4-15 0,-3 4-10 0,0 0-1 0,10 7 1 16,0 2 13-16,4 5 9 0,1 11 10 0,2-3 0 16,3 8 11-16,-2 2-4 0,2 13 3 0,-4-12 2 15,-2 12-1-15,-5-9 0 0,-5 0-3 16,-4 9 1-16,-4-10-4 15,-1 2-1-15,-10 6 0 0,-2-11-5 0,-8 9-1 16,3-12-1-16,-13 3-6 0,-3 3 0 0,-6-6-23 16,-3-3-36-16,0-4-40 0,-5 1-51 0,-10 5-58 15,-25-7-71-15,-1-2-248 0,27-9-534 0,-6-6 237 16</inkml:trace>
  <inkml:trace contextRef="#ctx0" brushRef="#br0" timeOffset="11520.41">12034 1652 182 0,'0'0'168'0,"-15"7"-4"0,6 0-20 16,-12 12-5-16,0 5-10 0,-14 10-10 0,2 5-4 16,-3 7-2-16,2 3 3 0,-5 1-8 0,7 2-2 15,-11 20 3-15,16-24-11 0,8-4-5 0,4 1-6 16,9-11-2-16,5-3 5 0,2 1 3 15,7-3 1-15,6-2 0 0,13-1-1 0,15-2-3 16,12-2-6-16,35-2-18 0,8-11-27 0,6-2-53 0,4-10-72 0,0-6-89 16,-6-2-250-16,0-2-458 0,-10-3 203 0</inkml:trace>
  <inkml:trace contextRef="#ctx0" brushRef="#br0" timeOffset="12121.72">13449 1467 90 0,'-3'-4'357'16,"3"4"-15"-16,0-3-31 0,0 3-34 0,0 0-27 15,0 0-25-15,0 0-33 0,0 0-28 0,0 0-13 0,0 0-19 0,0 0-14 16,0 0-7-16,-4 12-20 0,4-2-7 0,-5 2-6 0,5 3-8 16,-4 2-19-16,-2 0 5 0,5 0-5 0,-6 2-4 15,3-2-3-15,2 0-5 0,-2-2-13 0,0-6 8 16,4 3-3-16,-2-3-15 0,2-4 14 0,-3 2-3 15,6-3 5-15,-6 1 25 0,6-1 19 0,-1-2 30 16,-2-2 21-16,0 0 11 0,4 0-16 0,-4 0-6 16,14-9-10-16,-1 1-7 0,1-2-9 0,1-3 3 15,-2 0 5-15,4 0-6 0,-3 0-5 0,2 1 5 16,-5 6-5-16,-2-2-2 0,-3 0-5 0,1 3-6 16,-1 2-12-1,-1 1-11-15,-1 0-15 0,0-1-7 0,-4 3-8 16,10 5-11-16,-3 2-2 0,1 3-11 0,2 4 0 15,4 7-11-15,-5 1-21 0,5 4-45 0,-1 0-72 0,-1 5-71 16,-5-2-108-16,1 4-108 0,-3-6-277 0,0-9-773 16,-2-3 342-16</inkml:trace>
  <inkml:trace contextRef="#ctx0" brushRef="#br0" timeOffset="13810.04">3080 4157 42 0,'0'-8'214'0,"-2"1"-9"16,2-3-1-16,0 0-4 0,2-1 2 0,-2 0-14 15,0-1-5-15,3 0-5 0,-3 2-9 0,0-2-8 0,0 3-4 0,-3-2-4 16,3 7-12-16,0-4-14 0,0 3-17 0,0 1-11 16,4 3-17-16,-4 1-30 0,0 0-23 0,0 0-3 15,0 0-4-15,-6 18-7 0,6 2 1 0,-4 9-1 16,0 5 0-16,-1 16 1 0,-1-1-5 0,-1-1-1 16,4 1 1-16,-4-1 1 0,2 1 0 0,5-3-1 15,-1-13 1-15,1 0-2 0,1-5 2 0,-1-1-3 0,1-8-1 0,3 0 9 16,-5-2-9-16,2-7 1 0,-1 1 1 15,0-3-1-15,0-1 3 0,0 0-1 0,0-4 3 16,0 2 14-16,0-1 10 0,0-4 12 0,0 3 0 16,0-3-4-16,0 0-34 0,0 0-21 0,-6-12-17 0,2 5-41 15,0-5-35-15,-5-3-35 0,0-4-47 0,5-6-50 16,-1-3-215 0,-3-4-487-16,3-3 215 0</inkml:trace>
  <inkml:trace contextRef="#ctx0" brushRef="#br0" timeOffset="14126.1">2954 3666 22 0,'-3'-5'222'0,"2"0"-24"16,-2 1-21-16,2 2-18 0,1 2-22 0,0-5-11 16,0 5-16-16,11-1-16 0,1 2-2 0,5 3-7 15,11 3-6-15,3 1-10 0,1 2-13 16,1 3 0-16,1 1-6 0,-1 6-9 0,-2 1-1 15,10 8-4-15,-14-4-8 16,-2 2-6-16,-3-1 0 0,-1 5 2 0,-5-2-1 16,-6 0-3-16,-2 0 5 0,-8 3 6 0,-5-1 5 15,-7-2 7-15,-3 1 10 0,-5-2 9 0,-5-2 9 16,-1-1 7-16,-4-4 6 0,2 3-3 0,1-4 0 16,-1-3 0-16,1-3-10 0,2 1-1 0,2-3-6 15,5-3-9-15,1-1-3 0,3-3-7 0,4 0-8 16,1 2-3-16,0 0-6 0,4-5-31 0,1 1-25 15,-1 1-9-15,2 0-19 0,2 2-6 0,2-2-25 0,3-2-27 0,4 2-64 16,1-2-257-16,5-2-470 0,4 0 209 0</inkml:trace>
  <inkml:trace contextRef="#ctx0" brushRef="#br0" timeOffset="14896.25">3694 4388 119 0,'1'-5'379'0,"-1"2"-41"0,2-1-30 0,-2 4-36 0,2-5-30 16,-2 5-34-16,0 0-24 0,0 0-13 0,0 0-22 16,0 0-15-16,-4 15-13 0,3-6-14 0,-3 2-7 15,-1 6-11-15,1-3-17 0,-4 6 0 0,7 6-5 16,-4 2-7-16,-2-3-9 0,6-6-14 0,1-1-6 15,-2-5-2-15,2 0-5 0,0-4-2 0,-3-1 0 16,3-1-1-16,0-5 9 16,-1 3 22-16,2-1 27 0,-1-4 25 0,3 6 17 15,-3-6-15-15,0 0-8 0,10-10-11 0,-5 1-10 16,7-5-7-16,-5 3 0 0,6-5-2 0,-4 1-11 16,7-5-8-16,0-2-5 0,-3 5-2 0,-3 3-10 15,0 2-14-15,2 0-3 0,-5 5 5 0,-2 2-3 16,1-1-6-16,0 2-2 0,0 3-1 0,-1-2-9 15,3 3-4-15,-8 0-4 0,17 4 0 0,-6-1-2 0,3 4-7 16,-2-2 11-16,3 5-10 0,2 2 1 0,6 5-1 16,-9-4-4-16,10 3-8 0,-6-7-11 0,4 6 0 15,-2-6 2-15,-1-1 9 0,-1 0 3 0,0-2 1 0,1-5 0 16,-1-1 5-16,0-1 8 0,-5-1 0 0,-1-3-2 16,0-1-1-16,1-4 4 0,1-4 13 0,-4-2 27 15,0-1-3 1,-1-1 19-16,-2-8-3 0,-1 1 8 0,-1 1 5 15,0-2 16-15,-2-1-1 0,-2-3-1 0,0 3 7 16,-1-2 11-16,-2 2 6 0,3-3 19 0,-4 4 2 16,3 7 12-16,-1 2 9 0,1 4 1 0,-4 3-10 15,4 2-18-15,-1 1-19 0,1 3-14 0,0-1-31 16,0 5-42-16,0-5-58 0,0 5-51 0,0 0 7 16,0 14 11-16,-4 2 17 0,0 9 5 0,-1 5 2 0,1 1 10 0,3 3 8 15,-3 1 6-15,4 2 5 0,0-3 5 0,0-3 9 16,2 1 2-16,0-5-16 0,-1-1-17 0,2-8-27 15,2-2-18-15,-5 0-33 0,1-6-23 0,2 2-24 16,-2-7-41-16,-1 2-32 0,2-3-35 0,0-1-22 16,-2 1-263-16,0-4-620 0,0 0 275 0</inkml:trace>
  <inkml:trace contextRef="#ctx0" brushRef="#br0" timeOffset="15378.12">4239 4400 37 0,'-12'3'244'0,"3"-1"-7"0,2 0-9 16,2 1-12-16,-2-2-10 0,3 0-12 0,4-1-8 15,-8 2-12-15,8-2-10 0,-8 3-8 0,8-3-4 0,0 0-10 16,-4 0-3-16,2 3-11 0,2-3-2 0,0 0-6 0,0 0-7 16,0 0-4-16,0 0-4 0,0 0-4 0,-9 1-1 15,9-1-8-15,0 0-8 0,0 0 0 0,0 0-6 16,0 0-14-16,0 0 0 0,0 0-8 16,0 0-6-16,0 0 7 0,0 0-8 0,0 0-7 15,0 0-2-15,0 0-12 16,-4 1 3-16,4-1-4 0,0 0-3 0,0 0-4 15,0 0 1-15,0 0-7 0,0 0 3 0,0 0-3 16,0 0-1-16,0 0 1 0,0 0-6 0,26-1 5 16,-5-2 7-16,10-2-16 0,6 0 1 0,18-1-3 15,4-2 4-15,1 2-1 0,5-2-3 0,-2-1 4 16,-3 2 0-16,-3 2-3 0,-16 0-3 0,11 0 3 16,-14 1-4-16,-5-2 3 0,-5 2-4 0,-8 2 6 0,-3 1 12 0,-3-1-7 15,-8 2 23-15,2 0 12 0,-3 0 12 0,3 0-2 16,-3-2 2-16,-5 2-9 0,0 0-8 0,8-3-25 15,-8 3-24-15,0 0-55 0,0 0-60 0,0 0-71 16,0 0-65-16,0 0-72 0,-21 8-305 0,16-7-690 16,5-1 306-16</inkml:trace>
  <inkml:trace contextRef="#ctx0" brushRef="#br0" timeOffset="16130.45">6380 4142 267 0,'5'-2'246'0,"1"0"-26"0,4-2-25 0,2 2-20 0,1 2-17 0,3 0-17 15,6 0-17-15,-3 5-12 0,8 0-11 0,-6 2-9 16,4 6-12-16,-3 3-6 0,-8-6-11 0,5 11-3 15,-9-6-7-15,4 9-4 0,-7 0-3 0,-5 0-6 16,-4 5-1-16,-5-3-4 0,-4 1-3 0,-3-2 0 0,-2 0-4 16,0 1-2-16,-2-2-3 0,-2-1-2 0,-1-3 3 31,2-3 10-31,6-2 7 0,-1-4 10 0,2-2 12 16,3-3 20-16,2-1 17 0,-1 0 30 0,3-2 28 0,1 1 27 15,0-4 31-15,4 0-7 0,0 0-26 0,-6-11-24 16,10 1-12-16,2-4-21 0,3-4-14 15,0 1-3-15,9-8-15 0,5-1-16 0,-2 0-7 16,3-3-7-16,0 1-7 0,0 0-5 0,2 2-8 0,-3 1-2 0,-1 4-9 16,-12 7 0-16,1 2-3 0,-3 4-5 0,-2 2-5 15,2-1-4-15,-3 3-3 0,-4 1-11 0,6 0-22 16,-6-1-24-16,-1 4-5 0,0 0 1 0,3 8 3 0,-6 3 13 16,-2-1-1-16,0 7 2 0,-4 1 6 0,0 7 2 15,0 0 3-15,0-2 1 0,8 3 8 16,-3-7-1-16,4 0-3 0,0 1-22 0,1-4-13 0,3 0-9 15,9 0-28-15,-3-3-27 0,8-5-37 0,4 4-66 0,6-7-89 16,5 0-342-16,3-3-702 0,0-4 310 0</inkml:trace>
  <inkml:trace contextRef="#ctx0" brushRef="#br0" timeOffset="16346.3">7312 4332 144 0,'-3'1'365'0,"3"-1"-32"0,-6 1-25 0,6-1-21 16,0 0-25-16,-6 1-16 0,6-1-33 0,0 0-11 0,0 0-36 0,22-2-28 15,-7 2-33-15,3-3-45 0,5 3-54 0,4-5-54 16,4 5-67-16,-3-2-66 0,1-3-235 0,-8 4-450 15,0 1 200-15</inkml:trace>
  <inkml:trace contextRef="#ctx0" brushRef="#br0" timeOffset="16515.32">7430 4500 38 0,'-13'11'203'0,"4"-4"-15"15,-1 1-15-15,6-4-4 0,-2 1 0 0,1-2 6 16,5 1 10-16,0 0 9 0,0-4-8 0,11 2-10 0,3 0-18 15,16-4-16-15,3-3-14 0,2 0-32 0,17 0-61 16,-1-4-66-16,1-3-101 0,-12 2-244 16,10-4-406-16,0 0 179 0</inkml:trace>
  <inkml:trace contextRef="#ctx0" brushRef="#br0" timeOffset="17015.82">8589 4463 137 0,'-8'3'278'0,"1"-3"-9"0,0 1 15 16,4 0-13-16,3-1-10 0,-7 2-18 0,7-2-7 15,-6 1-13-15,6-1-12 0,0 0-17 0,0 0-14 16,0 0-18-16,0 0-17 0,32-8-15 0,-3 3-21 16,4 0-4-16,7-2-12 0,16 1-13 0,0 0-11 0,3-3-1 15,-1 4-7 1,-3-2-13-16,-3 2 1 0,-14 3-22 0,-2 1 16 0,0-4-9 0,-9 2 2 0,-9 0-9 16,-4 3-3-16,-4-1 6 0,-2-1-7 0,-1 0 4 15,0 1 13-15,-2 1 17 0,1 0-14 0,-6 0-2 16,4-2-9-16,-4 2-10 0,0 0-25 0,0 0-16 15,0 0-24 1,0 0-18-16,0 0-22 0,-12-5-22 0,12 5-25 16,0 0-29-16,-7-1-32 0,7 1-51 0,0 0-89 0,-6-4-177 0,8-1-550 15,-2 5 243-15</inkml:trace>
  <inkml:trace contextRef="#ctx0" brushRef="#br0" timeOffset="17401.21">9698 4010 174 0,'4'-5'430'0,"-4"0"-18"0,0 1-29 0,0 4-44 16,0-4-34-16,0 4-32 0,0 0-36 0,1-3-31 15,-1 3-19 1,0 0-30-16,0 0-15 0,0 0-14 0,5 10-17 0,-2-2-13 15,-2 2-12-15,2 3-6 0,2 6-2 0,-4-1-12 16,3 3-7-16,-4 3 5 0,0 3 1 0,0 0-26 16,0-4 0-16,0-1-5 0,0 2-6 0,-1-3 4 15,-3 3-3-15,4 2 0 0,-3-9-3 0,3-1-1 16,-1-3 1-16,1 1-7 0,0-2-5 0,0-2 0 16,-1 0 1-16,1-3 0 0,-3-1 3 0,3 0-3 0,-1-3-2 15,1 2 1-15,0 0-5 0,0-1 4 0,0-4 9 16,0 3 2-16,0-3-7 0,0 0-1 0,0 0-7 0,0 0-10 15,0 5-16-15,0-5-13 0,0 0-12 0,0 0-20 16,0 0-25-16,0 0-54 0,0 0-59 16,0 0-49-16,0 0-54 0,-14-10-281 0,10 5-633 15,0-2 281-15</inkml:trace>
  <inkml:trace contextRef="#ctx0" brushRef="#br0" timeOffset="17617.09">9647 3956 284 0,'-3'-4'364'0,"3"1"-27"16,-1-1-36-16,1 4-37 0,0 0-25 0,-1-4-32 16,1 4-18-16,0 0-22 0,-9 8-16 0,4 0-16 15,-4 6-11-15,-1 2-14 0,-7 5-10 0,3 5-33 16,-2 4-34-16,-2 0-44 0,1 0-42 15,-6 12-50-15,6-11-71 0,2-2-282 16,3-2-493-16,1-3 219 0</inkml:trace>
  <inkml:trace contextRef="#ctx0" brushRef="#br0" timeOffset="17880.43">9725 4564 37 0,'-1'3'435'0,"-3"-2"-18"15,4-1-17-15,-3 3-23 0,3-3-29 0,0 0-28 16,0 0-31-16,0 4-28 0,0-4-39 0,14-1-12 15,-1-1-31-15,9 0-46 0,9-1-81 0,2-4-84 16,4 3-94-16,14-6-123 0,-14 2-297 0,0-1-591 16,-1-2 262-16</inkml:trace>
  <inkml:trace contextRef="#ctx0" brushRef="#br0" timeOffset="18482.07">11634 4095 291 0,'2'-3'431'0,"0"0"0"0,-2 3-5 16,0-5-19-16,0 5-29 0,1-5-33 0,-1 5-36 0,0 0-33 0,0 0-31 15,0 0-31-15,0-3-28 0,0 3-21 0,0 0-27 16,0 0-13-16,0 0-18 0,3 17-6 0,-2-5-10 15,-1-1-10-15,0 5-8 0,-1 1-7 0,1 0-9 16,1 1-3-16,-2 0 1 0,1 1-11 0,1-1-1 16,0-1-7-16,1 1-31 0,-2-6-14 0,0 1-17 15,0-3-11 1,2-1-8-16,-2 1-24 0,0-4-18 0,0 1-15 0,0-2 2 16,0-1-7-16,0-2-1 0,-2 2 3 0,2-4-17 15,0 0-59-15,0 0-56 0,0 0-41 16,-14-7-53-16,7-3-209 0,-1 3-584 0,0-9 259 15</inkml:trace>
  <inkml:trace contextRef="#ctx0" brushRef="#br0" timeOffset="18620.49">11542 3854 332 0,'0'-11'355'0,"0"-1"15"0,-1 3-2 0,0 3-16 16,1 0-29-1,0 1-39-15,-2 0-28 0,4 1-18 0,-2 4-37 16,0-5-29-16,0 5-45 0,0-3-26 0,0 3-43 15,0 0-36-15,12 6-51 0,-4 0-48 0,-2 1-53 16,1 3-48-16,2 1-70 0,-4 7-236 0,1-2-522 0,-3 0 231 16</inkml:trace>
  <inkml:trace contextRef="#ctx0" brushRef="#br0" timeOffset="19670.4">11919 4151 140 0,'5'0'441'15,"-5"0"-41"-15,4 3-46 0,-4-3-37 0,3 3-32 0,-3-3-37 16,0 0-32-16,2 6-19 0,-2-3-21 16,-1 1-16-16,2 4-17 15,-1-2-14-15,3 6-16 0,-3 1 7 0,-3 4-32 16,3 0-9-16,0-5-1 0,-2 4-7 0,-1-5-5 15,3 0-9-15,-1 0-12 0,1-4 3 0,-3-1-1 16,3 1-9-16,0-1 5 0,0-3 2 0,0-1 0 16,0-2 46-16,0 6 33 0,0-6 33 0,0 0 23 0,0 0-19 15,0 0-16-15,9-9-15 0,-5 2-14 0,5-2-13 16,-4-3-9-16,4 1-11 0,0-2-10 0,4 0-7 0,-2 1-9 0,0-1-6 16,-5 5-5-16,1-1-5 0,-1 5-1 0,-1-1-10 15,-1 0-7-15,-2 3-13 0,2-3-28 0,1 5-8 0,-5 0-9 16,10 5-6-16,-1 0-2 0,3 2-1 15,-2 2 0 1,5 2-2-16,-2 0-1 0,1 0-13 0,0 1-10 16,-1 1 2-16,4-1-13 0,-3-1 10 0,3-1-19 0,-1 1-2 0,0-5-8 0,1 1-1 15,-5-1 8-15,-1-6 6 0,2 0 10 0,-2 0 9 16,2-4 11-16,-4-1 3 0,0-4 11 0,-1 1 23 16,-1-1 12-16,0-6 18 0,-5-1 16 0,6-2 17 15,-3-1 13-15,-1-11 17 0,0 1 9 0,-2 3 16 16,2-5 9-16,0-1 3 0,-3 0-1 0,3 2 2 15,0 0 8-15,0 3 5 16,-2 9 6-16,2 3 2 0,-1 5 2 0,-2-1-16 16,0 7-11-16,-1-1-15 0,1 0-15 0,1 1-26 15,-2 0-37-15,1 0-45 0,-1 4-46 0,0 0-7 16,0 0 3-16,1 11 14 0,-1 0 0 0,-2 5 8 16,0 2 14-16,1 7 10 0,-1 3 7 0,-1-4-3 15,-1 2 5-15,2-7-5 0,1 0-11 0,-2-3-4 0,2 2 0 16,1-7-10-16,-3 2-14 0,3-3-5 0,0-4-4 0,-1 2 9 15,1-4 16-15,-1 1 2 0,1-2 17 0,-3 0 5 16,3-3 8-16,-8 1-3 0,-2-1-2 0,1-4 16 16,-1 0-6-16,-4-1 6 0,-3-3-3 0,1 0 0 15,0 3 5-15,-3-6-6 0,1 3 7 0,7 3 2 16,-7-3-3-16,2 2 11 0,5 0-8 0,1 4 4 16,1-2-2-1,1 1 13-15,4 0-7 0,-2 2 6 0,6 1-24 16,-1-3 22-16,1 3-19 0,18-6 4 0,4 4-3 0,13 0-3 15,21 1-20-15,3 1-15 0,6-2-11 16,27 1 3-16,-28 1 9 0,33-3 1 0,-5 3 17 16,-25 0-14-16,24-2 9 0,-31 0 2 0,-3-1 3 0,-5 0 3 15,-17-1 6-15,-4 1 3 0,-10 1 20 0,-3-2 53 16,-5 1 45-16,0 3 39 0,-4-5 20 0,-2 2-20 0,-4 1-17 16,-2-2-13-16,2-3-11 0,-6 2-7 0,3 0-9 15,-1-1-7-15,-3 1-5 0,-2 4-12 0,-2-2-7 16,3-2-6-16,-3 4-8 0,3-2-5 0,-8 3-4 15,3 3-3-15,1 0-7 0,-5 0-1 0,-3 2-5 16,0 5-2-16,-1-1 0 0,0 4-1 0,-3 4 0 16,6-3-2-16,1 0-2 15,4 3 1-15,-3-1-3 0,3-1-8 0,2 1-10 16,0 0 0-16,6 1-6 0,2 0-1 0,0-5-1 16,2-2 2-16,6 1 1 0,1-1 11 0,6 0 4 15,2-1 0-15,5-5 8 0,6 1-2 0,1-1-1 16,1-6 4-16,-4-1-2 0,-5-1 4 0,-2-1 22 15,-5-4 11-15,4 0-2 0,-6-2-5 0,-1-3-4 16,-3 0-1-16,-4-3-3 0,-2-1-4 0,-3-3-10 0,-2 2-4 16,-2-1-10-16,-4 2-16 0,-1 2-29 0,-3 3-50 15,-5-1-51-15,-6-1-46 0,-3 6-28 0,-2 4-45 0,-1 2-51 16,7 3-82-16,3 3-294 0,2-1-753 0,4-2 334 16</inkml:trace>
  <inkml:trace contextRef="#ctx0" brushRef="#br0" timeOffset="20364.9">15281 3831 129 0,'1'-4'456'15,"2"0"-34"-15,1 1-27 0,-4 3-45 0,2-4-36 16,-2 4-35-16,0 0-37 0,0 0-51 0,0 0-16 15,0 0-38-15,0 0 1 0,-6 21-13 0,-2-7-14 16,-1 3-8-16,-2 11-15 0,-3-1-5 0,2 0-7 0,-4 1-5 0,0 1-9 16,1-1-3-16,1 1 9 0,-3-5-23 0,7-2-3 15,1-7-16-15,2-3-7 0,1-3 12 0,1-1 9 16,1 0-10-16,3-4 10 0,-3-2 44 16,2 2 40-16,0 2 53 0,2-6 46 0,0 0-9 15,0 0-23-15,-2-15-21 0,6 5-17 0,2-2-6 0,1-5-11 16,0-2-7-16,5-5-12 0,-1 0-10 0,3-3-7 0,3-2-8 15,-2 5-12-15,3 0-6 0,-1 1-11 0,-8 5-6 16,1 3 0-16,-1 1 2 0,-3 6-11 0,-2 0-12 16,0 4-4-16,0 0-12 0,0 0-11 0,-2 2-39 0,-2 2-15 15,9 6-1-15,-4-2 5 0,0 4-4 16,-2 5-3-16,3 4 6 0,3 8 2 0,-3 1 0 16,2 1-5-16,1-1-9 15,0 2-25-15,-4-2-34 0,4 0-26 0,-4-6-31 16,-1-3-52-16,2 1-41 0,-2-2-44 0,-1-1-62 15,-2-3-68-15,-1-6-309 0,0 1-807 0,-1-4 358 16</inkml:trace>
  <inkml:trace contextRef="#ctx0" brushRef="#br0" timeOffset="20825.86">15153 4049 144 0,'-10'0'337'0,"4"0"-24"15,-1 1-27-15,7-1-24 0,-10 1-27 16,10-1-18-16,-6-1-21 0,6 1-13 0,0 0-12 16,0 0-9-16,-9 0-9 15,9 0-10-15,0 0-12 0,0 0-8 0,-7 1-10 16,7-1-8-16,0 0-15 0,0 0-2 0,0 0 1 16,0 0-11-16,0 0-6 0,0 0-2 0,0 0-2 15,0 0-11-15,0 0-2 0,0 0-1 0,0 0-12 16,0 0-2-16,0 0-4 0,0 0-3 0,0 0-7 15,-6 0-2-15,6 0 5 0,0 0-8 0,0 0 0 0,0 0 0 16,0 0-3-16,0 0 2 0,0 0-5 0,0 0 23 0,0 0-21 16,0 0 21-16,0 0-4 0,0 0 6 0,0 0 4 15,0 0-7-15,0 0 0 0,0 0 2 0,0 0-2 16,0 0-4-16,0 0 3 0,19-6-2 0,-1 6-5 16,1-6-1-16,4 1 2 0,8 3-4 0,-1-2-10 15,5-4 3-15,0 4-3 0,0 0-1 0,1-3-4 16,-4 3 0-16,1 2-12 0,-7-1 11 0,-7 2 3 0,-7-2 0 0,-1 2 5 15,-5 0 14-15,0 0 6 0,1-1 9 16,-7 2-1-16,8 0 2 0,-8 0-2 0,6-3-9 0,-6 3-7 16,0 0-29-16,7 0 0 0,-7 0-24 0,0 0-29 15,0 0-31-15,0 0-37 0,-17 11-37 0,8-11-35 16,0 4-52-16,-1-3-30 0,1 2-44 0,3-1-58 16,-5-2-215-1,5 2-641-15,0-2 283 0</inkml:trace>
  <inkml:trace contextRef="#ctx0" brushRef="#br0" timeOffset="21242.23">15456 3588 45 0,'-14'-11'306'0,"3"0"-17"0,-1 4-15 15,3-3-20-15,-5 6-13 0,4-4-34 0,-3 5-20 16,-1 0-20 0,1 2-21-16,-5 2-15 0,-2 2-16 0,-1 4-11 15,2 0-15-15,-6 8-6 0,-1 5-10 0,-2 6-11 0,-12 9-6 16,3 8-5-16,-14 25 11 0,17-21 0 0,-16 26-3 16,18-23 4-16,1-3-4 0,5 6 1 15,2-7 4-15,5-1-4 0,6-12-1 0,6-2 10 16,3 0 6-16,4-3 7 0,4-1 7 0,5-3 8 15,5-3 37-15,5 1 1 0,9-4 14 0,8-5 1 16,19 3 7-16,6-8-1 0,32-5 2 0,-1-6 6 0,2-5 6 0,-1-4 1 16,-1-5 0-16,-28 3-9 0,-1-5-10 0,-1-3-8 15,-4-6-14-15,-2-2 5 0,-10-7-21 0,0-5-11 16,-10-3-21-16,-7-2-17 0,-12-3-15 0,-11-4-11 16,-12 0-13-16,-11-1 1 0,-10 6-11 0,-10 4-9 15,-13 7-17-15,-33-7-22 0,-11 13-49 0,-14 11-54 0,-5 12-77 16,-5 8-61-1,-15 11-56-15,-6 12-95 0,1 6-462 0,-4-3-958 16,13 1 424-16</inkml:trace>
  <inkml:trace contextRef="#ctx0" brushRef="#br0" timeOffset="22329.31">2269 6774 166 0,'0'0'318'0,"-5"-3"-34"0,5 3-28 16,0 0-25-16,9-5-25 0,-3 3-21 16,8-3-18-16,4 0-19 0,2 3-15 0,11-2-36 15,1 1-46-15,4-2-59 0,-2 3-72 0,1-2-91 0,0 2-160 0,-6 0-358 16,-6 0 158-16</inkml:trace>
  <inkml:trace contextRef="#ctx0" brushRef="#br0" timeOffset="22476.4">2247 7110 26 0,'-9'7'207'0,"3"1"-19"0,-2-4 1 16,3 1-3-16,1-2-1 0,3 1-22 0,1-4-6 31,0 0-18-31,15 0-11 0,-1-3-16 0,4-1-32 15,14-3-58-15,1-5-97 0,-2 3-210 0,1-3-308 16,0-5 136-16</inkml:trace>
  <inkml:trace contextRef="#ctx0" brushRef="#br0" timeOffset="22993.27">2498 6708 84 0,'-9'-6'408'0,"0"-3"-4"0,1 2-12 0,3 3-19 0,2 0-27 15,0 0-40-15,-1 1-26 0,1 2-38 0,-2-2-33 16,5 3-29-16,0 0-39 0,0 0-25 0,0 0-7 0,0 0-4 16,9 12-13-16,-1-3-2 0,6 5-9 0,1-1 0 15,6 4-33-15,4-1-22 0,-2-2-7 0,4 1 3 16,-1-1-10-16,-2-1-9 0,-5-2-13 0,0-1-8 0,0-3 0 31,-2 2 0-31,0-4 2 0,-6-1 8 0,-1 0 1 16,-2-3 2-16,-3 0 39 0,-5-1 27 0,10 0 27 15,-5-2-7-15,-1-2-5 0,-3 3 18 0,2-4 8 0,1 2-2 16,-4-2 0-16,1 1 9 0,-1-1 0 0,-1-1-5 16,1 6-6-16,0-6-13 0,0 6-9 0,0-4-18 15,0 4-23-15,0 0-27 0,0 0 0 0,-17 9-2 16,4 7-13-16,-7 9 10 0,-8 15 4 0,-4 2-1 16,-2 6-1-16,-1 3-3 0,3 1-2 0,-13 19 1 15,14-22-1-15,3-3 0 0,2-3 0 0,-2 1-2 0,2-1 4 0,8-13-4 16,4-4-7-16,0 1 6 0,0-3 3 0,7-7 3 15,2-4 0-15,-1-4 0 0,2-1 5 0,3-2 11 16,-3-3 22-16,2 2 32 0,0-2 37 0,1 3 39 16,-2-3 34-16,3-3 23 0,-1 2 11 0,1-2-7 15,0 0 4-15,0 0-19 0,0 0-21 0,0 0-15 16,0 0-17-16,0 0-14 16,0 0-14-16,0 0-15 0,0 0-9 0,0 0-24 15,4-14-36-15,-1 12-56 0,-3 2-53 16,6-6-43-16,-5 4-63 0,-1 2-67 0,13-8-93 0,-4 4-87 15,1-3-104-15,4 0-492 0,-1-2-1113 0,4-2 493 16</inkml:trace>
  <inkml:trace contextRef="#ctx0" brushRef="#br0" timeOffset="27154.8">5001 6421 96 0,'0'-5'205'0,"0"2"6"0,-4-4 0 16,4 2 13-16,0-1-15 0,-1 0-3 0,1 1-6 0,-4 0-4 16,8-2-6-16,-8 2 1 0,4 0 2 0,0 1-7 0,0-1-10 15,0 5-19-15,0-7-7 0,0 7-18 0,0-4-12 16,0 4-12-16,0-4-10 0,0 4-17 0,0 0-10 15,4-5-8-15,-4 5-28 0,0 0-22 0,0 0-3 16,0 0-2-16,0 20-4 0,0-3 3 0,-4 8-1 16,8 8 0-16,-8 0 1 0,-1 4-3 0,1 10 1 15,-5 3-3-15,5-2-2 0,0-12 1 0,3 0 3 0,-9 10-2 0,6-11 1 32,0 1 1-32,3-2-1 0,-2 1 3 0,6-5-4 15,-3-4 3-15,0-1 2 0,0-8-2 0,1-5 0 16,3 2-4-16,-4-2 13 0,1-6-6 0,2 3 7 0,-3-5 12 0,0 1-1 15,4 0-4-15,-3-1 3 0,5-3 5 0,2 0 1 16,4-1 6-16,2-1-13 0,5-1-35 0,3-3-32 16,4-3-56-16,1-3-69 0,-1 1-94 0,-2 0-323 15,4-4-632-15,-1-1 279 0</inkml:trace>
  <inkml:trace contextRef="#ctx0" brushRef="#br0" timeOffset="27918.39">4796 6777 104 0,'-6'0'233'0,"1"0"-10"16,0 1-10-16,0 0-11 0,5-1-11 0,-5 2-9 15,5-2-14 1,0 0-14-16,-8 0-14 0,8 0-18 0,0 0-10 0,0 0-6 16,0 0-7-16,0 0 0 0,0 0-6 0,0 0 5 15,0 0 0-15,0 0-5 0,0 0-2 16,0 0-6-16,0 0-4 0,0 0-3 0,0 0-3 15,0 0 6-15,0 0-22 0,0 0-6 0,0 0-2 0,0 0-11 0,0 0 0 16,0 0-5-16,0 0-10 0,0 0 2 16,0 0-3-16,0 0-3 0,0 0 1 0,0 0-2 0,0 0-4 15,0 0 2-15,0 0 11 0,0 0 3 0,0 0 2 16,0 0 11-16,0 0-9 0,0 0-3 0,0 0 5 0,0 0 4 16,0 0-4-16,0 0-8 0,0 0 8 15,0 0-8-15,0 0 4 0,0 0 5 0,0 0-10 16,0 0 1-16,0 0 4 0,0 0 3 0,0 0-8 15,0 0 6-15,0 0-5 0,0 0-10 0,0 0 7 0,0 0-4 0,0 0-3 16,-4 2-7-16,4-2-2 0,0 0-6 0,0 0 12 16,0 0-9-16,0 0 2 0,0 0 3 0,0 0-7 15,0 0-4-15,0 0 10 0,0 0-6 0,0 0-1 16,0 0 6-16,17-5-5 0,-5 1-3 0,4 1-2 16,4-3 3-16,2 1-4 0,2-3 3 0,3 1 3 15,0 1-6-15,1 1 1 16,-6-1 3-16,-3 2-4 0,0 1-4 0,-1-1 6 15,-6 2-5-15,-5 2 5 0,2-2-4 0,-1 0-1 16,-3 1 15-16,0 1-22 0,-1-2-19 0,-4 2-9 16,7-3-26-16,-7 3-21 0,0 0-20 0,8 0-27 15,-8 0-34-15,0 0-42 0,0 0-44 0,0 0-53 16,0 0-236-16,0 0-584 0,-21 4 258 0</inkml:trace>
  <inkml:trace contextRef="#ctx0" brushRef="#br0" timeOffset="29072.99">5251 6212 6 0,'-20'3'183'0,"7"-2"-13"0,-2 0-5 15,6 2-2-15,1-3-8 0,2 1-12 0,-3-1-8 0,4 1-11 16,-2 1-10-16,7-2-3 0,-6 1 0 0,6-1-5 16,0 0 1-16,-9 2-4 0,9-2 0 0,0 0-3 15,0 0-6 1,-5 0-6-16,5 0 1 0,0 0-9 0,0 0-3 16,-4 0-6-16,4 0-6 0,0 0-6 0,0 0 3 15,0 0-16-15,0 0-4 0,0 0-8 0,0 0 1 16,0 0-6-16,0 0-2 0,0 0-5 0,-5 2 0 15,5-2-2-15,0 0-6 0,0 0-1 0,0 0 1 16,0 0 0-16,0 0-3 0,0 0-4 0,0 0 1 16,0 0-1-16,0 0 3 0,0 0-6 0,0 0 3 0,0 0-1 0,0 0-2 15,0 0 0-15,0 0 1 0,0 0-4 0,0 0-1 16,0 0 2-16,0 0 1 0,0 0 1 0,0 0 1 16,0 0 0-16,0 0-2 0,0 0-3 0,0 0 3 15,0 0 0-15,0 0 0 0,0 0 11 0,0 0-11 16,0 0 1-16,0 0 0 15,0 0 1-15,0 0-4 0,0 0-1 0,0 0 2 0,0 0-1 0,0 0 1 0,0 0-1 0,0 0 0 16,0 0 0-16,0 0 1 0,0 0 0 0,0 0 0 16,0 0 0-16,0 0-1 0,0 0-1 0,0 0 2 31,0 0 0-31,0 0-4 0,0 0 5 0,0 0-3 16,0 0 2-16,0 0-4 0,0 0 2 0,0 0-4 15,0 0 3-15,0 0 1 0,0 0 7 0,0 0-9 0,0 0 2 16,0 0-1-16,0 0 1 0,0 0-2 0,0 0 2 15,0 0 1-15,-4 3-3 0,4-3-1 0,0 0 2 16,0 0 1-16,0 0 0 0,0 0 0 0,0 0-3 16,0 0 6-16,0 0 5 0,0 0-10 0,0 0 1 0,0 0 1 15,0 0-1-15,0 0 0 0,0 0 3 0,0 0-1 16,0 0-2-16,0 0 4 0,0 0-6 0,0 0 5 16,0 0-3-16,0 0-2 0,0 0 4 0,0 0-2 0,0 0-3 0,0 0 2 15,0 0 3-15,0 0 0 0,0 0 0 0,0 0 0 16,0 0 2-16,0 0 0 0,18-5-1 15,-9 3 0-15,4 1 3 0,-2-3-5 0,2 1 1 16,1 2 0-16,4-5-1 0,-5 4 4 0,1-2-3 16,-3 3 0-16,1-2 0 0,-2 1 1 0,-3 2-3 0,0 0 0 15,1-3 3 1,-3 3-1-16,-5 0-3 0,8-2 1 0,-8 2-9 16,5-1-26-16,-5 1-31 0,0 0-30 0,4 4-11 15,-4-4-69-15,0 0-289 0,-11 7-506 0,5-5 224 16</inkml:trace>
  <inkml:trace contextRef="#ctx0" brushRef="#br0" timeOffset="36542.71">5244 6053 91 0,'-2'-4'117'0,"2"4"-9"0,0 0 9 0,0 0-24 0,0 0 8 16,0 0-2-16,0-6 4 0,0 6 8 15,0-2 4-15,0 2-8 0,0 0 8 0,2-5 5 0,-2 5-3 0,-2-5-1 16,2 5-1-16,0 0 3 0,0 0-3 0,0-6 1 15,0 6-4-15,2-4-3 0,-2 4 1 0,0 0-11 16,0 0 4-16,0 0-15 0,0 0-13 0,-2-4-8 16,2 4-6-16,0 0-4 0,0 0-6 0,0 0-11 15,0 0-20-15,0 0-15 0,0 0-16 0,0 0 3 16,0 0 2-16,2 15-2 16,-2-6 2-16,1 0 0 0,2 8-1 0,-1 0 3 15,-1 2 1-15,1 1-1 0,-1 0 5 0,2 4-4 0,-2 1 2 0,1 0 0 16,0 1 3-16,0-3-2 0,-2 0 5 0,2-5 16 15,-2 2-3-15,2-1 0 0,-1 0-4 0,0-2-3 16,-1-2 1-16,0-2 0 0,2-3 0 0,-2 0-2 16,1-4-1-16,-1 1-1 0,0-1 1 0,0-1-3 15,0-2 1-15,1 1 3 0,-1 0-3 0,0-4 16 16,2 5 13-16,-2-5 12 0,0 4 24 16,0-4 8-16,0 0 13 0,0 0 13 0,0 0 7 0,0 0 3 15,0 0 12-15,0 0 7 0,0 0 6 0,0 0 7 16,0 0 3-16,0 0-13 0,0 0-24 0,0-13-12 15,1 4-5-15,1-3-13 0,1-6-8 0,1 0-15 16,1-7-8 0,5-1-11-16,-1 0-3 0,1-3-16 0,3 0 4 0,0 2-4 15,2-2-3-15,-2 2-5 0,0 3 3 0,-2-1-10 16,-2 8 9-16,4 0-6 0,-4 2 0 16,0 4-6-16,-3 4 2 0,2-3-3 0,-4 5 0 15,4-1-6-15,-6 0 1 0,2 4-3 0,-1-3-2 0,-2 3-9 16,-1 2-10-16,7-1 0 0,-7 1-1 0,8 5 2 15,-3-2 1-15,2 6 2 0,-2 1 0 0,4 6 4 0,0 0 9 16,-2 2-6-16,3-1 8 0,1 5-5 0,-1 0 1 16,1 2 3-16,-3-6 0 0,-2 0 3 0,1-2-3 0,3 1 3 0,-5-1 3 15,0-4-4-15,2 3 3 0,-2-5-7 0,-4 0 3 16,4-1 2-16,-1-1 2 0,0-2 0 0,0 1 1 16,-3-2 1-16,-1 0-1 0,4-1-9 0,-3 0 3 15,-1 0 5-15,3-1 6 0,-3-3 1 0,1 5-2 16,-1-5-12-16,3 4 13 0,-3-4-1 0,1 3 4 15,-1-3-2-15,0 0 2 0,2 1 2 0,-2-1 2 16,0 0-3-16,9 0 2 0,-9 0 1 0,17-4-1 16,3 0-20-16,2-4-54 0,6-1-77 0,4-4-91 15,0 1-115-15,1-5-413 0,0 0-823 0,-1-3 364 16</inkml:trace>
  <inkml:trace contextRef="#ctx0" brushRef="#br0" timeOffset="37407.08">5273 6087 33 0,'3'-5'206'0,"-1"0"-8"0,1 3-8 0,-1-3-10 16,0 2-8-16,0 0-12 0,-2 3-4 0,5-6-10 15,-5 6-9-15,2-5-13 0,-2 5-13 0,2-3-7 0,-2 3-18 16,0 0-14-16,5 0-9 0,-5 0-7 0,0 0-4 0,1 10-4 31,1-3-7-31,0 3 0 0,0 5-6 0,-2 1-2 0,1 1-4 0,0 0-3 16,0 3 1-16,1 6 0 0,-2-7-5 0,2 6-3 15,0-6-3-15,0 1-2 0,-2-1 0 16,1-2-3-16,1 0 0 0,-1 0-2 0,0-5 16 16,1-2 3-16,0-1-7 0,-2 1-2 0,1-4-1 15,2 1-2-15,-3-2 0 0,0-1 1 0,1 0 15 16,-1-1 18-16,0-3 12 0,1 5 26 0,-1-5 15 15,0 4 25-15,0-4 23 0,0 0 11 0,0 0 17 16,0 0 14-16,0 0 14 0,0 0-16 0,0 0-17 16,4-14-19-16,0 3-19 0,0-5-15 0,1-1-14 15,3-3-20-15,2-6-18 0,3 0-10 0,-2-3-2 0,2 2-16 0,-1 5-2 16,-1 3-1-16,-3 4-3 0,-1-2-4 0,0 6 0 16,-1 4-7-16,-2-3-4 0,2 5 5 0,-3-1-11 15,1 0-4-15,0 4-4 0,-2-2-9 0,2 2-25 0,-4 2 4 16,8 0-4-16,-8 0 2 0,10 6 8 0,-1 2-4 15,-3 1 4-15,3 5 1 0,-1 1-6 16,2 0-2 0,-2 1 6-16,-1 2 4 0,1 0 0 0,3 4 0 0,-3-5 1 15,0 0 4-15,-2 2-3 0,2-4 9 0,-2 2-2 16,2-2-2-16,-4-5 0 0,2 1 1 16,-2-2 2-16,-3-2-2 0,3-2 4 0,-1 0 1 15,-2 0-3-15,2-1 7 0,-2 1 1 0,-1-5-1 16,1 3 4-16,-1-3 7 0,3 3-6 0,-3-3-1 0,1 5 7 15,-1-5 2-15,0 0 2 0,0 0 2 0,0 0-6 0,0 0-4 16,18-10-25-16,-8 2-30 0,13-8-47 0,-5 5-66 16,2-6-63-16,3 3-77 0,-1-3-103 0,0 1-291 15,-2 1-750-15,3-2 332 0</inkml:trace>
  <inkml:trace contextRef="#ctx0" brushRef="#br0" timeOffset="37976.41">6446 6183 16 0,'2'-8'331'0,"0"2"-7"15,-2-2 3-15,2 1-25 0,-2 2-13 0,0-1-22 16,0 3-34-16,3-1-22 16,-3 4-27-16,0-5-21 0,0 5-16 15,0 0-33-15,1-3-15 0,-1 3-12 0,4 12-8 0,-4 0-7 16,4 7-13-16,-3 10 1 0,-2 5-9 0,-2 13-7 16,-2 5-2-16,4-3-5 0,-4 2-8 0,0-5 4 15,1 0-11-15,5-10 4 0,-2 0-5 0,1-2 2 16,0 0-3-16,1-5-3 0,-1-1 0 0,3 2-2 15,-3-4-5-15,0-6 3 0,1-3-2 0,5-3-2 0,-6 0 1 16,3-4 2-16,-3-2-7 0,0 1 7 0,0-5-5 16,0 2 6-16,0-2-4 0,0 0 4 0,0-4-2 0,0 7 1 15,0-7 5-15,0 4-3 0,0-4-1 0,0 0 3 16,0 0-2-16,0 0 2 0,0 0-29 16,0 0-36-16,-10-16-30 0,6 4-28 0,-2-5-20 0,0-1-33 15,0-8-35-15,1-3-32 0,1-3-50 0,-3-14-184 0,4-4-500 16,-1-1 222-16</inkml:trace>
  <inkml:trace contextRef="#ctx0" brushRef="#br0" timeOffset="38277.26">6344 6050 106 0,'-7'-31'245'0,"2"0"11"0,-2 4 7 31,2 9 8-31,1 0 4 0,-1 2 6 0,2 4-22 0,2 3-21 0,-3 3-16 16,4-1-26-16,0 2-25 0,0 1-26 0,-1-1-14 15,1 5-16-15,1-4-14 0,4 1 0 0,2 3-27 16,2 3-2-16,7 4-10 0,1 0-19 0,10 5-7 15,-1 2-11-15,3 3-6 0,1 1-4 0,1 6-7 16,0-2 0-16,7 12 12 0,-3 0-11 0,-11-5-2 16,-3 1-3-16,-2-2 5 0,-3 3-3 0,-2 1-1 15,-8-1-5-15,1-3 3 0,-6 0 3 0,-2 1-5 0,-7 0 6 0,-6-3 7 16,0 1 0-16,-8-5 5 0,-1-2 3 0,-1 3 1 16,-2-4 3-16,-1-3 2 0,-2 1 0 0,5-1-3 15,-3-1 0-15,-1-1-4 0,1-3 4 0,4 0-8 16,4-2 0-16,2-1-1 0,2-1-4 0,5 1-8 15,-3-2-19-15,7 0-35 0,-3 0-28 0,1 2-31 16,3-3-36-16,1 0-41 16,4 2-35-16,3-3-58 0,3 0-233 0,3-2-553 15,2 0 244-15</inkml:trace>
  <inkml:trace contextRef="#ctx0" brushRef="#br0" timeOffset="38777.64">6777 6812 76 0,'-1'-2'368'0,"1"2"-16"0,0-6-21 0,0 6-22 16,0 0-27-16,0-4-24 0,0 4-30 0,0 0-25 16,0 0-31-16,0 0-12 0,0 0-19 0,0 0-23 15,0 0-11-15,0 0-15 0,0 0-7 0,1 17-6 16,-1-2-10-16,-1 2-7 0,0 0-5 0,-1 7-6 16,-3 5-4-16,0-3-3 0,0-1-7 0,0 1 10 0,0-9-18 0,1 2-1 15,0-6-6-15,3-1-3 0,-1-1 0 0,1-5 0 16,0 1 2-16,1-2-1 0,-1-1 15 15,1 0 21-15,0 1 49 0,0-5 38 0,0 0 28 0,0 4 26 16,0-4-22-16,0 0-19 0,3-14-12 0,3 6-19 16,0-4-13-16,3-5-10 0,-1-1-14 0,6-5-7 15,0 0-12-15,-4 0-4 0,4 2-7 0,-4 4-7 0,1 2-4 16,-4 5-5-16,-2 3-4 0,2-3-8 0,-4 3-4 16,0 3-7-16,2 0-9 0,-4 0-11 0,2 3-30 15,-3 1-17-15,0 0-4 0,10 3 8 0,-6 3-7 16,1 3 4-16,-1-2 9 0,1 5-6 0,1-2-1 0,2 5-9 15,-4-3-19-15,4-1-24 0,2 4-35 0,-5-3-33 16,0-2-38 0,0-1-47-16,3 0-36 0,1-1-62 0,-8-4-334 15,5-1-738-15,-3-3 327 0</inkml:trace>
  <inkml:trace contextRef="#ctx0" brushRef="#br0" timeOffset="39693.33">7394 6486 206 0,'-10'0'261'0,"10"0"-6"0,-9 0-6 15,9 0-13-15,-9 0-22 0,9 0-16 0,-6-2-21 0,6 2-14 16,0 0-20-16,0 0-12 0,0 0-9 16,-8 0-8-16,8 0 4 0,0 0-13 0,0 0-1 15,0 0-5-15,0 0-1 0,0 0 1 0,0 0 0 16,0 0-5-16,0 0 0 0,0 0 0 0,0 0-2 0,0 0-5 15,0 0-9-15,0 0 2 0,0 0 3 0,0 0-11 0,0 0-3 16,0 0-7-16,0 0 6 0,0 0-9 0,0 0-5 16,0 0-4-16,0 0-4 0,0-3-7 0,0 3-2 15,0 0-5-15,0 0-3 0,0 0-9 0,0 0 1 16,0 0 4-16,0 0-9 0,0 0 5 0,0 0-7 16,0 0-2-16,0 0-2 0,0 0 5 0,0 0-5 15,0 0 1-15,0 0 9 16,0 0-12-16,0 0-7 0,0 0 1 0,0 0 1 15,0 0 2-15,0 0-5 0,0 0 5 0,0 0-10 16,0 0 6-16,0 0-2 0,0 0 3 0,0 0 3 16,0 0-6-16,0 0 1 0,0 0 0 0,0 0 6 15,0 0-4-15,0 0-3 0,0 0 3 0,0 0-4 16,0 0-2-16,0 0-5 0,0 0 15 0,0 0-11 16,0 0 3-16,0 0 4 0,0 0 5 0,18 0-9 0,-4-3 19 0,4 1-17 15,4 0 1-15,-1-1 1 0,9-1-5 16,-2 1 6-16,0-1-6 0,-5 1 0 0,4 0 5 0,-8-1 2 15,1 2-3-15,0-1 3 0,-8 1-9 0,-1 1 7 16,-1-1 5-16,-2 2-3 0,-3 0-2 0,0-2-2 16,1 0 6-16,-6 2-3 0,8 0-5 0,-8 0-10 0,5-3-10 15,-5 3-20-15,0 0-23 0,4-1-34 0,-4 1-28 0,0 0-32 16,0 0-21-16,0 0-20 0,0 0-12 0,-13-2-35 16,13 2-21-16,-5-2-256 0,5 2-567 15,-8-3 252-15</inkml:trace>
  <inkml:trace contextRef="#ctx0" brushRef="#br0" timeOffset="40010.08">7853 6268 257 0,'3'-2'354'0,"-1"-1"-8"0,-2 3-2 0,1-5-7 15,-1 5-19-15,0-5-25 0,0 5-28 16,0-6-32-16,0 6-29 0,0 0-22 0,0 0-33 0,0 0-13 15,0 0-12-15,0 0-18 0,0 0-15 0,8 12-10 0,-7-5-11 16,1 4-3-16,-1-1-6 0,3 5-2 0,-4 0-6 16,3 4-2-16,0-5-6 0,0 6 0 0,-2-2-10 15,3 0-8-15,-3 1-3 0,0-1 3 0,2-2 1 0,0-1-1 16,-2-3-2-16,-1-2 2 0,2-2-11 16,0 0 4-16,-2-3-4 0,1 2 1 0,0-2 2 15,1-2-1-15,-2 1-9 16,0-1-3-16,0-3-18 0,3 5-7 0,0-3-1 15,-3-2-25-15,0 0-14 0,0 0-20 0,0 4-19 16,0-4-48-16,0 0-66 0,0 0-67 0,-8-9-76 16,7 2-193-16,0-3-594 0,1-3 262 0</inkml:trace>
  <inkml:trace contextRef="#ctx0" brushRef="#br0" timeOffset="40226.42">8087 6184 180 0,'4'-2'255'0,"-4"2"-25"0,0 0-23 0,0 0-9 16,0 0-3-16,15 9-10 0,-8-2-1 0,3 2-5 16,1 5-9-16,-1 1-2 0,7 8-8 0,-2 0-8 15,3 4-8-15,-5-2-11 0,-3 3-4 0,-1-1-10 0,0 0-11 16,-5 2-11-16,0-3-14 0,-8 2-15 0,0-5-3 0,-2 1-11 16,-6-2-15-16,-3 2-24 0,-4-4-27 0,-3-1-35 31,-4-1-41-31,-3-2-39 0,-3-2-53 0,-2-1-62 15,-16 0-229-15,11-5-509 0,1-3 226 0</inkml:trace>
  <inkml:trace contextRef="#ctx0" brushRef="#br0" timeOffset="40541.82">7535 5934 40 0,'-3'-5'330'0,"-1"0"-11"16,3 1-40-16,-1-2-33 0,-1 4-23 0,3 2-30 16,-13-2-19-16,6 7-22 0,-6 7-15 0,-1 3-15 15,-7 9-13-15,-4 14-11 16,-2 11-6-16,0 8 0 0,-9 19-6 0,6 4-4 15,8-26-8-15,7-2-9 0,2 1-2 0,4-7-2 16,8-10-8-16,4-1-4 0,5-3-7 0,7 1 2 16,2-2 1-16,7-4 0 0,22 4-1 0,6-10 1 15,6-3-12-15,33-1-38 0,-27-9-97 0,31-3-137 16,-28-6-277-16,-4-2-558 0,-8-4 248 0</inkml:trace>
  <inkml:trace contextRef="#ctx0" brushRef="#br0" timeOffset="41349.18">3752 6346 120 0,'0'0'307'0,"0"0"-30"0,-1-4-28 0,1 4-24 0,0 0-26 16,13-4-19-16,-1 2-20 0,5 0-14 0,2-1-13 15,7 1-17-15,2 2-18 0,3-1-40 0,-3 4-55 16,-5-2-65-16,-1 0-84 0,-4-1-199 0,-1 0-372 15,-2 1 166-15</inkml:trace>
  <inkml:trace contextRef="#ctx0" brushRef="#br0" timeOffset="41913.15">3788 6414 129 0,'-4'0'237'0,"2"2"-25"0,0 4-21 0,2 0-19 15,3-1-21-15,2 7-14 0,3 2-15 0,7 6-10 16,2 5-5-16,2 0-14 0,-1 5-5 0,4 1-4 0,2 15-6 0,-6 0 0 16,2 0-3-16,-3 4 0 0,-9-1-9 0,-2-3-6 15,0 2 1 1,-4 1-7-16,-4-15-1 0,-1 2-2 0,-3-2-1 0,-3 3 4 0,1-4-3 0,-1-3 2 16,-3-2 5-16,1-1 1 0,-1-3 0 0,-1 0-1 15,6-7-2-15,-5 0 0 0,3-4-5 0,-1 2-9 16,2-1-2-16,3-6-6 0,0 2-2 0,1 0-5 15,-2-5-3-15,3 0-3 0,2 2 0 0,-3-3-2 16,2 0 3-16,0-2 6 0,2 2 14 0,0-4 8 16,-1 3 18-16,1-3-8 0,0 0 7 0,-4 5 11 15,4-5-1-15,0 0 4 16,0 0 3-16,0 0-6 0,0 0-11 0,0 3 3 16,0-3-4-16,0 0-4 0,0 0-8 0,0 0-5 15,0 0-4-15,0 0-4 0,0 0-12 0,0 0 1 0,0 0-2 0,0 0-1 0,0 0-6 16,0 0-3-16,-2 4-2 0,2-4-3 0,0 0 0 15,0 0-19-15,0 0 17 0,0 0 1 0,0 0 2 16,0 0 0-16,0 0-2 16,0 0-6-16,0 0 10 0,0 0-13 0,0 0 1 0,0 0 1 15,0 0-6-15,0 0 9 0,0 0-3 0,0 0-7 16,0 0 4-16,0 0-3 0,0 0 3 0,9 0 4 16,-9 0-5-16,21-5-1 0,-4 0 8 0,11 1-3 15,3-2 1-15,1-1 1 0,5-2-4 0,13 1 4 16,-16-1-4-16,7 4 2 0,-4-4-7 0,1 1 8 15,0-1-6-15,-3 4 1 0,-7-1 4 0,-6 2-6 0,-3-1 7 16,-6 3-4-16,0-1 3 0,-3 1-6 0,-4 1 3 16,1-1-27-16,-1 2-47 0,-6 0-51 0,6 0-55 0,-6 0-80 31,0 0-128-31,0 0-260 0,0 0-698 0,0 0 309 0</inkml:trace>
  <inkml:trace contextRef="#ctx0" brushRef="#br0" timeOffset="42598.5">3948 7789 164 0,'-3'-4'333'0,"2"2"-10"0,1 2-12 15,0 0-10-15,-5-5-39 0,5 5-34 16,0 0-25-16,-1-3-27 0,1 3-15 0,0 0-23 15,0 0-13-15,0 0-15 0,0 0-9 0,0 15-13 0,0-5-5 0,1 1-9 16,-5 2-3-16,3 6-12 0,-4 0-3 0,0 8-7 16,1-2-2-16,-5 1 1 0,0 2-12 0,0-3-5 15,0 0 4-15,4-7-6 0,-3-2-4 0,2-4-2 16,3-1-2-16,2-4 1 0,1-1-3 0,-4 1 3 0,3-4 3 16,1 1 47-16,-3 1 50 0,3-5 42 15,-1 4 34-15,1-4 20 16,0 0-16-16,0 0-22 0,5-11-19 0,-1 3-16 15,0-2-14-15,6-3-16 0,-2-3-12 0,2-1-10 16,0 1-10-16,-2 2-7 0,1-2-6 0,-4 7-10 16,4 0-7-16,-4 5-11 0,-1-2-4 0,-2 2-4 15,2-1-10-15,-1 2-6 0,-1 0-25 0,-2 3-23 16,4-2-9-16,-4 2-7 0,9 5 1 0,-5-1-8 16,0 2-8-16,4 2-9 0,-3 1-25 0,6 3-29 0,-3-2-31 0,3 2-31 15,-1 2-32-15,-2-4-35 0,0 1-52 0,7 0-48 16,-6-4-341-16,1-1-752 0,3-2 334 0</inkml:trace>
  <inkml:trace contextRef="#ctx0" brushRef="#br0" timeOffset="42767.48">4316 7968 166 0,'3'-3'400'15,"-2"0"-11"-15,-1 3-13 0,1-6-18 0,2 2-23 16,-2 1-34-16,3-1-31 0,-2-1-22 0,5 0-34 0,3-2-22 15,3 0-16-15,3 0-48 0,3 0-51 0,1-1-72 16,0 1-62-16,1 1-69 0,0 2-74 0,-3-1-111 16,0-2-180-16,-1 0-531 0,-6 4 236 0</inkml:trace>
  <inkml:trace contextRef="#ctx0" brushRef="#br0" timeOffset="42899.21">4468 8028 125 0,'-2'7'215'0,"-1"-6"12"15,0 3 2-15,3-4-3 16,0 5-15-16,0-5-19 0,12-1-18 0,1-2-17 16,3-2-17-16,14-2-16 0,-1 2-42 0,4-5-57 15,1 2-72-15,0-5-82 0,3 3-197 0,-4 1-352 16,3-4 156-16</inkml:trace>
  <inkml:trace contextRef="#ctx0" brushRef="#br0" timeOffset="43832.41">5053 7818 268 0,'-3'-4'353'0,"3"4"-14"0,-3-3-7 16,3 3-14-16,0 0-14 0,-1-4-18 0,1 4-12 15,0 0-34-15,-2-4-18 0,2 4-24 0,0 0-22 0,0 0-9 16,0 0-20-16,0 0-10 0,0 0-25 0,0 0-4 16,0 0-7-16,0 0-9 0,-1-3-9 0,1 3-10 0,0 0-9 15,0 0-2-15,0 0-7 0,0 0-1 0,0 0-4 31,0 0-10-31,0 0-3 0,0 0-2 0,0 0-1 16,0 0-6-16,0 0 3 0,0 0-5 0,0 0-1 16,0 0-7-16,0 0 3 0,0 0 0 0,0 0-4 0,0 0-6 15,0 0 4-15,0 0-3 0,0 0-10 16,0 0 6-16,0 0-4 0,0 0 3 0,0 0-2 0,0 0 2 16,0 0 0-16,0 0-10 0,0 0 11 0,0 0-5 15,0 0 3-15,0 0-3 0,0 0 0 0,0 0-2 0,0 0 0 16,0 0 1-16,0 0-4 0,0 0 8 0,0 0 7 15,0 0-7-15,0 0 1 0,0 0-11 0,0 0 1 16,0 0 1-16,0 0-1 0,0 0 1 0,0 0 4 16,0 0-4-16,0 0 2 0,0 0 2 0,0 0 3 0,0 0-5 15,0 0 0-15,0 0-1 0,0 0 6 0,0 0-7 16,0 0 2-16,0 0-1 0,0 0 0 0,0 0-1 16,0 0-1-16,0 0-1 0,0 0-3 0,0 0 0 15,0 0 7-15,0 0-13 0,0 0-1 0,0 0 0 0,0 0 1 16,0 0 0-16,0 0 4 0,0 0-5 15,0 0 2-15,0 0-3 16,0 0-1-16,0 0 6 0,0 0-7 0,0 0 17 16,0 0-8-16,0 0 0 0,0 0 5 0,0 0-3 0,0 0 3 0,0 0-2 15,0 0-7-15,0 0 10 0,0 0 4 0,0 0-7 0,0 0 15 16,0 0-13-16,0 0-4 0,0 0 5 0,0 0 7 16,0 0-10-16,0 0 10 0,0 0-8 15,0 0 5-15,0 0-5 0,0 0-1 0,0 0-5 16,0 0 6-16,0 0 0 0,0 0-1 0,0 0 8 15,0 0-10-15,0 0 18 0,0 0-14 0,0 0-1 16,0 0 2-16,0 0-3 0,0 0-3 0,0 0 14 16,0 0-9-16,0 0 8 0,0 0-7 0,0 0 6 15,0 0-3-15,0 0 7 0,0 0-10 0,0 0 1 0,0 0-1 16,0 0-7-16,0 0 17 0,0 0-7 0,0 0-7 16,0 0 5-16,0 0-2 0,0 0 1 0,0-5-1 0,0 5-2 15,0 0 5-15,0-6-4 0,1 3 0 0,-1 3 3 16,-1-4 6-16,1 4-4 0,1-7 8 0,-1 7-1 15,0-2 3-15,0 2-3 0,0 0 1 0,-1-6-5 16,1 6-8-16,0 0 9 0,0 0-15 0,0 0-6 31,0 0 1-31,0 0-5 0,-9 8 2 0,3 1-6 0,-3 2 9 16,0 1 0-16,-1 5-4 0,0-1 5 0,-3 6-1 0,1 3-2 16,2-8 12-16,5 2-1 0,-2-6-1 15,4 4 3-15,1-6-8 0,2 2 7 0,2-4 2 16,1-1 8-16,4-2 4 0,3 1 1 0,3-6 14 15,6 1-11-15,4-4-4 0,6-4 4 0,1-3 1 0,-2-2-3 16,-1-1 7-16,-3-2 13 0,-5 0 20 0,-1 0 6 0,-6-3 10 16,-1 1 8-16,-2-2-6 0,-4-2-7 0,-4-5-5 15,-2 7-2-15,-4-1-10 0,0-1-10 0,-3 3-9 16,-7 0-15-16,-2-2-32 0,-7 3-50 0,0-1-52 0,-3 8-55 16,-2 0-67-16,-5 6-68 0,1 2-112 15,-3-2-257-15,6 1-737 0,1 1 326 0</inkml:trace>
  <inkml:trace contextRef="#ctx0" brushRef="#br0" timeOffset="44834.08">4243 5988 165 0,'-5'3'177'0,"5"-3"-6"0,-5 4-16 0,5-4-4 0,-4 2-3 15,4-2-7-15,0 0-2 0,-2 2 0 0,2-2 3 16,0 0-1-16,0 0 3 0,0 0-1 0,0 0-8 0,0 0 0 16,-13-6 0-16,10 4-2 0,1-3-7 0,-2-1-1 15,-1 1 6-15,1-6 3 0,-1 2-8 16,1-2 10-16,-4-4 3 0,2-1 0 0,1 0-9 16,0 0-2-16,-3-1-11 15,3 0 1-15,0 0 0 0,-2 0-6 0,1 0-17 16,2 0-8-16,-1 8-6 0,1-3-8 0,3 4-11 15,-3 1-7-15,2 2-20 0,-5-1-16 0,2 3-21 0,-4 3-5 0,-1 3 3 16,-8 6-15-16,-5 3 9 0,-5 5 0 0,-4 2 1 0,-9 6-4 16,-2 6 2-16,-3-2-16 0,-2 1 16 0,2 0 1 15,-2 0-6-15,-1-4 0 0,2-1 13 16,14-6-8-16,-2-3 3 0,3-1 1 0,4-3 7 16,1-2 0-16,11-3-1 0,3-4 23 0,4 1 19 15,-4 0 29-15,6-3 30 0,1-2 1 0,0-5-6 16,1 3-5-16,2-6-8 0,2-1-8 0,1-3-7 15,1-2 1-15,6-2 13 16,-1-1-8-16,3-1-9 0,0 1-7 0,1 1-4 0,-1 1-9 0,3 1-5 0,-6 6-8 0,2 1-3 16,-2-1-6-16,1 5-9 0,-1-2-2 0,7 4-7 15,-3 2-2-15,9 5 7 0,0 2-8 0,8 4-1 16,3 2 2-16,2 6 1 0,3-1-4 0,10 8-19 16,-13-7-20-16,2 0-31 0,14 3-45 0,-1-2-57 15,-12-4-70-15,3-3-95 0,-1-1-484 0,13 0-890 16,-15-7 394-16</inkml:trace>
  <inkml:trace contextRef="#ctx0" brushRef="#br0" timeOffset="45688.58">9284 6522 227 0,'0'0'248'0,"-9"0"-9"0,9 0-8 0,0 0-16 0,-9 0-11 16,9 0-10-16,0 0-6 0,0 0-4 0,0 0-11 15,-6 2-15-15,6-2-18 0,0 0-12 0,16-4-16 16,-3-1-7-16,9 2-10 0,5-4-13 0,3 2-7 16,5 0-4-16,-3-2-10 0,5 2-7 0,-1 3-6 15,-3-3-10-15,-1 3-10 0,-5-1-28 0,-7 1-24 0,-3 2-33 0,-6-2-38 16,0 4-40-16,-4-1-19 0,-2 0-12 0,-1 2-41 16,-4-3-203-16,-11 8-445 0,1-4 197 15</inkml:trace>
  <inkml:trace contextRef="#ctx0" brushRef="#br0" timeOffset="45889.51">9357 6798 275 0,'-5'2'301'0,"1"1"-8"0,3-2-16 16,1-1-4-16,-4 6-12 0,4-6-16 0,0 0-30 0,0 0-18 0,17 2-19 0,4-3-21 15,15-5-9-15,20 4-12 0,7-6-42 16,0 2-39-16,26-2-45 0,-29 4-48 0,3-2-66 16,-7 1-77-16,1-4-285 0,0 0-504 0,-19 1 224 15</inkml:trace>
  <inkml:trace contextRef="#ctx0" brushRef="#br0" timeOffset="46736.93">11698 6220 47 0,'-5'-4'320'15,"2"0"-12"-15,2-1 2 0,0 1-5 0,-2-1 0 16,3-1-3-16,-1 2-4 0,-2 0-20 0,2 1-31 16,1-1-23-16,0 4-27 15,-4-3-19-15,4 3-20 0,0 0-42 0,0 0-48 16,0 0-13-16,0 0-7 0,0 17-8 0,2 1-3 15,-5 9-1-15,-2 5-2 0,-3 14-5 0,4-10-4 16,-1 10 5-16,1-9-7 0,-2 8-8 0,1-14 3 0,1 2-2 16,0-4-10-16,2-2 13 0,0-6-7 15,4 3-4-15,-4-7 1 0,2-6 3 0,0 2 3 16,-1-4-1-16,2-2-7 0,-2-2 6 0,2 0 6 0,-1 0 1 0,0-2-1 16,0-3 10-16,0 5 7 0,0-5-5 0,2 5-5 15,-2-5 5-15,0 0-29 0,0 0-33 0,0 0-46 16,0 0-46-16,0 0-50 0,0 0-62 0,-9-12-77 15,7 7-262-15,2 0-623 0,2-2 276 0</inkml:trace>
  <inkml:trace contextRef="#ctx0" brushRef="#br0" timeOffset="47175.63">12167 6559 50 0,'-8'2'264'0,"-2"0"-25"0,5-1-21 0,1-1-12 0,4 0-20 16,-9 3-17-16,9-3-10 0,-5 1-11 15,5-1-11-15,-5 3-16 0,5-3-5 16,0 0-15-16,0 0-13 0,-4 1-1 0,4-1-10 0,0 0-8 0,0 0-9 0,0 0-2 15,0 0-6-15,0 0-6 0,-5 5 3 0,5-5 1 16,0 0 1-16,0 0-5 0,0 0 0 0,0 0-5 16,0 0-1-16,0 0-2 0,0 0-4 0,0 0 0 0,0 0-5 15,0 0 1-15,0 0-4 0,0 0 0 16,0 0-2 0,0 0 5-16,0 0-3 0,27-4 2 0,-9 2-3 15,9-2 1-15,3 1-3 0,4-2-5 0,2 0-1 16,4 0-2-16,14-3 0 0,-2-1 1 0,-11 3-5 15,14-3 13-15,-18 4-10 0,-2-2-6 0,-2 2 2 0,-5 1 3 0,-6 2-1 0,-9-1-3 0,0 2-4 16,-2-1-8-16,-1 0-20 0,-5 2-14 0,1-2-19 16,-6 2-34-16,0-3-27 0,0 3-28 0,0 0-20 15,-21 1-20-15,8-1-18 0,-5 0-38 16,-1 1-142-16,1-1-414 0,-1 0 183 0</inkml:trace>
  <inkml:trace contextRef="#ctx0" brushRef="#br0" timeOffset="47407.09">12392 6386 261 0,'0'-7'368'0,"-4"2"1"0,4-2 1 0,-1 3-7 0,0-1-17 16,-1 1-29-16,2 4-29 0,-1-5-35 0,1 5-29 15,-1-4-29-15,1 4-22 0,0 0-35 0,0 0-17 16,0 0-16-16,-4 21-7 0,1-3-16 0,1 6-13 15,-2 3 5-15,0 3-5 0,3 0-14 0,-2 1-2 16,2-1-2-16,1 2-25 0,0-6-46 0,1 0-21 0,3-1-36 0,0-6-41 16,1 0-46-16,-1 6-55 0,2-13-74 0,-2 0-297 15,3-4-638-15,-1-4 282 0</inkml:trace>
  <inkml:trace contextRef="#ctx0" brushRef="#br0" timeOffset="47877.05">12978 6220 86 0,'0'-4'332'0,"3"0"-32"0,-2 0-22 0,3 0-30 0,1 0-24 16,-1 2-23-16,4-3-22 0,3 3-17 0,1-1-17 15,6 1-20-15,-3 2-9 0,7 5-8 16,-3-3-8-16,0 5-7 0,0 3-10 0,-1 2-9 0,1 8-9 0,-1-1-3 16,-5 3-5-16,-3 5-5 0,-5 1-3 0,-2 0-7 15,-6 2-2-15,-3 2-6 0,-6-1-2 0,-8 13 0 16,-2-15-3-16,-5 10-4 0,3-11 3 0,0-1 6 15,1-5-13-15,2-3-1 0,0-2-2 0,4-5-5 16,4-2-1-16,4-1 15 0,-1-4 5 0,5-3 34 16,1 1 43-16,-1 2 43 15,1-4 37-15,4-1-9 0,0 0-20 0,0 0-21 16,0 0-8-16,0-11-12 0,5 6-20 0,4-4-9 16,4 3-12-16,1-1-7 0,-1 1-4 0,2-2-8 15,3 1-8-15,-5 5-11 0,2-3-12 0,0 2-25 0,3-1-32 16,-4 1-39-16,4 1-39 0,-5 2-56 15,6 0-54-15,-6 0-71 0,6 1-89 0,-6-2-317 16,0 1-751-16,-3-3 333 0</inkml:trace>
  <inkml:trace contextRef="#ctx0" brushRef="#br0" timeOffset="48656.67">13652 6193 273 0,'0'-7'357'0,"0"0"0"16,1-1 2-16,-1 3-13 0,0 0-9 0,0-2-29 15,0 3-30-15,0 2-33 0,0 2-22 0,0-6-29 16,0 6-31-16,0 0-19 0,0 0-23 0,0 0-31 16,0 0-8-16,0 0-12 0,0 17-14 0,0-2-5 0,0 4-7 15,-4 9 1-15,-1 2-4 0,-1 6-6 16,2-2-14-16,0 2 3 0,0-2 2 0,3 0-6 16,-2-2 0-16,3-3-3 0,0-2 3 0,4-3-3 15,-4-5 0-15,4-1-3 0,-3-2 2 0,2-4-10 0,1 0 8 0,-2-2 6 16,6-2 11-16,-3-2 9 0,-1 1-1 0,1-2 2 15,0-2-1-15,7 1 0 0,-2-1-1 0,0-2-13 16,3 0-20-16,-3-1-18 0,0-1-47 0,0-3-36 0,1 0-48 16,-2-3-63-16,0-1-71 0,-2-2-89 15,2-4-237-15,-3-2-652 0,0-2 288 0</inkml:trace>
  <inkml:trace contextRef="#ctx0" brushRef="#br0" timeOffset="48826.24">13500 6445 169 0,'-8'2'327'16,"1"-1"-14"-16,0 1-9 15,4 0-1-15,3-2-1 0,-7 0-21 0,7 0-31 16,0 0-19-16,0 0-37 0,36-7-19 0,-4 2-42 16,7-3-58-16,17 1-69 0,3-4-78 0,0 2-98 15,1-1-301-15,1-1-509 0,-6-3 226 0</inkml:trace>
  <inkml:trace contextRef="#ctx0" brushRef="#br0" timeOffset="49080">14247 6461 260 0,'-5'3'335'16,"3"0"-18"-16,-1 0-8 0,3-3-10 0,-4 1-4 0,4-1-24 15,0 0-28-15,0 0-30 0,0 0-24 0,28-5 1 16,-6 3-25-16,5-5-30 0,5 4-34 0,7-4-31 16,0 1-33-16,13-2-53 0,-15 3-45 0,2-3-61 15,-5 2-61-15,-2-2-85 0,-4-1-196 0,-9 3-502 0,-1-1 223 16</inkml:trace>
  <inkml:trace contextRef="#ctx0" brushRef="#br0" timeOffset="49295.77">14473 6264 351 0,'-3'-3'361'0,"-1"1"11"15,0-2-4-15,2 2-14 0,-2-2-36 0,4 4-28 16,-3-3-35-16,3 3-30 0,-4 0-25 0,4 0-32 15,0 0-20-15,0 0-8 0,-2 14-22 0,2-1-12 0,-2 4-12 16,-2 8-10-16,-1 2 8 0,2 2-21 0,-1 4-19 16,0-2 11-16,0-1-5 0,0 1-5 0,2-1-18 15,0-1-18-15,1-1-46 0,1-1-46 0,0-6-47 0,3-3-50 16,-2 0-66-16,0-1-51 0,2-8-289 0,-1-3-627 16,4-2 278-16</inkml:trace>
  <inkml:trace contextRef="#ctx0" brushRef="#br0" timeOffset="49642.9">14941 6186 404 0,'0'-4'430'0,"0"0"-20"15,0 4-33-15,0-4-41 0,0 4-33 0,3-4-38 16,-3 4-36-1,0 0-27-15,0 0-24 0,0 0-19 0,0 0-26 16,0 0-9-16,1 18-15 0,0-2-5 0,-1 2-14 0,-1 7-8 16,-3 3-5-16,3 0-9 0,-3 1 3 0,0-1-14 15,0-1-8-15,0 0-1 0,3-1-14 0,-1-7 6 16,2-1-14-16,-4 0 12 0,4-1-4 0,0-5-14 16,0 0 4-16,0-3-3 0,0 1 1 0,0-2-3 15,0-3 4-15,1 0-6 0,-1 0 4 0,3-2 0 0,-1-1 5 16,2 2-2-16,1-2-13 0,4-1-30 0,1-2 5 15,3 0-54-15,-1-4-41 0,-1 3-51 0,2-5-56 0,2-2-70 16,-1-1-94-16,-1-3-199 0,-1-2-628 0,4-5 278 16</inkml:trace>
  <inkml:trace contextRef="#ctx0" brushRef="#br0" timeOffset="49828.07">14844 6362 24 0,'-5'1'395'0,"0"-1"-12"0,1 2 6 0,4-2-4 15,-6 1-13-15,6-1-18 0,0 0-38 0,0 0-36 0,0 0-30 0,15-7-24 16,3 3-16-16,2-1-52 0,11 1-58 0,2 0-59 16,2-2-61-16,-2 2-68 0,3-2-65 0,-3 0-86 15,-4-2-326-15,-2 0-610 0,-1-1 270 0</inkml:trace>
  <inkml:trace contextRef="#ctx0" brushRef="#br0" timeOffset="50159.99">15248 5981 165 0,'0'-3'438'0,"1"0"-16"16,-1 3-30-16,-1-5-33 15,1 5-34-15,1-4-33 0,-1 4-35 0,0 0-27 16,0 0-34-16,6-2-3 0,-6 2-37 0,0 0-13 16,11 6-14-16,-6 1-24 15,-1-2-9-15,0 1-12 0,-1 4-6 0,1 2-14 0,-3 6-2 16,-1-1-8-16,-1 0-8 0,0 0 4 0,-7 3-9 16,3-3-8-16,0 0-5 0,0 0-1 0,1-5 1 15,-2 0-5-15,2 0-7 0,0-5-2 0,1 0 1 0,1 0 3 0,2-2 3 16,0 0-2-16,-1-2-4 0,1-3 2 0,1 7 6 15,3-5 4-15,2 0-6 0,7-1-4 0,5 1-4 0,2-2-13 16,3 0-26-16,5-3-55 0,-1 1-48 16,0-3-57-16,-5 1-70 0,5-4-77 0,-10-1-291 15,1-3-675-15,-2-1 298 0</inkml:trace>
  <inkml:trace contextRef="#ctx0" brushRef="#br0" timeOffset="50366.52">15580 5879 359 0,'0'-4'353'0,"0"0"-38"0,0 4-40 0,0 0-21 16,-1-4-37-16,1 4-27 0,0 0-22 0,0 0-15 15,1 19-8-15,3-1-26 0,2 9-10 0,-2 5-1 0,1 17-1 0,0 3-3 16,-1-2-2-16,3 5-3 0,-6-2-7 0,-1 0 6 16,-4 0-17-16,0 1 10 0,-5-4-7 0,-9-1 1 15,0-5-13-15,-6-1-9 0,-7-1 13 0,-4-6-22 16,-5-3-4-16,-1 3-5 0,-8-11-17 0,1 6-41 15,-9-2-48-15,-32 5-56 0,1-7-74 0,-5-6-77 16,-9-11-307-16,-3-1-622 0,0-8 275 0</inkml:trace>
  <inkml:trace contextRef="#ctx0" brushRef="#br0" timeOffset="50984.27">11601 5964 57 0,'-18'26'165'15,"-4"4"-1"-15,-6 17-4 0,-4 4-5 0,-9 29 19 16,-6 0 20-16,5-1 6 0,0-3 7 0,15-21-8 16,9-2-13-16,0-1-13 0,9-2-5 0,8-2-5 15,7-1-10-15,16 3-5 0,9-4-10 0,11-3-7 16,37 7-9-16,8-12-36 0,15-11-56 0,7-9-75 15,7-4-104-15,12-10-348 0,6-4-538 0,-2-6 238 0</inkml:trace>
  <inkml:trace contextRef="#ctx0" brushRef="#br0" timeOffset="53889.88">15815 5593 181 0,'-9'0'204'0,"4"0"-4"0,-4 0-9 16,9 0-7-16,-9 2-15 0,9-2-12 0,-5 0-19 16,5 0-9-16,0 0-8 0,-10 0-13 0,10 0-8 0,0 0-6 15,0 0-9-15,-6 1-9 16,6-1-4-16,0 0-4 0,0 0-6 0,0 0-3 0,0 0-5 0,-7 0-6 0,7 0 1 16,0 0-3-16,0 0 4 0,0 0-7 0,0 0-1 15,0 0-4-15,0 0-2 0,0 0-1 0,0 0-7 16,0 0-4-16,-6-3-1 0,6 3 2 0,0 0-8 15,0 0-3-15,0 0 3 0,0 0-6 0,0 0 0 16,0 0 0-16,0 0-2 0,0 0 0 0,0 0 0 16,0 0 2-16,0 0 2 0,0 0 6 0,19 3-1 15,-8-4-2-15,6-2 1 16,11 2-5-16,2 1 4 0,-1-3 2 16,3 1-4-16,-4-1-6 0,1 0 0 0,-7 1 0 15,6 0 0-15,-6 1 0 0,-4 0 0 0,-4 1 7 16,-4-3-10-16,-2 3 0 0,0 0-8 0,0 0-11 0,-8 0-8 15,11-1-16-15,-6 0-6 0,-5 1-13 0,6 0-27 0,-6 0-23 16,0 0-17-16,0 0-15 0,0 0-21 0,0 0-13 16,0 0-28-16,-17-7-151 0,15 4-380 0,2 3 168 15</inkml:trace>
  <inkml:trace contextRef="#ctx0" brushRef="#br0" timeOffset="54174.54">16418 5378 183 0,'2'-7'357'16,"0"0"-4"-16,-2 0-13 0,4-1 15 0,-7 5-20 15,3-3-9-15,0 1-25 0,0 1-27 0,0 0-43 16,0 4-32-16,3-3-30 0,-3 3-22 0,0 0-36 16,0-4-25-16,0 4-39 0,0 0-3 0,1 14-3 15,-2-4-4-15,1 5-2 16,0 4-6-16,0-1 0 0,0 10-8 0,0-4 9 15,-3 3-4-15,2-8-5 0,1 6 16 0,0-6-20 16,0 0 0-16,0-2-20 0,0 1-17 0,-2-1-25 16,0-2-26-16,1-4-21 0,0 0-29 0,-2 2-27 15,1-4-35-15,0 1-35 0,-3-3-33 0,0 0-257 16,3-1-550-16,-1-2 244 0</inkml:trace>
  <inkml:trace contextRef="#ctx0" brushRef="#br0" timeOffset="54439.25">16322 5781 193 0,'-2'1'261'0,"-3"1"-5"0,5-2-3 16,-5 5-6-16,5-5 1 0,0 0-8 0,-5 2 5 15,5-2-26-15,0 0-26 0,0 0-17 0,19-5-14 16,-1 1-17-16,11 1-14 0,4 0-15 0,6-2-15 15,0-1-4-15,15-1-16 0,-3-1 7 0,-11 5-10 16,-5-2-20-16,1 1-4 0,-4-1-7 0,-10 1-1 16,-4 1-6-16,-6 1 4 0,0 2-17 0,-3-3 19 0,-3 3-3 0,-1 0-6 15,1-1-8-15,-6 1-9 0,6-1-16 0,-6 1-25 16,0 0-25-16,0 0-30 0,-18 5-24 0,4-3-36 0,-3 5-38 16,-2-2-46-16,0-1-55 0,1 1-222 0,-1 1-537 15,5-2 238-15</inkml:trace>
  <inkml:trace contextRef="#ctx0" brushRef="#br0" timeOffset="54924.4">16574 5883 349 0,'0'0'352'0,"2"5"-30"0,-2-5-30 15,0 0-28-15,5 3-19 0,-1-2-36 0,4-1-24 16,3 1-22-16,0 2-15 0,3-3-12 0,-4 4-17 16,3-1-14-16,0 2-13 0,0 1-14 0,-3 0-6 15,-1 3-2-15,-4 1-11 0,0 0-3 0,0 7-6 16,-5-1-3-16,-5 1-10 0,-4-1 16 0,0 7-20 16,-6-3-2-16,-2-1-3 0,-1 1-3 0,4-6-1 0,-2 0 0 0,0-1 2 15,1-3-3-15,1 1 5 0,3-3 2 0,0 0 10 16,4 0-15-16,-3-3-3 0,3 0-4 0,3-2-2 0,-1 1 0 15,1-1-3-15,2-1 4 0,-1 1 15 0,3-3 17 32,-5 4 23-32,5-4 27 0,0 0-2 0,-4 3 0 15,4-3-3-15,0 0-9 0,0 0-9 0,31-10-5 16,-3 4-7-16,4-1-8 0,5 1-5 0,14-2-6 0,0-3-8 16,3 3-4-16,2-1 4 0,-1 0 2 0,3 4-11 15,-6 0-1-15,-18 2-2 0,-2 0-1 0,-1 3-4 16,-11-2-5-16,0-1 6 0,-6 1-6 0,-4 2-1 15,-2 0-1-15,-1 0 2 0,0-2 23 16,-7 2 11-16,7 0-2 0,-7 0 0 0,7 0-5 0,-7 0-4 0,0 0-17 16,7-2-23-16,-7 2-42 0,0 0-48 0,0 0-53 15,0 0-62-15,0 0-55 0,-15 9-75 0,9-7-91 16,6-2-249-16,-9 3-732 0,9-3 324 0</inkml:trace>
  <inkml:trace contextRef="#ctx0" brushRef="#br0" timeOffset="56825.35">18330 6140 163 0,'0'0'313'0,"-9"0"-4"16,9 0-16-16,0 0-8 0,0 0 4 0,0 0-5 15,0 0-7-15,0 0 2 0,0 0-10 0,-4-4-15 32,4 4-20-32,0 0-11 0,0 0-27 0,0 0-14 15,8-8-23-15,0 7-19 0,4-4-15 0,6-1-16 16,1 3-28-16,7-2-40 0,5-2-41 0,-2 5-47 0,0-1-43 16,1-2-46-16,-1 1-40 0,-1-1-50 0,-5 5-53 0,-5-1-314 15,0-1-640-15,-9 0 284 0</inkml:trace>
  <inkml:trace contextRef="#ctx0" brushRef="#br0" timeOffset="56972.46">18387 6310 181 0,'-5'5'251'16,"0"0"-25"-16,2-1-16 0,1-1-9 0,-2-1 0 16,4-2-6-16,2 5-8 0,4-3-18 0,9-2-14 15,12 0-17-15,10-2-22 0,21-3-49 0,-3 2-80 0,11-3-117 16,2-3-229-16,-4 0-390 0,-5-3 173 15</inkml:trace>
  <inkml:trace contextRef="#ctx0" brushRef="#br0" timeOffset="58614.18">20369 5864 132 0,'-1'-7'343'16,"5"-3"-5"-16,-3 0-11 0,-1 1-1 0,3-3-13 15,-3 4-12-15,1-1-16 0,-1 6-13 0,0-4-34 16,0 0-19-16,0 4-16 0,3 1-29 0,-3 2-20 16,0-6-26-16,0 6-52 0,0 0-23 0,0 0-5 0,0 0-2 15,-3 25-9-15,2-7 1 0,-6 5-12 0,5 5 5 16,-5-2-4-16,2 4-5 0,0 2-2 0,4 0-1 16,-3 0 0-16,0-1-2 0,4 0-3 15,-5-1 12-15,5-11-15 0,-2 6 0 0,2-7-3 0,0-5-25 16,0 2-28-16,0-5-29 0,-2 1-24 0,2-4-26 0,-2 0-27 0,0-2-26 15,2 2-13-15,-1-7-27 0,1 0-97 0,0 3-169 16,0-3-522-16,0 0 230 0</inkml:trace>
  <inkml:trace contextRef="#ctx0" brushRef="#br0" timeOffset="60586.94">21220 5685 194 0,'-1'-4'301'0,"1"4"-11"16,0-6-8-16,0 2-6 0,0 4-18 0,-2-5-4 15,2 5-35-15,-2-3-25 0,2 3-18 0,0 0-22 16,0 0-18-16,0 0-24 0,0 0-4 0,0 0-17 0,2 15-7 0,-2-2-14 16,2 5-3-16,-2 7 0 0,0 5-13 0,4 2-6 15,-3-1-9-15,-1 1-1 0,3 4-3 0,-2 11 0 16,0-12-5-16,-1-2-15 0,3 0-19 0,3 0-24 16,-3 0-25-1,-2-4-42-15,-1 2-48 0,0-2-51 0,0-6-103 16,0-6-173-16,0-4-507 0,0-3 225 0</inkml:trace>
  <inkml:trace contextRef="#ctx0" brushRef="#br0" timeOffset="61619.39">20953 6002 53 0,'0'0'180'0,"-11"-2"-10"0,7 2-3 0,4 0-5 0,-10 2-9 0,10-2-5 16,-7 0-8-16,7 0-8 0,0 0-4 0,-6 0-4 15,6 0-3 1,0 0-3-16,0 0-5 0,0 0-1 0,0 0-10 15,0 0-3-15,0 0-2 0,0 0-9 0,0 0-1 16,0 0-6-16,0 0-4 0,0 0-5 0,0 0-5 0,-8-2-3 16,8 2-5-16,0 0-8 0,0 0-2 15,0 0-4-15,0 0 2 0,0 0 9 0,0 0-9 0,0 0-4 16,0 0 16-16,0 0-15 0,0 0 0 0,0 0 4 16,0 0 1-16,0 0-7 0,0 0-2 0,0 0-1 15,0 0-4-15,0 0-1 0,0 0 2 0,0 0-4 16,0 0-3-16,17-3-3 0,-6 1 0 0,7-1-3 15,4-2-5-15,10 0-3 0,4 1-7 0,-3 1 6 16,8 1-2-16,-3-1-1 0,3-1-8 0,10 1 5 0,-15 1-2 0,-4-1-1 16,1 0-1-16,-1 1 7 0,-5-2-5 0,-8 4-2 15,-5 0-4-15,0 0 3 0,-5-2-2 0,-1 2 4 16,1 0-11-16,-4-1 12 0,-5 1-17 0,9 0 3 16,-9 0-9-16,8 0 3 0,-8 0-11 0,0 0-12 15,7 0-25-15,-7 0-22 0,0 0-27 0,0 0-26 16,0 0-25-16,0 0-23 15,0 0-35-15,0 0-43 0,-19-4-180 0,19 4-480 16,-4-4 213-16</inkml:trace>
  <inkml:trace contextRef="#ctx0" brushRef="#br0" timeOffset="62004.13">21843 5712 174 0,'2'-10'343'0,"3"0"-9"0,-1-1 3 0,0 1-30 15,1 2-20-15,-1 1-13 0,-3 0-13 0,4 4-20 0,-3-2-27 16,0-1-22-16,-2 2-4 0,0 4-36 0,4-4-22 16,-3 3-27-16,-1 1-17 0,0 0-1 0,0 0-19 0,0 0-11 15,4 16-13-15,-3-6-2 0,-1 7 0 0,3 2-6 16,-7 8-10-16,3 1 2 0,-7 4 0 15,3-1-6-15,-4 0-1 0,4 2-5 0,-3 0 0 16,3-4-3-16,0 0 1 0,0 1 4 0,3-1-4 0,0-4-2 16,0-6 2-1,2-2-4-15,0-2-4 0,0-1 4 0,0-4-3 16,0-2 4-16,0 2 13 0,0-3-13 0,0-3-4 16,0 1 6-16,2 0 7 0,-2-2 5 0,0-3 4 15,2 5-10-15,0-3 9 0,3 0 1 0,0 1-4 0,4-3 1 16,2 0-14-16,1 0-28 0,1 0-21 0,-3 0-36 15,11-3-41-15,-5-3-51 0,5 0-66 0,-1-1-75 0,-2-3-280 16,-1-1-635-16,1-2 282 0</inkml:trace>
  <inkml:trace contextRef="#ctx0" brushRef="#br0" timeOffset="62236.09">21743 5914 9 0,'0'0'318'0,"-6"3"-14"16,6-3-12-16,0 0-5 0,-5 0 7 0,5 0-25 15,0 0-27-15,0 0-27 0,0 0-27 0,22-5-22 0,-2 1-14 16,12-1-33-16,5-2-49 0,2 2-48 0,16-2-59 0,-2-1-72 15,-1 1-81-15,-13-1-246 0,0-1-471 0,-2 0 209 16</inkml:trace>
  <inkml:trace contextRef="#ctx0" brushRef="#br0" timeOffset="63091.49">22317 5433 19 0,'0'-4'352'0,"-3"0"-25"15,3 0-38-15,0 4-26 0,0 0-40 0,0 0-14 16,4-2-25-16,-4 2-20 0,14 12-12 0,-1 11-25 0,2 2-12 15,7 17-11-15,1 6-10 0,-3 4-4 16,-2 4-6-16,-2 3-8 0,-5-1-9 0,-1 24-4 0,-6-22-5 0,-6 24 0 16,-6-25-6-16,-2-5-8 0,-3 1-3 0,-7-4 1 15,-5 1-6-15,-5-5-1 0,-6-3-3 0,-4-1-5 16,-8-8-6-16,0 0-28 0,-5-5-22 0,-7-1-44 16,0-5-51-16,-27 5-83 0,-3-10-295 0,29-7-543 15,-3-5 241-15</inkml:trace>
  <inkml:trace contextRef="#ctx0" brushRef="#br0" timeOffset="63569.9">19954 5441 34 0,'0'-5'249'0,"0"5"-31"0,0 0-32 16,0 0-12-16,-6 26-18 0,-6-2-14 0,-11 18-12 15,0 4-14-15,-2 6-9 0,0 3-9 0,-10 22-14 16,13-22-3-16,4-1-4 0,5 4-6 0,3-3 1 0,10 1 6 16,6-8-3-16,11 1 0 0,6-1 4 0,9-8 2 15,13-1-1-15,31 5-9 0,9-7-3 0,1-13-33 16,8-10-35-16,8 2-49 0,5-8-67 0,-1-1-107 0,8-11-153 16,-4-1-405-16,-9-1 180 0</inkml:trace>
  <inkml:trace contextRef="#ctx0" brushRef="#br0" timeOffset="64694.59">22686 5207 144 0,'-4'-1'240'0,"4"1"-18"0,-11-2-9 0,7 1-10 0,4 1-8 16,-8-1-8-16,8 1-13 0,0 0-15 16,-6-1-11-16,6 1-13 0,0 0-10 0,0 0-9 15,0 0-9-15,0 0-6 0,0 0-2 0,0 0 0 0,-8 0-7 0,8 0 1 16,0 0 2-16,0 0-6 0,0 0-3 0,0 0-7 15,0 0-5-15,0 0-7 0,-5 2-5 0,5-2-12 16,0 0-1-16,0 0-6 0,0 0 1 0,0 0-5 16,0 0-6-16,0 0 6 0,0 0-3 0,0 0 0 15,0 0 0-15,0 0 0 0,0 0-1 0,0 0-6 16,0 0 1-16,0 0 1 16,0 0 2-16,0 0 1 0,0 0-6 0,0 0-1 15,0 0 3-15,0 0-10 0,0 0 3 0,0 0-6 16,0 0-10-16,0 0 7 0,0 0 3 0,0 0-7 15,0 0 3-15,0 0-3 0,0 0 2 0,0 0 0 16,0 0-10-16,0 0-2 0,0 0 9 0,0 0-3 0,0 0-1 16,0 0 0-16,0 0-3 0,0 0 1 0,0 0 1 15,0 0-2-15,0 0-1 0,0 0-1 0,0 0 4 0,0 0 0 16,0 0-4-16,0 0 0 0,0 0-5 0,0 0 2 16,0 0 4-16,0 0-2 0,0 0 2 0,0 0-2 15,0 0-5-15,0 0 8 0,0 0-3 0,0 0 0 16,0 0 4-16,0 0 12 0,0 0-7 0,0 0-14 15,0 0 2-15,0 0-2 0,0 0 8 0,0 0-11 16,0 0 6-16,0 0 3 16,0 0-5-16,0 0-1 0,0 0 6 0,0 0-3 15,0 0 3-15,0 0 2 0,0 0-6 16,0 0-1-16,0 0 5 0,0 0-1 0,0 0 6 0,0 0-11 16,0 0 25-16,0 0-12 0,0 0 0 0,0 0-9 15,24-4 2-15,-10 3 6 0,7-1-6 0,12-2 0 16,0 1 0-16,3-2-6 0,3 0 4 0,-1 2 7 15,-2-1-5-15,-1 2 3 0,-3-1 1 0,-5 0 2 0,-5 1-2 0,-5-1 6 16,-5 3 6-16,0-1-3 0,-6 1 3 0,1 0 3 16,-1 0-4-16,-6 0-2 0,9-1 1 0,-5-1-6 15,-4 2 1-15,6-1-13 0,-6 1-21 16,0 0-31-16,8-2-31 0,-8 2-22 0,0 0-25 0,0 0-31 16,0 0-29-16,0 0-29 0,-18 6-40 0,13-6-273 15,0 1-580-15,5-1 257 0</inkml:trace>
  <inkml:trace contextRef="#ctx0" brushRef="#br0" timeOffset="64988.55">23592 4928 406 0,'1'-8'438'16,"2"1"1"-16,-2 1-8 0,-1 0-19 0,2 1-35 16,-2 1-39-16,0 1-36 0,0 3-36 0,0-5-35 15,0 5-31-15,2-3-44 0,-2 3-74 0,0 0-32 0,0 11 0 0,2 4-16 16,-2 3 2-16,-2 8-3 0,-2 7-4 0,0 0-2 16,-1 13-3-16,-2 0-2 0,1 2 2 0,0-1-1 15,2-10-13-15,2-3-35 0,2 1-37 0,-3-1-38 16,1-3-31-16,0 1-54 0,0-1-76 0,-2-7-352 15,3-7-664-15,-1-6 294 0</inkml:trace>
  <inkml:trace contextRef="#ctx0" brushRef="#br0" timeOffset="65396.09">23586 4807 35 0,'2'-6'422'0,"-2"2"15"16,2 2-9-16,0-2-9 0,-2 4-23 0,0-4-39 0,0 4-35 15,4-4-36-15,-4 4-31 0,0 0-28 0,0-3-27 0,0 3-31 16,0 0-27-16,0 0-50 0,0 0-47 15,0 0-15-15,0 0-4 0,-8 16 5 0,3 0-20 16,-3 2-29-16,-4 7-12 0,-4 1-46 0,-4 4-23 0,-2 0-55 16,-8 8-86-16,3-11-380 0,2 1-669 0,2-6 296 15</inkml:trace>
  <inkml:trace contextRef="#ctx0" brushRef="#br0" timeOffset="65758.92">23395 5494 224 0,'-4'2'368'0,"4"1"-18"16,0-3-14-16,-6 4-21 0,6-4-12 0,0 4-29 15,0-4-8-15,0 0-25 0,0 0-24 0,14 3-19 16,14-5-21-16,11 4-54 0,22-8-65 0,28-2-93 16,-23 2-125-16,-4-5-383 0,3 0-587 0,-2-3 259 15</inkml:trace>
  <inkml:trace contextRef="#ctx0" brushRef="#br0" timeOffset="74353.28">1815 10130 165 0,'-2'-3'197'0,"2"3"11"0,0 0-7 0,0 0 6 0,0 0 3 0,0 0-8 0,0 0-2 16,0 0 0-16,-9-1-2 0,9 1 1 16,0 0-6-16,0 0-8 0,0 0-11 0,0 0-8 15,0 0-26-15,0 0-11 0,0 0-14 0,0 0-5 16,0 0-13-16,0 0-14 0,0 0-10 0,0 0-3 0,0 0-6 16,0 0-20-16,14-5-8 0,-4 2 5 0,7 3-57 15,1-1-38 1,2-1-40-16,3 2-54 0,5-3-60 0,-6 3-62 15,-3-1-250-15,1 1-563 0,-7 1 249 0</inkml:trace>
  <inkml:trace contextRef="#ctx0" brushRef="#br0" timeOffset="74522.45">1677 10483 218 0,'-6'7'210'0,"-2"0"-24"0,4-1-19 16,-2-2-15-16,6 0-10 0,-2 0-4 0,4 0 2 15,3-1-4-15,1-1-14 0,6-2-7 0,8 0-11 16,11-2-6-16,1-1-30 0,3-1-35 0,-1 1-53 16,1-2-66-16,0-2-75 0,-3 0-133 0,-1-2-318 15,-5 1 141-15</inkml:trace>
  <inkml:trace contextRef="#ctx0" brushRef="#br0" timeOffset="75070.42">2026 10079 141 0,'-5'-8'383'16,"0"-3"-15"-16,4 6 5 0,-2-2-17 0,2 2-41 15,0 0-29-15,1 5-33 0,-3-7-27 0,0 2-24 16,3 5-37-16,-1-2-49 0,1 2-9 0,0 0-23 16,0 0-6-16,13 11-13 0,-3-3-3 0,0 5-4 15,6-3-7-15,-2 6-7 0,6 3-11 0,2-2-11 16,-3 0-4-16,3-1-12 0,2 0-1 0,-3-1-1 0,2 1 1 0,-3-7-5 15,-1-2-4-15,0 1-2 0,0-2 0 0,-2-1 2 16,-3 1 2-16,-5-5 0 0,1 0 6 0,-2 1-6 16,1-2 12-16,-4-2 6 0,3 2 13 0,-3-2 14 15,4-2 16-15,-5 0 22 0,1-1 11 16,-4 1-6-16,4-3 2 0,-1 2 2 0,-1-2 11 0,-2 2-16 16,2 0 12-16,-1 1-8 0,0 1-14 0,-2 3-10 15,0 0-15 1,3-8-21-16,-3 8-47 0,0 0-23 0,0 0-7 15,-7 16 11-15,-1 7-1 0,-5 8 2 0,-1 3 1 16,-7 15 8-16,-3 2-2 0,-4 2 6 0,1-3 0 0,2 4 6 16,0 1-2-16,0-6 6 0,2 3-5 0,1-4 8 15,4-3 2-15,0-2-3 0,4-13 4 16,4-1 0-16,1-2 11 0,3-9-9 0,-2-1-3 16,3-5-1-16,2-4 7 0,-1 1 13 0,3-4 22 0,0 1 31 0,0-3 31 15,-1-1 21-15,2-2 19 0,-1 6 26 0,1-6 14 16,-3 4 14-16,3-4 8 0,0 0 7 0,-2 3-3 15,2-3 1-15,0 0-21 0,0 0-5 0,0 0-12 16,0 0-15-16,0 0-15 0,0 0-15 0,0 0-9 0,0 0-15 16,0 0-9-16,0 0-10 0,0 0-10 15,0 0-14-15,0 0-29 16,0 0-24-16,0 0-55 0,0 0-59 0,0 0-77 16,0 0-68-16,10-14-80 0,-5 8-88 0,4-2-118 15,0-2-418-15,1-2-1043 0,2-5 461 0</inkml:trace>
  <inkml:trace contextRef="#ctx0" brushRef="#br0" timeOffset="77390.07">3636 10024 105 0,'0'-3'243'0,"0"-3"-6"0,-1 1-16 0,2-1-11 16,-1-1-2-16,0-3-7 0,0-1-8 0,0 3-10 15,0 2-8-15,0 0-9 0,0 0-13 0,0 0-11 16,0 3-14-16,1-1-16 0,-1 4-17 0,0-8-10 0,0 6-24 0,0 2-27 15,0 0-33-15,0 0-31 0,0 0 4 0,0 0-1 16,-1 26 4-16,1-1 1 0,-4 4 3 0,3 7-2 16,-6 12 5-16,1 5-2 0,1 6 6 0,0-4-7 15,-3-2 7-15,3 2 3 0,2-3 1 0,-1-1 0 16,1-1 2-16,2-14 0 0,0 11 1 0,-1-14 2 16,2 1 0-16,2-5 3 0,-4-2-4 0,2-8 2 0,2-2 0 0,-2 0 1 15,0-6-1-15,1-3 0 0,-1 0 21 0,0-3 15 16,0 2 13-16,-1-5 20 0,1 3 13 0,0-5 22 15,1 5 23-15,-1-5 36 0,0 3 19 0,0-3 18 16,0 0-18-16,0 0-19 0,0 0-15 0,-7-20-18 16,5 10-14-16,-3-6-21 0,0-9-16 0,0-1-20 15,-2-6-20 1,2-2-21-16,1-1-23 0,0-19-18 0,2 2-11 16,-4-5-6-16,3-25-1 0,-1-1-7 0,3 25-10 15,1-30-4-15,0 5 11 0,1 27-6 0,-1 0 8 0,1 1 8 16,-1 5 8-16,-1 1 12 0,0 15 5 0,-3 0 4 15,4 2 8-15,-3 4 15 0,2 4 11 16,0 6 10-16,-1 1 9 0,2 7 6 0,-2 0-2 16,1 4-11-16,1-2 1 0,0 4-11 0,-2 0-16 0,2 0-25 0,0 4-18 15,0-6-32-15,0 6-31 0,-1-3-37 0,1 3-11 16,0 0 13-16,12 9 6 0,-1 0 10 0,4 8 8 16,5 1 11-16,0 3 8 0,4 3 10 0,3 1 4 15,-4 2 12-15,9 11 6 0,-11-9 5 0,-2 0 4 0,-2 3 10 16,0-1 6-16,0 1-2 0,-7-1 8 0,-1-1 2 15,-4 0 0 1,0 0 18-16,-5-4 9 0,-6 3 14 0,-2-4 19 16,-2-1-1-16,-7 1 6 0,-2-4 1 0,-1 0-1 15,-3-1 4-15,0-2 3 0,-3-2-1 0,3 1 0 16,-5-2 0-16,3-2-1 0,0 0-1 0,7-4-3 16,0-1-4-16,7 0-5 0,0-3-3 0,-1 0-2 15,3-1-1-15,3 0-6 0,1-1 0 0,-2-2-1 16,6 0-1-16,-3 2-3 0,4-3-7 0,-5 2-13 0,5-2-9 15,0 0-10-15,0 0-21 0,-8 2-24 0,8-2-22 0,0 0-22 16,9 5-47-16,-1-3-71 0,-3-2-188 0,8 0-455 16,-3-2 202-16</inkml:trace>
  <inkml:trace contextRef="#ctx0" brushRef="#br0" timeOffset="78261.92">3834 10624 51 0,'0'0'303'0,"-1"-3"-16"0,1 3-8 0,0 0-28 0,0 0-21 16,0 0-24-16,0 0-24 0,0-4-20 0,0 4-23 15,0 0-14-15,0 0-21 0,0 0-31 0,0 0-12 16,0 0-3-16,0 0-5 0,1 19-9 0,2-8-3 0,-3-1-7 15,0 7-4-15,0 1-2 0,0 7-3 0,0 1-4 16,0-2 5-16,1 2-9 0,-1 0 1 0,-1-1-5 0,1-6 0 16,0-2 1-16,0 0-5 0,0-2 5 0,0-3-5 15,0 0-1 1,0-1 0-16,0-1-3 0,-3-3 1 0,6-2 0 16,-3 1 2-16,0-3 22 0,0 1 11 0,0 0 20 0,0-4 19 0,0 4 16 0,0-4 22 0,1 4 28 15,-1-4 18-15,0 0 24 0,0 0 15 0,0 0 15 16,0 0-8-16,0 0-20 0,6-10-14 0,-3 0-26 31,2-7-16-31,-1 0-29 0,2-9-27 0,1-3-22 16,3 2-11-16,-1-2-3 0,0 5-7 0,1-3-1 0,-1 3-2 0,-1 5-5 0,-3 2 3 0,4 0-8 0,-3 2-4 15,-1 5-2 1,-1 2-3-16,0 0 6 0,1 1-12 0,-3 1 1 16,1 2-6-16,-2 0 0 0,1 1-10 0,-2 3-13 15,2-5-32-15,-2 5-8 0,0 0 2 0,0 0 7 0,7 12 0 0,-2-4 1 16,0 3 17-16,1 4-5 0,-1 2 1 0,0 2 6 15,-1 9 3-15,3-2 7 0,-2-3-6 0,2 5 9 16,-1-3 6-16,0-1-6 0,-5-6 0 0,3 3 4 16,-3-1 4-16,2-3 1 0,-3-3 3 0,1-2-7 15,-1 1 5-15,4-2 9 0,-6-3-9 0,4-1 2 16,-2 0 4-16,0-1 14 0,1 0-10 0,-1-4 0 16,0-2 5-16,4 4 9 0,-4-4 22 0,0 4 21 15,0-4 27-15,0 0 15 0,0 5 17 0,0-5 7 16,0 0 2-16,0 0-2 0,0 0-16 0,10-12-20 15,3 1-42-15,10-9-71 16,17-12-89-16,6-4-113 0,6-1-130 0,20-18-535 16,-20 21-965-16,-4-7 427 0</inkml:trace>
  <inkml:trace contextRef="#ctx0" brushRef="#br0" timeOffset="79664.11">4419 10222 181 0,'-4'0'207'0,"4"0"-4"0,-7 2-11 15,7-2-13-15,-5 2-11 0,5-2-11 0,0 0-8 16,0 0-7-16,0 0-7 0,0 0-2 0,-7 1 0 0,7-1-4 15,0 0-5-15,0 0 0 0,0 0-7 0,0 0-1 16,0 0-6-16,0 0 9 0,0 0-29 0,0 0-3 16,0 0-6-16,0 0-10 0,0 0-11 0,0 0-8 0,0 0 3 15,0 0-15-15,0 0 0 0,0 0-2 0,0 0-4 16,0 0-7-16,0 0-1 0,0 0-3 0,-5 1-4 16,5-1-6-16,0 0 3 0,0 0-5 0,0 0-2 31,0 0 16-31,0 0-20 0,0 0-1 0,0 0 3 0,0 0 2 15,0 0-4-15,0 0 3 0,0 0-4 0,0 0 0 16,0 0 2-16,0 0-2 0,0 0-1 0,0 0-3 0,0 0 17 16,0 0-13-16,0 0 4 0,0 0-1 0,0 0 2 15,0 0 5-15,0 0-3 0,0 0 6 0,0 0-5 16,0 0 10-16,0 0-2 0,0 0-2 0,0 0 0 16,0 0 2-16,0 0-6 0,0 0 0 0,0 0-2 15,0 0-4-15,0 0 15 0,0 0-15 0,0 0 3 16,0 0-5-16,0 0 0 0,0 0 3 0,0 0-2 0,0 0-1 0,0 0 3 15,0 0-2-15,0 0-4 0,0 0 3 0,0 0-7 16,0 0 7-16,0 0 1 0,0 0-5 0,0 0-5 16,0 0 13-16,0 0-6 0,0 0 0 0,0 0 1 15,0 0 2-15,0 0-1 0,0 0-2 0,0 0 1 16,0 0-5-16,0 0-1 0,0 0 4 0,0 0 0 16,0 0-4-16,0 0 4 15,0 0-1-15,0 0 1 0,0 0-9 0,0 0 5 16,0 0 7-16,0 0 3 0,0 0-6 0,0 0-4 15,0 0-4-15,0 0 0 0,0 0 5 0,0 0 0 16,0 0 0-16,0 0-1 0,0 0 0 0,0 0 0 0,0 0-1 16,0 0 4-16,0 0-1 0,0 0 0 0,0 0-4 15,0 0 7-15,17-6-3 0,-7 3-4 16,2-1 5-16,1 1-3 0,7-2 2 0,0 0-1 0,8 0-3 16,-2-2 11-16,-3 5-8 0,-1-4 2 0,5 0-2 15,-9 2-2-15,-4 1 2 0,-2 0 0 0,1 1-5 16,-3-1 18-16,-2 3-16 0,0-1 4 0,-2 0-21 15,-1-2-9-15,-1 2-7 0,-4 1-14 0,6-1-21 16,-6 1-23-16,0 0-19 0,0 0-5 0,0 0-8 16,0 0-20-16,0 0-20 15,0 0-22-15,-9 10-21 0,6-8-61 0,3-2-145 16,-9 2-447-16,9-2 198 0</inkml:trace>
  <inkml:trace contextRef="#ctx0" brushRef="#br0" timeOffset="79980.42">4901 9997 283 0,'0'-5'367'0,"3"0"-7"0,-3 5-8 16,0-10-21-16,0 5-10 0,0 5-32 0,-3-5-27 16,3 5-35-16,0 0-20 0,0 0-34 0,0-8-26 15,0 8-35-15,0 0-38 0,0 0-2 0,0 0-20 16,0 0-6-16,5 24-1 0,-3-13-8 0,0 9-6 0,-1-2 15 0,3 7-16 15,-4-5-8-15,4 4 2 0,-3 4-1 0,2-10-5 16,-3-1 10-16,1 1-18 0,2-2 2 0,2 0-1 16,-5-4 4-16,5 1-5 0,-5-3 1 15,5-1 4-15,-5 1-1 0,0-5-4 0,0 1-2 16,1 0 2-16,-1-3-3 0,0 1-3 0,0 0 6 0,0-4 3 16,0 0-3-16,-1 5-3 15,1-5-7-15,0 0-11 0,0 0-26 0,-4 1-39 16,4-1-52-16,0 0-41 0,-10-9-78 15,5 1-84-15,1 1-196 0,-1-4-570 0,-1 0 253 16</inkml:trace>
  <inkml:trace contextRef="#ctx0" brushRef="#br0" timeOffset="80217.31">5058 9881 112 0,'4'-3'242'15,"-4"3"-27"-15,8 0-16 0,-3-2-12 0,-5 2-20 16,18 6-6-16,-9 1-14 0,6 6-15 0,-1-1 1 0,4 10-15 16,-1 4-8-1,-2 2 1-15,-3 5-6 0,-1 13-7 0,-2 0-2 16,-5-10-13-16,-4 11-5 0,-4-1-8 0,-6-11-5 16,1 0 0-16,-5-5-6 0,-4 2-4 0,-14 5-8 15,0-1-33-15,-5-4-53 0,-5-2-71 0,9-10-99 16,-19 0-210-16,1-6-453 0,0-4 201 0</inkml:trace>
  <inkml:trace contextRef="#ctx0" brushRef="#br0" timeOffset="80613">4371 9621 188 0,'-6'0'212'0,"-7"1"-29"0,3 5-24 15,-7 5-15-15,-1 8-17 0,-1 6-14 0,-8 14-15 16,4 6 5-16,0 6-15 0,1 7-3 0,1 22-4 0,10-25-4 0,4 3-9 16,4-6-12-16,7 0 2 0,6-6-4 0,4-12-3 15,12 9 3-15,2-6 16 0,11-4-2 0,8-5-9 16,2-7 7-16,9-3-32 0,-1-7-72 0,6-5-114 15,-6-4-199-15,-4-2-381 0,-1-3 168 0</inkml:trace>
  <inkml:trace contextRef="#ctx0" brushRef="#br0" timeOffset="81629.7">4243 10713 306 0,'0'0'298'0,"0"-5"-15"0,0 5-11 0,0 0-33 0,3-2-23 16,-3 2-18-16,0 0-26 0,0 0-26 0,0 0-19 15,0 0-14-15,0 0-16 0,-14 12-11 0,3 0-7 16,-1 4-12-16,-6 5-6 0,-4 5-6 16,-9 10-9-16,10-5 1 15,-14 9-7-15,5 3-1 0,-1-1 0 0,3-5-4 16,5-12-2-16,0 4-7 0,4-4 1 0,1-4 2 15,0 1-2-15,5-6 3 0,0-2 3 0,4-6 0 16,4 2 0-16,0-5-4 0,-1 2 0 0,2-1 11 16,0-2 15-16,0-1 16 0,2-1 13 0,-1 2 8 0,3-4 11 15,-4 3 3-15,4-3 1 0,-2 4 2 0,2-4 1 16,-3 3-7-16,3-3-13 0,0 0 0 0,0 0-14 0,0 0-4 16,0 0-9-16,-4 2-2 0,4-2-12 0,0 0-2 15,0 0-12-15,0 0-17 0,0 0-17 0,0 0-35 16,0 0-32-16,0 0-37 0,0 0-31 0,0 0-30 15,0 0-31-15,0 0-44 0,0 0-40 0,0 0-63 16,0 0-228-16,0 0-617 0,0 0 273 0</inkml:trace>
  <inkml:trace contextRef="#ctx0" brushRef="#br0" timeOffset="83433.52">3728 10685 211 0,'0'-4'209'0,"0"4"-15"0,0 0-16 15,-1-5-7-15,1 5-11 0,0 0-5 0,0-4-10 0,0 4-5 0,0 0-13 16,0 0-5-16,0 0-6 0,0 0-6 0,0 0-4 15,0 0-7-15,0 0-3 0,0 0-3 0,0 0-3 16,1-4-6-16,-1 4-4 0,0 0-1 0,0 0-4 16,0 0-4-16,0 0-3 0,1-4-6 0,-1 4-11 15,0 0-1-15,0 0-5 0,0 0-4 0,0 0-4 16,0 0-2-16,0 0-4 16,0 0-3-16,0 0-1 0,0 0-3 0,0 0-5 15,0 0 4-15,0 0 5 0,0 0-15 0,0 0 5 16,0 0-4-16,0 0-3 0,0 0 3 0,0 0 1 15,0 0 4-15,0 0 7 0,0 0 12 0,0 0 2 16,0 0 2-16,0 0-2 0,0 0 3 0,0 0 3 16,0 0 0-16,0 0-5 0,0 0-13 0,-2-4 5 15,2 4-3-15,0 0 5 0,0 0 4 0,0 0-6 0,0 0-3 16,0 0 3-16,0 0-7 0,0 0-2 0,0 0 0 0,0 0-10 16,0 0 9-16,0 0-26 0,0 0-23 0,0 0-14 15,0 0-2-15,0 0 7 0,0 14 5 0,0-2-1 16,1 3 8-16,-1 2 0 0,1 3 1 0,-1 6-4 15,2 3 9-15,-1-3 1 0,-1 1 3 0,1 4 0 0,1-7-2 16,-2 5 3-16,3-4 3 0,-3-4 3 0,3 4 0 16,-2-5 11-16,1-2 0 0,-1 1-11 0,-1-1-1 15,1-6 5-15,1-2-5 0,-2-1 1 0,0 1 1 16,0-4-2-16,2 1 8 0,-1-2 0 0,0-1-1 0,-1 0 3 16,0-1 20-16,0-3 8 0,0 5 14 0,0-5 14 15,0 0 3-15,0 4 12 0,0-4 2 0,0 3 7 16,0-3 1-1,0 0 0-15,0 0 5 0,0 0-7 0,0 0-8 16,0 0-5-16,0 0-7 0,0 0-2 0,0 0-5 16,0 0-8-16,0 0-3 0,0 0-8 0,0 0 1 15,0 0-20-15,0 0-43 0,0 0-62 0,0 0-50 16,-8-11-55-16,8 8-46 0,-3-1-54 0,0-1-102 16,1 1-240-16,2-1-687 0,0-2 304 0</inkml:trace>
  <inkml:trace contextRef="#ctx0" brushRef="#br0" timeOffset="84357.66">5075 9817 19 0,'-17'6'193'0,"2"6"-17"16,-9 7-10-16,1 5-7 0,-18 15-8 0,1 7-8 15,-24 24-2-15,0 3 3 0,2 2-9 0,-6 2-8 0,2-5-1 16,-2-1 1-16,-1-3-1 0,0-3-7 0,5-5-10 0,22-18-8 31,0-2-10-31,-2-2 8 0,5-1-20 0,-1-4-3 0,12-10-8 0,-1-1-5 0,4-2-7 0,0-2 4 16,3-2-14-16,7-3-4 0,-1-3-2 0,6-2-4 31,2-3-2-31,1-1 0 0,2-1 0 0,1 1-3 16,-1-3-6-16,0-1-40 0,5 0-44 0,-13-5-39 15,8-4-49-15,0-7-45 0,-3 0-69 0,-2-7-140 0,3-3-435 0,-2 0 193 16</inkml:trace>
  <inkml:trace contextRef="#ctx0" brushRef="#br0" timeOffset="84636.39">3581 10022 83 0,'-19'-46'350'0,"5"14"2"0,5 3 7 15,-2 7-13-15,3 5-12 0,4 7-6 0,-1 0-40 0,2 4-23 0,2 0-31 16,-1 1-37-16,-1 1-45 0,3 1-41 0,0 3-21 15,0 0-16-15,26 12-12 0,-1 5-25 0,16 19-9 16,24 23-5-16,-1 6-10 0,-1 3 3 16,-1 3-1-16,1 1-2 0,-4-3 3 0,5-4-1 0,-6-1-9 15,-14-18 11-15,21 13-9 0,-22-16 1 0,5-2-3 16,14 18 7 0,-25-24 1-16,0-4-8 0,-11-7 1 0,-1-3 4 15,-4-3-5-15,-6-3 2 0,-2-3-4 0,-5-4-1 16,1-1 0-16,-4-1 4 0,0-1 0 0,-2-4 1 0,-1 2-3 15,2 0 11-15,2 1-16 0,-6-4-17 16,3 4-28-16,-3-4-69 0,0 0-127 0,0 0-351 16,-18-11-640-16,14 2 283 0</inkml:trace>
  <inkml:trace contextRef="#ctx0" brushRef="#br0" timeOffset="85833.54">6109 9922 7 0,'0'0'96'0,"0"0"-16"0,0 0 7 16,0 0 7-16,-4-3 10 0,4 3 13 0,0 0 16 15,0 0 8-15,0 0 0 0,0-4-6 0,0 4-3 0,0-5 6 16,0 5-3-16,-1-7 5 0,2 1-3 0,-1 2 5 15,0-4-4-15,0 1-11 0,0 2-9 0,0-2-1 16,0 2-8 0,0 0 3-16,0 0-12 0,0 1-13 0,0 4-9 15,0-7-7-15,3 6-10 0,-3 1-15 0,0 0-28 16,0 0-2-16,0 0-6 0,0 0-2 0,0 22 0 0,-3 5-4 16,2 4 3-16,1 15-5 0,-8 3 3 15,4 2-2-15,-1 2-2 0,0 0 3 0,0 0-2 16,1 0-1-16,0-4 2 0,2-3 0 0,-1-11 1 15,3-3-2-15,-1 1-2 0,1-3 5 0,0-1-2 0,0-3 0 0,-3-9-3 16,6-1 3-16,-3-5-3 0,1-2 2 0,-1 0 0 16,0-2 5-16,0 0-4 0,-1-4 17 0,2 1 27 0,-1-1 24 15,0 1 29-15,0-4 25 0,0 5 17 0,0-5 33 0,3 3 16 16,-3-3 16-16,0 0 9 0,0 0-20 0,0 0-22 16,-3-15-30-16,3 6-20 0,0-4-14 0,-4-5-29 15,4-7-25-15,-1-5-23 0,-4-4-24 0,4-13-10 16,-3-4-21-16,0-1-8 0,0-4-4 0,0-3-28 15,3 2 11-15,-6-26-6 0,6 26-7 0,-5 2 8 16,2 0-3-16,-1 5 6 0,1 1 1 0,0 15 8 16,0 0 18-16,1 2 0 0,-4 6 19 0,1 1 13 15,3 7 4-15,1 3 12 0,-1 2 6 0,1 3 5 16,-1-1-2-16,0 5-7 16,2 0-1-16,0 0-7 0,1 4 1 0,-1-2-6 15,1 4-19-15,-3-8-21 0,3 8-7 0,-1-3-24 16,1 3-18-16,0 0-17 0,0 0 11 0,0 0 0 15,13 1-4-15,-4 5 9 0,1 3 3 0,6 3 3 16,10 2 19-16,-3 5-8 0,3-2 3 0,2 3 4 0,-1 1 4 16,1 1 7-16,-3 4 4 0,1-3 4 0,-2 4 3 15,-6 1 3-15,1-4 5 0,-6 5 4 0,-3 3 2 0,-2-4 4 16,-4 0 3-16,-4-1 8 0,-4-1 9 0,-4-8 8 16,-3 7 16-16,-1-8 8 0,-6 1 7 0,0 0 7 15,0-5 1-15,-2 3 6 0,1-3 4 16,-4-1 1-16,2-3-4 0,3 0 0 0,-7 3-6 0,6-4 2 15,2 0-9-15,3-4-4 0,5-1-5 0,-3 0 0 16,5 1-3 0,1-3 0-16,3 2-7 0,-3-2-4 0,3 1-1 15,3-2-4-15,-10 2 1 0,10-2-2 0,-4 1 0 16,4-1-7-16,0 0 0 0,-6 2-13 0,6-2-20 0,0 0-25 16,0 0-29-16,0 0-34 0,0 0-36 0,0 0-47 0,-6 1-62 0,6-1-52 15,0 0-20-15,8 7-212 0,-8-7-585 0,10 2 259 16</inkml:trace>
  <inkml:trace contextRef="#ctx0" brushRef="#br0" timeOffset="86494.38">6207 10768 107 0,'0'0'363'15,"0"0"-6"-15,3-4 1 0,-3 4-4 0,0-4 2 16,0 4-10-16,0-5-17 0,1 1-22 0,-1 4-28 15,0-4-26-15,0 4-27 0,0 0-21 0,0 0-22 0,0 0-24 16,0 0-17 0,0 0-18-16,0 0-18 0,0 0-13 0,0 0-18 15,0 0-16-15,0 0-23 0,0 0-13 0,0 0-1 0,1 17-4 16,-1-5 4-16,0 0-13 0,-1 5 4 0,1 9-4 16,1-2 1-16,-2-2 6 0,1 0-31 15,0-2 9-15,0 0-6 0,-1-4 3 0,3 1-1 16,0-5-4-16,-2-3 6 0,0 1 3 0,0-5 1 0,2 2-3 15,-2-1 3-15,-2 1 4 0,4-5 3 0,-2 3 5 0,0-5 24 16,0 6 23-16,0-3 18 0,0-3 14 0,0 3 18 16,0-3 11-16,0 0 0 0,0 0-1 0,0 4-12 0,0-4-5 15,0 0-9-15,0 0-9 0,0 0-8 0,0 0-7 16,0 0-10-16,0 0-8 0,1 5-14 16,-1-5-20-16,0 0-24 0,0 0-31 0,0 0-20 15,0 0-24-15,0 0-18 16,0 0-13-16,0 0-17 0,0 0-17 0,0 0-23 15,0 0-46-15,0 0-50 0,0 0-50 0,-5-14-62 16,4 5-312-16,1 3-750 0,0-6 332 0</inkml:trace>
  <inkml:trace contextRef="#ctx0" brushRef="#br0" timeOffset="89232.39">6279 10689 176 0,'0'0'172'0,"0"0"-14"0,0 0-17 0,0 0-9 16,0 0-12-16,0 0-11 0,0 0-13 0,0 0-7 15,0 0-9-15,0 0-13 0,0 0-1 0,0 0-7 0,0 0-7 16,0 0-4-16,0 0 0 0,0 0-9 0,-13 7 1 15,13-7-5-15,-4 4-3 0,3 2-5 0,-3-2-3 16,3-1-4-16,-3 2-1 0,0 0-1 16,0 0-7-16,3-1 0 0,-3 7-2 0,-1-2 3 0,0 3-2 15,1-2-6 1,0-1 5-16,-1 1-2 0,1-1-2 0,-1 1 4 16,4 2-5-16,-3-2-3 0,2-1-1 0,-1 1 0 15,2-1 2-15,-2 0-4 0,3 0 6 0,0 0-2 0,0-1 0 16,0 1 5-16,0-1-2 0,0-1-3 0,0-2 8 15,1 3-1-15,1-2-2 0,-1 0 6 16,0 0 0-16,3-1 0 0,-4 1-4 0,4-1 5 16,-3 1 5-16,3-3-2 0,1 2 9 0,-2-1 1 0,1 0 8 0,2 0 7 15,-3-2 3-15,4 3 1 0,-2-3 4 0,-1 1 5 16,1-2 1-16,0 2 0 0,2-2-1 0,-1 1-2 16,-1-2-3-16,3 1-4 0,-3 0-3 0,3-1-2 0,-8 0-4 15,14-1-8-15,-9 2 2 0,0-2-2 0,-5 1-7 16,13 0 2-16,-7-1 4 0,-2 0-6 0,-4 1-4 15,9 0-5-15,-9 0 8 0,6-2 7 0,-6 2 6 0,8-2 0 32,-8 2 0-32,5-3-1 0,-2 1-1 0,0 0 1 0,-3 2-2 0,6-5 2 0,-3 3-5 0,4-3-3 31,-2 1-3-31,-1 0 0 0,2-2-5 0,-3 0-3 16,3 1 0-16,-1 1-1 0,0-4 5 0,-1 2-9 15,1-1-1-15,0-1 0 0,-1 1 2 0,0 1 17 0,1 0 3 0,-4 0 1 16,3-1-3-16,0 2 6 0,-4 0-4 0,4-5 0 15,-3 5-5-15,-1-2 5 0,4 1-10 0,-4 0 1 16,0-1-1-16,0 1-2 0,1 0-1 0,-1-2-2 0,3-1-4 16,-6 4 9-16,3-4-6 0,-1-3-1 0,1 3 1 15,-1-1-3-15,-2 0 3 0,-1-2-4 0,3 4 4 16,-2 1-1-16,2-2-1 0,-3 3-2 0,3-2 12 16,-4 4-16-16,3-5-1 0,-1 4 0 0,0 1 0 0,2-2-2 15,1 2-2-15,-4 0 1 0,2 0-1 0,0-1 1 16,1 3 5-16,1 2-6 0,-4-6 1 0,4 6 1 15,-5-1-1-15,4-4 4 0,1 5 0 0,-4-2-1 16,4 2-6-16,-5-5 6 0,2 2-7 0,2 1 2 16,1 2 1-16,-4-3 0 0,4 3 0 0,-5-2-1 15,5 2-3-15,-4-3 0 16,4 3-2-16,0 0 4 0,-5-4 2 0,5 4-7 16,-5-2 20-16,5 2-14 0,-4-1-6 0,4 1 6 15,0 0 1-15,-7-2 0 0,7 2-3 16,-4-2-2-16,4 2 2 0,-8-2-2 0,8 2 2 0,-7 0 6 15,7 0-9-15,-8-3 4 0,3 2-2 0,5 1-4 16,-8-1 3-16,8 1 7 0,-8 0-6 0,8 0 3 16,0 0-1-16,-10 0-7 0,10 0 6 0,0 0-2 0,0 0 4 15,-9 0-4-15,9 0-3 0,-5 2 2 0,5-2 8 0,-6 2-5 16,6-2-1-16,0 0-12 0,-8 2 0 16,8-2 0-16,-5 1 1 0,5-1-1 0,-4 4-2 15,0-1 5-15,0-1 2 0,4-2-1 0,-6 5 4 0,1-3-3 0,1 2 2 16,0 2 0-16,3-3 1 0,-3 1 4 15,0 1-5 1,-1 1 1-16,0-2-1 0,1 0-5 0,0 2 9 16,1 1 0-16,-1-1 1 0,1 0 3 0,1 1-3 15,-1-2-2-15,-2 5 7 0,1-4-5 0,2 0 3 16,-1 2-3-16,2-4 0 0,-2 8 1 0,1-4 2 16,0-1-5-16,0-1 8 0,0 2-4 0,1 0-1 15,-1-1 3-15,0 0-2 0,1 2 3 0,0-1-1 16,-2-1-5-16,3-2 4 0,-1 1 1 0,0 2-2 0,0-1 1 0,-1-2-2 15,2 4 1-15,0-3 0 0,0-1 0 0,0 2-2 16,0-2 16-16,2 3-21 0,-2-3 1 0,0 2 3 16,0-3 1-16,2 1 2 0,-2-1-2 0,1 2-1 15,2-2-1-15,-1 3 4 0,1-3-4 0,-2 0-1 16,-1-2 1-16,3 4 2 0,-2-2 0 0,2-2 0 16,-1 3-4-16,-1-2 5 0,3 1 0 0,0-1 3 0,0-1 0 0,0 1-1 15,-2 0 0-15,2 0 0 0,1-1 0 0,-1 2-4 16,0-2 7-16,1 1 11 0,0-1-18 0,0 0 6 15,0-1 1-15,3 0 7 0,-4 0-8 0,-4-1 9 16,11 0-5-16,-3 0-1 0,-3-1 9 0,3-1-6 16,2 0 8-16,-1-3-3 0,3 1 1 0,-2-5-5 15,0 0 6 1,2-3-5-16,-1-2-8 0,0 2 7 0,0-3-2 0,0-1-1 16,-1 1-8-16,3-3-8 0,-4 2-2 0,-2 2-9 15,-1 0-10-15,-1-2-13 0,0 7-22 0,-4-1-31 16,2-2-28-16,-2 0-46 0,-2 4-53 0,-3-1-82 15,-1 1-180-15,-3 1-527 0,-1 1 233 0</inkml:trace>
  <inkml:trace contextRef="#ctx0" brushRef="#br0" timeOffset="91003.32">6835 10007 137 0,'-11'-1'192'0,"11"1"-6"0,0 0-6 0,0 0-8 0,0 0-8 15,-6 3-10-15,6-3-13 0,0 0-6 0,0 0-10 16,0 0-8-16,0 0-7 0,-6 0-4 0,6 0-6 15,0 0-5-15,0 0-2 0,0 0-9 0,0 0-2 16,0 0-7-16,0 0-5 0,0 0-2 0,0 0-4 16,0 0-6-16,0 0-4 0,0 0-8 0,0 0-4 0,0 0-3 0,0 0-4 15,0 0-4-15,-4 2-4 0,4-2-1 16,0 0-5-16,0 0-3 0,0 0 1 0,0 0-3 0,0 0-4 16,0 0-1-16,0 0 1 0,0 0 2 0,0 0 2 15,0 0-2-15,0 0-1 0,0 0 4 0,0 0-4 31,0 0-2-31,-3 3 1 0,3-3-1 0,0 0 0 0,0 0 0 16,0 0-2-16,0 0-3 0,0 0 8 0,0 0-3 0,0 0-6 16,0 0 4-16,0 0-7 15,0 0 1-15,0 0 1 0,0 0 6 0,19-3 4 0,-19 3 0 16,13-1-2-16,1 0 9 0,-5-1 0 0,4 0 2 16,1-1 2-16,-4 1-1 0,3 1 1 0,-4-1-1 15,0 2-3-15,-4 0-5 0,4 0 0 0,-4-3 1 16,0 2-2-16,-5 1-4 0,8-1 4 0,-8 1-8 0,5-2-11 0,-5 2-18 0,0 0-22 15,9 2-28-15,-9-2-34 0,0 0-44 16,0 0-39-16,2 5-21 0,-2-5 6 0,-2 4-52 16,2-4-144-16,-5 6-433 0,0-4 192 0</inkml:trace>
  <inkml:trace contextRef="#ctx0" brushRef="#br0" timeOffset="91355.66">7204 9876 179 0,'0'-3'399'0,"0"-2"-3"15,-1 1-10-15,2 0-3 0,-1 4-19 0,0-6-22 16,0 6-32-16,0-5-32 0,0 5-28 0,1-5-23 0,-1 5-36 16,0 0-20-16,0-2-21 0,0 2-26 0,0 0-38 0,0 0-26 15,0 0-9-15,0 0-16 0,0 0-2 0,4 15-5 16,-2-8-3-16,0 3-9 0,0 2 5 0,1 5-5 15,-2-1 7-15,3 2-4 0,-3 1-7 0,2 0 2 16,2-1-1-16,-4 0 0 0,2-1-8 0,-2-2 3 16,1-2-2-16,1-4 8 0,-2 2-5 0,1-1-1 0,-2-5 3 15,1 3-6-15,0-4 0 0,-1 1-5 0,0-1 1 16,2 1 6-16,-2-2 0 0,0-3-3 0,0 0 3 16,1 6-1-16,-1-6-4 0,0 0-11 0,-1 4-20 15,1-4-16-15,0 0-15 0,0 0-45 0,0 0-67 16,0 0-74-1,-8-12-86-15,3 2-289 0,1 1-672 0,3-4 298 16</inkml:trace>
  <inkml:trace contextRef="#ctx0" brushRef="#br0" timeOffset="91586.67">7420 9661 198 0,'4'7'201'15,"2"1"-5"-15,-1 4-9 0,5 4-9 0,1 2-4 16,1 7-10-16,4 2-10 0,-5 5-11 0,-2 2-14 16,3 2-6-16,-1 10-14 0,-10 0-11 0,2-12-7 15,-3 0-7-15,-4-1-10 0,-1-1-7 0,-6 0-5 16,0-1-5-16,-3-1 0 0,-7 0-7 0,0-3-25 16,-4 0-33-16,-1-4-30 15,-7-2-36-15,1 0-57 0,-3-4-94 0,0-8-133 16,-3 0-388-16,0-4 173 0</inkml:trace>
  <inkml:trace contextRef="#ctx0" brushRef="#br0" timeOffset="91903.45">6820 9625 191 0,'-7'0'221'16,"1"0"-25"-16,-2 4-21 0,-1 1-20 0,-1 4-16 16,-7 6-20-16,-2 8-18 0,1 5-1 15,-8 11-13-15,3 4-4 0,3 6-6 0,5 1 2 16,2 1-9-16,1 2-2 0,9-4-8 0,6-15-4 0,3 4-1 15,9 6-6 1,-1-13-1-16,6 1-1 0,6-3-2 0,12 2-6 16,-7-8-13-16,19 0-45 0,2-6-68 0,2-5-277 15,2-4-393-15,-2-6 173 0</inkml:trace>
  <inkml:trace contextRef="#ctx0" brushRef="#br0" timeOffset="92904.3">8345 10079 5 0,'-31'7'200'0,"5"-4"-8"15,5 2-4-15,6-3-7 0,1 2-5 16,6-3-5-16,-1-1-9 0,1 0-10 0,2 2-11 0,1-1-9 15,5-1-8-15,-9 2-11 0,9-2-6 0,-7 2-8 0,7-2-6 16,-6 2-7-16,6-2 1 0,0 0 1 16,0 0 5-16,-5 0 0 0,5 0 1 0,0 0-4 15,0 0-2-15,0 0 3 0,0 0-9 0,-6 0 0 0,6 0-6 16,0 0-13-16,0 0-4 0,0 0-4 0,0 0-7 16,0 0-1-16,0 0-8 0,0 0-1 0,0 0-8 15,0 0-5-15,0 0 3 0,0 0-2 0,0 0-5 0,-5 1 3 16,5-1 2-16,0 0-3 0,0 0-1 0,0 0-3 15,0 0-2-15,0 0 3 0,0 0-2 16,0 0 3-16,0 0 3 0,0 0-7 0,0 0 2 16,0 0-4-16,0 0 1 0,0 0-4 0,0 0 2 0,0 0-3 0,0 0 5 15,0 0-2-15,0 0-5 0,0 0 2 0,0 0-3 16,0 0 1-16,0 0 2 0,25-5-5 0,-11 0 2 16,9-1 6-16,9-2-9 0,4-1-4 0,15 0 2 15,1-3 2-15,-3 3-5 0,-8 4 0 0,-4-2 1 16,-4 2-2-16,-1 0 2 0,-4 1 1 0,-10 1-2 15,-4-1-27-15,-1 3-18 16,-3-2-32-16,-2 3-26 0,-3 0-23 0,-5 0-14 16,3 4-25-16,-3-4-37 0,-17 7-31 0,-1-1-75 15,-5-3-156-15,-4 5-501 0,-2-4 221 0</inkml:trace>
  <inkml:trace contextRef="#ctx0" brushRef="#br0" timeOffset="93120.68">8344 9968 221 0,'-2'-9'339'16,"2"0"-1"-16,0-2 3 0,0 1 9 16,2 2 12-16,-2 1-7 0,-2 3-26 0,2-2-36 15,-1 0-28-15,1 2-32 0,0 4-29 0,0-5-30 16,0 5-28-16,0 0-21 0,0 0-8 0,-9 22-16 0,7 3-4 16,-5 4-15-1,5 3-4-15,-1 3-15 0,1 2-43 0,0-2-42 16,2 1-38-16,3 10-42 0,2-10-40 0,-1-2-51 15,0-1-67-15,6-5-111 0,-2-2-210 0,-3-9-629 16,2-8 279-16</inkml:trace>
  <inkml:trace contextRef="#ctx0" brushRef="#br0" timeOffset="93937.33">9298 9745 10 0,'-1'-5'237'0,"2"0"-3"0,2-2-4 15,-3 2-2-15,0-2 1 0,1 1 0 0,-1 0-8 16,4 1-15-16,-3 0-9 0,-1 0-7 0,0 1-14 16,0 4-7-16,3-5-18 0,-3 5-17 0,0-5-13 0,0 5-17 15,1-3-1-15,-1 3-32 0,0 0-9 0,0 0-11 16,0 0-2-16,-4 22-9 0,-2-5-1 0,-2 9-9 15,0 4-1-15,-1 3-2 0,-2 11-4 0,0 2-1 16,-1 0-1-16,1-11-5 0,7 1-5 0,-4 0 3 16,3-5 3-1,-4 3-7-15,5-3-6 0,-1-2 7 0,6-2 3 16,-1-7-10-16,0 0 3 0,2-4-1 0,-1-2 4 16,-1-1 3-16,2-3 6 0,0-1 3 0,-1-2 10 0,0-1 7 15,2-2 9-15,-2 1 4 0,4 0 21 0,-4-1-17 16,2-1 1-16,-3-3-8 0,4 4-1 15,0-1-3-15,-4-3-2 0,4 2-2 0,-1-2-3 16,-3 0-6-16,8 0-5 0,-8 0 3 0,10 0-7 0,-10 0-3 0,11-1-11 16,-5 0-24-16,0-1-27 0,2 1-28 0,-3-1-29 15,3 0-31-15,-3-1-33 0,1 1-43 0,2-1-40 16,-2-2-101-16,2 1-196 0,-2-3-587 0,1 2 259 0</inkml:trace>
  <inkml:trace contextRef="#ctx0" brushRef="#br0" timeOffset="94159.11">9085 10123 290 0,'-8'0'294'0,"8"0"-6"0,-8 2-13 15,8-2-11-15,-6 0-18 0,6 0-18 0,0 0-19 16,-9-2-15-16,9 2-20 0,0 0-15 0,0 0-10 16,23-8-31-16,4 1-28 0,4-1-19 0,3-3-56 15,19 0-45-15,0-2-51 0,5-2-67 0,1 4-66 16,-2-2-219-16,-1 1-467 0,-6-1 207 0</inkml:trace>
  <inkml:trace contextRef="#ctx0" brushRef="#br0" timeOffset="94891.49">10022 9658 258 0,'0'-5'310'0,"0"-2"-3"16,1 0-15-16,-1 4-12 0,1-2-14 0,-1-1-25 15,0 6-22-15,0-4-20 0,0 4-29 0,0-4-18 16,0 4-28-16,0 0-13 0,0 0-14 0,-1 15-11 16,1 1-9-16,-1 1-14 0,1 12-7 0,-6 0-3 15,3 5-4-15,-4 15-7 0,0 1-4 0,0 0-3 16,1-2-2-16,1-12 1 0,2 0-5 0,-1-1-2 0,3-1-6 15,2-2-2-15,-2-4-2 0,2-2-3 0,-1-8 3 16,0-1-5-16,0-4-3 0,0-1 2 0,0-4 3 0,0-1 4 16,0-3-5-16,0-1 3 0,0 2 4 0,0-1 17 15,0-4 29-15,0 0 15 0,0 0-7 0,0 0-7 16,0 0-4-16,0 0-15 0,-6-14-3 0,2 2-14 16,3-3-18-1,-3-5-26-15,0-5-29 0,0-5-12 0,0-1-19 16,3-5-19-16,-2-13-7 0,1 2-2 0,2-3 7 15,-4 1 10-15,3-1 1 0,-3-2-5 0,2 0 10 0,-1 0 15 16,0 1 15-16,0 2 26 0,0 15 31 0,-1 0 28 16,-3 3 4-16,4 0 29 0,-1 8 22 0,-1 4 21 15,2 2 8-15,3 6-5 0,-1 0-3 0,1 2-9 16,-2 2-5-16,2 2-7 0,0 2-19 0,-2-2-14 0,2 5-22 16,0-6-36-16,0 6-27 0,0 0-8 0,0 0 0 15,8 1-1-15,-2 7 0 0,3 0-10 0,8 5 3 16,2 7 3-16,3 2 4 0,1 0 1 0,1 4 5 0,2 1 5 15,-1 2 4-15,8 5 4 0,-11-5 3 0,0-3-3 16,-3 1 3-16,-1 2 2 0,-5-5 6 16,-3 0 0-16,-5 0 1 15,-1-6 2-15,-5 0 6 0,-3 0 14 0,-4-1 6 16,-2-1 5-16,-9 5 7 0,-3-4 13 0,1-1 8 16,-4-2 2-16,-3 2 3 0,1-1 1 0,-1-7-4 15,-1 4 5-15,2-2-12 0,5-5-1 0,-4 4-7 16,7-6 1-16,0 4-8 0,6-4-7 0,2 2-1 0,-2-1-6 15,4-3-29-15,1 1-37 0,2 1-44 0,0-2-38 16,1 2-20-16,1 0-23 0,1 2-30 0,1 1-28 0,2 1-23 16,2 1-80-16,2-3-215 0,6 0-588 0,2-1 260 0</inkml:trace>
  <inkml:trace contextRef="#ctx0" brushRef="#br0" timeOffset="95261.34">10149 10176 35 0,'0'0'404'0,"0"0"-16"15,0 0-10-15,0 0-19 0,0 0-28 0,0 0-22 16,0 0-34-16,0 0-30 0,0 0-34 0,0 0-18 15,0 0-22-15,0 0-14 0,0 0-29 0,0 0-21 16,0 0-9-16,0 0-21 0,3 10 13 0,-3 1-28 16,-3 2-2-16,2 4-5 0,-1 0-5 0,-1 2-10 15,0 1-3-15,2-3-1 0,-3 0-1 0,0 0-9 16,3-2-3-16,-2-4-5 0,2-2 4 0,-4 1-2 0,4 0-3 0,1-6 0 16,0 1 11-16,0 0-11 0,-3-1-3 0,2-1 1 15,1-3 10-15,0 4 8 0,-2 0 12 0,2-4 6 0,0 0 8 16,0 0-4-16,0 0-3 0,-2 4-6 15,2-4-11-15,0 0-22 0,0 0-35 0,0 0-37 16,0 0-51-16,0 0-45 0,0 0-72 0,0 0-137 0,8-17-308 16,-5 6-726-1,1-1 322-15</inkml:trace>
  <inkml:trace contextRef="#ctx0" brushRef="#br0" timeOffset="96046.4">10682 9857 173 0,'0'0'226'0,"-6"3"-5"0,6-3-6 0,-5 1-9 15,5-1-10-15,0 0-12 0,0 0-3 0,-8 0-10 16,8 0-3-16,0 0-8 0,0 0-3 0,-4 3-10 0,4-3-3 0,0 0-4 16,0 0-6-16,0 0-4 0,0 0-3 0,0 0-9 15,0 0-14-15,0 0-2 0,0 0-12 0,0 0-11 16,0 0-7-16,0 0-6 0,0 0-5 0,0 0-7 15,0 0-3-15,0 0-8 0,0 0-7 0,0 0 3 16,0 0-5-16,0 0-6 0,0 0-3 0,0 0 17 16,0 0-5-16,0 0-2 15,0 0-5-15,0 0 4 0,0 0 0 0,0 0-2 16,0 0 3-16,0 0-15 0,0 0 0 0,0 0-5 16,0 0 6-16,0 0-10 0,0 0 2 0,0 0 5 15,0 0-3-15,0 0-3 0,0 0 6 0,0 0-1 16,0 0 5-16,0 0-2 0,0 0 3 0,0 0-2 15,0 0 0-15,0 0 3 0,0 0-4 0,0 0 1 16,0 0-3-16,0 0-1 0,0 0-1 0,0 0 1 0,0 0-2 0,0 0-6 16,0 0 0-16,0 0 5 0,0 0-9 0,0 0 4 15,0 0 4-15,0 0-2 0,0 0-5 0,0 0 1 16,0 0-1-16,15-5 0 0,-8 2 3 0,3 2-4 16,3-2 7-1,4-2-8-15,2 2-5 0,-6 1-3 0,4-1 13 16,1 1-9-16,-5 0-1 0,0 2 1 0,-2-2 7 0,-2 1-3 15,3-1 5-15,-7-1-12 0,5 3 6 0,-5-1-1 16,-5 1-1-16,8-3 0 0,-3 3-2 0,-5 0-5 16,0 0-10-16,8 0-17 0,-8 0-24 0,0 0-20 15,6-1-19-15,-6 1-25 0,0 0-23 0,0 0-23 16,0 0-26-16,4 3-38 0,-4-3-36 0,0 0-82 16,0 0-183-16,0 0-576 0,-12-7 255 0</inkml:trace>
  <inkml:trace contextRef="#ctx0" brushRef="#br0" timeOffset="96325.35">11058 9678 191 0,'0'-3'370'0,"0"-1"-2"0,0 4-12 0,0-6-14 16,0 6-20-16,1-5-37 0,-1 5-29 0,0-4-25 0,0 4-23 15,0 0-27-15,0 0-29 0,0 0-19 0,0 0-14 16,0 0-17-16,4 12-8 0,-4-2-11 0,0 4-6 15,0 3-11-15,0 2-10 0,0 1 4 16,0 1-9-16,-4 1-1 0,3 0-12 0,0-3-9 0,1-1 5 16,-3 1 6-1,2 0-7-15,2-1-15 0,-1-3-35 0,-4 0-9 16,4-1-16-16,0-5-30 0,-1 2-20 0,1-5-31 16,-4 1-34-16,4 0-20 0,-1 0-19 0,-2-2-21 0,-1-1-5 15,3 0-72-15,-4-3-158 0,5-1-490 0,0 0 218 16</inkml:trace>
  <inkml:trace contextRef="#ctx0" brushRef="#br0" timeOffset="96541.78">11234 9547 118 0,'4'-5'319'0,"-3"-2"-33"0,2 4-33 0,-2 2-24 15,-1 1-24-15,0 0-22 0,14 4-7 0,-5 5-13 16,5 4-10-1,2 8-9-15,-1 3-12 0,-4 3-10 0,1 2-4 16,-1 3-12-16,-4 4-6 0,-5 0-10 0,-2 15-9 16,-5-4-7-16,-3 0 2 0,0-13-32 0,-3 0-26 15,-2-3-16-15,-4-1-21 0,-6-2-29 0,-8 9-33 16,2-12-43-16,-10 3-55 0,6-10-279 0,-3-5-494 16,-2-4 219-16</inkml:trace>
  <inkml:trace contextRef="#ctx0" brushRef="#br0" timeOffset="96871.36">10650 9462 205 0,'-5'-5'275'16,"-1"1"-18"-16,1 3-22 0,1-2-26 0,-1 2-25 15,5 1-15-15,-18 6-24 0,5 5-15 0,-5 10-13 0,-2 2-13 0,-5 7-10 16,-4 13-8-16,0 3-10 0,-1 3-5 0,5 0-4 16,3-3-6-16,4 4-8 0,4 0 0 0,9 0-6 15,1-2-4-15,5-14-1 0,7 0-4 0,6-3-4 16,4-1-9-16,5-3-16 0,14 6-32 0,6-8-52 15,8-3-100-15,-1-6-251 16,4-11-462-16,4-4 204 0</inkml:trace>
  <inkml:trace contextRef="#ctx0" brushRef="#br0" timeOffset="97427.21">11846 9843 130 0,'-5'1'199'0,"5"-1"-6"0,0 0-10 16,-6 0-12-16,6 0-12 0,0 0-15 0,-5 3-11 16,5-3-12-16,0 0-9 0,0 0-4 0,0 0-2 15,0 0-8-15,-7 2 1 0,7-2 0 0,0 0 0 16,0 0 0-16,0 0 1 0,0 0 7 0,0 0-4 15,0 0 3-15,0 0-8 0,0 0 4 0,0 0-12 16,23-7-6-16,-9 4-5 0,3-3-15 0,6 5-2 0,5-6-9 0,4 0-7 16,3-1-12-16,0 2-13 0,2 0-47 0,-8-1-48 15,0 5-49-15,-1-1-69 0,-6-1-75 0,-1-1-187 16,-4 0-491-16,-4 2 218 0</inkml:trace>
  <inkml:trace contextRef="#ctx0" brushRef="#br0" timeOffset="97665.77">12040 9663 118 0,'-1'-5'373'0,"0"1"-14"0,0 1-14 0,1-2-21 15,0 5-33-15,-5-5-17 0,5 5-46 0,-2-2-26 0,2 2-30 0,0 0-22 16,0 0-15-16,-2 10-16 0,0 0-16 15,1 8-11-15,-4 7-7 0,1 4-5 0,0 1-11 16,-1 7-8-16,2-3-12 0,1 0-28 0,1 2-35 0,1-2-27 16,3-3-27-16,-2-1-47 0,4-1-34 0,-3 0-49 15,2-6-55-15,-1-5-216 0,1-4-508 0,1-6 225 16</inkml:trace>
  <inkml:trace contextRef="#ctx0" brushRef="#br0" timeOffset="98066.93">12699 9409 59 0,'0'-8'332'0,"0"4"-17"0,1-1-23 15,-1 0-23-15,0 5-25 0,0-6-27 0,3 3-25 16,-3 3-24-16,0 0-19 0,0 0-7 0,3 15-24 0,-2-3-6 0,-2 7-21 16,1 10-5-16,-3 4-15 0,0-1-6 0,-2 16-3 15,0 0-5-15,-2-12-3 0,2 11-3 0,-4-1-7 16,5-11-7-16,-1 2-3 0,3-3 3 0,0-2-9 16,0 2-1-16,-1-1-2 0,3-8 1 0,0 1-2 15,0-6-2-15,0-3-4 0,0-1 0 0,0-4-1 16,0-2-3-1,2 0 2-15,-2-3-2 0,1-2 0 0,0 0-3 16,0 0 4-16,1 0-1 0,-2-1 3 0,2-1-1 0,0 0-3 16,-2-3-2-16,5 2-3 0,-1 1-3 0,-4-3-14 15,8 1-12-15,-8-1-22 0,11-2-33 16,-5-1-45-16,4-1-68 0,0-4-111 0,2-1-186 0,-2-3-526 16,-1-5 233-16</inkml:trace>
  <inkml:trace contextRef="#ctx0" brushRef="#br0" timeOffset="98260.45">12526 9835 156 0,'-7'3'393'0,"1"-3"-32"0,1 1-17 15,5-1-17-15,-5 1-8 0,5-1-16 0,-4 2-21 16,4-2-27-16,0 0-22 0,0 0-30 0,0 0-13 0,22-4-26 15,-3 1-38-15,13-2-48 0,4 0-65 0,2 0-57 16,12-2-68-16,-10 2-67 0,11-4-74 16,-21 1-274-16,1 3-570 0,-4-3 252 0</inkml:trace>
  <inkml:trace contextRef="#ctx0" brushRef="#br0" timeOffset="98616.5">12935 9253 292 0,'1'-4'410'15,"1"2"-14"-15,0-3-21 0,-2-1-20 0,1 2-25 0,2 3-33 16,-2-4-30-16,-1 5-33 0,5-4-25 0,-5 4-26 15,4-1-17-15,-4 1-24 0,0 0-15 0,7 5-18 0,-5-1-18 16,2 1-16-16,-3 4-19 0,3 3-2 0,-4 2-8 0,-2 4-3 16,-1 1-3-16,-1 7-4 0,-4-3-7 0,3 2 1 15,-5-1-2-15,4-8-5 0,1 0-2 16,-1-3-8-16,4-2-5 0,-1-1 6 0,-2-2 2 0,4-1 0 16,0-2-5-16,1 2 8 0,4-2 4 0,6 1-1 15,9 2 7-15,18-3-3 0,18 3-2 0,6-6-27 0,3-2-64 16,1 0-68-16,0-2-101 0,-1-5-158 0,-5 1-248 15,-8-5-695-15,-15-1 307 0</inkml:trace>
  <inkml:trace contextRef="#ctx0" brushRef="#br0" timeOffset="99647.4">14072 9466 145 0,'4'-11'350'0,"-4"5"-26"0,0-3-17 16,0 2-13-16,1 0-28 0,-1 2-19 0,3 0-26 15,-3 3-23-15,0 2-24 0,4-5-24 0,-4 2-22 16,0 3-38-16,0 0-25 0,0 0-7 0,0 0-12 15,-3 18-4-15,2 1-5 0,-3 9-6 0,0 1-2 0,-1 3-5 16,0 2-1-16,1 3-3 0,3-3 3 0,-3 2-10 0,1 0-1 16,3-5-1-16,-1 3-2 0,1-4 1 0,0 1 10 15,0-5-13-15,0 3 2 0,0-9-4 0,4-3 2 16,-4-1 1-16,1-3 1 0,-2-2-3 0,1-3 1 16,1-2 1-16,-1 0 2 0,0-1 1 0,0-3 1 0,3 3 18 15,-3-5 12-15,-3 6 16 0,3-6-2 0,0 0 3 16,0 4 0-16,0-4-2 0,0 0-3 0,0 0-22 15,0 0-24-15,-4-16-67 0,3 5-57 0,-4-6-40 0,0-3-47 16,1-6-42-16,3-3-279 0,2-2-568 0,3-3 252 16</inkml:trace>
  <inkml:trace contextRef="#ctx0" brushRef="#br0" timeOffset="99968.9">14162 9060 253 0,'-4'-16'320'15,"1"4"-7"-15,3 2-10 0,-1 0-26 0,1 3-8 16,-1 0-18-16,1 2-23 0,0 0-30 0,0 2-17 0,0-1-21 16,0 4-33-16,0-6-14 0,0 6-13 0,9-2-9 15,-9 2-12-15,15 5-16 0,-3-2-5 0,4 4-6 0,3 4-14 16,3 2-5-16,6 4-5 0,-1 3-7 0,-3-1-7 16,2 6 0-16,-2 3-3 0,-5 4-2 0,-2 1-7 15,-4-4 4-15,1 5-3 0,-8-1 3 0,-1 1-8 16,-5-2 6-16,-5-2-3 0,-8-2 6 0,2-1-3 15,-8 1-2 1,-2-7 13-16,-4 0 1 0,-2-3 11 0,0-1 5 16,0-6 7-16,-1 4 2 0,-1-6 9 0,1 1 11 0,2-3 0 15,-1 1 6-15,8-3 13 0,-1-3-5 0,0 3-14 16,9-4 3-16,-2 2-12 0,4-2 1 0,-1 0-16 16,4 0-21-16,0 1-26 0,6-2-30 0,-5 0-35 15,5 0-47-15,-5 3-30 0,5-3-41 0,0 0-64 16,23 0-98-16,-5 0-192 0,1-1-592 0,2-4 261 15</inkml:trace>
  <inkml:trace contextRef="#ctx0" brushRef="#br0" timeOffset="100685.4">14402 9895 335 0,'-3'-5'313'0,"3"5"-25"15,0 0-29-15,0 0-22 0,2-4-31 0,-2 4-18 0,2-4-20 0,-2 4-17 16,8-1-22-16,-8 1-7 0,13 2-15 0,-6 3-8 16,3 0-14-16,-2 1-11 0,-3 2-7 0,3 4-10 15,-2-2-8-15,-2 6-1 0,-3 2-9 0,2 1-1 16,-6 5-7-16,2 1-3 0,-9 1-3 0,0-1 2 16,-1 1-8-16,-4-1 1 0,1-2 0 0,-2-3-3 15,1-6-4-15,3 1 2 0,-1-3 10 0,4-2 4 0,-1-2 4 0,2-2-1 16,4-1 4-16,-1 0 9 0,0-2 20 15,0-1 8-15,4 2 3 0,-2-3 16 0,3-1 13 0,0 0-5 16,-1 4-21-16,1-4-4 0,0 0-3 0,20-2-9 16,2-1-4-16,9-1-11 0,4-1-21 0,1-1-37 15,1 4-58-15,-1-1-60 0,4-2-85 0,-1-4-117 16,-4-1-281-16,1 1-659 16,-2-5 291-16</inkml:trace>
  <inkml:trace contextRef="#ctx0" brushRef="#br0" timeOffset="101170.56">15170 9531 126 0,'-8'1'217'0,"8"-1"-8"0,-9 0-10 16,9 0-17-16,0 0-18 0,-10 0-14 0,10 0-12 15,-6 0-12-15,6 0-6 0,0 0-4 0,-7 3-2 16,7-3-2-16,0 0 1 0,0 0 2 0,0 0-1 0,0 0-1 16,0 0 0-16,0 0-2 0,0 0-4 0,0 0-3 15,0 0-8 1,0 0-9-16,0 0-6 0,0 0-9 0,0 0-5 15,0 0-7-15,22-9-8 0,-7 6-5 0,2 0-1 16,1 0-10-16,1 0-1 0,0 0-3 0,0 0-6 16,-2 1-7-16,-3-1-15 0,3 0-16 0,-6-1-26 15,-1 1-17-15,-1 2-15 0,0-2-19 0,-2 3-24 16,-1 0-34-16,-6 0-38 0,9-1-53 0,-8-1-208 16,-1 2-484-16,8-4 215 0</inkml:trace>
  <inkml:trace contextRef="#ctx0" brushRef="#br0" timeOffset="101448.76">15603 9356 309 0,'1'-3'409'0,"2"-2"-15"15,-2 1-21-15,2 1-20 0,-3 3-26 0,0-3-29 16,0 3-36-16,0 0-31 0,0 0-26 15,1-4-27-15,-1 4-25 0,0 0-26 0,0 0-27 0,4 9-10 16,-4-1-14 0,1 1-3-16,-1 3-9 0,0 5-10 0,0 1-11 15,4 1 8-15,-4 0-7 0,1 7-10 0,-1-8-18 16,0 8-21-16,-1-9-14 0,-4 2-26 0,4-1-7 16,-3 0-37-16,-3-1-23 0,2 1-28 0,-3-4-28 0,2-1-17 15,-3-1-43-15,4-2-37 0,-4-1-228 16,-1-4-534-16,4-2 237 0</inkml:trace>
  <inkml:trace contextRef="#ctx0" brushRef="#br0" timeOffset="101718.54">15791 9218 301 0,'3'-9'332'0,"-1"3"-29"0,3-1-27 0,-4 3-33 15,3 1-29-15,-4 3-25 0,5-3-22 0,-5 3-2 16,13 13-30-16,-5-3-14 0,-3 6-13 0,4 8-12 16,-4 8-6-16,1-3-4 0,-3 17-4 0,-6 1-10 15,1-10-5-15,-11 12-10 0,-2-3-2 0,-6-3-6 16,6-10-8-16,-8-3-11 0,2-1-3 0,-2-2-16 16,-2-1-17-16,-2-4-16 0,-1 0-21 0,1-2-27 0,0-3-29 0,-1-3-30 15,-1 0-51-15,2-8-71 0,-2-1-169 0,0-4-454 16,8-2 200-16</inkml:trace>
  <inkml:trace contextRef="#ctx0" brushRef="#br0" timeOffset="101987.7">15275 9056 199 0,'-8'-7'245'16,"-2"2"-25"-16,-2 3-26 0,1 2-22 0,-2 2-20 0,-5 7-15 15,-5 3-15-15,3 8-12 0,-6 6-14 16,-10 17-11-16,6 6 3 0,-16 21-5 0,14-17 11 16,-4 22-8-16,9-22-4 0,5-1-7 0,5 1-5 15,5-5-8-15,6 1-1 0,6-16-10 0,7 4-2 0,4-6-2 16,9-2-1-16,9 8-2 0,11-6 2 0,6-7-6 15,6 2-21-15,12-8-46 0,23 3-69 0,10-5-106 0,-5-10-207 16,-25-4-442-16,26-10 196 0</inkml:trace>
  <inkml:trace contextRef="#ctx0" brushRef="#br0" timeOffset="102388.77">16416 9636 250 0,'-10'3'263'0,"10"-3"-11"15,-7 0-18-15,7 0-14 0,-4 0-21 16,4 0-16-16,0 0-16 0,0 0-10 0,0 0-14 16,-5 2-2-16,5-2-20 0,0 0-9 0,0 0-9 15,0 0-5-15,0 0-5 0,-5 2-8 0,5-2-6 0,0 0-3 0,0 0 0 16,0 0-3-16,0 0-6 0,0 0 0 0,0 0-9 16,0 0-7-16,17-7-5 0,-6 7-6 0,2-4 2 15,10 0-13-15,5-2 2 0,7 5-8 0,2-3-2 16,15-3 0-16,0 2-1 0,1 2-4 0,-1-5-11 15,2 4-26 1,-16-1-36-16,-4 2-32 0,-1-3-44 0,-4 0-48 16,-2 1-57-16,-11 1-253 0,-4-1-531 0,-4-2 235 0</inkml:trace>
  <inkml:trace contextRef="#ctx0" brushRef="#br0" timeOffset="102604.49">16643 9454 158 0,'2'-1'421'0,"0"-3"-9"0,-2 0-2 0,1-1-21 15,-1 5-34-15,4-3-34 0,-4 3-41 0,0 0-35 16,0 0-32-16,0 0-30 0,0 0-19 0,5 12-19 16,-3 0-18-16,-2 13-7 0,0 3-20 0,0 5-2 15,-2-2-10-15,-2 7-45 16,3-3-45-16,-3-1-59 0,3 12-60 15,-4-8-71-15,1-4-96 0,-2 0-314 0,1-5-651 16,3-9 288-16</inkml:trace>
  <inkml:trace contextRef="#ctx0" brushRef="#br0" timeOffset="103406.7">17751 9053 16 0,'1'-6'331'0,"-1"2"-11"0,0 4-15 16,3-7-17-16,-2 3-29 0,-1 4-29 0,0-3-24 15,0 3-27-15,0 0-21 0,0 0-18 16,0 0-13-16,0 0-17 0,2 19-13 0,-4-2-2 0,-2 12-17 16,3 5-7-16,-8-2-3 0,0 14-10 0,0 4-6 15,-3-1-7 1,1 2-3-16,2-4-18 0,2-1-2 0,-1-11-3 16,6-1-3-16,-2-3-2 0,1 1-1 0,4-3-1 15,-1-3-1-15,2-6-2 0,-1-3 3 0,3 0-3 16,-4-5 7-16,4 0 12 0,1-3 8 0,-2-1 3 15,3 1 3-15,-3-5 3 0,3 4-3 0,0-6 1 16,2 1-6-16,-1 1-3 0,2 0 0 0,-1-3-21 16,2-1-26-16,-1-1-32 0,0-2-40 0,1 2-61 0,-1-6-104 0,0 1-301 15,0-2-598-15,-1-1 265 0</inkml:trace>
  <inkml:trace contextRef="#ctx0" brushRef="#br0" timeOffset="103608.45">17535 9435 262 0,'-6'1'312'0,"-1"0"-20"0,4 0-23 16,3-1-16-16,0 0-16 0,-7 0-18 0,7 0-20 15,0 0-24-15,0 0-13 0,27-3-15 0,0-4-17 16,6 3-21-16,7-2-29 0,18-2-34 0,3-1-36 0,0 0-48 15,1-1-61-15,28-4-73 0,-38 2-261 0,6 3-467 16,-8-2 207-16</inkml:trace>
  <inkml:trace contextRef="#ctx0" brushRef="#br0" timeOffset="104165.08">18344 8615 102 0,'5'-1'243'15,"-5"1"-30"-15,15-4-19 0,-3 3-16 0,2 1-18 16,-1 1-22-16,3 4-12 0,4 0-11 0,-5 3-19 16,-1 0-6-16,0 3-6 0,-5 0-16 0,-1 4-3 15,1 0-9-15,-3 1-11 0,-6 1 2 0,0 0-4 16,-3-2-7-16,1 2-2 0,-7-2-2 0,1-1-3 15,-3 1-5-15,-2-1 0 16,0-2 0-16,0-2-1 0,-2 0-1 0,5-3-3 16,-3 0 2-16,5-1-6 0,2 0 1 0,0-2-2 0,-1-1-2 0,4 1-2 15,-1 0-2-15,1 1-2 0,2-1 1 0,3 1 1 16,2 0 2-16,0 1-3 0,6 0-1 0,-1 4-1 16,5-3 2-16,4 5-2 0,1-5-1 0,-2 6-2 15,1-4 5-15,-2 3-1 0,2-2-1 16,-2 2-4-16,-1 0 4 0,-2-2 0 0,-6 0-2 15,2-1-3-15,-5 1 5 0,-3 0-4 0,2-1 4 0,-4 1 1 16,-2 1 0-16,-7-2-3 16,-3 3-15-16,-4 1-13 0,0-2-17 0,-1-2-21 15,-1 1-35-15,0-3-48 0,-1 0-216 0,1-3-390 16,6-2 173-16</inkml:trace>
  <inkml:trace contextRef="#ctx0" brushRef="#br0" timeOffset="104494.23">19103 9024 180 0,'0'-7'356'0,"3"0"-22"0,-3 2-23 16,1 0-20-16,-1 0-23 0,0 2-25 0,0 3-29 15,0-7-31-15,0 7-21 0,4-2-27 0,-4 2-19 16,0 0-19-16,0 0 11 0,0 17-29 0,0-5-10 0,-4 7-3 16,3 9-9-16,-6 3-10 0,-3 14-2 0,1 3-3 0,-1-3 5 15,-2 1-12-15,1 2-7 0,3-12-2 0,-1 8-1 16,4-9-3-16,1-1-4 0,-3-4 2 0,4-3-7 16,-1-3-1-16,4 2 5 0,-2-10-2 0,2 0 8 15,-2-4-11-15,2-1-13 0,2-3-13 0,-4 1-16 16,2-3-21-16,0-2-11 0,0 1-8 0,0-2-9 15,-1 1 1-15,1-4-4 16,0 4-3-16,0-4-7 0,0 0-210 0,0 0-160 16,-6-16-500-16,4 7 221 0</inkml:trace>
  <inkml:trace contextRef="#ctx0" brushRef="#br0" timeOffset="104841.25">19164 8775 16 0,'0'-19'355'0,"-1"3"-21"0,0 0-14 0,1 4-21 16,0 2-9-16,0 3-11 0,0 0-30 0,1 2-23 15,-1 0-30-15,0 1-22 0,1-1-17 0,6 1-23 16,-2 4-7-16,3 0-22 0,3 1-6 0,8 4-13 16,0 2-6-16,5 5-7 0,2 1 4 0,1 3-28 0,-1 1-6 0,-2 0-4 15,-1 6-6-15,-4-2-3 0,-1 2-12 0,-3 2-2 16,-3 2 2-16,-5-1 7 0,-1 3-16 0,-6-2 2 15,-2 2-2-15,-7-4-1 0,-1-2-4 0,-1-6 6 16,-6 6 3-16,-3-2 14 0,-3-2-8 0,-3 1 4 31,-1-6-9-31,5 1 10 0,-7-1-3 0,2-5 15 16,-1 0-17-16,1 0 2 0,7-4-2 0,3 0-4 0,3-1 2 16,0 1-10-16,4-4-25 0,2 1-28 0,2 0-39 15,1-1-47-15,2 1-40 0,2 2-15 0,1-4-51 0,6 7-99 16,7-4-173-16,5-2-552 0,1 0 244 0</inkml:trace>
  <inkml:trace contextRef="#ctx0" brushRef="#br0" timeOffset="106081.59">19458 9566 132 0,'4'-2'233'15,"0"-1"-19"-15,1 1-19 0,1 0-17 0,2-1-13 0,0 0-21 16,-2 3-15-16,-6 0-10 0,13 0-16 0,-8 1-12 15,3 1-12-15,-3 1-9 0,1 1-4 0,-2 0-8 16,-1 1-5-16,-2 3-5 0,-1 0-5 0,-1 1-2 0,-2 1-3 16,-1 4-6-16,-1-4 2 0,-4 4-5 0,0-1-3 15,-2-1-4-15,-1 1 0 0,3-4-1 0,-1-2-2 16,2 2-5 0,3-1-1-16,-2-3-2 0,1 2 1 0,2-2-6 0,2-1 2 15,0 0-2-15,-1 0 1 0,3 0 1 0,0 2-2 16,5-2 10-16,0-1 7 0,4 3 2 0,4 0 2 15,-2-2-3-15,6 3-5 0,1 1-2 0,-1-1 2 0,-5-2-7 16,4 3 0-16,0-1-2 0,-4 1-1 0,-3-1-2 0,0 0 6 0,0 2-2 31,-4-1 0-31,-3 0 4 0,1-2 4 0,-4 1-3 16,-2-2 9-16,-3 2-4 0,-6-2-4 0,-1 3-18 0,-5-1-17 0,-3-2-11 0,-6 1-33 0,5-5-37 31,3-4-75-31,-12-1-240 0,12-4-448 0,-1 3 199 0</inkml:trace>
  <inkml:trace contextRef="#ctx0" brushRef="#br0" timeOffset="107116.12">20143 9193 88 0,'-9'3'202'0,"4"-2"-10"15,0 0-10-15,1 0-9 16,4-1-13-16,0 0-8 0,-10 0-11 0,6 2-6 16,4-2-4-16,0 0 1 0,0 0 2 0,-7 2 0 15,7-2 4-15,0 0 6 0,0 0 3 0,0 0-3 16,0 0-1-16,0 0-3 0,0 0-4 0,0 0-7 0,0 0-12 16,0 0-6-16,0 0-4 0,0 0-16 15,0 0-7-15,0 0-7 0,0 0-7 0,0 0-9 16,0 0-7-16,0 0-4 0,-8 0-8 0,8 0-5 0,0 0 0 0,0 0-3 15,0 0-6-15,0 0 0 0,0 0-7 0,0 0-6 16,0 0 5-16,0 0-1 0,0 0-7 0,0 0 2 16,0 0-5-16,0 0 0 0,0 0-6 0,0 0 5 15,0 0 0-15,0 0-5 0,0 0 2 0,0 0 2 0,0 0 1 16,0 0-6-16,0 0-2 0,0 0 0 0,0 0 1 16,0 0 6-1,0 0-7-15,0 0 0 0,0 0 3 0,0 0-2 16,0 0 7-16,0 0-11 0,0 0 5 0,0 0-2 15,0 0 3-15,0 0-6 0,0 0 4 0,0 0 5 16,0 0-7-16,0 0 2 0,0 0-3 0,0 0 8 16,0 0-8-16,0 0-1 0,0 0 1 0,0 0 2 0,0 0 0 15,0 0 8-15,0 0-10 0,0 0-2 0,0 0 2 16,0 0 2-16,0 0 0 0,0 0-1 0,0 0-4 0,0 0 14 16,0 0-11-16,0 0 12 0,0 0-8 0,0 0 1 0,0 0-7 15,0 0 3-15,0 0 7 0,0 0-5 16,0 0 0-16,0 0 5 0,0 0-7 0,0 0-1 15,0 0 1-15,0 0 3 0,0 0-2 0,0 0-2 16,0 0 3 0,0 0-4-16,0 0 1 0,0 0 5 0,0 0 0 0,0 0-3 15,0 0 1-15,0 0-1 0,0 0-2 0,0 0 11 16,0 0-13-16,0 0-1 0,0 0 8 0,0 0-3 16,0 0-3-16,0 0-3 0,0 0 4 0,0 0 7 0,0 0 1 15,0 0-5-15,0 0 0 0,0 0 3 0,0 0-2 16,0 0 4-16,0 0-1 0,0 0 4 15,0 0-1-15,0 0-1 0,0 0-2 0,0 0 3 0,0 0-2 16,0 0 1-16,0 0-1 0,0 0 21 0,0 0-11 0,0 0 10 16,0 0-18-16,21-10 0 0,-8 6-2 0,10 1 1 15,4-3 0-15,1 0-4 16,2 1 0-16,-1 0 3 0,1-2-7 0,-4 3 10 0,5 1-8 16,-4-2 17-16,-8 0-23 0,-2 2 8 0,0 1-1 15,-4 0 3-15,-3 1-7 0,-1 0-15 16,-2-2-17-16,-1 3-19 0,0-3-20 0,-2 1-18 0,-4 2-26 0,8 0-32 0,-8 0-40 0,0 0-34 15,0 0-30-15,0 0-50 0,0 0-203 0,0 0-549 16,0 0 243-16</inkml:trace>
  <inkml:trace contextRef="#ctx0" brushRef="#br0" timeOffset="107400.92">20677 9014 247 0,'2'-6'373'0,"0"0"-2"0,0-1 17 16,-1 0-13-16,0 4-9 0,3-1-25 16,-3 1-21-16,0-2-35 0,-1 5-23 0,2-7-36 0,-2 7-29 15,2-1-26-15,-2 1-23 0,0 0-29 0,0 0-30 16,0 0-10-16,3 13-10 0,-2-6-7 0,0 3-14 0,-2 3-12 16,1 4 4-1,1 0-1-15,-1 2-11 0,0 1 5 0,2-4-15 16,-2 10 4-16,0-6 6 0,1-1-8 0,-1-1 0 15,0-1-12-15,1 1-33 0,-1-5-17 0,0 3-31 16,0-6-23-16,-1 2-25 0,1-2-27 0,-3 1-25 16,1 1-35-16,0-6-24 0,0 3-18 0,-2-6-43 15,-2-1-236-15,2 0-571 0,4-2 253 0</inkml:trace>
  <inkml:trace contextRef="#ctx0" brushRef="#br0" timeOffset="107632.29">20886 8913 125 0,'4'-7'351'0,"-1"2"-25"0,0 0-30 16,0 1-31-16,0 1-28 0,1 2-28 0,-4 1-19 15,10 2-10-15,-3 1-34 0,4 5-16 0,3 5-5 16,1 8-9-16,2 2-2 0,-3 5-9 0,-1 5-7 16,-7 4-7-16,3 9-3 0,-5 2-7 15,-8-1-4-15,-6-1-10 0,1-13-4 0,-6 15-8 0,-4-7-9 16,0-9-20-16,-4-3-24 0,-1-2-33 0,-11 8-20 0,4-12-33 15,-1 1-43-15,-9 0-43 0,7-9-51 0,-2-3-267 16,-4 0-528-16,6-6 234 0</inkml:trace>
  <inkml:trace contextRef="#ctx0" brushRef="#br0" timeOffset="107933.4">20166 8692 217 0,'-5'-2'188'16,"-5"5"-16"-16,-3 1-17 0,-1 7-16 0,-8 10-3 15,-2 3-16-15,-8 17-8 0,-1 0-8 0,-3 10 5 16,4-1-5-16,-11 24-8 0,13-21 3 0,5 2-2 15,2 2-5-15,4-2-8 0,8-4-8 0,4-1-4 16,8-5-7-16,3-10 1 0,6-3-3 0,7-1 2 16,4-1-5-16,16 3-3 15,8-6-1-15,6-4-11 0,8-6-19 0,6 0-36 16,25-2-47-16,0-5-74 0,-26-6-283 0,27-1-447 16,-30-5 199-16</inkml:trace>
  <inkml:trace contextRef="#ctx0" brushRef="#br0" timeOffset="108254.28">21332 9265 248 0,'0'0'251'0,"-12"0"-8"0,12 0-6 0,-9 0-14 16,9 0-6-16,-4-1-25 0,4 1-9 16,0 0-8-16,0 0-12 0,0 0-14 0,0 0-5 0,0 0-15 15,0 0-14-15,0 0-8 0,0 0-14 0,31-4-7 0,-11 0-9 16,12 0-7-16,2-1-10 0,4 5-3 0,17-3-8 15,0-1-20-15,-1 0-17 0,-5 0-26 0,-9 2-34 0,-2-3-32 16,-5 0-33-16,-3 0-44 0,-1-1-42 0,-11 0-251 16,-4 1-487-16,-5-1 215 0</inkml:trace>
  <inkml:trace contextRef="#ctx0" brushRef="#br0" timeOffset="108487.14">21744 9022 139 0,'-2'-3'375'0,"1"0"-25"0,1 3-27 16,0 0-34-16,-7-4-33 15,7 4-24-15,0 0-40 0,0 0-17 16,0 0-17-16,-6 15-21 0,2-3-14 0,-2 5-12 0,-2 7-4 16,3 5-20-16,-3-1-6 0,4 6 2 0,-1-2-18 15,5 0-3-15,0-1-4 0,4 1-8 0,1-3-6 16,-4 0-36-16,3 0-33 0,0-3-31 0,0-6-29 15,0-2-52-15,0 0-44 0,3-3-64 0,-4-5-218 16,2-1-501-16,-1-4 221 0</inkml:trace>
  <inkml:trace contextRef="#ctx0" brushRef="#br0" timeOffset="108681.8">22603 9181 2689 0,'8'-7'56'16,"-3"5"-21"-16,-1-4-22 0,0 2-5 0,-1-1-2 0,2 1-3 15,-2 0-1-15,-1 0-23 0,4 2-20 0,0-1-18 16,3 0-22-16,4 2-21 0,0 1-39 0,8-1-67 16,-2 1-153-16,7 0-389 0,2-2 173 0</inkml:trace>
  <inkml:trace contextRef="#ctx0" brushRef="#br0" timeOffset="108835.19">23374 9097 93 0,'2'-4'321'0,"2"1"-28"0,-1-1-32 16,0 0-28-16,6 2-29 0,-4-1-49 0,7-1-53 0,2 2-57 15,4 0-67-15,4 1-61 0,-1 1-184 0,9-4-290 16,-2 3 128-16</inkml:trace>
  <inkml:trace contextRef="#ctx0" brushRef="#br0" timeOffset="108989.22">23827 9059 171 0,'13'-5'271'0,"-7"4"-26"0,2-3-26 0,2 3-26 0,3-1-28 16,4-1-42-16,2 2-44 0,3 0-56 15,4 1-48-15,4-3-57 0,-1 1-149 0,2-2-250 16,-2 3 112-16</inkml:trace>
  <inkml:trace contextRef="#ctx0" brushRef="#br0" timeOffset="109082.95">24234 9038 94 0,'0'0'199'0,"0"0"-16"0,0 0-16 0,0 0-14 16,0 0-17-16,0 0-18 0,-16 1-20 0,16-1-53 0,0 0-73 15,-11 0-167-15,11 0-210 0,0 0 94 16</inkml:trace>
  <inkml:trace contextRef="#ctx0" brushRef="#br0" timeOffset="111154.92">5181 12550 225 0,'0'0'235'0,"-6"-3"-12"0,6 3-17 0,-7-2-10 16,7 2-14-16,0 0-12 0,-6-2-17 0,6 2-12 15,0 0-12-15,-3-3-11 0,3 3-7 0,0 0-5 16,0 0-7-16,0 0-5 0,-5-2-4 0,5 2-8 15,0 0-10-15,0 0-4 0,0 0-7 0,0 0-5 16,0 0-13-16,0 0-1 16,0 0-5-16,0 0-5 0,0 0-1 0,0 0-4 15,0 0-1-15,0 0-4 0,0 0 2 0,0 0-6 16,14-3-2-16,3 1-3 0,2-1-2 0,15 0 0 0,2-1 0 0,3-1 0 0,10 1-2 16,-9 0-1-16,-4 0-2 0,-1 2-1 15,-4-1 0-15,0 0 1 0,-8 1 1 0,-4 2-4 16,-2-2-3-16,-6 2-14 0,-2 0-9 15,-1-1-7-15,-3 1-5 0,3-1-7 0,-8 1 0 16,0 0-3-16,-3 9-19 0,3-9-15 0,-14 8-19 0,1-3-17 16,-2 2-21-16,-2 0-26 0,2 0-40 15,-5-2-157-15,6 2-390 0,2-2 173 0</inkml:trace>
  <inkml:trace contextRef="#ctx0" brushRef="#br0" timeOffset="111470.77">5122 12804 5 0,'-5'1'183'0,"-2"3"-11"0,1-3-22 0,3 0-7 16,0 1-12-16,3-2-16 0,-1 5 6 0,1-5 14 15,10 3-2-15,9-3-2 0,8-3-10 0,6-1-11 16,16 1-9-16,7-3-14 0,-1-2-3 0,4 0 1 16,-3-2-3-16,3-1-1 0,-4 2 2 0,-3 3-4 15,-15 1-7-15,0-2 7 0,-5 4-20 0,-4-2-6 0,-8 3-6 0,-7 0-5 16,-1 1-2-16,-2-1-6 0,-2 2-7 0,-3-2 3 16,0 2-13-16,-5 0-10 0,8 0-12 0,-8 0-16 15,0 0-28-15,-9 8-47 0,0-2-52 0,-4 0-62 16,4-2-175-16,-2 1-418 0,1 0 185 0</inkml:trace>
  <inkml:trace contextRef="#ctx0" brushRef="#br0" timeOffset="112172.53">7065 12360 216 0,'0'-9'311'0,"2"-3"-5"0,-2 4-16 0,0-1-14 0,0 0-20 16,0 1-17-16,0 6-24 0,0-5-23 0,0 2-18 15,0 5-17 1,0-5-23-16,0 1-31 0,0 4-39 0,0 0-25 16,0 0-10-16,0 0-2 0,-5 15-6 0,0 1-3 15,3 5-2-15,-2 4 1 0,-2 3-4 0,1 1-4 0,0 4 1 16,-1-3-2-16,1 4 2 0,-2-7-4 0,4 3-1 16,0-1-2-16,0-3 3 0,2-8 0 15,0 0-1-15,-1 1 1 0,0-9-3 0,2 0 0 16,0 1 0-16,0-6 2 0,0 3 12 0,0-4 10 0,-1-1 5 0,1-3 3 15,-2 6 1-15,2-6 1 0,0 4 18 0,-1-1-18 16,1-3-3-16,-2 4-2 0,2-4-5 0,0 0-2 16,0 0-7-16,0 0-21 0,2 5-24 0,-2-5-32 15,0 0-33-15,-4 2-41 0,4-2-38 0,0 0-57 0,0 0-256 16,0 0-523-16,0 0 231 0</inkml:trace>
  <inkml:trace contextRef="#ctx0" brushRef="#br0" timeOffset="112811.52">7722 12571 199 0,'-8'1'217'0,"0"1"-10"0,0-1-10 0,2 0-10 15,-2-1-22-15,5 2-14 0,3-2-16 0,-8 1-14 16,8-1-7-16,-9 2-16 0,9-2-9 0,0 0-10 0,-8 0-6 0,8 0-6 0,0 0-2 16,-5 0-2-16,5 0-7 0,0 0-1 0,0 0-4 15,0 0-3-15,0 0-3 0,0 0-4 0,0 0-1 16,0 0 0-16,0 0-7 0,0 0 2 0,0 0-4 15,0 0-5-15,0 0-1 0,0 0 0 0,0 0-5 16,0 0 0-16,0 0 3 16,0 0-7-16,0 0-1 0,0 0-2 0,0 0-1 15,0 0-2-15,0 0 0 0,0 0-3 16,0 0-3-16,0 0 4 0,0 0-2 0,0 0-3 16,0 0 1-16,0 0-1 0,0 0 1 0,0 0 2 0,-5 2-2 15,5-2 0-15,0 0 0 0,0 0 1 0,0 0-1 16,0 0-1-16,0 0 2 0,0 0-1 0,0 0 6 15,0 0-1-15,0 0 3 0,0 0-1 0,0 0 3 0,0 0-7 16,0 0-1-16,0 0 1 0,0 0-4 0,0 0 1 0,0 0 0 16,0 0 0-16,0 0 1 0,0 0-4 15,0 0 4-15,0 0-2 0,0 0 2 0,27-1 6 16,-9-1 1-16,5-2 2 0,10-2 0 0,4 2 0 16,17-2-5-16,-2-4 0 0,2 4 10 0,-3-2 5 0,-13 2-1 15,2-1 6 1,-4 0-2-16,-2 2 5 0,-6 2 2 0,-6-1-2 15,-3 1-3-15,-6 0 0 0,-3-1-7 0,-1 3 1 16,-4 0-4-16,2 1-1 0,-1-1-4 0,-2-1 2 16,-4 2-10-16,5 0-15 0,-5 0-13 0,0 0-20 15,0 0-17-15,0 0-23 0,0 0-14 0,-19 2-25 16,11-1-23-16,2 1-13 0,1 2-37 0,-2-3-47 16,2 1-163-16,1-2-435 0,4 0 192 0</inkml:trace>
  <inkml:trace contextRef="#ctx0" brushRef="#br0" timeOffset="113175.58">8671 12155 312 0,'4'-9'288'0,"-2"1"-27"15,2 0-24-15,0 0-18 0,0 2-11 0,-3 0-17 16,3 1-20-16,1 1-14 0,-3 1-18 0,1-1-16 15,-3 4-17-15,3-3-12 0,-1 0-12 0,-2 3-8 16,0 0-14 0,0 0-12-16,0 0-8 0,8 13-11 0,-8-4-2 15,0 2-2-15,-1 5-2 0,-2 5-6 0,0 8-3 16,0 2 0-16,-4 2 0 0,-3 12-3 0,1-12 0 0,3 4-3 16,-7-5 2-16,5 2-2 0,2-2 0 0,-1-2-2 15,1 1 10-15,2-6-12 0,3-5 1 16,-2-2-3-16,2-1 0 0,1-7-1 0,0 0 4 0,0-2 4 0,0 0 18 15,1-2 13-15,2 1 12 0,-3-3 15 0,5-1 10 16,0 2 4-16,-1 0-2 0,5-4 3 0,0 0-9 16,5 1-11-16,-1-4-4 0,6 0-3 0,-1 2-11 15,2-3-29-15,1 0-35 0,-3-1-39 0,1-2-40 16,1 0-56-16,-2-1-72 0,0-4-329 0,-1 1-601 16,-1-6 266-16</inkml:trace>
  <inkml:trace contextRef="#ctx0" brushRef="#br0" timeOffset="113375.55">8654 12380 196 0,'-4'0'301'0,"-1"2"-29"0,5-2-19 0,-5 3-16 15,5-3-23-15,0 0-17 0,0 0-20 16,0 0-20-16,28-3-10 0,-2-1-23 0,11 2-20 0,0-3-38 15,19-1-47-15,-2 2-56 0,1 1-79 0,0-4-112 16,-3-2-120-16,-15 2-376 0,3-3 167 0</inkml:trace>
  <inkml:trace contextRef="#ctx0" brushRef="#br0" timeOffset="113698.31">9831 12337 115 0,'-6'0'217'0,"-2"2"-9"16,4-2-6-16,0 3-8 0,4-3-18 0,-6 1-10 0,6-1-10 15,0 0-5-15,-9 3-5 0,9-3-1 0,0 0-4 0,-5 1-7 16,5-1-9-16,0 0-11 16,0 0-9-16,0 0-10 0,27-8-10 0,-7 4-8 15,10-4-6-15,0 3-11 0,6-2-4 0,0 0-4 16,5-2-11-16,7-1-10 0,-8 4-23 0,-2-2-28 16,-2 0-29-16,-1 1-39 0,-6-1-42 0,-1-1-36 15,-9 2-46-15,-3-1-189 0,-6 3-435 0,-5 0 192 16</inkml:trace>
  <inkml:trace contextRef="#ctx0" brushRef="#br0" timeOffset="113899.22">10024 12114 253 0,'0'0'360'0,"-1"-6"9"0,0 2-32 15,1 4-28-15,0 0-28 0,-3-3-39 0,3 3-33 16,0 0-22-16,0 0-23 0,0 0-15 0,0 18-16 15,0-7-12-15,-3 10-20 0,0 8-10 0,-1 0-5 16,1 5-17-16,-2-1-37 0,0 3-57 0,-1 10-65 16,-1-11-79-16,5-2-91 0,-10 1-232 0,7-5-532 15,1-12 235-15</inkml:trace>
  <inkml:trace contextRef="#ctx0" brushRef="#br0" timeOffset="114731.13">10793 11937 140 0,'4'-5'245'0,"0"-4"-3"0,-3 2-1 0,3 1 3 16,0-3-2-16,-3 4-3 0,3-2-1 0,0 0-3 0,-3 2-3 0,3 0-18 15,-3 2-15-15,2-1-26 0,-2 2-21 0,-1 2-14 16,1-5-23-16,-1 5-40 0,0 0-36 0,0 0-16 16,0 0-6-16,3 14-6 0,-3 3 3 0,-4 7-5 15,0 4 2-15,-2 3-7 0,1 2 0 0,-7 16 2 16,3-5-4-16,-1-8-1 0,-1 11 1 0,4-1-1 0,0-11-1 15,2-1 3-15,5-3 2 0,-4 1-2 0,6-5-1 0,-4-1 1 16,4-7-12-16,-2-2 0 0,2-2 4 0,-1-3 9 16,1 0-4-16,2-5 15 0,1 3 10 15,-2-4 15-15,4 0 8 0,1-3-4 0,-4 1 11 0,6-2-12 16,-1 0-9-16,4-2 2 0,1 0 0 0,-4-2-18 16,4-1-26-16,-1-1-25 0,-4 1-36 0,5-1-40 15,-4-1-53 1,-1 0-62-16,3-3-73 0,-1-1-203 0,-2-3-541 0,-1 2 240 15</inkml:trace>
  <inkml:trace contextRef="#ctx0" brushRef="#br0" timeOffset="114916.02">10704 12276 24 0,'-5'3'308'0,"5"-3"-15"0,0 0-6 0,-8 0-23 15,8 0-8-15,0 0-7 0,0 0-31 0,0 0-23 16,0 0-17-16,0 0-23 0,13-10-13 0,2 5-16 16,7 0-17-16,7-3-38 0,7 2-41 0,-1-2-49 15,0 1-60-15,4-1-79 16,-5 0-284-16,-1-3-479 0,-2 0 213 0</inkml:trace>
  <inkml:trace contextRef="#ctx0" brushRef="#br0" timeOffset="115378.77">11063 11667 113 0,'4'-7'329'0,"-3"1"-14"0,0 2-10 0,2 0-19 16,-2-1-16-16,-1 3-30 0,0 2-22 0,4-6-26 15,-4 3-25-15,0 3-13 0,0 0-23 0,3-2-19 0,-3 2-22 0,0 0-20 16,0 0-10-16,6 7-7 0,-6-1-12 0,0 0 6 16,0 6-12-16,0 0-8 0,-1 4 0 0,-2 2-7 15,2 2 3-15,-4-2-5 0,2 2-2 16,-1-3-4-16,2 0-2 0,-3 0 1 0,1-5-5 0,0 0 2 16,3 0 0-16,-2-4-1 0,2-2-2 0,-2 2 1 31,3-5 4-31,0 2 0 0,3-1-3 0,-7-1 5 0,4-3 4 15,1 5 13-15,-1-5 8 0,3 4 2 0,1-2 20 0,5-2 20 16,11 0 17-16,11-1 1 0,9-2-22 0,22 0-13 16,3-6-5-16,30-4-4 0,-6 2 5 15,-22 3-12-15,27-8-5 0,-30 7 8 0,-1 0 2 16,-8 2 2-16,-17 5-19 0,-5-3 4 0,-5 1 0 0,-10 0 10 16,-5 3 1-16,0-1 16 0,-4 1 7 0,-3 0-5 0,-2-1-2 15,3 2-9-15,-7 0-1 0,7-2-22 0,-7 2-34 16,0 0-43-16,0 0-52 0,0 0-51 0,-27 9-50 0,8 0-54 15,-4 4-65-15,-8 1-357 0,8-3-729 16,4-2 323-16</inkml:trace>
  <inkml:trace contextRef="#ctx0" brushRef="#br0" timeOffset="116401.36">12245 12194 14 0,'-12'3'198'0,"2"-2"-11"0,-1 2-18 0,4-3-17 0,1 2-14 16,1-2-14-16,5 0-10 0,-9 1-10 0,9-1-6 0,-6 0-10 15,6 0 4-15,-4 2 5 0,4-2 3 0,0 0 10 16,0 0 2-16,-7 0 2 0,7 0 0 0,0 0 2 16,0 0 2-16,-5 2-5 0,5-2-5 0,0 0-6 0,0 0-11 15,0 0-6-15,0 0-7 0,0 0-8 0,0 0-11 16,0 0-4-16,0 0-8 0,0 0-2 0,0 0-6 16,0 0-4-16,0 0-6 0,0 0-5 0,0 0-1 15,0 0-1-15,0 0-4 16,0 0-2-16,0 0-2 0,0 0 2 15,0 0-4-15,0 0-1 0,0 0-3 0,0 0-2 16,0 0-3-16,-6 1 2 0,6-1 3 0,0 0-5 0,0 0-3 16,0 0 4-16,0 0-2 0,0 0-1 0,0 0 0 15,0 0 3-15,0 0 1 0,18 1-2 16,-4 0 3-16,13-4 0 0,3-1-3 0,7 1 0 16,-1-1 0-16,5-1-1 0,14 2 1 0,-4-6-2 0,-13 4 6 0,-2 2-5 15,0 1 4-15,-4-4-1 0,-4 4-4 0,-8 0-3 16,-3 0 2-16,-4 2 4 0,-5-3 0 0,-2 3-2 15,0 0-1-15,1 0 2 0,-2-1-4 0,-5 1-3 0,7-1-14 16,-7 1-21-16,0 0-19 0,0 0-22 0,0 0-25 16,0 0-26-16,0 0-25 0,-16 5-32 15,10-5-28-15,2 2-216 16,4-2-467-16,-9 0 207 0</inkml:trace>
  <inkml:trace contextRef="#ctx0" brushRef="#br0" timeOffset="116780.37">13184 11860 26 0,'9'-19'351'0,"-3"4"-15"16,2 1-9-16,-3 2-9 0,-1 1-8 0,4 2-15 16,-6 4-19-16,1-2-26 0,-2 3-29 0,3-2-23 15,-4 3-23-15,1 1-23 0,3 0-25 0,-4 2-43 0,4-3-39 16,-4 3-20-16,0 0-8 0,4 8-1 0,-3 4-3 15,-1 3-5 1,0 4-3-16,0 9 0 0,-2 2 2 0,-2 1-3 16,-4 2 2-16,3 1-4 0,-3 1-1 0,-2-1 6 15,2 0 1-15,3-4-2 0,0 0-7 0,0-1 7 16,1-4-6-16,0 1 3 0,3-8-3 0,-1 0 6 16,2-5-1-16,0-1-2 0,0-3 0 0,0-1 2 15,0-1 5-15,2-2-1 0,-2 0 2 0,0 2-1 0,1-5 10 16,-1 1 5-16,0-3 7 0,3 5 1 0,-2-1-2 0,-1-4-4 15,5 0-3-15,3 1 1 0,-8-1-6 0,14 0-19 16,-4-3-28-16,3 0-28 0,-4-1-30 0,5 0-42 16,-1-1-51-16,3-3-75 0,-2-2-279 0,3-2-578 15,-4-2 257-15</inkml:trace>
  <inkml:trace contextRef="#ctx0" brushRef="#br0" timeOffset="116955.14">13036 12137 193 0,'-5'0'310'0,"5"0"-16"0,-5 1-6 16,5-1-25-16,0 0-32 0,0 0-19 0,29-9-23 0,-2 2-33 16,6 0-35-16,3 1-46 0,19-2-51 0,-18-1-45 0,19-1-60 15,0-1-65-15,-6-2-206 0,0 2-380 0,-14-1 168 16</inkml:trace>
  <inkml:trace contextRef="#ctx0" brushRef="#br0" timeOffset="117596.5">13423 11397 168 0,'4'-1'259'0,"2"-3"-17"16,-2-2-27-16,1 4-18 0,4-2-24 0,2 0-15 15,5 3-19-15,4-2-13 0,-2 0-14 0,2 3-12 16,0 0-10-16,-1 2-13 0,-5 2-7 0,-1-3-10 16,-3 2-25-16,3 1-15 0,-4-1-3 0,-3 4-4 15,2-2 1 1,-3 0-3-16,-5 2-4 0,0 0 1 0,0 2-3 0,-4-3 2 16,-1 2-2-16,1-1 0 0,-2 0 1 0,2-1 0 15,-1 2-5-15,-1-4 0 0,3-1 3 0,-2 1 0 16,1 2-1-16,0-2-2 0,3-1-6 15,-2 2 2-15,2-1 0 0,1 0 0 0,1 2 3 0,2-3-3 16,2 1 9-16,0 4 9 0,4 0-3 0,4 4 2 16,2-3 2-16,1 1 0 0,0 1 1 0,0-1 3 0,-1 2-4 15,-1-2-1-15,-1 3-3 0,-4-5-2 0,-2 2 3 0,1-2-3 16,-2 2 1-16,-2 0 0 0,-4-2 0 0,-4 2 4 16,-10 7-1-16,-10 0 2 0,-8 4-23 15,-14 4-53-15,-4-5-85 0,3 0-255 0,9-7-434 16,1-5 192-16</inkml:trace>
  <inkml:trace contextRef="#ctx0" brushRef="#br0" timeOffset="118496.32">14545 12119 156 0,'-9'3'195'0,"0"-3"-10"0,-1 3-18 16,2-2-13-16,3-1-13 0,5 0-15 0,-10 3-12 16,6-3-12-16,4 0-9 0,-5 0-11 0,5 0-5 15,-8 3-5-15,8-3-8 0,0 0-5 0,-5 2-5 16,5-2-2-16,0 0-5 0,0 0-3 0,0 0-5 16,0 0-2-16,0 0-5 0,-6 2 7 0,6-2 7 0,-6 1-3 0,2 0-2 15,4-1 2-15,-7 3 6 0,7-3 0 0,-5 2 4 16,5-2 2-16,-4 0 5 0,4 0 2 0,-5 3-3 15,5-3-1-15,0 0-2 0,0 0-1 0,0 0-4 16,0 0 6-16,0 0-4 0,0 0-8 0,0 0 1 0,21-5-7 16,0 1-1-16,15-1-3 0,1-1-9 15,17-1 4-15,2 2-4 16,4-4-5-16,-1 1 0 0,0-1-3 0,-5 1-4 16,-1 1 1-16,-15 2-5 0,-2 2 0 0,-4 1-15 15,-10-1-18-15,-6 2-26 0,-2 0-23 0,-3-1-18 16,-5 2-14-16,-1 0-3 0,-5 0-11 0,0 0-11 15,0 0-23-15,-18 5-17 0,-1 0-15 0,-3-3-186 16,-6 2-399-16,-1-3 177 0</inkml:trace>
  <inkml:trace contextRef="#ctx0" brushRef="#br0" timeOffset="118764.92">14770 12025 174 0,'0'-10'304'0,"1"-2"-14"16,-1-5 1-16,0-1-2 0,0 2-4 0,3 4 17 15,-3-5-27 1,1 7-11-16,-1-2-16 0,1 3-10 0,-1 3-24 0,-1 0-18 16,1 1-22-16,0-1-19 0,1 4-19 0,-1 2-28 15,0-5-19-15,0 5-62 0,0 0-23 0,0 0-9 16,0 0 5-16,-2 22-1 0,-1-5 4 0,-3 10 8 16,1 2-15-16,-3 2 1 0,3 2 2 0,-3 1-2 15,-1-2 3-15,3 2 1 0,0 0 1 0,0 2 1 16,5-2 2-16,-2-4-2 0,3 1-43 0,0-7-21 0,3-3-27 15,-3-4-29-15,1 3-37 0,3-5-25 0,-2 0-27 16,1-2-25-16,4-4-67 0,-2-3-152 0,1 0-488 16,-2-4 216-16</inkml:trace>
  <inkml:trace contextRef="#ctx0" brushRef="#br0" timeOffset="119149.59">15419 11641 70 0,'7'-12'302'15,"-2"-2"-15"-15,-1 4-9 16,0 3-1-16,-1 1-26 0,0 0-24 0,-1 1-21 16,-1 1-24-16,2-1-19 0,0 5-16 0,-3 0-29 15,2-4-13-15,-2 4-20 0,0 0-8 0,0 0-13 16,5 14-6-16,-3-2-7 0,-4 5-5 0,2 1-4 15,0 8-6-15,-4 4 8 0,1 3-18 0,-4 2 0 16,1-2 10-16,-9 14-12 0,7-12-5 0,-1-2 0 16,0 1 9-16,1-3-15 0,-1-1 1 0,4-4 0 0,0 3-5 0,0-11-1 15,2-1-1-15,2 0 0 0,1-5-1 0,0-2 2 16,-1-3-1-16,1 0 4 0,0 0 4 0,0-2 23 16,0-1 21-16,0-1 15 0,0-3 19 0,0 6 12 15,0-6 1-15,0 0 3 0,2 6-8 0,5-6-2 16,-1 0-12-16,4-2-13 0,3-2-3 0,5 0-7 15,4-1-11 1,-3 3-40-16,9-8-48 0,-8 6-52 0,7-3-54 0,-4 1-56 16,-5 0-64-16,5-2-113 0,0-6-204 0,-6 3-625 15,-4 0 276-15</inkml:trace>
  <inkml:trace contextRef="#ctx0" brushRef="#br0" timeOffset="119318.64">15282 12008 84 0,'-7'0'346'0,"3"2"-14"16,4-2-12-16,-9 0-16 0,9 0-16 0,0 0-25 15,0 0-41-15,0 0-20 0,14-12-35 0,4 7-18 16,11-2-34-16,-1 0-30 0,8-1-39 16,3 1-37-16,13-4-44 0,-14 5-55 0,1 0-66 0,-3-2-88 0,-1-2-158 15,-2-2-434-15,-2 2 192 0</inkml:trace>
  <inkml:trace contextRef="#ctx0" brushRef="#br0" timeOffset="119835.65">15851 11265 126 0,'0'-3'285'0,"0"3"-14"0,4-5-17 0,-4 5-19 0,0 0-24 15,2-2-26-15,-2 2-18 0,0 0-22 16,0 0-14-16,0 0-21 0,0 0-15 0,0 0 0 0,0 0-21 0,-1 12-7 0,-4-4-4 0,1 3-12 16,-1 4-9-16,-3 2-3 0,-2 0-4 0,1 7-5 15,-1 0-3-15,-3 0-4 0,3 1-2 16,2 1-5-16,-1-6 2 0,3-1-5 0,2-2 1 15,-1-1-1-15,1-3-2 0,2-3-2 0,2 1-3 16,0-3 3-16,0-3 3 0,1 2-2 0,0-2 3 16,3 2 3-16,-1-2 3 0,2-1 4 0,6 0 3 15,3 0 2-15,5-3-3 0,3 0-1 0,8-1-3 16,-9-1-13-16,6-4-23 0,-8 2-28 0,10-2-29 16,-8-2-32-16,-2 2-33 0,-2-3-33 0,2-1-22 0,-5-1-35 0,0-2-133 15,-2-2-389-15,-6 7 172 0</inkml:trace>
  <inkml:trace contextRef="#ctx0" brushRef="#br0" timeOffset="119982.56">16090 11497 740 0,'3'-8'70'0,"-2"2"33"0,0-2 12 0,0 1 5 0,-1 1 18 0,0 1 9 0,0 1 9 16,0-1 9-16,-1 1-2 0,1 4-10 0,0-5-11 16,0 5-17-16,1-4-21 0,-1 4-11 0,0 0-18 15,0 0-10 1,0 0-8-16,-5 11-11 0,0 0-6 0,1 17 0 0,-7 5-3 16,-6 18-5-16,7-1 1 0,-8 4 1 0,2 3-5 15,5-4-5-15,0 1-48 0,-1-2-67 0,3-4-68 16,3-13-98-16,-1 1-163 0,1-5-454 0,5-6 202 15</inkml:trace>
  <inkml:trace contextRef="#ctx0" brushRef="#br0" timeOffset="121223.67">16684 11935 169 0,'-10'0'180'0,"-3"1"-4"0,8-1-11 0,-4 1-5 15,4 0-17-15,-1-1-9 16,6 0-11-16,-7 2-13 0,7-2-19 0,0 0-7 0,-11 1-6 0,11-1-6 0,0 0-10 0,-3 1-2 16,3-1-9-16,0 0-5 0,0 0-2 0,0 0-3 15,0 0 9-15,0 0 3 0,0 0 11 16,0 0-3-16,0 0 5 0,0 0 3 0,0 0 4 15,0 0 5-15,-9 0-2 0,9 0-5 0,0 0-2 16,0 0 2-16,0 0-6 0,0 0-9 0,0 0-4 0,0 0-6 16,0 0-4-16,0 0-3 0,0 0-3 15,0 0-6-15,0 0 4 0,0 0-12 0,0 0-1 16,0 0-6-16,0 0 10 0,0 0-10 0,0 0-2 16,0 0-5-16,0 0 3 15,0 0-3-15,0 0-4 0,0 0-1 0,0 0 1 16,0 0 4-16,0 0-5 0,0 0 0 0,0 0 2 0,0 0-2 0,0 0 6 0,0 0-8 15,0 0 0-15,0 0-2 0,0 0 0 0,0 0 1 16,0 0 3-16,0 0-1 0,0 0 0 0,0 0-4 16,0 0 2-16,0 0 1 0,0 0 1 0,0 0-3 15,0 0 4-15,0 0-1 0,0 0 1 16,0 0-1-16,0 0-2 0,23 0 1 0,-23 0 1 16,7 0-3-16,-7 0 2 0,6 1 3 0,-6-1-3 15,0 0-1-15,0 0 2 0,0 0-1 0,10 0-1 16,-10 0-3-16,0 0 5 0,0 0-3 0,0 0 1 15,0 0 3-15,5-1-3 0,-5 1-1 0,0 0 1 16,0 0 0-16,0 0 0 0,0 0 0 0,0 0-4 0,0 0 5 16,0 0-1-1,0 0-3-15,0 0 0 0,0 0 5 0,0 0-2 16,0 0 8-16,0 0-4 0,0 0 4 0,0 0-5 0,0 0 4 0,0 0-1 16,0 0 10-16,0 0-8 0,0 0-2 0,0 0 3 0,0 0 2 15,0 0 6-15,9 1-4 0,-5-3-1 0,5 2-2 16,5-3 0-16,8 1-5 0,6-1 4 15,2-2 1-15,5 1-2 0,-2 1-1 0,3-2 2 16,0 0-3-16,0 1-1 0,-2 1 2 0,2 0-3 16,-7-2 0-16,-3 2 6 0,-7 1 0 0,-9 0 9 15,0 0 11-15,-2 1 5 0,-3 1 6 0,3-1-5 16,-2 0 7-16,-6 1-3 0,8-2-4 0,-4 1-8 16,-4 1-9-16,0 0-18 0,0 0-23 0,0 0-18 15,0 0-16-15,0 0-17 0,0 0-20 0,-27 1-25 0,19 1-29 16,3-1-31-16,1 0-43 0,4-1-72 0,-10 3-161 0,10-3-491 15,0 0 218-15</inkml:trace>
  <inkml:trace contextRef="#ctx0" brushRef="#br0" timeOffset="121408.45">17797 11847 94 0,'0'0'327'0,"4"-4"-17"0,-4 4-18 16,8-4-30-16,-6 2-20 0,-2 2-24 16,5-4-34-16,-2 2-33 0,2-3-45 0,1 4-46 0,6-2-51 15,-1 2-54-15,7-1-60 0,2 1-65 0,-1-3-153 16,2 0-349-16,6-2 155 0</inkml:trace>
  <inkml:trace contextRef="#ctx0" brushRef="#br0" timeOffset="121555.6">18506 11780 95 0,'5'-2'236'0,"1"0"-13"15,-1 0-11-15,0 0-22 0,2-1-17 0,2-1-16 16,2 2-19-16,3-3-25 0,4 2-40 0,3 1-36 16,7-3-47-16,6 5-28 0,1-2-52 0,3 0-162 15,2 0-272-15,10 0 120 0</inkml:trace>
  <inkml:trace contextRef="#ctx0" brushRef="#br0" timeOffset="121709.24">19400 11717 96 0,'6'-4'252'15,"4"1"-15"-15,-1-2-9 0,-1 1-14 0,1-1-19 16,2-1-16-16,-6 1-23 0,4 1-16 0,4 2-17 16,-3-5-30-16,8 3-40 0,0 0-39 0,5 0-37 15,5 1-37-15,5 0-50 0,3 0-189 0,3-2-321 16,1 1 142-16</inkml:trace>
  <inkml:trace contextRef="#ctx0" brushRef="#br0" timeOffset="121856.36">20377 11608 180 0,'5'-2'255'0,"0"0"-13"0,0-1-20 16,3 0-20-16,0-2-20 15,2 1-18-15,1-1-27 0,10 0-32 0,8 1-48 16,4 1-57-16,7 3-62 0,16-3-79 0,3 3-117 15,0-4-278-15,1-1 123 0</inkml:trace>
  <inkml:trace contextRef="#ctx0" brushRef="#br0" timeOffset="121972.36">21435 11534 119 0,'5'0'295'0,"0"-4"-24"0,3 3-25 0,-7-2-27 15,3-2-21-15,0 4-52 0,0-2-94 0,-2 0-123 16,-2 3-176-16,4-5-265 0,-4 5 118 0</inkml:trace>
  <inkml:trace contextRef="#ctx0" brushRef="#br0" timeOffset="128712.62">6749 14422 53 0,'4'-5'220'15,"3"-4"-8"-15,-1 6-9 0,0-4-15 0,-1 0-6 16,-1 2-7-16,1 2-9 0,-1-1-6 0,-2-2-21 16,1 2-12-16,0 3-17 0,-3 1-10 0,3-6-10 15,-3 6-10-15,3-3-8 0,-3 3-16 0,1-3-22 0,-1 3-22 0,0 0-2 16,0 0-2-16,-18 12-1 0,-7 3 2 0,-3 0-2 15,-3 5 0-15,-5-2-5 0,-10 5 4 0,13-3-3 16,4-2-2-16,-2-1 3 0,4 5-3 0,-1-4-5 16,5 1 3-16,1 0 2 0,4-4-3 0,4-3 2 15,-1 2-1-15,6-5-2 0,1 0 0 0,1 2-3 16,0-4 3 0,4 0-2-16,0 0-1 0,3 1 8 0,4 1-8 15,0-2 3-15,6 1 2 0,3 2-1 0,6 1 3 0,6-2 0 16,6 0 5-16,2 1 0 0,3 0-5 0,15 3-3 15,-11-3 1-15,8 5 3 0,-12-3 1 0,-3 0 14 16,-3 5-6-16,-6-2 1 0,0 1-4 16,-9-2-2-16,-2 0-5 0,-5 2 1 0,-3 1 3 15,-5 0-5-15,-7 0 3 0,-9 4-2 0,-8 1 2 0,-4-4 1 0,-4 1-3 16,-4-2 8-16,-12 4 6 0,10-9 4 0,1 1 6 16,-12 0 5-16,10-3 10 0,-1-2-3 0,1-2 7 15,2-1 7-15,2-1 3 0,2-2 16 0,4 3 11 16,7-5 27-16,5 0 14 0,6 0 5 0,-2 0 21 15,4 0-8-15,4 0-14 0,-3 0-16 0,8 0-8 16,-7 0-5-16,7 0-13 16,-5-5-9-16,5 5-14 0,0 0-20 0,6-7-10 15,0 2-22-15,2 2-11 0,4-1-33 0,-1 0-23 16,-2 1-22-16,5 0-23 0,-5 0-22 0,5 2-21 16,0-1-19-16,-1 1-18 0,6 0-19 0,-1 1-21 15,-1-1-19-15,2 2-222 0,-1-4-503 0,2 3 222 16</inkml:trace>
  <inkml:trace contextRef="#ctx0" brushRef="#br0" timeOffset="129135.34">7312 14941 93 0,'0'0'222'0,"0"0"-20"0,-1-4-19 16,1 4-22-16,0 0-12 0,-5-1-18 0,5 1-17 15,0 0-12-15,-14 5-11 0,6-3-11 0,-1 5-5 16,-2 0-9 0,-2 2-11-16,-2 1 4 0,-2 5-18 0,1-2-3 0,2 2-6 15,-3-3-2-15,4 4-4 0,2-4-3 0,-1 2-4 16,6-4-4-16,-2 2-1 0,3-3-3 0,0 0 8 15,5 2-6-15,-3-2-2 0,6-4 0 0,-2 3 0 16,8-1 2-16,0-2 4 0,8 1 3 16,3-2 1-16,7-4 9 0,4-3-1 0,3-4 2 0,-2 1 1 15,4-1 7-15,-4-5 12 0,1 3 2 0,-6-3 11 0,0 0 9 16,-8 2 2 0,-5-2 4-16,1-1 3 0,-2-1-1 0,-5 4 4 15,1-5 0-15,-6 3-14 0,1-4-7 0,-4 6-9 16,-1-2 0-16,-2-1-9 0,-6 0-17 0,1 4-7 0,-5-2-12 0,1 4-12 0,-6 0-11 15,-3 6-19-15,0-1-16 0,-7 5-24 0,5-1-19 16,-5 5-27-16,5 1-25 16,-4 4-25-16,8 0-34 0,2-2-218 0,3 2-455 15,6-3 201-15</inkml:trace>
  <inkml:trace contextRef="#ctx0" brushRef="#br0" timeOffset="129319.81">7913 15144 103 0,'-4'6'177'16,"-5"2"-12"-16,-3 4-11 0,-13 8-16 0,-4-2-15 16,-11 10-6-16,7-6-50 0,-12 6-59 0,6 1-184 15,12-11-189-15,0-2 83 0</inkml:trace>
  <inkml:trace contextRef="#ctx0" brushRef="#br0" timeOffset="130188.4">9223 14473 14 0,'1'-10'229'0,"-1"-1"1"15,0-1 4-15,1 0-12 0,1 2-3 0,0-3-5 16,0 5-7-16,0-3-8 0,-2 4-12 0,1 0-17 15,1 3-16-15,-2-2-17 0,1 2-17 0,0 1-22 0,-1 3-41 16,0-5-40-16,0 5-8 0,0 0-2 16,0 0-1-16,0 29-4 0,0-5-6 0,-4 7 3 15,3 14-3-15,-8 6 5 0,0 6 0 0,-2 1-1 0,-5 22 5 0,5-19-4 16,-1-4-4-16,2 1 2 0,3 0 19 0,0-6-3 16,1-4-1-16,3-12-2 0,1-1-2 0,-1-1 1 15,6-1-1-15,-3-4-3 0,0-3 9 0,2-7 7 16,1-3-4-16,-3-5-4 0,1-1 3 0,-1-3-2 15,0 3 3-15,0-8 15 0,0 3 12 0,0 0 17 16,0 1 16-16,0-6 9 16,0 0-11-16,0 0-1 0,0 0-45 0,0 0-18 15,-4-18-24-15,4 5-24 0,-2-5-20 0,-1 0-28 16,2-10-32-16,1-1-33 0,-3-3-36 0,7-17-42 16,1-1-208-16,-2-7-469 0,6-24 207 0</inkml:trace>
  <inkml:trace contextRef="#ctx0" brushRef="#br0" timeOffset="130486.43">9222 14241 1613 0,'-8'-24'110'0,"-1"-2"14"0,1 8 3 16,2 2-8-16,-1 1-21 0,3 6-12 0,-2-1-1 15,4 4-6-15,-2 0-20 0,3 0-6 0,-2 3-8 0,0-3-12 16,2 3-32-16,0 0-29 0,1 3-16 16,0 0 1-16,0 0 2 0,6 10 2 0,2-5 7 15,7 8 0-15,2-3 0 16,7 9 6-16,4 2 4 0,3 0 4 0,13 9 1 15,-2 1 0-15,0-1 4 0,-1 4 1 0,-3-1 2 16,-10-7 0-16,4 9-1 0,-11-6 4 0,-2 2-1 16,-4 2 0-16,-6 0 0 0,-5-2 3 0,-7 0 2 15,-4 1 4-15,-10-1 20 0,-5-3 5 0,-15 8 9 16,0-2 2-16,-4-5 4 0,-5-3-2 0,3-4 2 16,8-6 0-16,-2 1-5 0,2-4 4 0,-1 1-5 0,0 0-5 0,3-1-1 15,1 2-4-15,6-6-7 0,-1 1 3 0,10-2-11 16,5-1-36-16,2-1-34 0,2 1-23 0,2 3-24 15,3-2-26-15,3-1-57 0,4-2-156 0,5 2-375 16,5-4 167-16</inkml:trace>
  <inkml:trace contextRef="#ctx0" brushRef="#br0" timeOffset="131372.19">9587 15237 81 0,'0'0'256'0,"0"-5"-25"0,3 1-17 0,-3 4-15 16,0 0-26-16,-3-7-15 0,3 7-20 0,0 0-22 15,0 0-12-15,0 0-15 0,0 0-10 0,0 0-11 16,0 0-8-16,0 0-9 0,5 17-6 0,-4-5-4 16,-1 0-5-16,0 5-5 0,-1 8-5 0,-1 1 2 15,-1 1-3-15,0 2-5 16,1-3-2-16,-2 0 1 0,2-1-5 0,-2 2 2 16,0-8-7-16,0-1-1 0,3-3 0 0,0 2 1 15,-1-5-19-15,1-1 2 0,1-2-2 0,-1-3 6 16,1 2-1-16,0-4 2 0,0 1 7 0,0-1 27 15,-3 0 22-15,3-4 29 0,3 4 22 16,-3-4 25-16,0 4 10 0,0-4 21 0,0 0 20 0,0 0 6 16,0 0-14-16,0 0-9 0,0 0-21 0,5-12-16 0,-1 2-14 15,2 0-9-15,2-1-10 0,1-6-11 0,3-8-8 16,5 0-4-16,-3-1-9 0,1 0-8 0,2 1-4 16,-2 2-7-16,-2 3-4 0,-1 3-3 0,-2 3-8 0,-5 2 4 15,0 2-4-15,0 5-4 0,4-4-2 0,-5 3-5 16,0 4-5-16,-3-4 2 0,-1 6-3 0,4-5-19 15,-4 5-34-15,5-2-9 0,-5 2 8 0,0 0 0 0,8 8 4 16,-3-1 1-16,-4 6 2 0,3-1 4 0,0 5 3 16,-3 2 7-16,-1 5 1 0,3 2 0 0,-3-2 2 15,0 1 2-15,-3 0 3 0,3-7-1 0,0 2 18 16,-1-1-12-16,-1-2 0 0,1-2 1 0,1-4 2 16,-1 0-7-16,2-4 8 0,-1-3 2 0,-1 5 3 15,1-7 5-15,0 2 3 16,0-4 7-16,2 5-3 0,5-5 9 15,12-4-13-15,12-3-14 0,3-4-42 0,16-1-69 16,-1-4-91-16,6-5-125 0,-3-4-295 0,-5-5-682 0,2-4 303 16</inkml:trace>
  <inkml:trace contextRef="#ctx0" brushRef="#br0" timeOffset="133127.51">10218 14708 28 0,'-15'3'109'0,"2"-1"4"0,-1 0-6 15,8 1-1-15,-5-2-13 0,4-1-2 0,3 1 2 16,4-1-8-16,-9 0-3 0,3 2-10 16,6-2-10-16,0 0-1 0,-10 0-4 0,10 0 2 0,0 0 0 15,-6 1-2-15,6-1 7 0,0 0-7 0,0 0 14 16,0 0-2-16,0 0 3 0,0 0 4 0,0 0-7 16,0 0-2-16,0 0-6 0,0 0 0 0,-9-1-1 15,9 1-6-15,0 0-1 0,0 0-7 0,0 0 0 16,0 0-9-16,0 0 0 0,0 0-4 0,0 0-5 15,0 0-5-15,0 0-1 16,0 0-4-16,0 0 1 0,0 0-5 0,0 0 1 16,0 0-1-16,0 0-3 0,0 0 1 0,0 0-5 15,0 0 0-15,0 0 1 0,0 0-4 0,0 0 0 16,0 0 2-16,0 0-2 0,0 0 0 0,0 0 2 16,0 0-3-16,0 0 1 0,0 0-3 0,0 0 2 15,0 0 2-15,0 0-4 0,0 0-1 0,0 0 3 16,0 0-2-16,0 0 3 0,0 0-2 0,0 0-1 0,0 0-1 15,0 0 5-15,0 0-4 0,0 0-1 0,0 0-1 0,0 0 1 16,0 0-2-16,0 0 1 0,0 0 1 0,0 0-1 16,0 0 1-16,0 0 3 0,0 0-3 0,0 0 1 15,0 0-2-15,0 0-3 0,0 0 0 0,0 0 3 16,0 0 3-16,0 0-3 0,0 0 2 0,0 0-4 16,0 0 0-16,0 0 1 0,0 0-1 0,0 0 2 0,0 0 2 15,0 0-1-15,0 0-3 0,0 0 4 0,0 0-2 16,0 0-3-16,0 0 2 0,0 0 0 0,0 0 0 15,0 0 2 1,0 0 1-16,0 0-3 0,0 0 2 0,0 0 3 0,0 0-1 0,25-2-6 0,-10 1 1 16,7-1 5-1,-2-4-2-15,9 2 3 0,1-1-2 0,-1-1 0 16,3 1-1-16,-2 0 2 0,-1 1-1 0,-7 1 2 0,-2 0 1 16,1 1-2-16,-5-1-2 0,-3-1 4 0,-3 1-4 0,-2 3 2 15,0-2 3-15,-1-1-3 0,-2 3 0 0,1-1-1 16,-6 1-6-16,6 0-16 0,-6 0-16 0,0 0-19 15,0 0-10-15,0 0-24 0,0 0-14 0,0 0-3 16,0 0-36-16,-12 10-47 0,6-7-112 0,0-2-326 16,1 2 145-16</inkml:trace>
  <inkml:trace contextRef="#ctx0" brushRef="#br0" timeOffset="133476.4">10746 14490 50 0,'-1'-5'277'16,"1"3"-16"-16,0-3-21 0,0 5-26 0,1-7-18 0,-1 7-27 16,0-3-20-16,0 3-25 0,0 0-19 0,0 0-13 15,0 0-11-15,0 0-15 0,0 19 2 0,0-6-13 16,-1 3-5-16,1 4-2 0,0 8-5 0,-2 0-6 0,2 1-6 15,-1 0-4-15,0-3 3 0,1 1-7 0,1 2-2 0,-1-4-3 16,1 1-2-16,1-9 3 0,-2 0-7 16,1 0 2-16,0 1-3 0,3-7 1 0,-4-1-4 15,0-3 1-15,0 0 2 0,2 0-4 0,0-1 4 16,-2-2-3-16,0 1 2 0,1-2-1 0,1 1-3 0,-2-4 12 16,0 4-5-16,0-4 0 0,1 3 3 0,-1-3-9 0,0 0-38 15,0 0-26-15,0 0-32 0,0 0-32 0,-8-12-57 16,6 5-194-16,-2-5-402 0,2 2 177 0</inkml:trace>
  <inkml:trace contextRef="#ctx0" brushRef="#br0" timeOffset="133728.44">11081 14420 100 0,'15'24'106'0,"2"2"-8"0,-1 4-9 15,-2 4 12-15,3 16-9 0,-8-1-10 0,-3 0-4 16,-3 1-11-16,-4-2-8 0,-8 2 0 0,-8-1-5 16,-1-5-5-16,-9 0-11 0,-7-2-3 15,-7-4-15-15,-2-2-42 0,-5-6-73 0,-2-2-74 0,-2-6-182 16,1-5 81-16</inkml:trace>
  <inkml:trace contextRef="#ctx0" brushRef="#br0" timeOffset="134146.41">10324 14238 118 0,'-26'15'134'0,"-1"2"-17"16,-4 5-15-16,-7 10-10 0,-2 3-11 0,-1 7 7 15,0 3-17-15,7 6-4 0,-13 22-6 0,21-22-1 0,0 4-1 0,6 0-11 16,8-3-4-16,6 1-1 0,6-5-9 0,5-12 0 0,8 9 0 15,6-15-2-15,4-2-3 0,22 7 5 16,7-5-1-16,9-9-9 0,29 3-45 0,1-11-53 16,-30-8-150-16,35-1-243 0,-32-4 107 0</inkml:trace>
  <inkml:trace contextRef="#ctx0" brushRef="#br0" timeOffset="134644.59">11814 14669 205 0,'-7'0'240'0,"7"0"-10"16,0 0-11-16,0 0-18 0,0 0-13 0,0 0-16 15,0 0-18-15,0 0-18 0,0 0-15 0,16-7-15 16,2 3-17-16,3 0-33 0,9-3-30 0,2 3-38 16,0-2-33-16,7 2-42 0,-2 1-43 0,2 2-182 15,-6-7-337-15,-1 3 149 0</inkml:trace>
  <inkml:trace contextRef="#ctx0" brushRef="#br0" timeOffset="134807.34">11937 14852 45 0,'3'2'194'0,"4"-1"-8"0,11-1-23 0,12 0-14 16,7 0-28-16,20 0-67 0,3-5-93 0,-5-2-107 16,-1-2-158-16,-2-3 70 0</inkml:trace>
  <inkml:trace contextRef="#ctx0" brushRef="#br0" timeOffset="136711.03">13215 14668 165 0,'-9'3'172'0,"1"-3"0"0,-1-2-11 0,9 2-13 15,-9 2-14-15,9-2-16 0,-7-2-7 0,7 2-13 16,0 0-9-16,-9 2-10 0,9-2-8 16,0 0 0-16,0 0-9 0,-8-2 3 0,8 2 0 0,0 0-4 0,0 0 4 0,0 0-8 15,0 0-3-15,0 0 2 0,0 0-6 16,0 0 3-16,-8 2-3 0,8-2 5 0,0 0-2 16,0 0 6-16,0 0 5 0,0 0 1 0,0 0 0 0,0 0-1 15,0 0 3-15,0 0-5 0,0 0-5 0,0 0 7 16,0 0-19-16,0 0-5 0,0 0-3 15,0 0-4-15,0 0-4 16,0 0-3-16,0 0-4 0,0 0-4 0,0 0-1 16,0 0-3-16,0 0-4 0,0 0 3 0,0 0 5 15,0 0-10-15,0 0 2 0,0 0-1 0,0 0-3 16,0 0 0-16,0 0 0 0,0 0-4 0,0 0 12 16,0 0-11-16,0 0 1 0,0 0 1 0,0 0-2 15,0 0-1-15,0 0 0 0,0 0-1 0,0 0 4 16,0 0-3-16,0 0-1 0,0 0-1 0,0 0 3 0,0 0-6 0,0 0 6 15,0 0 0-15,0 0-1 0,0 0 0 0,0 0-2 16,0 0 5-16,0 0-3 0,0 0-1 0,0 0 1 16,0 0 4-16,0 0-6 0,0 0 1 0,0 0 4 15,0 0-2-15,0 0-3 0,0 0 2 0,0 0-2 16,14-7 3-16,-14 7-2 0,0 0-3 0,0 0 3 16,0 0-1-1,4-2 0-15,-4 2 0 0,0 0 3 0,0 0-4 16,0 0 5-16,0 0-5 0,0 0-1 0,0 0 2 15,0 0 0-15,4-3-1 0,-4 3 2 0,0 0-7 0,0 0 2 16,0 0 2-16,0 0-6 0,0 0 0 0,0 0 2 16,0 0-1-16,0 0-3 0,0 0 5 0,0 0-6 15,0 0 3-15,0 0-3 0,0 0 4 0,0 0-4 16,0 0-1-16,0 0-4 0,0 0 1 0,0 0 1 0,0 0 7 0,0 0-9 16,0 0 2-16,0 0 1 0,0 0 3 0,0 0 3 15,10 3-3-15,3-6 1 0,1 2 5 16,13-5 7-16,6 1-9 0,3-1 3 0,5-2-4 15,10-1 4-15,5-2 0 0,0 2 0 0,-3 0 0 0,-15 3 5 16,2 0-6-16,-7 1 3 0,-1-3 6 0,-4 3-7 16,-7 1 0-16,-5 1 1 0,-4 0-4 0,-3 2-10 0,-3-1 1 15,0 2-3-15,1-1-16 0,-3 0-16 0,-4 1-25 16,0 0-20-16,0 0-18 0,0 0-17 0,-23 4-16 16,10-3-32-16,0 2-37 0,-2 0-120 0,1 0-360 15,1 1 159-15</inkml:trace>
  <inkml:trace contextRef="#ctx0" brushRef="#br0" timeOffset="137026.41">13978 14385 181 0,'-1'-6'301'0,"1"3"-25"15,0-2-20-15,0 5-31 0,0-5-22 0,-2 1-24 16,2 4-27-16,0 0-18 0,-1-6-34 0,1 6-18 16,0 0-9-16,0 0-3 0,4 16-16 0,-1-4-4 15,1 2-4-15,0 3-10 0,0 2-3 0,1-1-4 16,0 8-3-16,3 0 1 0,-2-1-4 0,-1 1 3 16,1 1-7-1,0-8-3-15,-1 5-1 0,0-7-2 0,0 0-1 16,-1 0 0-16,0-4-4 0,-3 0 6 0,3-3-3 0,-4 1 1 15,4-2-12-15,-4-4-19 0,1 0-16 0,-1 2-7 16,0-4-9-16,4 2-8 0,-8 0 0 16,4-5-4-16,-4 4-16 0,-1-2-44 0,0-1-48 15,5-1-165-15,-19-3-363 0,11-2 160 0</inkml:trace>
  <inkml:trace contextRef="#ctx0" brushRef="#br0" timeOffset="137295.34">14297 14112 57 0,'3'-4'286'0,"-2"-1"-32"0,3 3-32 0,-3-1-24 16,-1 3-27-16,0 0-23 0,0 0-17 0,18 10-13 15,-8 2-11-15,4 10-20 0,0 6-2 0,3 4-11 16,3 14-4-16,-3 2-7 0,-7 3-5 0,-3 4-6 0,-4 0-7 15,-6 24 6-15,-8-24-8 0,-4-1-2 0,-7 1-3 16,-5-3-4-16,-3 1 1 0,-5-4-6 0,-2-3-21 0,-5-3-6 16,-3-4-17-16,-2-5-32 0,-3 1-53 0,-5-4-44 15,-4-4-71-15,2-7-116 0,2-3-360 0,-2-5 160 16</inkml:trace>
  <inkml:trace contextRef="#ctx0" brushRef="#br0" timeOffset="137633.91">13014 14147 145 0,'-10'10'139'0,"-3"6"-17"0,-6 8-16 16,-9 15-7-1,-1 3-8-15,2 4-9 0,-2 4 1 0,3 5-4 0,-5 21 4 16,13-18-9-16,8-5-4 0,6 3-11 0,4-3-5 15,9 1-12-15,10-4 7 0,6-7-5 0,13-4-1 16,11-5 29-16,32 4-3 0,5-10-5 16,4-8-5-16,5-4-32 0,0-9-60 0,-1-9-73 0,-3-3-164 15,6-5-292-15,-7-1 130 0</inkml:trace>
  <inkml:trace contextRef="#ctx0" brushRef="#br0" timeOffset="138366.41">14600 13811 223 0,'1'-3'250'0,"-1"3"-14"0,2-5-28 16,-2 5-22-16,1-4-23 0,-1 4-24 0,0 0-27 16,0 0-34-16,0 0-12 15,0 0-10-15,5 14-4 0,-4-2-5 0,2 4-8 16,-2 2-7-16,-1 8-5 0,0 3-3 0,0-2-3 16,-2 4-6-16,0-3-3 0,2 0 3 0,-1 1-3 0,0-3 5 0,-1-8-6 0,1-1 2 15,1-6-6-15,-1 0 1 0,1-1 1 0,0-3-2 16,0-1 8-16,0-3 41 0,0 2 42 0,0-1 35 0,0-4 28 15,0 0-9-15,0 0-9 16,11-9-16-16,3-3-12 0,1-2-12 0,6-6-13 16,0 0-7-16,1-3-9 0,3-2-8 0,-1 1-8 15,3-3-4-15,-1 3-8 0,-4-1-1 0,-2 2-7 16,-5 8 18-16,-1 2-8 0,-4 5 0 0,-5 0-20 16,3 3-7-16,-4-2-43 0,-1 5-40 0,-3 2 2 15,12 9 7-15,-8 0 5 0,1 9 12 0,3 10 3 16,-4 2-1-16,1 6 5 0,1 13-7 0,-3-1-32 0,-2 0-47 0,4 3-58 15,-5-14-60-15,3 8-258 0,-6-11-531 0,-1-5 236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6:55:49.4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4678 2372 177 0,'0'0'220'0,"0"-4"-9"0,0 4-5 0,0 0-10 16,0 0-7-16,0 0-8 0,0 0-13 0,0 0-7 15,0 0-9-15,0-5-6 0,0 5-4 0,0 0-4 16,0 0-1-16,0 0-4 0,0 0-1 0,1-3-6 15,-1 3 1 1,0 0-6-16,0 0-5 0,0 0 5 0,0 0-13 16,-3-5 6-16,3 5-8 0,0 0 2 0,0 0 0 0,0 0-10 15,2-4-11-15,-2 4-20 0,0 0 1 16,0 0-6-16,0 0-9 0,0 0-5 0,0 0 0 16,0 0-13-16,0 0-8 0,0 0-23 0,0 0-38 15,0 0-35-15,0 0-33 0,0 0-25 0,1 12 13 16,-1 1 10-16,1 5 12 0,1 12 9 0,0 6 5 0,-2 12 12 0,1-1 9 15,1 5 3-15,0-3 11 0,1-2 5 16,-1 5 6-16,2-3 7 0,1-2 1 0,-4-10 4 0,3-4 7 16,-1 1-4-16,-1-1 4 0,2-3 3 0,1-3-2 15,-1-8 4-15,-3 4 2 0,2-6 2 0,1 0-3 16,-3-1 2-16,0-5 1 0,-1 0 2 0,3-1 2 16,-3-1 0-1,1-2-1-15,-2 0 2 0,2-1-4 0,3-2 4 16,-4 1-1-16,0-1 11 0,0-4 9 0,0 6 4 15,0-6 5-15,0 0-6 0,0 7-3 0,0-7 7 16,0 0-3-16,3 2 2 0,-3-2 5 0,0 0-1 16,0 0-1-16,0 0 0 0,0 0 4 0,0 0 0 15,0 0 4-15,0 0-1 0,0 0 8 0,0 0-5 16,0 0-11-16,0 0-8 0,0 0-19 0,0 0-17 0,-3-16-25 0,3 6-38 16,-4 1-44-16,3-7-49 0,-3 0-41 0,4-4-27 15,-5-6-241-15,1-3-522 0,-1-5 231 0</inkml:trace>
  <inkml:trace contextRef="#ctx0" brushRef="#br0" timeOffset="369.72">4632 2287 79 0,'-5'-17'290'0,"1"0"5"0,0 1-13 0,1 4-18 31,-1 0-22-31,3 1-7 0,-1 1-8 0,2-1-3 15,-2 0-17-15,0 5-10 0,2-1-19 0,0 1-17 16,-2 1-21-16,4-3-12 0,-1 7-17 0,-1-5-9 0,3 3-6 16,2-4-24-16,-1 6-8 0,2-1-24 0,3 0 9 0,2 2-19 15,2 2-18-15,4 0-4 0,3 4-5 0,3 8-7 16,4 1 0-16,0 4 5 0,1 3-2 0,-2 5 1 16,-1-1-2-16,6 10 3 0,-12-9-3 15,-4 2 2-15,-1-2 6 0,-1 2-4 0,-4-2 0 0,-5 1-3 16,-3-1 0-16,-2-4 1 0,-4 2 3 0,-5-6-9 0,-3 4 12 15,0-7 2-15,-7 2-2 0,-1-1 4 0,5-6 0 16,-4 0-5-16,2-2 4 0,-7 0 0 0,7 0-3 16,3-3 4-16,1-1-4 0,2 0 4 0,2-1 5 15,1-1-13-15,0-1-1 0,3 0 1 0,-1 0-3 16,2-2-18-16,3 3-42 0,2-3-44 0,-7 1-56 16,7-1-20-16,-2 5-11 15,2-5-30-15,6 7-263 0,-6-7-523 0,11 6 232 16</inkml:trace>
  <inkml:trace contextRef="#ctx0" brushRef="#br0" timeOffset="1203.14">5012 2941 306 0,'0'0'347'0,"0"0"-32"16,0 0 0-16,-2-4-21 0,2 4-20 0,0 0-22 0,0 0-33 15,0 0-27-15,0 0-20 0,0 0-37 0,0 0-3 16,0 0-30-16,0 0-24 0,0 0-9 0,0 0-8 16,4 11 0-16,-3 1-7 0,-1 1-5 0,4 3-5 0,-4 4-7 15,2-2-1-15,2 8-1 0,-4-5-8 0,1-3-2 16,-1 7-1-16,0 0-4 0,-1-7-1 0,2 2-1 16,1-2 0-1,-2 1-1-15,0 1 1 0,1-6-5 0,-1 3-1 16,0-5 2-16,0-3-2 0,0-1-2 0,0-1 2 15,0-2-4-15,0-2 3 0,0 0 6 0,0 1 46 16,0-4 45-16,0 0 33 0,0 4 39 0,0-4 30 16,0 0-3-16,0 0-21 0,4-11-19 0,-2 1-18 15,5-4-18-15,-2-4-8 0,1-2-14 0,4-5-18 16,2-3-7-16,-3 1-7 0,2 1-9 0,1 2-9 0,-2 5-7 16,-1 5-3-16,-2-2-7 0,-1 6-6 0,1-1-2 15,0 2-4-15,-4 2-5 0,0 0-5 0,0 3-7 16,1 1-8-16,-3 2-4 15,-1 1-6-15,0 0-3 0,15 6-14 0,-8-1-1 0,-1 3-3 16,3 1 0-16,4 5-1 0,-3 1 2 0,1 8 7 16,-4-5 1-16,5 4 2 0,0 2 1 15,-5-5 2-15,-1-1 0 0,1-1 3 0,-1 3 3 16,-1-4-2-16,-1-1 1 0,0-3 4 0,-1-3-3 16,0 1 3-16,-2-3-3 0,1-1 4 0,0-2-6 15,-2 0 5-15,1 1 2 0,-1-3 3 0,2 2 1 16,0-2 6-16,-2-2 0 0,0 0-2 0,2 6 3 15,-2-6-3-15,2 3-2 0,-2-3 5 0,0 0 0 16,0 0-4-16,0 0-3 0,0 0-15 0,0 0-17 0,0 0-19 0,0 0-32 16,0 0-60-16,0 0-74 0,0 0-60 0,0 0-66 15,-6-12-103-15,3 5-312 0,3-3-815 0,0-1 360 16</inkml:trace>
  <inkml:trace contextRef="#ctx0" brushRef="#br0" timeOffset="1719.89">5895 2420 135 0,'0'0'315'15,"-1"-7"-20"-15,-1 3-20 0,-1 1-19 0,3 3-29 16,-1-3-5-16,-3 1-22 0,4 2-20 0,-5-3-19 0,5 3-18 0,-10 0-18 16,2 3-7-16,0 0-19 0,-1 6-10 0,-2-1-9 15,-2 6-7-15,0 1-14 0,-1 5-3 0,-2 2-7 16,4 3-2-16,2-3-3 0,0 4-7 15,1-1-19-15,1 2 14 0,3-3-1 0,0-1-2 16,4-5-2-16,-1 2 2 0,4-1-9 0,0-2 5 0,3 0 1 16,0-3 7-1,0-3 4-15,-1-2 14 0,3-2 11 0,1 3 18 16,0-6 12-16,3-1 8 0,2-3 3 0,0 0 0 16,6-4-2-16,-2-4 1 0,1 0 0 0,-4-3-10 15,3-1-1-15,-3-3-2 0,0-2-4 0,0-6-11 16,-5 6-9-16,2-8-7 0,-2 0 0 15,-1 2-9-15,-4 3-3 0,-2 2-12 0,-1-1-2 0,-2-2-3 16,-1 4-3-16,-5 0-6 0,1 0-5 0,1 8-10 0,-2-2-9 16,-3 2-13-16,3 0-15 0,-4 4-20 0,0-1-32 15,1 1-35-15,-3 3-34 0,0 0-33 0,0 2-29 16,4 2-42-16,-5-1-61 0,4 0-336 0,1 3-707 16,4-1 313-16</inkml:trace>
  <inkml:trace contextRef="#ctx0" brushRef="#br0" timeOffset="1988.93">6096 2230 213 0,'0'0'313'0,"4"-3"-34"0,-4 3-34 0,0 0-25 16,0 0-23-16,13 5-19 0,-5 0-24 0,0 5-3 0,6 2-10 15,5 12-5-15,2-2-6 0,-4 7-4 0,2 1-10 16,5 12-7-16,-6 2-5 0,-7 2-8 0,-3-12-5 16,1 10-10-16,-6-10-5 0,-2 2-8 0,-5-5 0 15,-1 1-4-15,-4-1-13 0,-1-2 5 0,-3-2-16 16,-5 0-15-16,-2-4-25 0,-5 1-37 0,0-4-46 16,-8-1-65-16,-2-5-97 0,-16 2-258 0,15-9-544 15,-4-5 241-15</inkml:trace>
  <inkml:trace contextRef="#ctx0" brushRef="#br0" timeOffset="2358.67">5641 2137 74 0,'0'0'343'0,"-1"-4"-18"16,1 4-26-16,0 0-41 0,-4-4-17 0,4 4-29 15,0 0-24-15,0 0-21 0,0 0-25 0,-9 9-10 16,4 0-19-16,-7 13-9 15,1 5-13-15,-1 4-6 0,-7 15-11 0,0 8-5 16,0 4-5-16,-5 21-10 0,11-21 2 0,1-4-4 16,4 4 7-16,4-7 2 0,5-1 4 0,2-18-4 0,4 1 5 15,2 1-2-15,5 0 1 0,5-3 3 0,5-4-4 16,5 1-17-16,14-1-28 0,3-7-59 0,-10-9-87 0,17-4-140 16,-13-5-291-16,14-2-605 0,-3-6 267 15</inkml:trace>
  <inkml:trace contextRef="#ctx0" brushRef="#br0" timeOffset="3153.5">6887 2542 16 0,'0'0'248'0,"-4"2"-7"0,4-2-4 0,0 0-4 16,0 0-8-16,0 0-7 0,0 0-13 0,0 0-18 15,0 0-10-15,0 0-10 0,0 0-16 16,0 0-16-16,0 0-13 0,0 0-12 0,18-5-11 16,-5 5-12-16,1-3-9 0,4 1-7 15,0 0-9-15,3 1-17 0,9 0 11 16,-2-2-7-16,0 3-8 0,0-2-3 0,-8 2 0 16,9-2-10-16,-10 2 3 0,0-3-10 0,-1 5-21 15,-4-2-17-15,-2-2-23 0,0 1-26 0,-5 2-29 16,-7-1-33-16,11 0-28 0,-11 0-36 0,7-1-36 15,-7 1-188-15,0 0-451 0,0 0 200 0</inkml:trace>
  <inkml:trace contextRef="#ctx0" brushRef="#br0" timeOffset="3494.28">6896 2745 98 0,'-4'3'219'16,"4"-3"-2"-16,-5 2-3 0,5-2-7 0,0 0 6 15,0 0-10-15,0 0-8 0,20 0-13 0,-3 0-13 0,11-5-20 0,3 2-14 16,5-1-13-16,1 3-4 0,4-5-11 15,12 0 0-15,-14 2-5 0,11-3-2 0,-12 3-4 16,0 0-3-16,-2 2-3 0,-8-1-5 0,3 0-6 16,-11 1-6-16,-7 0 5 0,-2 0-18 0,0 2-1 15,-5 0-11-15,-6 0-3 0,13-3-8 0,-10 3-26 16,0-2-16-16,-3 2-13 16,0 0-35-16,0 0-38 0,0 0-55 0,0 0-71 15,-29 5-314-15,15-5-574 0,3 4 255 0</inkml:trace>
  <inkml:trace contextRef="#ctx0" brushRef="#br0" timeOffset="41153.78">8337 1678 119 0,'0'0'168'15,"0"0"1"-15,-1-4-10 0,1 4 2 0,0 0-3 0,-4-4-1 16,4 4-5-16,0 0-10 0,0 0-7 0,0 0-13 15,-1-4-5-15,1 4-18 0,-1-4-6 0,1 4-12 16,0 0-5-16,-1-9-8 0,1 6-10 0,-2-1-4 0,1 2-8 16,0-3 2-16,1 5-5 0,-4-9 4 0,1 6-5 15,1-1 1-15,0 0 0 0,1 0-6 0,-2 2-1 16,1-4-3-16,2 6 0 0,-4-6-5 0,4 3 1 16,-4-1-5-16,3 0 4 0,-3 0 1 0,4 4-5 15,-2-5-6-15,2 5 1 0,-4-2-6 0,0 0 0 16,4 2-3-16,0 0 1 15,-1-4-2-15,1 4-6 0,0 0-6 0,0 0-14 16,0 0-13-16,0 0-20 0,0 0-3 0,0 0 1 16,0 15 3-16,-2-2 3 0,1 9 3 0,0 8 5 15,-2 5 3-15,3 15 6 0,-1 1 3 16,2 5 8-16,-3 2 0 0,3 2 3 0,1 28 4 16,0-4 6-16,-6-25 2 0,12 23 2 0,-4 1-5 15,1-23 7-15,-4 19 3 0,3-21 1 0,-4 23-1 0,0-24 3 0,0 4 1 16,-1 20-5-16,-1-22 4 0,-2 23-3 0,1-26 7 15,0-1-3-15,-4 3 1 0,-3-1 5 0,0 3-3 16,-3-4 0-16,2-5-1 0,-3-1-1 0,-4-4 0 16,5-2 1-16,-1-9-2 0,1-5 0 0,-1 1 2 15,3-2-3 1,-3 0 2-16,-2 0 1 0,3-5-3 0,2 1 1 16,2-8-2-16,0-3 1 0,-1-5 0 0,5 0 0 15,1-4 0-15,0 1 6 0,-1-1 21 0,5-5 2 16,-10 2-2-16,10-2-3 0,-5-13-7 0,2 2-5 0,2-6-5 15,1-4-2-15,4-3-5 0,0 4 2 0,2-6-3 16,4-1-4-16,-1 4 1 0,2 0 0 0,0 7 0 16,-2 0 1-16,2 2-4 0,-2 1-1 0,0 2 1 15,1 4 2-15,1-3 1 0,-4 6-7 0,6 3-14 0,-3 1 0 16,3 4 0-16,1 7 5 0,-1 1-3 0,2 9 2 16,-2 6 4-16,1 7-3 0,0 15 6 0,-6 4 0 15,-3 4 5-15,4 26 1 0,-5 6 1 0,-6-8 3 16,-4 2-1-16,1-2 4 0,2-21-4 0,-4 34 7 0,2 0 11 0,-7-5 9 15,3-7 3-15,3-23 9 0,2 22 8 16,0-23 2-16,5-1 7 0,-1 0 3 0,7-1 8 16,-1-4 0-16,3 2 10 0,0-3 3 0,8 0 0 15,3-3 7-15,2 3 4 0,5-7 4 0,4-1-5 16,5 0-6-16,8-5-11 0,2 1-5 0,25 10-7 16,-17-18 1-16,5-1-26 0,1-9-36 0,28 10-44 15,-28-14-49-15,1-6-49 0,1-2-70 0,31-14-95 16,-28-1-285-16,0-7-639 15,25-18 283-15</inkml:trace>
  <inkml:trace contextRef="#ctx0" brushRef="#br0" timeOffset="43475.38">9384 2067 61 0,'-5'-2'173'0,"5"2"5"0,0 0-7 16,0 0-6-16,-5-1-7 0,5 1-3 0,0 0-3 15,0 0-10-15,-4-1 0 0,4 1-8 0,0 0-4 16,0 0-8-16,0 0-5 0,0 0-10 16,-3-5-9-16,3 5-8 0,0 0-9 0,0 0-12 15,0 0-3-15,0 0-5 16,0 0-7-16,0 0-8 0,0 0-2 0,0 0-3 15,0 0-5-15,0 0-5 0,0 0 0 0,0 0-4 16,0 0-2-16,0 0-3 0,0 0 1 0,0 0 1 16,0 0-2-16,0 0-2 0,0 0 0 0,0 0-3 15,0 0 2-15,0 0-5 0,0 0-2 0,0 0 7 16,0 0-2-16,0 0-9 0,0 0 4 0,10-3-4 16,1 0 1-16,7-1-1 0,3 2 0 0,11-2 0 0,0-2-32 15,4 1 1-15,1 0 5 0,3 0 3 0,-1 1-2 0,-3 0 2 16,0-2 1-16,-3 2 8 0,-2-1-7 0,-3 0 6 15,0 3-2-15,-8-1 2 0,-3 0-1 0,-2 2 4 16,-4-2-6-16,0 1 11 0,-5 1-10 0,2-1 2 16,-3 2-9-16,-5 0-7 0,9-3-11 0,-9 3-13 15,0 0-10-15,9 0-5 0,-9 0-8 0,0 0-20 0,0 0-8 16,0 0-37-16,0 0 5 0,-19 5-51 0,19-5-161 16,-9 2-370-16,1-1 164 0</inkml:trace>
  <inkml:trace contextRef="#ctx0" brushRef="#br0" timeOffset="43858.68">10140 1884 95 0,'0'0'274'15,"0"-5"-13"-15,0 5-10 0,0 0-15 0,0-5-7 0,0 5-28 0,0 0-20 16,0 0-20-16,0 0-21 0,-1-5-10 0,1 5-23 16,0 0-8-16,0 0-12 0,0 0-14 0,0 0-5 0,5 17-6 15,-1-5-6-15,0 3-5 0,1-3-3 0,-3 7-6 16,5-1-3-16,-3 1-5 0,2 5 2 0,-2-4-6 16,1 3 0-16,-1-6-3 0,0 0-4 0,-3 0 2 31,3-7-7-31,-3 4 1 0,-1-2-2 0,3 0 3 15,-3-4-9-15,0 0 3 0,1-4-2 0,-1 3 4 16,3-2-5-16,-3-5 0 0,1 5-1 0,-1-5 4 0,0 7 2 16,0-7 0-16,0 5 2 0,0-5 0 15,0 0 2-15,0 0-6 0,0 0 2 0,0 0-5 16,0 0-4-16,0 0-33 0,0 0-37 0,0 0-35 16,0 0-43-16,-4-17-33 0,4 9-50 0,-1 0-223 0,2-5-483 0,-1 1 213 15</inkml:trace>
  <inkml:trace contextRef="#ctx0" brushRef="#br0" timeOffset="44143.58">10391 1634 122 0,'1'-2'165'0,"-1"2"-13"16,0 0-3-16,10 12-7 0,-6-6-4 0,1 6-1 31,3 5-2-31,5 6-1 0,-3 4-9 0,-1 2-4 0,5 2-1 16,-4 3-7-16,0 0-5 0,-1 0-8 0,0 2-4 0,-4-2-13 15,-2 1-2-15,-3-1-10 0,-3-1-1 16,1 2-5-16,-6-5-6 0,-3 2-3 0,-3-4-4 0,-5 2-8 0,-2-4-2 16,-2 0-11-16,-5-1-13 0,-3-3-28 0,1-3-26 15,-13 5-35-15,8-7-33 0,-1-5-56 0,-14 3-232 16,-5-3-423-16,4-7 187 0</inkml:trace>
  <inkml:trace contextRef="#ctx0" brushRef="#br0" timeOffset="44475.25">9316 1658 43 0,'0'-5'232'0,"0"5"-19"0,0 0-21 0,-4-4-17 15,4 4-25-15,0 0-12 0,-11 9-9 0,3 0-18 0,-1 5-8 16,-9 10-16-16,2 2-5 0,-5 6-7 0,0 11-8 15,1 1-6-15,-1-1-3 0,5 1-6 0,9-11-6 16,2 4 0-16,-2-2-10 0,10-5 1 0,2 2 0 16,0 1 6-16,18 7 0 0,-5-12 5 0,5-3 5 15,16 4-6-15,-4-6-4 0,15 0-4 0,7-6-3 0,5-4-19 16,-1-4-44-16,4-2-46 0,-4-7-66 0,2 0-245 16,-4-5-415-16,-2-7 184 0</inkml:trace>
  <inkml:trace contextRef="#ctx0" brushRef="#br0" timeOffset="45260.92">10692 1252 36 0,'0'0'276'0,"0"0"-7"16,-2-2-17-16,2 2-17 0,0 0-14 0,0 0-13 16,-4-3-25-16,4 3-14 0,0 0-19 0,0 0-17 15,0 0-13-15,0 0-17 0,0 0-18 0,0 0-17 16,0 0-11-16,0 0-7 0,0 0-8 0,3 13-5 15,-5-6-2-15,2 2-5 0,0 4-2 16,0 3-5-16,0 3 4 0,2-1-4 0,-2 1 0 16,0 0 0-16,0-1-5 0,0 1-1 0,-2-7 0 0,2-1-5 0,0 0 2 15,-1-5-1-15,2 1-3 0,-1-1 2 0,-1 1-2 16,1-7 5-16,-1 6 18 0,1-6 27 0,0 0 28 16,0 0 27-16,0 6 22 15,0-6 12-15,0 0-9 0,0 0-15 0,0 0-13 0,9-20-13 16,-4 11-14-16,1-3-12 0,1 0 0 0,2-3-13 15,0 0-6-15,-1 2 8 0,0 4-24 0,-1-1-1 0,0 2-4 0,-2 1-2 16,0 2-3-16,0 0-5 0,-1 1-12 0,0 1-1 16,-4 3-17-16,5-3-15 0,-5 3-2 0,0 0-16 15,14 2-1-15,-6 1 1 0,1 3-10 0,1 2-3 16,-2-2-8-16,-2 4-3 0,2-1-17 0,7 3-14 16,-3-1-19-16,-1 2-23 0,-3-2-22 0,1 3-20 15,0-7-29-15,1-1-58 16,-1 0-248-16,1-1-555 0,0-6 246 0</inkml:trace>
  <inkml:trace contextRef="#ctx0" brushRef="#br0" timeOffset="45577.61">11257 1248 267 0,'0'0'245'0,"4"-2"-18"0,-4 2-29 16,0 0-20-16,0 0-24 0,0 0-16 0,0 0-14 16,-5 14-17-16,1-5-7 0,-2 3-16 15,-2 5 1-15,-4 9-13 16,-1-3-7-16,1 8-4 0,-2-2-6 0,-1 2-4 16,2-1-1-16,-3-1-9 0,4 0 1 0,-1-3-7 15,1-2-2-15,6-4-1 0,-3-3-7 0,3 0 3 0,1-6-5 16,-2-2 0-16,3 0-2 0,-2-2-2 0,5 0-2 15,-2-2-1-15,2 0-1 0,0 0 9 0,1-5-9 16,-7 7-3-16,7-7 3 0,0 0-9 0,0 3-4 16,0-3-11-16,0 0-15 0,0 0-37 0,0 0-67 0,0 0-90 15,0 0-160-15,9-19-409 0,-1 10 182 0</inkml:trace>
  <inkml:trace contextRef="#ctx0" brushRef="#br0" timeOffset="45978.81">11365 1455 194 0,'5'7'203'16,"2"-2"-9"-16,0 5-15 0,-1-4-6 0,4 5-21 0,-3 3-10 16,0 1-11-16,1 0-4 0,-4-1-12 0,2 3-8 15,-5 0-8 1,2 2-11-16,-6-2-7 0,2 2-7 0,-1-1 0 15,-5-1 0-15,2-2-7 0,-1-1 0 0,-2 0-3 16,1-2-6-16,0-3-1 0,1 2-7 0,-1-5-1 16,3 0-3-16,1-1-6 0,-1-1-6 0,1 1 3 15,-1-1-1-15,4-4-3 0,-2 4 12 0,2-4 27 16,0 0 15-16,-3 4 7 0,3-4 8 0,0 0 0 16,0 0-8-16,0 0-3 0,0 0-11 0,36-8-3 0,-8 1-14 15,-1 2-4-15,5-4-10 0,0 2-1 0,3 0-4 16,0 0-6-16,1 2-5 0,1 0 1 0,0-2-11 15,-2 4 4-15,-6 1 4 0,-1-1 0 0,-9 2 6 0,-6-2-3 16,0 5 9-16,-13-2 1 0,16 0-2 0,-16 0-8 16,13-2 4-16,-13 2-2 0,0 0-3 15,13 0-10-15,-13 0-8 16,0 0-20-16,0 0-37 0,0 0-36 0,9-2-43 16,-9 2-47-16,0 0-66 0,0 0-81 0,0 0-283 15,0 0-648-15,0 0 288 0</inkml:trace>
  <inkml:trace contextRef="#ctx0" brushRef="#br0" timeOffset="52038.11">12728 1601 184 0,'0'-5'263'0,"0"5"5"16,0-6-6-16,0 6-13 15,1-5 5-15,-1 5-20 0,0-4-6 16,0 4-14-16,0 0-18 0,-1-5-12 0,1 5-11 16,0 0-20-16,0 0-18 0,0 0-14 0,0 0-15 0,0 0-14 15,0 0-16-15,0 0-13 0,0 0-19 0,0 0-9 16,0 0-6-16,5 18 2 0,-2-5-10 16,-3 7 4-16,2 5-6 0,-2 2 3 0,0-1-9 15,4 3 4-15,-3-3 0 0,1 0-7 0,4-1 1 0,-6-7 0 0,4 1 1 16,-3 0-6-16,3-2-3 0,-4 0 2 0,4-5 6 15,-4 0 0-15,3-1-13 0,0 1 11 0,-3-6-7 16,4 4 3-16,-4-4-4 0,0 0 8 0,0-2-5 16,1 1 0-16,-1-2 2 0,0 2 3 0,0-2-4 15,0-3 1-15,3 4 2 0,-3-4 3 0,0 0 2 16,0 3-1-16,0-3-5 0,0 0 4 0,0 0-1 0,0 0 8 16,0 0-10-16,0 4 1 0,0-4-4 0,0 0-13 15,0 0-13-15,0 0-23 0,0 0-26 0,0 0-27 16,0 0-35-16,0 0-59 0,0 0-66 0,0 0-270 15,0 0-570-15,10-9 252 0</inkml:trace>
  <inkml:trace contextRef="#ctx0" brushRef="#br0" timeOffset="52227.63">12972 1951 270 0,'0'0'356'0,"0"-3"-9"15,0 3-17-15,0-6-17 0,0 6-16 0,0-7-19 16,0 7-25-16,1-5-24 0,-1 2-23 0,0 3-24 0,3-5-25 16,-3 1-43-1,0 4-48-15,6-5-63 0,-5 5-51 0,2-3-70 16,2 0-51-16,-1 1-57 0,1 0-248 0,4 0-513 16,-4 2 227-16</inkml:trace>
  <inkml:trace contextRef="#ctx0" brushRef="#br0" timeOffset="52952.71">13400 1564 211 0,'0'-4'241'0,"0"4"-12"0,0-4-13 16,0 4-17-16,0 0-20 0,0-4-18 0,0 4-15 15,5-4-18-15,0 1-13 0,7 1-10 0,-7 1-11 0,9 0-9 16,0 0-9-16,3-1-12 0,-4 2-5 0,7 3-5 16,-3-1-5-16,3 1-7 0,-2 3-5 0,-3-1-5 0,3 2-3 15,-4 2-10-15,-4 2-4 0,3-2-3 0,-4 1-4 16,-5 1-5-16,2 2-7 0,-2-1 2 15,-4-1-4-15,-4 5 3 0,-2-1-2 0,-3 0-2 16,-4 1 4-16,-1-4-4 0,-4 5 3 0,2-5 4 0,0-2-5 0,0 0 1 16,3-1 2-16,-2-2 3 0,3 1-4 0,2-2 3 15,4 0-4-15,-2-2 2 0,3 2-1 0,-2-2-3 16,4-1 3-16,0 2 0 0,2 1 0 0,1-2 4 16,1 1-3-16,5 1 4 0,-2 0-2 0,5 0 2 15,4 2-1-15,-3 0-1 0,5 0 2 0,1 2-4 16,-1-2 2-16,0 0 2 15,1 1-3-15,-1-1 0 0,-1 2 1 16,-2 0 1-16,-5-4-1 0,2 6 1 0,-1-5 2 16,-2 2-3-16,-2-1-6 0,0 0 0 0,-3 1 5 15,-2-2-2-15,-4 3 5 0,-4-1 1 0,-3 1 0 16,-2-1 1-16,-4-1-5 0,-2 2 3 0,3-2 1 16,-2-3 3-16,-8 1 0 0,9 1 5 0,-2-4 2 15,4 1 2-15,3-3 5 0,0 5 8 0,0-4 6 0,3-1 4 0,2 1 0 16,8-2 3-1,-13 1 9-15,13-1-8 0,-9 1 5 0,9-1 2 16,-7 0-1-16,7 0-4 0,0 0-4 0,0 0-7 16,0 0-24-16,0 0-21 0,0 0-55 0,0 0-41 0,0 0-40 0,0 0-56 15,16-8-232-15,-3 5-471 0,-4 0 208 0</inkml:trace>
  <inkml:trace contextRef="#ctx0" brushRef="#br0" timeOffset="53162.98">14041 2073 2830 0,'3'1'322'0,"-3"-1"-90"0,5 3-55 0,-5-3-8 16,0 0 26-16,4 4-7 0,-4-4 4 0,0 0-6 16,0 0-9-16,1 0-3 0,-1 0-14 0,0 0-18 15,0 0-17-15,0 0-12 0,0 0-24 16,0 0-38-16,0 0-45 0,0 0-72 0,0 0-80 15,0 0-109-15,0 0-101 0,0 0-429 0,0 0-849 16,0 0 376-16</inkml:trace>
  <inkml:trace contextRef="#ctx0" brushRef="#br0" timeOffset="56684.28">14550 1512 52 0,'0'0'171'0,"0"0"3"0,-5-3-12 15,5 3-9-15,0 0-8 0,0 0-9 0,0 0-14 16,0 0-7-16,0 0-16 0,0 0-4 0,0 0-7 16,0 0-10-16,14-3-13 0,-5 3 0 0,5-5-12 15,4 3-8-15,4-1 6 0,6-4-11 0,2 3-5 16,2-1-3-16,-1 2-4 0,1 1-2 0,-11-1-6 15,0 1-1-15,1 0-13 0,-4-3-5 0,-4 4-18 0,-4 2-10 0,0-1-17 16,-3 0-16-16,-7 0 14 0,6 0-8 0,-6 0-1 16,0 0-9-16,-18 6-4 0,2 0-6 15,-6-1 7-15,-5 0 14 0,-1 2-4 0,-1 1 15 16,-1-2-10-16,2-3 10 0,1 5 10 0,0-2 1 16,4-3 3-16,3 1 10 0,2 1 12 0,0 0 15 15,4-4-6-15,4 3 16 16,1-4 1-16,1 2 9 0,3-2-7 0,-1 3 14 15,2-2-1-15,4-1 3 0,-8 1 2 16,3-1 0-16,5 0-3 0,0 0-3 0,-4 3-3 0,4-3-1 16,0 0-5-16,0 0-2 0,-1 4-1 0,1-4-1 0,5 5 0 15,-1-2 2-15,1-1 5 0,0 2 4 0,5 0 3 16,3 3-1-16,-2 0 1 0,5 0-3 0,0 5 3 16,1-2-4-16,5 6 1 0,-5-2-1 0,3 3-2 15,2 1 0-15,-3 2-6 0,-5-6-3 0,0 10 6 16,-4-7-13-16,-1 7 6 0,-2-7-2 0,-5 2 1 15,-2-1-8-15,-1-1 0 0,-3 0-1 0,-5-1-5 16,-1-2 5-16,-5 1-2 0,-2-2 0 0,0-2 1 16,1 0 6-16,-1-1-7 0,1-2 14 0,3-2 5 15,1-4 17-15,1 3 20 0,3-4 13 0,1 2 23 0,0-2 4 0,2-1 5 16,5 0 9-16,-13 0 23 0,13 0 16 16,-7-3 9-16,4 1-11 0,3 2-15 0,-4-5-15 15,4 0-14-15,0 5-17 0,4-5-6 0,0 0-11 16,-3 3-18-16,7-3-14 0,-2 2-31 0,0 1-30 15,5-3-36-15,-1 3-42 0,3 0-40 0,1-1-46 16,0 3-50-16,5 0-73 16,-5 0-246-16,5 0-597 0,-1 0 264 0</inkml:trace>
  <inkml:trace contextRef="#ctx0" brushRef="#br0" timeOffset="56984.68">15572 1946 281 0,'0'0'287'0,"0"0"-21"15,0 0-20-15,0 0-19 0,0 0-24 0,0 0-17 16,0 0-23-16,0 0-26 0,0 0-44 16,4 3-43-16,-4-3-47 0,14-3-54 0,-1 1-71 0,0 0-207 0,5-1-355 15,1 1 158-15</inkml:trace>
  <inkml:trace contextRef="#ctx0" brushRef="#br0" timeOffset="57132.55">16131 1939 12 0,'10'-3'275'0,"-5"1"-56"0,3-1-49 0,2-1-57 15,3 1-73-15,7-2-81 0,-4-1-91 0,4 0-142 31,-2 0 63-31</inkml:trace>
  <inkml:trace contextRef="#ctx0" brushRef="#br0" timeOffset="57285.66">16692 1898 309 0,'0'0'298'0,"0"0"-31"16,0 0-35-16,0 0-37 0,0 0-46 0,0 0-55 15,14-8-66-15,-8 4-83 0,1-1-199 0,2 1-273 0,0-2 122 16</inkml:trace>
  <inkml:trace contextRef="#ctx0" brushRef="#br0" timeOffset="58071.11">17843 1550 217 0,'0'0'306'0,"-1"-7"-8"0,1 4-3 0,0 3-6 15,-3-7-8-15,4 4 0 0,-1 3-10 0,0-4-21 0,0 4-20 0,2-5-16 16,-2 5-27-16,0 0-18 0,0-4-25 0,0 4-28 16,0 0-28-16,0 0-24 0,0 0-8 0,0 0-9 15,4 18-4-15,-3-7-7 0,-1 2-7 0,0 2 1 16,0 7 10-16,0 4-18 0,-3 1 3 0,-1 3-4 16,4-1-4-16,-3-2-5 0,-1 1 5 0,1-4-3 15,2-3 2 1,2-6-1-16,-1-1 0 0,-2-5-7 0,2 2 1 15,-1-4 5-15,-1-2-2 0,2 1 3 0,0-2 4 16,2-2 26-16,-2-2 28 0,0 5 35 0,0-5 30 16,-2 4 26-16,2-4-12 0,0 0-17 0,13-15-12 15,-7 4-15-15,6-3-11 0,3-7-7 0,1 0-12 16,3-2-12-16,-6 8 0 0,-1 0-14 0,-3 1 0 16,0 4-5-16,0 1-7 0,-3 1-4 0,-2 4-4 0,1-1-7 0,-2 2-4 15,2-1-9-15,-2 1-18 0,-3 3-18 0,6-3-11 16,-6 3-10-16,8 1-8 0,-6 3-9 15,9 1-11-15,-4 2-21 0,2 1-30 0,3-1-26 16,2 4-39-16,1 0-33 0,0 1-34 0,-1-1-37 0,4 0-44 16,-4-2-335-16,4-1-727 0,0-3 321 0</inkml:trace>
  <inkml:trace contextRef="#ctx0" brushRef="#br0" timeOffset="58472.15">18490 1735 228 0,'0'0'276'0,"-5"1"-16"0,5-1-16 16,0 0-7-16,0 0-17 0,0 0-13 0,0 0-8 15,-7-2-19-15,7 2-9 0,0 0-14 0,0 0-7 0,0 0-17 16,0 0-7-16,0 0-12 0,0 0-18 0,0 0-3 15,0 0-11-15,0 0-8 16,0 0-6-16,0 0-7 0,0 0-6 0,0 0-9 0,0 0-3 0,0 0-6 16,0 0 0-16,0 0-4 0,0 0-3 0,0 0-4 15,0 0 1-15,0 0-10 0,0 0 0 0,0 0-6 16,0 0 1-16,0 0 2 0,0 0 0 0,0 0-3 16,0 0 3-16,0 0-6 0,0 0 4 0,0 0 1 15,0 0 0-15,0 0-1 16,0 0-5-16,16-3 0 0,-5 1 1 0,7-1-5 0,1 1 5 15,3-1-6-15,6 1 6 0,0 0-10 0,0-1 7 16,-5 2-4-16,5-2 3 0,-6 1 1 16,-5-1-13-16,3 3-6 0,-7-3-9 0,-2 3-14 15,0-2-14-15,-5 2-22 0,1-2-26 0,1 1-28 16,-4-1-47-16,1-1-52 0,-1 1-78 0,-4 2-163 16,0-5-505-16,0 5 223 0</inkml:trace>
  <inkml:trace contextRef="#ctx0" brushRef="#br0" timeOffset="58834.81">19120 1535 47 0,'0'-4'399'0,"1"1"-6"0,-1 3-8 16,-1-7-16-16,1 7-34 0,0-4-31 0,0 4-22 15,0-5-29-15,0 5-29 0,0 0-24 0,0 0-26 16,0 0-25-16,0 0-25 0,0 0-8 0,0 0-12 16,4 14-24-16,-3-5 5 0,-1 4-9 0,1 3-9 0,2 4-9 15,-2-3 1-15,2 9-11 0,-3-7 1 0,2 5-5 16,1 1-6-16,-1-7 0 0,-2 0-5 0,1-3-1 16,1 2-5-16,-2-5-3 0,0 0 0 0,1-2-9 15,0 1 1-15,-1-5 3 0,0 1 2 0,0-2-5 16,1 0 1-16,-2-1-3 0,0-1-7 0,1-3 6 15,1 5 1-15,-1-5-2 0,0 0 4 0,0 4-12 0,0-4-2 16,0 0-11-16,0 0-8 0,0 0-11 0,0 0-28 16,0 0-48-16,0 0-41 0,0 0-46 0,7-13-45 15,-4 3-60-15,0 2-328 0,2-4-676 0,-1 2 299 16</inkml:trace>
  <inkml:trace contextRef="#ctx0" brushRef="#br0" timeOffset="59773.45">19434 1368 83 0,'0'0'262'0,"0"0"-17"16,0 0-8-16,0 0-11 0,-1-4-19 0,1 4-4 15,0 0-14-15,0 0-10 0,0 0-10 0,0 0-16 16,0 0-8-16,0 0-11 0,0 0-6 0,0 0-11 16,0 0 2-16,0 0-1 0,0 0-9 0,0 0-7 15,0 0-4-15,0 0 1 16,-5-2-13-16,5 2-1 0,0 0-9 0,0 0-2 16,0 0-6-16,0 0-12 0,0 0-3 0,0 0-4 15,0 0 1-15,0 0-9 0,0 0-6 16,0 0-5-16,0 0-4 0,0 0 7 0,0 0-9 15,0 0 1-15,0 0-7 0,0 0-1 0,0 0 2 16,0 0 1-16,0 0 1 0,0 0-3 0,0 0 4 16,0 0-4-16,0 0 0 0,0 0 1 0,0 0 0 0,0 0 2 0,0 0-11 15,0 0 11-15,0 0-14 0,0 0 3 0,0 0 2 16,0 0-8-16,0 0 1 0,0 0 0 0,0 0 3 16,0 0-2-16,0 0 1 0,0 0-3 0,0 0 2 15,0 0-3-15,0 0-3 0,0 0-5 0,0 0 13 16,0 0-5-16,0 0-1 0,0 0 6 0,0 0-6 15,0 0 6 1,0 0-6-16,0 0-2 0,0 0-1 0,0 0-1 16,0 0 2-16,0 0 8 0,0 0-10 0,0 0-1 15,0 0 9-15,0 0-9 0,0 0 7 0,0 0-5 0,0 0-3 16,0 0 1-16,0 0 5 0,0 0-2 16,0 0 1-16,0 0-1 0,0 0-5 0,0 0 1 15,0 0 1-15,0 0-6 0,0 0 14 0,0 0-7 16,0 0 5-16,0 0-7 0,0 0 7 0,0 0-2 0,0 0-2 0,0 0-2 15,0 0 5-15,0 0 3 0,0 0-4 0,0 0-3 16,0 0 4-16,0 0-3 0,0 0 8 0,0 0-7 16,0 0-2-16,0 0-3 0,0 0 3 15,0 0 7-15,0 0-7 0,0 0 4 0,0 0-6 16,0 0 12-16,0 0-11 0,0 0 9 0,0 0-12 0,0 0 9 16,0 0-6-16,0 0 1 0,0 0 4 0,0 0 2 0,0 0 7 15,0 0-17 1,0 0 6-16,0 0-3 0,0 0 0 0,0 0 17 15,0 0-18-15,0 0 4 0,0 0-4 0,0 0 1 16,0 0 0-16,0 0-4 0,0 0 2 0,0 0-6 16,0 0-5-16,0 0 4 0,0 0 9 0,11 14-5 15,-6-7-11-15,4 7 2 0,0 1-5 16,0 4 8-16,3 5 6 0,-2 3-8 0,-1 3 0 0,-3 0 0 16,3 4 9-16,-4-4 2 0,3 5-3 0,-7 0 0 0,-2-1-4 15,-3 2 4-15,-1-4-5 0,0-1 1 16,-8-2 1-16,0 2 1 0,-1-6 0 0,-2-1 3 15,-2-1-2-15,2-2 0 0,-3-2 4 0,5-7-1 16,-1 2 3-16,1-2-1 0,-3-1 0 0,2-2 2 16,6-2-3-16,-8 2 8 0,7-4 1 0,0-2-3 0,1-1 4 0,1 2-7 15,-1-1 3-15,4-1-3 0,5-2-4 0,-9 3 12 16,9-3 1-16,-6 4-2 0,6-4-7 0,-5 1 3 16,5-1 5-16,0 0-5 0,-7 3 3 15,7-3-13-15,0 0-9 0,0 0-19 0,0 0-18 0,0 0-36 16,0 0-76-16,0 0-81 0,-3-5-81 0,3 5-209 15,-6-10-582 1,6 10 257-16</inkml:trace>
  <inkml:trace contextRef="#ctx0" brushRef="#br0" timeOffset="60474.78">17724 1303 160 0,'0'0'205'0,"0"0"-12"16,0 0-12-16,0 0-19 0,0 0-13 0,0 0-17 16,0 0-14-16,-4-2-16 0,4 2-9 0,0 0-11 15,0 0-15-15,-8 14-4 0,1-2-8 0,-1 3-7 16,-6 6-7-16,-2 9-3 0,-5 11-2 0,0 3-5 0,0 4 6 15,-2-2-12-15,4 2 3 16,0 5 1-16,1-9-2 0,6 2 1 0,5-13-3 16,4 1 3-16,3-4-2 0,3 1 14 0,4-3 5 15,5 2 9-15,7-3 5 0,9 0-3 0,12 4 8 16,8-2-16-16,7-3-18 0,-2-9-63 0,3 1-73 16,-1-4-97-16,-3 0-175 0,1-4-408 0,-1-5 180 0</inkml:trace>
  <inkml:trace contextRef="#ctx0" brushRef="#br0" timeOffset="62379.18">12337 2646 22 0,'0'0'148'0,"13"-3"-10"0,-8 1-9 0,0-1-6 0,4 2-16 0,1 0-5 15,3-1-7-15,5-1-6 0,-4 2 0 0,4-3-10 16,2 0-5-16,1 3-2 0,2-1-7 0,7 0-1 0,2-1-10 16,0-1-6-16,0 2-1 0,0 1-5 0,0-3-5 31,5 3-6-31,0 0 0 0,3 0-2 0,17-4-2 0,-6 2-3 16,3 2 3-16,0-2-6 0,1 0 0 15,0-2-1-15,-3 3 7 0,3-2-1 0,2 1-4 0,-2 0-4 16,0-2 2-16,3 1-1 0,-6 2-2 0,6-1 3 15,2 1 0-15,-4-1-1 0,5 2-2 0,3 0 1 16,-2 0-7-16,-2-1 18 0,-2 2-19 0,-3 0 2 16,3 2-3-16,-3-1-2 0,-3-1 1 0,-11 2 0 15,9-2 1-15,5 0-1 0,-17-1-1 0,19 2 1 16,-4-1-5-16,2 0 1 0,-3 0 1 0,-13 0 0 0,18 0-3 16,-3 2 10-16,0-2-11 0,-3 2 1 0,-13-2 1 15,13-1-1-15,-11-2-2 0,12 5 3 0,-17-4 1 16,17 1 10-16,-1 1-1 0,-11-1 1 0,-1 1 0 15,14-1 2-15,0-1-4 0,3 2 0 0,-2 0 2 16,1 0 1-16,0 0-1 0,1-3 3 0,-3 3-1 16,-1-2-5-16,-1 0 2 0,-11 1-5 0,14 0 1 0,-15 1 2 0,12-1-2 15,-11-1-1-15,-3 4-3 0,3-5-1 0,-2 3 5 16,0-1-2-16,13 1 0 0,-11-3-4 0,2 3 7 16,8-4-6-16,1 4 6 0,-14-1-3 15,3 1 2-15,-3 0-4 0,3-2 3 0,-1 2-1 16,12 0-1-16,-15-1-2 0,2 1 1 0,2-1 4 15,-2 1 2-15,2 0-2 16,-2-1-1-16,2-1 4 0,-4 4-4 0,0-4 5 16,2 1-5-16,0 1 6 0,-1-1-2 0,4 1-2 15,-3-3 0-15,-1 3 2 0,3-1-1 0,-3-2-1 16,1 0 1-16,-1 2 2 0,1 0-2 0,-3 1 2 16,4-3-1-16,-1 1 1 0,-1 2-3 0,1 0 0 15,1-2 3-15,-2 1 1 0,-3 1-1 0,3-1 2 16,-1 1 2-16,4-1-3 0,-5 1 0 0,1-2 3 0,1 1-3 15,3-3 0-15,-2 4 3 0,3-3-3 0,-2 3-2 16,1-1 7-16,0 0-3 0,-4-1 0 0,2-1-8 16,2 3 12-16,-2-4-4 0,1 5-2 0,0-2 0 0,-2 1 0 15,1 1 1-15,1-1 1 0,0-1 0 16,-2 2-1-16,-2 0-3 0,1-1-10 0,1 0 6 16,0 0 4-16,-1 0-3 15,-2-2 1-15,3 2 1 0,-1-1-4 0,1 1 3 16,-1-2-6-16,1 2 5 0,-3-3-2 0,2 3 1 15,0 0-4-15,-3-1 4 0,-2-4-10 0,-3 4 10 16,0 1 3-16,-5-2-2 0,-3-1 3 0,2 1-7 16,-1-1 9-16,-1 2-7 0,-2-3-2 0,0 3 8 15,2 1-10-15,-3-3 1 0,-3 3 1 0,-1 0 4 16,-1 0-7-16,1-1 3 0,-4 1 1 0,4 0-2 0,-3-2-5 16,2 2 3-16,-1 0 3 0,1 0 0 0,-6 0-2 15,4 0 1-15,1-2-4 0,-5 4 1 0,2-2 1 16,-2 0 1-16,-6 0 0 15,10 0-3-15,-10 0 3 0,8-2 1 0,-4 4-4 16,-4-2 2-16,10-2 1 0,-10 2-3 0,10 0 4 16,-5-1-5-16,-5 1 3 0,12 1 1 0,-7-1-2 0,0 2 5 0,-5-2-8 0,10 0-3 0,-10 0 7 15,10 0 4-15,-6 0-1 0,-4 0-4 0,0 0-1 16,9 2 8-16,-9-2 0 0,0 0 6 0,8 0 5 16,-8 0-1-16,7-2-4 0,-7 2 0 0,0 0-1 15,0 0 1-15,8 0 2 0,-8 0-1 0,0 0-1 16,0 0-1-16,0 0 7 0,0 0-4 0,5 2-7 15,-5-2-1 1,0 0 0-16,0 0-2 0,0 0-2 0,0 0 1 16,0 0 1-16,0 0-6 0,0 0 5 0,0 0-6 0,0 0 5 15,0 0-4-15,0 0 1 0,0 0-7 16,0 0-11-16,6 1-14 0,-6-1-15 0,0 0-18 16,0 0-23-16,0 0-25 0,0 0-36 0,0 0-18 0,0 0 3 15,0 0-43-15,0 0-258 0,-16 3-503 0,16-3 222 16</inkml:trace>
  <inkml:trace contextRef="#ctx0" brushRef="#br0" timeOffset="65199.68">13069 3096 194 0,'-4'-2'193'0,"4"2"-15"0,-2-2 3 0,2 2-6 16,0 0-2-16,-4-5-9 0,4 5-3 0,0 0-6 0,0 0-1 15,0 0 6-15,0 0-16 0,0 0-3 0,0-6-7 0,0 6-8 16,0 0-5-16,0 0-12 0,0 0-9 0,0 0-7 16,4-5-14-16,-4 5-10 0,6-5-10 0,0 3-5 15,1-3-8-15,5 0-4 0,0 3-7 16,6 0-4-16,0-3 3 0,1 4-11 15,-1 0-7-15,1 0-8 0,4 2-5 0,-5 0-2 16,10 5-6-16,-7-3-8 0,-2 5-4 0,-1 1-4 0,-4-3-8 16,4 6-4-16,-7-1-3 0,1 2 1 0,-9 0-3 15,0 4 1-15,-2 0 3 0,-8 7 5 0,-5-1 3 16,-2 3 2-16,-5-3 2 0,-3-2 4 0,-3 0 3 16,-2 0 1-16,-1-2 0 0,-3-4 4 0,2 2 0 15,-2-3 0-15,3-3 8 0,0 0 1 0,4 0 3 0,6-7 4 16,1 4 0-16,4-4 2 0,7-2-2 0,-2 1 3 15,3-2-4-15,1 1 7 0,-1 0 10 0,5-2 10 16,-5 2-3-16,0 0 1 0,5-2-3 0,0 0-3 16,0 0 4-16,0 0 1 0,23 1-5 15,-8-4 1-15,3 3-3 0,4 0 0 0,6 0-4 16,-8 0 0-16,8-1-3 0,-1 0-2 0,-4 1 1 0,7-1-1 0,-1 0-2 16,-6-1-3-16,-3 4-2 0,0-2 3 0,0 0-1 15,-2 0 4-15,1 1-7 0,-5-1-4 0,-1 0-8 16,-3 0-12-16,0 0-8 0,-2 0-15 0,0 1-7 15,-8-1 1-15,11 1-11 0,-7-1-3 0,-4 0 2 16,0 0-6-16,0 0-3 0,0 0-5 0,12-1 4 16,-12 1-14-16,0 0-21 15,0 0-21-15,0 0-34 0,0 0-46 0,0 0-136 16,0 0-370-16,0 0 164 0</inkml:trace>
  <inkml:trace contextRef="#ctx0" brushRef="#br0" timeOffset="65400.13">13680 3342 312 0,'5'0'311'0,"-5"0"-6"0,0 0-6 16,0 0-9-16,0 0-11 0,0 0-21 0,0 0-27 16,0 0-19-16,0 0-25 15,0 0-29-15,8-4-20 0,-8 4-33 16,0 0-49-16,0 0-55 0,6-1-62 0,-2-1-57 15,2-1-69-15,-1 2-82 0,2-3-150 0,-1 0-451 0,4 0 199 16</inkml:trace>
  <inkml:trace contextRef="#ctx0" brushRef="#br0" timeOffset="65801.16">14289 2967 113 0,'0'0'304'0,"3"-4"-21"0,-3 4-20 0,1-5-19 16,-1 5-21-16,0 0-29 16,0 0-17-16,4-5-15 0,-4 5-19 0,0 0-20 15,0 0-14-15,0 0-20 0,0 0-13 0,0 0-11 16,0 0-5-16,0 15-5 0,0-3-3 0,-5 2-8 15,1 1-2-15,-1 3 3 0,-4 5-14 0,0-4-1 16,0 4-1-16,0-5-5 0,-1 4-3 0,4-3-1 16,0-2-1-16,-1-1 0 0,1 0-1 0,0 0-3 15,3-6 0-15,1 2-3 0,0-6-3 0,2 3 1 0,-2-3-2 16,1-2-1-16,0 1 7 0,1 2-5 0,1-5-2 16,3 1 4-16,0 1 2 0,2-1-4 0,2-2 2 15,5 0 1-15,3-2-6 0,3 1-10 0,3-1-19 16,-1-2-23-16,-1 0-29 0,2 2-22 0,1-4-28 15,-4 3-33-15,3-3-40 0,-2 0-46 0,-5 2-136 16,3-2-411-16,-5 0 183 0</inkml:trace>
  <inkml:trace contextRef="#ctx0" brushRef="#br0" timeOffset="66101.8">14526 3194 71 0,'-5'-3'259'0,"5"3"-1"15,0 0-5-15,-4-3 4 0,4 3-18 0,0 0-17 16,0 0-22-16,-4-1-20 15,4 1-23-15,0 0-17 0,0 0-17 0,0 0-16 16,0 0-12-16,-1 8-10 0,1-3-3 16,-3 6-9-16,3 0-13 0,0 4-5 0,0 2-6 15,-1 2-5-15,1 5-3 0,-3-5-8 0,2 6 1 16,1 0-3-16,1-7-3 0,-2 2-5 0,5-3 1 16,-3-3-1-16,-1 3-4 0,0-6-1 0,3-1-3 0,-3 0 2 15,1 0-1-15,-1-3 0 0,1-1-5 0,-1-1 1 0,3 0 3 16,-3-4-4-16,0 3 2 0,0-4 0 0,0 0 2 15,1 8-6-15,2-7 5 0,-3-1-5 0,0 0 0 16,0 0-1-16,0 0-6 0,1 7-7 0,-1-7-10 16,0 0-14-16,0 0-15 0,0 0-23 0,0 0-48 15,0 0-49-15,0 0-50 0,0 0-56 0,0 0-158 16,0 0-463-16,4-17 205 16</inkml:trace>
  <inkml:trace contextRef="#ctx0" brushRef="#br0" timeOffset="66279.75">14808 3380 41 0,'3'-3'290'0,"-3"3"-23"0,0 0-24 0,2-2-23 15,-2 2-34-15,0 0-43 0,6-5-49 0,-4 2-50 16,2 0-49-16,3 1-54 0,0-1-79 0,-1-1-83 15,2-1-240-15,5 0 106 0</inkml:trace>
  <inkml:trace contextRef="#ctx0" brushRef="#br0" timeOffset="66849.88">15520 2884 267 0,'0'0'256'0,"0"0"-16"0,0 0-21 0,0-4-17 0,0 4-15 0,0 0-22 16,0 0-10-16,0 0-17 0,0 0-13 0,0 0-6 15,0 0-22-15,0 0-12 0,0 0-6 0,-14 4-9 16,4 0-8-16,0 6-9 0,-3-1-2 0,-3 3-6 16,4-1-6-16,-9 9-2 0,2-2-6 0,1 6 0 0,-1-2-5 15,4 2-4-15,-2 1-1 0,2 3 0 0,-2-2-4 16,3 1 0 0,0-3-1-16,5 1 5 0,0 2-10 15,-1-1 1-15,9-6 1 0,-5 6-2 0,5-1-2 0,1-7-2 16,3-1 4-16,1 1 9 0,0-1-7 15,3 0 2-15,-1-4 1 0,3 0 1 0,3 0-1 16,1-1 4-16,-3-3 2 0,5-2 2 0,-2-2-2 0,4 1 0 16,-1 0-5-16,2-3 4 0,0-3-2 0,-4 1 9 15,5-2 3-15,-6-2 6 0,0-1 3 0,0-2 4 0,-3-1-2 16,1 0 0-16,2-3-10 0,-5-2 2 0,2 0-4 16,-5 0-7-16,-2 0-5 0,0-3 0 0,-3-1-7 15,-1 2-2-15,-5 0-6 0,1 2 2 0,-5 0-6 16,0 2 3-16,-2-2-7 0,-1 5 1 0,-5 1 1 15,0-1 1-15,-1 3-4 0,0 0 2 0,-2 3 1 16,2 0-3-16,5 2-9 0,-4 0-10 0,4 1-18 0,0-2-19 0,3 5-17 16,0-3-19-16,0 4-18 0,5-2-26 0,-1-2-25 15,2 5-10-15,2-2-29 0,1-1-48 0,1 1-127 16,1-5-412-16,7 8 182 0</inkml:trace>
  <inkml:trace contextRef="#ctx0" brushRef="#br0" timeOffset="67088.2">15859 3343 18 0,'0'0'280'0,"0"0"-21"0,0 0-21 16,0 0-14-16,0 0-29 0,0 0-27 0,0 0-34 16,10-1-34-16,-10 1-38 0,8-4-45 0,-8 4-59 15,11-3-58-15,-3 1-160 0,-2-1-279 0,2 0 123 16</inkml:trace>
  <inkml:trace contextRef="#ctx0" brushRef="#br0" timeOffset="67251.12">16309 3299 145 0,'5'-1'201'0,"2"-1"-26"0,1 0-13 16,2 0-29-16,3-1-33 0,0 3-42 0,4-4-45 15,3 3-35-15,9-3-73 0,-5-1-50 0,7 1-158 16,-2 1 70-16</inkml:trace>
  <inkml:trace contextRef="#ctx0" brushRef="#br0" timeOffset="67405.23">17010 3280 63 0,'0'0'285'0,"0"0"-29"0,10 0-25 16,-10 0-24-16,8-5-28 0,0 3-46 0,-2-1-49 15,4 0-58-15,4-1-81 0,4 1-181 0,0-1-253 0,1 1 112 16</inkml:trace>
  <inkml:trace contextRef="#ctx0" brushRef="#br0" timeOffset="67567.78">17671 3275 284 0,'0'0'293'0,"5"0"-39"0,-5 0-20 0,0 0-20 15,10-4-18-15,-9 1-20 0,-1 3-20 0,5-2-26 16,-2-1-37-16,-3 3-52 0,8-4-46 0,-3 1-56 16,6 1-72-16,-1-2-179 0,2-2-338 0,-1 3 149 15</inkml:trace>
  <inkml:trace contextRef="#ctx0" brushRef="#br0" timeOffset="68322.81">18733 2937 150 0,'0'-7'291'0,"0"7"-9"0,0 0-17 0,0 0-11 15,1-4-21-15,-1 4-24 0,0 0-13 0,0 0-24 16,0 0-15-16,0 0-24 0,0 0-9 0,0 0-23 15,0 0-11-15,0 0-13 0,0 0-8 0,0 0-11 0,2 18-7 16,0-7-8-16,-2 5 0 0,1 2-4 0,2 8-4 16,-3-3-2-16,0-2-5 0,0 7-2 0,1-2 6 15,-1 0-12-15,-4-2 1 0,7 1 6 0,-2-6-8 16,0 0-5-16,3-1 0 0,-3 1-1 0,-1-5-3 16,1-2-1-16,1 0-2 0,-2-4 1 0,1 0-3 15,-4-2 2-15,5-1 0 0,-2 0 1 0,1-3 5 0,-1-2 32 0,0 0 31 16,-1 9 33-16,1-9 43 0,1 3 22 0,-1-3 21 15,0 0 11-15,0 0-21 0,0 0-18 0,11-14-19 16,-3 6-17-16,2-7-13 0,3-1-10 0,2-3-13 16,2-5-11-16,2-1-12 0,-1-1-8 0,4 4-2 15,0 0-9-15,-2 3-3 0,-6 4-5 0,-1 2-7 16,1 0-5 0,-4 5-4-16,0-4-5 0,-1 6-4 0,-4-2 0 15,1 4-7-15,-3 1-1 0,1-2-8 0,1 5-2 16,-5 0-23-16,5-1-14 0,-5 1 9 0,9 8-2 15,-5-1 7-15,4 5 5 0,-2 3-3 0,2 0-4 0,-3 4 3 16,4 7 3-16,1-2 0 0,-5-5-4 0,-1 0 9 0,3 0 4 16,-5-1 1-16,6-1-5 0,-6-2 5 0,1-5 7 15,-2 3-6-15,-1-5-2 0,4-1 2 0,-4-1 4 16,1 0-1-16,1-3 5 0,-1 1 2 0,-1-1-2 16,0-3 0-16,1 6 3 0,-1-6 1 15,0 2 2-15,0-2-4 0,0 0 4 0,3 3-2 16,-3-3 0-16,0 0 0 0,0 0-1 0,0 0-3 0,1 4 2 15,-1-4-9-15,0 0-23 0,0 0-29 0,0 0-13 16,0 0-40 0,0 0-27-16,0 0-25 0,0 0-32 0,0 0-29 15,0 0-28-15,0 0-45 0,0 0-67 0,0 0-265 16,0 0-680-16,0 0 301 0</inkml:trace>
  <inkml:trace contextRef="#ctx0" brushRef="#br0" timeOffset="71029">21904 2359 247 0,'1'-7'257'0,"-1"1"-7"0,0 1-3 16,3-1-11-16,-2 0-6 0,-1 1-7 0,0-2-8 15,4 3-9 1,-3 0-14-16,-1 0-12 0,0 1-8 0,0-2-13 15,0 5-20-15,3-6-13 0,-3 3-13 0,0 3-18 16,0 0-21-16,0 0-33 0,0 0-17 0,0 0-3 16,0 0-1-16,4 14 1 0,-3-2-9 0,2 4 4 15,-3 0-5-15,1 1 2 0,0 9-3 0,-1-8 4 16,6 10-4-16,-4-10 1 0,0 0-6 0,1 0 2 16,-2-2 0-16,3-4 4 0,-3-2-3 0,1-2-1 0,-1-1 2 0,0-1 8 15,-1-2-1-15,3 0 10 0,-2 0 23 0,-1-4 39 16,0 5 30-16,0-5-2 0,0 0-14 0,11-8-5 15,-3 2-14-15,0-3-8 0,1-1-8 0,2-3-6 16,-1 0 0-16,3 0-14 0,-3 1 7 0,1-2-12 16,-1 0-5-16,0 1 2 0,-1 6-4 0,-4-5-7 15,1 9-5-15,0-4-3 16,0 2-5-16,-2 3 5 0,-3-1-3 16,3 0-17-16,0 1-10 0,-4 2-6 0,0 0-13 15,14 2 8-15,-9 2-5 0,3 3 4 0,2 2 2 16,0-3 1-16,-1 5 10 0,6 0 0 0,-1 0-12 0,4 1 9 15,-4 0 10-15,11 3-3 0,-2-2 9 0,-5-3-8 16,3 1 5-16,-3-5-1 0,0 0 8 16,1-1-10-16,3-4 4 0,-4 0 2 0,2-4-1 0,2-1 1 0,-1-1 0 15,-4-2 15-15,1 0 12 0,0-3 2 0,-3-2 5 16,-2-2 2-16,0 1 4 0,-3-3-8 0,2-1-2 16,-5 0 0-16,-4 0-3 0,3-1-1 0,-2-1-3 15,-3 1-7-15,-3-7-7 0,-2 8-1 0,-2-2-8 16,-3 2-7-16,-3 0-1 0,-2 2-13 0,1 3 0 15,-2-4-1-15,-3 0-6 0,0 7-5 0,0 0 0 0,-1 1-29 0,0 3 28 16,1-2-14-16,3 4 11 0,2 1-7 16,-1 0-8-16,1 0 1 0,4 1-3 0,-2-1-8 0,3 1-14 15,0 0-8-15,3 1-17 0,5 0-7 0,-10-1-15 16,10 1-2-16,-9 0-4 0,9 0 8 0,-2 2 13 16,2-2 11-16,0 0 11 0,0 0 3 0,10 8 6 15,-4-8-31 1,4 3-45-16,3-3-79 0,1 0-264 0,0-1-531 15,0-1 236-15</inkml:trace>
  <inkml:trace contextRef="#ctx0" brushRef="#br0" timeOffset="71599.23">22732 1934 289 0,'-3'-7'324'0,"3"4"0"15,0 3-13-15,3-4-7 0,-3 4-21 0,0 0-14 16,-3-5-17-16,3 5-20 0,3-5-27 0,-3 5-9 16,0 0-21-16,0 0-17 0,0 0-24 0,0 0-32 0,0 0-31 15,0 0-36-15,0 0-28 0,0 0-2 0,0 0-2 16,0 22-5-16,1-8 2 0,-1 6 4 0,0 5-4 16,0 3 9-16,0 1-8 0,-1 7 2 0,1 9 3 15,-4-10 2-15,4-1-5 0,0 0 4 0,-2-1-1 16,2-3 2-16,-2-4-4 0,2-6 2 0,4-5-4 15,-4-3 1 1,0 0 5-16,1-5-4 0,-1 0 10 0,-1 0 5 16,1-2 17-16,0-5 26 0,1 7 32 0,-1-4 22 15,3 0 21-15,-3-3 23 0,0 0 23 0,0 0 10 16,4 1-10-16,-4-1-19 0,0 0-20 0,14-14-16 16,-5 9-13-16,-3-5-11 0,10-4-14 0,-5 0-8 15,3 2-15-15,-1-3-5 0,-4 9-13 0,0-3-10 0,0 2-7 16,-4 2-9-16,0 1-11 0,0 0-19 0,-1 1-28 0,3 2-16 15,-7 1-6-15,12 1-7 0,-3 3-12 0,2-1-15 16,0 2-13-16,-1 2-17 0,5 2-7 0,2 1-12 16,-2 0-19-16,2 3-7 0,-3-3-19 0,0 3-15 15,0-6-16-15,0 5-7 0,-1-6-23 0,-3 5-11 16,2-8-24-16,-2 4-17 0,0 0-196 0,-3-4-535 16,-2-3 236-16</inkml:trace>
  <inkml:trace contextRef="#ctx0" brushRef="#br0" timeOffset="72316.59">23156 2421 109 0,'0'0'162'0,"-2"-2"3"0,2 2-5 0,0 0-7 16,0 0-4-16,0 0-7 0,0 0 0 0,0 0-8 16,0 0 0-16,0 0-8 0,0 0-2 0,0-6-10 31,0 6-2-31,0 0-2 0,0 0-6 0,6-4-12 0,-2 4-9 0,1-2-8 16,9 1-11-16,-1-3-4 0,6 0-8 0,9-3-3 15,-9 1-6-15,11 1 1 0,-3-5-7 0,-1 4-4 16,1-3-3-16,-8 2-4 0,7 0 6 0,-7 0 0 15,8-6 7-15,-8 5 6 0,-1 0 6 16,-3-2 6-16,0 0 4 0,-2-4 3 0,-6 8 4 16,2-3 7-16,-3 2 2 0,-2 0-6 0,1 0 2 0,-2 2-9 0,-3-3-6 15,2 3-8-15,-4-2-6 0,-1 2-14 0,-2 1-8 16,-1-1 2-16,-1 5-5 0,-4-4-12 0,-2 4-1 16,-4 1-4-16,0 4 2 0,-5 0-6 0,4 2 3 15,-8 3 8-15,7 0-7 0,-3 2-4 0,3 2-1 16,0 1-2-16,6 2 4 0,-2 0-8 0,5-1 2 15,1 1-18-15,0 1 0 16,5-1-7-16,2-1 2 0,4 1 5 16,2-2-1-16,1-1-3 0,7 1 12 0,5-5-6 15,0 0 3-15,11 0 2 0,0-3 2 0,4-2-3 16,1-4-3-16,2 2-1 0,1-6-2 0,-2-1 1 0,-2-1 3 16,1-3 0-16,-1-4 2 0,-2 1 8 0,-2-4-3 15,-1-2 8-15,-4 2 16 0,-3-2 16 16,0-2 11-16,-4-3 19 0,-5 9 27 0,-2-1 28 0,0-2 3 0,0 2 22 15,-4 5 15-15,-1-3 7 0,1 1 17 0,-1 3 1 16,-4 4-6-16,4-2-16 0,-3 2-15 0,2-1-16 0,-3 5-19 16,1-5-9-16,-1 5-23 0,4-5-37 0,-4 5-35 15,0 0-47-15,0 0-12 0,0 0 4 0,0 0 6 16,2 19 8-16,-4-8 0 0,-2 6 13 0,3 1-2 16,-2 0 9-16,-2 8 0 0,-1 2 6 0,-2-1-5 0,-1 0 11 15,4-2-14-15,0 1 4 0,1-9-12 16,0-4-6-16,4-2-6 0,-1-1-6 0,-2-2-1 15,3-1 14-15,-2-1 19 0,2-1 40 0,-3-2 35 16,3-3 48-16,0 0 23 0,0 0-12 0,0 0-11 16,18-12-13-16,-4 2-7 0,3-3-10 0,2-4-5 0,-4 2-11 15,7-2-4 1,0-2-6-16,-2 1-4 0,-5 6-7 0,2 2-4 16,2-4-5-16,-5 7-6 0,0 2-5 0,3-2-8 15,2 4-4-15,0 1-3 0,1 3-9 0,0 2-12 16,2 2-11-16,4 3-17 0,-2 4-29 0,1 0-34 15,-2 4-36-15,-6-3-37 0,-1-3-38 0,5 14-41 16,-8-10-57-16,4 6-111 0,-6-6-273 0,0-2-757 16,-2-3 336-16</inkml:trace>
  <inkml:trace contextRef="#ctx0" brushRef="#br0" timeOffset="73133.2">25574 2126 264 0,'0'0'323'0,"0"0"-29"0,-4-5-30 0,4 5-29 0,0 0-22 0,0 0-27 15,0 0-32-15,0 0-7 0,0 0-17 0,0 0-20 16,0 21-3-16,0-11-19 0,3 7-5 0,-2 2-9 16,-2 8-7-16,2-1-6 0,-1 3-5 0,-4-2-7 15,4 3-1-15,0-1-6 0,0 0-5 0,-4-5-11 16,3-2 7-16,1-4-5 0,0-3 1 0,0-4-7 15,-2 0 0 1,2-4 1-16,0 1-3 0,0-4 33 0,0 1 13 16,0-1 26-16,0-4 43 0,2 5 32 0,-2-2 26 15,0-3 30-15,0 0 1 0,0 0-23 0,0 0-25 0,11-19-14 16,-3 9-21-16,1-6-10 0,5 1-15 0,-5-4-12 16,7-3-11-16,-1-2-22 0,0 2-4 15,2-2-6-15,-3 3-8 0,-3 5-6 0,-4 7-5 16,-1-1-5-16,2 3-4 0,-3-1-10 0,-1 2-3 0,-2 2-14 0,2 2-16 15,-1 0-22-15,-3 2-3 0,0 0-4 0,16 4-2 16,-9 2-3-16,0 6 3 0,1-2 2 0,3 2 9 16,2 3 2-16,-4 1 1 0,4 1 3 0,-4 1 3 15,0-2-2-15,1-1-23 0,-2 1-23 16,0-1-35-16,-2-4-35 0,0-2-38 0,-2 2-42 16,0-1-38-16,0-3-33 15,0 0-59-15,-3-4-299 0,1 2-702 0,1-4 310 16</inkml:trace>
  <inkml:trace contextRef="#ctx0" brushRef="#br0" timeOffset="73780.98">27034 2138 119 0,'-3'-5'383'0,"3"1"-13"16,0 4-7-16,-1-6-25 0,-1 3-24 0,2 3-27 16,0 0-29-16,0-4-25 15,0 4-28-15,0 0-18 0,0 0-26 0,0 0-20 16,0 0-29-16,0 0-15 0,0 0-13 0,0 0 3 15,0 14-19-15,0-6 0 0,2 0-13 0,-2 4 1 16,0 2-10-16,1 5-8 0,1-4 5 0,-1 2-6 16,-1-5-9-16,4 4 3 0,-4-3-2 0,2-1-10 15,0-3 1-15,-1 1 6 0,1-4-9 0,-2 0-3 16,-2 1 7-16,2-2-8 0,0 0-9 0,2-2-5 0,-2 1 5 16,0-4-18-16,0 4 3 0,0-4 8 0,0 4-25 15,0-4 15-15,0 0-24 0,0 0-53 0,0 0-49 16,0 0-45-16,-17-12-51 0,11 2-65 0,-4-2-254 15,0-5-600-15,2-1 266 0</inkml:trace>
  <inkml:trace contextRef="#ctx0" brushRef="#br0" timeOffset="73934.6">26968 1946 51 0,'2'-7'287'0,"0"3"-5"0,-4 0-8 15,2 0-15-15,-3-1-19 0,3 5-17 0,1-5-32 16,-1 5-16-16,2-4-19 0,-2 4-17 0,3-3-15 15,-3 3-34-15,5-2-28 0,-5 2-29 0,8-1-33 16,-8 1-41-16,12 3-35 0,-6-3-43 0,0 3-44 16,-1 1-202-16,-1-1-395 0,1 1 175 0</inkml:trace>
  <inkml:trace contextRef="#ctx0" brushRef="#br0" timeOffset="74366.72">27461 2005 129 0,'0'0'233'0,"5"0"-15"16,-5 0-23-16,0 0-22 15,0 0-14-15,0 0-19 0,0 0-13 0,0 0-16 16,0 0-8-16,-7 9-13 0,1-4-6 15,-2 1-11-15,0 0-4 0,0 2-10 0,2 1-1 16,-2-1-7-16,-1 1-6 0,0-1-7 0,2 1 0 16,-2 0-9-16,1 1-2 0,3-2-2 0,-1 3-4 0,2-2 0 15,1 0-5-15,-2 0 3 0,4-1-3 16,2 4 1-16,-1-4-2 0,7 1-1 0,-5 1-2 0,6-1 4 0,-2 1-5 16,8 4 0-16,1-2 2 0,-2 0-2 0,5 1-2 15,-4-4-1-15,7 9 6 0,-5-7-5 0,0 1-3 16,-1-4 1-16,-5 1-3 0,-1-2 1 0,0 1 5 15,0-2-10-15,-4 0 2 0,-1-4 4 0,-3 3-2 16,2-1-2-16,-3 2 3 0,-4-4 1 0,-4 5 0 16,-2-4-1-1,-3 4 1-15,-2 0-2 0,0-2-1 0,-6-2 2 16,5 4-2-16,2-3 1 0,-1-3-3 0,-1 2 0 16,-1-1-5-16,5 0-4 0,1 1-15 0,5-1-15 15,-3-2-30-15,9 0-45 0,0 0-79 0,0 0-171 16,-4-9-393-16,4 9 174 0</inkml:trace>
  <inkml:trace contextRef="#ctx0" brushRef="#br0" timeOffset="74883.98">28344 2241 93 0,'-6'0'171'0,"6"0"-16"0,0 0-13 0,0 0-13 0,0 0-6 15,0 0-3-15,0 0-16 0,-8 1-1 0,8-1-2 0,0 0 9 16,0 0 1-16,0 0-2 0,21 4-8 0,-14-3-6 15,6-4-3-15,0 3-9 0,3-2-8 0,4-1-6 16,-1 0-2-16,0-1-4 0,3 2-1 16,6-6-5-16,1 1-2 0,-2-3-6 0,1 1 3 15,-1-2-7-15,-8 2 1 0,-1 0 4 0,1 0-2 0,-2-1 3 16,-2 0-8-16,-5 2 4 0,2-1 1 0,-2 1 1 0,-3 1 3 16,0 2-8-16,-4-5 3 0,-2 4-11 0,0-2-8 15,-2 3-7-15,-3-2-5 0,-3 0-8 0,-5 4 0 16,-1 0-5-16,-3 2-2 0,-5 1 4 0,2 1-1 15,-8 3-2-15,0 0 0 0,-1 5-2 0,7-3-1 16,-4 6-1-16,5-1 0 0,-1 6 1 0,4-4-2 16,2 1 1-16,3 3 5 15,0-1-6-15,3 7 6 0,4-7-2 0,5 4 2 16,4-3 3-16,1 0-5 0,4 0-10 0,5-4-27 16,9 3-26-16,1 0-36 0,3-3-49 0,3-5-80 15,-9-3-210-15,7-2-473 0,-7-2 210 0</inkml:trace>
  <inkml:trace contextRef="#ctx0" brushRef="#br0" timeOffset="75253.39">28923 2113 317 0,'0'0'354'15,"-1"-7"-14"-15,1 7-26 0,-1-5-36 0,1 5-26 16,0 0-27-16,0 0-29 0,-2-7-18 0,2 7-28 0,0 0-14 0,0 0-16 15,0 0-13-15,0 0-10 0,12 15-8 0,-10-8-9 16,4 0-6-16,-3 5-14 0,5 1 2 16,-4-1-13-16,4 5-2 0,-5-1-2 0,4 1-7 15,-5-4-1-15,5 3-7 0,-4 1 1 0,1-2-4 16,-4-1 1-16,4-6-11 0,-2 4 4 0,-1-7 6 0,1 2-11 16,-2-2 0-1,0 0 1-15,0-5 18 0,0 7 36 0,0-7 30 16,0 0 29-16,4 4 32 0,-4-3 23 0,0-1 24 15,0 0 11-15,0 0-25 0,0 0-21 0,6-13-20 16,-2 8-17-16,0-4-8 0,0-2-14 0,2-5-16 16,2 0-14-16,1-2-1 0,-3-2-14 0,2 2-12 15,1 1-8-15,1 2-5 0,-2-2-12 0,0 3-5 16,-1 2-13-16,-2 3-24 0,-1 0-27 0,4-2-29 0,-4 6-33 0,-2-1-53 16,6-1-48-16,-2 2-47 0,-1 0-39 0,3 1-34 15,-1 2-33-15,4 2-44 0,-3 0-322 0,2 0-776 16,1 2 343-16</inkml:trace>
  <inkml:trace contextRef="#ctx0" brushRef="#br0" timeOffset="75970.97">29282 2162 87 0,'0'0'242'0,"0"0"-8"15,0 0-7-15,0 0-19 0,0 0-13 0,0 0-23 16,0 0-14-16,0 0-23 0,0 0-7 0,18 5-12 0,-8-5-7 16,3 0-15-16,1 0-11 0,0 0-8 0,7 0-10 0,-2 0-2 15,1-3-10-15,3 2-3 0,-5-3-7 0,10 2-8 16,-6-3-3-16,-9 1-4 0,6-2-6 16,-4 2 1-16,2-5 0 0,-5 3-3 0,0 1-4 15,-2-4-1-15,0 2 9 0,-2-3 2 0,1 3 11 0,-2-1 11 16,-3 1 11-1,-2 1-3-15,2 0 0 0,-2 1-12 0,-2 0-1 16,0 1-10-16,-5-1-6 0,0 0 0 0,-1 2-3 16,-3 2-5-16,-5-2-5 0,2 2 0 0,-5 0-2 15,-3 3-1-15,1 1 0 0,0 1-3 0,-2 1 0 16,2 2-1-16,3-2-4 0,-1 4 5 0,-1-1-5 16,5 4 0-16,1-3-3 0,0 4-6 0,4-6-14 15,2 5-3-15,2-2-4 0,2 2-2 0,3 0 1 0,4 0 7 0,5 2 1 16,6-1 2-16,0-2 1 0,9 1 0 0,1-2-11 15,1-1 2-15,4-3-4 0,-2 3 7 0,-8-11 1 16,8 5-1-16,-1-4 6 0,0-6 0 16,-9 4 9-16,-2-6 11 0,-2 4 21 0,2-3 16 15,1-2 22-15,-3-1 15 0,-1-2 27 0,-3 2 8 16,0-1 21-16,-2 0 2 0,-1 0 16 0,0 4 13 0,0-1 5 0,-3 0 10 16,1 1 0-16,-4 5-5 0,3-1-10 0,-5-2-17 15,2 2-16-15,1 2-15 0,-3 2-10 0,5-4-15 16,-5 3-15-16,4-2-15 0,-4 3-29 0,0 0-31 15,0 0-32-15,0 0 0 0,0 0-4 0,5 5 7 16,-5 2-7-16,0 1 11 0,0-2 1 0,2 4-4 16,-2 6-15-16,0-5 4 15,0 6-9-15,-2-7-2 0,4 4-3 0,0-2-2 16,-2-4-2-16,-2-3 6 0,4 2 4 0,-6-1 7 16,6-1-1-16,-2-5 26 0,2 7 32 0,-2-7 23 15,5 3-6-15,-5-3 1 0,18-4-6 0,-5-1 10 16,-2-1 2-16,2 1 4 0,0 1-7 0,-3 0 0 15,4-1-2-15,-2 2-5 0,-1 1-3 16,0-2-6-16,-3 3-11 0,3-1 4 0,-1 2-12 0,1 4-2 0,0 1-17 16,1 0-4-16,2 5-23 0,-2 0-26 0,-1 4-39 0,-2 0-43 15,3 4-52-15,-5 0-62 0,0 0-58 16,-3-2-371-16,1 1-751 0,-1-7 332 0</inkml:trace>
  <inkml:trace contextRef="#ctx0" brushRef="#br0" timeOffset="77527.63">11031 4834 147 0,'0'0'171'0,"-11"1"-21"0,4 0-16 15,-1 1-15-15,0-1-7 0,-3 7-10 0,-4 0-6 16,1 1-10-16,1 1-7 0,-1 2-5 0,2 4 0 16,-1 0-3-16,-3 4 6 0,1 3-13 0,2 1-7 0,2-2-2 15,4 5 5-15,-2-3 0 0,4 3-7 0,1 0 6 16,-2 2-5-16,6-3-1 0,0-2 3 0,0 1-1 16,6 1-5-16,-2-7-3 0,4 6 0 0,-2-6-4 0,7-4-4 15,1 0 0-15,1-1 8 0,2-2 1 16,3-3 8-16,7-1 6 0,1-5 5 0,4-2 9 15,0-5-2-15,0 0 6 0,3-7 13 0,-3-3 23 16,-2-4 20-16,-2-3 13 0,-1 2 11 0,-4-3 9 0,-2-2-3 0,-5 3-2 16,-3-4-6-16,0-1-4 0,-6 0-13 0,-3 0-11 15,-1 1-9-15,-8 0-10 0,0-1-13 0,-3 6-10 16,-1-5-11-16,-5-1-12 0,0 3-14 0,-4 0-12 16,-4 3-26-16,1 2-37 0,-4 3-36 0,6 8-52 15,-6-4-45-15,-2 9-47 0,0 3-54 0,0 5-66 0,9-1-369 31,4 0-749-31,5 1 331 0</inkml:trace>
  <inkml:trace contextRef="#ctx0" brushRef="#br0" timeOffset="80079.27">21949 4586 139 0,'-1'-6'241'16,"-1"3"-4"-16,2 3-13 0,0-6-8 0,-1 2-10 31,1 4-8-31,-1-7-8 0,1 3 0 0,1 1-10 16,-1 3-5-16,0 0-14 0,0-5-9 0,0 5-6 0,0 0-13 0,-1-5-14 0,1 5-16 0,0 0-7 31,0 0 2-31,0 0-24 0,0 0-15 0,0 0-8 15,0 0-4-15,0 0-15 0,0 0-19 0,0 0-2 0,0 0 0 0,0 0-2 16,1 21-1-16,0-11-2 0,-2 2 2 0,1 4-4 16,-1 1-1-16,1 1 16 0,0 2-12 0,0-2 0 15,0 2-2-15,1-1-1 0,0-2-2 0,1-5 3 16,-1-1 1-16,0 1-6 0,2-4 4 0,-2-2 3 16,0 1-1-16,2-3-4 0,-3 0 1 0,2 2 5 15,1-3 20-15,-3-3 23 0,0 3 29 0,0-3 11 0,0 0-9 0,0 0-5 16,10-12-7-16,-5 5-4 0,-1 1-14 0,1-3 0 15,0-1-4-15,4-3-3 0,-2 0-6 0,-2 3-5 16,1 0 0-16,-1-2-3 0,0 3-2 0,0 1-4 16,-1 1-3-16,0 1-5 0,-1 2-10 0,-1 1 1 15,2-2-6-15,-3 1 0 0,-1 4-30 0,5-4-21 16,-5 4 0 0,0 0 5-16,0 0 4 0,11 11 3 0,-5-6 3 0,-1 3 5 15,5 1-4-15,-1 3 15 0,3 1-3 0,-1-2 9 16,5 0-2-16,0 0-2 0,10 2-2 0,-2-1 11 15,4-3-3-15,0 1 1 0,0-5 6 0,3 0-2 16,4-4 5-16,0-1-2 0,-2-4-1 0,-1-1 4 16,0-1 4-16,-1-5-9 0,-2-1 8 0,-2 1-2 0,-4-1 0 15,-1-4 2-15,-4 5 12 0,1-9 7 0,0 0 3 16,-7-2-1-16,-1-4 0 0,-2 2 3 0,-2-2-6 16,-1 1-7-16,-8-4-9 0,0 0-7 0,0 0-1 15,-5 3-6-15,-2 2 30 0,-5 2 0 0,0 5-13 0,-4-2-3 16,-1 2-4-16,-4 3-4 0,-1 1-7 15,2 5 1-15,0 4 16 0,-5-2-15 0,-2 3 2 16,7 1-5-16,-6 0 3 16,8 4-4-16,2-1-6 0,0 2-6 0,0 1-21 15,7 1-12-15,-1 0-17 0,3 2-12 0,0 0-4 16,4 1 1-16,1-3 7 0,3 3 7 0,6 0 7 16,3-1 6-16,7 3-4 0,2-2 0 0,11 2 7 15,3-1-8-15,3-5-9 0,3 1-17 0,0-2-16 16,0-3-5-16,3 0 2 0,-1-2 1 0,-3-1 6 15,0-2 14-15,0-1 7 0,-4-2 14 0,-1-2 27 0,-3-2 31 0,-3-2 24 16,-2-1 29-16,-3-2 18 0,-3 3 23 0,-2-7 7 16,2-1 19-16,-5 0 14 0,0 0 9 0,-4 2 8 15,-3-5 9-15,3 7 13 0,-4-1-1 0,1 2 4 16,-1-1 4-16,-3 2-8 0,3 3 4 0,-3 1-1 16,-1 5-1-16,3 2-16 0,-2-2-15 0,0 2-14 15,1 3-16-15,0-4-10 0,-2 6-16 0,-2-5-18 0,2 5-43 0,2-4-34 31,-2 4-23-31,0 0 4 0,4 15 5 0,-4-5 5 16,1 8 1-16,-1 2-16 0,1 9 20 0,-1 0 6 16,-1 3 1-16,-3 3 1 0,3-2 7 0,-1 1 3 15,-1 15-6-15,-1-15 0 0,4 1 4 0,-1-4 5 16,0 1-5-16,1-6 5 0,2 1-2 0,-2-8 0 16,0-6-2-16,4-1-2 0,-5-3-1 0,2 0 5 0,0-3 4 15,1-2 27-15,-2 1 16 0,0 0 21 0,0-5 39 0,0 5 29 16,0-5 24-16,2 2 4 0,-2-2 28 15,0 0-10-15,0 0-23 0,8-12-35 16,-2 3 3-16,1-1-5 0,3-4-15 0,0 1-14 16,-1-2-11-16,2 2-11 0,-4 3-11 0,0-1-3 15,0 2-9-15,-1 2-4 0,-1 2-10 0,0 1-4 0,-1 1-18 0,-3-1-22 0,2 1-25 16,2 0-31-16,-5 3-33 0,4-3-36 0,2 2 3 16,-6 1-3-16,13 4-15 0,-4 2-17 0,3 0-24 15,-1-1-21-15,1 3-18 0,3 1-5 0,-1 0-6 16,3 2 0-16,-3-4 4 0,2 3-3 0,-4-6 12 15,-1 5 7-15,0-3 17 0,-1 0 11 0,0-2 14 16,0 0 19-16,-6 1 21 16,1-4 28-16,-1 3 42 0,0-3 24 0,0 0 33 15,-4-1 21-15,5 5 18 0,-3-2 15 0,-2-3 10 16,2 1 12-16,-2-1 4 0,2 2-3 0,-2-2 3 16,0 0-2-16,0 0 1 0,0 0-4 0,5 2-2 15,-5-2 1-15,0 0 3 0,0 0-12 0,0 0 4 16,0 0-6-16,0 0-8 0,0 0-2 0,0 0-3 15,0 0-2-15,0 0-4 0,16-3 6 0,-9 2-5 0,6 0-7 16,6-2-2-16,0 0-5 0,-1-3-1 0,4 4-1 16,0-4-4-16,3-1 3 0,2 2-6 0,-6-2 0 0,4-1 12 15,-5 3-1-15,0-2-18 0,-2-3 5 0,0 4 0 16,-1-4 2-16,-5 7 5 0,-1-4 15 16,0-1 14-16,-2 2 15 0,-3-2 13 0,2 1 12 15,-5 3-6-15,1-2-5 0,-2 0-4 0,-1 3-4 0,-1 3-10 0,-3-10-8 16,-3 4-13-16,-1 3-2 0,-4 0-1 0,1 3-3 15,-3 0-6-15,-5 0-3 0,0 2-3 0,0 2-1 32,-1 2-4-32,1-1 1 0,-1 2 2 0,1 4 2 15,2-2-12-15,0 3 0 0,2 2-2 0,0 2-2 16,4-2-10-16,2 2-6 0,3-2-11 0,1 3-1 0,7-1-6 16,1 1 4-16,2-3 8 0,4 3 0 0,6-3 2 0,4 1 2 15,8-1 1-15,0-2 0 0,3-3-6 0,-2-1-3 16,5-5-2-16,-5 2 2 0,2-4-2 0,-1-2 5 15,5-4 1-15,-6 0 6 0,1-1 1 0,-3-3 3 16,-3-3 21-16,-6 2 25 0,0-2 0 0,-3-1 23 16,0-2 18-16,-1 1 16 0,-1-1 21 0,-4 2 6 15,1 1 23-15,-2-2 13 0,-3 4 17 0,-1 2 20 0,1 3 9 0,-1 0-11 16,-2-1-19-16,2 3-14 0,-3 0-20 0,2 1-14 16,-3 2-21-16,1-4-26 0,-1 4-27 0,3-4-39 15,-3 4-27-15,0 0-40 0,0 0-14 0,0 0 7 16,0 0 6-16,0 18 14 0,-3-9 2 0,3 4-4 15,-1-2 9-15,0 2 0 0,1-1-8 0,-3-1-2 16,2 0-5 0,1-1-17-16,-3-3 8 0,3-2 11 0,0 1 7 0,0 0 1 15,0-1 9-15,0-5 23 0,0 2 27 0,0-2 38 16,5 3 12-16,-5-3-4 0,11-8-9 16,1 3-6-16,4-4-2 0,-1 0-5 0,0 2-6 15,2-3-3-15,-2 3-1 0,3-3-4 0,-4 3-3 16,0 2-1-16,-5 1-2 0,3 0-7 0,-1 1 1 0,1 0-4 15,-1 2-10-15,1 2-16 0,-2 0-24 0,4 4-11 0,-4 0-23 16,-1 2-29-16,4 0-31 0,0 4-39 0,-2-3-44 16,1 5-53-16,-2-1-62 0,3 1-423 0,-6-3-822 15,4-2 365-15</inkml:trace>
  <inkml:trace contextRef="#ctx0" brushRef="#br0" timeOffset="80780.42">25683 4380 177 0,'0'0'341'0,"-2"-9"-9"16,2 6-17-16,-1 1-5 0,1 2-6 0,0-5-11 15,0 5-14-15,0 0-28 0,0-6-9 0,0 6-39 16,0 0-29-16,0 0-16 0,-1-4-20 0,1 4-24 15,0 0-15-15,0 0-17 0,0 0-3 0,0 0-10 0,1 17-11 16,-1-6-8-16,1 4-7 0,1 1 4 0,-4 1 7 0,1 2-19 16,1 10-5-16,-3-2-5 0,1 2 6 0,1-4-6 15,-2 1-2-15,3-7-11 0,0-3 0 16,0 0 8-16,-1-4-11 0,2-5 0 0,-1 2 5 16,0-3 10-16,0-2-2 0,0-1 13 0,1 2 22 15,-1-1 33-15,2-1 31 16,-2-3 28-16,0 0-15 0,0 0-12 0,18-12-12 15,-7 5-12-15,2-5-10 0,1-1-9 0,1 1-7 16,0-1-8-16,6-3-6 0,-6 4-6 0,8-10-7 16,-1 2-6-16,0 3-1 0,-6 5-10 0,0 1-2 0,-6 5-6 15,1-3-1-15,-2 6-4 0,-3-1-5 16,1 1-9-16,-3-1-21 0,2 4-18 0,0 0 9 16,1 2-3-16,0 1-4 0,4 1-2 0,-1 0 4 0,4 6-6 0,-1 3-2 15,0-1-7-15,2 0-20 0,-2 3-17 0,5-3-41 0,0 1-37 16,0-2-43-16,0-1-53 0,1 0-58 15,1-2-91-15,-1-2-271 0,1-1-736 0,0 0 326 16</inkml:trace>
  <inkml:trace contextRef="#ctx0" brushRef="#br0" timeOffset="81165.88">26990 4367 336 0,'0'-5'451'0,"0"0"-14"0,0 5-23 0,-1-5-19 15,1 5-29-15,0 0-25 0,-2-5-33 0,2 5-32 16,0 0-25-16,-2-2-28 0,2 2-24 0,0 0-22 15,0 0-22-15,0 0-23 0,0 0-15 0,0 0-22 0,0 0-18 0,0 0-9 16,0 0-7-16,4 16-10 0,-3-9-2 0,0 3-5 16,-1 0-2-16,3 2-8 0,-2 0 0 0,0 5-6 15,1 3-4-15,-1-3 2 0,2 0-2 16,-1 0-2-16,0 0-1 0,0-5-6 0,-1-3-17 0,-1 3-24 16,1-5-23-16,1-2-36 0,-2 1-21 0,1-1-8 15,-1-1-2 1,-1-1 1-16,2 1 4 0,-1-1 4 0,0-3 6 15,0 0-28-15,0 0-60 0,0 0-66 0,-9-14-43 16,3 5-284-16,0-3-630 0,1-5 279 0</inkml:trace>
  <inkml:trace contextRef="#ctx0" brushRef="#br0" timeOffset="81319.23">27002 4187 5 0,'2'-5'317'0,"-2"1"-9"0,2-3-9 0,0 2-20 16,-1 2-21-16,-1 3-25 0,1-4-31 0,-1 4-20 15,3-5-18-15,-3 5-41 0,1-3-36 0,-1 3-43 16,0 0-21-16,0 0-27 0,0 0-38 0,14 5-32 16,-8-2-46-16,2 0-50 0,-3-2-183 0,-1 3-381 15,3 1 168-15</inkml:trace>
  <inkml:trace contextRef="#ctx0" brushRef="#br0" timeOffset="81751.63">27479 4239 100 0,'0'0'280'0,"4"-1"-27"0,-4 1-23 15,0 0-27-15,0 0-18 0,0 0-20 0,0 0-19 0,0 0-10 16,0 0-19-16,0 0-12 0,-13 12-8 0,6-7-9 15,-3 0-8-15,-1 2-13 0,1 0-2 0,-1 1-11 0,-1-1 1 16,-2 0-6-16,2 5-4 0,2-4-4 0,-1 1-2 16,2 0-4-16,0 4-3 0,-1-4-5 0,3 3-3 15,1-2-3-15,-1 1 1 0,6 0-1 0,-2-3-5 16,2 4 1-16,2-5-1 0,2 2-1 0,1 1 1 16,2 2-3-16,2 1 0 0,2-4 3 0,3 3-5 15,2-2-1-15,1 1 1 16,-1 2 1-16,0-4-7 0,2 1 1 15,-2 0-3-15,-1-3 5 0,-5 2-2 0,-2-3-2 16,-1-1-1-16,0-3-2 0,-2 1-3 0,1 1-1 0,-3 0 0 16,0 0-3-16,-2-4 6 0,-7 7-2 0,1-5 3 15,-4 1 0-15,-3-1 1 0,0 1-2 0,-4-2 1 16,-2 2-1-16,1-2-11 0,1-1-14 16,-1 0-22-16,0 4-19 0,6-5-29 0,0 1-31 0,-1-4-42 0,3 0-239 15,2 1-438-15,3 1 193 0</inkml:trace>
  <inkml:trace contextRef="#ctx0" brushRef="#br0" timeOffset="82260.16">28224 4325 38 0,'-4'-2'199'0,"4"2"-11"0,-10-3-14 0,5 3-12 16,0-2-16-16,5 2-6 0,-18 3-15 15,13-1-9-15,-3 0-10 0,-1 1-12 0,-5 2-7 16,1-1-8-16,-4 5-8 0,6-3-4 0,-3 5-6 0,5-3-7 15,-1 1-2-15,-1 0-7 0,0 4 3 0,0-2-11 0,2 0 3 16,3 0-1-16,2 0 1 0,0 2 3 0,1 3-1 16,2 1-3-16,2-5-1 0,-1 2 5 0,4-3 5 15,5 3 6-15,-2-2 4 0,5 0 2 0,-1-5 4 16,1 1 3-16,5 1-10 0,3-1 0 0,1-6-3 16,-1 0-7-16,-2-2 6 0,1-2 10 0,2 0-2 15,-5-2 19-15,2-2 0 16,-1-1-5-16,-2-3-9 0,-3 2 2 0,-1-4-15 15,0-2 0-15,-3-3-5 0,-1 2-5 0,-2-2-6 16,-1 2-7-16,-2-3-4 0,2-1 0 0,-4 4-2 16,-2 1-2-16,0 3-9 0,-2-1-3 0,-1 1 7 15,-2 0-14-15,-2 2-6 0,0 1-3 0,-2 1-6 16,-1 2-2-16,-1 4-10 0,-5-2-10 0,0 3-11 16,4 0-19-16,4 0-20 0,-2 3-24 0,1 2-19 0,2-1-39 15,-1 4-32-15,2-2-28 16,4 5-245-16,3-7-508 0,-2 5 225 0</inkml:trace>
  <inkml:trace contextRef="#ctx0" brushRef="#br0" timeOffset="83423.45">28891 4434 174 0,'-4'-5'205'0,"-6"-1"-15"16,-1 0-14-16,0 1-12 0,1 3-11 0,-4-2-10 0,0 1-14 0,-3 0-9 15,4 3-12-15,-4 0-9 0,-2 0-13 0,1 0-3 16,0 3-9-16,0-1-5 0,7 3-3 0,-1-2-13 16,-2 2-2-16,4 0-7 0,-7 4-6 0,8 0-8 15,0-4 3-15,0 6-3 0,4-2-3 16,1 0-4-16,0 0 2 0,3 3-3 0,5-4-1 0,-3 2-2 15,5-1-1-15,2-1 3 0,4-1-2 0,-2 1-2 0,4-1-2 16,-1-5-2-16,3 3-3 0,1-4 1 0,2-1 1 16,-2-1-3-16,-3-2 1 0,6-4-3 0,-4 0 2 15,0-1 11-15,1-3 9 0,-8 3 4 0,6-7 4 16,-6 1 4-16,1 0 13 0,-1-3-6 0,-1-2 3 16,-1 0 8-16,1-5 1 0,3-2 13 0,-8 0-14 15,1-3 0-15,2 0 9 16,-4 1-1-16,4 0 9 0,-3 1-1 0,-1 9 2 15,-2-2 9-15,-1 2 0 0,1 1 6 0,1 6-7 16,-2-1 5-16,1 5-2 0,3 1-13 0,-5-1-3 16,4 3-9-16,-2-1-9 0,0 0-14 0,1 2-26 15,-1 3-34-15,0 0-16 0,0 0 2 0,0 0 6 16,0 0 11-16,-10 20-7 0,5-6-2 0,0 2 13 16,-3 3-1-16,-1 7 0 0,-2-4-12 0,3 6 8 0,0-3 3 15,4-2 7-15,0-4 0 0,3 5-1 0,-1 2 7 0,2-2 0 16,2-4-7-16,2-1 0 0,0-1 2 0,1-2-2 15,-4-1-1-15,6-4 2 0,4 2-3 16,-1-1-14-16,3-1-9 0,4 1-18 0,2-2-23 16,4 0-22-16,6-3-19 0,-2-2-12 0,5-2-11 15,0-1-6-15,0-2-7 16,4-2 6-16,3-3-1 0,-5 2 2 0,5-2 11 16,12-1 4-16,-15-2 15 0,0 0 14 0,-2-1 2 15,3 0 15-15,-5 0 23 0,-1-2 14 0,-3 1 29 16,-10 0 30-16,1 4 27 0,-3-2 24 0,-4 2 19 15,-3 0 19-15,0 1 15 0,-1 0 9 0,-1 0-3 0,-1 1-8 16,-4-1-5-16,3 0-9 0,-5 1-7 16,2-1-6-16,-2 0-12 0,-2-1-12 0,-3 2-8 0,1 1-5 0,-3-3-6 15,-5 2-3-15,3 3-5 0,-4-2-5 0,-1 1-5 16,-5 2-1-16,0 0-1 0,-4-3 3 0,3 6-7 16,-1-1-12-16,-2 0 6 0,4 0-2 0,-1 4-1 15,-2 0-5-15,3-1-1 0,2 2-2 0,1-1 5 16,1 4-3-16,3-3-1 0,0 1-1 0,6-1-3 15,-3 1 7-15,1 0-5 0,4 2-1 0,-1 0-3 0,4-2 8 0,-2 1-2 32,3-1-2-32,3-2 2 0,-2 1 1 0,4 2 0 0,-1-4 1 0,4-2-1 0,2 2 4 0,0-2-2 15,2-1-3-15,-1-2 2 0,2 2 7 0,1-5 9 16,3-1 6-16,2-1 1 0,-1-2 15 0,0-3 1 16,-1-2 2-16,0 3-4 0,-3-5 3 0,0-1 11 31,3 1-4-31,0-6-3 0,-1-2-4 0,-2-3-7 0,-2 2-1 15,0-3-3-15,-1-2 6 0,-2-1-1 0,-2 3 6 0,0-3 8 16,-1-3 3-16,0 6 10 0,-2-1 6 0,-1 8-9 16,-3 1-5-16,0 1-8 15,2 6-5-15,0-1 0 0,-2 4-4 0,0 0 0 16,0 4-6-16,0-1-5 0,0 0-7 0,0 1-16 16,0 4-24-16,-2-4-35 0,2 4 0 0,0 0 9 0,-9 6 3 0,1 6 9 0,-1 0-3 15,0 2 7-15,-3 11-3 0,3-1 12 0,0 4 0 16,0-4-8-16,4 3 8 0,1 1-4 0,2-2 3 15,3-1 5-15,2 1-2 0,1-2 3 0,-1 1-3 16,6-7 3-16,-4 0 5 0,3 1 0 0,-1-3 0 16,0-5 10-16,-2 0 3 0,2-1-3 0,-2-4 2 15,-1 1 3-15,-1-3 4 16,2 0 9-16,-3 0 12 0,0-3 25 0,-1 3 8 16,-1-4 11-16,4 4 13 0,0-3 6 0,-4-1 2 15,0 0-3-15,0 0-10 0,0 0-21 0,11-1-22 16,-7-3-9-16,0 2-27 0,1-4-39 0,2 3-41 15,2-1-41-15,1-1-42 0,-1-1-32 0,1 1-43 16,2-1-50-16,3-1-60 0,-5 2-349 0,7-3-746 16,-4 2 330-16</inkml:trace>
  <inkml:trace contextRef="#ctx0" brushRef="#br0" timeOffset="83639.73">30213 4429 129 0,'0'0'477'0,"0"0"-22"16,0 0-29-16,0 0-40 0,-3 3-38 0,3-3-33 15,0 0-34-15,0 0-43 0,0 0-84 0,0 0-102 16,0 0-103-16,0 0-127 0,11-9-328 0,-8 6-547 0,2 0 242 0</inkml:trace>
  <inkml:trace contextRef="#ctx0" brushRef="#br0" timeOffset="88833.27">4511 7885 245 0,'-1'-6'306'0,"1"2"-13"16,0-1-12-16,-1 3-13 0,-3-4-6 0,3 2-14 0,1 4-12 16,0-5-24-16,0 5-26 0,0-4-18 0,0 4-23 15,0 0-16-15,0 0-37 0,0 0-10 16,0 0-13-16,0 12-6 0,1 0-7 0,4 4-2 0,-4 3-7 16,7 6-4-16,-4-6-9 0,0 8-3 0,1 0-5 0,-1-4 4 15,5 4-4-15,-7-8-1 0,5 1-5 0,-3-3-1 16,-2 0 1-16,2-2-6 0,0-1 0 0,-1-4 0 15,-3 0-3-15,2 2 4 0,-1-6-6 0,2 0-4 16,-3-1-7-16,1-1-8 0,-1 1-11 0,0-1-14 16,0-4-4-16,0 5-14 0,0-5-13 0,0 0-15 15,0 4-15-15,0-4-29 0,0 0-41 0,0 0-103 16,0 0-204-16,0 0-512 0,0 0 227 0</inkml:trace>
  <inkml:trace contextRef="#ctx0" brushRef="#br0" timeOffset="89349.54">5131 8023 50 0,'-7'2'196'0,"0"-2"-9"0,0 2-13 0,7-2-5 0,-9 1-8 16,5-1-11-16,4 0-10 0,-8 1-6 0,8-1-12 15,0 0-13-15,-7 3-8 0,7-3-3 0,0 0-11 16,0 0-9-16,-6 3-2 0,6-3-2 0,0 0-8 16,0 0-4-16,0 0-1 0,0 0-2 0,0 0-3 15,0 0-1-15,-6 0-6 0,6 0-5 0,0 0-3 16,0 0-2-1,0 0-4-15,0 0-4 0,0 0-1 0,0 0-2 16,0 0 3-16,0 0-7 0,0 0-1 0,0 0-3 16,0 0-3-16,0 0 1 0,0 0-3 0,0 0 9 15,0 0 4-15,16 5 4 0,-5-4 3 0,3 0-4 0,5 1 2 16,10-2 2-16,5 0-1 0,4 0 6 0,13-3 0 16,0 1-9-16,0-1-4 0,2 2 4 0,-16-2-3 15,15-1-2-15,-13 1 0 0,-5 1-5 0,-1-1-1 0,-1 3-1 16,-3-2-2-16,-9-1-6 0,-1 3 4 0,-6 0-4 15,-2 0 3-15,-5-1-4 0,2 1-1 0,-1-2 3 16,0 2-7-16,-7 0-7 0,5-1-15 0,-5 1-1 16,5-1-10-16,-5 1-25 0,0 0-27 0,0 0-26 15,0 0-23-15,0 0-32 0,-20-2-36 0,20 2-65 16,-13 0-159-16,7 0-455 0,6 0 202 0</inkml:trace>
  <inkml:trace contextRef="#ctx0" brushRef="#br0" timeOffset="90435.75">5990 7781 201 0,'-5'-6'263'0,"5"5"-14"0,0 1-11 16,-1-5-13-16,1 5-13 15,0 0-23-15,1-5-15 0,-1 5-18 0,2-6-15 16,2 4-16-16,1 0-15 0,0-2-11 0,3 3-12 0,1-2-8 16,2 3-9-16,2 0-11 0,0 0-1 0,1 3-9 15,-1-3 1-15,1 4-14 0,4 1-4 0,0 3-3 16,-2 1-1-16,-2 0-6 0,-2 2 0 0,2 0-6 16,-4 2-2-16,-2 1-2 0,-2 2 1 0,-2 5-4 15,-4-1 0-15,-5 4-1 0,-4 2 0 0,0-3-1 0,-6 3-2 16,-1-7 2-16,-1 2-6 0,1 1 0 0,-3-3 3 15,5-6 0-15,0 0 0 0,1-1-2 16,-1-1-1-16,5-4 0 0,0 2 6 0,4-3-6 0,-4 1 0 16,5-4-3-16,1 2-1 0,0-3 8 0,-1 3-5 15,2-4 8-15,0 3-7 0,2-4 4 0,0 0 16 16,8 5-6 0,1-5 2-16,1 1-3 0,3-1 10 0,2 0-11 15,2-1-2-15,5 0-2 0,-3-1-2 0,0 0 5 0,-1 2-5 16,-1-3-2-16,-4 3 2 0,0-2-3 0,-1 0 3 15,-5 1-1-15,1 1-11 0,-1-2-11 0,0 2-15 16,-7 0-15-16,9-1-18 0,-9 1-16 16,0 0-66-16,4-4-66 0,-4 4-244 0,0 0-493 0,-12-6 219 15</inkml:trace>
  <inkml:trace contextRef="#ctx0" brushRef="#br0" timeOffset="90983.61">6441 7852 215 0,'4'-4'250'0,"1"1"-22"0,5-1-15 16,2 3-20-16,-1 0-17 0,1 1-17 0,1 0-16 15,3 2-14-15,3 4-12 0,-2 0-9 0,2 1-14 16,-2 3-13-16,1-1-5 15,-3 4-9-15,0-1-6 0,-2 1-5 0,-3 2-7 16,-2-1-2-16,-3 2-5 0,-4 1-5 0,2 0 0 16,-7-1-3-16,1 1-5 0,-3 1 1 0,-3-2-4 15,-1 0-4-15,-2-2 0 0,-2 0 2 0,2-3-2 16,-4 1-1-16,3-2 3 0,4-3 1 0,3-3 1 16,-2 3 10-16,2-4 12 0,1 0 12 0,1 1 18 15,1-2 26-15,0 1 30 0,3-3 14 0,0 0-13 0,0 0-9 0,-5-9-24 16,6 2-3-16,6-2-15 0,1-3-11 0,0-2-2 15,11-6-7-15,-2-3-15 0,3 1-10 0,-4-3-9 16,4 0-7-16,0 0 4 0,2 3-12 0,-4 0 4 16,-4 7 2-16,-4-1-13 0,2 4 6 0,-3 2 10 15,-4 2 0-15,0 1 2 0,-3 0-2 0,1 2 0 16,0 3-5-16,-1-1-5 16,-1-1-14-16,-1 4-15 0,4-2-6 0,-4 2-3 15,0 0 0-15,-6 11 7 0,-1-4-4 16,1 3 3-16,-4 5-2 0,1-1 1 0,2 5 1 15,0-2 0-15,-2-1 0 0,4 2 4 0,0-2 0 0,2 2-6 16,-1 1 0-16,7-2-11 0,1 0 3 0,-3-3-11 16,7 1-3-16,-1-3-4 0,6 0-5 0,-4-4-11 15,10 1-20-15,0-1-27 0,2-6-24 0,7 3-36 0,3-5-27 0,2-2-37 16,-4-2-49-16,1-3-192 0,-5-2-513 16,1-1 228-16</inkml:trace>
  <inkml:trace contextRef="#ctx0" brushRef="#br0" timeOffset="91284.77">7185 7815 143 0,'1'-19'246'0,"3"-4"12"16,-3 4 29-16,0 2-5 0,1 0 8 0,-2 5 13 0,1-5 11 16,-1 6-3-16,3 2-13 0,-3-2-9 0,0 5-18 15,1 1-30-15,-1 1-25 0,0-2-24 0,0 2-21 0,0 4-21 16,1-4-33-16,-1 4-28 0,0 0-41 0,0-3-38 16,0 3 0-16,0 0 0 0,0 19 0 15,0-3-2-15,-2 2-5 0,-1 9 8 0,0 2-11 16,1 2 4-16,-2 3 0 15,3 3 0-15,-2-2 3 0,-2 14-10 0,4-16 7 16,-3 1-2-16,4 0 1 0,0-2 0 0,3-4-5 16,-1 0 18-16,3-4-18 0,-2-4 5 0,-2-3 12 15,4-1-14-15,-2-6 10 0,-2-1-2 0,3 2-7 16,-2-4 4-16,1-1 16 0,0-1-16 0,-2 1 11 16,0-2 6-16,4 0 2 0,-1-1 2 0,-2 1 1 15,1-1-7-15,2-2 7 0,-5-1-3 0,9 1-6 0,0-2-10 0,-9 1-28 16,12-5-38-16,-3 1-57 0,1-2-49 0,0-1-52 15,-2-1-60-15,3-5-80 0,-2 0-265 0,0-1-671 16,1-3 297-16</inkml:trace>
  <inkml:trace contextRef="#ctx0" brushRef="#br0" timeOffset="91486.62">7106 7942 65 0,'-7'3'297'0,"3"-2"-2"0,2 0-2 0,2-1-10 15,-3 3-10-15,3-3-18 0,0 0-26 0,0 0-21 0,0 0-24 16,22-4-15-16,-2 0-27 0,7-4-42 0,6 2-52 0,1-3-65 16,0 3-73-16,5-4-96 0,0-1-239 0,-6 4-461 15,-2-6 205-15</inkml:trace>
  <inkml:trace contextRef="#ctx0" brushRef="#br0" timeOffset="91785.66">7738 8010 137 0,'0'0'238'15,"-4"2"-2"-15,4-2-8 0,0 0-9 0,0 0-1 16,0 0-22-16,0 0-13 0,0 0-14 0,0 0-18 16,28-4-15-16,-11 4-14 0,2-2-13 0,10-2-10 0,0 0-11 15,1 0-19-15,1 0-21 0,2-1-26 0,-1 0-31 0,0-1-43 16,-4 0-33-16,3-1-53 0,-3-2-70 0,-13 2-155 15,-2 2-393-15,1-3 174 0</inkml:trace>
  <inkml:trace contextRef="#ctx0" brushRef="#br0" timeOffset="92002.21">7948 7797 42 0,'-4'-2'324'0,"4"2"-6"0,-3-2-10 0,3 2-21 16,-6-3-12-16,6 3-25 0,0 0-23 0,-4-2-23 16,4 2-24-16,0 0-28 0,0 0-15 0,-3 7-12 15,3-1-15-15,-1 4-14 0,1 3-8 0,-2 3-10 0,2 9-3 0,-2 1 0 16,2 1-13-16,-2 1-5 0,4-2-7 0,2 4-17 16,-4-4-32-16,1 0-36 0,5-2-27 0,1 1-44 15,-4-6-50-15,3-2-68 0,-2 0-272 0,-1-9-536 16,3 2 237-16</inkml:trace>
  <inkml:trace contextRef="#ctx0" brushRef="#br0" timeOffset="92393.39">8533 7634 48 0,'2'-12'408'0,"0"4"-9"16,-1 1-16-16,0 0-11 0,1 2-14 0,-1 0-27 16,-1 1-32-16,1 0-31 0,-1 4-27 0,4-4-27 15,-4 4-31-15,0 0-21 16,0 0-17-16,0 0-14 0,0 0-15 0,4 16-13 16,-4-7-7-16,1 9-11 0,0 1-14 0,-1 8-4 0,-1 0-7 15,2 4-5-15,-1 0-2 0,-1-3-8 0,0 3-22 0,2 6-3 0,-2-4-4 0,2-2 1 16,0 0-4-16,1-1-3 0,1-1-6 0,0-6 8 15,-2-1-4-15,3-4 3 0,0-3 3 0,-1-3-4 16,-1-1 3-16,2-3-4 0,-2-1-8 0,2 0 10 16,-3-3 1-16,3 2 5 0,-1-4-5 0,0 3-3 15,0-3 3-15,3 1 5 0,1-3-4 0,2 2-15 16,-3-4-19-16,7 2-33 16,-3-3-37-16,2-1-36 0,1 0-44 0,-3-3-49 15,-1 3-64-15,4-1-97 0,-4-2-224 0,0-2-654 0,-1 1 289 16</inkml:trace>
  <inkml:trace contextRef="#ctx0" brushRef="#br0" timeOffset="92572.12">8483 7991 45 0,'-5'2'350'0,"5"-2"-22"0,0 0-26 0,0 0-29 15,0 0-28-15,0 0-22 0,9-11-25 0,4 7-20 0,4-2-17 16,8-1-32 0,3 0-43-16,1 0-53 0,2 1-61 0,-3-1-79 15,4-2-105-15,-1 1-156 0,-3-2-397 0,-3-2 175 16</inkml:trace>
  <inkml:trace contextRef="#ctx0" brushRef="#br0" timeOffset="92957.2">8856 7466 9 0,'0'0'357'0,"1"-5"-24"0,-1 5-14 0,3-5-20 31,-3 3-23-31,0 2-26 0,0 0-13 0,5-2-40 16,-5 2-23-16,0 0-18 0,0 0-17 0,15 4-13 16,-7 1-17-16,-3 1-4 0,3 0-7 0,1 4-19 15,-4-3-1-15,0 5-10 0,-1-1-5 0,0 5-9 16,-3 3-7-16,2-4-2 0,-3 1-5 0,-3 4 5 0,2-5-13 16,-2-1-3-16,1-3-1 0,-1 1 10 0,-1-1-21 0,2-1 3 15,-1-2-4-15,2-2-4 0,-3-1 1 0,4 2 3 0,-2-2-4 16,-1-2 4-16,3-1-4 0,0-2-1 0,0 7 6 15,0-7-4-15,4 5 3 0,1-5 0 0,5 0-1 16,-1 2-5-16,6-1-7 0,2-1-31 0,3-3-42 0,1 3-44 16,-2-2-66-16,1-1-67 0,-3-4-324 15,2 2-620-15,-1-5 275 0</inkml:trace>
  <inkml:trace contextRef="#ctx0" brushRef="#br0" timeOffset="93212.35">9195 7340 75 0,'-2'-5'295'0,"2"5"-26"0,-1-4-30 15,1 4-28-15,0 0-22 0,0 0-20 16,0 0-20-16,0 0-14 0,13 12-13 0,-4-1-15 16,0 5-2-16,1 3-4 0,-1 7-9 0,1 5-1 0,-1 5-6 15,0 11-2-15,0 10-2 0,-5 0-2 0,-7 27-3 16,-2-28-4-16,-4 26-6 0,0-24-3 15,-4-4-7-15,-6-2 0 0,-2 3-5 0,-6-7-6 0,-2-2-4 0,-1-4-4 16,-3-4-1-16,-3 1-4 0,-4-4 5 0,-4-2-5 16,-5-2-5-16,2-1-13 0,-3-3-36 0,-2-3-41 15,-5-2-55-15,-3-3-71 16,-1 0-111-16,-3-4-155 0,-25-2-492 0,22-7 218 16</inkml:trace>
  <inkml:trace contextRef="#ctx0" brushRef="#br0" timeOffset="93890.76">3999 7570 87 0,'0'0'226'15,"0"0"-23"-15,0 0-17 0,0 0-24 0,0 0-16 16,0 0-18-16,-11 15-9 0,6-1-12 0,-4 10-7 16,-2 9-10-16,-1 17-14 0,-3 1-6 0,-1 7-7 15,-1 33-8-15,-2-8 0 0,11-23-5 0,3-1-8 16,3 25-2-16,4-30-1 0,11 3 7 0,0 1 13 16,6-5 2-16,8-2 7 0,7-1 9 0,12-7 2 0,4-3-6 0,32 7-4 15,9-11-4-15,6-10-14 0,0-4-54 0,5-12-79 16,6-7-104-16,-9-4-218 0,5-5-437 0,-6-3 194 15</inkml:trace>
  <inkml:trace contextRef="#ctx0" brushRef="#br0" timeOffset="94961.43">9297 7149 100 0,'-9'1'181'0,"4"-1"-11"0,1 2 2 16,4-2-4-16,-10 0-13 0,10 0-3 0,0 0-7 0,-9 1-8 15,9-1-3-15,0 0-10 0,-6 0-6 0,6 0-9 16,0 0 2-16,0 0-8 0,0 0-4 0,0 0-6 0,0 0-2 16,0 0-7-16,-7 0-3 0,7 0-5 0,0 0-5 15,0 0-2-15,0 0-8 0,0 0-4 0,0 0-7 16,0 0 0-16,0 0-4 0,0 0-2 0,0 0 0 16,0 0-6-16,28-4 6 0,-10 1-9 0,4 2-4 15,9-5-3-15,2 3-6 0,3-1-1 0,2-1-2 0,4-2-5 16,-5 4 3-16,3-2-5 0,-3 0-1 0,-3 1 0 15,-1 1 0-15,-2-1-5 0,-4-1 2 0,-9 0-6 16,1 3-15-16,-6 1-11 0,0 0-14 0,-4-2-11 16,-3 2-13-16,0 1-13 0,-6 0-13 0,9 0-15 15,-9 0-36 1,4-4-43-16,-4 4-46 0,0 0-176 0,0 0-438 16,0 0 193-16</inkml:trace>
  <inkml:trace contextRef="#ctx0" brushRef="#br0" timeOffset="95324.88">10037 6884 297 0,'0'-4'337'0,"0"-1"-16"15,0 0-12-15,4 2-14 0,-4 3-21 0,0-6-27 0,0 6-22 16,0 0-28-16,-3-3-25 0,3 3-16 0,0 0-21 15,0 0-20-15,0 0-11 0,-1 15-5 0,1-3-15 0,-3 4-11 16,3 3-10 0,-2 0-2-16,1 9 0 0,-1-1-15 0,-2 0-5 15,2 2-2-15,-2-2-1 0,3-1-7 0,-1 0-2 16,0-6-4-16,3 1 0 0,-2-4-9 0,-3 0 2 16,3-3-4-16,-2-3 1 0,6-1 4 0,-3 0-2 15,0-2-7-15,-3-3 6 0,3 0 0 0,0 0-3 16,0-2-1-16,0-3 5 0,0 7-9 0,0-7 2 0,0 3 3 15,0-3-1-15,0 3 1 0,0-3 1 0,0 0 6 16,0 0-25-16,0 0-20 0,0 0-25 0,0 0-45 16,0 0-40-16,0 0-50 0,-14-2-51 0,14 2-77 15,-5-7-209-15,4 5-565 0,-3-2 250 0</inkml:trace>
  <inkml:trace contextRef="#ctx0" brushRef="#br0" timeOffset="95662.9">10347 7028 246 0,'4'0'281'16,"-4"0"-19"-16,4-3-36 0,-4 3-24 0,0 0-12 16,0 0-17-16,4 10-8 0,-7-3-13 0,2 4-4 15,-7 5-8-15,1 1-9 0,-6 7-7 0,0 0-12 0,-2 1-9 16,1-2-7-16,0 1-9 0,-3 1-10 0,2-3-7 15,5-5-7-15,-1 0-4 0,-1 0-3 0,1-1-6 16,2-2-4-16,-1-1-8 0,5-3 0 0,-4 0-6 16,5-3-6-16,-2 1 4 0,2-1-3 0,0-5-4 0,3 5 2 15,-3-3-13-15,0 0 10 0,2-2-7 0,0 1 0 16,1 1 1-16,1-4-4 0,-3 2 3 0,3-2-2 16,0 0 3-16,0 0-4 0,-1 5-4 0,1-5 1 15,0 0-15-15,0 0-10 0,-5 2-10 0,5-2-18 16,0 0-17-16,0 0-23 0,0 0-32 0,0 0-33 15,0 0-36-15,0 0-75 0,0 0-193 0,0 0-491 0,0 0 217 16</inkml:trace>
  <inkml:trace contextRef="#ctx0" brushRef="#br0" timeOffset="96194.7">10489 7231 153 0,'8'0'244'0,"2"-3"-12"0,-2 3-12 0,3 1-16 0,1 1-15 15,-2 0-14-15,1 1-14 0,-2 1-13 0,1 4-12 16,2 0-9-16,-4-1-8 0,-2 4-9 0,3 0-11 16,-4 0-9-16,-1 6-5 0,0-6-6 0,-4 5-9 0,0 1-3 15,-1-2 2-15,-3 3-10 0,-3 0-5 0,1-1-5 16,-3-1 2-16,0-2-4 0,0-1-8 0,-1 1 2 15,1-6-3-15,3 4-6 0,-4-4 10 0,3 0-16 16,3-5-1-16,-1 3-2 0,1 0-2 0,-1-3 2 16,1 1-5-16,2-1-1 0,-1-1 1 0,3-2 3 15,-5 4 9-15,4 0 2 16,1-4 10-16,0 0 3 0,0 0 3 0,-4 3 0 16,4-3-4-16,0 0-2 0,-1 2 4 0,1-2-7 15,0 0-4-15,0 0 4 0,0 0-5 0,0 0 6 16,0 0-5-16,0 0 18 0,0 0-12 0,0 0-3 15,0 0-4-15,0 0 8 0,0 0 3 0,0 0 10 16,0 0-24-16,9 0 6 0,1 0-4 0,5 0-5 16,4-2-6-16,8 2-4 0,5-3 2 0,4 0 4 0,1-2-12 0,1 3-3 15,3-2 6-15,13-2 5 0,-13 1 13 0,7 1 19 16,-8 1-13-16,-4 1 5 0,-2-1-2 0,-6 0 4 16,-6 0 12-16,-4 3-4 0,-3 0 7 0,-4-3 3 15,-4 3-2-15,1 0 1 0,-8 0 4 0,10-1-3 16,-6 1-4-16,-4 0-4 0,6-2-14 0,-6 2-23 15,0 0-39 1,0 0-52-16,0 0-58 0,0 0-60 0,-20-1-55 0,10 1-74 16,-1 1-115-16,1 1-252 0,3-2-743 0,0 1 329 15</inkml:trace>
  <inkml:trace contextRef="#ctx0" brushRef="#br0" timeOffset="96595.16">11753 7887 131 0,'0'0'374'15,"-6"0"-27"-15,6 0-27 0,0 0-28 0,0 0-30 16,0 0-25-16,0 0-24 0,0 0-27 0,17-9-18 16,-5 4-17-16,7 0-16 0,0-3-27 0,9 4-36 0,3-4-42 0,0 3-58 15,-3 2-59-15,0 2-57 0,1-2-81 0,-7 0-199 16,-3 1-459-16,0 2 203 0</inkml:trace>
  <inkml:trace contextRef="#ctx0" brushRef="#br0" timeOffset="96742.26">11868 8007 33 0,'-8'4'231'0,"-2"0"-22"0,2 1-10 0,2-3 1 15,1 0-1-15,1 1-11 0,4-3-4 0,-1 1-9 16,1-1-15-16,16 0-13 0,6 0-17 0,10-3-28 16,4 2-52-16,4-3-87 0,18-2-105 0,-4-2-196 15,-2 0-367-15,1-1 163 0</inkml:trace>
  <inkml:trace contextRef="#ctx0" brushRef="#br0" timeOffset="97249.62">13275 7500 45 0,'-9'0'233'0,"0"2"-4"15,4-4-4-15,5 2-9 16,-10 0-11-16,10 0-11 0,-8 0-15 0,8 0-24 16,0 0-17-16,0 0-9 0,0 0-7 0,0 0-14 15,36-5-11-15,-8 2-10 0,4 3-8 0,6-2-6 16,3 0-8-16,12-2-12 0,-2 1-19 0,2 1-19 16,-17 1-25-16,5-2-29 0,-3 2-28 0,-6 1-23 15,-1-1-51-15,-11 0-48 0,-7 0-169 0,-3 1-388 16,-6-1 173-16</inkml:trace>
  <inkml:trace contextRef="#ctx0" brushRef="#br0" timeOffset="97743.99">13278 7617 154 0,'6'8'167'0,"3"0"-4"15,2 4-11-15,5 0-6 0,2 8-14 0,3-3-7 0,2 1-12 16,0 7-7-16,5 2-8 0,-6 1-10 0,1 1-6 16,4 11-7-16,-10-6-11 0,0 11-2 15,-8-11-10-15,-1 14-1 16,-7-12-6-16,-2 10 1 0,-8 1-10 0,1-11-5 0,-8 11 1 16,-10-6-4-16,1-1-4 0,4-10 6 15,1-2 5-15,-2 0 6 0,-1-2 8 0,0 0 11 0,-1-2 4 16,2-4 1-16,0-2 3 0,1 2-1 0,4-7-5 15,2 1 0-15,-1-2 2 0,1-4-7 0,6 0-5 16,1-1-6-16,0-1-1 0,5-3-6 0,-3 2-4 16,2-1-1-16,1-1 14 0,0-1-15 0,3-2 3 0,-1 4 7 15,1-4 6-15,5 6 11 0,3-5 2 0,6 0-11 16,8-2-9-16,6-2-2 0,8-5 2 0,2 3-5 16,18-2-4-16,2-3-4 0,7-2-3 0,28-2-6 15,-3 0 13-15,-1 3-11 0,4-1 9 0,-2 2-5 16,-31 1 1-16,4 4 1 0,-7 1-8 0,-3-4 0 15,-16 6 2-15,-3 2-4 16,-6-3-1-16,-8 0 14 0,-3-2 0 0,-5 4 11 16,-2 1 8-16,-1-3 4 0,-3 2 10 0,0-2-2 15,-3 2-3-15,-4-6-24 0,0 7-4 0,-4-6-40 16,-3 2-32-16,-4 0-25 0,-1-1-31 0,-2 3-48 16,-2-1-64-16,-3-4-91 0,0 3-293 0,2 0-641 15,3-1 283-15</inkml:trace>
  <inkml:trace contextRef="#ctx0" brushRef="#br0" timeOffset="98730.53">14902 7583 205 0,'-2'-8'267'0,"2"-2"-5"0,0 1-19 0,0-3 1 15,2 7-9-15,-2-6-7 0,2 4-8 0,-2 0-8 16,0 0-14-16,1 3-15 0,2 0-18 0,-3 0-15 0,0 4-21 15,1-6-10-15,-1 6-17 0,0 0-15 0,0-4-15 16,0 4-10-16,0 0-18 0,4 10-5 16,-3-1 0-16,2 6-10 0,-2 5-3 0,4 6-2 0,-7 5-2 0,2 5 1 15,-3 9-5-15,-2 5 3 0,1-16-8 0,-1 12 3 16,1 3-2-16,2-16-1 0,-1 2-5 0,0-3 5 16,2 1-3-16,1-4-4 0,0-2 1 0,0-2 4 15,1-7-3-15,-1 1-4 0,3-4 3 0,-2-5 1 0,1 1-2 16,0-1 12-16,-2-5-8 0,2 2 2 15,0-2-3-15,-2 2 6 16,1-5-1-16,2 1 4 0,-3 1 4 0,0-4 0 16,3 4 2-16,3-3-5 0,-6-1 0 0,11-1-9 15,-2-2-26-15,3 1-27 0,-1-4-32 0,1 4-39 16,3-7-46-16,-2 5-56 0,5-4-66 0,-1-2-238 16,-1 0-563-16,-3 0 249 0</inkml:trace>
  <inkml:trace contextRef="#ctx0" brushRef="#br0" timeOffset="98968.59">14631 7935 50 0,'-6'0'332'15,"6"0"-29"-15,-6 1-27 0,6-1-30 0,0 0-26 16,0 0-20-16,0 0-23 0,21-11-15 0,-1 5-17 16,12 1-15-16,1-1-18 0,3-2-26 0,18 2-37 15,-2-6-48-15,-2 3-46 0,1 1-69 0,0 0-78 16,-14 0-165-16,-2 0-386 0,-1-1 171 0</inkml:trace>
  <inkml:trace contextRef="#ctx0" brushRef="#br0" timeOffset="99453.45">15271 7427 210 0,'0'-4'326'0,"0"4"-5"0,0-8 3 16,0 8-25-16,0-4-20 0,-1 0-24 0,1 4-25 0,0 0-28 16,0-4-4-16,0 4-36 0,0 0-25 15,0 0-23-15,0 0-21 0,0 0-11 0,0 0-8 16,0 0-10-16,0 0-4 0,1 14-12 0,-1-8-4 0,0 3-2 0,-1 3-8 15,2-2 0-15,-1 7-5 0,-1-2-1 0,-3 1-2 16,2 2-2 0,-1-5-4-16,0 3 2 0,0-4 1 0,0-1-9 0,3-1 1 0,-1-5 1 0,-2 3 5 0,3-3-5 15,0 1 1-15,-1-4 5 16,1 3 10-16,0-5 18 0,-2 3 31 0,2-3 11 16,0 0-16-16,0 0 6 0,10-8-14 15,-2 0-4-15,0 2-10 0,0-2 0 0,2 1-10 16,-1-2-5-16,0 4 5 0,-2-2-12 0,5 1-7 15,-2 2-6-15,-3-4-16 0,3 7-8 0,1-2-23 16,-2 3-24-16,4 0-22 0,-3 0-12 0,4 4-15 16,-2 1-21-16,-1 2-21 0,7-1-20 0,-5 6-32 15,2-3-28-15,1 3-47 0,-3 1-284 0,0 0-600 16,1-1 265-16</inkml:trace>
  <inkml:trace contextRef="#ctx0" brushRef="#br0" timeOffset="99801.21">15865 7527 220 0,'0'-5'348'16,"1"3"-18"-16,-1-5-20 0,2 4-23 0,-2 3-25 16,0-6-32-16,0 6-16 0,0-2-31 0,0 2-20 31,0 0-22-31,0 0-19 0,0 0-7 0,0 0-13 0,6 11-15 0,-5-2-9 0,1 5-5 0,-1 6-13 15,1 6 0-15,-2 3-10 16,2-4-3-16,-2 10-4 0,-3 0-8 0,3-1 3 16,-2 12-6-16,0-10-1 0,1-2-2 15,0 0-6-15,-2-3 1 0,3-1-4 0,0-4-5 16,0-6 14-16,0-2-17 0,0-1 2 0,0-3-1 0,-1-2 1 16,1-3 0-16,0 2 1 0,0-4-2 0,0 0-4 15,0-2 8-15,-1 0-9 0,1 0 3 16,0-2-2-16,0-3-1 0,-2 4 3 0,2-4-10 0,0 4-5 0,0-4-14 0,0 0-58 15,0 0-43-15,0 0-51 0,-24-10-50 16,20 2-71-16,-6 0-221 0,2-2-555 0,3-6 245 16</inkml:trace>
  <inkml:trace contextRef="#ctx0" brushRef="#br0" timeOffset="100133.55">15823 7299 167 0,'-4'-5'297'0,"3"-2"-18"16,-2 2-14-16,2 2-23 0,-2-1-17 15,2 1-30-15,1 3-21 0,0-5-15 0,0 5-8 16,5-2-25-16,-5 2-13 0,13 0-13 0,0 2-11 0,5 3-9 0,3 1-10 16,8-1-6-16,-1 6-8 0,2-2-3 0,-2 3-2 15,0-2-6-15,2 4-1 0,-6 1 2 0,-2 2-10 16,0 1-7-16,-7-5-5 0,-2 0-2 0,-4 1-4 15,1 2-3-15,-6-3-5 0,-2-3-3 0,-2 3 4 16,-4 1-5-16,-4 1 1 0,-4 2 2 0,-7 0-1 16,-4 0-3-16,-3 1 12 15,-3-3-13-15,-2-1 2 0,3 1-1 0,-3-3 0 16,3 0-2-16,0 1 1 0,0-5 3 0,0 1-5 16,1 0-2-16,9-4 1 0,-1 2-30 0,1 1-28 15,5-6-29-15,3 2-31 0,0-1-49 0,5 0-32 16,2-1-52-16,3-2-159 0,0 0-441 0,0 0 195 15</inkml:trace>
  <inkml:trace contextRef="#ctx0" brushRef="#br0" timeOffset="100619.15">16274 7836 81 0,'-5'3'358'0,"5"-3"-26"0,0 0-37 16,0 0-30-16,0 0-27 0,0 0-24 0,0 0-23 16,0 0-20-1,-3 1-21-15,3-1-21 0,0 0-10 0,0 0-14 0,4 13-13 16,-1-8-6-16,-1 5-9 0,-2 1-8 0,3 4-6 15,-2 2-11-15,-1 3-2 0,0-1-6 16,0 5-4-16,-4 2-3 0,3-1 0 0,-3-4-4 16,0-3-6-16,4 0 0 0,-1-3-4 0,-3-2-5 0,4-3 1 15,-1 0 1-15,1-4-3 0,-3-1-2 0,3 0 6 16,0-2 31-16,0 4 28 0,-2-5 41 0,2-2 34 0,0 0-4 16,0 0-11-16,0 0-15 0,11-9-12 0,-7 3-11 15,1-4-8-15,3-1-6 0,2-1-7 0,-1-3-9 0,1-1-5 16,2 2-11-16,-1 0-2 0,-2 0-8 15,3 2-5-15,-5 2-11 0,0 3 4 0,-2-1-7 16,1 2-8-16,-1 2 2 0,-1 3-9 0,-1-2-1 0,1 0-6 16,-4 3-3-1,7-2-15-15,-7 2-9 0,12 4 5 0,-6 0-24 16,3 0-18-16,1 2-27 0,-2 1-28 0,1-1-21 16,0 4-24-16,1-4-34 0,-1 3-37 0,0-1-59 15,0-1-79-15,-1-1-230 0,-3-3-649 0,0 0 287 16</inkml:trace>
  <inkml:trace contextRef="#ctx0" brushRef="#br0" timeOffset="102724.22">16843 7458 83 0,'7'0'174'16,"1"-3"-20"-16,-1 3-19 0,1 0-14 0,0 1-13 16,-3 1-2-16,4 3-10 0,-4-2-5 0,0 5-6 15,0 0-2-15,-1 0-3 0,0 4-1 0,0-1 2 16,-2 0-13 0,-2 1 2-16,-3 5-9 0,-1 0 2 0,-3-1 3 15,2-6-4-15,-4 7-2 0,0-2 1 0,-1-3-3 16,-2 1-3-16,1-2-1 0,2-1-3 0,0-3-3 15,2 1-6-15,1-4 5 0,3-1-2 0,-4 3 8 16,3-5 13-16,2 2 20 0,2-3 33 0,-3 5 32 16,0-4 34-16,3-1-4 0,0 0-12 0,0 0-17 15,4-12-16-15,0 2-19 0,4-2-3 0,1-1-20 0,1 0-1 0,2-1-14 16,4-7-7-16,-3 7 5 0,-3 2-22 0,4-1-1 16,-1 0-9-16,-3 5 0 0,-1 1 9 0,-1 0-19 15,-3 3-10-15,-1 0 5 0,3-3-5 0,-4 3-7 16,1 2-2-16,-1 1-7 0,-3 1-13 0,6-2-7 0,-6 2 4 0,0 0-19 15,10 3 0-15,-4 2-5 0,0-3 7 16,-3 5-8-16,5-3 4 0,-1 5 0 0,3-1-12 0,-3 0-16 16,1 1-26-16,2 0-18 0,-1 4-25 0,4-1-33 15,-3 1-42-15,-1-5-56 0,0-2-329 0,1 2-634 16,-6-5 281-16</inkml:trace>
  <inkml:trace contextRef="#ctx0" brushRef="#br0" timeOffset="102955.61">17314 7400 143 0,'0'0'254'0,"5"-4"-25"16,-5 4-25-16,9 0-19 0,-9 0-18 0,12 6-15 15,-1-2-7-15,-2 3-12 0,7 3-11 0,-1 0-11 0,-1 6-4 0,2-2-7 16,1 6-6-16,-5-3-10 0,0 7-8 15,-2 2 1-15,-2 1-11 0,-8-2-5 0,0 1-15 0,-5 0-12 16,-6 0-14-16,0 1-17 0,-8-2-29 0,-1-1-35 16,-5-2-47-16,1-5-58 0,-5 1-210 0,-2-4-406 15,3-2 179-15</inkml:trace>
  <inkml:trace contextRef="#ctx0" brushRef="#br0" timeOffset="103309.48">16963 7134 28 0,'-3'-5'225'0,"0"3"-11"0,2-2-22 0,-2-2-10 0,0 4-19 0,-1-2-18 16,-1 3-13-16,5 1-14 0,-14 2-11 0,5 1-10 15,-5 6-9-15,-3 1-11 0,-2 10-9 0,-4 1-6 16,1 6-6-16,-9 10-8 0,-1 3-6 0,1 1-4 16,3 1-6-16,1 3 2 0,5-3-3 0,-1-1-3 15,11-7 0-15,2 2-1 0,4 0 19 0,6-3 1 16,3 1 6-16,6-3 2 15,5 3 2-15,6-4-5 0,13 5 0 16,12-4-4-16,-1-6-33 0,8-2-69 0,0-8-93 0,3-3-268 16,-5-3-449-16,-10-4 199 0</inkml:trace>
  <inkml:trace contextRef="#ctx0" brushRef="#br0" timeOffset="104194.79">13396 8797 264 0,'3'-3'293'0,"-3"-4"-15"0,0 7-20 0,0-2-22 15,0 2-25-15,-3-5-22 0,3 5-22 0,0 0-20 0,0 0-18 16,0 0-14-16,0 0-15 0,0 0-8 16,-4 21-10-16,1-4-10 0,-3 8-7 0,0 1-6 15,-3 2-9-15,0 2-5 0,2 4-3 0,-7-1-1 0,2 12-9 0,-2 1-1 16,4-13-2-16,2 1 0 0,2-2-5 0,0-2-4 16,-1-1 1-16,6-3-3 0,-1-5 1 0,2-1 10 15,0-4 1-15,3 1-7 0,0-6 6 0,1 0 4 0,2-1 3 16,3-3 4-16,2-2-3 0,8-2-4 15,4-3-6-15,9-1-14 0,0-1-43 0,5-5-35 16,0 0-46-16,0-1-63 16,-1-3-70-16,-3 0-234 0,-1 0-517 0,-4-4 229 15</inkml:trace>
  <inkml:trace contextRef="#ctx0" brushRef="#br0" timeOffset="104459.68">13175 9181 193 0,'-5'2'266'0,"5"-2"-8"16,-9 0-12-16,4 1-11 0,5-1-20 0,0 0-17 15,0 0-20-15,0 0-16 0,0 0-17 0,23-7-12 16,-3 4-14-16,14-4-18 0,3 0-33 0,13 0-40 0,3-4-43 16,2 1-55-16,3 1-65 0,1 1-87 0,-2-4-129 15,-2 3-379-15,-4 4 167 0</inkml:trace>
  <inkml:trace contextRef="#ctx0" brushRef="#br0" timeOffset="105326.36">13998 9054 5 0,'0'0'260'0,"0"0"1"0,0 0-1 0,-8 0-14 15,8 0-9-15,0 0-11 0,0 0-9 0,0 0-11 16,0 0-17-16,0 0-18 0,0 0-14 0,0 0-18 15,0 0-18-15,13-8-10 0,-3 3-17 0,1 2-14 0,2 1-23 16,3-4-32-16,4 2-28 0,-3 2-32 0,2-3-33 16,1 3-35-16,-3 1-36 0,-1-2-32 0,-4 2-46 0,1-1-171 15,-1 0-420-15,-5 4 186 0</inkml:trace>
  <inkml:trace contextRef="#ctx0" brushRef="#br0" timeOffset="105483.14">14045 9160 129 0,'-6'5'179'0,"-2"-1"-14"0,3 1-6 16,1-3 1-16,3 2-9 0,-3-3-5 0,4-1-1 0,0 0 0 16,0 0-12-16,9 5-12 0,2-5-9 0,9-7-10 15,0 4-15-15,10-2-28 0,3-1-34 0,0-1-39 16,2 2-45 0,17-6-31-16,-2 2-78 0,-13 0-114 0,-1 0-304 15,2 3 134-15</inkml:trace>
  <inkml:trace contextRef="#ctx0" brushRef="#br0" timeOffset="105827.34">14800 8953 84 0,'-8'0'215'16,"0"3"-10"-16,-2-1-13 0,0 4-7 0,-2-4-27 15,3 5-16-15,-1 1-14 0,-2-3-14 0,3 4-11 0,-1 1-12 16,5-1-7 0,0 1-6-16,1 0 12 0,2-1-3 0,0 1-2 15,4 0-2-15,1-2 2 0,3-1 3 0,1 0 5 16,9 2 0-16,-1-2-8 0,4-4-4 0,4 0-8 16,5-4-6-16,0-4-5 0,-1-2-6 0,-4 6-5 15,-4-6 12-15,2 1 8 0,-6-5 12 0,0 1 8 16,-2-2-8-16,-4 3-3 0,1-5 3 0,-6 2-9 15,1-3-6-15,-3-1-8 0,-5 1-4 0,-1 3-12 0,0-3-7 0,-3 4-6 16,-2 1-25-16,0 2-32 0,-8-1-40 0,0 4-32 16,-3 1-45-16,-3 1-56 0,3 3-76 0,-7-3-239 15,-1 3-557-15,6 2 248 0</inkml:trace>
  <inkml:trace contextRef="#ctx0" brushRef="#br0" timeOffset="107413.49">13653 7146 188 0,'0'0'227'0,"-1"-7"-6"0,-2 5-10 0,3-1-13 16,-1-2-13-16,-3 1-13 0,3-1-21 0,1-2-9 16,0 0-10-16,0 1-16 0,1-4-7 0,4-2-7 0,-2 2-4 0,-2-5 9 15,3 2-3-15,-3 1 1 0,3-5-5 16,1 2-3-16,2-2-8 0,-2 1 3 0,1-3-4 15,-1 2-5-15,-1-3-2 0,2 3-6 0,-3-1-5 0,3 6-4 16,-2-4-9-16,0 6 9 0,-1-2-3 0,-1 3 4 16,1 0-5-16,-2 4-8 0,-1-3 0 0,1 3-10 15,1 2-12-15,-1-1-17 0,-1 4-14 0,0 0-8 0,-8-2-5 0,-2 7 5 16,-8 1-3-16,-9 6-1 0,-1 5 4 16,-4 3 0-16,-15 8 4 0,2 2-3 0,-1-3 0 15,0 5 1-15,-3-4 5 0,-2 3-5 0,0-4-4 16,0-2 7-16,1-2 5 0,4-1-7 0,12-8 1 0,2-2 0 15,0-2 2-15,5 0 1 0,8-5-5 16,1 0 6-16,5-1 2 16,-2-2 2-16,3-1 14 0,4-1 20 0,-1-1 26 15,1-3 15-15,3-1-1 0,0-3-8 0,-2-1-2 16,5-1-2-16,2-2-4 0,1-5 4 0,2-1-12 16,3 0-7-16,0 0-8 0,3 2-7 0,-1-3-5 15,2 1 2-15,0 4-3 0,2 0 3 0,-2 0-11 16,-1 5-1-16,0 1-8 0,1 3-5 0,-1-2-3 0,0 6 0 15,5 1 2-15,-1 1-6 0,9 4-3 0,-4 4-3 0,7 2 0 16,2 5 8-16,1 3-6 0,0 1 9 0,0 3-6 16,2-2 2-16,-1 3 2 0,11 5-1 0,-11-7-4 15,3-1 5-15,-3 0 4 0,2-2-9 0,4-4-21 16,-5 2-2-16,1-3-8 0,-2-8-15 0,1 2-2 16,-1-7-12-16,-1 2-11 0,3-6-12 0,-3-2-8 15,1-4-10-15,0 1-19 16,-3-2-18-16,-1-5-22 0,-9 4-31 0,2 0-46 15,5-4-71-15,-9 3-184 0,-1 0-535 0,1-1 237 16</inkml:trace>
  <inkml:trace contextRef="#ctx0" brushRef="#br0" timeOffset="108863.17">3497 10110 265 0,'-3'-4'251'0,"1"1"-25"0,2 3-19 16,-4-8-24-16,4 4-15 0,4 2-19 0,-2-1-13 0,4-4-15 0,4 4-15 15,0 1-9-15,2 0-10 0,0 2-10 0,6 2-7 16,0 1-10-16,0 4-8 0,-3 0-1 15,4 3-8-15,-2 0-5 0,-3 2-4 0,0 4-3 0,3 4-2 16,-7-3-4-16,2 6-2 16,-2 4 1-16,-7-2-2 0,0 5-4 0,-4-4-1 15,-2 2-6-15,-2-1 6 0,-5 2-3 0,1-6-3 0,-4 2 2 0,-1-2 0 0,4-7-3 0,-4-1 7 16,2-1 10-16,2 1 6 0,-4-5 0 16,5 0 10-16,-1-3 8 0,1 1 10 0,3-5 18 15,0 1 18-15,3-3 12 0,-3-1-1 0,6 0-2 16,-8-3-8-16,5-1-16 0,2-8-14 0,2 1 2 15,3-5-17-15,3-1 2 0,2-7-2 0,4 0-11 0,2-1 2 16,1 0-10 0,3-3-5-16,0-1-3 0,-1-1 1 0,2 2-5 15,-1 1-4-15,0 6 1 0,-2 2-10 0,0-1 18 16,-6 7-24-16,-3 5 10 0,0 0-8 0,-3 1 4 16,-1 2-2-16,2 0-5 0,-2 1-21 0,-1 2-14 15,-1-1-12-15,-2 3-2 0,0 0 1 0,0 0 4 16,5 14 16-16,-5-3-11 0,0 6 7 0,0 0 0 15,-1 8 6-15,-2-7 5 0,2 3-2 0,1-1 5 0,0 0 1 0,0 4 2 16,0-3 0-16,4 2 0 0,0-7 2 0,2 1 4 16,3 0 3-16,0-3 2 0,4-1 1 0,1-1-9 15,0-3-24-15,8-1-42 0,5-2-49 0,3-2-67 16,5-4-64-16,-8-1-257 0,5 1-554 0,1-4 246 16</inkml:trace>
  <inkml:trace contextRef="#ctx0" brushRef="#br0" timeOffset="109069.69">4435 10289 146 0,'0'0'379'0,"-9"-1"-29"0,9 1-29 0,-3-3-36 0,3 3-31 16,4-7-25-16,1 2-24 0,3-1-20 0,6-1-22 15,4 0-15 1,8-3-40-16,0-1-33 0,5 3-46 0,-3 0-46 16,0 3-56-16,0 0-54 0,-1-1-56 0,-9 4-231 15,1-3-447-15,0 5 199 0</inkml:trace>
  <inkml:trace contextRef="#ctx0" brushRef="#br0" timeOffset="109237.34">4596 10421 144 0,'-3'4'191'0,"0"0"-17"16,0-3-13-16,3 2 5 0,0-3 0 0,0 0-8 0,9 2-15 15,6-4-13-15,2-1-14 0,5 1-15 0,7-5-25 16,0 0-39-16,3 1-49 0,3 1-33 0,2-5-49 0,1 1-175 16,0 1-292-16,14-4 130 0</inkml:trace>
  <inkml:trace contextRef="#ctx0" brushRef="#br0" timeOffset="109602.65">5387 10121 2 0,'-9'2'191'0,"-3"1"-14"15,2 2-13-15,0-1-10 0,0 3-17 0,-2 1-8 16,2 1-12-16,0 3-5 0,-2 2-8 0,2 1-3 0,1 1-3 0,-1 3-8 16,2-3 10-16,3 1-4 0,0 0 3 15,5-1-3-15,0-3-8 0,0-1 7 0,5 1 0 0,0-3 2 16,6 1 0-16,4-2 1 0,3-2-3 0,7 0 0 16,2-5-11-16,4-2 0 0,1-2-6 15,0-5-5-15,0-3-2 0,-2 1 2 0,0-4 3 16,-1-1 8-16,-2-2 9 0,-3-1-7 0,-7 3-3 0,1-4 10 15,-7 4-9-15,-2-2 0 0,1-2-4 16,-4 3-18-16,-4-3-4 0,-2 1-14 0,-2 0 0 16,-5 2-13-16,-2-2-17 0,0 5-11 0,-5 0-9 15,0 2-36-15,-8 2-30 0,-5 3-23 0,-2 3-30 0,-7 5-42 16,0 1-47 0,-3 2-54-16,-11 6-269 0,12 0-582 0,1 0 258 15</inkml:trace>
  <inkml:trace contextRef="#ctx0" brushRef="#br0" timeOffset="110088.49">3603 10926 43 0,'-13'2'182'0,"2"0"-11"16,2 2-7-16,0-3-7 0,4 0-3 0,-2 1-10 15,2 0-8-15,5-2-4 0,-10 0-4 0,10 0-7 16,-5 3-13-16,5-3-5 15,0 0-5-15,0 0 3 0,0 0-9 0,23 3-6 16,-3-6-7-16,12-1-8 0,17-4-7 0,10 0-6 16,5-1-6-16,35-8-5 0,2 0-2 0,1 5 1 15,12-1 9-15,5 0 1 0,2-5 5 16,2 4 3-16,1 2 0 0,0 0-2 0,5-3 3 0,0-2-5 16,-1 7 1-16,-11-5 1 0,-12 4-1 0,-1 1 0 15,-15-3-2-15,-29 7 2 0,-6 0 2 0,-2-1-4 0,-19 0-9 16,-2 2 2-16,-9 1 0 0,-3 1 10 0,-9 1 20 0,2-1 26 15,-7 2 9-15,4 0 5 0,-5-1-18 0,-1-1-14 16,-3 3-25-16,0 0-28 0,0 0-20 0,-20-6-36 16,8 5-39-16,-5 1-37 0,-4 1-41 0,-1 0-59 15,-6 3-66-15,11 0-364 0,0 0-678 0,4-1 300 16</inkml:trace>
  <inkml:trace contextRef="#ctx0" brushRef="#br0" timeOffset="110836.36">2604 12076 47 0,'0'0'312'0,"-7"0"-27"15,7 0-24-15,0 0-20 0,0 0-27 0,0 0-23 16,0 0-18-16,0 0-17 16,17-8-18-16,-4 4-13 0,5 0-27 15,2-1-47-15,2 1-44 0,6-3-54 0,0 4-61 0,0-2-58 16,-9 1-164-16,3 1-357 0,-9-1 158 0</inkml:trace>
  <inkml:trace contextRef="#ctx0" brushRef="#br0" timeOffset="110990.26">2692 12279 139 0,'-4'7'122'0,"0"-4"2"15,2-1-7-15,-1 3 5 0,3-5 2 0,1 5 2 16,6-3-12-16,-1-2-4 0,7-2-24 0,1 0-33 16,3-4-60-16,3-1-48 0,4-6-142 0,-6 4-211 15,0-3 94-15</inkml:trace>
  <inkml:trace contextRef="#ctx0" brushRef="#br0" timeOffset="111268.89">2865 11938 74 0,'-3'-3'318'16,"2"-2"-20"-16,-2 1-14 16,3 4-20-16,-5-4-20 0,5 1-34 0,0 3-23 15,0 0-22-15,0 0-21 0,0 0-16 0,0 0-14 16,0 0-12-16,15 6-10 0,-1 4-8 0,0 2-11 15,3-1-11-15,7 4-10 0,-2 3 0 0,2 3-6 16,2-1-4-16,-2 2-7 0,-1-2 0 0,-1 3-4 16,0-1-3-16,-5 0-5 0,1 4-2 0,-4-4-1 15,-6-3-5-15,-2 0 2 0,0 5-4 0,-5-6 4 0,3-1-4 16,-9 1 3-16,-2-1-2 0,-1-1-2 0,1 1 1 0,-6-2 0 16,1 2-6-16,-1-2-20 0,0-1-25 15,0-3-37-15,-2 2-49 0,2-2-87 0,-5-1-276 16,8-2-526-16,1-4 233 0</inkml:trace>
  <inkml:trace contextRef="#ctx0" brushRef="#br0" timeOffset="112824.4">4932 11846 204 0,'0'0'256'0,"0"-6"-8"15,0 2-11-15,0-1-3 0,0-1-4 0,0 1-5 16,-3 1-2-16,6-3 5 0,-3 2-10 0,0-1-13 15,0 2-24-15,0 4-11 0,0-5-17 0,0 1-15 16,0 4-14-16,0-3-19 0,0 3-10 0,0 0-23 16,2-4-24-16,-2 4-38 0,0 0-7 0,0 0-1 15,-2 13 2-15,-2-2-5 0,3 5 2 0,0 3 0 0,-1 6 1 0,1 2-6 16,-3-2 2-16,2 2 0 0,-1 1 2 0,3-9 2 16,0 7 0-16,0-6-1 0,0-1 1 0,0-1-1 15,0-3-3-15,1-3 3 0,1-2 2 0,-4 1-1 16,4-5 0-16,-2-1 0 0,2 2 2 0,-2-3-13 15,0 1 2-15,0 0-6 0,0-5-12 0,0 4-8 16,0-4-13-16,0 5-12 16,0-1-21-16,0-4-16 0,0 0-20 0,0 0-20 15,0 7-32-15,0-7-33 0,0 0-241 0,0 0-478 16,0 0 211-16</inkml:trace>
  <inkml:trace contextRef="#ctx0" brushRef="#br0" timeOffset="115942.48">4885 11809 157 0,'-3'-5'218'0,"3"5"-7"16,-1-3-4-16,1 3-11 0,0-4-10 0,0 4-11 16,0 0-16-16,0-5-19 0,0 5-11 0,0 0-12 15,0 0-14 1,0 0-10-16,0 0-13 0,0 0-7 0,0 0-25 0,0 0-5 16,0 0-7-16,0 0-6 0,0 22-5 15,0-10-6-15,0 8 1 0,-2 6-6 0,1 0 4 16,0 0-6-16,0 3 1 0,-2 4-2 0,-1-4-1 15,3 4 0-15,-1-1-1 0,-1-2-5 0,0 6 0 16,2-1 2-16,1-3-2 0,-1 0-1 0,1-2 4 16,0-1-1-16,1-4-4 0,-2 0 1 0,1-6 2 0,-1-2-4 0,-1-2 2 15,1-1 2-15,1-3-4 0,-3 0 1 0,2-4-1 16,1 0 3-16,0-2-3 0,0 3 1 0,0-4 1 16,-1-1-2-16,1-3 4 0,0 5-1 0,-1 0 1 15,1-5 0-15,-2 4 4 0,2-4 2 0,0 0-4 16,0 0 14-16,2 3 13 0,-2-3 2 0,0 0 3 0,0 0 2 15,0 0-5 1,0 0-36-16,0 0-45 0,-7-12-45 0,3 4-60 16,3-4-64-16,-4 2-184 0,4-7-430 0,-1 1 190 0</inkml:trace>
  <inkml:trace contextRef="#ctx0" brushRef="#br0" timeOffset="116392.57">4839 11615 52 0,'0'0'205'0,"-3"-2"-20"15,3 2-14-15,0 0-17 0,0 0-20 16,0 0-13-16,0 0-12 0,0 0-13 0,0 0-8 0,0 0-3 16,26 5-4-16,-14-1-4 0,1-1 0 0,8 7-6 15,-2-4-5 1,9 6-3-16,-4 2-4 0,3-1-3 0,-1 3-2 16,-6 2-6-16,2 0-4 0,-3 1-9 0,-5-5 2 0,-3 6-6 15,0-4-1-15,-5-1-2 0,1 5 4 16,-5-4-1-16,-2 1 2 0,-5-1 2 0,-3 0 4 15,-3-1-3-15,-10 4-1 0,1-1-5 0,-2-2-5 16,4-4 2-16,-6 4-6 0,-4-3-1 0,1-1-1 16,4 0-1-16,-3-2-3 0,6-3-2 0,2 0 1 0,2-2 0 0,-1 0-3 15,5-2-1-15,2 0 0 0,1 0 1 0,3 0-2 16,2-3-2-16,-1 3-3 0,1-1-13 0,4-2-11 16,-6 0-4-16,2 2-7 0,4-2-12 0,0 0-15 15,9 5-45-15,-9-5-41 0,14-1-81 0,-4 1-129 16,0-1-382-16,2-3 169 0</inkml:trace>
  <inkml:trace contextRef="#ctx0" brushRef="#br0" timeOffset="118102.06">5308 12371 200 0,'0'0'196'0,"-2"-6"-11"15,2 6-3-15,0 0-12 0,0 0-6 0,2-4-14 16,-2 4-15-16,0 0-16 0,0 0-11 0,0 0-9 16,0 0-16-16,-3-3-5 0,3 3-7 0,0 0-9 0,0 0-7 0,0 0-7 15,0 0-5-15,0 0-6 0,0 0-3 0,-13 6-4 16,8-2-2-16,0-1-3 0,-1 6-8 0,-2-4 0 16,-1 2 0-16,1-1-4 0,1 3-1 15,-2-1-6-15,0 6-3 0,1-4 3 0,3 5-4 0,-4-1 1 16,4-3 1-16,4 2 0 0,-4 3-3 0,2-6 3 15,-1 2-2 1,4 1 1-16,-1-3-1 0,-2 1-2 0,3-1 2 16,0-1 2-16,3 1 2 0,-2-4-1 0,2 0-2 15,-2 1 10-15,3-2 0 0,0 0 8 0,1 0 7 0,1-1 7 16,1 2 8-16,-1-4 9 0,6 0 2 16,-1-1 8-16,2-1 9 0,1 0-7 0,-1-3 3 15,6-3 2-15,-4 0 9 0,3 0 4 0,0-5 4 16,-3 1-6-16,-1-2-1 0,-1-1-6 0,1-1-3 0,-1-2-5 0,-4-1-6 15,-4 0-3-15,4-1-1 0,-3 0-8 0,-2 1-6 16,-7 0-14-16,2 0-4 0,-5 1-10 0,0 0 1 16,-2 2-7-16,-4 2-9 0,-2 1-19 0,0 2-10 15,-1 0-14-15,-2 3-19 0,-4 0-15 0,0 6-32 16,1-3-38-16,-1 3-43 0,2 0-69 0,0 3-244 16,1-1-548-16,5 0 243 15</inkml:trace>
  <inkml:trace contextRef="#ctx0" brushRef="#br0" timeOffset="119360.51">5944 11785 84 0,'0'0'182'15,"-3"-5"-4"-15,3 5-16 0,0 0-18 0,0 0-13 16,-5 0-11-16,5 0-13 0,0 0-13 0,-15 2-8 16,10 1-13-16,-3 1-7 15,-2 1-6-15,1 2-4 0,0 0-6 0,-2 1-2 16,-2 5-2-16,1-3-5 0,-2 3-6 0,5 2-5 15,-2-2 5-15,3-2-8 0,-1 1-6 0,1 3-1 16,2-5-4-16,2 0 6 0,1 0-4 0,1 0-4 16,0 0 2-16,2-2-2 0,1 2-3 0,-1-5 10 15,1 1 18-15,3 1 14 0,0-3 9 0,2 1 14 0,-1-1 8 0,0-2 12 16,3 0 12-16,0-2-9 0,2-2 4 0,0 0-1 16,4-2-7-16,-5-1-3 0,4 0 5 0,0-5-7 15,0 1-3-15,-4 0-4 0,2-4-8 0,-2 3 4 16,-1 0-9-16,0-2-6 0,-2 0-4 0,-3-1-7 15,0 1-2-15,0-1-7 0,-2 2-6 0,-2 0-8 16,1 3-8-16,-3-2-10 0,0 1-15 0,0 1-12 16,-1 4-15-16,-4-1-18 15,1-1-15-15,0 2-15 0,1 1-20 0,-3 0-20 16,1 1-27-16,-2 0-28 0,2 2-24 0,1 2-34 16,-1-2-235-16,8 0-505 0,-8-2 225 0</inkml:trace>
  <inkml:trace contextRef="#ctx0" brushRef="#br0" timeOffset="119605.43">6096 11650 67 0,'0'0'175'0,"12"1"-7"0,-12-1-13 0,11 3-11 0,-2 0-14 16,0 2-7-16,6 4-7 0,-2 3 0 0,1-2-3 0,0 5-10 0,3 4-4 15,-1 1 2-15,2 1-11 0,-5 1-4 0,-4 2-5 16,0 1-8-16,-4 4-6 0,-1-3-6 0,-7 2-3 0,1-3-5 16,-7 1-13-16,-3 2-13 0,-1-4-11 0,-3 2-12 15,-7-1-18-15,1-3-25 0,-5 0-36 0,1-3-44 16,-5 0-218-16,3-5-365 0,-3 0 163 16</inkml:trace>
  <inkml:trace contextRef="#ctx0" brushRef="#br0" timeOffset="119920.77">5728 11618 123 0,'-5'-4'187'0,"0"1"-13"0,0 1-13 16,0 1-16-16,5 1-16 15,-12 5-14-15,2 0-12 0,1 1-9 0,1 5-16 16,-4 1-8-16,-1 11-2 0,-1 4-10 0,1 1-4 16,-4 3-3-16,8 3 2 0,-1 1-6 0,2-2 5 15,3 2-9-15,4-4 1 0,-1 0-1 0,5 0-6 16,4-2-3-16,3-2 1 0,3-1-6 0,3-4 1 15,6 2-1-15,2-6-1 0,12-2 0 0,-1-2-16 16,15-1-49-16,3-3-73 0,-1-4-225 0,3-6-362 0,0-2 160 16</inkml:trace>
  <inkml:trace contextRef="#ctx0" brushRef="#br0" timeOffset="120437.5">6759 11981 68 0,'-6'2'157'0,"6"-2"-29"0,0 0-4 0,0 0-4 16,-6 3-4-16,6-3-7 0,0 0 9 0,0 0-10 16,0 0 4-16,0 0-4 15,0 0 3-15,0 0-1 0,0 0-9 0,0 0-2 16,0 0-9-16,0 0-3 0,0 0 2 0,0 0-12 16,26-5-7-16,-10 3-2 0,0-1-13 0,5 0-6 15,7 0-6-15,-1-1-2 0,3 0-4 0,2 0-4 16,3-1-3-16,1-1 1 0,-5 1-6 0,0 0-4 15,-1 3 0-15,-4-3-2 0,-5 1-1 0,-8 2-13 16,-2 0-16-16,-2 1-19 0,-1-1-24 0,-3 1-31 0,-1-2-54 16,-2-1-242-16,-2 4-411 0,0 0 183 0</inkml:trace>
  <inkml:trace contextRef="#ctx0" brushRef="#br0" timeOffset="120708.75">6878 11785 54 0,'-4'-2'364'16,"4"2"-17"-1,-1-3-16-15,1 3-31 0,0 0-32 0,-4-4-33 16,4 4-34-16,0 0-18 0,0 0-18 0,0 0-20 15,0 0-13-15,-5 14-19 0,5-3-12 0,1 4-9 0,-1 5-12 16,2-1-6-16,1 10-8 0,0-2-6 0,2-1-8 16,1 3-12-16,0-2-36 0,0 2-38 15,-1-3-46-15,-1 0-55 0,5-2-79 0,-8-5-277 16,0 0-532-16,6-9 236 0</inkml:trace>
  <inkml:trace contextRef="#ctx0" brushRef="#br0" timeOffset="121940.52">7666 11573 34 0,'0'-4'244'16,"0"0"-13"-16,0 4-6 0,0-5 0 0,0 0-17 0,0 5-7 0,2-4-14 16,-1 0-12-16,-1 4-11 0,0-4-7 0,0 4-15 15,0-5-11-15,0 5-13 0,1-3-8 0,-1 3-13 16,0 0-14-16,0 0-12 0,0 0-8 0,0 0-9 15,0 0-1-15,0 0-14 0,0 0-3 0,3 13-4 16,-2-3-3-16,-1 1-7 0,1 6-3 0,-1 1-2 16,0 8-1-1,0 2-1-15,-2 3-13 0,1 2-1 0,-2-1-1 16,4 1 2-16,-1 1-4 0,0 0 5 0,0-5-5 0,2 0 1 16,-1-4 1-16,1-1-1 0,1-3 4 15,-2-4-2-15,3 0 0 0,-3-5-2 0,3-2 5 16,-2-1-1-16,0 1 1 0,2-4-1 0,-2-1 2 0,1 0 3 15,2 1 1-15,-1-3-4 0,2 0 3 0,2-2-4 0,3-1-18 16,1-1-28-16,2 0-34 0,4-2-48 0,0-3-60 16,1-2-83-16,0-1-158 0,-1-2-461 0,7-2 203 15</inkml:trace>
  <inkml:trace contextRef="#ctx0" brushRef="#br0" timeOffset="122510.29">7545 11862 157 0,'0'0'158'0,"-7"1"-16"15,7-1-1-15,-3 2-11 0,3-2 1 0,0 0 1 16,0 0-11-16,0 0-3 0,0 0-14 0,0 0 1 0,0 0-1 15,0 0-9-15,0 0-4 0,20-7-9 0,-4 4-7 16,0-1-7-16,14-4-6 0,-1 2-6 0,3-2-7 0,3 0-6 16,3-1-3-16,0 2-5 0,-1 0-2 0,0 1-5 0,-3 1-4 15,-4 3-6-15,-3-3-13 0,-4 1-9 0,-5 2-9 16,-3 2-27-16,-2-2-16 0,-3 2-23 16,-1-1-15-16,-2 1-13 0,-7 0-24 0,0 0-174 15,0 0-328-15,0 0 146 0</inkml:trace>
  <inkml:trace contextRef="#ctx0" brushRef="#br0" timeOffset="123412.33">8538 11534 46 0,'0'-5'259'0,"0"-3"-8"0,1 1-2 15,-1 0-11-15,2 1-9 0,-2 1-17 16,1-1-10-16,-1 1-20 16,0 0-19-16,1 3-18 0,-1 2-14 0,0-5-13 0,0 5-19 15,0 0-14-15,0 0-8 0,0 0-15 16,0 0-7-16,5 14-6 0,-4-1-7 0,-1 5 1 15,-1 11-11-15,0 0-3 0,-2 1-3 0,1 6-1 16,-1 9-14-16,-1 3-3 0,2-12-2 0,-1 11 0 0,-1-11-2 16,3-4 0-16,0 0 2 0,0-2-3 15,-1-3 1-15,4 1-1 0,-2-9-1 0,-2 1 4 0,4-4-3 0,-2-5 4 16,1 2-4-16,-1-4 1 0,0-2 0 0,1 0 5 16,-2 0-5-16,1-2 1 0,1-1-3 0,-1 0-5 15,0 0-5-15,0-4 2 0,0 7-2 0,0-7-2 16,0 0-6-16,-5 1-31 0,5-1-49 0,-11-8-50 15,7 2-26-15,-1 0-43 0,-1-4-190 0,0-6-438 16,5 2 194-16</inkml:trace>
  <inkml:trace contextRef="#ctx0" brushRef="#br0" timeOffset="123743.56">8415 11344 242 0,'-1'-4'248'0,"-2"1"-20"0,2 1-23 0,1 2-22 0,-4-6-20 16,3 3-19-16,1 3-14 0,0 0-16 0,0 0-6 15,0 0-17-15,23 9-8 0,-10-5-7 0,5 4-8 16,1 2-3-16,5 2-3 0,2 3-3 0,2 1-4 16,1 2-2-16,-1 0-4 0,0 1-1 0,-3 4-2 15,-2-4-6-15,0 4-3 0,-5-1-2 0,-3 0-2 0,-3-6-4 0,-4 1-1 16,-2-1 1-16,-4-1-1 0,-2 1 1 15,-2 0 5-15,-4-4 1 0,-4 3 5 0,0-1-4 0,-2 0 1 16,-4-2-6-16,-7 4-2 0,6-4-2 0,-7 1-3 16,6-1 0-16,0-2-4 0,-3 0-2 0,2 0-1 15,2 1-2-15,-2-1-1 0,1-2-5 0,1 3-18 16,2-3-27 0,1 2-29-16,-2-1-43 0,6-1-53 0,4-1-27 0,-2-1-255 15,3 0-477-15,2-1 211 0</inkml:trace>
  <inkml:trace contextRef="#ctx0" brushRef="#br0" timeOffset="125309.56">8717 12108 18 0,'0'0'119'0,"0"0"7"0,0 0 1 0,0 0-3 0,0 0 4 16,0 0-3-16,14-6 11 0,-14 6 8 0,0 0 0 15,0 0 8-15,0 0 2 0,0 0 0 0,0 0-1 16,0-4-6-16,0 4 3 0,0 0-7 0,0 0-1 16,0 0-8-16,0 0-9 0,0 0-12 0,0 0-10 15,0 0-12-15,0 0-13 0,0 0-10 0,0 0-9 16,0 0-6-16,0 0-8 16,0 0-9-16,1 14-5 0,-2-7-4 0,0 3 0 15,-3 2-6-15,3 1 0 0,-2 4-7 0,0-1 1 16,2 10 3-16,-1-3-3 0,-1-5 11 0,3 0-10 15,0 1-11-15,-3-5-32 0,3 3-23 0,-1-2-36 16,1 1-52-16,1-3-77 0,-2-3-288 0,2-1-542 16,1-1 239-16</inkml:trace>
  <inkml:trace contextRef="#ctx0" brushRef="#br0" timeOffset="125917.84">9385 11580 150 0,'0'-5'280'0,"0"5"-14"0,0-6-11 16,0 6-13-16,0-5-17 0,2 3-19 0,-2 2-20 16,0 0-20-16,0 0-14 0,-3-7-13 15,3 7-22-15,0 0-14 0,0 0-11 0,-8 9-8 16,4-4-13-16,-2 5-7 0,-3 0-7 0,0 4 1 0,0-2-12 16,-1 3-5-16,1 1-4 0,5-5-5 0,-1 5-1 0,0-1-4 15,0-2-3-15,1-1-1 0,0 1-2 0,4-2-3 16,0-1 1-16,3-2 3 0,-2-2-5 0,-1 1-1 0,4-1 2 15,-3 0 7-15,4-3 14 0,4-1 5 0,0-1 11 16,1-2-4-16,3 1 7 16,-1-5 1-16,4-2 13 0,-2-1 3 0,2-1 10 15,-4 0-17-15,2-3-1 0,-2-1-5 0,1-4-1 0,-2 1-15 0,-4 0-2 0,0 0-4 16,0-2-9-16,-4 2-5 0,0 0 2 0,-3 3-11 16,0 3-5-16,-3-2-8 0,2 0-9 0,-5 4-9 15,0-1-10-15,-1 1-16 0,-3 4-15 0,-2-1-14 16,1 1-18-16,-2 3-16 0,-2 1-27 0,3 1-32 15,0 3-28-15,0-1-44 0,5-2-53 0,-1 2-209 16,4-1-537-16,0 2 238 16</inkml:trace>
  <inkml:trace contextRef="#ctx0" brushRef="#br0" timeOffset="126149.53">9625 11464 292 0,'4'-2'259'0,"-4"2"-28"0,0 0-25 0,4-4-25 16,-4 4-16-16,0 0-19 0,13 7-13 15,-9 0-11-15,3 1 6 0,0 3-8 0,4 3-1 16,-4 3-5-16,0 0-6 0,2 9-11 0,-2-1-6 0,-4 3-7 16,0 0-11-16,-3 1-12 0,-3 1-9 0,2-3-1 15,-8 0-6 1,0-1-18-16,0-1-14 0,-5 1-12 0,-2-4-26 15,-5-3-29-15,-3 1-51 0,1-3-71 0,-8-5-251 16,3 0-462-16,0-3 204 0</inkml:trace>
  <inkml:trace contextRef="#ctx0" brushRef="#br0" timeOffset="126434.93">9311 11361 154 0,'-4'-4'265'0,"3"0"-28"15,-4 2-19-15,0 1-22 0,5 1-19 0,0 0-24 0,-17 5-16 0,7 7-16 16,-2 0-17-16,2 5-10 0,-8 9-10 0,-1 5-10 16,4 13-5-16,-4 5-4 0,2-3-7 0,3-1-6 15,10-10-5-15,-1 1-5 0,5-2-2 0,4-1-4 16,4-1-1-16,3-2-2 0,2-3-2 0,2-2-2 15,2-1 1-15,7-4-9 0,4-2-13 0,0-3-36 16,4-5-63 0,9 0-73-16,-5-5-225 0,5-3-419 0,-3 1 186 0</inkml:trace>
  <inkml:trace contextRef="#ctx0" brushRef="#br0" timeOffset="126750.77">10123 11831 199 0,'0'0'195'16,"0"0"-13"-16,0 0-12 0,0 0-3 0,4 5-13 16,4-5-10-16,0 0-9 0,2 0-14 0,7 0-7 15,2 0-17-15,0 0-9 0,12-2-16 0,0-1-2 16,2-2-10-16,4 2-5 0,-3 0-5 0,1-1-9 16,-2 2-21-16,-4-2-38 0,-2 1-39 0,-9-3-43 0,1 2-69 15,-11-1-130-15,1 3-323 0,-3-3 143 0</inkml:trace>
  <inkml:trace contextRef="#ctx0" brushRef="#br0" timeOffset="126951.3">10319 11624 350 0,'-2'-2'365'0,"2"2"-28"16,0 0-42-16,-4-4-32 0,4 4-31 0,0 0-22 15,0 0-29-15,0 0-16 0,-3 8-17 0,3 1-10 0,0 3-23 16,0 5-12-16,0 3-9 0,2 6-9 16,1 3-11-16,1 1-15 0,0 2-38 0,1 0-46 0,-1 2-49 0,-1-3-75 15,0-3-102-15,1-1-205 0,-6-8-494 0,2-3 218 16</inkml:trace>
  <inkml:trace contextRef="#ctx0" brushRef="#br0" timeOffset="127637.29">11289 11579 166 0,'-1'-7'275'0,"-2"0"2"0,3 2-9 16,0 0-11-16,0-2-11 0,0 2-9 0,0 0-18 0,3 2-12 15,-3 3-19-15,-3-6-17 0,3 6-16 0,3-6-22 0,-3 6-21 16,0 0-13-16,0 0-10 0,0 0-15 0,0 0-12 16,0 0-7-16,0 20-5 0,-3-8-7 0,3 5-7 15,-2 12-5-15,-6-2-4 0,4 3 4 0,-1 2-7 16,1 3-17-16,2-1-1 0,-6 1 0 0,4 0 0 15,-1-2-4-15,4-4-2 0,1-2 5 0,-3-2 10 0,2-4-12 16,1-1 0-16,0-3 2 0,1-5-2 0,2 0 1 0,-2-2 1 16,2-1-1-16,0 0 6 0,0-2-5 0,2-1 8 15,0-1-4-15,3-2 3 0,5 3-1 16,-3-4-2-16,4-1-15 0,4-1-20 0,0-1-16 16,-2-1-23-16,2-2-25 0,-5 0-26 0,1 0-33 0,0-1-37 15,0-4-73 1,-1-2-197-16,-3-2-494 0,-1 4 218 0</inkml:trace>
  <inkml:trace contextRef="#ctx0" brushRef="#br0" timeOffset="127821.99">11100 11872 60 0,'-4'0'316'16,"4"0"-22"-16,-7 3-20 0,7-3-23 0,0 0-24 15,0 0-27-15,0 0-20 0,16-7-16 0,1 1-14 16,4-1-20-16,10 3-11 0,2-6-16 0,6 5-27 16,13-9-36-16,0 4-46 0,-16 2-60 0,1 1-72 0,-5-1-258 0,-1-1-429 31,-3-3 190-31</inkml:trace>
  <inkml:trace contextRef="#ctx0" brushRef="#br0" timeOffset="128207.02">11536 11330 298 0,'0'0'369'0,"2"-5"-30"0,0 3-31 0,-2 2-22 0,2-4-22 32,1 3-29-32,-3 1-20 0,0 0-27 0,6-3-22 15,-6 3-22-15,0 0-14 0,12 7-20 0,-7-4-7 16,1 2-11-16,2 2-13 0,-1 3-11 0,0 0-11 0,-3 1-3 16,3 6-7-16,-2 0-4 0,0 3-7 0,-3-3 1 15,0 0-1-15,-2 0-10 0,2 1 8 0,-2-1-13 0,-2-4-2 16,1-1 2-16,1 1-5 0,0-6 4 0,0 4-9 15,0-3 5-15,0-3-2 0,1 0 2 0,1 2-4 16,0-6 3-16,2 3-1 0,3 0 1 0,5 1-2 16,5-3-25-16,-1-1-36 0,7 0-52 0,3-2-69 0,5-1-70 15,-2-1-332-15,2-2-616 0,-2-2 273 0</inkml:trace>
  <inkml:trace contextRef="#ctx0" brushRef="#br0" timeOffset="128602.04">12216 11511 11 0,'1'-7'347'16,"3"3"-16"-16,-3 0-15 0,1-3-13 0,1 3-9 16,-2-1-22-16,1 1-21 0,-2 4-25 0,2-3-24 0,-2 3-24 0,0 0-24 15,1-4-15-15,-1 4-27 0,0 0-13 0,0 0-17 16,0 0-8-16,3 22-9 0,-3-5-8 0,-1 9-6 0,-1-2-4 16,0 4-9-16,-1 4-1 0,-1 2-2 0,1 1-2 15,-4 3-22-15,5-4 4 0,-1 3-2 0,1-4-5 16,-1-2 4-16,0 0-2 0,2-3-2 0,1-4 4 15,-1-5-4 1,1-2-2-16,-1-5-26 0,-1 2-18 0,1-5-18 16,-2-1-17-16,3 1-10 0,-1-4 0 0,1 0 4 15,-1-3 0-15,-4 1-32 0,5-3-44 0,0 0-27 16,-10-10-17-16,5 1-44 0,-2 0-167 0,-3-6-443 16,5-1 196-16</inkml:trace>
  <inkml:trace contextRef="#ctx0" brushRef="#br0" timeOffset="128905.75">12081 11273 166 0,'-1'-10'322'0,"1"0"-25"15,0 3-20-15,0 1-18 0,-2 0-28 0,2 1-23 16,0 1-25-16,2-2-18 0,-2 6-15 0,7-2-19 16,-1 2-14-16,9 0-8 0,2 0-15 0,2 2-5 0,3 8-10 0,4-4-8 15,3 6-7-15,-4 1-6 0,2 3-8 16,-1 0-3-16,-1 2-10 0,-2 2-4 0,-6 0-6 15,-2 1-4-15,-2 4-2 0,-3-3-4 0,-4-4-2 0,-3 2-3 16,-3-1 0-16,-4 7-3 0,-5-1 0 16,-1-8 1-16,-4 4-4 0,-8 0 4 0,-2-3 3 15,-1 0-5-15,-4-3 1 16,0-1-2-16,0 0 0 0,-2 1-1 0,3-7-2 0,2 3 0 16,-2-4 1-16,3 6-6 0,5-6-8 15,4-2-16-15,2 0-24 0,2-1-30 0,1 3-33 16,1-2-33-16,2-1-41 0,4-1-44 0,0 2-210 15,4-3-476-15,0-2 211 0</inkml:trace>
  <inkml:trace contextRef="#ctx0" brushRef="#br0" timeOffset="129241.51">12369 11889 213 0,'6'3'245'0,"2"-1"-13"15,1 2-12-15,1-1-18 0,3 2-16 0,-3 0-15 16,0 2-19-16,2-2-16 0,-2 2-15 0,0-1-10 16,-1 1-12-16,0 2-11 0,1 1-6 0,-3-1-9 15,-3 4-8-15,-1-1-3 0,0 2-6 0,-3 3-1 16,-4-1-9-16,-5 2-4 0,3-3-2 0,-6 0-1 0,1 1-2 0,-3-2-2 15,1-1 3-15,-2-4-4 0,3 3 1 0,3-3 0 16,-1-2-4-16,1-3-3 0,5 1-1 0,-1 0-5 16,0-4 1-16,0 2 11 0,1 0 15 0,4-3 4 15,-4 2-2-15,4-2 5 0,0 0-16 0,0 0-5 16,23 0-17-16,-5-5-29 0,0 3-35 0,2-3-38 16,2-1-52-16,5 2-57 0,3-8-87 0,0 5-165 0,-3-7-482 15,1 0 214 1</inkml:trace>
  <inkml:trace contextRef="#ctx0" brushRef="#br0" timeOffset="129672.61">12978 11548 216 0,'0'0'220'0,"-10"0"-15"0,10 0-16 15,-10 4-15-15,2-1-17 0,-2 2-15 0,1 4-15 16,-4 3-12-16,-1-1-16 0,3 2-9 0,-2 0-9 0,4 1-12 16,0-2 1-16,2 1-11 0,1-3-10 0,3 2-5 15,-1-3-1-15,0 1-3 0,3 2-2 0,1-3-1 16,0 2 7-16,0-2 7 0,2-2 8 0,1 0 10 15,1-3 14 1,2 2 9-16,5-1 2 0,0-4-4 0,0 1-3 16,8-4 0-16,-5 1-8 0,4-2 6 0,0-3-3 15,-2 0-1-15,0-1 0 0,-2-3-7 0,3 0-3 16,-4 1-8-16,-1-3-7 0,-4 0-10 0,1-2-8 16,-1-1 7-16,-3-2-27 0,-3 6-9 0,-1-6-6 15,-1 4-5-15,-2 3-18 0,-2-6-14 0,-2 5-14 16,-2 0-14-16,-1 3-14 0,-5-4-21 0,4 5-24 0,-3 2-31 0,0 1-36 15,3 0-34-15,-3 3-250 0,7 1-511 0,-2-3 226 16</inkml:trace>
  <inkml:trace contextRef="#ctx0" brushRef="#br0" timeOffset="129904.05">13247 11422 227 0,'0'0'235'0,"11"-3"-13"16,-4 3-14-16,-1 3-14 0,5 0-17 0,0 3-18 15,-1 2-10-15,4 1-9 0,-1 3-9 0,1 3-6 16,1 7-7-16,-1 3-10 0,-1 1-4 0,-8-1-11 0,-1 0-6 16,-3 5-9-16,-2-1-6 0,-7-1-10 0,-1 0-17 15,-2-2-9-15,-2-1-11 0,-3-2-11 0,-1 0-12 0,-4-2-21 16,-1-4-28-16,-3-1-45 0,-3 0-55 0,1-5-91 15,-5-5-140-15,3 0-410 0,-1-6 181 16</inkml:trace>
  <inkml:trace contextRef="#ctx0" brushRef="#br0" timeOffset="130226.58">12867 11280 98 0,'-2'-5'293'0,"-2"-1"-23"0,2 4-20 16,0-2-22-16,-2 1-27 0,4 3-22 16,-2-5-20-16,2 5-18 0,0 0-19 0,0 0-14 15,-12 13-10-15,6-2-15 0,-7 5-5 0,0 12-2 16,-3 2-10-16,-8 15-13 0,4 4-3 0,1 1-4 0,2-4-4 0,3 0-1 15,7-11-7-15,1-1-3 0,5 0-5 0,1-1 0 16,4-2 2-16,4-1-3 0,4 0-1 0,5-5 5 16,6 1-3-16,4-4-4 0,4-5 1 0,3-1-23 15,15 0-49-15,-14-6-84 0,18 1-88 0,-15-6-209 16,12-1-464-16,-10-4 206 0</inkml:trace>
  <inkml:trace contextRef="#ctx0" brushRef="#br0" timeOffset="130558.62">13777 11671 222 0,'0'0'222'0,"0"0"-6"0,0 0-12 16,0 0-8-16,0 0-6 0,-4 2-18 0,4-2-2 16,0 0-11-16,13 3-9 0,-4 0-10 0,4-3-11 15,3 0-18-15,4 0-9 0,1 0-10 0,7 0-10 16,-1 0-7-16,1 0-11 0,4-3-4 0,-4 0-6 15,3 1-1-15,2 0-9 16,-6 0-21-16,-4-1-22 0,-4-1-29 0,-2 3-40 16,-3-1-37-16,-4-1-48 0,0 0-74 0,-5-1-165 15,-2 0-425-15,0 1 189 0</inkml:trace>
  <inkml:trace contextRef="#ctx0" brushRef="#br0" timeOffset="130806">14011 11501 313 0,'-4'-4'314'16,"4"4"-21"-16,-2-1-25 0,2 1-23 0,0 0-24 15,0 0-27-15,0 0-18 0,0 0-28 0,0 0-14 16,0 0-15-16,0 9-8 0,0 3-15 0,0 0-9 16,2 1-13-16,-2 5-7 15,1 3 2-15,4 4 1 0,-1 1-27 0,-4-1-4 16,4 1 1-16,1 1-6 0,0-3-2 0,-1-1 2 15,2-5-6-15,0 1-3 0,0-1-2 0,-1 0-15 16,0-2-30-16,4-2-26 0,-5-2-37 0,1-2-47 16,-1 0-51-16,4-1-73 0,-4-4-175 0,2 0-464 15,0-1 205-15</inkml:trace>
  <inkml:trace contextRef="#ctx0" brushRef="#br0" timeOffset="131006.63">14633 11623 98 0,'5'-5'370'15,"1"2"-39"-15,0-3-34 0,-1 2-30 0,0 0-27 16,1 0-15-16,4-1-32 0,0-1-22 0,2 4-35 16,6-5-38-16,0 3-41 0,5 3-45 0,-1-2-50 15,9 3-57-15,-1-1-74 0,2 0-197 0,-2-1-396 16,0 1 176-16</inkml:trace>
  <inkml:trace contextRef="#ctx0" brushRef="#br0" timeOffset="131144.63">15305 11596 126 0,'0'0'212'15,"13"-3"-25"-15,-1 0-24 0,-1 2-21 0,7-2-32 0,1 3-27 16,-1-2-38-16,5 2-40 0,9-5-41 0,0 2-138 0,1-1-187 15,0 1 84-15</inkml:trace>
  <inkml:trace contextRef="#ctx0" brushRef="#br0" timeOffset="131276.12">15907 11551 75 0,'5'-1'282'0,"2"1"-18"16,-7 0-7-16,7-2-7 0,-7 2-9 16,8 0-17-16,-8 0-8 0,5-2-23 15,-5 2-20-15,0 0-14 0,0 0-16 16,0 0-33-16,0 0-35 0,8 2-60 0,-8-2-79 15,0 0-156-15,0 0-180 0,0 0-431 0,0 0 191 16</inkml:trace>
  <inkml:trace contextRef="#ctx0" brushRef="#br0" timeOffset="132178.87">17632 11431 215 0,'0'0'214'16,"0"0"0"-16,0 0-6 0,0 0-9 0,0 0-9 0,0 0-11 16,0 0-11-1,0 0-10-15,0 0-14 0,0 0-8 0,0 0-16 16,0 0-13-16,14-5-8 0,2 4-11 0,5-2-7 0,5 0-8 0,3-1-13 0,3 1-26 0,3 1-37 31,-3 0-45-31,-3-1-44 0,-1 1-55 0,0 1-85 16,-6 1-130-16,1 0-390 0,-6-1 173 0</inkml:trace>
  <inkml:trace contextRef="#ctx0" brushRef="#br0" timeOffset="132330.94">17791 11615 75 0,'-8'3'198'16,"4"1"-10"-16,0-1-6 0,4 0 1 0,0-3-10 16,17 2-18-16,1 0-12 0,12-2-21 0,6-2-44 0,17-2-56 0,3 0-88 15,0 0-177-15,0-1-262 0,-2-3 117 0</inkml:trace>
  <inkml:trace contextRef="#ctx0" brushRef="#br0" timeOffset="133321.26">19623 11217 62 0,'3'-5'289'16,"-3"-3"-9"-16,1 1-1 0,0 3-1 0,-1-3-14 16,1 1-21-16,-1 1-17 0,2 2-19 0,-2-1-20 15,0 4-18-15,2-6-19 0,-2 4-18 0,0 2-15 16,0 0-10-16,0-5-44 0,0 5-36 0,0 0-16 16,0 0-4-16,0 0 0 0,-2 19 3 0,0-7-5 15,0 6-1-15,1 1-3 0,-3 6 1 0,1-1-1 0,0 2 0 0,3 0 1 16,0 0 0-16,-2 3 3 0,4-3 2 0,-1 4-1 15,1-7 2-15,2 4-3 16,-1-9-19-16,-1-1-29 0,-1-1-33 0,1 3-41 16,0-5-38-16,1-1-64 0,1-2-205 0,0-3-458 15,-1-3 202-15</inkml:trace>
  <inkml:trace contextRef="#ctx0" brushRef="#br0" timeOffset="133935.17">20152 11362 14 0,'-8'2'181'0,"1"-2"-13"16,-1 0-10-16,8 0-19 0,-9 0-14 0,5 3-9 16,4-3-6-16,-8 0-14 0,8 0-10 0,-6 0-9 15,6 0-4-15,0 0-7 0,0 0-3 0,-5 1-2 16,5-1 6-16,0 0-4 0,0 0 4 0,0 0 2 16,0 0 4-16,0 0-3 0,0 0 1 0,0 0 3 15,0 0-5-15,-8 0-4 0,8 0-3 0,0 0-3 0,0 0-5 16,0 0-3-16,0 0-4 0,0 0-5 0,0 0-6 0,0 0-2 15,0 0-3-15,0 0-2 0,0 0-3 0,0 0-1 16,0 0-4-16,0 0-2 0,0 0 0 0,0 0-3 16,0 0 4-16,0 0 3 0,0 0-2 0,0 0-3 15,0 0-1-15,0 0 0 0,23-4 1 0,-10 2-1 16,10-1 1-16,4-1 0 0,5 0-4 0,1 3 0 0,2-3 4 16,3-2 4-16,2 1 0 0,12 0 5 0,-11 1-5 0,-4-1-1 15,0 2-2-15,0 0-1 0,-6 1 0 0,0 0-3 16,-12 2 0-16,-1-1-10 0,-6 1-23 0,-1 1-28 15,-4-2-31-15,0 1-25 0,-4 2-12 0,-3-2-21 16,0 0-46-16,0 0-72 0,-21 2-132 0,9-1-415 16,-6 2 184-16</inkml:trace>
  <inkml:trace contextRef="#ctx0" brushRef="#br0" timeOffset="134213.76">20373 11187 201 0,'-1'-7'328'0,"-3"1"-15"15,4 0-6-15,-4 1-21 0,3 0-11 0,-3 0-15 16,4 3-25-16,-2-2-21 0,2 4-16 0,-4-4-24 0,4 4-25 16,-4-4-9-16,4 4-27 0,0 0-28 0,0 0-35 15,0 0-16-15,0 0 2 0,0 0-9 0,-4 17-7 16,4-5-6-1,-2 2 1-15,0 4-2 0,1 0-4 0,2 7 6 0,-2 1-7 16,1-1 1-16,-3 0-1 0,2 2 1 16,5-2 2-16,-3 4-2 0,1-10-2 0,0 6-23 15,-1-7-21-15,3 0-27 0,1 2-29 0,-1-3-37 16,-4 2-38-16,5-3-62 0,-2-4-243 0,2 0-511 0,0-2 226 16</inkml:trace>
  <inkml:trace contextRef="#ctx0" brushRef="#br0" timeOffset="134607.84">21099 10930 205 0,'3'-4'304'0,"-1"4"-27"0,-2 0-26 16,3-7-26-16,-3 7-27 0,2-2-23 0,-2 2-22 16,0 0-12-16,0 0-19 0,5 9-11 0,-3 0-17 15,-1 2-7-15,0 3-12 0,-1 4-10 0,0 7-6 0,-2 2-3 0,2 4-3 16,-4-2-5-16,1 0-5 0,0 3-4 0,0-3-5 16,-1 3-2-16,1-1-2 0,-2-5-6 0,0 6-2 15,-1-7 0-15,5 0-3 0,-2-5 0 0,2-2-5 16,0 0 1-16,1-2-3 15,0-3 0-15,0-1 1 0,0-2-1 0,0 0-1 0,0-4 1 16,1 0-1-16,-1 1 2 0,1-2 1 16,-1 0 0-16,3 0 4 0,-1-2 6 0,3 1 1 0,0-1 2 15,2-1-1-15,3 1-2 0,3-3-2 0,-2-3-18 16,7-4-26-16,-1 1-40 0,3 2-58 0,-1-4-77 16,3-7-288-16,1 2-524 0,0-1 232 0</inkml:trace>
  <inkml:trace contextRef="#ctx0" brushRef="#br0" timeOffset="134819.6">20941 11268 146 0,'-6'1'360'0,"4"-1"-24"0,2 0-23 0,-6 3-21 16,6-3-30-16,0 0-27 0,0 0-21 0,19-4-24 15,0 0-21 1,5-3-18-16,9 3-17 0,-1-2-31 0,5 1-46 0,13-4-58 0,-13 2-64 0,-5-1-75 0,1 2-82 31,-2-5-201-31,-3 6-458 0,-10-4 204 0</inkml:trace>
  <inkml:trace contextRef="#ctx0" brushRef="#br0" timeOffset="135204.34">21365 10807 297 0,'2'-2'336'0,"-2"2"-21"16,4-4-13-16,-1 1-35 0,1 1-16 0,1 0-33 15,2 1-22 1,-7 1-22-16,9-3-16 0,-9 3-23 0,13 4-15 0,-7-2-10 0,2 2-14 0,-3 1-14 0,0-3-10 16,2 5-10-16,-1-2-9 0,-1 3-12 0,-1 1-1 15,0 3-6-15,-3 0-12 0,-1 3 3 0,0-1-4 0,-4 1 0 16,3 0-3-16,-3-1-1 0,0-4-4 0,-1 7 2 16,4-8 1-16,-3 0-2 0,4-1-8 15,0-4 2-15,-4 2 0 0,4-1 1 0,0 0 2 16,-1 0-2-16,2-2 0 15,2 1 2-15,1 0 3 0,2-1-2 0,-1 1 1 16,7-3-1-16,7-1-15 0,-1 0-26 0,4 0-35 0,7-1-51 16,-1-1-52-16,0-4-65 0,-5-1-278 0,4 1-551 15,-4-3 245-15</inkml:trace>
  <inkml:trace contextRef="#ctx0" brushRef="#br0" timeOffset="135438.35">21794 10694 132 0,'0'0'273'0,"0"0"-27"0,0 0-30 0,0 0-25 15,0 0-19-15,-6 7-21 0,6 6-17 0,1 5-16 0,2 9-8 16,-2 3-13 0,3 16-12-16,0-1 1 0,2 5-17 0,0 4-7 15,-1-1 3-15,-1 3 1 0,-1-5-2 0,-2 2 0 0,-2-4-5 16,-2-2-8-16,-4-1-3 0,-2-14-5 0,-3 14-2 15,-6-1-1-15,5-11 2 0,-12 5-5 0,-4 2-1 0,-6-2-3 16,-6-3 1-16,-5-2-25 0,-3 0-40 0,-4-2-62 16,-1-3-92-16,-7-2-243 0,-22 5-463 0,25-16 205 15</inkml:trace>
  <inkml:trace contextRef="#ctx0" brushRef="#br0" timeOffset="135916.44">19341 10773 144 0,'-8'8'131'16,"-1"1"2"-16,-5 6-16 0,-3 6-3 0,1 6-14 15,-2 2-14-15,-6 18-4 0,-2 0-10 0,2 6-3 16,-2 1 21-16,-7 23 1 0,13-20 21 0,3-5 3 16,3 5-2-16,6 1-2 15,7 0-4-15,1-3 0 0,9-2-7 16,9-5-10-16,2-2-8 0,7-3-3 0,5-3-6 0,6-4-9 15,7-8-2-15,6-1-9 0,4-5-44 0,8-4-55 16,29-4-100-16,-32-4-240 0,1-3-418 0,1-5 185 16</inkml:trace>
  <inkml:trace contextRef="#ctx0" brushRef="#br0" timeOffset="136756.76">21752 10501 31 0,'-8'0'210'0,"8"0"-10"16,0 0-11-16,-5 1-11 0,5-1-10 0,0 0-13 0,0 0-8 15,0 0-11-15,0 0-8 0,0 0-9 0,0 0-7 16,0 0-7-16,-7 0-4 0,7 0-9 0,0 0-1 0,0 0-1 16,0 0 7-16,0 0 3 0,0 0-1 0,24 3-3 0,-11-3-6 15,7 0-8-15,7 0-2 0,6 0-14 16,4-2-5-16,14 1-10 0,3-1-21 0,2 0-40 16,-5 1-41-16,-10-1-55 0,12 1-60 0,-16-3-99 0,-1 2-153 15,-1-2-452-15,-3-2 199 0</inkml:trace>
  <inkml:trace contextRef="#ctx0" brushRef="#br0" timeOffset="137088.41">22645 10241 260 0,'1'-5'366'0,"1"-3"-18"0,-2 2-20 15,1 0-6-15,0 0-17 0,1 2-19 0,-2 0-24 16,0 4-31-16,1-7-25 0,0 5-18 0,-1 2-24 0,0 0-22 16,0-4-21-16,0 4-25 0,0 0-33 0,0 0-6 15,0 0-8-15,4 9-5 0,-3 0-6 0,2 3-5 0,-1 4-3 16,0 2-7-16,1 0 0 0,1 7-2 0,-2 0-3 15,1-2 4-15,1-3-7 0,0 6-20 0,2-3-27 16,-2-3-17-16,0-2-24 0,1 0-26 0,-5-1-30 16,4-1-35-1,-4-3-40-15,1-1-43 0,-1-3-264 0,2 0-551 16,0-3 244-16</inkml:trace>
  <inkml:trace contextRef="#ctx0" brushRef="#br0" timeOffset="137304.67">22990 10340 278 0,'0'-2'367'0,"0"2"-35"16,3-7-36-16,-3 7-32 0,0 0-32 0,0 0-27 16,0 0-20-16,0 0-18 0,0 0-16 0,-9 20-15 0,5-10-18 15,-1 6-5-15,-5 1-16 0,-2 7-10 16,1-2-6-16,1 2-17 15,-1-2-19-15,0 2-14 0,1-7-29 0,-1 7-14 16,2-5-29-16,3-4-24 0,-3 2-27 0,3 2-39 16,-1-5-26-16,2-4-37 0,-1 0-233 0,3-4-462 15,1 1 204-15</inkml:trace>
  <inkml:trace contextRef="#ctx0" brushRef="#br0" timeOffset="137673.91">23128 10468 267 0,'3'-1'318'16,"3"-4"-31"-16,-2 3-31 0,-4 2-25 0,10-1-27 15,-3 2-17-15,4 3-11 0,-1-1-13 0,2 3-18 16,-2-1-11-16,0 3-6 0,-1 1-11 0,-1 1-11 0,-3 1-10 0,4 2-5 16,-5 3-10-1,-2 1-2-15,0 1-12 0,-5-1-2 0,-1 3-8 16,0-2-7-16,-2 0-4 0,2-2-5 0,-1-3-1 15,1-3-5-15,3-2-3 0,-3 3-9 0,3-4 5 16,-2 0-4-16,3-2 1 0,0 2-1 0,0-2 30 16,7 0 25-16,2 0 22 0,3-2-4 0,9 1 12 15,10-2-23-15,4 1-6 0,6 0-7 0,9-6 1 0,-8 3-13 16,8-3-9-16,1-2-9 0,1 0 2 0,-12 1 2 16,-1 1-3-16,-3 1-2 0,-2-1 0 0,-4 3-5 15,-8-2-9-15,-4-2 4 0,-5 3-7 0,-2-1-1 16,-3 2-4-16,-3 0-8 0,4 0-33 0,-9 0-41 15,9-1-52-15,-6 1-47 0,-3 0-27 0,0 0-57 16,-8 9-84-16,-2-1-306 0,1-7-689 0,-2 7 305 0</inkml:trace>
  <inkml:trace contextRef="#ctx0" brushRef="#br0" timeOffset="146520.87">10618 14191 108 0,'0'0'307'0,"0"0"-7"16,0 0-8-16,-6-2-10 0,6 2-12 0,0 0-21 15,0 0-22-15,0 0-21 0,0 0-16 0,0 0-17 16,0 0-22-16,0 0-12 0,0 0-23 0,10-6-7 16,-5 3-12-16,9 1-15 0,3-2-26 0,2 0-46 0,12 0-39 0,-2 1-57 15,0-1-63-15,3 2-73 0,0-1-258 16,2 3-520-16,-5-3 230 0</inkml:trace>
  <inkml:trace contextRef="#ctx0" brushRef="#br0" timeOffset="146674.26">10834 14345 202 0,'-5'5'200'0,"0"-5"-19"16,0 2-7-16,2 1-11 0,3-3-8 0,0 0-2 15,0 0-12-15,21 0-13 0,-2-1-15 0,13-3-8 16,2-1-44-16,15-3-52 0,6-1-71 0,5-1-85 16,-1-1-116-16,2 1-285 0,-1 0 127 0</inkml:trace>
  <inkml:trace contextRef="#ctx0" brushRef="#br0" timeOffset="147475.93">12343 13929 228 0,'0'-3'320'0,"0"3"-1"15,0-9-4-15,3 6-5 0,-2-2-20 0,-1 2-7 16,0-2-20-16,0 5-9 0,0-4-26 0,3 0-22 0,-3 4-24 16,0 0-19-16,0-5-9 0,0 5-26 0,0 0-21 15,0 0-33-15,0 0-16 0,0 0-7 16,0 0-10-16,0 16-12 0,-3-4 8 0,3 6-6 0,-1 0-3 16,-2 2-4-16,2 5 0 0,-4 2-9 0,5 0 2 15,0 1-6-15,-1-4 5 0,1-5 1 16,0-2-5-16,0 1-7 0,0-4 3 0,0-2 1 0,0 0-1 0,0-6 0 15,0 0-2-15,0 3 5 0,0-6 8 0,1 3-13 0,-1-1-19 16,0 0-19-16,0-5-15 0,0 5-15 0,0-1-13 16,0-4-13-16,-1 4-11 0,1-4-16 0,1 4-17 15,-1-4-18-15,0 0-20 0,6 3-28 16,-6-3-44-16,8-1-240 0,-8 1-523 0,17-3 232 16</inkml:trace>
  <inkml:trace contextRef="#ctx0" brushRef="#br0" timeOffset="147992.54">12925 14163 4 0,'0'0'208'0,"-7"1"-7"0,1 1-1 0,6-2-9 0,0 0-8 15,-8 0-8-15,8 0-6 0,0 0-12 0,0 0-4 16,0 0-9-16,0 0-6 0,0 0-14 0,-6 0-7 16,6 0-9-16,0 0-3 0,0 0-5 0,0 0-7 15,0 0-8-15,0 0-2 0,0 0-6 0,0 0-10 16,0 0-4-16,0 0-9 0,0 0-3 0,0 0-7 15,0 0-4 1,0 0-4-16,0 0-4 0,0 0 1 0,0 0-6 16,0 0-3-16,0 0-2 0,0 0-5 0,0 0-2 0,0 0 0 15,0 0 2-15,-8 0-2 0,8 0 0 16,0 0 3-16,0 0-1 0,0 0-4 0,0 0-2 16,0 0-1-16,0 0 7 0,0 0 3 0,0 0-5 15,0 0 4-15,0 0-1 0,28-4 0 0,-11 0-1 0,2 2-3 16,3-3 0-16,6 4-1 0,0-4 8 0,4 0-12 0,0 1 7 15,4-2 18-15,-4 1 10 0,2 0-3 0,-3 0 1 16,-3 2 0-16,-10-1 9 0,1 1 2 0,-6 3-3 16,0-2-5-16,-6 2 2 0,1-1 11 0,1-1-23 15,-5 2 1-15,1-2-8 0,-5 2-14 0,6-2-26 16,-6 2-35-16,5-2-37 0,-5 2-31 0,0 0-43 16,0 0-54-16,0 0-92 15,0 0-258-15,-12 9-608 0,12-9 268 0</inkml:trace>
  <inkml:trace contextRef="#ctx0" brushRef="#br0" timeOffset="148794.49">13994 13695 112 0,'3'-6'301'0,"-2"1"-8"0,2-1-4 16,-2 1-6-16,-1 0-20 0,3 0-12 0,-1 2-16 15,-2 0-14-15,4-1-30 0,-2 1-12 0,0-1-22 16,-2 4-19-16,2-3-22 0,-2 3-11 0,0 0-12 0,0 0-29 0,0 0-6 16,0 0-12-16,0 0-1 0,0 17-9 0,-2-5-7 15,0 3 1-15,0 3-4 0,-4 10-7 0,0 5 5 16,0-3-5-16,0 6-5 0,-3 8 0 0,2-11-1 15,2 1 0-15,0-2-6 0,2-1 0 0,1-2-3 16,2-2 10-16,0-8-7 0,0 0-1 0,1-7 2 16,0 1-5-16,-1-2 0 0,2-2 5 0,-2-3 1 0,1 0 4 0,0-2 11 15,1 1 7-15,-2-1 9 0,1-1 7 0,-1-3-1 16,0 6 6-16,3-5 1 0,-3-1-6 0,0 0 3 16,7 0-3-16,-7 0-5 0,13 0-13 0,-7-2 7 15,3-2-11-15,3 0-30 0,-1 2-25 0,-2-3-36 16,3-1-38-16,1 3-45 0,-1-4-51 0,2 0-53 15,4 0-78 1,-2-1-203-16,0 1-577 0,-4-1 257 0</inkml:trace>
  <inkml:trace contextRef="#ctx0" brushRef="#br0" timeOffset="149041.84">13782 14062 333 0,'0'0'329'16,"-6"0"-9"-16,6 0-19 0,0 0-15 0,0 0-28 16,-4-3-27-16,4 3-28 15,14-5-7-15,1 1-33 0,2 1-15 0,2-4-14 16,13 0-21-16,0 0-28 0,3 2-36 0,2-3-47 15,1 2-54-15,-4 0-71 0,2 2-72 0,-5-3-269 16,-3 6-502-16,-9-4 222 0</inkml:trace>
  <inkml:trace contextRef="#ctx0" brushRef="#br0" timeOffset="149496.62">14310 13537 71 0,'1'-3'345'0,"4"-1"-16"0,-2-1-19 0,1 2-18 0,-2-1-30 15,5 2-22-15,-2-1-26 0,0 1-22 16,4 1-24-16,-2 1-18 0,3 1-12 0,1 1-13 16,-3 1-19-16,1 3-8 0,1 0-12 0,-4 3-9 0,-1 0-9 15,0 0-2-15,1 7-11 0,-5 0-4 0,-1-1-8 16,0 2 7-16,-3 0-17 0,-2-3-2 0,0 3-4 0,1-5 0 15,-2 4-7-15,1-7 1 0,1 1-6 0,0-2 1 16,1 0 0-16,1-4-5 0,1 1 2 0,1 2-2 0,-3-3 18 16,3-4-18-16,0 2 8 0,0-2 4 15,1 7 14-15,4-7-13 0,2 2-2 0,8-4-6 16,2 2-1-16,4-3-30 0,10 1-49 0,-3 2-55 16,3-2-68-1,1 0-76-15,-5 2-292 0,2 1-600 0,-7 0 266 0</inkml:trace>
  <inkml:trace contextRef="#ctx0" brushRef="#br0" timeOffset="150020.76">13665 14430 224 0,'-7'2'225'15,"2"0"4"-15,0 0 0 0,0-1-4 0,5-1-9 0,-5 3-12 16,1-2-11-16,4-1-8 0,-4 3-7 0,4-3-14 0,0 0-3 16,0 0-12-16,0 0-9 15,0 0-7-15,0 0-5 0,0 0-16 0,0 0-3 16,0 0-6-16,0 0-13 0,0 0-7 0,0 0-13 0,0 0-2 0,0 0-4 0,0 0-7 15,0 0-7-15,0 0-6 0,0 0-9 16,0 0-4-16,0 0 2 0,0 0-4 0,0 0 8 16,0 0-17-16,0 0 0 0,0 0-9 0,0 0-3 15,0 0 6-15,0 0-7 0,0 0 17 0,0 0-18 0,0 0 2 16,0 0 0-16,0 0-2 0,0 0-2 0,0 0-1 16,0 0 1-16,0 0-1 0,0 0 5 15,0 0-5-15,0 0-4 0,19-3 1 0,-1 2-1 16,5-2 6-16,12 0-1 0,16-3-1 0,6 1-10 0,6-1 12 0,26-3 3 15,-21 5 7 1,25-9 11-16,-2 8 1 0,-28-2 11 0,-2 2-5 16,0 0-4-16,-2 3-3 0,-4-3 3 0,-17 2-8 15,0 0-7-15,-5-1 0 0,-4 2 13 0,-11-1-13 16,-4 3-2-16,-2-2-2 0,-5 2-3 0,1 0-12 16,1 0-21-16,-9 0-12 0,0 0-22 0,0 0-25 15,0 0-22-15,0 0-8 0,-37 5-29 0,16 1-42 0,-8 0-45 16,1 0-59-16,0-1-248 0,6 1-582 0,-1 1 257 15</inkml:trace>
  <inkml:trace contextRef="#ctx0" brushRef="#br0" timeOffset="150414.29">14235 14545 137 0,'0'0'279'0,"0"0"-26"0,0 0-21 0,0 0-16 0,7 5-17 15,-3-4-13-15,4 0-22 0,3 0-14 0,-2 1-14 16,1 0-13-16,3 2-11 0,-4 0-13 0,4 3-11 15,-3 1-7-15,-1-1-7 0,1 5-7 0,-2-3-5 16,-2 7-4-16,-3-2-3 0,-2 5-8 0,-2-2-6 0,-2 2 1 16,-2-1-6-16,-6 4-6 0,1-4 2 0,2-3-5 0,0-1 2 15,-2 1 2-15,2-5 3 0,3-3 2 0,1 2-2 16,0-4-1-16,3-1 13 0,-3 0 20 16,4-2 17-16,-5 3 24 0,5-5 8 0,0 0 1 15,13 2-14-15,1-4-7 0,5-3-8 0,13-1-5 0,1 1-17 16,5-6-37-1,2 1-59-15,9-3-61 0,2 1-75 0,-1-1-102 16,-16 1-341-16,16-5-660 0,-1-5 293 0</inkml:trace>
  <inkml:trace contextRef="#ctx0" brushRef="#br0" timeOffset="151116.04">15392 14267 42 0,'-5'0'233'0,"5"0"-5"0,-9 0-2 15,9 0-9-15,-6 0-8 0,6 0-3 0,-7 1-10 16,7-1 0-16,0 0-7 0,0 0-12 0,0 0-4 16,0 0-13-16,0 0-5 0,-9-1-16 0,9 1-6 15,0 0-12 1,0 0-9-16,0 0-3 0,0 0-8 0,0 0-8 0,0 0-7 15,0 0-6-15,0 0-9 0,0 0 0 16,-5-4-9-16,5 4-1 0,0 0-16 0,0 0 6 16,0 0-10-16,0 0-1 0,0 0-3 0,0 0-12 0,0 0 0 15,0 0-5-15,0 0 0 0,0 0 2 0,0 0-10 16,0 0-1-16,0 0 1 0,0 0 1 0,0 0-1 16,0 0-4-16,0 0 3 0,0 0 5 0,0 0-6 15,0 0-2-15,0 0-6 0,0 0 7 0,0 0-3 0,0 0 2 0,0 0-4 16,0 0-4-16,0 0 10 0,28-3-7 0,-11 0 3 15,5 0-3-15,-1 0 17 0,5-1-20 16,2-2-2-16,4 1 4 0,1 3 1 0,0-3-1 16,2-2-2-16,0 3 3 0,-3 2-12 0,-3-2 12 15,-7 1-15-15,-6 0-15 0,-2 1-14 0,-1-1-24 0,-4 2-25 16,0 1-19-16,-4 0-30 0,0 0-22 0,-5 0-80 0,0 0-48 16,0 0-242-16,0 0-575 0,-23-7 254 0</inkml:trace>
  <inkml:trace contextRef="#ctx0" brushRef="#br0" timeOffset="151347.68">15567 14103 62 0,'-1'-5'349'15,"1"0"-4"-15,-3 1-1 0,2 1-3 0,1 3-14 16,-2-6-27-16,2 6-40 0,-2-3-21 0,2 3-37 15,0 0-25-15,0 0-21 0,0 0-21 0,-6 9-18 0,6 5-8 16,-4 4-14-16,2 5-6 0,-1 2-13 0,0 6-4 0,2-3 1 16,-1 4-11-16,2 0-48 0,-2-1-42 0,2 0-45 15,-2 3-71-15,-2-2-98 0,0-3-335 0,-1-2-623 16,3-10 276-16</inkml:trace>
  <inkml:trace contextRef="#ctx0" brushRef="#br0" timeOffset="154693.54">16659 13789 253 0,'2'-8'297'0,"-2"3"-9"0,0-3-17 15,1 4-18 1,2-1 1-16,-3 1-38 0,0 4-18 0,1-5-21 0,-1 2-19 15,0 3-26-15,0-7-14 0,0 7-13 0,0 0-14 16,0 0-8-16,0 0-13 0,-5 15-5 0,3-3-10 16,0 4-3-16,-2 3-10 0,3 1 1 0,-6 5-8 15,4 4-7-15,-3 0 1 0,3 0-1 0,0-2-5 16,0-1-3-16,-1-1-5 0,0-7 1 0,3-1-2 16,0 0 0-16,-1-8-6 0,2 4 1 0,0-3 4 0,0-1-3 15,0-2-2-15,0 0 2 0,0-3-4 0,0 0 3 0,0-1 1 16,0 1 0-16,0-4-1 0,0 5 4 0,0-5-4 15,-2 3 6-15,2-3-4 0,0 0 0 16,0 0-3-16,0 5-19 0,0-5-20 0,0 0-29 16,0 0-35-16,0 0-81 0,0 0-110 0,0 0-207 15,4-10-532-15,0 5 235 0</inkml:trace>
  <inkml:trace contextRef="#ctx0" brushRef="#br0" timeOffset="154856.29">16799 14033 238 0,'0'-7'375'0,"0"7"-3"0,4-4-3 16,-3 0-15 0,-1 4-15-16,0 0-19 0,1-5-24 0,-1 5-23 15,0-5-26-15,0 5-24 0,0-4-37 0,0 4-28 16,0 0-48-16,0-4-52 0,0 4-79 0,4-5-64 16,-2 2-51-16,3 2-63 0,0 0-54 0,-1-2-285 15,-4 3-582-15,14-3 258 0</inkml:trace>
  <inkml:trace contextRef="#ctx0" brushRef="#br0" timeOffset="155475.24">17231 13682 154 0,'3'-5'266'0,"-1"0"-22"0,3 3-21 16,0-3-21-16,3 1-19 0,2 1-17 0,3 0-16 15,0-1-15-15,3 1-14 0,2 1-11 16,-1 2-8-16,2 0-10 0,-6 2-8 0,2-1 1 16,-2 3-19-16,0-2-6 0,-4 1-7 0,1 1-6 0,0 2-9 15,-5-1-4 1,-1 1-6-16,0 2-4 0,-3-3-3 0,-2 4-4 16,-2 2-2-16,-2-1-3 0,-1 1 1 0,-3 0-7 15,0-4 3-15,0 4-2 0,-2-4 2 0,2 3-1 16,0-3-2-16,-3 3 2 0,3-1-2 0,3-3-4 15,-1 0 0-15,1-1 1 0,2 1-2 0,2-1-1 16,-1-1 0-16,-1 0 1 0,4 1-1 0,0 0-1 16,4-1 4-16,-1 2-2 0,2-1 1 0,1 0-1 0,3 4 2 0,-1-4-1 15,2 6-4-15,0-7 1 0,-1 3-1 0,0 3-3 16,0-1 5-16,0-2 1 0,-1-1-3 0,-3 1-1 16,1 2-1-16,-2-3-1 0,-1 2 1 0,-1-2 0 15,-1-1-1-15,-1 2 9 0,-1-3 1 0,0 2-1 16,-4-2 0-16,-1 2-1 0,-2 0-4 0,-3-1 6 15,0-1 0-15,1 2-2 0,-2-4 1 0,0 2 5 0,0-1-4 0,-1-2 0 16,3 1-6-16,1 1 3 0,1-1 3 0,3-2-2 16,-4 2-3-16,5-2 3 0,4 0-16 15,-6 0-19-15,6 0-22 0,-8 0-25 0,8 0-30 0,0 0-50 16,0 0-63-16,0 0-143 0,0 0-395 0,0 0 175 16</inkml:trace>
  <inkml:trace contextRef="#ctx0" brushRef="#br0" timeOffset="155795.91">17737 14024 151 0,'0'0'406'0,"0"0"-17"0,0-3-29 0,0 3-25 16,0 0-33-16,0 0-30 0,0 0-32 0,0 0-40 15,0 0-43-15,0 0-48 0,0 0-51 0,0 0-49 16,0 0-58-16,0 0-60 0,0 0-76 0,0 0-257 16,0 0-477-16,0 0 212 0</inkml:trace>
  <inkml:trace contextRef="#ctx0" brushRef="#br0" timeOffset="156375.1">16130 14423 194 0,'0'0'213'0,"0"0"-20"0,-3-3-14 0,3 3-10 15,0 0-17-15,0 0-16 0,0 0-13 0,0 0-13 16,-4-2-9-16,4 2-13 0,0 0-4 0,0 0-6 16,0 0-6-16,0 0-10 0,0 0-5 0,0 0-5 0,0 0-4 15,0 0-5-15,0 0-2 0,0 0-1 0,0 0-4 16,0 0-7-16,0 0 3 0,0 0-5 15,0 0-1-15,0 0-3 0,0 0 1 0,0 0-5 0,0 0-1 16,0 0 1-16,0 0 1 0,0 0 7 0,0 0 0 16,23-3 0-16,-5 3 1 0,10-2-2 0,7-3-3 15,17 0 9 1,8 2 9-16,5-6 4 0,40 2-2 0,-5-4 3 16,3 5 8-16,5-2 6 0,3 1-1 0,6 0 3 15,-3-3 0-15,4 4 3 0,-7-2-4 0,-12 1 0 16,-1 1 2-16,-9-1 4 0,-29 1 4 0,3 1 1 15,-3 1 4-15,-7-3-6 0,-13 3 0 0,-6-1-11 16,-3 3 11-16,-10-3 20 0,-2 3-8 0,-8 1 12 16,1-2 1-16,-5 1 6 0,0 2 5 0,-1 0-6 0,-6 0-10 0,10-1-13 15,-10 1-22-15,7-1-26 0,-7 1-31 0,0 0-54 16,4-1-60-16,-4 1-43 0,0 0-30 0,-19 6-70 16,7-2-81-16,-6 2-290 0,1-2-681 0,1 2 303 15</inkml:trace>
  <inkml:trace contextRef="#ctx0" brushRef="#br0" timeOffset="156986.75">16541 14558 227 0,'0'0'230'0,"9"-6"-26"0,-3 4-17 15,6-3-22 1,1 3-12-16,6-2-16 0,0 3-13 0,9-1-13 16,4 2-4-16,1 0-12 0,-1 2-8 0,-3-1-10 15,-1 0-7-15,-7 2-6 0,-2 4-5 0,1-4-7 16,-3 1-8-16,-4 2-6 0,-3 1-11 0,-2-2-2 15,0 4-2-15,-4 1-6 0,-7 3 2 0,-1 1-2 16,-1 5 0-16,-8 0-7 0,-6 4 1 0,0-2 2 0,-8-1-2 16,1-1-1-16,0 1-1 0,-2-3 0 0,-2-1 0 0,2-2 6 15,0-4 3-15,1 3 3 0,8-6 1 0,2-1 1 16,3-1 7-16,3 0 6 0,0-3 3 0,6 2 8 16,-2-2 13-16,2-1 11 0,0 3 3 0,2-3 0 15,3-1 1-15,0 0-7 0,0 0 5 0,0 0-5 16,13 1-4-16,-2-1-5 0,3 0-8 0,0-1-3 15,4 0-5-15,1 1 3 16,-1-1-10-16,4-2-8 0,-3 1-4 0,4 2 11 16,-4 0-12-16,2-3-5 0,-2 1-1 15,0 2 0-15,0 1 1 0,-2 0-18 0,2 2-21 16,-10-3-29-16,5 0-33 0,-8 1-37 0,2 0-53 16,1-2-62-16,-3 2-285 0,-6-1-563 0,12-1 249 0</inkml:trace>
  <inkml:trace contextRef="#ctx0" brushRef="#br0" timeOffset="157177.41">17199 14861 243 0,'0'0'440'0,"0"0"-20"0,0 0-26 15,0 0-25-15,0-9-34 0,0 9-33 0,0 0-41 16,1-4-38-16,-1 4-46 0,5-2-56 0,-1-1-61 15,-4 3-62-15,9 0-62 0,-4-2-72 0,4-2-82 16,-4 3-270-16,1-2-528 0,1 2 234 0</inkml:trace>
  <inkml:trace contextRef="#ctx0" brushRef="#br0" timeOffset="157580.57">17653 14555 364 0,'0'-1'395'15,"0"1"-18"-15,1-8-13 0,0 5-26 0,-1 3-20 16,0-4-25-16,0 4-34 0,4-3-28 0,-4 3-29 0,0 0-18 15,0 0-25 1,0-3-17-16,0 3-29 0,0 0-18 0,0 0-33 16,0 0-11-16,0 0-9 0,-3 10-2 0,1-2-9 15,-2-1-3-15,-1 7-3 0,-1 3-2 0,1 1-2 16,-4-1-3-16,0 6-1 0,1-6-3 0,0 4 6 16,1-5-7-16,-1 2-3 0,4-6 4 0,-1-1-1 15,4 1-3-15,-2-2-7 0,3-3 5 0,-1 1-7 16,-2-1 17-16,6-2 4 0,-3-1 4 0,4 1 3 0,2-2-3 15,3 1-2-15,4-2 1 0,4 1-1 0,2-3-24 16,1 2-19-16,1-2-40 0,7 0-39 0,-8-2-39 0,-1 2-37 16,-1-3-47-16,1 1-49 0,-2-1-64 0,-4-1-196 15,0 1-575-15,-1 1 255 0</inkml:trace>
  <inkml:trace contextRef="#ctx0" brushRef="#br0" timeOffset="157747.47">17853 14723 202 0,'-3'-3'307'0,"3"3"-18"0,-3-1-31 16,3 1-22 0,0 0-33-16,0 0-22 0,0 0-16 0,-5 11-18 15,2-5-14-15,1 5-8 0,-3 0-6 0,1 7-9 0,1-1-6 16,-2 2-11-16,3 6-7 0,-2 6-6 0,0-5-12 16,0 4-46-16,-5-2-58 0,3-1-84 0,-1-2-115 15,5-7-189-15,-5-3-457 0,1-2 203 0</inkml:trace>
  <inkml:trace contextRef="#ctx0" brushRef="#br0" timeOffset="158417.59">18716 13871 67 0,'0'0'270'0,"0"-5"-5"15,1 1-6-15,-1 4-13 0,0-5-13 0,0 5-22 16,1-6-23-16,-1 6-18 0,0 0-18 0,0 0-19 0,3-2-17 0,-3 2-11 16,0 0-15-16,0 0-13 0,0 0-7 15,0 0-7-15,-3 19-8 0,2-7-9 0,-5 8-4 0,2-3-4 16,0 10-8-16,-4 4-2 0,3-5-3 0,-2 7-6 0,2 0 1 0,-2 0-3 31,2-3-3-31,1 2 0 0,-1 1 0 0,0-5-5 16,1 0-1-16,4-4 0 0,0-4 1 0,0-4-1 0,0-1 1 0,4-3 16 0,-4-3 6 0,5 2 2 15,-4-3 1-15,3-3 3 0,-1 0 8 16,-2 2-1-16,3-4-1 0,-3 1-3 0,3-1-5 16,0 0 0-16,2-2-4 0,1-1-2 0,0 0-6 15,4-1-38-15,-1-4-26 0,1 3-36 0,1-1-36 0,2-1-43 16,1-5-56-16,4 2-62 0,-4-3-181 0,2 1-492 15,-3 2 218 1</inkml:trace>
  <inkml:trace contextRef="#ctx0" brushRef="#br0" timeOffset="158636.56">18584 14216 290 0,'-5'1'334'16,"5"-1"-1"-16,-6 0-5 0,6 0-22 0,0 0-14 15,0 0-19-15,0 0-28 0,0 0-20 0,0 0-29 16,11-10-20-16,8 5-22 0,3 3-29 0,5-6-41 16,10 0-42-16,-3 4-44 15,2-2-54-15,0-2-53 0,1 4-67 0,-5-4-85 16,0 0-206-16,-2-1-505 0,-4 2 224 0</inkml:trace>
  <inkml:trace contextRef="#ctx0" brushRef="#br0" timeOffset="159304.01">19157 13573 41 0,'2'-2'254'0,"-2"2"-1"0,4-5-9 0,-4 5-3 16,4-2-9-16,-4 2-13 0,0 0-11 0,4-2-22 0,-4 2-18 16,0 0-5-1,0 0-25-15,2-3-19 0,-2 3-15 16,0 0-12-16,0 0-14 0,0 0-11 0,0 0-8 15,0 0-5-15,-1 12-9 0,-3-3-6 0,2-4-3 16,-1 7-2-16,-2 0-5 0,0-2-3 0,0 2-3 0,0 3-5 16,-3 0 2-16,3 1-5 0,0-1-1 0,4-3 0 15,-3 0 8-15,1 1-11 0,2-4-2 0,1 0 0 16,0 0 1-16,0 1-5 0,1-4 4 0,2-1 0 0,-1 3 2 16,2-3 2-16,0-1-3 0,4 3-1 0,2-3 14 15,0 2-11-15,0-2-13 0,4-1-24 0,-2 1-23 16,2-1-27-16,-1-3-32 0,4 0-25 0,-4 0-32 15,5 0-30-15,-4-2-37 0,-4 1-172 0,2-3-438 16,-2 1 194-16</inkml:trace>
  <inkml:trace contextRef="#ctx0" brushRef="#br0" timeOffset="159451.17">19350 13772 61 0,'0'0'192'0,"0"0"-15"0,0 0-13 0,0-4-16 16,0 4-18-16,0 0-6 0,0 0-6 0,-8 16 15 15,5-9 2-15,0 5 0 0,-4 3-8 0,-3 4-12 0,5-1-8 0,-3 7-11 16,3 0-8-16,0 3-7 0,-4-4-7 0,5 3-6 16,-1-3-14-16,1 2-47 0,-1 2-64 15,1-9-89-15,-2 5-210 0,0-7-385 0,0-5 171 0</inkml:trace>
  <inkml:trace contextRef="#ctx0" brushRef="#br0" timeOffset="161784.26">19633 14260 10 0,'0'0'189'16,"-4"-3"-5"-16,4 3-16 0,0 0-14 0,0 0-14 15,0 0-8-15,0 0-15 0,0 0-11 0,0 0-9 16,0 0-15-16,0 0-3 0,-7-2-9 0,7 2-5 16,0 0-6-16,0 0-10 15,0 0-2-15,0 0-7 0,0 0-5 0,0 0-6 16,0 0 1-16,0 0-3 0,0 0 1 15,0 0 0-15,0 0 1 0,0 0 1 0,0 0-3 16,0 0 6-16,0 0 1 0,15-2-2 0,-6 0-3 0,4 1-2 16,2-3-3-16,3-1 2 0,4 3-6 0,6-2 0 15,4-2-3-15,4 0 1 0,-1 0-6 0,5 1 1 16,-3-3-3-16,-1 4-1 0,5-1 0 0,-7-1 1 0,-4 0 0 16,-1 2-1-16,-9 0-4 0,-3 0 1 0,-3 1-9 15,-5 3-19-15,0 0-9 0,-4-2-22 0,3 2-32 16,-8 0-35-16,0 0-33 0,0 0-174 0,-17-4-353 15,7 4 157-15</inkml:trace>
  <inkml:trace contextRef="#ctx0" brushRef="#br0" timeOffset="162006.69">19895 14125 233 0,'-1'-5'327'0,"1"5"-9"0,0-7-7 15,0 7-11-15,0-3-22 0,0 3-31 0,-2-5-24 16,2 5-24-16,0 0-24 0,0 0-21 0,0-3-20 0,0 3-23 0,0 0-11 16,0 0-12-16,-2 11-6 0,0-4-11 0,0 2-9 15,1 2-2-15,-1 0 6 0,2 6-19 16,-2-2-6-16,0 2-5 0,2-1-5 0,-2-1-26 0,2 1-19 16,2-5-19-16,0 6-28 0,-2-5-32 0,0 1-34 15,4-2-34-15,-3 1-48 0,3-2-70 0,0-1-175 16,4-1-491-16,-2-3 216 0</inkml:trace>
  <inkml:trace contextRef="#ctx0" brushRef="#br0" timeOffset="162185.06">20483 14163 161 0,'1'-2'221'0,"-1"2"-24"0,2-5-22 16,-2 5-45-16,5-5-60 0,0 3-66 0,1-1-33 16,2 2-127-16,3-2-167 0,2 2 75 0</inkml:trace>
  <inkml:trace contextRef="#ctx0" brushRef="#br0" timeOffset="162354.13">21048 14154 101 0,'0'0'357'0,"6"-3"-30"0,-3 1-37 0,-2-2-27 16,4 0-26-16,2 0-25 15,-1 0-37-15,4-2-40 0,3 1-64 16,4 1-61-16,1-3-67 0,8 1-57 0,-5 2-221 16,9-1-362-16,-3 2 160 0</inkml:trace>
  <inkml:trace contextRef="#ctx0" brushRef="#br0" timeOffset="162754.67">21981 14159 47 0,'-7'2'284'0,"7"-2"-4"15,0 0 0-15,0 0 6 0,0 0-29 0,0 0-11 0,-7-3-26 16,7 3-19-16,0 0-19 0,0 0-22 0,16-7-18 16,-8 7-12-16,5-4-11 0,3 1-9 0,5-1-14 15,0 1-11-15,8-2-1 0,1-2-4 0,1 2-24 16,0 2-1-16,-3-3-8 0,2 0-17 0,-3 2-29 0,-8-1-32 16,3 2-38-16,-3-1-43 0,-7 1-35 0,1 1-47 15,-2-1-51-15,-6 1-202 0,2-2-484 0,-5 2 214 16</inkml:trace>
  <inkml:trace contextRef="#ctx0" brushRef="#br0" timeOffset="162954.97">22147 13978 230 0,'-4'-3'360'15,"4"-1"-2"-15,0 4 3 0,-4-8 0 0,4 6-17 16,0 2-27-16,-2-3-36 0,2 3-34 0,0 0-32 15,-3-3-27-15,3 3-29 0,0 0-15 0,0 0-15 16,-5 18-25-16,1-2 1 0,0 3-13 0,0 7-7 0,-2 6-13 0,5 0-23 16,-6-1-53-16,2-1-29 0,0 2-43 0,-3 1-45 15,4-2-67-15,-2 1-86 0,1-3-311 0,0-3-632 16,1-9 279-16</inkml:trace>
  <inkml:trace contextRef="#ctx0" brushRef="#br0" timeOffset="163956.7">23105 14018 54 0,'0'0'210'0,"0"0"-25"15,0 0-8-15,0 0-17 0,0 0-12 0,-9-2-21 16,9 2-3-1,-5 0-9-15,5 0-5 0,0 0 0 0,-11 0-3 0,7 2 0 16,4-2-1-16,-5 0-3 0,5 0-8 0,0 0-8 16,0 0-2-16,-8 3-7 0,8-3-4 0,0 0-2 0,0 0-3 0,0 0-4 0,0 0 0 15,0 0-4-15,-5 0 0 0,5 0 2 0,0 0 1 16,0 0 3-16,0 0-1 0,0 0 4 0,0 0 14 16,0 0-14-16,0 0-1 15,0 0 4-15,0 0 6 0,0 0-8 0,0 0 4 16,0 0 5-16,0 0-2 0,0 0 17 0,0 0-22 15,0 0-2-15,0 0-5 0,0 0 1 0,0 0-5 0,0 0-7 16,0 0-4-16,0 0 0 0,0 0-6 16,0 0-14-16,0 0 2 0,0 0-17 0,0 0 16 0,0 0-19 0,0 0 13 15,0 0-2-15,0 0 1 0,0 0-5 0,0 0-9 16,0 0 2-16,0 0-1 0,0 0-5 0,0 0 4 16,0 0-9-16,0 0 4 0,0 0 0 0,0 0 13 15,0 0-14-15,0 0-3 0,0 0-7 0,0 0 1 16,0 0 5-16,0 0-5 0,0 0-7 0,0 0 10 15,0 0-9-15,0 0 1 0,0 0-4 0,0 0 7 16,0 0-1-16,0 0-5 0,0 0 5 0,0 0 1 16,0 0-4-16,0 0 5 15,0 0-5-15,0 0 2 0,0 0 5 0,0 0-2 16,0 0 0-16,0 0 3 0,0 0 5 0,20 1 3 16,-4-2-6-16,2-2-1 0,3 3 2 0,10-2-4 15,2 2 6-15,3-4-6 0,1 1-1 0,-1 0 2 16,0-2-11-16,-1 3-13 0,1-2 2 0,-6 1-14 15,-1 0-7-15,-10 1-5 0,0-1-12 0,-5 1-9 16,-3-1-11-16,-1 2-8 0,-5 0-8 0,1-1-12 0,-2-1-31 0,-3 1-39 16,-1 2-35-16,-1-7-21 0,-3 4-37 0,4 3-197 15,-9-5-509-15,1 3 225 0</inkml:trace>
  <inkml:trace contextRef="#ctx0" brushRef="#br0" timeOffset="164302.37">23643 13844 104 0,'0'-4'368'0,"4"1"-10"16,-4 3 9-16,1-5-5 0,-1 0 7 0,0 5-14 16,3-6-26-16,-3 3-26 0,0 3-30 0,0 0-35 15,1-5-23-15,-1 5-21 0,0-3-23 0,0 3-25 0,0 0-19 0,0 0-19 16,0 0-14-16,0 0-16 0,0 0-17 0,4 13-5 15,-1-4-8-15,-1 3-13 0,-2-2-9 0,4 7 5 16,-4 1-18-16,1 0 3 0,-1 8-6 0,3-7 3 16,-2 0 1-16,0 1-11 0,-1 0 6 0,0 3-4 15,2-6 4-15,-1-1 4 0,-1-3-5 0,1-3 0 16,-1 2 2 0,0-4 1-16,3 2-8 0,-6-5-6 0,6-1 0 0,-3 1-5 15,0-2-5-15,0-3-1 0,0 7-4 0,0-7 5 16,-3 3 0-16,3-3-3 0,0 0-7 15,0 0-9-15,0 0-11 0,0 0-30 0,0 0-49 16,0 0-43-16,0 0-46 0,-2-17-50 0,3 7-50 0,-2-2-293 0,2-3-653 0,0-1 289 0</inkml:trace>
  <inkml:trace contextRef="#ctx0" brushRef="#br0" timeOffset="164552.76">23876 13651 253 0,'2'-1'270'0,"-2"1"-25"0,0 0-24 0,13 1-8 0,-6 3-11 0,1-1-9 16,1 6-10-16,6 3-9 0,-3 1-11 0,2 9-12 15,0-1-7-15,-1 5-11 0,-1 3-9 0,-2 2-3 16,-4-1-17-16,-2 7-2 0,-3-4-15 0,-2 1 1 16,-3-2-16-16,-2 2 1 0,-7-4-16 0,0 4-1 15,-7-4-11-15,-1 0 3 0,-3-1-14 0,-12 4-15 16,-6-2-19-16,8-11-31 15,-11 8-32-15,-1-6-40 0,-4-2-46 0,14-7-68 16,-12 0-285-16,7-5-545 0,3 1 241 0</inkml:trace>
  <inkml:trace contextRef="#ctx0" brushRef="#br0" timeOffset="164873.93">22935 13655 211 0,'0'0'218'15,"-14"3"-11"-15,8 5-16 0,-3 1-15 0,-4 3-11 16,-2 9-15-16,-1 1-9 0,-2 4-9 0,-3 17-8 16,-1 0-4-16,4 2-7 0,7-13-9 0,3 4-7 15,3-1-7-15,2 0-1 0,6-1-2 0,3 0-3 0,6-2-4 16,6-3-3-16,5-3-7 0,3 0-5 0,8-6 1 16,13 6-6-16,4-8-8 0,3-2-23 0,3-5-40 15,0-4-60-15,3-4-78 0,2-2-87 0,1-2-187 0,-6-2-456 16,0-4 202-16</inkml:trace>
  <inkml:trace contextRef="#ctx0" brushRef="#br0" timeOffset="165443.82">24301 13300 104 0,'0'0'262'16,"0"-3"-27"-16,0 3-24 0,0 0-26 0,0 0-14 15,0 0-8-15,14 8-13 0,-6-1-12 0,1 2-3 16,2 2-17-16,1 5-8 0,1 1-9 0,0 5-10 16,2 3-1-16,-4-4-3 0,2 3-10 0,-3 0-6 15,-1 2-5-15,-4-8-4 0,1 2-9 0,-6-2 9 0,0-1-17 0,0 3-2 0,-2-8 0 16,-2 3 1-16,1-3 2 0,-3-3-2 0,1-2 13 0,0 0-11 16,-4 1 2-16,3-5 1 0,-1-1 6 15,0-2 5-15,-1 0-1 0,1-2-8 0,1-1 16 16,0-5 18-16,-1 1-3 0,3-5-4 0,2-2-7 15,4-3-12-15,2-2-11 0,6-8-14 0,2 0-30 16,5-1-30-16,2-2-37 0,0 0-35 0,4 1-40 0,0 4-42 16,3 0-57-16,-3 4-300 0,-1 2-581 0,-2 3 257 15</inkml:trace>
  <inkml:trace contextRef="#ctx0" brushRef="#br0" timeOffset="167631.64">25095 13462 77 0,'-2'-3'332'16,"1"-5"-15"0,1 7-11-16,0 1-24 0,0-8-23 0,0 5-16 15,0 3-32-15,0-6-24 0,0 6-22 0,0 0-20 16,-2-3-18-16,2 3-14 0,0 0-19 0,0 0-8 16,-7 20-12-16,5-9-9 0,-1 7-5 0,-6 8-6 15,1-3-16-15,0 4 3 0,3 1-4 0,-2 1-1 0,2 0-7 16,0 0-2-16,0-3-1 0,2-1-3 0,2 1-5 15,-2-7-2-15,2 0-1 0,1-1 0 0,0-5-1 0,0-2-4 16,0-1 3-16,1 0-2 0,-1-3 1 0,0-2-1 16,-1 0-1-16,1-1 4 0,1 0 0 0,-1 0 2 15,0-4-1-15,0 4-2 0,0-4 1 0,-1 4 0 16,1-4-1-16,0 0-7 0,0 0-13 0,0 0-13 16,0 0-17-16,0 0-23 0,0 0-68 0,0 0-97 15,0 0-94-15,7-13-168 0,-1 10-529 0,-2-2 234 0</inkml:trace>
  <inkml:trace contextRef="#ctx0" brushRef="#br0" timeOffset="167794.7">25230 13764 109 0,'4'-3'377'0,"-1"1"-19"16,-3 2-23-16,1-5-11 0,-1 5-31 0,4-4-21 15,-4 4-32-15,2-3-24 0,-2 3-15 0,0 0-28 0,3-3-31 16,-3 3-48-16,4-5-40 0,0 3-48 0,-4 2-45 15,6-4-53-15,0 4-57 0,3-3-60 16,-1 2-243-16,-2-5-487 0,5 4 215 0</inkml:trace>
  <inkml:trace contextRef="#ctx0" brushRef="#br0" timeOffset="168302.6">25629 13437 76 0,'3'-7'322'0,"-2"3"-28"0,4-1-27 16,0 0-25-16,-1 1-19 0,4-4-21 0,1 5-19 15,-3-2-21-15,1 4-16 0,4-2-14 0,0 2-18 16,1 2-12-16,-1 1-9 0,1 1-10 0,-1 0-15 15,-2 1-9-15,1 2-9 0,-1 0-8 0,-3 0-10 0,1 2-4 0,-2 1-9 16,0-1 0-16,-5 2-8 0,3 0 1 0,-6 0-4 16,-1 2 0-16,1-3 4 0,-4 1-3 0,2-1-9 15,-3 2-1-15,-1-5 0 0,1 5 6 16,-1-2-7-16,2-1 7 0,-3-2-5 0,2 3 0 0,3-3-2 16,0-2 1-16,0 2 0 0,2-2-1 15,1 0 11-15,1 2-11 16,-3-2 0-16,4 1 3 0,1 1-1 0,4-1 0 15,-1 2-2-15,2 0 0 0,3 2 1 0,-1 1 0 16,2 0 1-16,3 0-1 0,2 1 0 0,-2 2 3 0,-4-1-6 16,5 1 3-16,-6-5 2 0,3 5-3 15,-3 1 0-15,-3-4-3 0,0 1-5 0,-1-2 2 16,-1 0 8-16,-3 0-8 0,-3-1 1 0,2-1 3 16,-3-1 2-16,-4 1 2 0,2-1 7 0,-4-1-6 0,-2 1 1 0,1-2-2 15,-1-1 0-15,-1-1-2 0,1 0 5 0,0 1 0 16,2-3-1-16,2 0 4 0,1 0-2 0,0 0-3 15,-1-3 2-15,8 3-1 0,-11 0-27 0,6-2-53 0,5 2-63 0,-1-7-68 16,2 2-216-16,3 0-459 0,1 0 204 0</inkml:trace>
  <inkml:trace contextRef="#ctx0" brushRef="#br0" timeOffset="168481.03">25956 13825 19 0,'0'0'401'0,"0"0"-13"0,0 0-3 0,0 0-6 0,0 0-3 16,0 0-18-16,0 0-22 0,0 0-34 0,0 0-31 0,0 0-32 15,0 0-33-15,0 0-42 0,0 0-50 0,9-7-64 16,-9 7-61-16,6-2-64 0,-2-1-73 0,-4 3-85 16,9-5-104-16,-4 2-194 0,-1 0-575 0,5-3 254 15</inkml:trace>
  <inkml:trace contextRef="#ctx0" brushRef="#br0" timeOffset="168718.77">26499 13412 189 0,'5'-6'311'0,"2"1"-37"0,1-2-22 0,4 0-31 16,8 0-18-16,0-1-18 0,8 3-23 0,1-1-21 15,3 2-41-15,-4 1-43 0,-6 0-45 0,-2 2-38 16,0 0-36-16,-1 0-47 0,-8 1-47 0,-1-2-137 16,-3 2-316-16,-5 0 140 0</inkml:trace>
  <inkml:trace contextRef="#ctx0" brushRef="#br0" timeOffset="169066.64">26509 13387 152 0,'-11'0'181'16,"-1"2"-10"-16,1 0-8 0,3-2-20 0,0 3-13 15,2-1-15-15,1-1-10 0,0 1-15 0,1 0-7 0,0 1-11 0,-1 2-6 16,2-2-5-16,2 1-2 0,-2 1 2 0,3 2 8 16,3-1 6-16,1 4-3 0,0-3 5 0,1 4 0 15,3 0 4-15,3 2 0 0,-2 0-3 0,4 0-5 16,2 0 7-16,-1 3-15 0,4 5-5 0,-5-7-1 15,2-1-6-15,-4 4 2 0,1-1-2 0,-1 0-12 16,-4-1-1-16,0 0-7 16,-2 0-4-16,-3-2-3 0,-2-1-5 0,-2 1-8 15,-3-4 6-15,1 5-6 0,-3-6-1 0,0 2 2 16,0-1-2-16,-3-1-1 0,2-1 0 0,-1-2 8 16,1 0-7-16,-1 0 4 0,2-3 7 0,3 0 12 15,0 1 8-15,0-3 16 0,4 0 11 0,-8 3 13 16,8-3 20-16,-3 1 9 0,3-1 0 0,0 0-5 15,0 0-9-15,0 0-22 0,0 0-21 0,0 0-37 0,-1-10-42 0,1 10-36 16,5-6-51-16,-1 3-59 0,2 0-64 0,3-2-81 16,-2 1-216-16,0 0-575 0,2-1 256 0</inkml:trace>
  <inkml:trace contextRef="#ctx0" brushRef="#br0" timeOffset="169251.27">26912 13791 65 0,'0'0'439'0,"0"0"-11"0,0 0-35 16,0 0-32-16,0 0-29 0,0 0-36 16,0 0-31-16,0 0-49 0,11-5-55 0,-7 5-63 0,-4 0-64 0,11-2-66 0,-4 2-68 15,1-3-86-15,-4 1-276 0,1 0-500 16,-5 2 221-16</inkml:trace>
  <inkml:trace contextRef="#ctx0" brushRef="#br0" timeOffset="169484.76">27615 13740 364 0,'2'-3'330'0,"-2"3"-58"16,1-4-57-16,1 1-53 0,2 2-56 0,1-3-63 0,1 1-74 16,7 2-82-16,-2-2-112 0,3 1-244 15,-1-1 108-15</inkml:trace>
  <inkml:trace contextRef="#ctx0" brushRef="#br0" timeOffset="169636.15">28043 13730 242 0,'0'0'301'0,"5"-5"-19"0,0 2-40 0,0 2-25 16,3-2-32-16,2-1-33 0,0 2-39 0,9-2-54 15,-2 0-48-15,6 1-65 16,5-1-73-16,-5-1-144 0,5 0-293 0,0 1 130 15</inkml:trace>
  <inkml:trace contextRef="#ctx0" brushRef="#br0" timeOffset="169767.64">28560 13684 65 0,'5'0'326'16,"-5"0"-16"-16,0 0-17 0,6-2-14 0,-6 2-24 0,0 0-24 0,2-4-26 15,-2 4-25-15,0 0-61 0,5-3-83 0,-2 0-108 16,0 1-127-16,3-1-139 0,-3-1-367 0,1 1 163 15</inkml:trace>
  <inkml:trace contextRef="#ctx0" brushRef="#br0" timeOffset="171819.34">28686 13316 155 0,'0'-4'204'0,"0"4"0"16,-2-3-10-16,2 3-10 0,0-7-7 0,0 7-3 15,2-5-8-15,-1 2-13 0,-1 3-10 0,2-9-19 0,1 8-14 16,1-3-11-16,2 4-10 0,-1-3-7 16,3 1-15-16,2-1-9 0,3 3-3 0,0 1-7 0,3 2-6 15,-2 1-6-15,2-1-2 0,3 7-4 0,-4-3 0 16,-1 5-6-16,0 2 0 0,-1 0-5 0,1 3-2 0,-9-2-1 15,4 9-1-15,-5-4-4 0,-3 6 0 0,-7-1 1 16,-4 2-6-16,-3 1 5 0,-4-1-4 0,-6 0 0 16,0-2 2-16,-1 0-4 0,1-3 1 0,-1-2 1 15,-2 2-2-15,2-6-1 0,2 0-1 0,4-5 1 16,4 0-2-16,4-5 1 0,-2 0 1 0,5 2-3 16,-1-5 2-16,4 1-1 0,-1 1 2 0,1-4 2 0,-1 1 7 0,3 3-1 15,2-5 7-15,0 2 7 0,0-2 13 0,7 4 3 31,-2-3-5-31,7 2-1 0,3-1-6 0,3-2-1 0,4 0-3 0,0 0-23 0,-2 0-34 0,7-2-42 16,-5 2-59-16,8-1-60 0,-11 1-273 0,2-2-504 16,-3-3 223-16</inkml:trace>
  <inkml:trace contextRef="#ctx0" brushRef="#br0" timeOffset="172288.91">29056 13428 104 0,'0'-3'309'0,"1"-1"-19"0,3-1-18 0,-4 5-20 16,4-4-24-16,0 4-24 0,-4 0-21 0,5-2-21 0,-5 2-15 15,10 2-18-15,-5-1-12 0,4 4-11 16,-1 2-12-16,2-2-9 0,2 9-8 0,-1-2-11 16,-2 5-5-16,1-2-4 0,-2 2-7 0,0 0-7 15,-2 0-2-15,2 2-5 0,-6 0-5 0,1 1-2 0,-1 0-4 16,-4-3-3-16,-1 0 4 0,2 0-10 0,-5-1 5 0,2-5 2 15,0-1-10-15,-1-1-1 0,0 0-2 0,2-2 2 16,-3-3 2-16,5 1 0 0,-2 0 12 0,2-2 16 16,-3 0 21-16,4-3 12 15,0 0 15-15,0 0 13 0,0 0-3 0,-8-15 1 0,8 10 3 16,1-7-8-16,2 0-10 0,1-3-10 0,4-3-7 16,-1 2-7-16,5-12-6 0,2 3-7 15,2 0-11-15,2-4-14 0,-4 1-17 0,4 2-15 16,-1 2-13-16,-1 2-28 0,-7 2-29 0,5 6-40 15,-5 2-44-15,-1 3-55 0,0 1-49 0,3 1-84 16,-2 2-214-16,0 2-610 0,1 2 271 0</inkml:trace>
  <inkml:trace contextRef="#ctx0" brushRef="#br0" timeOffset="172643.17">29474 13564 115 0,'0'0'255'0,"0"0"-14"0,-4 2-14 0,4-2-18 16,0 0-14-16,0 0-17 0,0 0-14 0,0 0-15 0,0 0-18 16,0 0-7-16,0 0-9 0,0 0 13 0,0 0-6 15,0 0-11-15,0 0-2 0,0 0 2 0,0 0-5 16,0 0-2-16,0 0-6 0,0 0 0 15,0 0-5-15,0 0-2 16,0 0 1-16,0 0 5 0,0 0-4 0,0 0-6 16,0 0 8-16,0 0-4 0,0 0-12 0,0 0-3 15,0 0-12-15,0 0-7 0,24-4-4 0,-6 1-7 16,-4 0 7-16,17 2-19 0,-10 0-8 0,8-2 5 16,3 1-24-16,-3-1-21 0,-1-1-19 0,-1 1-27 15,-5 1-20-15,-2-1-18 0,-1 3-19 0,-1-4-25 16,-7 2-35-16,0-1-48 0,1 0-55 0,-6-2-242 0,-2 3-565 0,-3-2 251 15</inkml:trace>
  <inkml:trace contextRef="#ctx0" brushRef="#br0" timeOffset="172990.93">29952 13418 52 0,'1'-2'423'0,"-1"2"-8"16,0-6-15-16,1 2-24 0,-1 4-24 0,2-5-27 15,-2 5-35-15,1-2-24 0,-1 2-20 0,0 0-37 16,0 0-20-16,0 0-27 0,0 0-13 0,0 0-22 0,0 0-12 0,0 0-27 16,0 0-17-16,0 0-11 0,1 13-14 15,2-9-23-15,-2 7 8 0,0-1-6 0,1 3-5 16,-2 4 4-16,1-2-8 0,-1 2 7 0,1 0-8 15,-1-1-3-15,3 1 2 0,-3-4 4 0,1-2-19 0,0 0 11 16,-1 2 4-16,0-1-2 0,0-5 5 16,0 0-6-16,2-1-5 0,-2 0-5 0,0-1-13 0,0-1-4 0,0 0-8 15,1-1-14-15,-1-3 3 0,-1 6-15 0,1-6-5 16,0 0 4-16,-2 4-5 0,2-4-5 0,0 0-13 16,0 0-65-16,0 0-92 0,0 0-102 0,-1-13-247 15,2 6-628-15,2-5 278 0</inkml:trace>
  <inkml:trace contextRef="#ctx0" brushRef="#br0" timeOffset="173229.17">30134 13278 175 0,'0'0'327'0,"4"-3"-35"0,-4 3-28 15,0-4-29-15,0 4-25 0,0 0-24 0,0 0-21 16,9 9-15-16,-5-4-9 0,5 7-10 0,-1 3-6 0,3 6-11 0,1 4-3 15,-3 4-8-15,0 0-3 0,-4 2-8 0,-3 1-6 16,0 0-6-16,-6 1-10 0,-1 0-8 0,-4-1-4 16,-5 0-11-16,-3-1-12 0,-5-2-11 15,-10 7-8-15,6-11-8 0,-13 9-24 0,1-5-37 0,5-13-43 16,-12 9-47-16,9-8-57 0,-15 1-284 0,15-5-523 16,-13-4 232-1</inkml:trace>
  <inkml:trace contextRef="#ctx0" brushRef="#br0" timeOffset="173660.91">28558 13049 262 0,'0'0'278'0,"0"0"-30"16,0-5-34-16,0 5-25 0,0 0-20 0,-12 14-19 15,1 3-23-15,-7 9-20 0,-5 16-2 0,-4 2-14 16,-1 3-12-16,-3 7-5 0,-5 19-7 0,12-22-9 16,4-1-4-16,0 1 1 0,7-1-9 0,6-4-5 15,3-9-3-15,8 7-3 0,1-11 3 0,7 0-1 16,7 0-2-16,12 3-5 0,8-4-22 0,6-6-46 0,2-5-68 0,7-3-102 15,-1-5-173-15,1-5-412 0,-3-5 182 0</inkml:trace>
  <inkml:trace contextRef="#ctx0" brushRef="#br0" timeOffset="175900.77">24875 14338 22 0,'0'0'116'0,"0"0"-8"0,0 0-12 0,0 0-7 16,0 0-10-16,11-4-7 0,-11 4 0 0,12-1-8 15,-7 1 0-15,4 0-19 0,-3 0 9 0,7 0-6 16,0 0-10-16,0-3 1 0,1 6-4 0,3-3-9 0,0 0-6 0,1 0 2 15,0 1 3-15,1 0-7 0,-1-1 8 16,5 3 0-16,-2-1-8 0,4-1 5 0,5-1-1 0,-2 1 0 31,0 0 3-31,3 1-13 0,-1-2 1 0,0 0 4 0,0 0-7 0,6 0 6 0,1 0 1 16,0-2-6-16,3 2 5 0,-2 0 0 0,13 0 0 16,-12 2-5-16,1-2-3 15,-1 0-2-15,-1 0 3 0,-1 2-5 0,4-2 14 16,-1 0-12-16,-2 3-3 0,1-3 0 0,-1 0 2 15,1 0-2-15,-3 0 1 0,2 0-5 16,-3 0 7-16,3 0-3 0,-5-3 2 0,2 3-5 16,1 0-3-16,1-2 7 0,0-1-5 0,-3 1-3 15,3 0 6-15,3-1 2 0,-4 2-1 0,-2 0-13 16,2 1 15-16,-1-3 3 0,0-1-9 0,2 3 1 0,-1 1-1 0,-3-2 2 0,2 0-5 16,-1-1 5-16,2 3-10 0,1-2 12 0,-2 2 2 15,0 0-3-15,1 0 2 0,1 0 2 0,-1 0-6 16,1 0 9-16,0-2-4 0,3 1 5 0,-2 1-4 15,0 0 2-15,2 1-8 0,-3-1-3 0,4 0 4 16,-5-1 4-16,0 1-3 0,1 0 11 0,1 1-11 16,-1 1-7-16,0 0 7 15,-2-4-4-15,0 4 4 0,1-4-1 0,-4 2 5 16,6 0-4-16,-3 0-6 0,1 0 6 0,-2-3 8 16,2 2-6-16,-3 1-2 0,4-3-2 0,-1 2 4 15,-1 0-7-15,-3-2-1 0,1 1 6 0,1 1-1 0,-2 0-1 16,-1 0 6-16,4-3 0 0,-1 1 7 0,0 0 17 15,0 1 2-15,1 1-3 0,0-1 3 0,-2-3-3 16,3 3-3-16,-3-2 2 0,5 1-3 0,-4 1 3 0,0-1-4 16,2 0 0-16,-1 1-1 0,4 0 6 0,-5 2-10 15,4-1-3-15,-4-1 1 0,2 1-2 0,-4 0 1 16,1 0-1-16,-1 1-1 0,2-1 3 0,-2 0-1 16,3-1 1-16,-2 2-2 0,-1-2 3 0,0-3 0 15,3 4-1-15,-3 0 3 0,1-2 2 0,1 1-2 16,2 1 0-1,-3-2-2-15,-1-1 0 0,1 1 5 0,2 2 2 16,-3-2-3-16,0 1 3 0,2 2-2 0,0-3 6 0,-2 1-1 16,-2-1 1-16,2 1 0 0,0 2 0 0,-4-1-2 15,3 0-3-15,-8 0 4 0,4-1 3 0,-6 2-5 16,1-1 1-16,-1 1 1 0,0 0 0 0,-3 0 2 16,1 0 0-16,-1-1-1 0,-1 1 5 15,-3 0 0-15,-3 0 1 0,1 0 2 0,-1 0 3 0,0 0 4 0,-5 0 4 16,2-3-7-16,-8 3 0 0,9-2 1 0,-4 2 0 15,-5 0-5-15,7 0 2 0,-7 0 0 0,9 0-4 16,-9 0-6-16,0 0 0 0,5 0-2 0,-5 0-3 16,0 0-4-16,0 0-1 0,8 0-4 0,-8 0-1 0,0 0 0 15,0 0-2-15,0 0-2 0,0 0-1 0,0 0 1 16,5-2 1-16,-5 2-7 0,0 0 4 0,0 0 1 0,0 0-6 16,0 0-15-16,0 0-16 0,0 0-32 0,0 0-34 15,0 0-34-15,0 0-41 0,0 0-45 0,0 0-75 16,0 0-180-16,0 0-506 0,-23 4 224 0</inkml:trace>
  <inkml:trace contextRef="#ctx0" brushRef="#br0" timeOffset="179303.26">25003 14703 17 0,'-3'-3'211'16,"3"3"-11"-16,0 0-3 0,-1-5-9 0,1 5-7 15,0 0-8-15,0 0-11 0,0 0-17 0,0 0-13 16,0 0-13-16,0 0-14 0,2-5-10 0,2 2-3 15,0 2-18-15,3-2-5 0,0 0-13 0,5 2-2 16,-1-2-4-16,3 3-11 16,-1 0-2-16,6 0-4 0,-6 0-4 0,4 4-4 15,-1-1-6-15,-2 0-5 0,-2 4 0 0,2 3-10 16,-4-5-1-16,-5 5-4 0,4-3-4 0,-2 5 1 16,-4 3 16-16,-1 2-7 0,-4 1 7 0,-4 2-17 15,-7 3-3-15,-1 1 3 0,-4-1 0 0,-1 1 5 16,-3-2-8-16,1-2 3 0,-2-1 3 15,0-5-3-15,-3 1 3 0,4-1 0 0,3-4-2 0,0 0 2 0,6-1 0 0,3-3 1 16,1-4-1-16,0 3 2 0,5-2 13 16,-1 1 21-16,0-4 20 0,1 3 3 0,4-3 0 15,-6 1 4-15,6-1-2 0,0 0-8 0,0 0-1 16,0 0-5-16,0 0-6 0,25-4-1 0,-12 0-3 16,1 0-2-16,4 0-6 0,-2 2 0 0,1-2-5 0,0 0-2 15,-2 3 0-15,1-3-5 0,-2 3-4 0,2-2-24 0,-2 0-21 16,-5-1-29-16,5 3-29 0,-5 0-42 0,4-2-60 15,-3 1-262-15,-2 1-494 0,2-2 218 0</inkml:trace>
  <inkml:trace contextRef="#ctx0" brushRef="#br0" timeOffset="179489.91">25550 14938 3156 0,'6'-1'401'0,"-6"1"-180"16,5-1-73-16,-5 1-61 0,4-3-13 0,-4 3 11 16,0 0-22-16,4-3 2 0,-4 3-12 0,0 0-9 15,0 0-16-15,1-4-41 0,3 2-44 0,2 1-37 0,-1-2-34 0,2 2-35 16,-1 0-40-16,6-1-59 0,-2 1-50 16,-2-2-221-16,3 2-576 0,-2-3 255 0</inkml:trace>
  <inkml:trace contextRef="#ctx0" brushRef="#br0" timeOffset="179883.96">26155 14601 87 0,'0'0'335'16,"0"0"-28"-16,0-5-31 0,0 5-28 0,0 0-26 16,0 0-27-16,0 0-24 0,0-5-17 0,0 5-18 15,0 0-17-15,0 0-12 0,0 0-15 0,-6 11-4 16,4-5-12-16,-1 6-8 0,-3 2-8 0,-2 3-5 16,-7 7-6-16,2-2-5 0,-2 1-5 0,-1 2-7 15,1-2-1-15,1-1-4 16,0 0-3-16,2-5-2 0,3 0 0 0,0-2-4 0,0-1-3 15,4 1 0-15,1-5-1 0,-1 1 0 0,3-4-1 16,0-1-3-16,-1 0 7 0,1 0-1 0,1-2 0 16,1-2 5-16,3 1 7 0,0-1-4 0,5 1 2 15,2-1-3-15,4-1-1 0,8-1-5 0,0-1 0 16,6-1-17-16,-6-1-24 0,-1 1-27 0,1-2-37 16,0 0-39-16,5-3-49 0,-1 2-55 0,-8 0-222 15,4 0-490-15,-8-1 216 0</inkml:trace>
  <inkml:trace contextRef="#ctx0" brushRef="#br0" timeOffset="180158.59">26431 14773 145 0,'-5'-5'328'0,"2"3"-22"0,3 2-23 0,0 0-26 0,0-5-25 15,0 5-24-15,0 0-25 0,0 0-27 0,-6-2-20 16,6 2-12-16,0 0-14 0,-1 12-13 0,1-3-8 15,-4 4-9-15,2-1-10 0,-1 7-8 0,-3-2-6 16,3 3-7 0,-2-1-6-16,1 5 0 0,0 2-5 0,3-6-2 0,-3 4-5 15,2-7-3-15,0 3 0 0,2-4-6 0,0-1-4 16,-1 0 2-16,-1-3-2 0,2-1-2 0,1-1 2 0,-1-5-11 16,0 3-7-16,0-2-1 0,0-3-16 15,0 2-13-15,-1 0-15 0,-1-1-13 0,4-1-17 0,-2-3-15 16,0 5-21-16,0-5-19 0,0 0-25 0,1 4-25 15,-1-4-24-15,0 0-170 0,0 0-405 0,0 0 180 16</inkml:trace>
  <inkml:trace contextRef="#ctx0" brushRef="#br0" timeOffset="180421.44">26626 15070 197 0,'4'-1'399'0,"-4"1"-31"0,0 0-46 0,0 0-24 16,2-4-36-16,-2 4-16 0,0 0-52 0,0 0-42 15,0 0-51-15,0 0-51 0,0 0-54 0,0 0-56 0,0 0-69 16,6-3-271-16,-6 3-432 0,4-4 191 0</inkml:trace>
  <inkml:trace contextRef="#ctx0" brushRef="#br0" timeOffset="181862.97">27170 14867 157 0,'0'0'284'0,"0"0"-19"0,1-4-20 16,-1 4-17-16,0 0-27 0,0 0-14 0,0 0-24 15,0 0-18-15,2-4-30 0,-2 4-27 16,9-2-33-16,-3 0-34 0,0 2-35 0,2-1-57 16,5-1-50-16,-2 0-204 0,0-1-352 0,6-1 156 0</inkml:trace>
  <inkml:trace contextRef="#ctx0" brushRef="#br0" timeOffset="182025.72">27736 14826 174 0,'0'0'253'0,"5"-2"-24"0,-5 2-25 0,5-2-31 15,0-2-38-15,2 3-34 0,4-2-27 0,2 1-35 16,5-1-32-16,1 1-50 0,8-4-26 0,1 2-34 15,3 2-93-15,0-1-212 0,3-1 94 0</inkml:trace>
  <inkml:trace contextRef="#ctx0" brushRef="#br0" timeOffset="182164.26">28231 14763 183 0,'2'-1'252'16,"5"0"-9"-16,-7 1-7 0,0 0-11 0,10-2-5 0,-10 2-17 16,5 0-19-16,-5 0-16 0,4-2-22 0,-4 2-10 15,0 0-21-15,0 0-29 0,5 0-27 0,-5 0-41 16,0 0-68-16,4-3-88 0,-4 3-243 0,7-3-413 15,0 1 182 1</inkml:trace>
  <inkml:trace contextRef="#ctx0" brushRef="#br0" timeOffset="182913.44">29052 14582 221 0,'3'-4'228'0,"-2"-1"-17"0,3 2-28 0,1 1-20 15,1-1-15-15,6 2-16 0,-2-5-15 0,4 9-12 16,-1-1-9-16,6-1-11 0,-2 4-6 0,1-4-12 16,-4 2-8-16,4 5-6 0,-1 0-7 0,-4 2-7 15,-4-2-1-15,1 1-2 0,-1-1-4 0,-5 2-1 16,0 3-2-16,-3 2-6 0,-2 2 2 0,-3 4-5 0,-6-4 4 15,-3-2-5-15,-3 7 4 0,-5 0-12 0,1-3 2 0,-1 0 1 16,1-1-3-16,6-5 0 0,-3-3-1 0,4 3 0 16,-1-4-1-16,4-2 2 0,2 0 1 15,-2 1-6-15,5-3 4 0,1-1 1 0,0 0-2 0,3 0 2 16,-3 1 13-16,6 0 21 0,0-2 19 0,2 1 1 16,2-1 2-16,8 1-25 0,3-2-7 0,5 1-2 0,-1-1-3 15,10 1-7-15,-3-3-22 0,0 0-33 0,4 0-34 16,-5-3-45-16,9-1-67 0,-7 1-245 0,-1-1-457 15,-8 1 203-15</inkml:trace>
  <inkml:trace contextRef="#ctx0" brushRef="#br0" timeOffset="183265.81">29648 14691 345 0,'2'-2'326'0,"-2"2"-33"0,5-3-24 0,-1 2-25 16,-4 1-18-16,9 0-25 0,1 0-19 0,-1 1-19 0,4 4-10 0,2 4-13 15,2-2-2-15,2 3-17 0,-2 0-3 16,-2 3-8-16,0 1-14 0,-3 0-6 0,0 1-7 16,0-1-8-16,-3 4-6 0,2-3-7 0,-5 1-2 0,-4-4-13 15,2 3-5-15,-4-2-11 0,0-1-4 0,0-3-2 16,-2-3-7-1,0 4 0-15,-3-4-3 0,2-2 2 0,-1 0 3 16,1-1 2-16,2-1 0 0,1-2 16 0,-7 0 11 16,7 0 18-16,-7-5 24 0,5-2 8 0,2-2 3 15,0-1 2-15,2-7-9 0,3 0-14 0,4-6-3 16,3-2-14-16,1 0-13 0,5-1-26 0,0-2-27 16,4 1-40-16,1-1-38 0,0 1-36 0,1 4-42 15,-2 1-48-15,1 1-70 0,2 5-88 0,-5 0-231 16,-3 4-644-16,-2 4 284 0</inkml:trace>
  <inkml:trace contextRef="#ctx0" brushRef="#br0" timeOffset="184413.22">30901 13713 115 0,'0'0'225'0,"-1"-7"1"0,2 5 17 16,-1 2 2-16,2-4-4 0,-2 4-8 0,1-6-7 15,-1 6-9-15,2-3-10 0,-2 3-29 0,0 0-18 16,0 0-12-16,2-4-19 0,-2 4-17 0,0 0-16 16,0 0-13-16,0 0-4 0,0 0-19 0,0 0-6 15,5 12-9-15,-5-3-3 0,0 1-2 0,0 9-8 16,-1 0-1-16,1 9 1 0,-4-1-6 0,2 3-2 0,0 1-3 0,-3 1 0 15,3 0-3-15,0 0-4 0,-2-4 3 0,3 2-8 16,-3-1-1-16,3-1-21 0,-1-8 2 0,2-3-1 16,0 2 6-16,0-4-2 0,2-3 2 0,-1 0 5 15,1-2-1-15,0 2 1 0,-1-7 5 0,2 2 4 16,-1-2-5-16,1 0 11 0,1 2 6 0,-1-3-3 16,1-1 0-1,1-1 2-15,7-1-5 0,-1 0 3 0,3-1-17 16,-1-2-15-16,4 0-37 0,-1-3-44 0,2-2-44 15,0 0-69-15,5-8-107 0,-5 2-168 0,3-2-524 16,-1-2 232-16</inkml:trace>
  <inkml:trace contextRef="#ctx0" brushRef="#br0" timeOffset="184613.7">30754 14034 163 0,'-5'1'295'0,"5"-1"1"0,-9 3-12 0,9-3-8 16,0 0-19-16,0 0-28 0,0 0-25 0,0 0-24 0,36-5-14 15,-7 2-28-15,7-2-30 0,4 2-38 0,17-1-48 16,-2-1-58-16,0-1-63 0,4-2-87 0,-23 1-209 0,2 2-427 16,-2-3 189-16</inkml:trace>
  <inkml:trace contextRef="#ctx0" brushRef="#br0" timeOffset="185083.58">31331 13258 98 0,'6'-4'280'0,"5"1"-17"15,-4 1-19-15,3-2-18 0,2 1-20 16,-1 3-20-16,-2-3-24 0,2 6-12 0,-3-3-20 16,1 3-17-16,-4-1-12 0,4 5-12 0,-4 0-14 0,-1 5-4 15,1-1-1-15,-5 9-12 0,0-1-7 0,-5 4-8 16,-4 3-1-16,4 2-6 0,-8-2-3 0,6-2-4 0,-2 2-2 16,1-8-1-16,-2 1-5 0,3-2-1 0,-1-1-4 15,0 0 1-15,3-7-3 0,1 0 1 0,3 3-1 16,-1-4-1-16,2-1 2 0,0-2 1 0,0 1 3 15,3 0-1-15,3-1 0 0,-1-2 1 0,9 3-1 16,-1-3-4-16,6 0-7 0,3-1-33 0,5 1-44 16,-8-2-54-16,4-2-65 0,-4-2-257 0,3 1-483 0,-2-2 213 0</inkml:trace>
  <inkml:trace contextRef="#ctx0" brushRef="#br0" timeOffset="185430.76">31704 13239 92 0,'0'-5'341'0,"1"1"-15"0,-1 4-26 16,0-5-28-16,0 1-27 0,0 4-31 0,8-5-23 16,-3 5-24-16,-5 0-14 0,11 1-13 0,-1 4-14 15,1-2-17-15,-1 5-6 0,3 1-17 0,0 3-10 16,-2 2-27-16,2 1-7 0,2 7-6 0,-5-4 1 0,-1 0-11 15,0 4-2-15,-5-3-6 0,2 0 2 0,-2-2-4 0,0 0 1 16,-3 0-3-16,-1-4-4 0,0-2 2 0,0-1-6 16,-3 0-1-16,1-3-4 0,2-2 8 15,-4 2-1-15,4-4 7 0,0 2 16 0,-6-3 22 16,6-2 18-16,0 0 9 0,-4 2 8 0,4-2 7 0,0-10 11 16,0 4 1-1,4-4-7-15,1-1-14 0,0-5-3 0,8-7-7 16,-3 5-12-16,2-3-7 0,3-2-23 0,2 2-19 15,1 1-31-15,0 0-29 0,-5 7-32 0,3 3-32 16,-1-1-56-16,-5 5-57 0,3 1-58 0,-3 2-310 16,-2 3-639-16,-1 0 282 0</inkml:trace>
  <inkml:trace contextRef="#ctx0" brushRef="#br0" timeOffset="185868.42">31806 14144 50 0,'0'0'223'0,"0"0"-5"0,0 0 3 15,0 0-5-15,0 0-13 0,0 0-8 0,0 0-7 16,0 0-17-16,0 0-16 0,0 0-13 0,0 0-15 16,19-3-12-16,-4 2-14 0,2-2-8 0,2 2-8 15,4-1-10-15,5 0-10 0,2-2-10 0,-1 3-15 16,2-3-25-16,-2 1-28 0,-10 0-36 0,4-2-40 16,-2 1-50-16,-2-1-48 15,-6 2-193-15,-3-4-410 0,-1 2 181 0</inkml:trace>
  <inkml:trace contextRef="#ctx0" brushRef="#br0" timeOffset="186084.31">32060 13912 76 0,'0'0'339'0,"-1"-5"-22"0,1 5-25 16,-4-3-28-16,4 3-31 0,0 0-28 0,0 0-22 0,-2-4-23 15,2 4-19-15,0 0-15 0,0 0-13 0,-2 16-16 16,2-6-8-16,-4 0-12 0,4 7-5 0,-1 2-10 15,-1-1-2-15,2 6-7 0,0 1-3 16,2 2-2-16,-1-2-12 0,-1 1-13 0,4-3-24 0,-4-4-23 16,2 0-26-16,0-2-29 0,2 0-32 0,-1 0-41 0,0-6-37 15,4 1-230-15,0-4-453 0,-1 1 200 0</inkml:trace>
  <inkml:trace contextRef="#ctx0" brushRef="#br0" timeOffset="186268.92">32663 14123 161 0,'0'0'348'16,"7"-4"-41"-16,-3 0-30 0,3 2-28 0,2 0-45 15,4-1-45-15,1 3-49 0,-1-3-58 0,-13 3-62 16,0 0-86-16,61 3-198 0,-31-3-318 0,-30 0 141 0</inkml:trace>
  <inkml:trace contextRef="#ctx0" brushRef="#br0" timeOffset="186416.3">33150 14081 46 0,'0'0'381'16,"0"0"-40"-16,0 0-31 0,0 0-38 0,0 0-53 15,0 0-59-15,31-15-59 0,-31 15-62 0,0 0-89 16,37-4-92-16,-37 4-138 0,36-3-303 0,-17-1 134 16</inkml:trace>
  <inkml:trace contextRef="#ctx0" brushRef="#br0" timeOffset="186547.54">33449 14056 73 0,'0'0'183'0,"0"0"-65"0,0 0-91 0,0 0-95 0,0 0-71 0,0 0 31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6:59:29.63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2633 1538 33 0,'0'0'127'0,"4"-4"-14"0,-4 4-8 15,0 0-13-15,0 0-9 0,0-8-9 0,0 8-10 16,0 0-10-16,0 0 2 0,0 0-19 0,0 0-24 15,0 0-27-15,0 0-21 0,2-3-15 0,-2 3-76 16,0 0-136-16,0 0 61 0</inkml:trace>
  <inkml:trace contextRef="#ctx0" brushRef="#br0" timeOffset="970.38">3953 2099 267 0,'0'-7'317'0,"-1"4"-6"15,1-2-4-15,0 1-12 0,0 4-7 0,-1-10-11 0,2 5-13 16,-2 3-17-16,1 2-28 0,1-6-1 0,0 2-28 16,-1 4-25-16,0 0-14 0,-1-5-16 0,1 5-22 15,0 0-38-15,0 0-44 0,0 0-39 0,0 0-8 16,0 0 0-16,0 20 4 0,-1-2 3 0,-1 8-16 16,-2 7 21-16,2 2 2 0,-5 12 1 0,0 2 2 15,2-1 4 1,-3-2 2-16,3-12-2 0,4 0-5 0,-6-1 6 0,7-3-2 15,-3-1-1-15,0-5 1 0,-1 0 16 0,4-4-2 16,-1-5-2-16,-2-2-1 0,2-2 0 16,1-2 5-16,0-2-7 0,-1-1 8 0,-2-2 8 15,3 1-5-15,0-1 33 0,0-1 2 0,0-3 0 16,0 0 16-16,0 5-16 0,0-5-6 0,0 0-11 16,0 0-20-16,0 0-36 0,0-16-21 0,3 11-36 0,-2-6-35 0,-1 2-49 15,4-6-58-15,0-2-73 0,0-2-306 0,-1 1-641 16,4 0 284-16</inkml:trace>
  <inkml:trace contextRef="#ctx0" brushRef="#br0" timeOffset="1255.24">3999 2043 209 0,'-6'-1'246'0,"6"1"-9"16,0 0-5-16,-5-3-10 0,5 3-5 0,0 0-17 16,0 0-21-16,0 0-10 0,0 0-19 0,0 0-14 0,0 0-16 0,11-5-11 15,1 2-10-15,7 1-9 0,8-3-16 0,3 2-31 16,2-1-7-16,-1-1 0 0,2 1-5 0,2-2-4 16,-1 2-1-16,-2-2-2 0,-4 1-2 0,-5 1 0 15,-1 0-7-15,-4 1 5 0,0 0-8 0,-7 1 2 16,0 1-18-16,-4 1-8 0,-1-1-34 0,0 1-27 15,-6 0-13-15,0 0-9 0,0 0-26 0,0 0-35 0,-13 11-53 0,-2-3-161 16,-1-4-399-16,1 6 177 0</inkml:trace>
  <inkml:trace contextRef="#ctx0" brushRef="#br0" timeOffset="1671.57">3902 2738 198 0,'-5'0'204'0,"1"3"-3"0,0-1 1 0,4-2-1 0,-5 4-6 16,5-4-7-16,0 0-13 0,-5 0-10 16,5 0-7-16,0 0-18 0,0 0-19 0,0 0-8 15,23-5-13 1,-6 1-11-16,3 1-9 0,-2 0-6 0,9-5-9 16,1 5-8-16,1-3-4 0,3 0-6 0,0 1-1 15,3 0-2-15,-2 2 3 0,0-4-1 0,-2 3-3 0,-2-1-4 16,-11 2-2-16,1 1-3 0,-6 0-3 15,0-1-3-15,-4 2-3 0,-3 0-2 0,-2 0 2 16,2 1-4-16,1-2-11 0,-7 2-16 0,6-1-17 16,-6 1-19-16,0 0-32 0,0 0-30 0,0 0-39 0,-24 1-41 0,11-1-64 15,-1 0-170-15,4-1-451 0,-7 1 200 0</inkml:trace>
  <inkml:trace contextRef="#ctx0" brushRef="#br0" timeOffset="2040.82">3960 2460 46 0,'-4'3'260'0,"4"-3"-18"0,0 0-27 0,-5 1-10 16,5-1-15-16,0 0-16 0,0 0-18 0,-3 3-15 0,3-3-10 16,0 0-10-16,0 0-6 0,14 4 0 15,-2-4-5-15,4 0-6 0,12-1-7 0,3 1-3 16,6-3-7-16,3-1 1 0,-2 1 3 0,17-4-6 16,-3 3-4-16,-15-2-12 0,2 1-3 0,-5 2-5 0,-2-6-6 0,-2 6-11 15,-9 0 1-15,-2 2-5 0,-2-2-4 0,-3 1-2 16,-5 1 3-16,0-1 4 0,-4 2 5 0,4-2 1 15,-5 2 0-15,-4 0-6 0,5-2 4 0,-5 2-11 16,0 0-9-16,8-1-14 0,-8 1-19 0,0 0-14 16,0 0-22-16,0 0-25 0,0 0-29 0,0 0-26 15,-16 8-36 1,11-4-44-16,5-4-44 0,-6 2-219 0,6-2-503 16,-5 3 222-16</inkml:trace>
  <inkml:trace contextRef="#ctx0" brushRef="#br0" timeOffset="2626.31">5090 2346 354 0,'0'-4'356'0,"0"4"-16"16,0 0-12-16,0 0-17 0,3-4-19 0,-3 4-27 16,1-3-23-16,-1 3-29 0,0 0-29 0,0 0-25 0,0 0-19 0,0 0-15 0,0 0-25 15,0 0-18-15,0 0-9 0,4 13-8 0,-4-3-4 16,1 1-9-16,-2 6-5 0,2 1-7 0,-1 1-3 0,3 8-3 16,-2 0-2-16,-2-2-4 0,1 3 1 15,-1-4 5-15,2-5-7 0,-1 0-9 16,1-1 2-16,0 1-1 0,1-4-4 15,-2-3 4-15,1-1-7 0,-1 2-3 0,1-7 5 16,-1 0-3-16,0 0 1 0,2-1 1 0,-2-1 17 16,1-1-12-16,-1-3 39 0,0 5 20 0,0-5 48 15,0 0 24-15,0 0 3 0,0 0-18 0,0 0-15 16,0 0-9-16,7-17-16 0,-5 6-13 0,0-6-19 16,2 2-20-16,-3-4-22 0,5-9-23 0,-3 1-18 0,0-1-9 0,-3-2-13 15,3 0 3-15,-5 1-6 0,-2 3 10 0,1 2-4 16,-3 6 9-16,1-1-8 0,-3 2 10 0,-3 0-4 15,0 4 4-15,-3 2 1 0,-2 1 0 0,-3 2 11 16,-1 2-11-16,-1 2 5 0,-7 6 1 0,0 1 0 16,-1 2 2-16,7-1-3 0,3 3 6 15,-2 1-7-15,2 2 5 16,-4 3 3-16,6-1 3 0,5 0 1 0,-1-2-11 0,8-1-6 16,-3 1-14-16,3 0 5 0,1 2 2 15,3-4 8-15,6 4 7 0,0-3 3 0,7-1 4 16,8-3 4-16,9 2 4 0,3-5-9 0,5-2 9 15,15-5-3-15,-2-1-8 0,2 1-36 0,-1-5-42 16,-15 5-59-16,1-2-63 0,-1-5-80 0,-3-1-307 16,-2-1-654-16,-3 3 289 0</inkml:trace>
  <inkml:trace contextRef="#ctx0" brushRef="#br0" timeOffset="3775.8">5461 2287 352 0,'0'0'392'0,"0"0"-10"0,0-8-6 15,0 8-9-15,0-5-12 0,0 5-23 0,0 0-25 0,0-4-32 16,0 4-23-16,0 0-31 0,0 0-20 0,0 0-22 16,3-1-21-16,-3 1-24 0,0 0-31 0,0 0-38 0,0 0-26 15,0 0-3-15,-3 13-7 0,6-7-6 0,-2 3 4 16,-1 3-5-16,1 4 2 0,0 1-1 0,1 1-11 16,-1-1 2-16,-1 0 4 0,0 2-4 0,4-1 8 15,-3-2-7-15,-1-3 2 0,3-2-5 0,-1-1 0 16,-1-2 2-16,1-1-4 0,-2-2 3 0,1 0 6 15,0-1 6-15,-1-1 22 0,0 1 26 0,0-4 12 16,5 2-2-16,-5-2-6 0,9-5-9 0,-1 0-4 16,2-2-5-16,0-1-9 0,4-2-5 0,-1-3-5 15,0-1-2 1,2-1-4-16,-3 1-5 0,3-1-4 0,3-4-4 16,-5 2-1-16,-3 0-2 0,0 3-2 0,-1 3-2 15,-5 6-1-15,5-1-3 0,-5 1 0 0,-1 0-9 16,-1 0-10-16,2 3-7 0,-4 2-12 0,4-5-21 15,-4 5-17-15,0 0-26 0,5-2-13 16,-5 2 25-16,0 0-4 0,1 12 11 0,0-5 6 16,1 3-5-16,0 2-2 0,2-2-8 0,2 4-1 0,2 1-9 0,2-1 4 0,3-2 6 15,1 1-4 1,5-1-3-16,-1-5-9 0,9 4-9 0,1-3-9 16,-1-2-4-16,2-5-3 0,1-1 3 0,-2-1 13 15,1-4 7-15,-2 0 15 0,-8 1 7 0,3-7 8 16,-3 5 26-16,-4-5 24 0,1-1 21 0,-6 6 26 15,-1-3 21-15,-3 0 19 0,1-1 17 0,-2 0 13 16,-3 4 7-16,0-2 0 0,-2 3-16 0,-2-3-1 0,0 1-10 0,-3 1-7 0,-3 1-11 16,0 2-14-16,-2 3 0 0,-3 0-9 0,1 0-1 15,-2 5-8-15,-7 2-4 0,6-1 5 0,-2 2-6 16,3 2 3-16,-3 1-8 0,2 1-3 16,2-1-2-16,1 3-6 0,4-4 8 0,-2 2-14 0,3 0-2 15,2-4-6-15,1 2 1 16,1-3-5-16,1 0-2 0,2-3 8 0,0 2 7 0,0-2 6 15,3-1 16-15,-3-3 3 0,12-3 5 0,-3 2 1 16,3 0-9-16,2-4 4 0,1-5-2 0,3 3-2 16,0-4 3-16,0 0-7 0,5-4 1 0,0-1 3 15,-6 4-8-15,-2 0 3 0,3-1-10 16,-2 4 2-16,-1-1 0 0,-1 0-10 0,-3 6 5 16,-4-4 0-16,-1 4 5 0,0 2-5 0,-2-1-4 0,1 0-4 0,-1 2-8 0,0-2-10 31,-4 3-2-31,0 0 4 0,14 4-13 0,-9 1 4 15,-1 0 7-15,2 0 4 0,2 2 0 0,1 1-6 16,0 0 11-16,1 4-1 0,4-1 4 0,-4-4-13 16,7 2-1-16,-3 1 6 0,-1-5-7 0,-2-2 1 0,1 2 3 15,1 0-2-15,1-5 2 0,0 0 0 0,-1-1 5 16,0-4 1-16,-1-1 1 0,-3 0-1 0,1-3 9 16,3-2 5-16,-5 0 13 0,-2-3 7 0,3-3 13 15,-4 0 3-15,-1-2 7 0,4-8 0 0,-3 3-4 16,0-4 9-16,-1 0 5 0,2 1 8 0,-3 0 14 15,-2 0 14-15,1 1 17 0,1 7 3 0,0 2 15 16,-1 6 7-16,1 0-3 0,-2 1-8 0,0 3-14 16,-1 2-11-16,0 1-16 0,1 0-14 0,1 0-28 0,-2 4-41 15,0 0-41 1,0 0-46-16,0 0-7 0,0 0 11 0,0 0 12 0,-3 22 4 16,2-6 5-16,-3 4 11 0,3 6 9 0,-2 0 5 15,1 5 4-15,0-2 9 0,0-3 5 0,2-1 3 0,0-6 7 16,2 0-9-16,-2 1-5 0,0-3-17 0,0-5-11 15,2 0-18-15,-4-2-14 0,2 1-15 16,0-5-12-16,0 1-8 0,0-2-4 0,-2-1 2 16,2-1 0-16,0-3-38 0,0 0-73 0,0 0-61 15,0 0-283-15,0 0-626 0,-14-12 276 0</inkml:trace>
  <inkml:trace contextRef="#ctx0" brushRef="#br0" timeOffset="4007.71">6293 2224 125 0,'-5'1'246'0,"-2"-1"-4"0,2 2-4 15,5-2-15-15,-5 3-3 0,5-3-23 0,0 0-4 16,0 0-11-16,21 1-14 0,-5-2-17 0,6 1-15 16,6-3-11-16,0 3-17 15,4-3-8-15,0-1-12 0,6 1-6 0,-2-4-11 16,0 3-4-16,0 0-8 0,-2 0-6 0,-3 2-10 15,-3-1-23-15,-9 1-18 0,0-1-17 0,-6 1-18 16,-4 0-24-16,0 3-29 0,-4-2-40 0,-5 1-67 16,8-3-246-16,-8 3-474 0,0 0 210 0</inkml:trace>
  <inkml:trace contextRef="#ctx0" brushRef="#br0" timeOffset="4361.58">6965 2224 295 0,'0'0'472'0,"-1"-5"-13"16,1 5-7-16,-1-6-17 0,1 6-9 0,0-3-20 0,0 3-31 15,0 0-35-15,-3-4-35 0,3 4-36 0,0 0-26 16,0 0-35-16,0 0-23 0,0 0-24 0,0 0-37 15,0 0-37 1,0 0-27-16,0 0-11 0,0 13-2 0,0-5-2 16,0 1-5-16,4 4-4 0,-5 2-3 0,2-3-4 15,0 0 1-15,3 5-3 0,-3-5 0 0,-1 1-3 16,3-4-3-16,-2 3-8 0,0-3-18 0,0-1-26 16,-1 0-15-16,0-4-27 0,0 2-19 0,0-3-30 15,2 2-1-15,-2-2-9 0,0 1 0 0,0-4-1 16,0 0-39-16,0 0-69 0,0 0-62 0,0 0-58 0,-8-15-266 0,8 4-678 15,-1-1 301-15</inkml:trace>
  <inkml:trace contextRef="#ctx0" brushRef="#br0" timeOffset="4530.72">6952 1978 377 0,'-1'-5'400'0,"0"2"10"0,1 3 0 0,1-6-20 16,-5 4-22-16,4 2-35 0,0-6-26 0,0 6-35 15,0 0-28-15,0-4-25 0,0 4-30 0,0 0-34 16,0 0-51-16,0 0-41 0,0 0-51 0,0 0-57 16,0 0-58-16,17 11-71 0,-11-4-72 0,3 1-96 15,-1 2-216-15,-2-2-603 0,3 1 267 0</inkml:trace>
  <inkml:trace contextRef="#ctx0" brushRef="#br0" timeOffset="5210.2">7186 2202 3 0,'-1'6'345'0,"1"-6"-37"0,0 0-30 0,0 0-16 16,0 0-25-16,-4 2-15 0,4-2-28 0,0 0-21 16,0 0-18-16,0 9-12 0,0-9-13 15,1 8-14 1,-1-4-10-16,3 0-11 0,-2 0-6 0,-1 1-9 15,0-5-8-15,5 7-3 0,-2-5-3 0,-3-2-9 16,6 3 8-16,-1-2 10 0,-5-1 7 0,15 2 4 0,-4-5-10 16,0 0-2-16,-1 1-3 0,1-7-2 0,1 6-13 15,1-2-2-15,1 1 1 0,-1-4 5 0,-4 4 1 16,1-1-13-16,-2 2 1 0,-3 1-1 0,-5 2-9 16,9-5-6-16,-9 5-5 0,13-2-8 0,-13 2-2 15,0 0-2-15,6-3-24 0,-6 3 6 0,0 0-9 16,9 7 2-16,-9-7 2 0,4 8-6 0,-1-4-1 0,0 2-3 15,1 1 0-15,-4-2-5 0,4 1-1 0,1 0 2 16,-1 1 8-16,0-4-5 0,0 4 5 0,-4-7 4 0,11 5-1 16,-3-4 9-16,2-1-7 0,1 0 3 15,0-1 7-15,0-2 7 16,1-4 16-16,1 4 9 0,-1-2 10 0,5-4 1 16,-6 6 8-16,6-5 8 0,-7 1-4 0,3 1-9 15,-1 1 4-15,-1 1-5 0,-1-2-13 0,-3 4 3 16,0-1-8-16,1 3-7 0,-8 0-11 0,14 3-3 15,-8 1-10-15,5 4-4 0,-1 3-5 0,-1 4 6 16,1 2-4-16,-1 7 1 0,-1 1 5 0,-2 4 0 16,-1-3 3-16,-4 3 2 0,-1 2-7 0,-2 2 6 15,-7 0-1-15,0 0 4 0,-5-1-5 0,-1 2 0 16,-3-10 3-16,-2 3-4 0,0-5 5 0,0-3 2 0,4-7 0 16,2 0 9-16,5-6-6 0,0 1 28 0,4-1 31 15,-5-5 16-15,10-1 11 16,0 0 17-16,-9-10 1 0,9 2-5 0,0-6-7 15,5-3-14-15,9-7-2 0,3-5-15 0,11-10-6 16,-1-2 1-16,1 0-1 0,4-2-2 0,0-1 12 16,1 2 16-16,-1-1 13 0,0 5 0 0,-10 14-7 15,-2-1 2-15,-1 5-6 0,-5 4-5 0,-3 5-8 16,-2 0-9-16,-2 4-7 0,-2 0-11 0,0 0-13 16,-1 4-44-16,0 1-65 0,-4 2-86 0,4-5-100 15,-4 5-37-15,0 0-32 0,0 0-57 0,-13 17-104 16,4-9-347-16,-6 3-903 0,2-1 400 0</inkml:trace>
  <inkml:trace contextRef="#ctx0" brushRef="#br0" timeOffset="6650.75">9236 2106 156 0,'0'0'221'16,"-7"0"15"-16,7 0-23 0,-4-3-20 0,4 3-16 0,0 0-19 0,0 0-19 0,-5-1-13 16,5 1-13-16,0 0-15 0,0 0-9 15,0 0-15-15,0 0-12 0,0 0-13 0,0 0-5 16,0 0-2-16,0 0-5 0,11-4-3 0,-6 0-5 15,1 2-2-15,4-1-3 0,-1-1 0 0,2 0-6 16,1-2 0 0,-3 1-6-16,0-2 3 0,1 0-1 0,-1-1-1 15,2 2 2-15,0-2 15 0,-6 0 7 0,2 1 14 16,-5 1 16-16,2 0 10 0,1 0 1 0,-4 1 0 16,0-1-9-16,1 1 4 0,-2 1-9 0,-2-1-12 0,-2 2-8 15,-2 0-11-15,-4 3-3 0,-3-1-6 0,-3 2-2 16,-6 2-10-16,1 3 3 0,-8 2-2 0,-3 2 1 15,-1 2-5-15,0 3-1 0,-12 9-1 16,13-4-5-16,4 1 1 0,-12 10-3 0,3 6 3 0,12-13 2 0,3 5-2 16,-1 0-1-16,-1 12 3 0,8-11-2 15,5-1-2-15,2 0 2 0,9-1 0 0,0-3 4 0,9 3-3 16,2-7 5-16,6 0-4 0,9-4-7 0,3-3 7 16,6-5 6-16,16-1-2 0,6-6-4 0,3-4 3 15,4-5 0-15,-3-2 0 0,30-8-14 0,-33 7-9 16,-5-5-11-16,1 1-6 0,0-1-5 0,-6-2 0 0,-2-5-7 15,-12 10 5-15,-4-7-1 0,-3 4 2 0,-3-1 5 16,-2-4 4-16,-11 8 6 0,2-2 7 0,-6 4 13 16,-4 0 10-16,-1-2 3 0,-1 3-3 0,-5 1 2 15,-2 3-2-15,-6-4 1 0,-2 6-1 0,-5 1 5 16,-4 2-1-16,-4 5 0 0,-5 4-5 0,3 1-1 0,-4 3 2 16,2 4-2-1,0-1 0-15,2 4 2 0,3-1-2 0,-1 4-3 16,7-3 2-16,-3 0 0 0,10 3 2 0,5-6 1 15,6-2 2-15,0-2-1 0,5 1 1 0,4-4 0 16,4 2 4-16,8-3 2 0,8-4-3 0,5-2 2 16,3-3-6-16,4-3 2 0,11-7 0 0,1 2-10 15,-11-5 6-15,-3 3 0 0,-3-4-7 0,-3 0 10 16,-4 2-3-16,0-3 0 0,-3-2 1 0,-5-1-3 0,-5 4 3 0,-1-3-11 16,-4 3-7-16,-4-3 5 0,-1-3 3 0,-4 4-3 15,0 5 4-15,-5-5-1 0,-4 1 0 16,4 6 0-16,-3 1 1 0,-1 0-4 0,-4 4 2 15,1 0-5-15,0 0 2 0,-2 2-15 0,1 0-16 16,1 5-19-16,0-3-27 0,-1 4-28 0,3-1-34 16,5 2-47-16,0-1-65 15,1 1-144-15,1 2-435 0,6-2 193 0</inkml:trace>
  <inkml:trace contextRef="#ctx0" brushRef="#br0" timeOffset="7097.96">10185 2365 254 0,'0'0'267'0,"0"0"-26"15,0 0-21-15,0 0-23 0,23-9-14 0,-6 1-16 16,9 2-15-16,1-2-14 0,3-2-12 0,-1 0-11 0,4-1-9 0,-1-4-7 31,0 3-8-31,-5 2-6 0,2-3-6 0,-5-1-2 16,0 0-5-16,-8 3 0 0,-3 2 7 0,-4 0-5 0,0 1 4 0,-4-1-21 0,-1 0 12 15,-4 2-14-15,0 2-6 0,-4 0-5 0,-4 2-7 16,-3-1-8-16,-7 1-3 0,-2 2-12 0,-2 5 7 16,-7 5-2-16,-2 0-5 15,-1 4-2-15,0 1-1 0,5 4-4 0,4-2 0 16,1 3 7-16,2 1-11 0,8-4 3 0,2 1 5 15,3 7-2-15,5-6-3 0,4 1 18 0,4-2-3 16,7-3 7-16,5 3 2 0,6-2 1 0,5-1-14 0,3-9 10 16,3 1 5-16,3-5-1 0,3 1-5 0,-4-4-2 15,14-4-1-15,-14 3-3 0,-1 2-3 0,-5-1 1 16,-3-1 3-16,-10-3-2 0,-5 4-2 0,-1-1-2 16,-2 2-5-16,-2 0-7 0,1-4-25 0,-4 2-42 0,-1 1-50 15,-4 2-57-15,3-8-81 0,-3 8-303 0,-7-7-599 16,2 2 265-16</inkml:trace>
  <inkml:trace contextRef="#ctx0" brushRef="#br0" timeOffset="8536.93">10857 1953 54 0,'3'-9'286'0,"-2"1"-18"15,2 3-24-15,-2 1-17 0,0-3-28 0,-1 4-22 0,4 0-22 32,-4 3-14-32,0 0-20 0,0 0-14 0,0 0-7 15,9 11-13-15,0 3-9 0,-7 3-6 0,1 3-9 0,1 9-3 16,-2 4-7-16,0 14-8 0,0 5 5 0,1-3-5 16,-1 4-5-16,-2-4-2 0,2-1-4 0,0-12-2 15,2-1-2-15,-2-1-4 0,4-1 1 0,-1-5-4 16,-1 0-2-16,2-10 0 0,0 2-2 15,-1-10-3-15,-1 0 4 0,-1 1-2 0,-1-5 3 0,1-2 17 16,0 3 32-16,0-4 25 0,-3-3 9 0,0 0-1 0,0 0-14 16,13-10 9-16,-12 4-19 0,2-4-12 0,-2 2-2 15,1-6-15-15,-2-3-5 0,-2 2-13 0,-3-2-11 16,-1 0-6-16,-4 0-17 0,-2 1-4 0,-1 1-1 16,-2 0-1-16,-5-3 0 0,2 10 1 0,-8-5 0 15,7 4-4-15,-8 0 2 0,6 5 1 0,1 0 2 16,-1 0 1-16,2 1 2 15,2 1-2-15,4 1 2 0,3 1-1 0,1 0-2 16,1-2-23-16,8 2-20 0,-6-2-16 0,3-1 3 16,3 3-3-16,0 0-1 0,18-8-5 0,0 2-12 15,1-2-10-15,12 0-10 0,3-5-1 0,-2 1 1 16,8-5 1-16,-7 5 4 0,14-10 5 0,-12 5 3 16,-5 0 8-16,1 0 8 0,1-2 5 0,-4-2 9 15,-2-4 7-15,-2 0 6 0,2-1 14 0,-7-1 22 0,-4 3 27 0,-1 0-7 16,-1 0 31-16,-8 6 30 0,-1 0 29 0,-3 1 15 15,2 4 28-15,-3 1 10 0,2 3 7 16,-2-1 1-16,0 3 3 0,4 2-20 0,-4 0-11 16,0 0-24-16,0 0-20 0,0 5-39 0,0-2-42 15,0 2 3-15,0 0-5 0,-4 17-4 0,2-5 5 16,-5 7-4-16,2 8-3 0,-4 5 5 0,4 2 5 0,-6 14-4 0,3 2 1 16,0 2-1-16,-2 1 4 0,8-3-1 0,-1-1-2 15,3-15 14 1,5 2-12-16,0-4 9 0,0-1-9 15,4-2 2-15,0-4-2 0,0-7 7 0,1-2-6 16,-2-3-3-16,2-4 3 0,-2-1 5 0,-2 0 2 16,2-2 9-16,2-5 11 0,-2 1-2 0,0-2 10 15,-8 0 6-15,16-3-4 0,-7-4-2 0,-2-1-7 16,-1-1-1-16,-1-2-3 0,-3 1-3 0,-3-5-19 16,0 1-1-16,-5-3-15 0,-3 0-10 0,-3 1 8 15,-3-7-19-15,-7 6 2 0,0 3-2 0,-2-1 6 16,1 3-4-16,-6 3 3 0,-2-1-1 0,9 7 6 15,3-2 1-15,-1 2 3 0,-2-1-2 0,9 4 0 16,3-2 3-16,0 0 0 0,0 0 1 0,3-1-23 0,7 3 0 0,-6-2-9 0,6 2 11 16,0 0 1-16,0 0 3 0,23-6-4 0,0 5 4 15,6-5-6-15,7 0 3 0,3-4 3 16,10 1-1-16,5-2 4 0,-2 6 1 0,-1-5 3 16,0-4 0-16,-15 9 7 0,5-5-3 0,-5 3 3 15,-3 0 0-15,-1-1 5 0,-3 1-1 0,-11 1-1 16,0 0 4-16,-5 4 21 15,1-2 11-15,-5 3 32 0,-1-2 14 0,-8 3 8 16,11-2-2-16,-11 2 8 0,0 0-6 0,9-3-8 16,-9 3-12-16,0 0-7 0,0 0-7 0,9-1-14 0,-9 1-17 15,0 0-14-15,0 0 8 0,8 10-7 0,-11-4 4 16,3 4 2-16,0 2-5 0,-1-1-2 16,-3 1 5-16,4 4-5 0,-1 2 5 0,1-1-3 15,1-6 3-15,-2 5-4 0,1-4 6 0,0 1-1 0,1-3-2 16,-1-2 1-16,0 0 4 0,0-3-9 0,0-5 7 0,0 12-11 15,0-12 1-15,0 5 5 0,0-5-1 16,0 0-5-16,0 7 8 0,0-7 10 0,0 0-56 16,0 0-43-16,0 0-42 0,0 0-28 0,0 0-43 0,4-21-47 15,-3 9-70-15,-1 2-248 0,0-9-608 0,-1 1 268 16</inkml:trace>
  <inkml:trace contextRef="#ctx0" brushRef="#br0" timeOffset="8683.84">11708 2017 259 0,'0'-3'294'0,"0"3"-20"0,-5-4-23 0,5 4-23 16,-2-2-22-16,2 2-26 15,-3-3-17-15,3 3-24 0,0 0-21 0,0 0-13 16,0 0-37-16,0 0-37 0,0 0-55 0,19 0-51 16,-19 0-79-16,17 2-191 0,-8-1-372 0,1 0 166 15</inkml:trace>
  <inkml:trace contextRef="#ctx0" brushRef="#br0" timeOffset="9269.39">12199 2115 56 0,'2'3'245'0,"-2"-3"-19"0,0 0-23 16,0 0-19-1,18-9-21-15,-9 4-15 0,2 3-13 0,5-3-20 16,2-3-7-16,-1 1-13 0,-1 0-10 0,2-4-4 16,-4 3-10-16,-1 3 2 0,-3-3 4 0,3 1 7 15,-5 2 11-15,-2-1 5 0,-2 0 10 0,-1 4-3 16,0-1 1-16,1 1-8 0,-4-2-19 16,0 4-7-16,0 0-13 0,0 0-4 0,-15-1-12 15,6 4-3-15,-5 1-6 0,-3 6-1 0,-2 0-6 0,-4 2-2 0,-4 5-3 16,3-3-4-16,0 6 8 0,-1-4-14 0,4 6 1 15,3-5-7-15,0 3 5 0,6-3-7 0,2-1 5 16,4 1 0-16,3-5-3 0,2-2-1 0,1 2 4 16,1 0-2-16,7-6 2 0,2 2-2 0,4-2 6 0,7-3 7 15,7-1-1-15,2-5-7 0,6-2 3 0,1-1-8 16,-1-2-7-16,5 1 0 0,-4-4 5 0,13-6-3 16,-15 5 1-16,0-2 3 0,2 0-3 0,-5-1-2 15,-1-2 6-15,-4 3 20 0,-3-1 22 0,-7 3 9 16,-2 2 30-16,-5 1 12 0,0 3 38 0,-1-1 17 0,-4 0 6 15,-1 3-4-15,1 1-13 0,0-1-16 0,-1 1-14 16,-3 1-18-16,-1 2-12 0,7-4-25 0,-7 4-15 16,0 0-28-1,0 0-15-15,0 0 2 0,0 0-7 0,6 13 3 16,-6-6 4-16,0 1-11 0,0 2 8 0,3 1 3 16,-3-1 0-16,0 5-4 0,1-2 4 0,2-1-5 15,-2-1 5-15,0-1 2 0,3-1-10 0,-3-1-21 16,2-1-12-16,-2-2-15 0,2 0-28 0,-2-1-23 15,0 1-11-15,-1-5-13 0,0 4-9 0,0-4-10 16,0 0-14-16,0 0-55 0,0 0-64 0,0 0-55 0,0 0-250 0,-9-16-631 16,-1 10 280-16</inkml:trace>
  <inkml:trace contextRef="#ctx0" brushRef="#br0" timeOffset="9401.1">12687 1881 180 0,'-4'-10'364'15,"2"3"-3"-15,-2 0-25 0,4 2-28 0,-2 0-31 16,2 5-21-16,-4-7-32 0,2 5-35 0,2 2-38 16,0 0-34-16,10-3-42 0,-3 3-50 0,2 0-59 15,3 3-70-15,1-1-68 0,5 3-254 0,-8-2-461 16,8 4 205-16</inkml:trace>
  <inkml:trace contextRef="#ctx0" brushRef="#br0" timeOffset="10339.02">13077 2145 142 0,'0'0'243'0,"-2"5"-1"0,2-5-7 15,0 0-7-15,0 0-16 0,0 0-15 0,0 0-16 16,17 0-17-16,-5-3-17 0,3 1-10 15,4-3-19-15,4 2-11 0,-4-5-13 0,3 2-6 0,5-2-9 16,0-1-7-16,-3-5-11 0,-6 8 0 0,1-3-8 16,-1-1-6-16,-3-2-6 0,-2 3 1 0,1-2-9 15,-5 3-2-15,-3 0-2 0,1 1 10 0,-1-2-3 0,-2 4 7 16,-4-1 1-16,4 1-1 0,-7-2-8 0,2 3-3 16,-2 1-6-16,-3 0 3 0,-3 2-6 0,0 1-9 15,-6 1 1-15,-2 0-3 0,-4 6 1 0,0-1-5 16,-5 2 1-16,0 2-4 0,0 2 4 0,7-1 1 15,1 0-9-15,0 1 2 0,0 3 0 0,3-1-5 16,1 1 6-16,4 0 0 0,2 2-5 0,3-1-10 0,4 2 0 0,3-7 3 16,3 4 2-16,4-5-3 0,7-1-1 15,9 2 2-15,2-2-5 0,1-2-9 0,3-7-3 16,1 0-10-16,2-5-4 0,-1 2 6 0,3-5-3 16,1-1 8-16,-2-2 1 0,-3-2 3 0,0 2 7 0,-5-2 13 15,-2-2 17-15,-6 3 17 0,-1 1 18 0,-3-4 21 16,-2 2 28-1,4-1 21-15,-7 2 21 0,-1 3 23 0,0 1 23 16,-4 1 12-16,0 1 10 0,-1 2-1 0,0-1-18 16,-2 1-16-16,1 1-20 0,1 1-23 0,-4 2-16 15,4-4-26-15,-4 4-32 0,0 0-33 0,0 0-14 16,0 0 3-16,0 0-2 0,2 13 0 0,-3-5-1 16,-2 1-3-16,3 1-1 0,-2 1-11 0,4 6-17 15,-4-6-9-15,-2 1-4 0,4-1-4 0,0-2-9 0,-1 2 4 0,1-6-4 16,-2 3 10-16,4-1 2 0,-2-4 7 15,0-3 9-15,1 6 20 0,-1-6 25 0,0 0 11 16,0 0 2-16,0 0-7 0,0 0-7 0,19-9 5 16,-10 2-5-16,1-1-3 0,1 1-1 0,1-5 0 0,0 4-6 15,-1-3-1-15,1 1 0 0,-5 4-3 0,2 1 1 16,0-2-3 0,0 1-2-16,-4 2-8 0,1 0 5 0,0 2 1 15,-1 0-10-15,1 2-3 0,-6 0-4 0,16 4 3 16,-7-1-3-16,2 3 0 0,1 0 1 0,3 1-1 15,-1 3 4-15,5 1-17 0,-2-1-15 0,1 0-16 16,1 0-23-16,-2-1-22 0,-1 0-17 0,2-1-3 16,0-3-11-16,-8 0-5 0,3-2 2 0,-3-1 11 15,-2-4 3-15,1 0 10 0,1-4 8 0,-2 1 16 0,-1-2 6 0,0 0 12 16,-4-1 6-16,3-6 20 0,-3 3 18 16,3-7 9-16,-3 5 33 0,3-5-3 0,-3-1 9 15,0 0 12-15,-1-5 1 0,5-4 5 0,-5 1-2 16,4-1 10-16,-4 1 20 0,2 0 3 0,-1 9 11 0,0 2 16 15,-3 6 17-15,1-1-6 0,1 1-7 0,-2 3-21 16,2 2-9-16,-2 0-30 0,2 4-34 0,-2 1-33 0,0 0 3 16,0 0 0-16,-2 15 4 0,1-3 7 0,-3 6 0 15,-1-1 1-15,3 12 4 0,-3-3-8 0,1 3-20 16,-1-3-27-16,1 5-16 0,0-7-37 0,1-3-27 16,3-2-24-16,-2 0-31 0,1-1-29 0,-1-6-42 15,1-3-255-15,1 3-566 0,-1-9 250 0</inkml:trace>
  <inkml:trace contextRef="#ctx0" brushRef="#br0" timeOffset="10586.1">13980 2024 188 0,'-7'0'311'0,"7"0"-6"0,-7-2-16 0,7 2-20 0,0 0-24 0,14-5-13 16,-1 1-21-16,20 0-22 0,3-3-19 0,15 1-18 15,3-3-10-15,4 0-16 0,5 1-4 0,4 0-7 16,-2-3-3-16,0 4-7 0,27-6-13 0,-37 6-6 16,-3-2-4-16,-16 7-11 0,-4-4-5 0,-9 2 7 15,-6 2-28-15,-2 2 9 0,-5-3-7 0,-1 3-5 16,-1-2-21 0,-2 0-22-16,-6 2-50 0,0 0-47 0,0 0-54 0,0 0-70 15,0 0-92-15,-32 2-207 0,17-2-565 0,2 0 251 16</inkml:trace>
  <inkml:trace contextRef="#ctx0" brushRef="#br0" timeOffset="11436.08">16426 1963 42 0,'-12'5'141'0,"0"-2"-5"16,-4 6-3-16,-1 3-6 0,-6 4-12 0,5 3-1 15,-4 0-13-15,3-2-2 0,2-3-11 0,7 3-10 16,-3-5-16-16,4 3 16 0,5-1-7 0,3-4-1 0,-2 2 2 16,6-2 2-16,1 2 3 0,2-5 4 0,6 3 7 15,3-4 7-15,7 1-7 0,5-3-1 0,0-7-3 16,2 1 1-16,-1-4-10 0,1 0 2 0,1-5-9 31,-3 2 5-31,-8 0-6 0,-1 0 8 0,-3-2 5 0,-1-1-8 16,0-2-2-16,-4 2-8 0,-3 2-2 0,-1-7-7 15,-3 5-10-15,-1-3-12 0,-6-1-8 0,-2 1-13 0,-2 0-9 16,-2 2-10-16,-5 2-8 0,-3-1-9 0,-6 2-2 16,2 3-1-16,-1 2-9 0,-3 0-11 0,3 4-5 15,4-2-19-15,-1 5-15 0,1-2-36 0,2 1-36 16,4 0-45-16,2-1-183 0,2 3-420 0,9-3 186 16</inkml:trace>
  <inkml:trace contextRef="#ctx0" brushRef="#br0" timeOffset="11835.01">16770 1727 172 0,'1'-4'330'16,"1"2"-38"-16,-2 2-28 0,2-7-30 0,-2 7-29 15,4 0-27-15,-4 0-20 0,0 0-15 0,1 17-16 16,-2-2-12-16,-2 4-16 0,0 13-9 0,-3 1-8 0,0 13-5 15,-2 0-8-15,2 2-2 0,-2-4-10 0,3 2-6 16,2-12-3-16,3 3-4 0,3-4-2 16,-3 1-2-16,4-5-5 0,5 0-1 0,-5-3 6 15,3-8-1-15,0-1-1 0,3-3 5 0,-5-3 2 0,1-2 4 0,-2-1 9 16,0-4 9-16,0 1 20 0,1-1 20 0,-3-1 27 16,-2-3 0-16,0 0-10 0,0 0-12 0,0 0-6 15,9-11-17-15,-9 7-24 0,-1-4-4 0,-1-1-31 16,-5-5-12-16,-5 2-25 0,0-3-8 0,-3 1-11 15,-3-5 6-15,-4 1 3 0,7 3-2 0,-2 2 8 16,-1 3 2 0,5-2 11-16,3 4 5 0,0 0 19 0,4 3 7 15,-1-1 6-15,1 2-5 0,1 1-9 0,5 3-10 16,0-9-23-16,9 2-18 0,3 2-10 0,15-4-30 16,4-4-32-16,6 5-43 0,17-7-41 0,1 3-36 15,2-3-49-15,8-1-70 0,-1 4-193 0,27-13-574 16,-27 11 254-16</inkml:trace>
  <inkml:trace contextRef="#ctx0" brushRef="#br0" timeOffset="12220.1">18180 1497 53 0,'0'0'321'15,"0"-3"-23"-15,0 3-33 0,0 0-23 0,0 0-26 16,0-7-23-16,0 7-27 0,0 0-16 0,0 0-21 16,0 0-12-16,0 0-15 0,7 19-12 0,-6-7-8 15,3 8-7-15,-4 4-9 0,0 5-2 0,1 4-7 16,-2 2-7 0,-3 11-5-16,0 1-5 0,0-12-2 0,-1 15 0 15,0-16-7-15,-4 12 3 0,4-14-3 0,0 2-4 16,-4-3-5-16,4-1 3 0,3-4-6 0,0 2 4 15,0-10-4-15,0 1 14 0,2-4-5 0,0-1 3 0,-1-1 0 16,2-1 1-16,3 0 3 0,-4-7 0 16,2 4 3-16,0-4 2 0,-2 2 2 0,2-3 3 15,1 0 12-15,0 0 0 0,-3-4 1 0,7 3-1 0,1-1 4 0,-8-2-8 16,17-2-8-16,-5 1-9 0,2-4-25 0,3-1-37 16,9-5-52-16,-1 2-56 0,2-3-80 0,1-2-82 15,-5-1-239-15,2-1-578 0,-4 1 256 0</inkml:trace>
  <inkml:trace contextRef="#ctx0" brushRef="#br0" timeOffset="12435.97">17953 1992 51 0,'-5'1'370'0,"-3"-1"-14"0,8 0-25 0,-9 0-34 16,9 0-30-16,4-5-33 0,5 1-26 0,8-2-30 15,13-2-46-15,2-1-54 0,9 2-52 0,15-5-60 16,3 1-59-16,-1-2-70 0,-5 2-210 0,4-2-405 16,-5-1 179-16</inkml:trace>
  <inkml:trace contextRef="#ctx0" brushRef="#br0" timeOffset="12890.12">18643 1246 59 0,'0'0'335'0,"-8"0"-27"16,8 0-31-16,0 0-29 0,0 0-25 0,0 0-27 0,0 0-21 15,0 0-16-15,0 0-19 0,17 4-16 0,-7-2-12 16,3 3-10-16,4 1-18 0,-3 0-3 0,2 2-13 15,-3 3-7-15,-4-3-12 0,5 6 2 16,-4-1-15-16,-1 1-5 16,-4 3-5-16,-1 0-5 0,-4 10 0 0,-4-3-1 15,-2 2 1-15,-4 0-7 0,-2-3 1 0,0 1-3 0,-3-4 2 16,1-5-1-16,3 1 3 0,1-4-2 0,0 2-2 16,-1-7-2-16,5 2 1 0,-1-3-3 0,-3 2-3 15,5-6 1-15,5 4 3 0,-1-1-2 0,1-5 6 16,-8 4 8-16,8-4 7 0,0 0 10 0,0 0 1 15,0 0-1-15,13 4-5 0,1-4 1 0,4-5-8 16,4 3-30-16,-2-3-49 0,8 0-57 0,0-3-76 16,1 1-95-16,2-4-191 0,-5 3-511 0,-7-1 226 15</inkml:trace>
  <inkml:trace contextRef="#ctx0" brushRef="#br0" timeOffset="13391.02">19047 1392 2582 0,'0'0'412'0,"0"0"-172"0,0 0-80 0,-8-4-52 15,8 4-23-15,0 0-35 0,0 0-9 16,0 0-17-16,0 0-9 16,0 0-2-16,0 0-12 0,0 0 1 0,0 0-3 15,0 0 4-15,-5 13 10 0,2-7-15 0,6 6 1 16,-3 0 6-16,0 5-2 0,0-2-1 0,-3 2 2 15,3 2-8-15,0-1 6 0,0-6 1 0,0 0 2 16,0-2-5-16,-1-1 5 0,1-2-1 0,0-1 5 0,0 0-8 16,0-6 4-16,0 7 6 0,0-7 12 0,0 5 42 15,0-5 39-15,0 0 15 0,0 0-8 0,0 0-13 0,0 0-9 16,21-15-13-16,-14 6-2 0,6-3 0 0,1-2-6 16,0-1-10-16,4-3 2 0,1-3-4 0,-6 9-1 15,0 0 10-15,-4 2 6 0,-2 2 4 0,0 1-9 16,-2 3-9-16,-2 0-10 0,2 0-4 0,0 0-16 15,-5 4-3-15,5-5-8 0,-5 5-14 0,6-3-12 16,-6 3-9 0,0 0 5-16,9 8 5 0,-7-3-27 0,1 2-10 15,4 3-9-15,-2-2-4 0,1 3-4 0,-2-2-5 16,1-1-2-16,-1 1 2 0,2-3 10 0,-4-1 5 16,0-1 8-16,2-2 10 0,-4-2 16 0,9 6 22 15,-5-5 14-15,3 0 14 0,-7-1 14 0,17-2-3 0,-8-1-5 16,1-2-1-16,3-2-3 0,-4 4-10 0,4-5 0 15,-3 2-6-15,1 3-10 0,0 0-34 0,0-2-39 0,-1 3-59 16,3 2-48-16,-2 0-62 0,2 1-58 16,0 0-65-16,-4 0-265 0,1 6-674 0,-2-7 299 15</inkml:trace>
  <inkml:trace contextRef="#ctx0" brushRef="#br0" timeOffset="17744.3">8640 4350 98 0,'0'0'122'16,"-1"-4"5"-16,1 4-10 0,0 0-3 0,-4-5 0 15,4 5 3-15,4-6-6 0,-4 6-3 0,0-3-7 16,0 3-5-16,1-4 16 0,-1 4 5 0,-1-5-9 15,1 5-10-15,0 0-6 0,0-6 3 0,0 6-18 0,0 0 0 0,0-4 0 16,0 4-4-16,0 0-6 0,1-4-5 16,-1 4-9-16,0 0-7 0,0 0-7 15,0 0-10-15,0 0-13 0,0 0-23 0,0 0-5 0,0 0 0 0,-5 16 4 16,5-2-3-16,-4 11 1 0,0 8 0 16,-2 16 4-16,-2 5 1 0,3 4 5 0,-4 1 1 15,3 26-2-15,1-28 3 0,0 1-2 0,2-4 1 0,4-4 2 0,1-3 3 16,-2-13-7-16,2-2 18 0,1-2-2 0,-1-2 1 15,2-2-2-15,-2-6 3 0,0-4-1 0,1 0-1 16,-2-4 2-16,0 0-3 0,-1-7-5 0,2 3 3 16,1-2 0-1,-3 0 6-15,0-2 16 0,0-2 6 0,0-2 10 16,1 6 11-16,-1-6 6 0,0 4 4 0,0-4-2 16,0 0-2-16,0 0 1 0,0 5-5 0,0-5-6 0,0 0-4 15,0 0-2-15,0 2-7 0,0-2-6 0,0 0-17 16,0 0-40-16,0 0-35 0,-1-13-35 0,-4 8-41 15,3-3-46-15,2-4-56 0,-3 2-225 0,1-2-495 16,2-5 220-16</inkml:trace>
  <inkml:trace contextRef="#ctx0" brushRef="#br0" timeOffset="18182.43">8516 4124 179 0,'0'0'182'16,"-3"-3"-20"-16,3 3-22 0,0 0-8 0,11-3-17 15,-5 3-12-15,7 2-11 0,6-1-9 0,4 0-5 0,9 4-13 0,-1-2-5 16,2 5-10-16,-1 0-2 0,3 4-11 0,-5 4 6 16,-2-2-10-16,-1 3 3 0,-3 2-3 15,-1-2-4-15,-6 4-4 0,0 2 4 0,-7 1-5 16,-2 0-1-16,-6 2-3 0,-7 0 11 0,-1-1 7 0,-7 2 8 16,-5-1 0-16,-5 0 4 0,-3 1 0 15,0-8 4-15,-1 1-1 0,-3-2 3 0,0 2-4 0,-2-2 2 0,0-1-2 16,5-3-3-16,-4 1 0 0,4-1-3 0,8-6 1 15,0 1 0-15,8-6-9 0,-1 3-2 0,5-3-4 16,-1 0-2-16,3 0-2 0,-1-2-12 0,0 2-8 16,3-2-11-1,3-1-22-15,0 0-7 0,0 0-15 0,0 0-19 16,0 0-24-16,17 0-59 0,-3-3-51 0,-2 2-170 16,7-1-401-16,-4-1 179 0</inkml:trace>
  <inkml:trace contextRef="#ctx0" brushRef="#br0" timeOffset="19047.43">8820 5044 158 0,'0'0'169'0,"11"-7"-15"16,-5 7-16-16,-1-2-14 0,6 1-11 16,1-1-13-16,0 1-12 0,2-1-8 0,1 2-5 15,4 0-12-15,0 3-5 0,-3-1-7 0,-1 0-8 0,0 2-1 0,3 2-9 16,-6-1-5-16,4 2 3 0,-7 1 2 0,0 0-2 16,0 0-2-16,-3 5-3 0,1-4 1 0,-6 11 1 15,-2-2 4-15,-6 7 1 0,-4-1-2 0,-3 1-1 16,-6 1 8-16,0 3 2 0,-3-4 6 0,-2-1 16 15,1-1-7-15,-2-3 4 0,0-3 4 0,2-1-2 16,1 1 0-16,0-4-1 16,6-1-3-16,1-4 1 0,2 1-5 0,1-2 2 15,2-2 6-15,4 0 2 0,1-2 3 0,1-1 1 16,0 0-3-16,1 3 0 0,1-5 15 0,3 0-21 16,0 0-9-16,0 0-4 0,0 0-1 0,21 0-6 15,-10-5-2-15,1 3-7 0,7-3-1 0,0-2-3 16,0 2-5-16,4 3-1 0,-3-6 1 0,1 5-2 15,1-3-2-15,-2 3-4 0,-2-1-1 0,-4 0 3 0,-2 2-4 0,-1-2-2 16,-3 4 2-16,-1-3-5 0,-1 3 9 0,0-1-3 16,-1 0-7-16,-1-2-5 0,-4 3-13 0,5-3-14 15,-5 3-17-15,6-1-29 0,-6 1-30 16,0 0-30-16,3-3-21 0,-3 3-27 0,0 0-22 0,0 0-244 16,0 0-484-16,0 0 214 0</inkml:trace>
  <inkml:trace contextRef="#ctx0" brushRef="#br0" timeOffset="19815.95">9348 5213 97 0,'0'0'284'0,"0"0"-8"15,0 0-7-15,0 0-8 0,0 0-12 0,0 0-11 16,-2-4-20 0,2 4-19-16,0 0-19 0,0 0-19 0,0 0-16 15,0 0-19-15,0 0-12 0,0 0-9 0,0 0-20 0,0 0-6 16,0 0-9-16,0 0-14 0,0 0-1 16,0 0-15-16,0 0-2 0,0 0-6 0,0 0-2 15,2 12-5-15,-2-5-1 0,3 0 0 0,-2 0-3 16,-1 3-3-16,3 5-3 0,-2-3 1 0,-1 1-2 15,1 0 0-15,0 4-2 0,1-5 0 0,-2 0-3 0,0 0 3 0,1-2-3 16,-1-3 4-16,3 0-6 0,-6 1-3 0,3-3 4 16,0-1 0-16,0 0 1 0,0 0-2 0,0-4 10 15,3 5 27-15,-3-5 30 0,0 0 22 0,0 0 27 0,0 0-18 16,0 0-12-16,0 0-4 0,10-13-9 0,-5 4-8 16,1-3-4-16,3 0-18 0,1-5-14 0,-1 2 9 15,2-1-5-15,0 3-3 0,-5 0-4 0,2 4-4 0,0 0-5 16,-2 1-4-16,-1 3 3 0,-1 1-25 0,1 0 15 15,-1 0-7-15,0 0-4 0,-2 1-2 0,-2 3 4 16,9 0-8-16,-9 0 9 0,12 3-13 0,-7-2-10 16,1 5 5-16,-1-1 0 0,3 1 0 0,0 2 1 15,-3 4 0-15,5-2 11 0,-6 2-11 0,1 3 2 16,2-3-13 0,-4-1 3-16,4-1-7 0,-4 0 1 0,0-4 2 0,0 0 14 15,0-1-10-15,0-2 20 0,0 1-5 0,-3-1 14 16,0-3 8-16,0 0 0 0,0 0-1 15,12-5-5-15,-5-2-2 0,-1-2 1 0,2 3-4 16,-1-4-9-16,-2 1 6 0,3-1 2 0,-1 1 3 16,-1 1 2-16,2-2-8 0,-5 5 3 0,3-1-18 0,-3 1 12 0,0 2-16 15,2 1-27-15,-5 2-26 0,9-3-26 0,-9 3-15 16,9 5-32-16,-4-2-48 0,-1 3-51 0,2 4-73 16,-1-5-273-16,2 1-636 0,-6 1 281 0</inkml:trace>
  <inkml:trace contextRef="#ctx0" brushRef="#br0" timeOffset="22051.66">10189 4400 70 0,'-4'-3'165'0,"4"3"-14"0,0 0-19 0,0 0-13 15,0 0-10-15,0 0-11 16,0 0-9-16,0 0-9 0,-9 8-4 0,3-2-8 16,-2 4-10-16,-2 1-2 0,-2 3-1 0,5 3-6 15,-6 5-3-15,-2 2-3 0,1 1-1 0,1-2-3 16,2 0-5-16,3-4 0 0,0 1-8 0,1-2 1 15,2-1-6-15,3 0 1 0,-1 0-6 0,1 0 1 16,1-5-2-16,2-1 2 0,4-2-2 0,0 0 11 16,0 2 26-16,2-5 15 0,3 0 14 0,1-2 4 0,2-3 3 0,7-2-5 15,2-4-1-15,5-4-3 0,-4-1-3 16,3-4 0-16,-2 1 5 0,-3-1 2 0,-5 2 3 0,3-10-2 16,-6 9-3-16,0-3-5 0,-2-6-3 15,-2 6 1-15,1-2-8 0,-6 0-8 0,1 2 2 16,-5-1-13-16,0 0-4 0,0 0-4 0,-5 1-7 0,1 3-1 15,-3 4-6-15,-1-1-11 0,-2 0-9 0,-6 0-4 0,2 1-17 16,-3 4-8-16,0 3-17 0,-1-1-13 0,-1 0-16 16,2 3-27-16,-2 3-17 0,5-3-47 0,0 1-34 15,1 2-30-15,4 0-216 0,-4 0-478 0,8-1 211 16</inkml:trace>
  <inkml:trace contextRef="#ctx0" brushRef="#br0" timeOffset="22320.71">10483 4280 95 0,'4'4'166'0,"5"1"-5"0,0 2-12 0,3 5-8 15,9 5-9-15,-1 3-1 0,0 3-15 0,1 2 0 16,-2 4-14-16,-2 3-1 0,7 13-5 0,-3-2-5 16,-10 1-10-16,2 3-2 0,-8-12-9 0,-5 0 0 15,-3 12-10 1,-2-14-5-16,-5 3-3 0,-4-3-3 0,-12 7-12 16,-3-2-14-16,1-14-24 0,1-2-27 0,-5 2-41 15,-1-4-61-15,-14 2-195 0,-2-3-350 0,12-7 155 16</inkml:trace>
  <inkml:trace contextRef="#ctx0" brushRef="#br0" timeOffset="22721.52">9848 4245 81 0,'0'0'242'16,"-4"-2"-23"-16,4 2-26 0,0 0-26 0,0 0-16 15,0 0-18-15,-9 5-14 0,4 2-15 0,-3 2-10 0,-3 9-15 16,-6 9-6-16,-1 2-3 0,-7 18-12 0,-1 2-4 16,-2 2 0-16,6 7-5 0,1-2-4 15,4-3-3-15,7 0-6 0,1-4 0 0,7-13-1 16,6-2-4-16,4-1 3 0,1-3-1 0,6-1 1 16,3-3-2-16,5-4 1 0,9 0-2 0,17-1-9 0,-1-5-27 0,5-3-55 15,5-8-65-15,5-1-241 0,-2-3-396 0,2-7 175 16</inkml:trace>
  <inkml:trace contextRef="#ctx0" brushRef="#br0" timeOffset="23176.31">11289 4736 299 0,'0'0'327'0,"0"0"-10"15,0 0-11-15,0 0-6 0,-6 1-17 16,6-1-20-16,0 0-23 0,0 0-17 0,0 0-23 16,0 0-24-16,0 0-16 0,13-5-25 0,-3 0-32 15,9 2-34-15,3-1-36 0,-2 1-56 0,13-1-55 0,-6-3-59 16,6 4-70-16,-7 0-292 0,2-4-539 0,-5 2 239 16</inkml:trace>
  <inkml:trace contextRef="#ctx0" brushRef="#br0" timeOffset="23324.89">11285 4953 155 0,'-2'4'287'16,"-1"-2"-27"-16,3-2-26 0,0 0-22 0,18-2-25 16,12-4-25-16,1-3-60 0,5 0-91 0,19-5-106 15,-1-2-158-15,-3 2-274 0,-15 2 122 0</inkml:trace>
  <inkml:trace contextRef="#ctx0" brushRef="#br0" timeOffset="25556.91">12563 4766 144 0,'-14'3'188'0,"5"-1"-1"0,-4 1 0 16,7-2 11-16,-2-1-7 0,3 0-9 0,-1 3-7 0,6-3-13 16,0 0-7-16,-7 2-7 0,2-2-13 15,5 0-8-15,-5 2-17 0,5-2-4 0,0 0-10 0,0 0-8 0,-6 0-5 16,6 0-10-16,0 0-7 0,0 0-5 0,0 0-4 16,0 0-4-16,0 0-4 0,0 0-7 0,-5 1 1 15,5-1-7-15,0 0-2 0,0 0 2 0,0 0-3 0,0 0-4 16,0 0 3-16,0 0-10 0,0 0-2 15,0 0 2-15,0 0-9 0,0 0 5 0,0 0-4 16,0 0 2-16,0 0-4 0,0 0-1 0,0 0-1 0,0 0-4 16,0 0 4-16,0 0 1 0,0 0-5 0,0 0 9 0,0 0 2 15,0 0-4-15,0 0 3 0,23-3 1 0,-5-2-2 16,2 1 4-16,8-1-3 0,4-2 0 16,3 1-6-16,2-1-4 0,2 0 0 0,-2 2-4 15,3-1 1-15,-4 0 0 0,-2 1 3 0,-2 1 3 16,-4-2-7-16,-6 4 1 0,-3 0 0 0,-6 1 3 0,-2-1-11 15,1 0-6 1,-7 2-2-16,3-1 5 0,-2 0-3 0,-1 0-5 16,-5 1 0-16,7-2-2 0,-7 2 5 0,0 0-15 15,0 0-8-15,0 0-13 0,0 0-9 0,-30 2-10 16,21-2-12-16,-3 1-18 0,1 0-22 0,2-1-26 16,-3 0-34-16,5 0-28 0,-1-1-212 0,3 0-455 15,-1-3 201-15</inkml:trace>
  <inkml:trace contextRef="#ctx0" brushRef="#br0" timeOffset="25916.7">13193 4514 199 0,'0'-3'340'0,"0"3"-9"16,0-5-18-16,0 5-24 0,0 0-24 0,4-5-32 0,-4 5-22 15,0 0-24-15,1-1-21 0,-1 1-24 0,0 0-18 16,0 0-19-16,0 0-12 0,0 0-5 0,4 16-12 16,-4-4-8-16,1 6-4 0,3-2-8 15,-1 9-4-15,-2 1 1 0,3 1-14 0,-3-3 0 0,4 1-7 0,-5-4 2 16,3 0-7-16,-1-2-3 0,1 0 0 0,-2-1 2 16,-1-3 6-16,0-1-11 0,4-2-2 0,-4-2-4 15,1 0 1-15,-1-3-3 0,3 1-3 0,-6-3 2 16,6 0-2-16,-3-1 3 0,0-4 0 0,0 7 2 15,0-6 2-15,0-1-1 0,1 4-5 0,-1-4 0 16,0 0 5-16,0 3-4 0,0-3-25 0,0 0-31 16,0 0-28-16,-9-8-35 0,8 4-29 0,-4-2-38 0,-3-1-36 0,3-3-67 15,1 1-214-15,-1-1-529 0,1-3 234 0</inkml:trace>
  <inkml:trace contextRef="#ctx0" brushRef="#br0" timeOffset="26180.21">13302 4381 193 0,'11'2'200'0,"1"0"-10"0,-1 1-2 0,6 1-12 0,0 6-10 16,5 2-9-16,0 6-8 0,-3 4-7 0,3 7-6 0,-4 0-12 15,-6 4-9-15,1 11-9 0,-5-8-8 0,-3 12-6 16,-3 3-13-16,-8 0-5 0,-6-1-3 0,-6-4-5 16,-4-1-5-16,-2-2-3 0,-7-2-10 0,1-5 2 15,-5-1-13-15,-3-6-23 0,-1 1-18 0,-8-2-32 16,3-2-56-16,-4-6-62 0,-2 1-264 0,-5-4-452 16,2-5 201-16</inkml:trace>
  <inkml:trace contextRef="#ctx0" brushRef="#br0" timeOffset="26597.33">12347 4374 135 0,'0'0'223'0,"0"0"-29"15,0 0-15-15,0 0-24 16,-18 9-11-16,9 0-9 0,-1 5-10 0,-8 12-10 16,-1 3-5-16,-6 15-10 0,4 4-8 0,-3 1-5 15,1 3-6-15,2 1-11 0,5 3-5 0,3-5-3 16,3 2-8-16,7-9-2 0,3-9-3 0,8-2 12 16,3-2-1-16,12-1 5 0,12 5-1 0,7-7 1 15,9-7-4-15,8-3-4 0,5-6-21 0,2-7-48 16,29 1-62-16,-4-6-91 0,-33-1-243 0,6-5-441 0,-5 1 195 0</inkml:trace>
  <inkml:trace contextRef="#ctx0" brushRef="#br0" timeOffset="31729.1">13749 4059 47 0,'0'0'83'0,"0"0"-13"0,0 0-7 0,0-5-4 0,0 5 1 16,0 0-9-16,0 0-6 0,0 0-4 0,0 0-3 15,0-4 0-15,0 4-5 0,0 0-3 0,0 0-5 16,0 0-7-16,-3-5 5 0,3 5-7 0,0 0 11 16,0 0 0-16,-1-3 2 0,1 3-8 0,0 0 1 15,0 0 4-15,-3-5-1 0,3 5 0 0,0 0-8 16,0 0 3-16,-1-4-10 15,1 4 6-15,0 0-2 0,0 0 3 0,-2-3 1 16,2 3 9-16,0 0-2 0,0 0 6 0,0 0-4 16,0 0 8-16,0 0 2 0,0-5 3 0,0 5-6 15,0 0-4-15,0 0 9 0,0 0 1 0,0 0 1 16,0 0 7-16,0 0-2 0,-2-4 4 0,2 4-2 16,0 0 0-16,0 0 4 0,0 0 1 0,0-5 3 15,0 5-1-15,0 0 0 0,0 0 3 0,0 0 0 0,-2-3-5 16,2 3-2-16,0 0 2 0,0 0 2 0,0 0-3 0,0 0 1 15,0-5 9-15,0 5-3 0,0 0 0 0,0 0 3 16,0 0-3-16,0 0-2 0,0 0-3 0,0 0 4 16,0 0-15-16,0-5-2 0,0 5-4 15,0 0-8-15,0 0-6 0,0 0-4 0,0 0-3 16,0 0-14-16,0 0-8 16,0 0 1-16,0 0-2 0,2 17-3 0,0-7 0 15,-4-1 5-15,4 3-1 0,-2 5 2 0,0 3-3 0,-2-3 4 16,0 2 0-16,4-1 0 0,-5-1 3 15,-1 2 0-15,4-2-3 0,-1-3 6 0,-1 2-3 0,1-3 2 16,-2-1-2-16,3-1 1 0,0-2 0 0,0-2 0 16,0 0 2-16,0-2-3 0,0-1 8 0,0-1-6 15,0 1 2-15,0-4 5 0,0 7 34 0,0-7 34 0,0 4 28 16,0-4 22-16,0 0-16 0,0 0-8 0,0 0-10 16,4-16-15-16,0 6-7 0,-1-1-5 0,3-3-8 15,-1-1-9-15,2-2-1 0,-2 0-5 0,1-2-9 16,2 2 14-16,-1 0-15 0,0 0-9 0,-3 1-4 15,0 7 4-15,-2 2-6 0,2 3-4 0,-2-3 0 16,0 1-8-16,0 2-2 0,-1 1-9 0,1-1-25 0,-2 4-4 0,0 0-3 16,0 0 8-16,10 4-1 0,-5 4 0 0,0-1 7 15,0 5 4-15,-1-1 6 0,3 5-9 16,-1-2 4-16,-1 1 1 0,1 0 4 0,-2 2-2 0,0-5-3 16,0-1-1-16,-3-1-1 0,3-2 0 0,-1 1 1 15,-2-4-3-15,0 0 9 0,2-2 4 0,-2 2 11 16,-1-1 34-1,4-2 21-15,-4-2 17 0,0 0-14 0,0 0 0 16,6-13-13-16,-2 4 2 0,4-4 6 0,-1-1-9 0,1-2-12 0,1-4 7 16,3-2-16-16,-4 4-1 0,1 1-1 0,0 1-7 15,-3 6 8-15,-2 0-7 0,0 2-2 0,0 4-8 16,-1-2-3-16,-1 2-10 0,1 1-23 16,1 3-19-16,-4 0 4 0,10 5-2 0,-4 3-4 15,1 1-5-15,3 3-10 0,0 3-13 0,-1 2-32 0,5 4-37 16,-5-1-51-16,1-3-86 0,1 0-289 0,-4-2-621 15,-2-4 274-15</inkml:trace>
  <inkml:trace contextRef="#ctx0" brushRef="#br0" timeOffset="37564.37">15123 4389 135 0,'0'-9'252'0,"0"3"-6"0,-2-5-3 15,2 2-13-15,-1 4-5 0,1-2-11 16,0 2-11-16,0 1-17 0,0 4-14 0,0-8-28 16,0 8-7-16,0-5-24 0,0 5-19 0,0-3-27 15,0 3-9-15,0 0-7 0,0 0-7 0,-2 22-4 16,0-6-5-16,-2 5-5 0,4 6-2 0,-5 4 1 16,5 1-5-16,-2-1 0 0,-2 2-2 0,1 1-5 15,2-3 1-15,-1-3 2 0,-2 0-3 0,2-4-1 16,1-3-6-16,1-3 4 0,0-1-5 0,0-6 0 15,0 0 3-15,-1-1-3 0,1-2 3 0,0-1-5 16,0-1 2-16,-1-2 1 0,1 0 0 0,0-4 0 16,0 8 8-16,0-8 11 0,0 1 0 0,0-1 2 0,0 0-1 15,0 6 2-15,0-6-7 0,0 0 3 0,0 4-8 16,0-4-15-16,0 0-20 0,0 0-22 0,0 0-49 16,0 0-79-16,0 0-90 0,-9-10-236 0,6 6-532 0,3 4 236 15</inkml:trace>
  <inkml:trace contextRef="#ctx0" brushRef="#br0" timeOffset="37749.21">15253 4688 374 0,'0'0'382'0,"6"-2"-9"0,-6 2-12 15,3-2-16-15,-3 2-21 0,0 0-31 0,2-4-42 16,-2 4-25-16,0 0-6 0,0 0-33 0,0 0-37 0,0-5-41 15,0 5-55-15,0 0-48 0,4-2-63 0,-4 2-71 0,0 0-62 16,5-5-58-16,-2 4-258 0,-3 1-547 0,6-8 242 16</inkml:trace>
  <inkml:trace contextRef="#ctx0" brushRef="#br0" timeOffset="38382.61">15724 4262 178 0,'0'0'233'0,"3"-6"-26"0,0 5-19 0,-1-2-24 0,3 1-15 0,3 0-12 0,-2 0-17 15,2 1-10-15,2 0-14 0,0 1-12 0,2 1-6 16,2 2-7-16,-4-1-8 0,2 3-9 0,-1-2-4 16,-2 3-4-16,3 1-5 0,-3 1-3 15,-2 2-7-15,-2 0-2 0,-2 0-3 0,2 2-1 0,-5 1-5 16,0 0-3-16,-5 3 2 0,0 1-4 0,-3-3-3 15,-2 0 1 1,0 1-1-16,-2-3 2 0,2-2-4 0,-3 2-1 16,4-3-2-16,0-1 3 0,3 0-4 0,-2-3-3 15,3 0 5-15,1 0-6 0,-2 2 2 0,3 0-1 16,2-5-2-16,-1 3 0 0,2-2-1 0,2 2 4 16,-1 2-2-16,6-2-2 0,-1-1 3 0,1 4-2 15,4-2 2-15,0 0 1 0,1 0-1 0,-3 0-1 0,1 2-1 0,2 0-1 16,-2 1 2-16,0-1-2 0,-2 1-2 0,-3 0 0 15,1 0 1-15,2 2 3 0,-3-4 4 16,-2 4-2-16,-5-3 10 0,2 1 4 0,-2-1 3 0,-5 4 4 16,-4-4-3-16,2 1 1 0,-5 1 3 0,1-3 0 15,-6 1 1-15,6 0 2 0,-5-2 6 0,8-3 0 16,-3-1 4-16,-2 0 4 0,3 1 8 0,5-3 8 16,-2 0 2-16,2 0 6 0,7 0 5 0,-11 0-14 0,5 0 7 31,6 0-2-31,-9-3-10 0,9 3-15 0,-5-4-32 0,3 2-42 15,2 2-34-15,0-6-41 0,0 6-41 0,7-9-47 16,-3 4-73-16,-1 2-157 0,2-2-465 0,3-2 206 16</inkml:trace>
  <inkml:trace contextRef="#ctx0" brushRef="#br0" timeOffset="38565.74">16067 4696 360 0,'0'0'383'16,"0"0"-13"-16,10-5-23 0,-10 5-14 0,0 0-27 16,4-3-28-16,-4 3-28 0,4-5-23 0,-4 5-26 0,5-4-25 0,-5 4-35 15,0 0-54-15,3-8-46 0,-2 5-55 0,1 2-66 16,-2 1-66-16,6-8-64 0,-2 6-92 0,-4 2-156 16,4-7-497-16,0 2 220 0</inkml:trace>
  <inkml:trace contextRef="#ctx0" brushRef="#br0" timeOffset="39282.83">16536 4235 113 0,'-1'-5'297'0,"1"5"-9"15,0 0-22-15,0 0-19 0,0 0-14 0,0 0-28 16,0-5-22-16,0 5-16 0,5-4-19 0,1 1-15 16,3 1-15-16,2-2-13 0,5-1-10 0,0-1-10 15,1 0-8-15,2 0-7 0,-1 4-12 0,-4-2-14 16,-2 1-9-16,-2 1-16 0,-4-1-10 0,2 0-13 0,-3 2-12 16,0 0-16-16,-5 1-11 0,0 0-2 0,0 0-3 15,0 0-7-15,-14 8 3 0,-5-3 1 0,-3 0-2 0,-5 2 10 16,-1-1 3-16,0 0 4 0,7-1 4 15,-7 1 2-15,2 1 3 0,4-2 0 0,-5 0 7 16,6-1 7-16,1 1-1 0,3 1 6 0,0-1 5 16,4-3 3-16,3 2-1 0,0 1 2 0,1 0-3 0,2-3 1 0,3 0-5 31,-1 2 1-31,-1 1 2 0,2-3-2 0,2 2 3 0,-1-1 2 16,3 3-7-16,3 1 11 0,2 0 6 0,2 4 13 15,2-5 3-15,4 5 10 0,4-1 7 0,2 0-2 16,5 0-2-16,0 2 1 0,3-2-7 15,-1 3-1-15,-2-1-2 0,-6-1-2 0,0-1-8 16,-4 3 2-16,0 1-1 0,-1 0-1 0,-4 3-4 0,0 2 4 0,-4-2-6 16,-3 0 2-16,-2 3-3 0,0-4-3 0,-6 4 5 15,-3-5-4-15,-1 2 2 0,-2-4 2 16,0 2-4-16,0-2 1 0,-2-4 1 0,5 1 0 16,-4-3 2-16,3-1 9 0,1 0 6 0,0-2 10 15,-1-2 5-15,5 0 11 0,-3 1 14 0,4-2 3 0,-1 1 12 16,5-2 11-16,0 0 10 0,-14-2 1 0,14 2-21 0,-4-2-8 15,4 2-17-15,0-6-17 0,0 2-17 0,0 0-20 16,4-2-35-16,-3 2-28 0,3-1-30 0,5-5-39 16,-4 7-36-16,4-4-44 0,5 0-42 0,-5 3-266 15,0-4-555-15,5 4 246 0</inkml:trace>
  <inkml:trace contextRef="#ctx0" brushRef="#br0" timeOffset="39483.21">16970 4649 357 0,'6'2'424'0,"-6"-2"-15"0,3 1-18 0,-3-1-26 16,0 0-21-16,3 3-29 0,-3-3-37 0,0 0-22 15,6 2-27-15,-6-2-28 0,0 0-51 0,0 0-59 16,7-6-53-16,-5 4-53 0,1-2-51 0,2 1-52 0,1 2-58 15,2-2-76-15,-2-1-286 0,-1 0-581 16,-1-1 258-16</inkml:trace>
  <inkml:trace contextRef="#ctx0" brushRef="#br0" timeOffset="39721.48">17602 4501 220 0,'0'0'319'0,"0"0"-31"0,6-2-29 0,-2-1-36 15,0-1-35-15,-3 3-44 0,7-1-43 0,-3 0-49 16,2 0-54-16,4 1-59 0,6-1-57 0,-5-2-152 0,6 0-291 0,2 0 130 15</inkml:trace>
  <inkml:trace contextRef="#ctx0" brushRef="#br0" timeOffset="39868.78">18256 4461 226 0,'10'-3'296'0,"0"-2"-32"15,2 1-26-15,2-2-22 0,5 0-29 0,0-1-47 16,9-2-74-16,3 1-81 0,2 0-107 0,3-3-128 16,2 1-270-16,16-6 120 0</inkml:trace>
  <inkml:trace contextRef="#ctx0" brushRef="#br0" timeOffset="40022.67">19333 4378 67 0,'6'2'388'15,"1"1"-33"-15,-3-2-36 0,-1 0-38 0,-3-1-70 16,0 0-44-16,0 0-44 0,11-4-46 0,-11 1-58 16,2-1-79-1,3 1-75-15,-3-1-167 0,2-2-328 0,4-1 146 0</inkml:trace>
  <inkml:trace contextRef="#ctx0" brushRef="#br0" timeOffset="42177.68">20304 4111 5 0,'0'0'213'0,"0"-6"8"16,-2 3-16-16,2 3-9 0,-2-7-7 0,2 7-2 0,0-6-7 15,0 6-14-15,0-4-11 0,0 4-17 0,0 0-14 16,4-6-14-16,-3 5-12 0,-1 1-10 16,13-3-13-16,-4 3-5 0,0-1-10 0,4 3-7 15,-2 0-4-15,2 3-6 0,5 1-8 0,-4 3-2 16,4 4-6-16,-4-1-2 0,4 6-1 0,-1 4-3 0,-5-2-1 0,-4-1-3 16,-4 7-3-16,-1 3 2 0,-5-1-1 0,-4-2-2 15,-3 4-1-15,-8-3 1 0,-1 0-1 0,-7 1-4 16,-1-2 2-16,2 0-3 0,-3 0 4 0,-2-3-2 15,3-2-2 1,0-1 2-16,4-6-2 0,0 0 1 0,5-3-2 16,3-2 4-16,5-3 4 0,-1 0 1 0,6-3-1 15,-1-1 9-15,0 1 5 0,1-2 6 0,0 2 2 0,4-3-5 16,0 0 0-16,0 0-2 0,13 3-4 0,1-5-3 16,3-1-1-16,4 1-2 0,8-1-5 0,-3-2 6 15,5 1-3-15,-2 0-4 0,2 0-1 0,-3 2-1 16,-2-2-1-16,-7-1-1 0,4 4-3 0,-6-1 0 15,-3-1 1-15,-4 2-11 0,1-1-2 16,-2 0-8-16,-5 2-4 0,1-1 0 0,-5 1-7 0,8-3 1 0,-8 3-13 16,6-3-19-16,-6 3-13 0,0 0-14 0,0 0-8 15,-14-9-1-15,8 7-16 0,-1 0-12 0,2-1-18 0,-1-1-43 16,0-4-219-16,1 2-433 0,-2 1 192 0</inkml:trace>
  <inkml:trace contextRef="#ctx0" brushRef="#br0" timeOffset="42759.59">20788 4244 40 0,'3'-3'331'0,"-3"3"-29"0,0-6-32 15,0 6-28-15,1-2-25 0,-1 2-28 0,0 0-18 16,4-5-22-16,-4 5-13 0,0 0-16 0,0 0-13 16,8 13-11-16,-7-8-11 0,4 6-6 0,-4 2-9 15,3-1-5-15,-4 2-7 0,3 6-4 16,-3-3-4-16,0 1-7 0,-3 2-6 0,2-2-1 0,-2-2-7 0,2-4-1 0,-1-1 2 16,2 0-4-16,-3-1-2 0,3-5-1 15,-1 0-4-15,2-1 2 0,-2 1 3 0,1 0 29 16,0-5 20-16,0 5 34 0,0-5 19 0,0 0-10 15,0 0-15-15,0 0-7 0,11-15-9 0,-3 8-20 16,0-4 12-16,3-2-26 0,-2-2 3 0,0 1-4 0,2-1-13 16,0 2 16-1,-3 2-30-15,-2 2 2 0,3 1 3 0,-5 2-5 16,1 0-12-16,-3 3 2 0,2 1-9 0,0-3-1 16,-1 3-3-16,-3 2-25 0,5-3-6 0,-5 3-3 15,0 0 5-15,9 8 4 0,-8-3 1 0,0 1 0 16,2 5 7-16,-1 1 0 0,-2-3 4 0,0 4 3 15,2-3-7-15,-1 1 2 0,0-3-2 0,0 2 0 16,-1-4-3-16,0 0 2 0,4-1-1 0,-4-2 2 0,0 0 6 0,0 1 8 16,0 0 7-16,0-4 27 0,0 0 31 0,2 5 22 15,-2-5 5-15,0 0-13 0,0 0-5 0,12-13-12 16,-7 8 0-16,3-4-2 0,2 2-15 0,0-1 0 16,2 1-11-16,-1 2-8 0,1-3 0 0,3 0-15 15,-6 3-3-15,2 0-21 0,0 1-12 16,-1 0-15-16,-1 1-17 15,3 1-21-15,-3-2-24 0,1 4-32 0,0 0-38 16,0 0-39-16,1 1-45 0,2-1-60 0,-4 1-243 16,3-1-609-16,-1-1 271 0</inkml:trace>
  <inkml:trace contextRef="#ctx0" brushRef="#br0" timeOffset="42944.24">21476 4345 216 0,'0'0'313'0,"0"0"-27"15,0 0-34-15,0 0-19 0,22-13-30 0,-4 6-23 16,1 2-16-16,9-2-15 0,1 1-42 0,-1 0-42 0,1 4-61 0,0-4-61 31,-2 3-57-31,-7 1-220 0,2-2-362 0,-2 0 161 0</inkml:trace>
  <inkml:trace contextRef="#ctx0" brushRef="#br0" timeOffset="43244.73">21877 4166 78 0,'-2'-3'330'0,"0"-3"-4"0,2 0-6 0,-1 1-11 15,1 2 3-15,-4 0-12 0,4 3-14 0,0-6-30 0,0 6-28 16,0-4-33-16,0 4-16 0,0 0-27 0,0 0-24 15,0 0-11-15,0 0-10 0,0 0-15 0,0 0-9 16,5 15-9-16,-3-6 0 0,0 3-32 0,-1 0 13 0,3-2-8 16,0 4-3-16,-3 5 2 0,3-5-8 0,-1-1 1 15,-2 3-4-15,3 0-4 0,-3-4-2 0,4 2-12 16,-2-4 6-16,-2 4-17 0,-1-7-9 0,4 3-23 16,-3-5-19-16,-1 4-11 0,3-3-17 0,-2-2-9 15,-1 0-2-15,3 0 1 0,-3-4 3 0,0 5-16 16,0-5-45-1,0 0-38-15,0 0-33 0,0 0-36 0,-7-16-37 16,5 10-167-16,2-5-487 0,0-1 215 0</inkml:trace>
  <inkml:trace contextRef="#ctx0" brushRef="#br0" timeOffset="43460.62">22034 4007 161 0,'4'-6'295'0,"-1"4"-12"0,-1-2-29 0,0 1-25 16,0 1-24-16,-2 2-24 0,0 0-19 0,0 0-22 15,0 0-11-15,19 10-9 0,-14 0 1 0,7 5 3 16,-1-1-8-16,6 9-4 0,-4 3-7 0,-3-1-1 16,4 4-9-16,-5 3-8 0,-1 1-1 0,-3-1-6 15,-2 3-8-15,-5 11-5 0,-7 1-6 0,-5-2 0 16,-9 0-9-16,-4-3-14 16,-5-3-12-16,-5-4-17 0,-2-1-20 15,-1-6-31-15,-5 0-34 0,-6-3-48 0,-4-2-62 16,-3-6-87-16,-4-2-205 0,-27 3-516 0,26-11 228 0</inkml:trace>
  <inkml:trace contextRef="#ctx0" brushRef="#br0" timeOffset="43830.67">19949 3867 247 0,'0'0'229'16,"-14"8"-24"-16,1 6-20 15,-1 2-19-15,-4 14-20 0,-7 13-32 0,-3 7-13 16,3 1-4-16,0 4-12 0,-6 27 7 0,8-27 6 16,5 2 0-16,-4 23-1 0,14-25 6 0,5 3-3 15,4-5-8-15,9 1-5 0,11-4-8 0,6-6-3 16,10 0-6-16,9-6-2 0,6-6-19 0,29 4-24 16,-25-12-41-16,5-7-53 0,3-2-75 0,-2-1-270 15,4-9-448-15,-7 1 199 0</inkml:trace>
  <inkml:trace contextRef="#ctx0" brushRef="#br0" timeOffset="45348.21">15023 5454 91 0,'0'0'159'0,"0"-4"-11"0,0 4-9 0,-1-5-13 16,1 5-12-16,0 0-2 0,-2-4-10 0,2 4-13 15,-1-3-8-15,1 3-11 0,0 0 2 0,0 0-14 16,0 0-8 0,0 0-3-16,0 0-2 0,0 0-16 0,0 0 0 0,0 0 0 15,0 0-1-15,0 0-4 0,10 0 2 0,-4-2-5 16,-6 2-8-16,15-2-2 0,-5 2-3 0,3-1 10 16,3-1-7-16,0 4-1 0,2-2-2 15,11-3-5-15,3 3 6 0,1-2-5 0,2-1 2 0,16-3 6 16,2 4 2-16,4-3-1 0,0 0 1 0,2-2 4 15,2 2-10-15,2 1 4 0,-3-2-1 0,1 2 0 0,-1 1-1 16,3-1-5-16,0 3 8 0,-5-1-4 0,4 1-5 16,-1 1 4-16,-1 1 2 0,4-3-7 0,0 2 1 15,0 0 3-15,1-1 0 0,26-4-4 0,-30 1 1 16,0 1-4-16,2-4 0 0,6 4 5 0,23-7 3 16,-28 8-5-16,1-7-8 0,28 1 8 0,-28 0 0 15,1 3 0-15,27-4 0 0,-30 5-1 0,1-7-2 0,0 6 7 0,29-4-4 16,-33 4 2-16,2-2-3 0,5 0-3 0,-3 2 0 0,2-1 1 15,1-1 5-15,-2-1-10 0,2 3 2 16,24-4 6-16,-30 3-3 0,2 1 1 0,-2-1-1 16,3 0 1-16,1 1 1 0,2 2 2 0,22-5 2 0,-25 5 2 31,-1-3 3-31,-3 4-2 0,5-2-1 0,0 1-2 16,-1-4 2-16,-5 5 0 0,1-3 3 0,0-1-1 0,0 4 1 15,-5-2 3-15,3 1 0 0,3-4 6 0,3 5-5 16,1-3 3-16,0 1-3 0,24-3 2 0,-23 3 5 15,0-1-8-15,-4 0 4 0,3 1-3 0,-1 0 3 16,-2-2-2-16,5 1 0 0,-6 0-2 0,2 0 1 16,2 1 2-16,1-1 0 0,25 0 21 0,-26 0-5 15,-1-2-2-15,1 3-1 0,27-2-8 0,-28 2-1 0,1-2-1 0,-2 3-2 16,2-1 4-16,-2-3-5 0,-1 5-2 0,-2-3 0 16,2-2 0-16,0 2 7 0,-3-1-3 15,0 0 4-15,-2-2-1 0,-2 1 7 0,-1 2-7 16,1 0 2-16,-3 0 0 0,-16 1-1 0,19 0 3 15,-4-1-1-15,-14-1-4 0,0 4 1 0,-1-1-1 0,0-2-1 16,3 1-1 0,-5 1-1-16,-1-1 2 0,-3 1 4 0,-1-2 0 15,0 2 2-15,-10-1 3 0,3 1 2 0,-3 1-1 16,-1 1 2-16,0-3 2 0,-4 2 2 0,0-1-7 16,-1 1 2-16,1-1-3 0,-3 3-3 0,3 0-2 15,-5-1-5-15,-4 0 2 0,3 1-5 0,-3 0 2 16,0-2-3-16,-5 2-4 0,9 0 2 0,-9 0-3 15,0 0 4-15,8-3-5 0,-8 3 5 0,0 0-9 0,5 0-1 0,-5 0 1 16,0 0-4-16,0 0 3 0,0 0 1 0,0 0-1 16,0 0 1-16,6 0-3 0,-6 0-2 0,0 0-2 15,0 0 5-15,0 0-1 0,0 0 3 0,0 0-4 16,0 0 2-16,0 0-2 0,0 0-9 0,0 0 3 16,0 0-10-16,0 0-11 0,0 0-15 0,0 0-22 15,0 0-22-15,0 0-4 0,0 0-19 0,0 0-37 0,-15 5-71 0,6-4-266 16,9-1-523-16,-16 0 231 0</inkml:trace>
  <inkml:trace contextRef="#ctx0" brushRef="#br0" timeOffset="47621.32">15368 5837 96 0,'0'0'137'0,"0"0"1"0,-4-2-7 0,4 2-7 16,0 0-12-16,0 0-8 0,0 0 6 0,-4-4-1 15,4 4 5-15,0 0-6 0,0 0 6 0,0 0 2 16,-1-3-6-16,1 3-4 0,0 0 0 0,0 0-7 16,0 0-5-16,0 0 1 0,0 0-3 0,0 0-12 15,0 0-1 1,0 0-15-16,5-7-8 0,-5 7-8 0,4-3-5 15,1 1-6-15,1 0-3 0,2 1-5 0,0-1-3 16,1 0 4-16,2 2-12 0,2-1-1 0,4 2-2 0,-1 0-6 16,2 0 1-16,-2 2-1 0,1 3-11 15,0 1-5-15,-6-1-4 0,4 4-5 0,-1 1-2 16,-3 2 1-16,-2 2 1 0,-4 0-1 0,-4 3 2 16,-2 9 2-16,-9 1 0 0,-5 1 3 0,-2 4 1 0,-15 5-1 0,0-2 3 15,7-9 1-15,0 0 3 0,-3-4-2 0,1-2-1 16,-1-1 1-16,3-1 3 0,2-3 1 0,5-7-1 15,1 1 1-15,6-3 9 0,-1-1 15 0,4 0 19 16,3-3 23-16,-1 0 28 0,1-2 8 0,-1 2 3 16,6-3-11-16,0 0-11 0,0 0-12 0,-7-7-8 15,7 7 8-15,7-9-24 0,-1 3-5 0,1 1-1 0,1-2-6 0,3-2-7 16,-1 4-1-16,2-3-6 0,1 3-3 0,1 2-4 16,-1-3 0-16,0 1 0 0,7 2-1 0,-3 1-6 15,2 0 0-15,-1-1-11 0,1 3-14 0,1-1-17 16,-2 1-21-16,0 0-26 0,0 0-19 0,-4 0-29 15,4 1-21-15,-4 1-42 0,0-2-33 0,0 1-228 16,-2-2-493 0,-1 1 219-16</inkml:trace>
  <inkml:trace contextRef="#ctx0" brushRef="#br0" timeOffset="47837.65">15878 6114 119 0,'0'0'370'16,"2"-3"-9"-16,-2 3-10 0,0 0-18 0,3-2-14 15,-3 2-32-15,0 0-22 0,0 0-25 0,4-3-25 16,-4 3-26-16,0 0-27 0,6-7-37 0,-3 5-44 0,2 1-40 16,0-2-40-16,0-2-44 0,2 3-48 0,0-2-50 15,1 4-53 1,-1-3-62-16,3 1-200 0,-2-4-494 0,-3 2 219 15</inkml:trace>
  <inkml:trace contextRef="#ctx0" brushRef="#br0" timeOffset="48254.08">16312 5730 253 0,'3'-4'263'0,"-1"2"-22"0,-2 2-16 16,3-4-17-16,-3 4-17 0,0 0-21 0,1-4-21 15,-1 4-12-15,3-2-19 0,-3 2-14 0,0 0-15 16,0 0-8-16,0 0-13 0,0 0-4 0,5 10-10 15,-6-2-6-15,1 2-5 0,0 6-2 0,-4 3-4 16,-1 6-4-16,-2 1-3 0,-3 0-5 0,1 4 2 16,-1-4-4-16,1 2-4 0,0-3-1 0,4-6-1 0,-4 1-2 15,5-1 1-15,-1-2 0 0,1-1-4 0,3-3-4 16,-2-3 1-16,3 0 0 0,0-1-1 16,-1-6 3-16,1 3 2 0,0-2 0 0,1-2 3 15,-1 1 8-15,4-1 8 0,1 2-4 0,3-4 5 16,2 0-9-16,4 0-1 0,4-6-1 0,0 3 0 15,2 0-23-15,1-2-28 0,-2 1-25 0,2 1-37 0,0 1-32 0,-3-5-49 0,1 2-39 16,-6 0-198-16,0 3-441 0,0-3 195 0</inkml:trace>
  <inkml:trace contextRef="#ctx0" brushRef="#br0" timeOffset="48554.74">16545 5993 147 0,'0'0'283'16,"0"0"-21"-16,-3-2-20 0,3 2-26 0,0 0-24 16,0 0-24-16,0 0-23 0,0 0-13 0,0 0-15 15,0 0-11-15,-2 12-19 0,2-1-1 0,-2 0-13 16,2 6-7-16,-1 8-3 0,-3 2-5 0,3-1-10 16,0-1-2-16,1 0 0 0,-3-4-5 0,6 3-7 0,-3-5-1 0,2 0-5 15,1 1-5-15,-2-3 2 0,2-3 0 0,-1-1-2 16,0-2-5-16,0-3-2 0,-1 2 1 0,1-3 5 15,-1-1-8-15,0 0-2 0,1-4 2 16,-1 3 0-16,0-1 0 16,-1-1 1-16,0-3-2 0,1 3 0 0,-1-3 8 0,0 4-7 15,0-4-11-15,0 0-23 0,0 0-28 16,0 0-28-16,0 0-32 0,-2-14-43 0,2 12-53 16,-1-6-201-16,-1 1-439 0,1 2 194 0</inkml:trace>
  <inkml:trace contextRef="#ctx0" brushRef="#br0" timeOffset="48723.64">16749 6205 209 0,'0'0'294'0,"3"-2"-24"16,-3 2-29-16,4-3-25 0,-4 3-16 0,2-2-22 15,0-1-19-15,-2 3-34 0,0 0-42 0,3-4-52 16,-3 4-43-16,4-5-51 0,0 2-51 0,2 1-190 15,-1-1-327-15,1-1 145 0</inkml:trace>
  <inkml:trace contextRef="#ctx0" brushRef="#br0" timeOffset="49225.28">17392 5750 115 0,'-3'-4'225'0,"3"4"-16"0,0 0-18 0,0 0-22 0,0 0-16 15,0 0-16-15,-15 4-17 0,10 0-8 0,0 0-15 0,-4 3-11 16,-4 3-4-16,3 1-13 0,-3 2-3 15,-1 2-7-15,-5 3-7 0,1 4-4 0,2-2-2 16,-1 5-1-16,2-4-3 0,2 2-6 0,1-5-4 0,-1 7 2 16,4-7-8-16,-2 4 2 0,5-5 1 0,-1 0-9 15,6 0 1 1,0-2-1-16,-2-2 1 0,6-4-1 0,-1 5 3 16,2-4 12-16,1 1 11 0,4-1 5 0,0-2-1 15,3-1-2-15,4-2-3 0,3 0-5 0,1-3 1 16,1-2-5-16,-3 0-3 0,0 0 0 0,-2-3-2 15,-3-1-3-15,-1-1-5 0,-2 2 4 0,-1-2 5 16,0-2-4-16,-4 2-3 0,-1-4 1 0,1 1-4 16,-4-1-2-16,-1 3 2 0,-1-2-5 0,-4-1 1 0,-1 0-5 0,-2 1-4 15,-1 1-1-15,-5 2 0 0,1 0-4 0,-6 4-1 16,2 1-1-16,-2 0 1 0,-2-3 3 0,3 7-3 16,-3 1-4-16,3-4 4 15,-1 4-19-15,3 4-18 0,5-6-24 0,0 0-29 16,-1 5-22-16,3-5-35 0,4 0-13 0,1 0-27 15,4 1-230-15,0-4-448 0,4 5 198 0</inkml:trace>
  <inkml:trace contextRef="#ctx0" brushRef="#br0" timeOffset="49456.95">17768 6057 144 0,'0'0'272'16,"0"0"-29"-16,0 0-19 0,7-3-24 0,-7 3-19 16,0 0-20-16,0 0-31 0,0 0-37 0,7-1-39 0,-7 1-39 0,6-3-44 15,2 3-52-15,-3-1-188 0,1-3-289 0,1 1 129 16</inkml:trace>
  <inkml:trace contextRef="#ctx0" brushRef="#br0" timeOffset="49641.8">18196 5985 50 0,'5'-5'237'0,"-3"3"-38"0,5 1-35 0,-1-3-26 16,3 1-37-16,5-1-39 0,-1-1-43 0,6 0-55 16,2-2-120-16,8 1-169 0,2-3 75 0</inkml:trace>
  <inkml:trace contextRef="#ctx0" brushRef="#br0" timeOffset="49791.51">19058 5908 46 0,'13'-4'195'0,"5"0"-21"0,0 0-21 0,1 0-37 15,4 0-42-15,6-3-59 0,1 0-78 0,-1 0-56 16,-1 1-128-16,0-1 57 0</inkml:trace>
  <inkml:trace contextRef="#ctx0" brushRef="#br0" timeOffset="49973.9">19828 5818 223 0,'5'-4'275'0,"2"3"-10"0,-2-1-8 16,1 0-14-16,0-3-14 0,-1 2-26 0,0-1-22 0,3 1-15 0,-2 1-21 16,1-2-7-16,-1-2-25 0,0 3-15 0,-1 1-27 15,1 1-37-15,0-3-45 0,-2 3-46 0,-4 1-82 16,5-4-102-16,0 1-125 0,-4 1-396 0,-1 2 176 15</inkml:trace>
  <inkml:trace contextRef="#ctx0" brushRef="#br0" timeOffset="51746.93">21012 5520 81 0,'0'0'233'0,"0"0"-22"0,-5-4-13 0,5 4-22 16,0 0-18-16,9-3-17 0,-3 1-13 0,2 1-16 16,2 1-7-16,3 0-13 0,-3 0-10 0,7 3-9 0,-2-2-5 15,6 3-10-15,-3 1-6 0,-1-3-4 16,3 6-5-16,0 1-3 0,-3 1-11 0,-1 1-2 15,1 2 0-15,-4 2 3 0,-4 2-10 0,-3 0 1 0,-2 1 0 16,-3 7 0-16,-6-1 2 0,-4 1-5 16,-9 0-1-16,-4 3 0 0,0-4 1 0,-2 1-2 0,-4-3 5 15,-1-1 4-15,2 0 0 0,0-4 6 0,-1 0 2 16,0-2 7-16,3-1-5 0,6-2 4 0,2-6 2 0,0 5 0 16,7-6-1-16,0-2-3 0,3 0 3 0,1 1-7 15,1-2 4-15,2 1 4 0,-1-1-4 0,4-2 2 16,0 0 5-16,0 0-5 0,19 0-3 0,-2-2-3 15,5 0 0-15,5 0-4 0,5-1-2 0,-2 1-2 16,2-1-5-16,4-2-2 0,0 2 3 0,-2-1-6 0,3 2-3 16,-5-3-2-16,0 5 2 0,0-3 1 0,-10 3-3 0,-3 0-1 15,0-1-5-15,-7 0 4 0,-2 1-2 0,0 0-2 16,-3 0-3-16,-1-1-1 0,-1-1 3 0,-5 2-5 16,10-1-1-16,-10 1 0 0,0 0-14 0,0 0-14 15,0 0-12-15,0 0-7 0,-16-6-15 0,9 6-11 16,0-3-16-16,-1 1-22 0,0 1-32 0,2-3-26 15,-1-1-61-15,1 2-171 16,0-1-438-16,2-2 193 0</inkml:trace>
  <inkml:trace contextRef="#ctx0" brushRef="#br0" timeOffset="52310.49">21773 5714 233 0,'3'-5'351'0,"-3"5"-32"0,0-2-26 0,0 2-31 16,0 0-33-16,0 0-22 0,0 0-22 16,0 0-26-16,0 0-14 0,0 0-15 15,0 0-18-15,0 0-11 0,0 0-6 16,3 13-16-16,-3-7-6 0,-1 4-6 0,-1 0-11 15,1 2-3-15,-1 1-2 0,-1-2-5 0,2 4-9 16,-1 2 13-16,-2-3-19 0,3-4-2 0,-1 1-1 0,2-1 1 16,-3-4-8-16,2 0-1 0,1-3 4 0,-2 2-5 15,2 0 3-15,0-5 26 0,2 7 3 0,-2-7 25 16,-2 1 33-16,2-1-2 0,0 0-17 0,0 0-9 0,13-10-3 16,-7 2-6-16,2 1-5 0,0-1-4 0,2-2-9 15,-1 1-6-15,5-3-4 0,-5-2-6 0,0 8-3 16,1-6-1-16,-1 8-11 0,-1-4 2 0,-2 5-2 15,-1-1-10-15,-1 2-1 0,0-1-8 0,0-2 0 16,-4 3-4-16,0 2-25 0,5-2-7 0,-5 2-1 16,0 0 8-16,10 9 2 15,-7-5-7-15,-2 1 15 0,3 2-2 0,-3-1 0 16,3 3 1-16,-1 1-1 0,-2-2 3 0,3 2 3 16,-3-3-7-16,2 0 6 0,-2-2-9 0,3-1-2 15,-2 1 3-15,1 0 15 0,-2-2-8 0,2 0 0 16,-3-3 9-16,5 1 8 0,1-1 10 0,-6 0 2 0,19-5-5 15,-8 0 2-15,1 1 7 0,4-4 7 0,-1 1-7 16,-2 2-2-16,-2 0-2 0,2 0-1 0,-3 1-2 0,4-1-1 16,-5 1-8-16,3 3 3 0,-1-1-5 0,1 2-9 15,-2 0-15-15,0 2-41 0,1-1-35 0,-2 6-38 16,-1 0-53-16,0 0-60 0,-3 1-102 0,2-1-224 16,-1 2-623-16,-4-4 276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7:03:26.192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3208 1407 71 0,'-4'-5'221'0,"4"5"-7"0,-2-5-3 15,2 0 1-15,0 5-15 0,0-7-3 0,0 5-13 16,-3-2-8-16,3 4-10 0,-1-6-9 0,1 6 0 16,1-6-10-16,-1 6-9 0,-1-3-11 0,1 3-13 15,0 0-17-15,0-5-9 0,0 5-7 0,0 0-13 16,0 0-15-16,0 0-29 0,0 0-35 0,0 0-6 15,0 0-5 1,-3 14 8-16,2 4-3 0,-3 8 1 0,3 9 4 16,-7 13 3-16,1 7 2 0,-1 4 1 0,-7 23 1 15,5-27 7-15,2 3-4 0,3-3 5 0,-2-4-2 16,2 3 2-16,1-6 5 0,-1-1-4 0,3 5 4 16,-2-16 0-16,1-2-1 0,1-2 1 0,0-6-2 15,1-4 0-15,2-5 4 0,-2 1 2 0,1-2-2 16,0-6-3-16,0-1 4 0,1 1-2 0,-1-4 0 0,-1 2 6 0,0-5 1 15,1-3-3-15,0 7 9 0,0-7 8 0,0 7 2 16,0-7 4-16,0 0 1 0,0 0 4 0,1 5 1 16,-1-5 2-16,0 0-4 0,0 0-11 15,0 0-34 1,0 0-24-16,-1-18-20 0,2 9-33 0,-1-3-33 16,1-7-37-16,1 0-23 0,0-10-52 0,0-1-180 15,-2-3-442-15,-4-4 196 0</inkml:trace>
  <inkml:trace contextRef="#ctx0" brushRef="#br0" timeOffset="601.88">3010 1334 44 0,'3'-24'174'0,"-2"-2"-3"0,-1 9 20 16,4-3-6-16,1 3-13 0,-1-1-14 0,-2 2-5 15,5 5-13-15,-1-4-15 0,4 2-15 0,2 0-13 16,-1 3-8-16,6-2-18 0,-4 1 0 0,4 2-9 15,4 2-8-15,-2 0-4 0,8 0-11 0,-8 5-5 16,3 1 2-16,-3-1-7 0,0 6-4 0,2 0-9 16,2 0 4-1,-3 4-9-15,-2 2-1 0,5 5-9 0,-3 2 8 0,-3 5-4 16,-3-2-4-16,-4 6 5 0,-2 1-5 0,-8 2-2 16,-1 3 6-16,-7 4 2 0,-11 14 5 0,-2-7-11 15,-3 4 10-15,-5-5-3 0,-3-2 0 0,0-3 0 16,8-12 0-16,-2 2-6 0,2-6 6 0,-2-2-2 15,3 1 4-15,-2-4 0 0,6-4 7 0,3-1 6 16,0-3 6-16,4-1 12 0,2-2 13 0,0-1 3 0,2 0 28 16,3-3 12-16,5-1 20 0,-13 4 7 0,13-4 5 15,-5 2-4-15,5-2 3 0,0 0-16 0,0 0-8 16,-9 5-12-16,9-5-9 0,0 0-11 0,0 0-17 16,0 0-23-16,0 0-10 0,0 6-3 0,0-6-14 15,13 9 8-15,-3-1-6 0,4 5 1 0,0 1 1 16,8 6 0-16,1 2-3 0,4 2 7 0,6 11-7 0,-5-9-1 15,5 8-1-15,-6-8 1 0,0 1 3 0,1-1 0 16,-3 3 0-16,1-8 5 0,-3 5-6 0,0-5-3 16,-3 0 7-16,1-1-6 0,-7-8-7 0,-1 3 9 15,1-4-3-15,-5-1 4 0,-1-2-4 0,0-2 4 16,-3 0 0-16,-1-2-5 0,1 1-1 0,-5-5 7 16,0 0 3-16,8 6-4 15,-8-6 19-15,0 0 1 0,5 5 11 0,-5-5 2 16,0 0-3-16,0 0-13 0,0 0 10 0,0 0 1 15,9 5-12-15,-9-5 4 16,0 0-3-16,0 0 0 0,0 0-2 0,0 0 4 16,0 0-11-16,0 0-17 0,0 0-11 0,0 0-25 0,0 0-39 15,0 0-69-15,0 0-63 0,0 0-80 0,0 0-375 16,3-21-717-16,-3 21 317 0</inkml:trace>
  <inkml:trace contextRef="#ctx0" brushRef="#br0" timeOffset="1318.6">3632 2213 213 0,'0'0'228'0,"0"0"-13"0,-1 1-16 0,1-1-11 16,0 0-20-16,0 0-12 0,0 0-20 0,18-13-15 16,-7 10-8-16,6-6-6 0,0 4-2 0,2-3-13 15,8-4-7-15,2-1-7 0,2 0-1 0,-2-4-5 0,3 3 2 0,-1-1-6 16,-3 0 2-16,0 2 3 0,-2 0 10 15,-11 1 15-15,7-5 4 0,-6 7 3 0,-3-4 3 16,-4 4 3-16,-3 2 9 0,-1-1 2 16,-2 2-6-16,-2-1-18 0,1 4-4 0,-4-2-8 15,-3 2-10-15,-5-1-13 0,-5 4-15 0,-6 1-2 16,-7 1-2-16,0 6-8 0,-4 2-6 0,4 4-6 0,-4 0-6 0,1 4 4 0,3 0-11 16,2 1-2-16,2 2 5 0,1 1-8 0,3-1-1 15,7 4 2-15,4-5-13 0,-2 4-9 0,8-5 2 16,3 7 0-16,4-7 2 0,9 5 3 0,3 0 6 15,5-1-3-15,4-6 6 0,6 0 2 0,0-4 7 16,3-2-12-16,2-3 2 0,5-3 12 0,11 2 9 16,-15-5-4-16,4 0 5 15,-5-3-9-15,-3 2 6 0,-1-3-24 0,-9 3 28 16,-5-2 10-16,1 2-4 0,-8-1 10 16,1 0 15-16,-7 1 4 0,-5 0 1 0,11 0 6 15,-11 0 4-15,7-3-2 0,-7 3-9 0,0 0 5 0,9 0-15 16,-9 0-15-16,0 0-33 0,0 0-60 0,0-5-68 15,0 5-69-15,0 0-94 0,-13-7-146 0,10 2-224 16,3 5-716-16,-3-14 318 0</inkml:trace>
  <inkml:trace contextRef="#ctx0" brushRef="#br0" timeOffset="2135.25">4472 1988 85 0,'0'0'247'0,"-4"-1"-14"0,4 1-13 16,0 0-21-16,0 0-15 0,-6-2-17 0,6 2-21 16,0 0-10-16,0 0-16 0,0 0-14 15,0 0-7-15,0 0-13 0,0 0-8 0,21-7-10 16,-9 5-3-16,-2-1-9 15,8-1-3-15,0-2-8 0,-4 0-2 0,4 2-5 16,-5 2-4-16,4-7-1 0,0 4-4 0,-2-1-4 0,-3 2-1 0,-2-1-2 16,2 0 1-16,-3 1 11 0,-2-3 10 0,2 4 15 15,-5 1 14-15,1-1 7 0,-1 1 6 0,0 0-1 16,-4 2 3-16,5-5-10 0,-5 5-8 0,0 0-14 16,0 0-5-16,-13-4-11 0,2 5-3 15,-2 3-10-15,-3-1 3 0,-3 5 0 0,-6 1-11 16,-2 1-8-16,2 5-1 0,-5 1-2 0,7 1 0 15,-3 0-3-15,4 0 1 0,1 0-2 0,4 3-4 16,4-4 2-16,-3 9-3 0,6-3 0 0,1-4 4 16,5 0-1-16,4 2 3 0,3-3-5 0,3 2-1 15,7 2 5-15,2-6 1 0,11 4-2 0,4-3 3 16,5-5-11-16,16 1-24 0,3-4-46 0,-1-3-49 0,-3-4-59 0,5 2-79 16,-16-3-247-16,1-3-552 0,-1-3 245 0</inkml:trace>
  <inkml:trace contextRef="#ctx0" brushRef="#br0" timeOffset="2651.8">5106 1872 161 0,'1'-5'335'0,"2"1"-9"0,-3 0 6 16,2 2-8-1,-2 2-23-15,2-6-20 0,-2 6-31 0,3-4-23 0,-3 4-21 16,0 0-32-16,0-4-17 0,0 4-27 0,0 0-30 16,0 0-26-16,0 0-6 0,0 0-15 0,0 12 0 15,1-4-10-15,-1 3-9 0,0 0-1 0,2 6 8 16,-1 1-18-16,2 3 8 0,0-3-9 15,5 7 0-15,-4-6 0 0,3 5-5 0,1 0 2 16,0-7 1-16,1 1-5 0,5-1-1 0,-5-2-1 16,1-3 3-16,2-2-1 0,-6 1 3 0,6-5-6 15,-2-1 12-15,-1 0 7 0,0-3 14 0,3-1 17 16,-1-2 12-16,-1-1 0 0,3-5-2 0,-2 2 2 16,2-7 11-16,-2 0-2 0,1-1-4 0,-1-4-10 15,1-2-3-15,2-5-10 0,-4 0-6 0,-1 2-7 0,0 3-6 0,-4 2 12 16,3-3 11-16,-4 9-1 0,0-2 1 0,-2 4 8 15,1-1-1-15,-2 3-4 0,-1 2-7 0,0 0-8 16,5 2-15-16,-4 0-16 0,-1 3-23 0,1-4-29 16,-1 4-31-16,0 0-28 0,0 0 14 0,0 0-1 15,10 12 15-15,-7 0 3 0,0 0 10 0,7 2 3 16,-4 4 9-16,3-2-2 0,2 2-8 0,-1-1-6 0,-1-1-33 16,1-1-15-16,0 0-35 0,1 1-29 0,-2-6-45 15,1 2-53-15,-3 0-59 0,-3-7-256 0,0-2-630 16,1 0 279-16</inkml:trace>
  <inkml:trace contextRef="#ctx0" brushRef="#br0" timeOffset="3052.84">5700 1801 174 0,'4'-5'267'15,"2"4"-16"-15,2-3-20 0,5 2-13 0,-2 2-16 16,2 0-11-16,1 2-11 16,1 2-19-16,3 2-9 0,1 1-17 0,-2 2-1 15,2 2-22-15,0 1-10 0,-6 0-8 0,4 3-4 16,1 4-12-16,-8-2-2 0,2 0-10 0,-4 8-7 16,-1-7-7-16,0 7-3 0,-3-8-8 0,-3 0 0 15,1-4-5-15,-2 0-2 0,-2-1-1 0,2-2-4 16,-1-3 0-16,1 1 5 0,0-2 3 0,-1 0 17 15,-1-2 21-15,2-4 25 0,-1 6 37 0,1-4 30 16,0-2 31-16,-2 6 9 0,2-6-11 0,0 0-1 0,0 0-2 16,-4-17-11-16,4 6-12 0,-1 1-12 0,2-3-19 15,0-5-14-15,4-2-19 0,0-6-23 0,2-3-15 16,0 2-12-16,2 0-11 0,-1 4-11 0,1 6-5 16,-3 2-8-16,2-1-15 0,-2 1-14 0,-2 5-25 15,0 3-22-15,0 2-38 0,-3-1-45 0,3 4-55 0,0-3-38 16,2 4-28-16,-6 1-30 0,9 1-28 0,-5 2-24 15,0 2-46-15,0 2-245 0,-3-2-683 16,2 0 302-16</inkml:trace>
  <inkml:trace contextRef="#ctx0" brushRef="#br0" timeOffset="3453.76">6232 1748 310 0,'2'-2'290'0,"-2"2"-23"0,0 0-30 0,0 0-22 15,0 0-27-15,5-3-18 0,-5 3-20 0,0 0-17 16,13 9-7-16,-7-1-8 0,7 0-11 0,-4 5-6 16,3 1-9-16,-1 2-3 0,1 1-12 0,-2 5-2 15,1 0-5-15,-4-3-8 0,3 8-2 0,-1-4-6 16,-3 4-2-16,-2-11-9 0,1 1-6 0,-2 1 1 15,-2-6-8-15,2 0 4 0,-3-2-9 0,1 0 2 16,0 0 10-16,0-6-17 0,-2 0 12 16,1 1 37-16,0-5 57 0,1 5 48 0,-1-5 50 15,0 0 42-15,2 6 25 0,-2-6-26 0,0 0-26 16,0 0-23-16,3-20-26 0,0 8-13 0,1-2-14 16,1-3-22-16,1-3-9 0,3-6-19 15,1-5-20-15,2 5-15 0,-3-4-13 0,5 4-16 16,-1 2-10-16,-3 1-6 0,-2 6-7 0,1 2-26 15,-3 0-33-15,3 6-44 0,0 0-38 0,0 2-36 0,-2-1-50 16,1 3-44-16,2 0-40 0,2 1-46 0,-1 4-37 16,2 0-47-16,-1 0-304 0,-2 2-780 0,2 3 346 15</inkml:trace>
  <inkml:trace contextRef="#ctx0" brushRef="#br0" timeOffset="4239.76">6798 1939 28 0,'-2'2'244'16,"2"-2"-15"-16,-4 5-12 0,4-5-23 0,-2 3-17 31,2-3-16-31,-3 2-16 0,3-2-13 0,0 0-11 16,0 0-7-16,0 0-10 0,0 0-2 0,13 3-12 0,-5-1-5 15,1-4-9-15,1 1-5 0,2 0-5 0,1-3-8 0,5-3-4 16,0 1-8-16,1-2-1 0,-2 1-6 0,0-3-4 15,-2 1 5-15,2-3-2 0,-2 0 12 0,-1-1-5 16,-2 0 6-16,-1 0 8 0,0-1 1 0,-4 3 6 16,1-1 11-16,-3-2 2 0,1 4 7 15,-3-2 15-15,-1 3-18 0,-2-1-6 0,0 0-2 0,0 4-14 16,-4-1-2-16,0 1-17 0,-2 3 5 0,1-2-12 16,-5 3-5-16,2 0-3 0,-3-1-6 0,-1 6 1 15,-1-1-3-15,2 4-4 0,-2-2-5 0,-1 3 0 16,0 3 0-16,1-3-1 0,3 5-4 0,-4 2-3 15,2 0 1-15,6 1-15 0,-3 3-13 0,0-2-9 16,5 2 0-16,3 1-3 0,2-2 6 0,4 2 0 0,4-2 3 0,5 5-3 16,7-1 2-16,2-4-10 0,3-1 1 0,2-3-8 15,2-3-2-15,4-2-5 0,1-1-4 0,-2-2 1 16,2-3-8-16,-3-2 16 0,-2-5 5 16,0 0 4-16,-2-2 7 0,-3-3 16 0,-9 1 24 15,0 0 22-15,1-2 24 0,-4-4 8 0,-3 1 20 16,3-3 8-16,-4 1 7 15,-4-2 22-15,4-2 21 0,-4 2 22 0,0 1 14 16,-2 1 27-16,0 1 15 0,-1 5 12 0,-1 0-9 16,0 2-11-16,1 2-15 0,-2-1-20 0,1 3-15 15,0-1-19-15,-1 1-20 0,0 4-16 0,0 0-19 16,1-5-29-16,-1 5-40 0,0 0-45 0,2-2-49 16,-2 2-9-16,0 0 1 0,1 14 9 0,-1-5 12 15,-1 9 4-15,-1-1 7 0,1 4 8 0,-3 4 3 0,2 2 8 16,-6-1 6-16,2 1 2 0,1 0 2 0,1-8 0 0,0-2 5 15,3-5-4-15,-2 0 7 0,3-5 7 0,-1 1-3 16,-1-1 7-16,2-5 6 0,0-2 17 16,-2 7 28-16,2-7 44 0,0 7 36 0,0-7 32 15,0 0-16-15,0 0-12 0,0 0-15 0,13-16-9 16,-8 7-13-16,8-4-12 16,-1-2-5-16,0-1-11 0,2 1-10 0,-1 1-6 15,2-2-4-15,-2 2-7 0,0 2-5 0,-4 3-2 16,-3 1-6-16,3 0-1 0,-4 4-9 0,0 0 4 15,-1 0-12-15,1 2-7 0,-1-2-20 0,0 4-27 16,-4 0-5-16,10 0-18 0,-5 2-18 0,7 3-29 0,-3 2-27 16,2 0-26-16,1 1-38 0,5 2-31 0,-2-1-29 15,0 3-34-15,-1-3-43 0,2 1-60 0,-4-3-364 16,2-1-833-16,0-3 369 0</inkml:trace>
  <inkml:trace contextRef="#ctx0" brushRef="#br0" timeOffset="4608.74">7897 1838 46 0,'0'0'207'0,"0"0"-4"16,0 0-6-16,0 0-14 0,0 0-13 0,0 0-20 15,26-1-10-15,-14-2-16 0,7-1-10 16,-7 2-13-16,8-2-13 15,-1 0-7-15,-2 0-7 0,1-3-9 0,0 1-4 16,-2-1-11-16,-4 2-2 0,0-1-5 0,0-1 0 16,-1-2-1-16,-2 4 11 0,-4-1 7 0,1 1 15 15,-1 3-1-15,-3-5-1 0,2 3-6 0,-4-1-8 16,0 1-6-16,0 4-10 0,-6-2-2 0,6 2-6 16,-13 0-4-16,4 2-3 0,-4 3-7 0,-1 5-2 15,-1 1-2-15,1 0-3 0,0 3-2 0,0 0-1 0,0 3 1 16,2-2-4-16,-1 8-1 0,2-7 0 0,3 1 3 15,3 0 4-15,1 1-5 0,4 0-1 0,0-2-16 16,4-1-19-16,1-2-16 0,4-4-14 0,6 3-38 16,2-4-35-16,2-4-45 0,5 1-39 0,3-2-177 15,-7 0-423-15,1-4 188 0</inkml:trace>
  <inkml:trace contextRef="#ctx0" brushRef="#br0" timeOffset="5009.89">8270 1992 54 0,'0'0'226'16,"5"-2"-11"-16,-5 2-5 0,1-3-6 0,-1 3-7 15,0 0-13-15,0 0-9 0,0 0-10 0,0 0-12 16,0 0-11-16,0 0-6 0,0 0-1 0,0 0 4 16,0 0-12-16,0 0-8 0,0 0-10 0,0 0 3 15,0 0-9-15,5-9-5 0,3 7-1 0,-2-1-14 0,7 0-5 16,5-4-6-16,1 1-7 0,0 0-6 0,2-1-4 16,4-3-4-16,1-2-8 0,-2 0 1 0,-1-2-7 15,-1-1-2-15,-1 1-6 0,0-3-5 0,-2-2-3 16,-4 7 6-16,-4-5-14 0,-1 1 4 0,0 3-1 0,-7 0-5 15,-1 1 7-15,-1 0 0 0,-2 3-1 0,-7-1-10 16,1 0 6 0,1 3-1-16,-5 0-2 0,-5 2 2 0,-1 1-10 15,-1 4 7-15,-2 1-6 0,-6 9-4 0,-2 0 2 16,10-2-1-16,-6 6-2 0,7-2-1 0,-4 4-4 16,1 3 2-16,9-4-1 0,3 5 2 15,-1-3 1-15,9 2-1 0,4 5 6 0,4-5 2 16,3 3 6-16,7-1 4 0,6-1 18 0,4-5 7 15,7-1 6-15,14 1 5 0,0-5-7 0,2-1-2 0,2-2-6 0,2 3 5 16,-3-6-4-16,-15-1-1 0,-1-2 4 0,-4 2-9 16,-5-3-4-16,-8 1-3 0,-5-1-1 0,-1 0 0 15,-4 0-7-15,-1 0 7 0,-8 0-6 0,11 0-9 16,-11 0-25-16,6-1-52 0,-6 1-68 0,0 0-70 16,0 0-105-16,-28-8-332 0,10 5-699 0,2-1 309 15</inkml:trace>
  <inkml:trace contextRef="#ctx0" brushRef="#br0" timeOffset="6157.74">10135 1444 209 0,'0'-8'313'0,"-2"1"-19"15,2 0-8-15,0 2-20 0,-2 1-18 0,1 0-23 16,-2 0-23-16,3 4-25 0,3-4-19 0,-3 4-16 16,-3-4-34-16,3 4-25 0,0 0-24 0,0 0-5 15,0 0-9-15,-1 20-3 0,1-2-10 0,-6 2 5 0,3 5-5 16,2 11 1-16,-4-2-4 0,1 0-4 0,0 0-2 15,0 11 3-15,-1-12-7 0,2-2 4 0,1-3-6 16,-2-2 0-16,3 2-1 0,-3-11-2 0,2-2 1 16,0-4 1-16,1 1-2 0,1-4-4 0,0 0 4 15,1-3-20-15,-1 1-8 0,0-1-4 0,0-3-1 16,0-2 0-16,0 8-2 16,0-6-10-16,0-2-47 0,0 0-52 0,0 0-47 15,-5-15-33-15,5 7-38 0,-2-2-144 0,-1-7-425 16,2 0 187-16</inkml:trace>
  <inkml:trace contextRef="#ctx0" brushRef="#br0" timeOffset="6373.86">9955 1284 213 0,'-1'-3'251'16,"-2"-2"-14"-16,6 1-11 0,-2-1-21 0,0-2-15 15,6 2-22-15,-1-4-20 0,8-2-13 0,2 2-10 16,8-6-17-16,3 3-8 16,3-2-11-16,1 3-9 0,4 0 26 0,4 1-28 15,11 1 5-15,-12 3-10 0,3 2-25 0,-3 1-27 16,2 3-50-16,0 3-34 0,-6 1-42 0,-6 2-54 16,-1-2-229-16,-11 4-421 0,-5-1 186 15</inkml:trace>
  <inkml:trace contextRef="#ctx0" brushRef="#br0" timeOffset="6742.92">9982 1714 5 0,'0'0'214'0,"-4"7"-13"16,4-7-1-16,0 0-18 0,0 0-10 0,-4 6 3 16,4-6 1-16,0 0-4 0,21 7-4 0,0-7-17 15,6-4-13-15,10 1-13 0,18-2-11 0,4-4-12 16,4 1-2 0,3-2-4-16,25-2-14 0,-34 5-5 0,-2 1-8 15,-16 0-9-15,-1 4-2 0,-2-1-7 0,-3 0-10 16,-13 0 1-16,1 2-2 0,-7 1-16 0,-1-2-11 15,-2 2-11-15,-11 0-14 0,14 0-2 0,-14 0-4 16,0 0 2-16,0 0-10 0,0 0-9 0,0 0-11 16,-28 8-10-16,14-7-23 0,-3 2-3 0,0-2-23 15,4 2-27-15,-1-2-45 0,0 0-199 0,-3-1-406 0,7 2 179 16</inkml:trace>
  <inkml:trace contextRef="#ctx0" brushRef="#br0" timeOffset="7128.56">11280 1573 47 0,'-5'-4'288'0,"5"4"-14"0,-6-5-26 0,-1 3-19 16,7 2-17-16,-14-3-23 0,4 1-20 15,1 4-16-15,0-1-20 0,-4 3-14 0,3 1-8 0,-4 0-14 0,-3 5-13 16,2 4-4-16,0 1-19 0,1-1 4 0,-2 5-8 16,-1 1-12-16,8-6 3 15,-2 4-3-15,5 1-4 0,2-5-4 16,2 3-5-16,-1 0-1 0,3-4-6 0,4-2 3 16,1 1-5-16,4-2 3 0,-1-1 1 0,3-3-3 15,4 1 2-15,6-2 0 0,-2-5-1 0,9 0 0 16,-5-3-2-16,5-1-4 0,-10-1 4 0,4-1 3 15,-4-5 6-15,-3 3 4 0,-1-4-1 0,-1 3 5 16,1-3 5-16,-6-1-6 0,-2 2-5 0,-1-2-3 16,2-1-5-16,-7 2-10 0,0-3-10 0,-3 1-2 15,-1 4-8-15,0-3-7 0,-2 4-8 0,-5-5-13 16,-4 3-15-16,0 2-18 0,1 0-20 0,1 4-23 16,-6-3-36-16,7 4-16 0,1 1-34 0,2-1-45 0,-3 1-175 0,4 0-447 15,1-1 199-15</inkml:trace>
  <inkml:trace contextRef="#ctx0" brushRef="#br0" timeOffset="7444.91">11566 1560 78 0,'11'4'199'0,"7"1"-15"0,-3-1-14 16,1 4 3-16,0 0-17 0,-3 4-5 0,2-3-6 15,0 1-14-15,-2 5-2 0,-3 0-18 16,-1-1-9-16,0 3-4 0,-1-1-10 0,-3 1-4 15,0 3-11-15,-5-6-7 0,0 3 1 0,0-1-6 16,-3-3 5-16,0-3 6 16,-1 0 4-16,-1-4 3 0,2 2 7 0,1-2 3 15,-2-2 4-15,4-4 8 0,-8 8 29 0,8-8 10 16,-8 1 7-16,8-1 10 0,0 0-14 0,-11-12 0 16,11 3-4-16,0-1-12 0,0-4-14 0,4-3-5 15,-3 0-10-15,8-8-15 0,0 1-13 0,0 1-7 16,5 0-15-16,-3 0-11 0,0 7-12 0,4-6-14 15,-3 4-22-15,-1 4-23 0,1 1-29 0,-3 3-37 0,4 1-43 16,-1 3-44-16,-1-1-53 0,2 3-49 0,0-1-319 16,-3 2-658-16,2 3 292 0</inkml:trace>
  <inkml:trace contextRef="#ctx0" brushRef="#br0" timeOffset="8060.71">12121 1579 392 0,'0'-10'375'16,"0"10"-18"-16,0-5-23 0,0 5-34 0,0 0-20 0,1-8-35 0,-1 8-24 15,0 0-27-15,0 0-23 0,0 0-20 0,0 0-32 16,0 0-16-16,0 0-12 0,9 20-10 0,-6-8-8 15,-3 5-2-15,0 2-9 0,-3 7-8 0,2 0-1 16,-3 0-7-16,3-1-6 0,-3-6-3 16,3-1-5-16,1-1-2 0,0-6 2 0,0 0-6 15,0-2-9-15,-3-1 11 0,3-2 0 0,0-6 3 0,3 8 15 0,-3-8 23 16,1 4 31-16,-1-4 0 0,0 0-7 0,0 0-9 16,23-14-7-16,-8 3 1 0,-2 0-6 0,4-4 0 15,1-4-12-15,3-1-4 0,1 3-10 0,-3-2-2 16,4 2-5-16,-4 0-5 0,-6 6-6 0,0 0 0 15,-3 2-2-15,-1 4-4 0,-5-1-3 0,1 2-1 16,-1 2-4 0,-4 2-9-16,0 0-8 0,13-3-8 0,-13 3-9 15,0 0 1-15,13 3-6 0,-10 3 4 0,4 2-4 16,-2 2 4-16,-1 2 0 0,1 3-1 0,0 5 5 16,0-2 0-16,0-1 2 0,-1 0 5 0,-2-1 0 15,1 0-3-15,0-5 7 0,0-1-2 0,-1-3 0 16,0 0-1-16,0-1 7 0,-2-6-4 0,2 5 21 15,-2-5 30-15,0 0 7 0,0 0-1 0,0 0-4 0,0 0 4 16,33-18 2-16,-20 6 4 0,1 0 2 0,1-3-5 16,-2 1-4-16,10-7-13 0,-2 4 3 0,-8 4-4 15,3 4-2-15,-1-3-13 0,-1 3 9 0,-3 3-2 0,-1-3-3 16,-1 4-4-16,-3-1 0 0,-2 3-4 16,4-1-2-16,-8 4-24 0,11-2-17 0,-11 2-25 15,10 0-30-15,-10 0-25 16,13 2-37-16,-4 2-23 0,-2 2-30 0,3 1-37 15,-4 3-37-15,4-2-46 0,-1 1-77 0,2-2-251 16,-4 1-698-16,5-3 308 0</inkml:trace>
  <inkml:trace contextRef="#ctx0" brushRef="#br0" timeOffset="8947.77">13004 1590 158 0,'4'-5'348'0,"-4"5"-39"15,0 0-35-15,0 0-30 0,1-4-37 0,-1 4-16 16,0 0-21-16,0 0-23 0,0 0-13 16,1 15-13-16,-1-8-8 0,0 7-12 0,3-1-13 15,-6 2-16-15,3 4 4 0,-2 2-5 0,-2 3-9 0,4-6-5 0,0-1-5 16,0-1-4-16,0-4-6 0,0-3-4 0,0-1-1 16,0-2-1-1,-1 0 11-15,1-1 25 0,0-5 22 0,0 0 46 16,0 0 13-16,5 7-1 0,-5-7-14 0,0 0-4 15,19-12-10-15,-10 0-2 0,5 3-9 0,0-3-12 16,3-3-10-16,3-2-18 0,-2-2 0 0,2 0-7 16,-2 2-5-16,0 6-8 0,-4 0-14 0,3 1 3 15,-4-2-2-15,-2 5-9 0,-2 4-8 0,-1-5 4 16,-2 4-7-16,3 2-10 0,-9 2-12 0,12 0-8 16,-12 0 1-16,16 1-5 0,-9 2-2 0,4 2-3 15,1 1 7-15,-2 0-3 0,0 2-6 0,2-3 12 16,-3 4-4-16,6-1 3 0,0 1 6 0,-6-1 0 15,4-4 0-15,-3 2 2 0,4-1-2 0,-5-1-3 0,3 1 4 0,-2-3-2 16,-3-2 10-16,-7 0-11 0,20-2 10 0,-11-5-2 16,-2 1 2-16,1-2 2 0,1-3 4 0,-3-1 4 15,2-3 6-15,-3-1 7 0,3-1 7 0,-3-10 2 16,1 3 10-16,-2-4-1 0,3 0 3 0,-4-1-2 16,2 0 6-16,0-2 0 0,-1 3 2 0,0 10 11 15,0-3 13 1,-3 4 7-16,3 3 5 0,-4 3-2 0,1 1-8 15,2 5-5-15,-3-3-10 0,1 2-8 0,-1 1-11 16,0 5-20-16,0-5-34 0,0 5-36 0,0 0-39 16,0 0-46-16,0 0-23 0,0 0 14 0,0 0 17 15,-5 17 14-15,1-1 2 0,0 2 14 0,1 11 14 16,-1 0 16-16,-1 0-5 0,3 3 18 0,2-2 0 16,2 1-5-16,3 0 13 0,2 0 8 0,6-2 5 0,5-1-1 0,5-2-2 15,0-1 1-15,9-7 7 0,2 1-15 0,11 1-7 16,-8-9 1-16,20-1 0 0,-5-3-8 0,2-6 6 15,-15 0 11-15,-2-6-2 0,-1-1 4 0,1-4 1 16,-1 3 6-16,-4-8 5 0,-3-1 2 16,-5 2 18-16,-3-3 18 0,-6 2 1 0,-2 4 37 15,-4 0 14-15,-1-2-1 16,-3 3 7-16,-1 1 0 0,-3 1-3 0,-2 2-10 16,-2-2-15-16,-1 1-3 0,-1 2-5 0,-6 3-6 15,-2 2-1-15,-7 1-5 0,0 3-13 0,-7 5 4 16,1 0-4-16,0 4-2 0,1 1-1 0,-1 2 1 15,4 0-1-15,-2 2 2 0,2 3 3 0,1-2-20 16,5-4 5-16,3-1-20 0,4-5-9 0,2 2-22 16,0-5 12-16,3 0 6 0,0-2 7 0,4-4 19 0,-4 7 28 15,4-7 12-15,10 3 9 0,-10-3 7 0,29-8 2 16,-11 2 3-16,1-1 7 0,-1-1-2 0,9-4-1 16,-5 7-5-16,-3 1-6 0,1-1-4 0,-1 0-5 15,-6 2-4-15,5-1-5 0,-5 3-4 0,2 0-3 0,-4 1-13 16,2 4-12-16,4 1-21 0,1 0-29 0,-1 4-32 15,-1-4-54-15,1 2-73 0,-4-2-98 0,0-1-182 16,4 1-253-16,-5-6-805 0,6 0 357 0</inkml:trace>
  <inkml:trace contextRef="#ctx0" brushRef="#br0" timeOffset="9547.2">16099 1180 242 0,'0'-3'279'16,"0"3"-28"-16,1-7-32 0,-1 7-22 0,0 0-25 15,0 0-16-15,0 0-14 0,-5 19-19 0,3-4-13 0,0 2-16 16,0 12-4-16,-3-1-11 0,-2 7-5 0,2 14-8 0,-1-4-4 16,-3 4-4-16,1-11-6 0,3 6-1 0,-4-11-6 15,4-1-3-15,-3-1-11 0,3-4-13 16,0-3-5-16,1-7-12 0,0 0-1 0,3-5-9 16,-1-4-5-16,0-1 2 0,-3-2 1 0,5 0 3 15,0-5-23-15,0 0-40 16,0 0-27-16,-13-15-25 0,12 5-24 0,-1-4-15 15,0-3-20-15,0-9-119 16,0-1-324-16,4-2 144 0</inkml:trace>
  <inkml:trace contextRef="#ctx0" brushRef="#br0" timeOffset="9866.44">16008 860 170 0,'0'0'207'0,"0"0"-21"0,0 0-23 0,0 0-14 15,0 0-24-15,0 0-8 0,0 0-17 0,0 0-8 16,9-9-15-16,-9 9-2 0,27 20-5 0,-4-3-11 16,8 1 4-1,3-1 2-15,17 10 30 0,-5 0-2 0,-2-1-8 16,-2-1-4-16,-8-4-9 0,-8 1-2 0,1-3-11 16,-3 3 3-16,-5-3-13 0,-1 2-6 0,-8-7 2 15,-5 2-6-15,-5 1 1 0,-2-2 7 0,-8 1-15 16,-10 4 13-16,-4-1 6 0,-5-3-3 0,-3 0 1 15,-1 1-2-15,-3-2-6 0,-4-2-4 0,5 0-2 16,1-1 1-16,-2-2-8 0,4 0-6 0,3 1 6 16,0 4-2-16,7-8-3 0,4 3-7 0,4-5 0 0,1 2-13 0,3-2-46 15,1 4-44-15,5-5-18 0,0 1-21 0,6 3-48 16,-2-8-267-16,13 8-478 0,0-4 211 0</inkml:trace>
  <inkml:trace contextRef="#ctx0" brushRef="#br0" timeOffset="10383.04">16629 1581 181 0,'0'0'351'0,"3"-2"-40"0,-3 2-28 0,0 0-34 15,0 0-40-15,0 0-13 0,0 0-33 0,0 0-5 16,0 0-17-16,-2 10-16 0,1-5-10 0,-3 4-7 15,2 2-16-15,0 3-7 0,-2 2-11 0,-2 1-21 16,2 1 12-16,-1 1-3 0,0 0-14 16,-4 4 2-1,4-5-7-15,0-2-7 0,0-1 0 0,1-3-4 16,1-4 2-16,2 0-7 0,-3-2 5 0,3-1 7 0,-1-2 20 16,0 1 31-16,2-4 43 0,0 3 16 0,0-3-8 15,0 0-20-15,13-12-12 0,-4 5-4 0,0-3-10 16,5-2-10-16,0-3-7 0,0 2-4 0,2 1-4 15,0 1-14-15,-2-1-2 0,0 2-8 0,-5 3-7 16,-1 2-9-16,-2 1 0 0,1 1-8 0,-2 0-13 16,0 1-10-16,-1 2-12 0,-4 0-16 0,11 1-3 0,-4 0-21 15,-1 4-26-15,2 1-15 0,-2 2-34 0,3 0-38 16,-1 1-47-16,-2-1-53 0,1 1-100 0,0-4-227 16,-1-1-641-16,-2 0 284 0</inkml:trace>
  <inkml:trace contextRef="#ctx0" brushRef="#br0" timeOffset="14206.84">14972 1151 102 0,'0'-5'289'0,"1"2"-24"16,-1 3-22-16,0-8-27 0,0 7-31 0,0 1-18 31,0 0-21-31,0 0-21 0,0 0-12 0,7 11-17 0,-5 4-8 16,-1 3-7-16,3 9-13 0,-4 3-2 0,3 4-7 15,-2 2-5-15,0 18 0 0,-2-4-7 0,0 1-5 0,2 0 2 16,-1-15-10-16,1 15-3 0,1-17-1 0,-2 1-3 15,1-1 3-15,0-4-8 0,2-1-1 0,1-3 1 16,-3-6-3-16,3-3-1 0,1 0 1 0,-3-5-1 16,2-2-9-16,0-3 16 0,-3 1 3 0,2-4 3 15,-2 1 16-15,-1-5 19 0,3 8 0 0,-3-8 23 16,0 0 3-16,6 2-5 0,-6-2-2 0,0 0-7 0,13-12-18 16,-7 5-1-16,-2-3-18 0,2 0 13 0,1 0-3 15,0-6-14-15,0-1 2 0,-2 2-12 0,0-3-12 16,-1 1 4-16,0 1-9 0,-2-1-7 0,-2 0 1 15,-6 1-6-15,2 3 2 0,0 2-14 0,-3-4 11 16,-4 3 2-16,2 1 0 0,-5-2-8 0,0 4 1 16,3 3-1-16,0 0 3 15,-1 2 4-15,2-3 2 0,2 5-10 0,-1-1 13 16,9 3-4-16,-9-5 0 0,5 4-24 0,4 1-10 16,-6-1-7-16,6 1-3 0,0 0 2 0,0 0 5 15,0 0-7-15,15-8 18 0,-1 6 1 0,4 0-3 16,3-1 1-16,-2 3-3 0,1-2 2 15,10-1 1-15,-9 0 2 0,2-1 3 0,-2 4 5 16,-1-1 0-16,-2-3 0 0,-6 5 5 0,-2-2-2 0,0-1 2 0,-10 2 3 16,15-2-1-16,-15 2 3 0,10 0 1 0,-10 0-1 15,0 0 6-15,0 0-1 0,0 0-3 0,6 8 3 16,-6-8-4-16,-12 13 4 0,4-4 3 0,-2-1-4 16,-1 4 5-16,2-4-5 0,0 3 4 0,1-3 1 15,-2 0-7-15,2 0 6 0,3 1 2 0,1-4-4 16,-2 3 1-16,5-3 4 15,1-5-6-15,-3 11 9 0,3-6-3 16,0-5 3-16,3 9 7 0,-3-9 2 0,6 3 8 16,-6-3 5-16,14 1 0 0,-14-1-7 0,19-4-1 15,-10 0 5-15,2-1 6 0,-1 0-1 0,-1-2 0 16,-2 2 7-16,0-3-4 0,3-1-5 0,-6 3 2 16,2-3-3-16,-2-1-2 0,0 2 0 0,-4 1-5 15,1-2-5-15,-1 1-4 0,0 8-3 0,-5-15-11 0,1 9-7 16,-1 1-12-16,-3-2-14 0,-2 3-13 0,2-2-24 15,-1 2-22-15,-2 1-27 0,2-1-42 0,9 4-13 16,-13-4-37-16,13 4-41 0,-15-4-166 0,11 1-454 16,4 3 201-16</inkml:trace>
  <inkml:trace contextRef="#ctx0" brushRef="#br0" timeOffset="14465.71">15327 1506 194 0,'14'3'188'0,"-5"-1"-16"0,-3 1-10 0,2 2-8 15,1 0-8-15,1 1-6 0,-1 2-8 0,-1 2-3 16,5 5-10-16,-7-6-8 0,2 5-2 0,-2 2-8 16,-2-4-11-1,0 1-6-15,-3 4-4 0,3-5-8 0,-3 0-11 16,2 0 2-16,-3-2-5 0,0 0-2 0,-3 0-6 16,3-3 2-16,0-2 2 0,-1 0 12 0,1-5 15 15,0 0 25-15,-1 8 24 0,1-8 15 0,0 0-13 16,0 0-18-16,0 0-15 0,0 0-18 0,0-25-5 15,3 15-21-15,3-2-17 0,1-6-18 0,2 1-43 16,0 0-6-16,4-6-27 0,1 8-29 0,1-10-38 0,4 3-45 16,1 4-58-16,-5-2-276 0,4 1-543 0,-2 8 239 15</inkml:trace>
  <inkml:trace contextRef="#ctx0" brushRef="#br0" timeOffset="15694.56">17134 1199 90 0,'4'7'146'0,"-2"1"-14"0,-2 4-5 16,3 2-12-16,-3 1-9 0,0-1-5 0,-3 2-14 16,3 1-9-16,-6-1-5 0,2-4-3 0,-1 4-10 0,1-6 2 15,-1 5-3-15,0-2 2 0,1-2 4 0,-5-4-8 16,5 1-2-16,3-4 19 0,-3 1 9 0,4-5 17 15,0 8 23-15,0-8 22 0,0 0 13 0,0 0-15 16,0 0-13-16,0 0-15 0,13-14-12 0,-7 6-9 16,3 1-8-16,4-6-14 0,1 6-3 0,3-3-10 15,-2 1-7-15,1-1-4 0,-1 0-6 0,-5 3-4 16,1 3-7-16,-2 0 2 0,-2-1 3 0,-1 1-13 16,-1 2-2-16,2 1-5 0,-7 1-2 0,6-2-3 15,-6 2-6-15,7-3-5 0,-7 3-3 0,0 0-6 0,9 6 5 16,-7-1-2-16,4 2 1 0,-2-2 2 0,0 6-3 15,1-2-16-15,-1 2-19 0,1-1-24 0,5 4-32 16,-2-2-31-16,1 3-41 0,1-6-54 0,-1 0-226 16,-1-4-484-16,0-1 215 0</inkml:trace>
  <inkml:trace contextRef="#ctx0" brushRef="#br0" timeOffset="15918.84">17632 1194 89 0,'5'7'173'0,"2"4"-10"0,-2 0-13 0,2 5-5 16,0 2-14-16,-2 2-4 0,0 5-3 16,0 3-10-16,2 1-8 0,-5 0-10 0,-2 5-1 15,0-5-9-15,-4 0-9 16,-3-3-6-16,-2-3-31 0,-3 0-25 0,0-6-22 0,-4-2-37 15,-6-1-61-15,-2 0-170 0,-4-8-297 0,7-1 131 16</inkml:trace>
  <inkml:trace contextRef="#ctx0" brushRef="#br0" timeOffset="16180.02">17278 965 2651 0,'-11'-8'214'16,"-2"2"-102"-16,2-1-54 0,0 3-18 0,-1 2-18 15,0-1-16-15,-1 6-15 0,-2 1 12 0,-3 5-5 16,-6 9-2-16,-2 6 2 0,1 3-5 0,-5 15 4 16,2 2 1-16,5-1-1 0,4 3 7 0,6-1 4 15,8-8-3-15,1 13 9 0,9 1-6 0,11-2 7 0,4 1-10 16,8-8-25-16,8-2-45 0,11-9-89 0,3-2-329 15,4-6-523-15,2-7 233 0</inkml:trace>
  <inkml:trace contextRef="#ctx0" brushRef="#br0" timeOffset="18190.32">3947 2758 24 0,'20'-3'130'0,"7"-2"-6"0,-6-2-9 16,8 2-9-16,3 2-3 15,0-4-2-15,1 0-6 0,3 4-1 0,-1-4-6 16,5 3-9-16,11-1-8 0,-15 2-2 0,16 0-7 16,-15 1-8-16,3 0-4 0,1-1-2 0,9-1-12 15,-13 3 6-15,15-2-5 0,-13 3-9 0,1-4-5 16,13 2 0-16,-14 0-2 0,15-1 1 0,-1 1-1 16,-1 1-4-16,-1-3-2 0,-11 4 15 0,13-4 1 15,2 3 0-15,-4-2-8 0,3 2 3 0,0-2-1 0,-1 3-3 0,1-5 0 31,0 7 0-31,-2-6-1 0,-1 3 2 0,6-3-2 16,-3 4-1-16,1-3-3 0,4 1 6 0,1-2 8 16,3 3-10-16,-1-2 0 0,1 1-2 0,1-3 2 15,-4 3-3-15,0 1-3 0,0 2-2 0,-1-4 9 16,0 3-6-16,-2-4-2 0,-2 3 0 0,5 0-1 16,-2 0 0-16,-2 2 1 0,5 0 1 0,3-2-2 0,-3 2 1 15,-3-3-3-15,6 2 2 0,-3-2-5 0,-1 2 4 16,-3-2-1-16,4 0-2 0,-4 1 2 0,2 1 1 15,-4-1 2-15,1 0-5 0,0 1 0 0,3-3-1 16,1 3 0-16,-2 3-2 0,-2-6 4 0,3 1-6 16,1 2 3-16,-4 0 2 0,-1-1-5 0,3 2-3 15,-5 1 3-15,1-2-1 0,2 3 0 0,3-3-1 0,-2 1 2 0,2-2-2 16,3 1 3-16,0-3-4 0,0 7 4 0,0-4-6 16,3 0 2-16,-1 0-1 0,0 0 2 0,0-1-2 15,0-2 4-15,1 6-5 0,0-1 2 16,-1-2-1-16,0 3 2 0,0-1-1 0,3 0 2 15,-3-2-3-15,3 1 2 0,-3 1 1 0,1 2 1 16,-2-2 0-16,-1-1 1 16,3 1-2-16,-4-1 1 0,-3 0 1 0,1 2-1 15,1-3-3-15,1 2 4 0,2-1-1 0,-3 2 0 16,1-2-1-16,0 4 2 0,-1-4-1 0,-3 0 1 0,-3 2-3 16,2 0 7-16,-4-1-9 0,1 0 7 0,0 1-4 15,1 0 2-15,0-2-4 0,-2 2 4 0,0-1-6 16,2 1 6-16,-4-2-2 0,2 2 1 0,1-1 0 15,-1-1-2-15,-1 1 2 0,2-1 2 0,2 1 5 16,-2 0-7-16,-13-2-1 0,16 0 1 0,1 3-1 0,-17-2 3 16,15 0-1-16,-1 1-2 0,-3 0 2 15,0-1-2-15,5 1 3 0,-4 1-6 0,4-1 2 16,-1-2 0-16,2 0 1 0,-2 0-4 0,2 2 6 16,0-1-7-16,-1 1 3 0,-1-2-2 0,0 3 2 15,-2-4 1-15,5 3 1 16,-4-2-5-16,1 2 4 0,2-2-1 0,-2 1 1 0,3-1 0 0,-2 3 1 0,-4-2-5 0,7 2 4 15,-4-5-3-15,1 4-1 0,-1 0 3 0,0-1-2 16,-2 3-1-16,-1-4 4 0,4 0-3 0,-1 0 2 16,-1 0-1-16,-1 1 3 0,2-1-1 0,4 0-2 15,1 3-2-15,-4-2 6 0,0-2-6 0,3 4 2 16,-4-5-2 0,4 4 8-16,-4-1-7 0,5-2 1 0,-2 1-2 15,-5 0 4-15,3 0-2 0,1-3-3 0,-4 3 4 0,4-1 2 0,0 1-4 16,6-2-1-16,-6 2 4 0,-1 0-1 0,3 0 0 15,-4-3-6-15,4 1 5 0,-4 0-2 0,1-1 0 16,-2-1 2-16,-1 2 2 0,1-1-1 0,-3 0-1 16,2 2-1-16,-1 0 3 0,-1-2-3 0,4 3 0 15,-3-2 1-15,-12-1 0 0,14 0-3 0,-2 2 1 16,1-4 0-16,-13 6 2 0,10-5 0 0,1 2 0 16,6 0 3-16,-19 1-1 0,13-2 2 0,-14-1 2 15,18 2 2-15,-4-1 1 0,2 2-3 0,-15-2 2 16,18 1 0-16,-5 1 1 0,2-1 1 0,-15-3 0 15,18 3-1 1,-1 1 0-16,-1 0-2 0,-3 1 2 0,3 0-1 16,-1-3 2-16,2 1-6 0,0 1 7 0,0-4 0 15,0 3 1-15,1-2-1 0,-2 5 3 0,1-3-5 16,5 2 2-16,-1-3 1 0,3 4-1 0,2-2-3 0,-5 2 0 16,7-1 1-16,-2 2-2 0,-1-4 3 0,0 4 1 15,-1-4 0-15,-2 4 4 0,2-1-5 16,-4 0-1-16,1-1 1 0,-3 1 3 0,6 2-3 15,-6 1 0-15,-5-4 0 0,4 2 3 0,-15-1 1 0,13 1-3 0,-16-4 5 16,4 3 0-16,-1-1-6 0,0 3 2 0,-6-5 2 16,0 1 7-16,0 1 2 0,-6 0-9 0,-8-1 32 0,-2 1 1 0,-9 0 14 15,5-1-12-15,-5 1 27 0,-4 0-1 0,3 0-10 16,-8 0 21-16,10-2-16 0,-10 2-9 0,8 0-10 16,-8 0-11-16,5-3 15 0,-5 3-9 15,0 0-10 1,0 0-8-16,0 0-20 0,8 0-29 0,-8 0-34 15,0 0-40-15,0 0-35 0,0 0-36 0,0 0-38 0,0 0-74 16,0 0-269-16,0 0-592 0,0 0 262 16</inkml:trace>
  <inkml:trace contextRef="#ctx0" brushRef="#br0" timeOffset="21473.69">2417 4412 211 0,'-1'-4'294'0,"1"4"-13"16,0-5-13-16,0 5-14 0,-5-5-22 0,5 5-20 0,0-5-16 15,0 5-24-15,0 0-15 0,0 0-24 0,0 0-18 16,0 0-27-16,-4-1-30 0,4 1-18 0,0 0-17 0,0 0-5 15,0 13-5-15,3-4-4 0,-2 7-2 0,-1 3-1 32,3 10 0-32,-1-1 0 0,-4 2 2 0,2-2-3 15,2 0 0-15,-4-3-1 0,5 3 2 0,-4-10-1 16,2 2 1-16,-2-3-4 0,1 0 0 0,1-3 0 0,0-3 2 16,-2 0 1-16,1-3-3 0,0 0 3 0,0-2 0 15,-1-1 0-15,2-2 1 0,0 1 4 0,-1-4 21 16,-1 5 12-16,1-5 6 0,0 0-1 15,0 4 0-15,0-4-5 0,0 0 0 0,0 5-4 16,0-5-4-16,0 0-9 0,0 0 5 0,0 0-11 16,0 0-5-16,0 0-22 0,0 0-74 0,0 0-71 0,-7-18-58 0,4 9-79 15,-1-7-148-15,2 0-472 0,-1-1 209 0</inkml:trace>
  <inkml:trace contextRef="#ctx0" brushRef="#br0" timeOffset="21921.74">2338 4171 129 0,'-4'-1'188'0,"-1"-1"-13"0,1 0-25 0,4 2-9 0,-13 0-17 0,13 0-16 15,-10 1-8 1,2 3-8-16,-2 3 4 0,3-1-14 0,-2 5-5 0,-3-1-12 15,1 6-8-15,-5 5 0 0,4 1-10 0,-1 5-1 0,-1 0-9 16,2 6 5-16,-3-1-8 0,-2 13 0 0,7 2-2 16,1-10 1-16,1 9-3 0,3 2-5 0,4-13-5 15,-3-1 3-15,4 1-4 0,4-3 1 0,2 1-4 16,2-1 5-16,1-1-3 0,4-6-5 0,0 1 7 16,3-4 5-16,3 0 32 0,3-1 15 0,1-4 22 15,3 0 14-15,0-5 19 0,5-6 19 0,2-3 9 16,3-2 4-16,0-4 6 0,5 0-1 0,-2-6-4 15,10-8 1-15,1-4-4 0,-17 2-3 0,12-8-9 16,-6-4-9-16,-4-7-4 0,-2 1-7 0,-6-5-12 16,-3-1-11-16,-7-6-11 0,-1-1-9 0,-10 1-14 15,-4-2-11 1,-6 3-8-16,-2 2-10 0,-9 3 2 0,-1 10-3 0,-3 3-7 16,-9 2-8-16,0 5-9 0,-20-3-12 0,0 7-10 15,-3 6-18-15,-2 5-38 0,-1 5-48 16,-5 11-36-16,-4 6-55 0,3 4-49 0,-1 8-72 15,-21 8-381-15,33-3-763 0,6-4 338 0</inkml:trace>
  <inkml:trace contextRef="#ctx0" brushRef="#br1" timeOffset="36931.83">4486 4619 76 0,'-1'-3'281'0,"-1"0"-7"0,2 3-12 0,-1-7-11 16,1 7-12-16,0-4-13 0,1 1-19 0,-1 3-17 16,0 0-17-16,0 0-18 0,0-6-19 0,0 6-16 15,0 0-10-15,0 0-37 0,0 0-26 0,0 0-6 16,0 0-4-16,5 13-7 0,-2 0 1 16,-2 6-6-16,3 10 0 0,0 2-3 0,5 14-22 0,-8 2 2 15,0-2 1-15,2-9 1 0,-3 13-3 0,1-5 0 0,2 5 2 16,-2-17 4-16,-1 1-4 0,3-2-1 0,-2 1-3 15,-1-3 3-15,1 0 3 0,2 0 2 0,-3-3-3 16,1-6 1-16,-1-1-1 0,-1-2 0 0,2 0 0 16,-1-7 2-16,0 1-5 0,0-5 1 0,0 4-1 15,0-5 3-15,0 0 22 0,0-1 21 0,0-1 12 16,0-3 33-16,0 5 5 16,0-5 25-16,0 0 9 0,0 5 11 0,0-5 6 15,0 0-18-15,0 0-6 0,0-17-14 0,-1 7-10 16,1-1-25-16,0-5-10 0,0-4-15 0,0-6-2 15,1-1-18-15,2-1-6 0,-1-2-16 0,6-2-12 16,-3-1 0-16,0-1 3 0,3 0-1 0,1 1-6 16,0-1 3-16,-2 2 12 0,4 0-19 0,-3 3 7 15,-1 3-3-15,1 4 4 0,-2 5 7 0,2 2-3 0,-2 0 1 16,-1 4 0-16,-1 1 4 0,0 4-6 0,1-1 0 0,-2 3 6 16,1-1-7-16,3 5-9 0,-1 0-2 0,2 3-3 15,2 1 2-15,0 4 0 0,7 6 1 0,-3 6 7 16,4 6-7-16,-4 1 5 0,-1 0 7 15,5 6-6-15,-4-3 16 0,-1 3-16 0,-2-1 14 16,2-1-17-16,-2 1 6 16,-3-3 4-16,1 2-10 0,-3-2 6 0,-1-4 4 15,2 1-5-15,-2-7 3 0,0-2 6 0,0 3 0 16,-5-4-5-16,1-5 2 0,2 0 1 0,-2-1-1 16,-1-3-1-16,2-1 5 0,0 0-12 0,-2-1 12 15,0 0 0-15,0-5-4 0,0 6 4 0,0-6 0 0,4 4 4 16,-4-4-1-16,0 0 2 0,0 0-2 0,0 0 15 15,0 0-7-15,0 5-6 0,0-5 2 0,0 0 8 0,0 0-14 16,0 0 0-16,0 0-7 0,0 0 11 0,0 0 1 16,3 5-1-16,-3-5-10 0,0 0 5 0,0 0 7 0,0 0 7 15,0 0-6-15,0 0-8 0,0 0 3 0,0 0-8 16,0 0 3-16,0 0 3 0,0 0 2 0,0 0-6 16,0 0-8-16,0 0-3 0,0 0-17 0,0 0-3 15,0 0-50-15,0 0-32 0,0 0-28 0,0 0-28 16,-2-18-27-16,2 14-41 0,2-4-68 0,-1 2-286 15,0-3-636-15,-1 0 282 0</inkml:trace>
  <inkml:trace contextRef="#ctx0" brushRef="#br1" timeOffset="37733.83">5185 5085 27 0,'-14'3'226'0,"5"0"-7"0,1-2-13 0,3 2-11 15,-4-2-10-15,4 0-14 0,0 2-15 0,5-3-9 16,-6 3-13-16,2-2-2 0,4-1-7 0,0 0-5 0,0 0-8 16,-9 3-5-16,9-3-1 0,0 0 1 0,-3 0-3 15,3 0 0-15,0 0-2 0,0 0-4 0,0 0-5 0,0 0 1 16,0 0-11-16,0 0-10 0,0 0-2 0,0 0-10 15,0 0-8-15,0 0-7 0,0 0-1 0,0 0-5 16,-7 0-7-16,7 0-1 0,0 0-4 0,0 0-6 31,0 0 1-31,0 0-4 0,0 0-5 0,0 0 2 16,0 0-6-16,0 0 2 0,0 0 1 0,0 0-3 16,0 0 0-16,0 0-5 0,0 0 1 0,0 0 0 0,0 0-1 0,0 0 0 15,0 0-2-15,0 0 7 0,0 0-5 0,0 0 0 16,0 0-3-16,0 0-3 0,0 0 1 0,0 0 3 15,0 0-6-15,0 0 4 0,0 0-2 0,0 0-2 16,0 0 2-16,0 0-1 0,0 0 3 16,0 0-2-16,-2 4 3 0,2-4-3 0,0 0 3 15,0 0 12-15,0 0-11 0,18-2 5 0,-6 0 3 0,5-1-3 0,4-1-2 16,11-1 1-16,3 0-5 0,1-3 7 0,13 0-3 16,3-2-2-16,1 2-2 0,-3-2 5 0,3 0-4 15,-2 3 3-15,-15 1 0 0,0-2 7 0,0 3-10 0,-4 0 4 31,-4 0-5-31,-6 2 3 0,-5-1-6 0,-4 2-29 0,-1 2-16 0,-2 0-17 0,-4-3-6 0,-2 1-12 16,-4 2-22 0,0 0-25-16,0 0-27 0,0 0-23 0,0 0-24 15,-28 5-15-15,10-5-36 0,-1 2-154 0,-3 0-440 16,3 1 195-16</inkml:trace>
  <inkml:trace contextRef="#ctx0" brushRef="#br1" timeOffset="37987.6">5420 4911 219 0,'0'-4'357'0,"-2"-1"-7"0,-1 1-9 16,3 0-9-16,-1 0-11 0,-2 0-23 0,3 4-29 16,0-4-25-16,0 4-27 0,0 0-25 0,-1-4-23 15,1 4-27 1,0 0-17-16,0 0-13 0,0 0-8 0,1 21-11 15,2-7-9-15,-2 6-11 0,4 4-7 0,-1 5-3 0,0-1-8 16,1 0-10-16,0 0 3 0,0-2 1 16,3 2-7-16,-2 2-4 0,1-5-2 0,-1-1-47 15,2 1-40-15,-1-8-58 0,-2 2-57 0,-2 3-76 0,2-4-88 16,-2-2-267-16,-2-5-645 0,0-3 287 0</inkml:trace>
  <inkml:trace contextRef="#ctx0" brushRef="#br1" timeOffset="38469.69">6127 4809 337 0,'1'-5'375'16,"0"2"-11"-16,-1-2-9 0,0 5-32 0,2-4-8 15,-2 4-29-15,0 0-27 0,3-5-24 0,-3 5-27 16,0 0-26-16,0 0-26 0,0 0-14 0,0 0-12 16,0 0-21-16,0 0-11 0,2 20-6 0,-1-3-7 15,-1 1-10-15,0 8-7 0,1 0-5 0,1 1-10 16,-1 3-7-16,1-2-1 0,1 0-6 0,1 1 9 15,-1 1-24-15,0-4-7 0,2 0 13 0,-1-3-3 0,0-5-2 16,1-1-4-16,-1-6 1 0,-3 3-8 0,2-4 3 0,-1 0-2 16,-1-2-2-16,2 3 0 0,-2-6 0 0,1 0 3 15,0-1-4-15,-2-1 19 0,0-1 22 0,0-2 18 16,4 4 17-16,-4-4 8 0,0 0 4 0,0 6 0 16,0-6-3-16,0 0-7 0,0 0-8 15,0 0-7-15,0 0-14 16,0 0-7-16,0 0-20 0,0 0-20 0,0 0-27 15,-4-15-27-15,4 10-34 0,-4-2-38 0,2 3-33 16,0-2-37-16,0-3-41 0,-1 2-35 0,-3-2-51 16,5-2-61-16,-4-1-312 0,2 0-737 0,2-1 326 0</inkml:trace>
  <inkml:trace contextRef="#ctx0" brushRef="#br1" timeOffset="38735.5">6343 4543 34 0,'1'-2'291'0,"3"-1"-28"0,1 3-21 0,-5 0-10 0,11 7-12 16,-2-2-13-16,2 7-13 0,3 3-4 0,4 7-3 16,1 4-13-16,1 3 2 0,2 15-11 0,1-1-5 0,1 4-11 15,-5-1-9-15,-2 1-12 0,-1-4-11 0,-3 4-8 31,-8-13-11-31,-1 1-4 0,-2 13-6 0,-5-15-11 0,-3 3-5 0,-6 8-6 0,-3-10-3 0,-6 7 1 16,-7 1-14 0,-3-2-30-16,-3-3-56 0,-7 1-59 0,-6-4-71 15,-7-2-113-15,-25 7-304 0,20-18-631 0,-6-6 280 16</inkml:trace>
  <inkml:trace contextRef="#ctx0" brushRef="#br1" timeOffset="39382.82">4064 4545 106 0,'0'0'329'0,"0"0"-18"0,4-3-12 16,-4 3-19-16,0-4-22 0,0 4-25 0,4-3-26 16,-4 3-23-16,0 0-24 0,0 0-40 0,0 0-31 15,0 0-13-15,-4 20-8 0,-1 9-3 0,-4 17-6 16,-5 12 19-16,-11 32-7 0,-1 4-3 0,0 1-10 15,1-3-7-15,3 3 1 0,12-7-6 0,-3-5 0 0,9-27-3 0,7 1 19 16,-2-3 5-16,9-4 1 0,0-1 8 0,6-5-7 16,3-13 5-16,5-2-13 0,13 1 1 15,11-7-22-15,4-6-46 0,7-8-50 0,6-6-60 16,32-3-89-16,-5-7-136 0,-32-5-195 0,3 0-579 0,-8-8 256 16</inkml:trace>
  <inkml:trace contextRef="#ctx0" brushRef="#br1" timeOffset="42151.75">7563 4616 162 0,'-4'-12'260'0,"4"3"-9"0,-4 3-8 15,4 1-4-15,-1-2-10 0,1 2-9 0,0 0-17 16,0-2-16-16,-3 2-22 0,3 2-16 0,0 3-19 16,-1-7-13-16,1 7-33 0,0 0-26 0,0 0-6 15,0 0-10-15,4 20-5 0,1-5-2 0,0 13-5 0,-1 6-4 0,-1 3 1 0,-1 11 18 16,2 0-5-16,-4 1-4 0,1 2-6 16,-2 2 0-16,1-5-1 0,1 0-2 0,2-14-3 15,-2 0-2-15,2-1 0 0,-3-1-2 0,1-5-5 16,-1-7 1-16,0 0-3 0,4 5 2 0,-4-8 0 15,1-4-4-15,-2 1-2 0,1-2 10 0,1-3-8 16,-1-1-1-16,0-1 3 0,-1-2-3 0,-2-2 1 16,3-3 0-16,0 9-1 0,0-9 1 0,-2 3-2 15,2-3-6-15,0 0-15 16,0 0-24-16,-18-10-16 0,10 3-30 0,0-1-34 16,-3-7-40-16,2-2-42 0,1-6-76 0,-4-4-153 15,3-2-461-15,0-5 204 0</inkml:trace>
  <inkml:trace contextRef="#ctx0" brushRef="#br1" timeOffset="42473.16">7414 4300 123 0,'-3'-4'243'16,"2"-3"-11"-16,-2 2-13 0,3 1-10 0,-1-1-24 15,1 5-18-15,-1-4-19 16,1 4-19-16,-3-5-19 0,3 5-11 0,0 0-13 15,9 0-8-15,-9 0-7 0,18 5-5 0,-5-1-7 16,4 3-2-16,10 4-7 0,-2 2-4 0,4 2 0 16,2 3-1-16,-2 2-5 0,12 9-1 0,-13-7-2 15,0 4-3-15,7 11-3 0,-6 1 0 0,-11-11-1 16,-4 2-4-16,-5 0-4 0,0 3 1 0,-9-1 1 16,-4 1-2-16,-5-1 0 0,-6-1-3 0,-6-2-1 15,-7 10 4-15,0-11 1 0,-3-4 2 0,2-2-11 16,-14 3-1-16,11-4 0 0,1-2 0 0,2-5-1 0,-1 4-2 15,6-5-2-15,-2 0 3 0,6 0-2 0,4-6-2 0,0 2-2 16,3-3 2-16,3 1-6 0,2 2-11 0,3-4-30 16,0 1-33-16,2 2-19 0,3-3-25 0,7 1-75 15,-3-2-235-15,5-1-460 0,5-2 204 0</inkml:trace>
  <inkml:trace contextRef="#ctx0" brushRef="#br1" timeOffset="43027.31">7853 5232 154 0,'0'0'366'0,"0"0"-23"16,0 0-27-16,0-4-33 0,0 4-27 0,0 0-23 0,0 0-31 15,0 0-24-15,0 0-18 0,0 0-9 16,0 0-28-16,0 0-12 0,5 17-9 0,-4-5-9 15,2 5-13 1,-2 2-8-16,1 8-7 0,-4-1-2 0,4 1-7 16,-2-1-6-16,0 3-3 0,0-2-11 0,0-3 4 0,-3-4-9 15,4-1-2-15,-1-7-3 0,-1-1 1 0,1 0-1 16,-1-4-2-16,1 0 0 0,0-2 4 16,0-1 45-16,0 0 30 0,0-4 32 0,1 4 16 15,-1-4-14-15,0 0-9 0,0 0-11 0,8-18-12 0,-3 10-10 16,1-7-8-16,1-2-13 0,0-1-7 0,1-5-5 0,1 3-8 15,-4 3-4-15,1 0-5 0,1 7-5 0,-2-1-5 16,1 1 1-16,-5 6-16 0,2-1-1 0,0 0-6 16,0 0-6-16,0 0-13 0,-2 4-13 0,-1 1-4 15,0 0 1-15,11 11 10 0,-4-1-4 0,0-1-17 16,-1 3-18-16,0 3-6 0,7 2-26 0,-5 0-36 16,1-1-29-16,-4 2-32 0,5-3-28 0,-2 2-31 0,-1-1-45 0,1-2-77 15,-3-5-238-15,2-1-646 0,-2-5 285 0</inkml:trace>
  <inkml:trace contextRef="#ctx0" brushRef="#br1" timeOffset="43290.51">8152 5493 191 0,'-5'1'256'0,"5"-1"-12"0,-6 4-12 16,3-3-12-16,3-1-19 0,-3 3-9 16,3-3-11-16,0 0-16 0,0 0-15 0,0 0-4 0,0 0-7 0,9 2-10 15,-9-2-10-15,16-2-15 0,-5 1-8 0,3-1-7 16,4-1-12-16,4-1-7 0,-2-1 0 0,6-1-16 16,-2 2-14-16,-3 2-29 0,0-3-27 0,-3 0-30 15,-4 0-36-15,-3 3-34 0,-2-2-51 0,1 0-61 0,-4 2-193 16,-5-1-454-16,-1 3 201 0</inkml:trace>
  <inkml:trace contextRef="#ctx0" brushRef="#br1" timeOffset="43512.7">8230 5373 99 0,'0'0'385'0,"-4"-3"5"16,3-1 8-16,1 4-22 0,-4-3-23 0,4 3-29 0,0 0-32 15,0-6-33-15,0 6-30 0,0 0-24 16,0 0-26-16,0 0-23 0,0 0-12 0,0 0-19 0,0 0-10 16,0 18-11-16,0-6-9 0,4 4-17 0,0 1-15 15,-3 1-3-15,2-1-35 0,-1 3-23 0,2 4-38 16,1-4-30-16,-4-1-24 0,3 0-33 16,0 0-27-16,-1-2-43 15,-1 2-34-15,2-6-49 0,-5-3-274 0,1 1-594 0,1-5 263 16</inkml:trace>
  <inkml:trace contextRef="#ctx0" brushRef="#br1" timeOffset="43777.87">8586 5433 128 0,'0'0'459'0,"0"-7"-18"0,0 7-27 0,0-2-29 15,0 2-35-15,0-4-34 0,0 4-31 0,0 0-37 16,0 0-27-16,0 0-28 0,0 0-19 0,0 0-20 16,0 0-16-16,0 11-9 0,3-1-8 0,-2-1-24 0,1 4-6 15,2 3-9-15,-4 4-4 0,2-3-10 0,-1 2-18 16,2-4-21-16,-2 2-19 0,4-1-35 0,-4-4-44 16,2 1-44-16,-2-1-40 0,1-3-52 0,0 4-55 15,-2-4-92-15,0-3-229 0,0 0-630 0,0-6 280 31</inkml:trace>
  <inkml:trace contextRef="#ctx0" brushRef="#br1" timeOffset="44685.74">8689 4608 165 0,'4'-5'219'0,"2"1"-18"16,-1 0-12-16,0 1-16 0,3 0-14 15,1 0-12-15,4 1-8 0,-1 3-11 0,2 1-10 16,2 3-2-16,0 2-9 0,-1 3-11 0,1 1-4 0,-6 2 9 0,4 1-7 15,-5 3-8-15,4 7-7 0,-3-2-4 0,-6-3-7 16,1 1-6-16,-2 4-3 0,-3-5-4 0,-3 1-4 16,1-1-2-16,-5 0-1 0,1-2-10 0,-3-2 3 15,1-2-4-15,3-2-4 0,0-1-3 0,-4-2-2 16,5-2 16-16,3 0 9 0,-3-2 16 0,0-2 38 16,3 1 31-16,-2-1 35 15,3-2 25-15,0 0-18 0,0 0-9 0,0 0-11 16,-5-11-17-16,7 3-12 0,-2-2-13 0,2-2-8 15,2-4-14-15,-1-3-8 0,7-4-13 0,-4-1-6 16,3 4-7-16,-1 2-14 0,1 1-5 0,-4 1 6 16,1 5-8-16,-2 3-1 0,1 1-9 0,-2 1 0 15,-2 0-8-15,2 2-7 0,-2 0-5 0,2 2-6 0,-3 2-8 16,2-3-10-16,-2 3-13 0,0 0-6 0,10 5-1 16,-6 2-4-16,1 1-2 0,2 2 3 0,-1 0-3 15,2 1-2-15,-1 4-7 0,2-1-21 0,0-4-20 0,0 5-26 16,0-1-15-16,0-1-21 0,-1-5-32 0,-2 5-32 0,-1-5-58 15,-1-4-83-15,1 1-257 0,-4-2-665 0,-1-3 294 32</inkml:trace>
  <inkml:trace contextRef="#ctx0" brushRef="#br1" timeOffset="44932.82">9047 4521 11 0,'2'-3'391'0,"-2"1"-30"0,0-2-30 0,0 4-32 0,4-7-37 16,-4 7-28-16,0 0-20 0,6 1-28 0,2 4-4 15,-2 2-26-15,6 4-18 0,3 1-3 0,1 2-8 16,0 5-6-16,0 3-12 0,1 6-8 0,-2-1-9 16,0 0-7-16,-5 2-5 0,-1 0-9 0,-4 4-7 15,-2-1-15-15,-5 1-11 0,-2 0-9 0,-2-5-8 16,-5 2-27-16,-4-1-35 0,-5-2-44 0,-4-2-53 0,-3-2-50 0,3-3-92 15,-9-3-246-15,3-5-568 0,-2-4 252 0</inkml:trace>
  <inkml:trace contextRef="#ctx0" brushRef="#br1" timeOffset="45249">8733 4300 45 0,'-1'-4'272'0,"0"1"-31"0,1 3-21 15,-6-1-18-15,6 1-22 0,-12 9-17 0,-1 3-15 16,-6 8-17-16,-1 8-11 0,-6 11-10 15,-1 10-13-15,0 4-5 0,2 3-11 0,-7 24-6 0,14-23-7 16,4-3-2 0,0-2-7-16,10 0-4 0,3-5-5 0,2-14-1 15,10-2-3-15,0 2-1 0,3-6-4 0,10-1-1 16,6-6-13-16,4-2-33 0,17 1-50 0,3-6-84 16,2-8-281-16,0-4-454 0,3-6 201 0</inkml:trace>
  <inkml:trace contextRef="#ctx0" brushRef="#br1" timeOffset="46850.96">10130 4804 180 0,'0'0'175'0,"-3"-3"-10"0,3 3-10 0,0 0-11 15,0 0-9-15,0 0-14 0,0 0-12 0,0 0-9 0,0 0-10 16,0 0-12-16,0 0-9 0,0 0-4 0,0 0-6 15,0 0-8-15,0 0-7 0,0 0 0 0,0 0-4 16,0 0-6-16,0 0-1 0,0 0-2 0,0 0-9 16,0 0 2-16,0 0-3 0,0 0-1 0,0 0-2 15,0 0-2-15,0 0-4 0,0 0-2 0,0 0 3 16,0 0-3-16,0 0-1 0,0 0 2 0,0 0-5 0,0 0-7 0,0 0 7 16,0 0 0-16,0 0 1 0,0 0-3 0,0 0 6 15,0 0-11-15,0 0 4 0,0 0 3 0,0 0-6 16,0 0 2-16,0 0 4 0,0 0-4 0,0 0 1 15,0 0 3-15,0 0-2 0,0 0 10 0,0 0-3 16,0 0 7-16,0 0 6 0,0 0 6 0,0 0-1 16,0 0 7-16,0 0 8 15,0 0 4-15,0 0 3 0,0 0 2 0,0 0 1 16,0 0-7-16,0 0-6 0,0 0-5 0,13-4-4 16,-4 2 18-16,4-1-7 0,1-1-3 0,3-1-4 15,1 2-2-15,2-2-7 0,0 1 0 0,1-1-1 16,6 2 9-16,-7-2 0 0,1 1 2 0,-2 0-4 15,0 0-2-15,-5 0-4 0,-1 2-1 0,-3-1-2 16,-1 2-1-16,0 0-3 0,-1 0-3 0,-3-1 1 0,0 1-5 16,-5 1-16-16,6-3-27 0,-6 3-36 0,7-1-49 0,-7 1-45 15,0 0-68-15,0 0-234 0,0 0-499 0,0 0 222 16</inkml:trace>
  <inkml:trace contextRef="#ctx0" brushRef="#br1" timeOffset="47167.44">10078 5042 95 0,'-4'3'262'0,"3"0"7"0,-2-1-6 0,-2-1-5 16,5-1-12-16,0 0-5 0,6 5-3 0,1-4-7 15,9-2-19-15,4-2-24 0,1 1-19 0,11-1-10 16,7-1-14-16,-1-1-16 0,1 0-3 0,13-4 2 16,-13 4-12-16,-2 0 10 0,0 0-38 0,-5 0 24 0,-2 2-25 15,-10-1-7-15,-2-1-5 0,-7 4-1 16,1 0-15-16,-5 1 2 0,0 0-10 0,-1-3-20 0,1 3-3 0,-2 0 6 16,-5 0-29-16,5-3-25 0,-5 3-38 0,0 0-33 15,0 0-34-15,0 0-54 0,0 0-76 0,0 0-355 16,0 0-660-16,-18 6 291 0</inkml:trace>
  <inkml:trace contextRef="#ctx0" brushRef="#br1" timeOffset="48385.84">11601 4398 132 0,'-3'-3'256'0,"3"3"-4"0,-2-2-10 0,2 2-12 16,0 0-7-16,0 0-19 0,0 0-15 0,0 0-21 15,0 0-15-15,0 0-17 0,0-5-15 0,0 5-12 16,0 0-13-16,0 0-9 0,0 0-11 0,16 1 2 16,-5 1-13-16,4 0 2 0,2-1-9 0,4 5-5 15,1-1 2-15,5-2-8 0,1 6-5 0,0 1-3 0,-1-1-5 0,-2 4-2 16,-2 1-6-16,-1-2-3 0,1 5-4 0,-10-2 0 15,4 1-6-15,-2 6-4 0,-6-6 0 0,-4 3-7 16,-2 0-5-16,-6 7 3 0,-2-6-2 0,-4 6 0 16,-6-2 5-16,-2-1-4 0,-1-1 0 0,-1-1-1 15,-3 0 3-15,-6-1 1 0,2-1-2 0,1 1 2 16,-2-4 3 0,-1 1-1-16,4-1 2 0,-3-3 2 0,5 2 0 15,-3-5 1-15,6 0-2 0,2-2-1 0,0 0 4 0,3-1-3 0,2-1 2 16,4-2-4-16,0-1-1 0,2 1-3 0,-2 1 5 15,3-3 2-15,1-1-3 0,4-1 3 0,-5 2-1 16,5-2 8-16,-4 3 5 0,4-3 4 16,0 0 1-16,0 0 1 0,0 0 11 0,0 0 2 15,18-3-5-15,-4 0-2 0,9-3-2 0,5 1-10 0,5 0 3 16,3-2 2-16,-3 2-6 0,3 1 7 0,0 0 0 16,1-3-15-16,-1 3 3 0,2 1-3 0,-5 1 1 15,1 1-1-15,-5-1-2 0,2 0-1 0,-12 2-1 16,-3 0-2-16,-3 0-5 0,-3-3 1 0,-2 3 0 15,-1 0 0-15,0 0 9 0,-7 0-14 0,7 0 8 16,-7 0-7-16,6 0-6 0,-6 0-3 0,0 0-2 0,0 0-7 0,0 0-7 16,-20 5-12-16,11-3-16 0,0 1-15 0,-3-2-24 15,2 1-21-15,0 0-34 0,-2-1-41 16,2-2-36-16,2 2-269 0,0-2-537 0,8 1 238 16</inkml:trace>
  <inkml:trace contextRef="#ctx0" brushRef="#br1" timeOffset="48823.55">12207 4635 5 0,'1'-2'367'0,"0"-3"-20"0,1 1-19 0,0 1-27 15,-2 3-26-15,3-5-29 0,-3 5-26 0,3-3-26 16,-3 3-26-16,0 0-21 0,0 0-17 0,0 0-9 16,8 10-14-16,-5-5 2 0,-1 5-21 0,2 2-7 15,-1 4-8-15,0 1-12 0,0 0-1 0,-2 1-3 16,3 6-12 0,-3 2-2-16,-2-7 9 0,1 6-20 0,1-4 1 15,-2-2-8-15,-1 0 5 0,0-6-5 0,2-2-7 0,-1-2 2 16,1 0 1-16,0-2-2 0,0-2 12 0,0 0-1 15,0-2 28-15,-1 0 49 0,1-3 25 0,0 0 30 16,0 0 21-16,0 0-18 0,0 0-17 0,0 0-17 16,12-16-15-16,-8 7-9 0,3-3-10 0,-1-3-9 15,4-2-11-15,-1 0-13 0,0 0-5 0,0 0-4 0,0 1-6 16,0 0-5-16,-4 7-6 0,0 0-5 0,3 0-2 16,-4 4-8-16,-2-1-6 0,2 3-4 0,-4 1-10 15,4 1-8-15,-4 1 1 0,13 1 0 0,-8 4-4 0,1 1-12 16,2 3-10-16,1 1-9 0,1 2-5 0,3 5-28 15,-2-3-26-15,6 6-58 0,-3-6-43 0,-1 1-48 16,1-1-62-16,1-2-117 0,-2-1-282 0,-2-5-767 0,2-4 339 16</inkml:trace>
  <inkml:trace contextRef="#ctx0" brushRef="#br1" timeOffset="49155.54">12788 4758 269 0,'0'0'260'0,"0"0"-12"16,-5-1-20-16,5 1-15 0,0 0-19 0,0 0-16 16,0 0-14-16,0 0-16 0,0 0-15 15,0 0-10-15,0 0-11 0,0 0-15 0,0 0-10 0,0 0-7 0,0 0-4 16,0 0-4-16,0 0-2 0,0 0-2 0,0 0 3 15,0 0 2-15,0 0-1 0,0 0-6 0,0 0-3 16,0 0 1-16,0 0 0 0,0 0 15 0,0 0 8 16,19-4-1-16,-1 4-5 0,5-2-8 0,6-3-6 15,6 1-10-15,2-1-9 0,2 2-3 0,1-2 0 16,0 1-8-16,-3 0 4 16,0 0-12-16,-4-2-20 0,-1 1-26 0,-4 2-26 15,-10 0-29-15,1 3-29 0,-8-3-29 0,-3 1-42 16,-1-2-76-16,-6 1-301 0,-1 3-595 0,0 0 263 15</inkml:trace>
  <inkml:trace contextRef="#ctx0" brushRef="#br1" timeOffset="49409.31">12959 4608 53 0,'-4'-6'372'0,"3"0"7"16,-2 2 2-16,3-1 5 0,-1 2 2 0,1-2-22 0,-2 0-22 15,2 5-32-15,0 0-31 0,0-6-29 0,0 6-30 16,0 0-23 0,-4-1-27-16,4 1-25 0,0 0-36 0,0 0-8 15,0 0-8-15,0 17-10 0,4-5-13 0,-1 5-5 16,0 3-9-16,-2-2-1 0,5 9-6 0,0-2-7 0,3 0-3 16,1 0 2-16,-1 0-25 0,0-2-34 0,0-3-39 15,1-5-40-15,-1 2-43 0,1-2-44 0,1 1-55 16,-5-2-71-16,2-4-370 0,2-2-735 0,-1 0 325 15</inkml:trace>
  <inkml:trace contextRef="#ctx0" brushRef="#br1" timeOffset="49757.09">13509 4596 166 0,'0'-6'498'0,"1"1"-5"0,0 0-27 0,1 3-19 16,-2 2-31-16,0-6-35 0,0 6-37 0,2-4-44 16,-2 4-22-1,0-3-34-15,0 3-26 0,0 0-30 0,0 0-25 0,0 0-41 16,0 0-11-16,0 0-10 0,3 15-23 0,-2-5 2 16,2 6-4-16,-2-1-9 0,1 1-8 0,-1-1-5 15,2 4-4-15,-2-2-8 0,2 0-3 0,-2-1-3 16,2-1-5-16,-1-5-2 0,0 2-1 0,0-1-6 0,0-2-3 15,0 0 3-15,-2-4-5 0,3 0 4 16,-3 0-3-16,1 0-4 0,0-1-2 0,-1-1 3 16,0-3 0-16,3 4 5 0,-3-4-6 0,0 0 2 15,1 3-7-15,-1-3-7 0,0 0-8 0,0 0-7 0,0 0-12 0,0 0-12 16,0 0-16-16,0 0-46 0,0 0-91 0,0 0-56 16,-9-14-52-16,8 8-60 0,-2-4-395 0,3-6-816 15,-1-1 361-15</inkml:trace>
  <inkml:trace contextRef="#ctx0" brushRef="#br1" timeOffset="49988.6">13694 4320 220 0,'0'0'253'15,"15"13"-9"-15,-8-7-7 0,-1 6-12 0,6 4-12 16,3 8-3-16,3 3-11 0,0 5-7 0,3 10-16 15,1 4-6-15,-4 0-9 0,1-2-11 0,-6 3-10 0,1-1-13 0,-9 1-6 16,-1-13-16-16,-4 14-2 0,-4-13-18 16,-6 0-9-16,0-1 11 0,-12 10-17 0,4-13-2 0,-7-4-14 15,-10 5 1-15,4-8-29 0,-15 5-37 0,-5-3-56 16,-5-6-63-16,-5 0-77 0,-29-2-352 0,26-7-605 16,-24-7 267-16</inkml:trace>
  <inkml:trace contextRef="#ctx0" brushRef="#br1" timeOffset="50527.75">11557 4214 221 0,'2'-3'311'16,"-2"3"-26"-16,0 0-30 0,0 0-29 0,0 0-41 15,0 0-16-15,0 0-17 0,-8 24-16 0,-2 5-11 0,-4 15-13 0,-8 14-12 16,-6 22-6-16,-4 5-3 0,5 1-5 0,3 2-16 16,1-5-2-16,9-25-7 0,9-3-6 0,2-2-2 15,4-1-3-15,7-4 9 0,6-3 17 16,5-1-2-16,8-3 5 0,6-4-12 0,11-6-2 0,6-4 0 16,7-6-17-16,6-4-63 0,25 0-81 0,-24-10-110 15,25-4-315-15,-23-7-563 0,-8-1 250 0</inkml:trace>
  <inkml:trace contextRef="#ctx0" brushRef="#br1" timeOffset="53732.1">14129 4630 84 0,'0'0'248'16,"0"-5"-26"-16,0 5-22 0,7-9-22 0,-2 6-16 16,6-2-20-16,1 1-9 0,5 1-17 0,2 1-3 15,2 2-13-15,5 0-4 0,5 0-1 16,0 3-9-16,-2-1-8 0,-1 5-6 0,-2 2-6 0,-7 1-4 15,-1 2-14-15,-2 0 1 0,-3 5-5 0,-1 0 14 0,-6 1-4 16,-1 8-2-16,-5 0-7 0,-2 0 3 0,-7 4-10 16,-3-5-5-16,-3 4-3 0,-4-3-3 0,-2 0 1 15,2-4-4-15,-4-3-1 0,0 1-2 0,4-4-2 0,-3 1-1 16,8-7-2-16,-4 0 0 0,2-3-1 16,5 0 2-16,1-4 7 0,-1 2 15 0,4-3 24 15,2 1 31-15,1-1 44 16,4-2 19-16,0 0-11 0,-9-5-20 0,11-1-4 15,0-2-6-15,2-2-25 0,4-7-9 0,2 0-10 16,5-7-8-16,1 1-4 0,1-5-7 0,5 2-4 16,0-1-8-16,9-9-1 0,-11 9-6 0,0 2-8 15,-5 2 1-15,5 2-1 0,-7 5-3 0,1 0 4 16,-5 8 15-16,-1-3 8 0,0 6 0 0,-6-1-22 16,4 1-7-16,-3 3-13 0,-1-2 1 0,2 3-25 0,-4 1-10 0,0 0 5 15,0 0 3-15,-4 18 2 0,-4-2 1 0,1 1-2 16,-6 7-2-16,3 1 10 0,-2 4 0 0,3-3 0 15,2 0 0-15,3 0-1 0,1-1 3 0,3-5 3 16,5 4 3-16,2-7-1 0,3-1-9 0,9 2 2 16,4-4-44-16,5-3-41 0,4-4-58 0,4-1-70 15,18-6-90 1,-17-2-333-16,16-7-697 0,-13 3 310 0</inkml:trace>
  <inkml:trace contextRef="#ctx0" brushRef="#br1" timeOffset="54164.74">15264 4542 290 0,'0'-11'335'0,"0"1"-9"0,0 1-2 0,0 1-16 16,2 4-24-16,-2-4-33 0,0 5-16 0,0-2-39 16,0 3-17-16,0 2-33 0,0 0-33 0,0 0-10 15,0 0-9 1,-5 19-14-16,3 6-10 0,0 1-3 0,-2 4-3 15,-1 1-10-15,0 6-4 0,1 9-3 0,1-10-2 0,1-2-5 16,0 1-1-16,0 2-5 0,1-5-7 16,-2-1 0-16,3-2 3 0,0-2 6 0,0-1 0 15,0-7 4-15,3-4-23 0,-3 2-1 0,-3-6-20 16,3-2-14-16,0-2-10 0,0-2-6 0,0 2 1 16,-1-5 7-16,-2 2-9 0,3-4-44 0,-5 1-26 0,5-1-30 0,0 0-21 15,-14-11-24-15,14 1-40 0,-5-1-68 0,-1-6-156 16,-1-4-481-16,2-4 213 0</inkml:trace>
  <inkml:trace contextRef="#ctx0" brushRef="#br1" timeOffset="54497.18">15137 4328 156 0,'-3'-10'291'0,"-2"5"-6"15,5-1-6-15,-4 2-15 0,0-3-22 0,3 6-22 16,1-3-23-16,0 4-19 0,0-6-12 0,0 6-29 15,0-3-13-15,0 3-10 0,14-2-11 16,-5 4-16-16,5 0 0 0,5 0-16 0,11 3-2 0,-2 3-8 16,1-1-2-16,3 3-9 0,-4-1-1 0,4 4-5 0,-8 0-5 15,6 0-2-15,-8 2-6 0,-5-5-3 0,0 4-5 16,-4-3-4-16,-4 3-4 0,-3 0-5 0,-3-2-1 16,-1 4 0-16,-8 1 0 0,-3 0 3 0,-9 2-4 15,-1 1 1-15,-8-3 2 0,0 1 2 0,-5 0-4 16,-1-1 2-16,1 0-2 0,-4-5 3 0,2 3-5 15,-2-1 2-15,4 0 1 0,0-2 0 0,4-2-5 0,5 1 6 0,5-5-2 32,5 1-6-32,1-2 7 0,3 1-4 0,1-2-19 15,2 2-25-15,2-2-18 0,0 1-11 0,4-5-22 16,8 7-52-16,2-6-102 0,1 1-273 0,8-2-557 16,1 0 248-16</inkml:trace>
  <inkml:trace contextRef="#ctx0" brushRef="#br1" timeOffset="55034.2">15465 4853 63 0,'-4'-3'333'0,"4"3"-28"0,0 0-29 15,0 0-24-15,0 0-34 0,0 0-24 0,0 0-14 16,0 0-24-16,-1 13-16 0,1-6-16 0,-1 4-12 15,-1 2-9-15,1 2-11 0,-1 4-8 0,-2-1-7 0,0 3-5 16,-1 3-11-16,1-8-3 0,2 4-9 0,-1-2-5 16,-1-2-2-16,3-6-6 0,-2 1 0 0,3-3-5 15,0-2 1-15,-1 1-4 0,1-3 34 0,-1 1 37 16,2-3 42-16,-1-2 25 0,0 6 28 0,0-6-18 16,0 0-20-16,10-9-16 0,-2 2-11 0,-1-2-10 0,4-6-12 15,3 3-13-15,0-2-13 0,-2-3 3 0,8-3-13 16,-2 1-7-16,-3-3-7 0,0 8 3 0,-6 1 2 15,-1 5-2-15,2 0-5 0,-2 0-5 0,-3 4-8 0,-1 1-8 32,0-2-10-32,-3 3-15 0,-1 2-9 0,0 0-4 15,13 8 1-15,-7-2-3 0,-2 5 5 0,0 0 2 16,3 5-2-16,-4 0 2 0,2 2 1 0,0-5-1 16,-1 4 2-16,0 0-17 0,-3-4-26 0,2-1-19 15,-1-2-50-15,1 2-38 0,-2-3-34 0,-1 2-36 16,0-1-40-16,-1-5-60 0,-4-1-381 0,5-4-756 0,-8 4 334 0</inkml:trace>
  <inkml:trace contextRef="#ctx0" brushRef="#br1" timeOffset="57168.18">16124 4839 126 0,'-3'0'210'0,"3"0"-2"0,0 0-6 16,-9 0-4-16,9 0-14 0,0 0-17 0,0 0-18 0,0 0-11 15,0 0-9-15,0 0-9 0,0 0-5 0,1-4 0 16,-1 4-4-16,0 0-8 0,0 0-10 0,0 0 7 16,0 0-17-16,0 0-9 0,0 0-8 0,0 0-5 15,0 0-8-15,0 0-3 0,0 0-4 0,0 0-8 16,0 0-3-16,0 0-2 0,0 0 1 0,0 0-1 15,0 0-7 1,0 0-4-16,0 0 3 0,0 0-3 0,0 0 2 0,0 0-5 16,0 0 3-16,0 0-2 0,0 0 0 15,0 0 0-15,0 0-1 0,0 0-1 0,0 0-1 16,0 0 2-16,0 0-3 0,0 0-3 0,0 0-2 0,0 0-3 0,0 0 1 0,0 0 3 0,0 0-5 16,0 0-1-16,0 0 2 0,0 0-2 0,14 0 1 15,-6-1 16-15,1 0-12 16,3 1 11-16,9-3-5 0,8-1 21 0,4 2-4 15,6-1-7-15,13-2 2 0,0-4-4 0,1 3 2 16,1 2-1-16,-16 2-5 0,0-1 1 0,-5-1-10 0,1 2 6 16,-4-1-12-16,-3 0 8 0,-9 3-1 15,-5 0 0-15,-2-2-2 0,-4 2 1 0,2-3-4 16,-4 3-2-16,-5 0 1 0,9-1-10 0,-9 1 0 16,5 1-13-16,-5-1-20 0,0 0-18 0,0 0-18 0,0 0-20 0,-28 0-29 15,18 0-37-15,1 3-37 0,2-3-70 0,-3 0-219 16,10 0-522-16,-9-3 231 0</inkml:trace>
  <inkml:trace contextRef="#ctx0" brushRef="#br1" timeOffset="57621.81">17282 4548 18 0,'0'0'347'0,"0"-7"-21"0,0 4-24 0,0 3-28 15,0-4-26-15,0 4-22 0,0 0-29 0,2-4-22 16,-2 4-21-16,0 0-17 0,2 11-14 0,-1-5-11 16,4 4-6-16,-5 3-13 0,0 3-8 0,0 4-9 15,0 7-7-15,-2-1-7 0,-4 3-5 0,4 0-6 16,-3-1-6-16,-1 0-3 0,-1-4-2 0,3 3-1 15,2-9-5-15,-3-3-2 16,2 2-3-16,1-6-6 0,0-2 0 0,1-2-3 16,-1-1 3-16,0 0-3 0,1-1 24 0,1-3 57 15,-1 3 42-15,1-5 34 0,0 0 24 0,0 0-18 16,0 0-18-16,0 0-15 0,11-16-25 0,-3 7-4 16,-1-2-13-16,3-3-12 0,-1-4-7 0,3 3-12 15,-3-2-11-15,2 1-5 0,1 2-4 0,-3-1-6 16,0 4-4-16,0 1-4 0,-5 2-10 0,2 0-1 0,-2 4-10 0,0-1-2 15,-1 2-6-15,-1 0-14 0,4 2-9 0,-6 1-3 16,11 5-13-16,-4 0-5 0,2 4-8 0,-1 1-8 16,0 0-4-16,1 4-12 0,1 1-14 0,-1 2-31 15,-2 1-41-15,2-3-35 0,0 0-36 0,-4 0-41 16,3 0-66-16,0-4-382 0,-1-3-766 0,1-1 340 16</inkml:trace>
  <inkml:trace contextRef="#ctx0" brushRef="#br1" timeOffset="57937.74">17976 4480 82 0,'0'-5'385'0,"4"0"-18"16,-3 1-10-16,2 1-30 0,-2-1-20 0,-1 4-46 15,0-5-30-15,0 5-26 0,0 0-40 0,0 0-13 16,0 0-12-16,0 0-19 0,6 20-14 0,-10-2-3 16,2 8-14-16,-6 4-6 0,4-1-7 0,-2 3-9 0,2 1-2 0,-1 5-9 15,-4-4-12-15,5 2 3 0,-1-3-4 0,0 0-4 16,2-4-5-16,0-2 1 0,0-1 3 0,-1-8-6 16,3-2-1-16,1-3-6 0,0-1 0 0,-2-1-8 15,2-3-21-15,0 1-23 0,-3-3-21 16,3-2-18-16,-1 1-8 0,-1-2-13 0,0-1-52 0,2-2-68 15,0 0-86 1,-13-5-249-16,7-2-584 0,-1 0 259 0</inkml:trace>
  <inkml:trace contextRef="#ctx0" brushRef="#br1" timeOffset="58270.07">17951 4227 2569 0,'-2'-11'114'0,"2"-1"-41"0,0 4 37 15,0 0-51 1,0 3 7-16,0 0 11 0,0-1-14 0,0 2-7 16,0 4-11-16,0-5-11 0,0 5-1 0,2-4-5 0,-2 4-4 15,12 0 2-15,1 4 5 0,6 0 0 0,7 7 1 16,2-2-1-16,2 5-2 0,0 2-5 16,0 2 0-16,5 0 2 0,-6 1-2 0,-2 1-4 15,-5 1-3-15,1 0-1 0,-6 1-7 0,-5 2 0 0,-4-9-6 16,-4 2 2-16,-1 3-8 0,-6 0 4 15,-3-4-2-15,-7 8 1 0,-8 0-2 0,-3-5 7 0,-3 1 1 16,-1-4 0-16,1-5-2 0,-8 3-2 0,4-2 1 16,-1-1 4-16,0-2-4 0,3 0-1 0,-1 1 1 15,2-3 1-15,10-2-5 0,-1 4 3 16,6-6 3-16,1 1-1 0,0 1-2 0,3-1-18 0,0-2-29 0,4 0-33 0,0-1-45 16,0 5-25-16,5-6-28 0,-4 5-56 15,4-5-259-15,0 0-531 0,0 0 235 0</inkml:trace>
  <inkml:trace contextRef="#ctx0" brushRef="#br1" timeOffset="58687.28">18158 4846 65 0,'0'0'376'0,"0"0"-26"0,0 0-9 0,0 0-37 16,0 0-31-16,0 0-31 0,0 0-25 0,0 0-29 15,0 0-18-15,0 0-22 0,2 4-8 0,-2 2-19 16,1 5-12-16,-1-3-8 0,-1 8-11 0,1 0-10 16,-2 2-7-16,0 2-9 0,-3-2-5 0,1 7-3 15,-4 0-7-15,2-7 1 0,0 0-5 0,-1-1-9 16,4-5-3-16,0-3-7 0,0 0 7 0,2-1-8 0,-3-3-10 15,3 2 15-15,0-2 23 0,0-2 52 0,1-3 31 16,0 2-7-16,0-2-14 0,0 0-13 0,14-8-11 16,-7-1-10-1,8-3-7-15,-2 0-5 0,5-3-9 0,-1-3-8 0,3 0-3 0,-3-2-8 0,-2 6-4 0,2 0-4 16,-4 3-4-16,-3 3 8 0,-2 0-5 0,-2 3-6 16,2-2-1-1,-5 5-11-15,1-1-10 0,0 1-7 0,-4 2-4 16,10 2 1-16,-5 1 2 0,-1 3-14 0,5 2-14 15,-5 2-26-15,6 0-32 0,-5 3-23 0,0-1-50 16,1 1-39-16,-2-1-43 0,4-2-99 0,-4 0-326 16,1-1-725-16,-1-3 320 0</inkml:trace>
  <inkml:trace contextRef="#ctx0" brushRef="#br1" timeOffset="59172.25">18643 5022 94 0,'-9'0'253'0,"9"0"-8"0,-4 2-6 0,4-2-9 16,0 0-3-16,0 0-15 0,0 0-9 16,-9 0-9-16,9 0-11 0,0 0-8 0,0 0-15 15,0 0-10-15,0 0-11 0,0 0-3 0,0 0-14 16,0 0-6-16,0 0-11 0,0 0-10 0,0 0-2 15,0 0-8-15,0 0-10 0,0 0-8 0,0 0-6 0,0 0-3 0,0 0-9 16,0 0-3-16,0 0-4 0,0 0-2 0,0 0-7 16,0 0 1-16,0 0-8 0,0 0 4 0,0 0-7 15,0 0-2-15,0 0-3 0,0 0-6 0,-5 1 14 16,5-1-12-16,0 0-1 0,0 0-6 0,0 0 2 16,0 0 3-16,0 0 8 0,0 0-12 0,0 0-4 15,0 0 4-15,0 0-5 0,0 0 12 0,0 0 6 16,0 0 5-16,0 0-9 0,0 0 11 0,31-2-3 0,-13-1-2 0,2 3-4 15,7-2 7-15,3 1-13 0,2-2 5 0,0 4-6 32,3-3 1-32,-2-2-6 0,3 2-1 0,-1 1 4 15,-5 0 1-15,-7 1 1 0,-2-2-8 0,-3 2 2 0,-6 0 3 16,-3-1 4-16,-1-1 13 0,-3 2-18 0,4 0-1 16,-9 0 10-16,5-2-1 0,-5 2-8 15,5-3-33-15,-5 3-24 0,0-4-23 0,0 4-17 0,0 0-23 16,-10-3-28-16,4 1-37 0,-2 0-38 0,4 1-66 15,-4-3-298-15,3 0-626 0,-1 0 276 0</inkml:trace>
  <inkml:trace contextRef="#ctx0" brushRef="#br1" timeOffset="59403.73">19304 4809 261 0,'1'-4'403'0,"-1"4"1"0,0 0-18 16,1-4-31-1,-1 4-25-15,0 0-34 0,0 0-28 0,4-1-44 0,-4 1-22 16,0 0-21-16,0 14-20 0,-1-4-17 0,-2 8-6 16,3 2-20-16,-5 7-5 0,4 0-14 0,-2 2-18 15,-1-3-60-15,1 1-63 0,-4 2-72 16,1-2-105-16,-4-1-416 0,0-2-689 0,3-7 305 15</inkml:trace>
  <inkml:trace contextRef="#ctx0" brushRef="#br1" timeOffset="60560.24">19685 4272 210 0,'11'-1'207'0,"-11"1"-16"0,14 4-15 15,-4 0-13-15,-1 5-11 0,0-1-10 0,5 5-10 16,0 1-10-16,-2 2-7 0,3 6-10 0,-5 1-8 15,-5-5-9-15,2 7-10 0,-3-7-7 0,-2 7 1 16,-3-7-5-16,-2 1 0 0,-3 0-2 0,-3 0-2 16,-1 3-4-1,1-9-3-15,-3 2 2 0,2-3-1 0,1-3 4 16,-1-2 5-16,1 0 5 0,1-3 8 0,2 0 8 0,-3 0 16 16,5 1 27-16,-1-2 30 0,3-2 36 0,2-1 21 15,0 0-22-15,0 0-11 0,-7-9-7 0,7 2-13 16,0 0-12-16,5-4-14 0,-1 0-15 0,3-4-8 15,-1-2-15-15,5-1-10 0,5-2-11 0,0 0-5 16,-3 4-11-16,1-1-4 0,-1 2-8 0,0 4-5 0,-3-3-2 16,-1 6-5-16,-1 2-5 0,-3 0-3 0,-2 3-8 15,1 0-1-15,0-1-7 0,-1 1-5 0,-1 0-7 16,-2 3-23-16,4-2-16 0,-4 2 0 0,0 0-13 16,5 9 14-16,0-2-2 0,-5 2 6 0,3 1-4 0,-1 0 0 15,2 3-10-15,-2 4-18 0,0-5-27 16,3 5-28-16,-1-2-22 15,1 2-25-15,-2-5-32 0,-1 0-23 0,2 0-31 16,-4-4-57-16,3-2-343 0,0-2-704 0,1 0 311 16</inkml:trace>
  <inkml:trace contextRef="#ctx0" brushRef="#br1" timeOffset="60793.81">20143 4304 229 0,'0'-4'344'0,"1"0"-34"0,3 1-35 0,-4 3-30 16,3-2-28-16,-3 2-25 0,0 0-19 0,0 0-13 16,10 10-8-16,-5 0-14 0,3 2-8 0,-2 3 3 15,3 3-16-15,-1 10-12 0,-2-1-4 0,3 3-5 16,-5 0-7-16,1 1-4 0,-5 3-9 0,-2-3-5 0,-4 1-19 0,-4-3-12 31,-4 0-16-31,-1-2-32 0,-7-4-41 0,-5 1-53 16,-1-3-59-16,-2-5-83 0,-2-2-255 0,-3-4-540 15,2-1 240-15</inkml:trace>
  <inkml:trace contextRef="#ctx0" brushRef="#br1" timeOffset="61092.27">19540 3935 101 0,'-4'-4'375'0,"4"-1"-38"0,-5 0-27 0,5 2-37 16,-1-1-32-16,1 4-19 0,0 0-18 0,-17 11-30 16,3 5-18-16,-2 10-19 0,-11 17-15 0,1 6-12 15,-2-2-10-15,3 6-12 0,5 1-7 0,4-1-5 16,4 2 0-1,7-5-13-15,5 1 2 0,5 0-7 0,8-3-6 16,7-2 1-16,10-5 9 0,8-2-15 0,3-5-20 16,9-4-56-16,1-4-92 0,10-6-144 0,-6-4-268 0,2-9-577 15,-2-7 256-15</inkml:trace>
  <inkml:trace contextRef="#ctx0" brushRef="#br1" timeOffset="62549.41">15700 4345 103 0,'0'0'240'0,"0"0"-25"0,0 0-19 0,0 0-22 0,0 0-14 16,-14 7-15-16,8 2-10 0,-4 4-6 0,-2 1-13 15,-4 9-12-15,0 0-11 0,1 1-8 0,2 5 1 16,-4 0-15-16,8 1-6 0,0 1-3 0,4-1-6 16,-1-2-3-16,3 3-7 0,2-4-4 0,2 1-1 15,2-3-4-15,3-5-19 0,-2 0-19 0,1-2-32 16,0-1-35-16,3-2-29 15,-4-3-56-15,2-4-201 0,3 0-383 0,-4-2 170 16</inkml:trace>
  <inkml:trace contextRef="#ctx0" brushRef="#br1" timeOffset="63027.95">15768 4555 69 0,'4'-2'218'0,"-2"-1"-20"16,-2 3-19-16,0 0-20 16,0 0-14-16,0 0-12 0,11 5 4 0,-8-3-8 15,1 6-4-15,-2-2-2 0,0 3-8 0,-2 1-9 16,0 2 0-16,-2-1-10 0,0 4-3 0,-2-1-10 0,1 3-3 15,-3-5-6-15,1 3-7 0,0-3-6 16,1 0-2-16,-1-1-5 0,1-1-3 0,-1-2-7 16,3-2-3-16,-1 0 0 0,2-3 10 0,0 2 7 15,-1-3 13-15,2 3 29 0,0-5 35 0,-2 3 20 0,2-3 17 0,0 0-1 16,0 0 18-16,0 0-24 0,0 0-16 0,0 0-14 16,7-15-15-16,-3 7-10 0,1-1-15 0,3 0-24 15,-4-2 8-15,4-1-8 0,1-4-7 0,-2 5-9 16,2 0-3-16,-4 1-7 0,0 3-4 15,-1-1-8-15,0 4 0 0,0 0-5 0,-3 0-3 0,3-1-9 16,-4 3-19-16,5-1-25 16,-5 3-15-16,0 0-1 0,0 0 6 15,8 10-11-15,-7-5 12 0,4 5-12 0,-2 2 0 16,-2-1-16-16,4 2-16 0,-1 1-24 0,4-2-17 16,-6 1-23-16,1-1-18 0,-1-2-20 0,2 1-23 15,0-3-36-15,0-1-49 0,-2-2-265 0,2 0-601 16,-1-3 265-16</inkml:trace>
  <inkml:trace contextRef="#ctx0" brushRef="#br1" timeOffset="63282.71">15999 4361 58 0,'0'0'212'15,"4"-4"-5"-15,-4 4-11 0,7 0-12 0,0 5-5 16,-2-1-10-16,0 4-12 0,3 1-1 0,2 5-7 0,-1 2-8 16,0 11-4-16,4-1-2 0,-5 4-11 15,-1 0-4-15,0 0-9 0,-2 0-5 0,-3 1-13 16,-1 1 0-16,-1-3-11 16,-1-1-9-16,-6 0-2 0,0-1-13 0,-7 0-8 15,-1-3-20-15,-3 2-50 0,-9-7-72 0,4 1-108 16,-4-2-264-16,-3-4-502 0,2-7 223 0</inkml:trace>
  <inkml:trace contextRef="#ctx0" brushRef="#br1" timeOffset="69807.97">4390 7570 181 0,'-3'-3'274'0,"3"-4"-6"0,-3 3-21 0,3 0 2 0,-1-4-13 16,-1 4-16-16,2 0-4 0,-1-3-18 0,1 2-13 16,0 5-15-16,1-4-12 0,-1 0-19 0,0 4-14 15,0-6-15-15,0 6-15 0,0 0-27 16,0 0-3-16,0 0-13 0,0 0-5 0,-1 18-5 0,2-1-6 0,-2 3-5 0,0 11 3 15,-1 1-6-15,1 2-7 0,0 0 0 0,-3 2-3 16,4 10 2-16,3-13 1 0,-3 0-2 16,0-3-9-16,1-1 2 0,0-4 3 0,-1-6-6 15,1-1 4-15,2-2 8 0,-3-3-11 0,1-1-3 0,-2-4 5 16,1-2-4-16,0 2 0 0,1-1 1 0,-1-5 0 16,0 3 0-16,0-5 1 0,-1 7-4 0,1-7 0 0,-1 2-8 15,1-2-32-15,0 0-13 0,0 0-28 0,0 0-31 16,0 0-30-16,-5-12-28 0,5 8-33 0,1-3-43 0,-1 3-222 15,1-5-499-15,3 4 221 0</inkml:trace>
  <inkml:trace contextRef="#ctx0" brushRef="#br1" timeOffset="70493.55">4882 7840 185 0,'-14'1'231'0,"4"1"-2"0,0-1-8 15,1 0 0 1,2-1-16-16,3 2-12 0,4-2-16 0,-9 1-14 16,6 0-4-16,3-1-26 0,-9 0-9 0,9 0-14 0,-4 4-6 15,4-4-6-15,0 0 2 0,0 0 2 0,0 0-16 16,0 0-5-16,0 0-5 0,-9 0-10 16,9 0-3-16,0 0-6 0,0 0-1 0,0 0-7 15,0 0 0-15,0 0-5 0,0 0 2 0,0 0-1 0,-1 3-1 16,1-3-5-16,0 0-3 0,0 0 0 0,0 0-8 0,0 0 2 15,0 0-4-15,0 0-1 0,0 0-5 0,0 0 3 16,0 0-7-16,0 0 4 0,0 0-11 0,0 0 4 16,0 0-3-16,0 0-3 0,0 0 4 0,0 0 1 0,0 0-5 15,0 0 4-15,0 0-2 0,0 0 11 16,0 0-8-16,0 0 0 0,0 0-3 0,0 0 0 16,0 0 4-16,0 0-1 0,0 0-1 0,0 0 6 0,0 0-5 0,0 0-1 15,0 0 0-15,0 0-6 0,0 0 7 0,0 0-3 16,0 0-1-16,0 0 1 0,0 0-4 0,0 0 3 15,0 0-6-15,0 0-1 0,0 0-1 0,0 0 6 16,0 0-2-16,0 0 3 0,0 0-6 0,-3 2 3 16,3-2 0-16,0 0 1 0,0 0 0 0,23-5-5 15,-6-1-2-15,11 2 8 16,5 0 2-16,4-3-7 0,4 2 2 0,9-3-5 16,6 1 0-16,-1-2 0 0,1 5-1 0,-2-2 6 15,-15 2 3-15,-4 0-4 0,-2 2 1 0,-2 1-5 16,-3 0 4-16,-9-1 0 0,-6 1-2 0,1-2 13 15,-5 3-14-15,-3 0 1 0,2-1-3 0,-2 1-2 16,-6 0 4-16,8-1-7 0,-8 1-6 0,5-2-9 16,-5 2-12-16,0 0-17 0,0 0-24 0,0 0-13 0,0 0-15 15,0 0-21-15,-19-3-18 0,19 3-27 0,-11 1-33 0,5-2-38 16,1 0-241-16,5 1-523 0,-11-2 232 0</inkml:trace>
  <inkml:trace contextRef="#ctx0" brushRef="#br1" timeOffset="71025.88">5582 7528 31 0,'0'0'256'0,"-4"-1"-13"0,4 1-10 0,0 0-17 0,0 0-16 16,0 0-18-16,0 0-18 0,0 0-20 15,8-6-11-15,-3 5-15 0,3 0-9 0,1 1-10 16,1 1-6-16,4-1-9 0,3 2-2 0,2 0-6 16,-1 2-3-16,0 3-6 15,-2-3-8-15,4 2-3 0,-1 5-3 0,-1-2-5 16,-2 4-2-16,1 1 3 0,-6 2-13 0,1-2-2 0,-1 4-1 15,-4-1-4-15,-5 3-2 0,2 9-4 16,-5-7-5-16,-7 6 4 0,-3-3-7 0,-1-3 1 16,-6 2-2-16,-4 1 1 0,2-4-4 0,-2 0 3 0,2-4-3 15,-2 3-3-15,0-6 0 0,0 2-3 0,6-5 1 16,-2-2 1-16,8-1 1 0,1-1 0 0,-1-1-5 0,2-1 0 16,3-1 3-16,1-1 8 0,0 1-8 0,-1-2 4 15,5-2 11-15,-5 4 4 0,5-4 6 0,0 0 11 16,5 4 6-16,4-3-5 0,0-1 9 0,4 0-9 15,6 0-4-15,-1-1-5 0,10 0 3 0,-1-2-5 16,-5 2-5-16,-1-2 0 0,1 3-2 0,-1-2-3 16,-1-1 5-16,-6 3-10 0,0 0-5 0,-5-1 0 0,-4 1 1 0,4-2 2 15,-9 2-3-15,9-1-10 0,-9 1-6 0,8-1-18 16,-8 1-3-16,5-2-21 0,-5 2-29 0,0 0-23 16,0 0-35-16,0 0-35 0,-22 0-37 15,12-1-40-15,-2-3-249 0,6 3-535 0,-4-3 237 16</inkml:trace>
  <inkml:trace contextRef="#ctx0" brushRef="#br1" timeOffset="71564.67">6036 7732 82 0,'4'-4'303'0,"-2"1"-30"15,2 0-26-15,3-1-22 0,-1 4-17 0,-1-3-21 16,0 3-17-16,3 0-16 0,0 0-16 0,3 3-13 16,-2 2-13-16,1 0-8 0,2 2-8 0,-5 2-5 15,4 3-1-15,-3 0-14 0,0 3-6 0,-3 1-4 16,-2-1-10-16,-3 3 0 0,-3 2 0 0,-1-2-12 16,-2 2 1-16,-4 3-7 15,1-4-2-15,-3-4-5 0,-4 6-7 0,3-7 4 16,-1 1-4-16,1-4-3 0,-2 1 0 0,6-4-3 15,-3 0 0-15,6-2 1 0,-2-1-4 0,3-1 1 16,1-1 22-16,3 0 36 0,-4-2 36 0,5-1 18 0,0 0-10 16,0 0-10-16,0 0-13 0,5-13-10 15,0 3-11-15,9-5-13 0,-1 1 1 0,6-6-9 16,-1-3-2-16,6-4-9 0,-1 2-4 0,11-11-7 0,-9 10-1 16,8-10-7-16,-10 11 3 0,3 0-4 0,-7 2-3 0,2 5 1 15,-10 4-1-15,-2 8-5 0,0-5 3 0,-1 6-3 16,-4-1 0-16,-1 0-3 0,0 3-5 0,0 2-11 15,-1-1-23-15,-2 2 1 0,0 0 2 16,0 0 4-16,-6 18 1 0,-3-10-4 0,-2 8 6 0,-1 2-5 16,-1 3 10-16,-1 4 4 0,1-3-5 0,3 0 3 0,1-4 1 15,4-1 0-15,-2 3 2 0,6-2 3 0,-2-1-11 16,6 0-4-16,1 1-1 0,0-7 1 0,1-1-12 16,5 0-6-16,3-4-8 0,1 0-17 0,8-2-13 0,-3-3-17 15,4 1-20-15,2-4-12 0,4 1-23 16,-8-4-31-16,6-2-28 0,-7-1-24 0,0-1-33 15,-5-3-207-15,2 1-509 16,-2-2 225-16</inkml:trace>
  <inkml:trace contextRef="#ctx0" brushRef="#br1" timeOffset="71880.27">6639 7715 49 0,'5'-22'212'0,"-1"3"13"0,-1 2 9 0,1 0 15 16,-2-1 7-16,-1 7 13 0,2-1 6 0,1 3 12 15,-4-2 8-15,2 5-7 0,2-2-10 0,-3 1-10 16,-2 5-26-16,2-2-27 0,2 0-22 0,-2-1-14 0,-1 2-24 0,0 3-19 15,1-4-22-15,-1 4-20 0,3-3-21 0,-3 3-25 16,0 0-5-16,0 0-8 0,5 11-12 0,-5-2-2 16,0 8-5-16,0 0 1 0,0 9-5 0,0 1 0 15,0 4 3-15,-1 1-3 0,-3-2-4 0,1 3 6 16,1-2-4-16,2 1-5 0,-4-4 3 0,4 1-4 16,0-2 0-16,0-2 2 15,0-6-9-15,0-4 9 0,1 3 2 0,-1-6 0 16,3 0 1-16,-3-2 8 0,1-5-11 0,-2 6 5 15,2-4-4-15,-1-2 3 0,0-1 11 0,1-2-8 16,-1-2 6-16,3 6 0 0,-2-4 2 0,3-1 1 16,-4-1-2-16,13 0 2 0,-13 0-2 0,13-3-9 15,-3 0-9-15,0-1-29 0,2-1-25 0,-2-1-46 16,4-1-31-16,-4-3-43 0,2 4-55 0,-5-3-63 0,2 1-74 0,3-8-272 16,-7 7-687-16,-1-2 305 0</inkml:trace>
  <inkml:trace contextRef="#ctx0" brushRef="#br1" timeOffset="72080.95">6585 7827 103 0,'0'0'291'0,"-6"2"-16"0,6-2-7 15,0 0-9-15,-5 0-3 0,5 0-12 0,0 0-18 16,-6 1-17-16,6-1-23 0,0 0-12 0,0 0-17 15,23-3-7-15,-2 0-30 16,11 0-20-16,0-3-42 0,5 2-57 0,3-3-60 16,1 2-85-16,11-5-87 0,-2 0-210 0,-14 4-477 15,1-2 211-15</inkml:trace>
  <inkml:trace contextRef="#ctx0" brushRef="#br1" timeOffset="72364.87">7227 7758 101 0,'-3'3'231'15,"3"-3"-11"-15,0 0-8 0,-6 2-8 0,6-2-18 0,0 0 2 16,0 0-11-16,0 0-14 0,0 0-10 0,0 0-9 15,0 0-4-15,0 0-11 0,14 2-12 16,-3-4-9-16,1 2-11 0,1-2-8 0,6-1-14 16,3 3-4-16,4-2-10 0,4-1-1 0,0 0-22 0,0-1-28 15,-4 2-36-15,-6-1-46 0,2 1-48 0,-3-4-61 16,-4 2-249-16,-2 3-464 0,-3-4 205 0</inkml:trace>
  <inkml:trace contextRef="#ctx0" brushRef="#br1" timeOffset="72596.64">7370 7589 197 0,'-4'-4'332'0,"-2"1"-6"0,6 0-12 15,-4 1 0-15,4 2-42 0,-1-5-26 0,1 5-23 32,-3-5-24-32,3 5-26 0,0 0-22 0,0 0-17 0,0 0-11 0,0 12-11 0,0 0-11 0,0 5-12 15,0 3-4-15,0 5-10 0,3 2-7 0,-3 1-7 16,1 4 3-16,-1-3-10 0,0 2-5 0,4-1-5 15,2-2-18-15,-2-1-32 16,1-4-25-16,-2-3-26 0,-2-2-40 0,3 0-41 16,1-2-46-16,0-6-61 0,0 0-268 0,2-3-555 15,2-2 246-15</inkml:trace>
  <inkml:trace contextRef="#ctx0" brushRef="#br1" timeOffset="72949.88">7890 7502 5 0,'1'-6'409'16,"2"0"-18"-16,-3 2-27 0,3 1-21 0,-2-1-20 16,-1 0-27-1,0 4-28-15,1-4-24 0,-1 4-26 0,1-4-25 0,-1 4-26 16,0 0-19-16,0 0-18 0,0 0-19 0,4 15-5 15,-4-2-12-15,2 2-11 0,-4 3-12 0,1 10 4 16,-2-2-9-16,2 3-10 0,0 3-10 16,-2-4 13-16,1 4-15 0,-2-2-14 0,1 0 2 0,-1-1-1 15,2-2-2-15,0-2-1 0,0-4-7 0,2-1 0 16,0-3 0-16,-1-2-5 0,1-4 7 0,1 1-4 0,-1-2 2 16,0-4-3-16,2 1-6 0,-2-1 4 0,2-3 11 0,-2 3-8 15,1-3 1-15,2-1 5 0,-2 4-2 0,2-5 1 16,0-1 7-16,3 1-3 0,3-1-5 15,2-1-1-15,0 0-14 0,7-5-28 0,0 1-43 16,1-3-33-16,2 0-59 0,-3-2-54 0,-3 1-59 0,9-6-86 16,-8 3-269-1,-2 0-674-15,-4-2 299 0</inkml:trace>
  <inkml:trace contextRef="#ctx0" brushRef="#br1" timeOffset="73166.34">7803 7768 205 0,'-2'0'329'0,"2"0"-5"16,-8 1-8-16,8-1-13 0,0 0-29 0,0 0-25 16,0 0-24-16,14-5-10 0,5-1-38 0,3 2-16 0,8-1-18 15,2 0-32-15,4-3-44 0,0 0-52 16,-4 0-65-16,3 0-87 0,-5 2-112 0,-2-2-198 0,2-1-484 0,-12 0 216 15</inkml:trace>
  <inkml:trace contextRef="#ctx0" brushRef="#br1" timeOffset="73551.42">8206 7318 280 0,'0'0'363'0,"-4"-2"-23"0,4 2-23 0,0 0-27 15,-4-3-23-15,4 3-21 0,0 0-23 0,0 0-27 16,0 0-18-16,0 0-20 0,0 0-21 0,0 0-17 0,18 9-12 16,-13-6-12-16,0 3-7 0,2-2-14 0,-1 3-9 15,-1 2 0-15,0 0-10 0,-1 0 1 0,0 0 2 16,-3 2-18-16,2 0-6 0,-3 0-2 0,0 0-2 15,-3 0-2-15,3 1-1 0,-1-2 1 0,-3 0-8 16,3-1-4-16,-2-2 6 0,-2-2-7 0,5 1-1 16,0-1-4-16,-1 0 18 15,1-3-18-15,-4 4 0 0,4-3-2 0,0-3 21 16,0 0-10-16,0 7 11 0,0-7 6 16,5 1 5-16,-5-1-4 0,9 0-3 0,3 0-1 15,1-2 1-15,4 2-10 0,1-5 1 0,0 2-13 0,-1-1-20 16,2 1-38-16,-1-1-36 0,2-1-42 0,-3-1-51 15,-6 1-75-15,2-1-85 0,-4-2-255 0,-3 1-636 16,2-2 281-16</inkml:trace>
  <inkml:trace contextRef="#ctx0" brushRef="#br1" timeOffset="73829.73">8581 7182 255 0,'2'-4'284'0,"-2"4"-27"0,0 0-30 16,0 0-21-16,0 0-23 0,0 0-17 0,10 12-12 15,-5 0-10-15,2 6-7 0,5 7-7 0,-2 5-3 16,8 12-1-16,-2 2 7 0,-5 7 0 0,2 0-4 16,-5 2 14-16,3 27-14 0,-7-27-5 0,-4 0 2 0,-4-1-14 15,-2 0-7-15,-4-5-6 0,-6-3-8 0,2-10-12 16,-5 9 6-16,-8-2-11 0,0-11-6 0,-11 3-3 15,-5-1-3-15,-1-2-21 0,-5-2-42 0,-5 0-51 16,-5-4-61-16,-27 8-92 0,22-12-118 0,-30 0-261 16,-1-5-631-16,3-4 279 0</inkml:trace>
  <inkml:trace contextRef="#ctx0" brushRef="#br1" timeOffset="74515.05">4076 7400 152 0,'0'-4'324'0,"0"4"-19"0,0-6-25 0,0 6-26 15,-3-1-26-15,3 1-28 0,0 0-12 0,0 0-33 16,-7 13-14-16,-2 2-18 0,-4 12-11 0,-1 7-12 15,-11 15-12-15,-3 32-9 0,0 0-6 0,4-4-6 16,6 4 3-16,4-24-18 0,5 1-5 0,5 0-5 16,8-3 11-16,4-2-12 15,6-3 6-15,5-2 1 0,12-5-3 0,8 2 7 16,7-3 0-16,32 4-7 0,5-12-16 0,8-11-37 16,3-10-60-16,4 0-90 0,-5-13-166 0,4-3-165 15,-5-9-530-15,-29 2 234 0</inkml:trace>
  <inkml:trace contextRef="#ctx0" brushRef="#br1" timeOffset="75522.53">8565 7004 153 0,'-5'-1'234'0,"5"1"-10"0,0 0-12 16,-8-3-9-16,8 3-19 0,-4-1-14 0,4 1-10 15,0 0-14-15,0 0-15 0,0 0-8 0,0 0-11 0,0 0-9 16,0 0-6-16,0 0-10 0,0 0-9 0,0 0-3 15,-5-3-5-15,5 3-4 0,0 0 5 0,0 0-11 0,0 0 1 16,0 0-6-16,0 0 2 16,0 0-5-16,0 0 6 0,0 0-15 0,0 0-1 15,0 0-1-15,0 0-2 0,0 0-2 0,0 0-2 16,0 0-4-16,0 0-3 0,0 0 0 0,0 0-6 0,0 0-2 0,0 0 1 0,0 0-3 16,0 0-1-16,0 0 7 0,22 6-2 0,-4-6 1 15,2-2 0-15,11 1-3 0,3-2-3 0,2 3-2 16,4-1-5-16,-1 1 6 0,0-1-6 0,-1-1 0 0,-2-1-1 15,-4 2 3-15,-3-1-3 0,-1 0-2 0,-7 0 1 16,-5 2-1-16,-3 0-1 0,-3 0-1 0,-2 0 2 16,2 0-1-1,-4 0 0-15,-2-3-3 0,-4 3 0 0,8 0-6 16,-8 0-10-16,0 0-16 0,5 0-25 16,-5 0-30-16,0 0-27 0,0 0-29 0,0 0-35 15,0 0-36-15,-14-7-276 0,14 7-529 0,-8-2 234 0</inkml:trace>
  <inkml:trace contextRef="#ctx0" brushRef="#br1" timeOffset="75818.3">9275 6804 191 0,'-5'-5'345'0,"5"-3"4"0,0 3-1 15,2-3-7-15,-2 4-6 0,-2 0 0 0,2-1-23 16,0 0-30-1,0 5-24-15,0-6-27 0,0 6-25 0,0 0-24 16,0-5-10-16,0 5-31 0,0 0-24 0,0 0-9 16,0 0-19-16,0 0-8 0,5 12-8 0,-5-4-8 15,1 2-7-15,2 7-6 0,-3 2 0 0,0 0-9 16,4 6-8-16,-7-4-1 0,7 2-7 0,-3-4 6 16,-1 0-6-16,3 1-2 0,-3-2-1 0,0-1-6 15,1-2-18-15,-1-3-13 0,0-1-3 0,0-2-9 0,3 1-29 0,-3-4-10 16,0 1-20-16,0-2-16 0,0-2-6 0,0 2-8 15,1-1-5-15,-1-1-8 0,0-3-28 0,-1 5-63 16,1-5-88-16,0 0-276 0,0 0-630 0,-7-10 279 16</inkml:trace>
  <inkml:trace contextRef="#ctx0" brushRef="#br1" timeOffset="76075.72">9564 6841 115 0,'3'-2'318'15,"-3"2"-18"-15,4-3-37 0,-4 3-26 0,0 0-18 32,0 0-16-32,0 0-14 0,-7 13-16 0,3-6-11 0,-5 8-15 15,-1 1-13-15,-4 4-2 0,-1 7-23 0,-1-1-8 0,1 0-12 16,2-1-7-16,-5 2-10 0,6-1-9 0,1-4 10 16,0 4-22-16,3-9-3 0,2 0-2 0,-3 0-5 15,3-1-5-15,2-5-3 0,0 1 5 16,0-3-13-16,0 1-8 0,1-3-3 0,2 0-13 0,-2-4-11 15,0 0-14-15,3 2-13 0,-1-1-14 0,1-4-19 16,-3 6-36-16,3-6-68 0,0 0-109 0,0 0-180 0,0 0-501 16,4-15 221-1</inkml:trace>
  <inkml:trace contextRef="#ctx0" brushRef="#br1" timeOffset="76488.53">9725 7013 318 0,'5'-2'349'0,"-1"0"-19"16,-4 2-41-16,5-3-32 0,-5 3-26 0,4-1-23 15,-4 1-22-15,0 0-23 0,10 6-14 0,-2-1-18 16,-2 2-15-16,-2 3 5 0,2-1-22 0,-3 3-9 16,1 5-6-16,0 1-5 0,-3 3-5 0,-2 3-7 15,0-1-6-15,-3-2-5 0,-3 3-1 0,1-6-12 0,-3-2 4 0,0 1-5 16,0-3 1-16,0 1-1 0,0-5-4 0,1-2 4 15,3 3-1-15,0-5-4 0,0-1 5 0,0 1 4 16,1-2 1-16,0-2 9 0,3 2 14 0,-3-2 22 16,4-2 14-16,0 3 8 0,0-3 14 0,0 0 5 15,0 0-3-15,0 0-6 0,0 0-9 0,0 0-16 16,0 0-7-16,19-3-18 16,-6 1-3-16,6-3-8 0,3 0-6 0,8 0-6 15,-1-1-4-15,3 0-6 0,3 1-6 0,3-1-5 16,-4 2 1-16,2 2-7 0,1-2-2 0,-6 1 0 15,-2 1-3-15,-7-1 2 0,-2 3-6 0,-7-3-2 16,1 3-1-16,-5 0-6 0,-3 0 10 0,2-1-5 16,-3 0 3-16,0-1 0 0,-5 2 3 0,8-1-2 0,-8 1-7 15,0 0-11-15,0 0-20 0,8 0-30 0,-8 0-69 0,0 0-86 16,0 0-91-16,0 0-101 0,-21-7-421 0,15 7-889 16,-3-5 394-16</inkml:trace>
  <inkml:trace contextRef="#ctx0" brushRef="#br1" timeOffset="77405">11174 7599 174 0,'0'0'232'0,"-6"-3"-8"0,6 3-13 0,0 0-5 16,-5-1-14-16,5 1-8 0,0 0-7 0,0 0-9 16,0 0-7-16,-3-3-3 0,3 3-15 15,0 0-13-15,0 0-9 0,0 0-15 0,0 0-6 0,12-3-16 16,-3 0-5-16,8-1-8 16,5 1-8-16,7 1-6 0,2-2-29 15,-2 3-33-15,-1-3-37 0,-2 1-39 0,-5 3-42 16,-1 0-52-16,-2 0-80 0,-4 0-143 0,-5-2-432 0,0 4 192 15</inkml:trace>
  <inkml:trace contextRef="#ctx0" brushRef="#br1" timeOffset="77574.5">11113 7835 36 0,'-4'4'218'0,"0"-3"-1"0,1 0-4 0,0 2-13 16,3-3-11-16,0 0-7 0,7 4-15 0,5-5-15 15,7-1-18-15,14 0-14 0,6-1-13 0,21-1-28 16,-1 0-42-16,2 2-68 0,1-6-87 0,1 3-199 0,-4 1-344 16,-7-2 152-16</inkml:trace>
  <inkml:trace contextRef="#ctx0" brushRef="#br1" timeOffset="78438.13">12614 7300 67 0,'-6'-1'199'0,"6"1"-12"15,0 0-13-15,-6-3-14 0,6 3-13 0,0 0-12 16,0 0-11 0,-7 0-11-16,7 0-6 0,0 0-6 0,0 0-6 15,0 0-4-15,0 0-5 0,0 0-6 0,0 0-7 16,0 0-5-16,0 0-5 0,0 0-4 0,0 0-4 0,17-2-4 16,-3-1-5-16,7-1-13 0,7-1-2 0,6 2-6 15,4-3 1-15,-1 0-4 0,3 2-4 0,12-2-2 16,-15 5-1-16,0-5-11 0,0 5-21 0,-3 0-17 15,-13-1-28-15,-1 2-50 0,0-2-23 0,-8 2-54 16,-4 1-132-16,-5-1-347 0,-3 0 154 0</inkml:trace>
  <inkml:trace contextRef="#ctx0" brushRef="#br1" timeOffset="78941.75">12607 7306 160 0,'-5'1'152'16,"5"-1"-20"-16,0 0-13 16,0 6-7-16,0-6-10 0,0 0 2 0,9 9 2 15,1-2-10-15,-1 2-10 0,3 2 1 0,6 0 1 16,5 6-11-16,4-3-1 0,-4 7-2 0,4-1-5 16,0 1-4-16,0 0-5 0,-2 5-5 0,-2 1-7 15,-1 2 4-15,-2-2-10 0,-3 6-5 0,-3-2 2 16,-4 3-10-16,-4-3 4 0,1 3-9 0,-7 1 1 15,-4-4-3-15,-2 1-4 0,-6 2 3 0,-2-4-5 0,-6 2-4 16,-1-3 3-16,-1 0-3 0,-3-2-4 0,1-1-1 0,-2-2 10 16,2-4-2-16,2 0 3 0,-1 0 2 0,0-2 2 15,2-3-1-15,3-2-1 0,2 0 0 0,5-3-3 16,0-1-4-16,0-2 4 0,5-1-1 0,-2 1-7 16,3-2 3-16,0 0-8 0,1-2 9 0,0-1 4 15,3 1 3-15,-2-1 7 0,3-2 7 0,-4 5 8 0,4-5 7 16,-2 3 1-16,2-3 8 0,0 0 5 0,0 0 5 15,0 0 9-15,10 2-3 0,3-2 0 0,5-3-6 0,11-3-7 16,3-1-3-16,7 2-13 0,18-6-1 0,3 3-5 16,4-4-3-16,30-3-6 0,-2 1 0 0,-25 7 8 15,26-7 0-15,-25 9-5 0,-5-2-4 16,-2 5 2-16,-6-4-8 0,-16 5-4 16,-3 1 0-16,-3-1-1 0,-6-2 1 0,-8 3-8 15,-6 0 4-15,0 0-3 0,-3 0-2 16,-3-1 2-16,-1 1-1 0,-6 0 1 0,8-2-9 15,-5 1-15-15,-3 1-31 0,0 0-29 0,0 0-41 0,-15-3-50 16,6 2-67-16,-1-2-323 0,1 0-600 0,-4-1 266 16</inkml:trace>
  <inkml:trace contextRef="#ctx0" brushRef="#br1" timeOffset="80078.48">14296 7315 168 0,'1'-7'199'0,"2"1"-9"0,-1 0 15 0,2 0-6 15,-4 1-6-15,3-2 0 0,-1 2-14 0,3-1-6 16,-2 2-8-16,-2 1-14 16,2 0-15-16,-1-1-9 0,-2 4-13 0,3-3-13 15,-3 3-15-15,0 0-14 0,0 0-10 0,0 0-11 16,5 10-3-16,-4-3-3 0,1 9-5 0,-2 3-3 15,-3 7-4-15,-1 3-1 0,0 3-6 0,2 2-3 16,-5 1 0-16,2 13-2 0,0-1 1 0,-1 0-3 16,-2-12 4-16,4 1-7 0,-1 11 1 0,-2-16-5 15,4 2 4-15,3-2-4 0,-4-4 1 0,1 1-3 0,3-9 1 0,0 0-3 16,3-2 3-16,-6-6-2 0,6 0-2 0,-6-2 3 16,3-1 14-16,0-2 7 0,3 0 4 0,-3-2 3 15,0-1 2-15,0 1 3 0,0-4 3 0,5 4-6 16,4-4 1-16,-9 0-4 0,14-4-7 0,-1-2-21 15,6-1-33-15,1 2-48 0,0-2-46 0,-2-2-74 16,7-4-82-16,-9 4-233 16,0-3-550-16,-2 1 243 0</inkml:trace>
  <inkml:trace contextRef="#ctx0" brushRef="#br1" timeOffset="80441.77">13943 7690 151 0,'-4'1'209'0,"4"-1"-14"0,-6 2-11 15,6-2-16-15,-6 1-17 0,6-1-14 0,0 0-12 0,0 0-8 16,0 0-6-16,0 0 2 0,0 0-9 0,25 1-9 16,-8-3-14-16,6-1-5 0,6-5-4 0,3 3-13 15,4 0-5-15,1 0-3 0,13-5-7 16,3 4-1-16,-13 0-5 0,-3 0-6 0,3 1-1 0,-5 3-4 16,-5-2-1-16,-3 1-6 0,-7 1-2 0,-1 1-4 0,-6 0-4 15,0 0 4-15,-7-1-8 0,2 2-2 0,-3-1-3 16,-5 1-1-16,6-2-5 0,-6 2-9 0,0 0-20 0,0 0-20 15,0 0-27-15,-15-4-32 0,7 1-30 0,2 2-62 16,-3-2-117-16,1 1-350 0,2-1 155 16</inkml:trace>
  <inkml:trace contextRef="#ctx0" brushRef="#br1" timeOffset="80929.39">14701 7210 98 0,'0'0'303'15,"1"-4"-23"-15,-1 4-24 0,3-4-23 0,-3 4-27 0,0 0-25 0,0 0-18 16,0 0-17-16,0 0-15 0,0 0-14 0,0 0-15 16,6 15-10-16,-6-8-10 0,0 5-2 0,0-2-8 15,0 6-10-15,0 0-2 0,-5 1-8 0,5 1-5 16,-4 0-4-16,0 0-5 0,3 1 0 0,-3-1-3 16,3-4-3-16,-3-2-5 0,4-1 0 0,0-2-4 15,0 0-1-15,0-4-2 16,0 1 9-16,-2-2-12 0,2 1 19 15,0-5 23-15,-2 5 30 0,2-5 22 0,0 0-7 0,0 0-15 16,0 0-2-16,13-10-10 0,-5 3 1 0,-2-1-14 16,3-1-8-16,0 0-8 0,4-3 0 0,0 1-14 15,-7 2 1-15,4 3-3 0,-1-2-4 0,-2 1-12 16,-2 3 16-16,0-2-16 0,1 2-4 0,1 0-2 16,-1 3-13-16,-1 1-1 0,-5 0-14 0,18 2-15 0,-8 2-14 15,2 1-17-15,-1 4-14 0,3-2-16 0,2 5-36 16,-4 1-39-16,6-1-59 0,-4 0-101 0,3-2-184 15,-3 2-556-15,0-3 246 0</inkml:trace>
  <inkml:trace contextRef="#ctx0" brushRef="#br1" timeOffset="81264.67">15368 7275 92 0,'0'-5'305'0,"0"0"-19"16,0 0-21-16,0 2-33 16,0 3-19-16,0-7-26 0,0 7-18 0,0 0-20 15,0 0-17-15,0 0-15 0,0 0-12 0,10 20-12 16,-10-8-10-16,4 5-10 0,-3 1 2 0,2 7-9 16,-2 3-6-16,-1 1-6 0,-1 1-3 0,-2 4-3 15,3-1-7-15,0 2-6 0,-4 2 3 0,3-3-3 16,0-2-5-16,-3-3-1 0,4-2-4 0,0-6 1 0,0-3-4 15,0 2-1-15,0-8-5 0,-1-2-1 0,2 0 0 0,-2-3-2 16,1 0 3-16,0-2 3 0,0-1 0 0,0-1-6 16,0 2-1-16,0-5-4 0,0 0-17 0,0 0-35 15,0 0-36-15,0 0-36 0,-17-12-33 0,13 2-41 16,-1-1-70-16,0-3-150 0,0-2-443 0,1-10 197 16</inkml:trace>
  <inkml:trace contextRef="#ctx0" brushRef="#br1" timeOffset="81580.77">15328 7052 202 0,'-4'-5'252'0,"3"-2"-15"0,-1 5-14 16,-1-1-25-16,-1 2-21 0,4 1-20 0,-1-6-15 0,1 6-18 15,-2-3-15-15,2 3-6 0,0 0-9 0,0 0-15 16,15 7-5-16,-5-5-4 0,1 2-4 0,6 5-5 15,2-3-4-15,8 3 1 0,0 1-5 0,0 4-3 16,1 0-6-16,3 1-1 0,-2 2-3 0,-2 1-2 16,-3 2-6-16,-2-2 0 0,-5 1-6 0,-5-5-5 0,-3 4-3 15,-2-1-2-15,-4-1-1 0,-4 2 1 0,-1-2-4 0,-6 0 1 16,-10 2-2-16,-4 2-1 0,-2-3 1 0,-3-1 0 31,-4-1-2-31,1 1-3 0,-2-3 4 0,-1-1 4 16,1 0-8-16,1-3-1 0,0 2 2 0,3-2-4 0,-1 0 2 0,2-2-2 0,8 0 5 0,2-1-8 31,-2-1 2-31,10-1-26 0,0 3-34 0,-1-3-39 16,5-2-24-16,1 2-47 0,4 0-267 0,0-4-470 0,0 0 209 0</inkml:trace>
  <inkml:trace contextRef="#ctx0" brushRef="#br1" timeOffset="82159.77">15779 7686 82 0,'0'0'324'0,"0"0"-19"0,0 0-23 0,0 0-24 15,0 0-26-15,0 0-21 0,0 0-16 0,0 0-29 16,0 0-22-16,0 0-15 0,0 0-13 0,0 0-9 16,4 8-17-16,-4 0-6 0,0-2-12 0,-1 4-6 0,1 0-9 15,0 3-4-15,-4 0-5 0,2 4-3 0,0 1-6 16,0-1 0-16,-2 1-7 0,0 2-2 0,4-2-1 0,-2-1-6 15,-1-2-1-15,3-3 2 0,-1-2-9 16,1 2 6-16,-2-6-2 0,2 2-4 0,0-4 3 16,0 1 36-16,0 0 28 0,0-5 33 0,2 4 30 0,-2-4 14 15,0 0-21 1,0 0-14-16,10-8-9 0,-2 1-14 0,-1-2 1 16,2 1-12-16,1-4-5 0,2-1-13 0,-2-1-3 15,3-1-10-15,-3 1-5 0,3-2-4 0,-3 2-7 16,3 3-3-16,-4 2-3 0,-3 1-5 0,-2 2-2 0,1 3-4 15,-1-1-1-15,-1 0-10 0,-1 2 0 16,1 0-15-16,-3 2-7 0,0 0-5 0,12 5-5 16,-9-1-2-16,1 2-1 0,1 2 5 0,0 3 4 0,0 1 2 0,0 0-2 15,-1-2-4-15,1 2 1 0,-1 0-26 0,0 0-22 16,1-2-27-16,-4 1-22 0,3-2-24 0,1 0-20 16,-5-4-19-16,1 2-13 0,-1-1-13 0,-1-2-41 15,1-1-80-15,0-3-247 0,0 0-614 0,0 0 271 16</inkml:trace>
  <inkml:trace contextRef="#ctx0" brushRef="#br1" timeOffset="82645.32">16321 7322 132 0,'4'-2'234'0,"2"0"-20"16,0 1-21-16,-6 1-15 0,14 3-8 0,-7-1-10 16,1 4-15-16,1 1-13 0,0 1-13 0,0 2-8 0,-3 3-15 15,4-2-2-15,-6 5-10 0,0-1-4 0,-1 4-10 16,-1-2-6-16,-4 0-5 0,-2 0-5 0,1 0-4 0,-7-2-5 15,1-1-4-15,3-2 1 0,-6 2-5 0,1-4-3 16,2 0 0-16,1-3-1 0,0-2 0 16,2 0 12-16,0-2 13 0,2 1 22 0,-1-2 18 15,1 1 11-15,4-3 8 0,0 0 4 16,0 0 3-16,-5-9-15 0,5 2-6 16,1 1-4-16,2-1-13 0,3-5-10 0,-1 4-5 15,1-3-11-15,3-4 20 0,0 4-12 0,-1 0-8 16,0 1-3-16,-2 0-1 0,2 2-6 0,-2 1-2 0,-1 3-6 15,-1-1-2-15,1 0-6 0,-5 1-9 0,4 1-5 16,-1 2-6-16,-3 1 9 0,0 0-15 16,8 0-6-16,-8 0-10 0,9 5-3 0,-5-1-9 0,1 3 7 0,4 0-8 0,-5 3-7 15,5-2-11-15,-4 2-19 0,3 1-5 16,2 1-33-16,-5-3-26 0,4 3-20 0,-1 0-34 16,-2-4-40-16,2 0-68 0,-4-4-287 0,1-2-618 15,-1-1 273-15</inkml:trace>
  <inkml:trace contextRef="#ctx0" brushRef="#br1" timeOffset="82861.45">16721 7288 66 0,'3'-1'271'0,"-3"1"-25"0,5-1-24 0,-5 1-14 16,8 4-14-16,-2 1-13 0,0 2-12 0,2 2-12 0,1 3-7 15,1 4-10-15,0 2-9 0,-2-1-10 0,2 9-7 16,-1 1-9-16,-2-4-7 0,-2 5-10 0,-3-3-7 16,2 1-10-16,-8 2-12 0,0-3-25 0,-1 0-21 15,-5-3-32-15,-1-5-43 0,-1 0-54 0,-3-3-65 16,-3-2-243-16,0-6-459 0,-1 1 203 0</inkml:trace>
  <inkml:trace contextRef="#ctx0" brushRef="#br1" timeOffset="83145.75">16426 7048 98 0,'-17'-3'247'15,"-2"5"-21"-15,-2 3-20 0,-8 4-16 0,0 7-17 16,1 3-21-16,-13 14-15 0,3 5-15 0,3 5-10 16,2 3-10-16,0 0-9 0,10-1-12 0,-3 4-9 0,16-17-6 15,0 1 1-15,3 2-7 0,10 2 9 0,3-2 8 0,16 8 5 16,9-4-4-16,10-4-4 0,12-5-4 0,7-6-39 16,36 4-70-16,-8-7-110 0,3-9-268 15,-28-9-450-15,-1-3 199 0</inkml:trace>
  <inkml:trace contextRef="#ctx0" brushRef="#br1" timeOffset="84116.76">12820 8682 51 0,'0'-4'305'0,"0"4"-10"16,0-9-8-16,-1 6-9 0,1 3-21 0,0-5-19 15,0 5-26-15,0 0-15 0,0-4-21 0,0 4-23 16,0 0-18-16,0 0-18 0,0 0-15 0,0 0-4 16,0 0-12-16,0 0-11 0,1 14-7 0,-1-3-3 0,0 0-5 0,-1 1-11 31,-2 7-16-31,-2-3-6 0,5 2-1 0,-5 2-3 0,1-1-4 15,0 3 3-15,-2-3-2 0,1-2-6 0,-2-1 1 16,6-5 1-16,-3 1-1 0,3-5-2 0,-3 0 0 16,1-2-3-16,3-3 7 0,-1 2-2 0,1 0 20 15,0-4 25-15,-2 7 23 0,2-7 39 0,0 0 18 16,0 0-16-16,0 0-10 0,0 0-11 0,10-15-3 16,-5 8-14-16,0-3-8 0,3 1-13 0,1-6-4 15,0 1-13-15,-2 4 6 0,2 0-9 0,-2 1 1 16,0-1-12-16,0 3-4 0,-2 1 0 0,0 0-6 15,-1 1 1-15,0 2-13 0,-2-1-6 0,1 1-6 0,-3 3 0 16,6-1-4-16,-6 1-13 0,12 4-10 0,-7 0-8 16,4 1-6-16,-1 4-12 0,0-2-10 0,1 2-10 0,0 0-1 15,5 4-29-15,-1 1-29 0,-3-2-29 0,3 0-32 16,0 0-45-16,1-2-83 0,-4-5-278 0,2 2-649 0,-1-5 288 16</inkml:trace>
  <inkml:trace contextRef="#ctx0" brushRef="#br1" timeOffset="84301.8">13378 8773 332 0,'4'-5'377'16,"-4"1"-19"-16,0-1-31 0,1-1-36 0,2 2-23 0,0 1-28 15,3-2-36-15,-1 0-18 0,5-1-35 16,3 1-44-16,6 0-40 0,-2 0-41 0,2 1-57 0,3 0-59 0,-4 2-74 15,1 0-87-15,-1-1-149 0,-6 1-433 0,0 1 192 16</inkml:trace>
  <inkml:trace contextRef="#ctx0" brushRef="#br1" timeOffset="84471">13446 8890 88 0,'-4'3'194'0,"4"0"-3"16,0-3 5-16,0 0 5 0,7 3-13 0,-1-1-22 15,11-4-11-15,2 1-17 0,10-3-14 0,6 0-23 16,-1 0-37-16,3-2-33 0,13-2-54 0,3 0-26 16,0 1-42-16,-16-1-188 0,0-1-303 0,3 1 134 15</inkml:trace>
  <inkml:trace contextRef="#ctx0" brushRef="#br1" timeOffset="84750.95">14157 8683 109 0,'-7'2'245'0,"7"-2"-25"0,-14 3-18 0,7-1-16 0,-5 4-15 0,3 2-21 0,-5 1-13 15,4 3-16-15,-2 3-11 0,2-2-13 16,1 2-7-16,0-1-5 0,4-2-12 0,3 0 3 16,-1 0 9-16,3 1-4 0,3-1 6 0,4-1 7 0,2-3 15 15,5 2 7-15,4-3 5 0,4-2-3 0,7-3-8 16,3-4-3-16,-1-3 1 0,-1-3-10 0,1-3 11 15,-2 0-13 1,-3-3 5-16,-9 4-3 0,0-4-2 0,-5 0-4 0,1-3 5 16,-8-3-21-16,-1 1-9 0,-3-5-10 15,-6 5-14-15,-8-4-10 0,-1 0 4 0,-5 3-35 16,-4 3-23-16,-3 3-31 0,-4 2-35 0,-6 3-42 16,-1 5-55-16,-15 3-55 0,13 2-88 0,-2-2-219 0,3 2-590 15,1 3 261-15</inkml:trace>
  <inkml:trace contextRef="#ctx0" brushRef="#br1" timeOffset="85835.23">13101 6946 75 0,'0'0'247'0,"-5"-3"-17"0,5 3-13 15,0 0-17-15,0 0-14 0,-1-4-14 0,1 4-19 16,0 0-14-16,0 0-13 0,0 0-10 0,-3-3-14 0,3 3-7 0,0 0 6 16,0 0 10-16,0 0 6 0,-1-5 6 0,1 5-12 15,-1-4-5-15,1-2-12 0,0 6-9 0,0-11-7 16,0 4 5-16,1-4-2 0,-2 1 2 15,2-4-2-15,-1-2 10 0,0 0 7 0,0 0-14 0,0-1-4 16,1 0-12-16,1 1 2 0,0-2-6 0,-1 1-6 16,2 2 1-16,-3 3-7 0,0 0 3 0,1 4-5 0,-2 2-7 15,1-1-1-15,0 2-5 0,-3-2-15 0,2 4-5 0,-3-2-11 16,-1 4-11-16,-7 1 1 0,-4 7-2 0,-8 2 5 16,-7 5-8-16,-1 4 3 0,-13 5 2 15,-3 6-1-15,3-1 3 0,-5 3 1 0,-1 2-4 16,0-1 6-16,-1 1 1 0,-2 0-1 0,1-2-4 0,4-2-2 15,2-1 8 1,12-12 0-16,3 1-9 0,4-1-2 0,2-4 11 16,10-2-5-16,3-6 2 0,3 1 9 0,3-2 6 15,1-1 15-15,0 1 48 0,0-3-2 0,6 0-5 0,-5-8-4 16,7-4-7-16,-1 5-8 0,7-8-4 0,0-1-11 16,1-1 2-16,7-7-7 0,0 2-8 15,2-2-4-15,0 5 5 0,-4 4-7 0,-1 2-2 16,2 2-6-16,-2 1-5 0,1 2 9 0,1-2-13 0,-3 6-11 0,6 3 4 15,2 1-1-15,0 3 8 0,1 2-7 0,7 5 4 16,4 3-5-16,3 1-32 0,-1 3-47 0,0-1-56 16,0 4-63-16,-1-3-90 0,-1-1-404 0,-4 2-757 0,-2-11 335 15</inkml:trace>
  <inkml:trace contextRef="#ctx0" brushRef="#br1" timeOffset="94667.93">3113 10372 25 0,'-1'-10'279'0,"-1"3"2"0,-1-4-9 16,2 7-18-16,0-2-13 0,1 2-16 0,-2 0-20 15,2 4-25-15,-1-7-14 0,1 7-22 0,-1-5-24 16,1 5-34-16,0 0-34 0,0 0-4 0,0 0-6 16,-1 14-4-16,1-2-5 0,1 8-4 0,-1 5-9 15,0 2 3-15,-3 3-1 0,2-3-9 0,-2 4 6 0,2-3-7 16,0 2 0-16,-2-1 3 0,2 1-2 0,0-4-2 16,-1 0 6-16,1-6-12 0,0 1-14 0,-4-3-15 0,4 0-23 15,-3-3-21-15,1 0-18 0,-2-1-43 16,0-3-39-16,-3-2-228 0,1-2-428 0,-1-5 190 15</inkml:trace>
  <inkml:trace contextRef="#ctx0" brushRef="#br1" timeOffset="95021.75">2878 10278 185 0,'0'0'260'0,"-1"-6"-26"0,1 6-24 0,0-4-25 0,0 4-21 16,0 0-21-16,8 0-12 0,2 4-15 0,1 1-10 16,8 1-11-16,6 5-8 0,3 4-8 0,0-2-8 15,3 5-4-15,0-1-13 0,1 4-4 0,-2 1-1 16,1 0-7-16,-6 2-1 0,1 1-7 0,-7 4-4 16,-1-5-3-16,-5 3-8 0,-3 1-3 0,-4 0-3 15,-6 1-4 1,-6 2 1-16,-4-4-1 0,-7 2 0 0,-3-3-2 15,-6-1 2-15,-2-2-3 0,2-1 0 0,-3 1-3 0,1-4 0 16,0-1 0-16,1-3 1 0,-1-1-3 0,5-3 3 16,5-1-2-16,0-3 1 0,7-3 0 0,-1 2-1 15,5-4 1-15,0 1 0 0,1-1-5 16,3 0 1-16,-2 0-2 0,5-2-22 0,0 0-33 16,0 0-30-16,18-11-27 0,1 0-11 0,8-1-23 0,0-1-44 0,2-3-116 15,6 1-333-15,11-8 149 0</inkml:trace>
  <inkml:trace contextRef="#ctx0" brushRef="#br1" timeOffset="95238.13">3500 10679 73 0,'12'-7'254'0,"-4"0"7"0,2 2 13 16,-2 0 6-16,-1 2 1 0,-3-1-3 15,1 1 3-15,-1 1-5 16,-1-1-17-16,1 1-17 0,-1-1-21 0,-3 3-16 16,3-2-22-16,-3 2-15 0,0 0-18 0,5-3-16 15,-5 3-23-15,0 0-22 0,0 0-27 0,0 0-23 16,0 0-15-16,0 0-23 0,7 5 1 0,-7-5-3 15,2 8-5-15,-1-1 4 0,1-2-5 0,-2 5 0 0,1-1-6 0,0 2-2 16,1-1 0-16,-2 2-13 0,2-1-15 0,-4 1-12 16,0 1-12-16,0-1-17 0,-1 0-18 0,-1-3-20 15,-1 1-27-15,-3 0-31 0,1-3-39 0,-2 0-55 16,-4-2-187-16,0-2-497 0,0-2 221 0</inkml:trace>
  <inkml:trace contextRef="#ctx0" brushRef="#br1" timeOffset="95391.66">3416 10511 235 0,'0'-11'323'16,"0"0"-3"-16,0 0-13 0,0 5-12 0,3 1-33 16,-3-2-18-16,-3 2-28 0,6 1-22 0,-3 4-33 15,0-7-40-15,1 5-48 0,-1 2-56 0,0 0-20 16,8 0-25-16,-8 0-26 0,14 7-30 0,-4-2-43 16,2 2-49-16,-2-1-207 0,4 1-415 0,3 2 184 15</inkml:trace>
  <inkml:trace contextRef="#ctx0" brushRef="#br1" timeOffset="95792.66">4100 10272 278 0,'3'-12'360'15,"-2"1"-10"-15,4 2 5 0,-5-2-20 0,3 6-12 16,-1-3-27-16,-2 3-26 0,3 1-19 0,-3 0-39 15,0 4-19-15,-3-6-24 0,3 6-32 0,3-4-31 16,-3 0-52-16,0 4-41 0,0 0-7 0,1 11-1 16,-1 3-7-16,-1 11 4 0,-4 6-4 0,-3 4 2 0,3 15-1 15,-3 2 1 1,3-3-3-16,-4 5 6 0,0-2-8 0,4 3 11 16,1-3-6-16,4 1 2 0,-2-6 3 0,4-14-1 15,-2 1 0-15,0-2 3 0,4-3-11 0,-3-2 9 16,3-8-3-16,-4-1 1 0,0-2-3 0,0-4 7 15,0-4-2-15,1 0 16 0,-1-1-13 0,-1-2 4 16,1 1 3-16,0-1 7 0,0-3 0 0,0-2-4 16,-13 0 13-16,2-1-17 0,1-1 2 0,-7-6-7 0,2 3 2 0,-3-1 0 15,2-1-2-15,4 1-1 0,-5-3-4 0,1 2 7 16,0 0-6-16,2 2 1 0,4-2-3 0,1 4-2 16,-4-2-12-16,4 0-19 0,0 1-25 0,3 1-31 15,-2-1-43-15,3 2-52 0,1-3-72 0,-4 2-292 16,7-2-588-16,-2-2 261 0</inkml:trace>
  <inkml:trace contextRef="#ctx0" brushRef="#br1" timeOffset="96059.72">3862 10657 29 0,'0'0'275'0,"0"0"-19"15,0 0-20-15,0 0-17 0,-5 0-24 0,5 0-16 16,0 0-19-16,0 0-16 0,0 0-12 0,0 0-9 16,36-2-13-16,-13-3-9 0,12 0-12 0,0 0-6 15,19-5-12-15,-17 4-6 0,4 0-4 0,-7 2-9 0,0-3-3 16,-6 2-6-16,-9 0-10 0,-5 5-2 16,-4-1-5-16,2-1-7 0,-6 2-4 0,1-2-2 0,-4 0-4 15,-3 2-1-15,3-2-3 0,-3 2-1 0,0 0 1 16,0 0-7-16,-22 0-7 0,9 0-13 0,3 1-20 15,0 2-20-15,-2-1-36 0,6-2-26 0,0 0-34 16,-3 0-230 0,2-4-419-16,7 4 186 0</inkml:trace>
  <inkml:trace contextRef="#ctx0" brushRef="#br1" timeOffset="96458.57">4542 10203 75 0,'3'-10'375'0,"-2"1"2"0,3 1-6 0,-4 3-10 15,1 0-28-15,-1 0-32 0,0 1-28 0,3 1-31 16,-3 3-28-16,1-5-30 0,-1 5-28 0,0-5-51 16,0 5-45-16,0 0-21 0,0 0-7 0,4 20 4 15,-3-3-8-15,-1 9-5 0,-1 8 2 0,0 14-4 16,1 2-3-16,-3 2-1 0,-1-1 0 0,3-3-3 15,-3 4-2 1,4-4 1-16,0 0-6 0,-1-14 6 0,2 1-3 16,-1-3-2-16,0 1 0 0,0-5 2 0,0-2-1 0,-4-6 1 15,4-3-4-15,-1-1-2 0,-4-4 7 0,5-6-3 16,-4 3-3-16,4-1 2 0,-1-3 6 0,-3 0-7 16,-4-1 5-16,-1-3-3 0,-3 1-3 15,-3 0 3-15,-4-4-4 0,0-1-1 0,4 1 6 16,-4-3-3-16,4-2 3 0,-1 1 4 0,4-1-1 0,2 3 7 0,0-2 2 15,1 0 5-15,0 0-16 0,0-1-15 0,4-1-24 16,0 4-28-16,1-6-53 0,0 2-79 0,4-5-108 16,0 3-259-16,4 1-602 0,1-8 267 0</inkml:trace>
  <inkml:trace contextRef="#ctx0" brushRef="#br1" timeOffset="96774.17">4294 10539 63 0,'-1'3'282'16,"1"-3"-25"-16,-5 0-19 0,5 0-20 0,0 0-13 15,0 0-21-15,0 0-21 0,0 0-8 0,0 0-20 16,18 2-13-16,1-3-10 0,14-2-11 0,7-3-8 15,15-4-11-15,2 1-9 0,0 1-10 0,-3-2-2 16,-1 1-9-16,-15 2-3 0,-3-1-3 0,-6 2-4 16,-7 1-1-16,-3 2 10 0,-6-1 13 0,-3 3 8 0,1-2 6 15,-3 1 17-15,-1 0-15 0,-4 2-4 0,4 0-5 16,-7 0-10-16,0 0-13 0,0 0-11 0,0 0-23 0,0 0-20 16,-18-3-29-16,18 3-32 0,-21 3-42 0,12 0-51 15,0 1-60-15,-2-1-279 0,2 0-538 0,3-1 238 16</inkml:trace>
  <inkml:trace contextRef="#ctx0" brushRef="#br1" timeOffset="97457.25">4937 10747 326 0,'0'0'470'0,"0"0"-24"15,0 0-40-15,5 0-37 0,-5 0-38 0,0 0-33 16,1-4-29-16,-1 4-36 0,0 0-61 0,3-2-111 16,-3 2-117-16,9-3-123 0,2 0-346 0,2 3-568 15,5-5 252-15</inkml:trace>
  <inkml:trace contextRef="#ctx0" brushRef="#br1" timeOffset="98511.97">5742 10614 146 0,'0'-5'303'0,"0"0"2"0,1-2-7 0,-1 2-12 31,2 1-8-31,-2 4-14 0,1-9-19 0,0 7-28 16,1-1-23-16,-2 3-22 0,2-6-21 0,-2 6-26 15,2-3-23-15,-2 3-33 0,0 0-14 0,0 0-6 16,0 0-5-16,8 14-4 0,-8-8-9 0,1 5-4 0,-1-2-6 0,2 3-4 16,-2 0-1-16,0 3-3 0,0 1-1 0,-2 0 3 15,2 0-2-15,0-2-1 0,0-3-1 0,-1 0 5 16,1-1-8-16,1-2 1 0,-2-2 0 0,1-1-1 15,0-1 1-15,0-1 0 0,0 2 6 0,0-5 15 16,0 0 23-16,1 5 28 0,-1-5 22 0,0 0-11 16,0 0-5-16,0 0-8 0,10-12-9 0,-8 6-5 0,2-1-8 15,2-1-3-15,-2-3 2 0,1 3-13 0,0-2-7 0,3 1 1 16,-4 4-13-16,2-1 4 0,-2 0-8 0,0 3-6 16,-2 2-5-16,1-3-2 0,2 3-7 0,-1-2-2 15,-4 3-10-15,10 0-1 0,-5 3 1 0,3-2-9 16,0 6 3-16,-1-3 7 0,3 1-7 0,-1 2 7 15,2 3-2 1,1 2 6-16,-3-6-3 0,5 6 3 0,-5-4 1 16,0 0 4-16,1-1 0 0,-2 0 7 0,0-2-1 0,-3-2 11 15,1 1-13-15,-2-2 18 0,1 1 4 0,-1-2 14 16,0 0 18-16,-4-1 10 0,14-5 14 16,-9 1 11-16,3-3 11 0,-3 0 1 0,0-3 2 0,0 0 1 15,0 0 0-15,2 0 2 0,-5-4-10 0,2 2-9 16,0 0-5-16,-3-5-7 0,3 2-7 0,-1-2-5 0,-1 5-4 15,-2 2-3-15,3-1-28 0,-2 4-4 0,0-4-3 0,-1 4-3 16,0 4-1-16,0-1-2 0,0 0-9 0,0 0 6 16,0 4-14-16,0-6-18 0,0 6-29 0,0-4-31 15,0 4-42-15,3-6-42 0,-3 6-29 0,0 0-56 16,0 0-43-16,0 0-16 0,0 0 6 0,0 0-33 16,-14 12-81-16,9-8-216 0,-2 1-682 0,2-2 302 0</inkml:trace>
  <inkml:trace contextRef="#ctx0" brushRef="#br1" timeOffset="98777.76">6381 10669 323 0,'0'0'407'0,"0"0"-10"0,0 0-14 0,0 0-16 0,4 3-30 0,-4-3-36 15,0 0-30-15,0 0-25 0,0 0-23 0,0 0-23 16,0 0-24-16,0 0-32 0,0 0-38 0,4 2-52 16,-4-2-55-16,0 0-60 0,0 0-53 0,0 0-60 0,0 0-60 31,0 0-94-31,0 0-177 0,10-5-545 0,-10 5 242 0</inkml:trace>
  <inkml:trace contextRef="#ctx0" brushRef="#br1" timeOffset="99191.51">6615 10512 190 0,'1'-2'438'0,"-1"-3"-24"0,0 5-37 0,3-4-37 0,-2 0-25 16,-1 4-37-16,4-3-24 0,-4 3-26 0,5-1-30 15,-5 1-12-15,11 1-34 0,-3 2-24 0,1 0-14 16,1 0-18-16,0 4-18 0,3 2-6 0,4 1-8 16,-7 3-15-16,4 0-10 15,-1-3 8-15,-4 5-20 0,1-1-2 0,-1 4-4 16,-1-4-8-16,-1 3 19 0,-3 0-28 0,0 1-1 15,-1-2-4-15,-2-3-6 0,0-3 3 0,-1 0-2 16,0-5 4-16,0 1-4 0,0 0 6 0,0-3 2 16,1-1 7-16,-1 3 16 0,0-5 36 0,0 0 37 15,0 5 44-15,0-5 2 0,0 0-14 0,0 0 2 16,0-16-11-16,-1 5-5 0,4 3-11 0,-2-6-11 0,2 2-11 0,-1-5-5 16,3 0-5-16,0-2-13 0,0 2-10 0,2 0-8 15,-3 0-13-15,2 2-12 0,-1 1-17 0,1 5-36 16,-2-3-51-16,4 2-67 0,-3 2-71 0,0 0-71 15,4 2-67-15,-5 4-96 0,2-3-233 0,2 5-749 16,-4-2 332-16</inkml:trace>
  <inkml:trace contextRef="#ctx0" brushRef="#br1" timeOffset="99355.93">7131 10686 85 0,'0'0'458'0,"0"0"-5"15,0 0-24 1,0 0-35-16,0 0-37 0,0 0-36 0,0 0-35 16,0 0-31-16,0 0-40 0,0 0-81 0,12-10-72 15,-10 6-70-15,6 1-72 0,-3 1-74 0,3-5-98 0,-2 4-241 0,-1-2-534 0,0 0 237 16</inkml:trace>
  <inkml:trace contextRef="#ctx0" brushRef="#br1" timeOffset="99713.43">7491 10288 209 0,'3'-7'435'0,"-2"1"-7"0,1 1-22 16,-1 0-29-16,0 1-38 15,0-1-35-15,1 3-24 0,-1-1-38 0,-1 3-39 16,3-3-26-16,-3 3-38 0,0 0-21 0,0 0-31 15,0 0-13-15,8 17-15 0,-4-5-11 0,1 4-10 16,-1 5-12-16,-3 4 6 0,3 2-10 0,-4 2-4 16,3 3-9-16,-3-4 5 0,0 3-3 0,-4-2 5 15,5-1-6-15,-2 0-3 0,1-2 1 0,0-9-5 16,0-1 4-16,0 1 3 0,1-2-5 0,-1 1 2 0,0-5 2 0,3-4-5 16,-3-2 7-16,0 4-2 0,0-5 1 0,1 0-4 15,-1 1 8-15,2 0-1 0,0-3-3 0,-2-2 2 16,1 2 5-16,-1-2 8 0,0 0-10 0,4 6-2 15,-4-6 3-15,5 1-2 0,3-1-19 0,-8 0-21 16,14-2-37-16,-1-3-45 0,0 2-56 0,-1-2-63 16,5-5-108-16,1 2-238 0,-3-5-621 0,0 1 274 0</inkml:trace>
  <inkml:trace contextRef="#ctx0" brushRef="#br1" timeOffset="99863.25">7415 10592 34 0,'-5'2'289'0,"0"-2"-17"0,1 2-9 0,4-2-1 16,-7 0-8-16,7 0-22 0,0 0-23 0,0 0-11 0,0 0-29 15,27-6-15-15,0 1-21 0,9-1-27 0,2-1-58 16,17-3-68-16,-1-1-99 0,-1 0-295 0,4-3-449 16,-1 2 198-16</inkml:trace>
  <inkml:trace contextRef="#ctx0" brushRef="#br1" timeOffset="100297.74">8736 10031 85 0,'3'-5'349'0,"-1"0"-11"15,1-1-10-15,-1 2-9 0,0 0-19 0,-1-1-24 16,1 3-25-16,-2 2-31 0,3-6-24 0,-2 5-23 0,-1 1-19 0,0 0-21 16,0 0-17-16,6 7-15 0,-2 2-8 0,-1 3-10 15,1 5-12-15,1 6-12 0,-2 5 16 0,0 1-6 16,0 4-9-16,-2 1-7 0,2 12-3 15,-6-12-1-15,2 1-6 0,0-1-5 0,-1-2-7 0,1 0 0 16,0-1-3-16,0-3-13 0,-1-2 6 0,2-7 0 16,0-2 0-16,0 0 8 0,2-4-12 0,-2-2-5 0,1-1-2 15,0-2 3-15,-1-4 2 0,0 4-3 0,1-4 6 0,1-1-1 16,-2 1 19-16,1 1 3 0,-1-5 11 0,1 4-2 16,-1-4-6-16,6 1-2 0,-6-1-4 15,13-1-3-15,-4 0-18 0,4-4-20 0,-3 1-49 0,8-2-44 16,0-1-53-16,-1-1-64 0,2-3-77 0,4-1-362 15,0-2-707 1,-2-4 314-16</inkml:trace>
  <inkml:trace contextRef="#ctx0" brushRef="#br1" timeOffset="100479.43">8700 10372 205 0,'-6'2'334'0,"2"-2"-9"0,4 0-19 0,0 0-32 16,0 0-21-16,0 0-24 0,32-8-25 0,-1 2-18 16,1 1-20-16,20-3-30 0,-1 1-51 0,0 0-63 15,-10 4-98-15,11-8-145 0,-16 3-184 0,-1 2-439 16,-7-3 194-16</inkml:trace>
  <inkml:trace contextRef="#ctx0" brushRef="#br1" timeOffset="101298.96">4542 12641 70 0,'0'0'319'0,"0"0"-17"0,0 0-23 0,0 0-11 16,0 0-34-16,0 0-24 0,0-7-20 0,0 7-19 15,9-5-20-15,3 1-13 0,-1 1-15 0,7-4-22 0,2 2-36 16,1 0-54-16,-1 1-61 0,2 1-81 0,-2-2-107 15,1 1-132 1,-2-1-399-16,-1 1 177 0</inkml:trace>
  <inkml:trace contextRef="#ctx0" brushRef="#br1" timeOffset="101461.78">4602 12840 72 0,'-1'4'151'0,"-4"-1"-7"15,5 0 0-15,0 0 3 0,0-3-5 0,6 4-11 16,3-2-10-16,3-2-14 0,7-2-33 0,0-2-56 16,2 1-98-16,0-4-116 0,6-1-211 0,-9 1 94 15</inkml:trace>
  <inkml:trace contextRef="#ctx0" brushRef="#br1" timeOffset="101878.93">4812 12466 222 0,'-4'-6'323'0,"2"1"-21"0,-1 4-29 0,2-3-26 15,1 4-28-15,-3-7-21 0,3 7-23 0,-3-2-22 16,3 2-19-16,0 0-14 0,0 0-15 0,0 0-9 0,12 17-11 16,-2-3-9-16,-1 1 0 0,1 2-15 0,7 1 5 0,3 3-20 15,0 0-5-15,0-1-2 0,-2 1-5 0,5-1-3 16,-4-3-2-16,-3-1-3 0,0-3-3 0,-1 0 1 15,1 0-3-15,-3-1-14 0,-1-2-16 16,-1-3-1-16,-4 1-5 0,1 1-13 0,-3-2 5 16,0-2-2-16,-2 2-5 15,-3 1 2-15,1 2 7 0,-4 1-4 0,-2 3 12 16,-6 2 1-16,2 0 3 0,-7 6 4 0,-1 0-3 16,-1 2 1-16,0-2 2 0,-1 2 2 0,-2 5 5 15,2-2-4-15,-3-2-1 0,6 1 1 0,-1 3-2 0,2-5-1 16,3 2 0-16,2-9 4 0,2 0-6 0,1-4 5 15,0 2-3-15,3-3 1 0,-2-5 2 0,3 0 8 16,1-2-3-16,-2-1 5 0,3 1 23 0,1-2 16 0,-3 1 15 16,3-4 7-16,-2 4 7 0,2-4 2 0,0 4-4 15,0-4-7-15,0 0-7 0,0 4-4 0,0-4-10 16,0 0-14-16,0 0-31 0,0 0-58 0,0 0-75 16,0 0-99-16,0 0-308 0,0 0-584 0,1-16 259 15</inkml:trace>
  <inkml:trace contextRef="#ctx0" brushRef="#br1" timeOffset="103319.89">6226 12840 160 0,'-9'3'212'0,"2"-3"-15"16,-1 1 1-16,3-1-13 0,5 0-14 0,-8 1-13 16,8-1-14-16,-6 0-15 0,6 0-17 0,0 0-8 15,0 0-7-15,0 0-12 0,0 0-7 0,19-3-10 0,-15 1-4 16,2 1-9-16,-6 1-5 0,8-2-3 0,-8 2-1 15,9-2 0-15,-9 2 1 0,5 0 2 0,-5 0 3 16,6-1-4-16,-6 1-3 0,0 0 2 0,0 0-2 0,0 0 0 16,8-1-2-16,-8 1-3 0,0 0 1 15,0 0-4-15,0 0-6 0,0 0 0 0,0 0 0 0,0 0-7 16,0 0-3-16,0 0 0 0,0 0-3 0,0 0-1 16,0 0-2-16,0 0-3 0,0 0 0 0,4-3 8 15,-4 3 0-15,0 0 2 0,0 0 1 0,0 0 6 16,0 0-3-1,0 0 1-15,0 0-4 0,0 0 1 0,0 0-6 0,0 0-2 16,0 0 0-16,0 0-4 0,0 0 3 0,0 0-4 16,0 0-3-16,0 0 4 0,0 0-4 15,0 0-2-15,0 0 0 0,0 0-1 0,0 0 2 16,0 0-1-16,0 0-2 0,0 0-4 0,0 0 7 0,0 0-4 16,0 0 2-16,0 0 0 0,0 0 0 0,0 0-3 15,0 0-1-15,0 0-3 0,0 0 6 0,0 0-1 0,0 0 0 16,0 0-1-16,0 0-1 0,0 0 2 0,0 0-2 15,0 0 0-15,0 0-2 0,0 0 0 0,0 0 1 16,0 0 2-16,0 0-3 0,0 0 3 0,0 0-7 16,0 0 4-16,0 0 1 0,0 0 3 0,0 0 0 15,0 0 2-15,0 0-5 0,0 0 3 0,0 0 1 16,0 0 1-16,0 0-1 0,0 0 0 0,0 0-3 0,0 0 2 0,0 0-2 16,0 0 0-16,0 0 0 0,0 0-3 0,0 0-4 15,0 0 4-15,0 0-1 0,0 0 0 0,0 0 1 16,0 0-1-16,0 0 3 0,0 0-5 0,0 0 2 15,0 0 0-15,5 4 2 0,-5-4 5 0,9 0-1 16,1-1-3-16,3 1 3 0,9-3 0 0,6 1 3 16,4 0-2-16,0-2-3 15,1 0 1-15,3-1-1 0,2 2 2 0,-1-1 1 16,-2 2 2-16,-3-4-6 0,-2 4 6 0,-7 0-4 16,-5 0-2-16,0 1 1 0,-8 1 0 0,3-2 1 15,-5 2 5-15,-3 0-17 0,0-2-2 0,-5 2-7 16,9 0-8-16,-9 0-13 0,0 0-17 0,0 0-19 15,0 0-20-15,0 0-21 0,-22 5-23 0,16-5-37 16,-2 1-30-16,2 0-238 0,-2-1-482 0,-1-1 214 0</inkml:trace>
  <inkml:trace contextRef="#ctx0" brushRef="#br1" timeOffset="103605.28">7011 12535 101 0,'3'-10'341'15,"-2"-2"-12"-15,1 3-5 0,0-3-12 0,-1 7-13 16,0-5-23-16,1 5-26 0,-1 4-22 0,-1-6-28 0,1 3-15 16,-1 4-23-16,1-5-30 0,-1 3-36 0,0 2-20 15,0 0-7-15,0 0-11 0,7 17-3 0,-5-7-12 0,-1 8-2 16,2 2-8-16,0 4-2 0,-1 1-1 0,-1 4-7 15,-1-3 2-15,2 3-2 0,-1-3 2 0,0-6-8 0,1 3-1 16,-1-5-9-16,0-1-16 0,1 0-27 16,-2 0-22-16,1-2-31 0,-4-1-25 0,1-2-28 15,0 0-28-15,0-4-51 0,-2 1-274 0,0-1-536 16,0-1 237-16</inkml:trace>
  <inkml:trace contextRef="#ctx0" brushRef="#br1" timeOffset="104005.97">6757 13046 15 0,'-8'3'241'0,"6"-2"-10"0,-5 2-1 0,7-3-2 15,-4 2-5-15,4-2-2 0,0 0-15 0,-6 0-12 16,6 0-14-16,0 0-18 0,0 0-20 0,0 0-14 15,0 0-6-15,0 0-17 0,0 0-11 0,-9 0-8 16,9 0-8-16,0 0-10 0,0 0-4 0,0 0-5 0,0 0-8 0,0 0-8 16,0 0 1-16,0 0-6 0,0 0-4 0,0 0 1 15,0 0-7-15,0 0 19 0,0 0-20 0,0 0-1 16,0 0-5-16,0 0-3 0,26-6 2 16,-7 1 6-16,7-1-14 0,4 0 4 0,4 2-5 15,6-2 2-15,10-4-3 0,3 2-1 0,-3-1 0 0,4-1-1 16,-4 1 0-1,-14 1-7-15,-2 3 4 0,-1 1-1 0,-2-4 0 16,-11 7 3-16,-3-3-2 0,-2 1-2 0,-6 2 2 16,-1 1-3-16,1-3 0 0,-4 3 0 0,0-2-10 0,-5 2-11 15,0 0-7-15,0 0-10 0,0 0-24 16,-9 7-33-16,-2-2-44 0,-6 2-50 0,-2-2-42 16,2 0-251-16,-2 4-519 0,3-4 230 0</inkml:trace>
  <inkml:trace contextRef="#ctx0" brushRef="#br1" timeOffset="104522.96">7080 13211 151 0,'-4'2'260'0,"4"-2"-27"0,0 0-24 0,0 0-24 16,0 4-14-16,0-4-1 0,7 4-6 16,0 0-10-16,2-1-16 0,1 1-15 0,3 1-12 15,0 1-12-15,-4 1-11 0,1 1-10 0,-1-2-8 0,0 5-8 16,-3-2-8-16,2 2-4 0,-4 0-5 0,-2 0-7 0,0 1-2 16,-2 5-1-16,-3-5-3 0,-2 5-5 0,-3-1 0 15,-2-2-2-15,1 2 0 0,0-2-2 0,-1 1-3 16,-3-3 0-16,3-2 2 0,1-1 5 15,0 0-11-15,0 0-2 0,-1-3-4 0,2 1 7 0,3-2-3 0,0 0 0 16,-1-2 6-16,2 1-11 0,1 0 1 0,-1-3-4 16,2 2 7-16,2-3 7 0,-4 2 14 0,4-2 14 15,-3 3 21-15,3-3 14 0,0 0-10 0,-2 3 4 16,2-3-1 0,0 0 3-16,0 0 2 0,0 0-15 0,18-4-2 15,1 0-3-15,10-4-8 0,6 1-3 0,19-3-2 16,-6 1-4-16,-8 2-4 0,11-1-5 0,0-1 3 0,-13 3-7 15,1 0 1-15,-5 1-10 0,-1 2 4 0,-2-1-13 16,0 0 5-16,-13 3 6 0,1 1-9 0,-8-3-2 16,-1 1 1-16,-2 4 1 0,-3-4 13 0,0 1 12 15,-5 1 4-15,9-1 7 0,-9 1-3 0,7-1-6 16,-7 1-7-16,0 0-7 0,0 0-14 0,0 0-33 16,2-3-59-16,-2 3-57 0,0 0-76 0,-21 3-93 0,8-3-373 15,0 0-734-15,1-2 326 0</inkml:trace>
  <inkml:trace contextRef="#ctx0" brushRef="#br1" timeOffset="109145.3">8708 12321 88 0,'2'-4'222'0,"1"0"-3"16,-3 4-8-16,3-5-8 0,-1 2-9 0,-2 3-11 0,1-4-11 15,-1 4-16-15,0 0-9 0,2-5-20 0,-2 5-16 16,0 0-5-16,0 0-23 0,0 0-16 0,0 0-8 15,0 0-5-15,-11 12-7 0,1 2-4 0,-5 3-3 16,-2 7-6-16,-3 3-5 0,-10 13-12 0,11-10 0 16,-6 11-3-16,9-7-2 0,0-3-5 0,4 2 2 15,3-1 0-15,1 2-4 0,1-2 1 0,6 0 0 16,2-3 1-16,3 0 1 0,6-3 2 0,3-1-1 16,3-4-1-16,5-2-8 0,5-3-19 0,4-2-43 0,1-4-57 0,6-3-89 15,-5-6-181-15,3 0-421 0,-4-2 187 0</inkml:trace>
  <inkml:trace contextRef="#ctx0" brushRef="#br1" timeOffset="109515.51">8969 12545 108 0,'-2'-5'333'0,"2"0"-10"15,2 2-17-15,-2 3-16 0,0-7-22 0,0 4-27 16,0 3-23-16,0-4-22 0,0 4-13 0,0 0-40 15,2-5-27-15,-2 5-19 0,0 0-16 0,0 0-13 0,1 14-3 0,-1-5-10 16,2 2-4-16,-1 3-6 0,0 3-2 0,0 1-2 16,2-1-7-16,-2 1-3 0,-1 2 1 0,3-3-6 15,1-1-6-15,-3 0-26 0,2-2-12 0,-2-2-10 16,2 0-12-16,-2-1-22 0,0 0-21 0,0 1-25 16,2-5-24-16,-2 3-21 0,0-5-49 0,-2-1-229 15,2 2-466-15,2-4 206 16</inkml:trace>
  <inkml:trace contextRef="#ctx0" brushRef="#br1" timeOffset="109979.19">9392 12673 163 0,'-5'2'166'0,"-1"-1"-17"0,6-1-12 16,-9 0-13-16,9 0-9 0,-8 2-15 0,5 0-4 0,3-2-13 15,-5 0-14-15,5 0-4 0,0 0-2 0,-8 2-13 16,8-2-6-16,0 0-1 0,0 0-2 15,0 0-4-15,-5 1 1 0,5-1-2 0,0 0 4 16,0 0 4-16,0 0 4 0,0 0 0 0,0 0-3 0,0 0 3 16,0 0-1-16,0 0 0 0,0 0 2 0,0 0 1 0,0 0-1 15,0 0 7-15,0 0 2 0,0 0-2 0,0 0 1 16,0 0-9-16,0 0 3 0,0 0 1 0,0 0 2 16,23-5-2-16,-10 4-2 0,7-3-2 0,8 2-6 0,4-3 1 15,1 0 7-15,6 2 0 0,-2-4-4 0,1 3-4 16,-1 0-2-16,-4 3-6 0,-2-2-2 15,0 1 5-15,-12-4-14 0,1 5-1 0,-8 0-1 0,2-2-1 0,-5 3-2 16,0-1-4-16,-3 1-7 0,-1-3-10 0,-5 3-8 16,9 0-17-16,-9 0-16 0,0 0-19 0,0 0-34 15,0 0-39-15,0 0-42 0,0 0-61 0,0 0-171 16,-24 3-444-16,24-3 196 0</inkml:trace>
  <inkml:trace contextRef="#ctx0" brushRef="#br1" timeOffset="110417.61">9960 12407 105 0,'0'0'244'0,"-4"-2"-24"16,4 2-24-16,0 0-17 0,0 0-20 0,0 0-15 16,0 0-14-16,0 0-11 0,21 0-6 0,-15 3-10 15,7 1-5-15,1 0-11 16,3 2-4-16,2 2-2 0,-1-1-16 0,-2 2-5 16,0 0-8-16,-4 0-3 0,1 3-8 15,1 1-1-15,-6 2-10 0,1-1-1 0,-3 1-7 16,-5 2-5-16,-1 0 0 0,-1 2-6 0,-8 4 1 0,-3-1-3 15,1-2 0-15,-8 0-1 0,-4-1 2 0,3 0-4 16,-3-4 2-16,5-5-1 0,1 2-2 0,-2-3-2 16,1 2 1-16,4-2-2 0,5-4 2 0,-4 2-4 0,4-3 6 15,3-2-3-15,2 2-1 0,-3 0 1 0,4-1 9 0,3-3 5 16,-8 1 2-16,8-1 10 0,0 0 4 16,0 0-3-16,22 5-1 0,-12-5-4 0,12-1-2 15,-4-2-3-15,10 1-23 16,-5 2-47-16,-1-6-67 0,7 1-91 0,-2-1-201 0,-7-2-444 0,2 1 197 15</inkml:trace>
  <inkml:trace contextRef="#ctx0" brushRef="#br1" timeOffset="110918.99">10438 12504 174 0,'0'0'225'0,"0"0"-22"15,0 0-19-15,0 0-21 0,0 0-14 0,17 11-15 16,-11-7-18-16,0 4-8 0,0 0-4 0,-1 4-17 0,-1-2-5 16,-2 2-10-16,1 5-8 0,-1-2-7 0,-1 4-5 0,-6-5-5 15,3 3-4 1,-3 0-1-16,-2-2-6 0,0-1-4 0,-2-2-2 15,2-2-3-15,0 1-3 0,0-2 0 0,1 0-1 0,1-3-3 16,0-2-3-16,1 1-1 0,0 0-1 0,3-1 18 16,-2-1 24-16,3-3 26 0,-4 5 32 15,4-5 14-15,0 0 6 0,0 0-6 0,0 0-19 16,0 0-14-16,17-14-8 0,-2 3 2 0,-1 2-20 0,4-3-8 16,3-5-6-16,2 2-10 0,0-2 4 0,0 0-12 15,-3 3 0-15,-2 2-4 0,-4 0-6 0,-1 4-2 16,-3 1-1-16,0 0-3 0,-3 4 1 0,-2-2-6 15,-1 1-15-15,1 1-10 0,-4 1-15 0,-1 2-9 0,0 0-1 16,0 0 5-16,0 0 2 0,-5 12 2 16,-2-3 1-16,0 1 2 0,-3 5 3 0,1-8 0 0,2 5 2 0,-7 3-1 15,9-2 3-15,-3 0 0 0,7-1 1 0,-4-1 6 16,2 0-3-16,6 1-5 0,-3 0 4 0,5-2-1 16,4 0-4-16,0-2-19 0,9 1-22 0,1-3-35 15,3 1-37-15,6-4-36 0,0-1-31 0,5-3-30 16,-2-4-220-16,1-2-483 0,0 1 214 0</inkml:trace>
  <inkml:trace contextRef="#ctx0" brushRef="#br1" timeOffset="111197.31">11059 12663 17 0,'18'-24'151'0,"-3"1"-4"15,-3-2 13-15,-1 4 19 0,-4 3 20 0,0 1 23 16,-2 0 7-16,1 4 12 0,-3 0-4 0,1 1 2 0,-1 2-7 16,-2-2-8-16,2 2 3 0,-2 3-7 0,1 0-16 15,0 2-22-15,-1 1-13 0,-1 0-22 0,0-1-11 16,0 3-23-16,0 2-22 0,1-4-20 0,-1 4-36 15,3-5-22-15,-3 5-7 0,0 0-3 0,-3 12 2 16,2-3-2-16,-4 3-6 0,1 5 5 0,-1 3 11 16,-3 6-12-16,1 3-5 0,0-2 1 0,1 0 0 15,0 2-2-15,0 0 4 0,2-3-4 0,-2 1 4 16,4-7-5-16,0-1 2 0,1 1 6 0,0-2-5 0,1-6 8 16,0 0-3-16,1 0 3 0,-2-2-10 0,2-3 21 0,0 0-8 15,1-1-4-15,0-1 4 0,-2-1 8 0,3-1 7 16,-1 0-6-16,2 0 2 0,0 0-1 0,2-3 0 15,0 2-18-15,2-2-13 0,-8 0-23 0,17-4-40 16,-6 0-60-16,0 1-75 0,4-4-94 0,-5-2-272 16,3-2-625-16,-4 2 278 0</inkml:trace>
  <inkml:trace contextRef="#ctx0" brushRef="#br1" timeOffset="111457.71">10963 12695 47 0,'-4'2'337'0,"4"-2"-3"0,-5 1 9 0,5-1-8 16,0 0-9-16,0 0-33 0,0 0-36 0,0 0-26 31,16-9-31-31,4 3-51 0,10-1-73 0,7-3-76 0,0 2-101 16,15-7-139-16,-1 1-192 0,-5-2-467 0,-6 4 208 15</inkml:trace>
  <inkml:trace contextRef="#ctx0" brushRef="#br1" timeOffset="111951.24">11715 12661 112 0,'0'0'198'16,"-3"2"-7"-16,3-2-12 0,-4 3-11 0,4-3-12 15,0 0-4-15,0 0-8 0,0 0 0 0,-5 2-3 16,5-2-12-16,0 0 0 0,0 0-3 0,0 0-1 15,0 0-6-15,0 0-1 0,0 0 4 0,0 0-13 16,0 0-4-16,0 0-5 0,0 0-6 0,0 0-2 16,0 0-4-16,0 0-5 0,0 0 3 0,0 0-5 0,0 0 1 15,0 0 0-15,0 0-2 0,0 0-8 0,0 0 10 0,0 0-14 16,0 0-9-16,0 0-2 0,17-7-4 0,-7 5-6 16,9-1-6-16,3 1-6 0,7-5-10 0,4 3 18 15,3 0-12-15,4-4-8 0,-2 2-4 16,2 3-2-16,-2-6-2 0,-2 4-20 0,-3 0-12 0,-1-2-18 15,-10 4-20 1,-3-2-26-16,-6 1-21 0,-1 0-21 0,-5 2-30 16,-3-2-52-16,-2-1-83 0,-7 0-239 0,-1 1-570 15,-8-2 252-15</inkml:trace>
  <inkml:trace contextRef="#ctx0" brushRef="#br1" timeOffset="112198.53">11882 12475 2 0,'0'0'338'0,"0"-3"-1"16,-2-1-12-16,2 4 2 0,0 0-1 0,0-6-4 16,0 6-33-16,0 0-23 0,-3-4-26 0,3 4-25 15,0 0-30-15,0 0-21 0,0 0-26 0,0 0-29 16,0 0-15-16,0 0-18 0,5 13-5 0,-4-5-11 16,3 5-10-16,-3 4-6 0,2 0-1 0,-2 7-10 15,0 2-1-15,2-2-5 0,2 1-1 0,-1 4-4 16,0-11-38-16,0 2-17 0,2 3-33 0,-1-4-39 15,-1-2-30-15,1 2-38 0,-1-2-37 0,3-6-88 16,-4-1-224-16,4-3-564 0,-1 1 251 0</inkml:trace>
  <inkml:trace contextRef="#ctx0" brushRef="#br1" timeOffset="112552.88">12540 12365 43 0,'1'-4'362'0,"2"-1"-26"0,-3 3-28 16,0 2-26-16,0-6-20 0,0 6-31 0,4-2-20 0,-4 2-33 15,0 0-18 1,0 0-16-16,0 0-20 0,6 12-17 0,-5-5-6 15,3 3-8-15,-5 5-12 0,2 2-16 0,-1 2-2 16,3 5-7-16,-3 1-6 0,-3 4-6 0,3-3-2 0,0-1-4 16,0 1-2-16,-4-7-6 0,7 2 2 0,-3-3-7 15,1-2-2-15,-1 0-4 0,0-3 2 16,0 0-3-16,3-3-3 0,-2-2-2 0,-1-1 6 16,0 1-5-16,4-4 3 0,-3 3 1 0,2-2 2 0,-2-1 1 15,4 1-3-15,4-1-4 0,-4-1-6 0,2 1-13 16,-1 0-18-16,1-2-24 0,0 1-33 0,1-3-43 0,-1 0-56 15,2-3-77-15,2-2-253 0,-4-3-550 0,1 0 244 0</inkml:trace>
  <inkml:trace contextRef="#ctx0" brushRef="#br1" timeOffset="112737.76">12437 12627 215 0,'-4'2'359'0,"4"-2"-19"0,0 0-22 16,0 0-36-16,0 0-21 0,0 0-34 15,18-8-25-15,1 2-22 0,10 0-17 0,-2 2-41 16,6-1-41-16,-1 1-47 0,1-1-53 0,-1-2-69 0,3 2-88 0,-4-2-242 16,-2-1-451-16,-6 3 200 0</inkml:trace>
  <inkml:trace contextRef="#ctx0" brushRef="#br1" timeOffset="113169.57">12748 12238 150 0,'0'-3'333'0,"3"-2"-15"15,-3 5-13-15,0-4-21 0,1 1-22 0,-1 3-20 16,8-4-25-16,-2 3-15 0,-2 1-27 0,5-2-9 16,-4 2-15-16,8 0-12 0,-3 2-14 0,2-1-8 15,-1 3-11-15,-1 0-14 0,1 1-10 0,0 0-10 16,-3 3-15-16,0 0-9 0,-2 3-7 0,0 0-6 0,-2 1-7 15,-3 0-8-15,1-1-2 0,-4 1-2 0,-2 5-3 0,1-5-3 16,-5 1-1-16,2 0-3 0,1-3 4 0,-2 1-2 16,2-2-1-16,-1-2-2 0,2-2-3 0,-1 0 1 15,2-3 7-15,1 3-4 0,-1-2 4 0,2 1-5 16,1-4 4-16,-3 3 4 0,3-3-4 0,0 0 4 16,0 0-1-1,9 2 0-15,0-2-11 0,4 0-19 0,4 0-36 16,2 0-50-16,-1-2-55 0,2-2-72 0,0 0-337 15,1-3-616-15,-2 1 273 0</inkml:trace>
  <inkml:trace contextRef="#ctx0" brushRef="#br1" timeOffset="113470.71">13104 12039 143 0,'0'0'223'0,"0"0"-20"15,0 0-16 1,10 14-17-16,-1-1-15 0,2 6-9 0,2 6-11 16,2 8-9-16,3 13-5 0,1 5-9 0,-2 2 0 15,-3 5-9-15,-1 2-5 0,-3-1-3 0,-4 1-7 16,-4-3-5-16,-7-2-7 0,-8-2-6 0,0-4-4 15,-6-1-5-15,-6-3-7 0,0-4-4 0,-6-3-3 16,5-12-4-16,-11 10-6 0,0 1-3 0,-7-8-4 0,2 2-14 16,-7-5-59-16,3 3-63 0,2-11-82 0,-6-2-237 15,-6-4-460-15,19-5 204 0</inkml:trace>
  <inkml:trace contextRef="#ctx0" brushRef="#br1" timeOffset="114619.19">13030 11872 139 0,'0'0'189'16,"-7"3"-4"-16,7-3-3 0,0 0 1 0,-9 0-4 0,9 0-5 0,-1 2-5 16,1-2-9-16,0 0-11 0,0 0-7 15,0 0-18-15,0 0-6 0,0 0-7 0,0 0-9 0,0 0-2 16,0 0-9-16,0 0-4 0,0 0-2 0,0 0-11 15,0 0 1-15,0 0-9 0,0 0-8 0,0 0-5 16,0 0 4-16,0 0-15 0,0 0-3 16,0 0-5-16,0 0-3 0,0 0-3 15,0 0-5-15,0 0-1 0,0 0-5 0,0 0 0 16,0 0-2-16,0 0 1 0,0 0-3 16,0 0-3-16,-9 2-3 0,9-2 5 0,0 0-10 15,0 0 5-15,0 0 1 0,0 0-2 0,0 0 2 0,0 0-1 16,0 0-2-16,0 0 1 0,0 0 0 0,0 0-5 15,0 0 6-15,0 0 0 0,0 0 4 0,0 0-2 16,0 0 0-16,0 0 3 0,0 0-7 0,0 0 1 0,0 0 2 16,0 0 0-16,0 0-5 0,0 0 14 0,0 0-10 15,0 0-2-15,19 1-1 0,-6-4-4 0,6 3 8 16,1 0 2-16,9-2-4 0,1-1 2 0,2 0-2 16,0 1 4-16,0-3-5 0,4 1 0 0,-3 1 3 15,-2-2 2-15,0 2-2 0,-9 2 4 0,0-5 3 0,-5 3-4 16,-3 2 5-16,-4-1 4 0,-1-1 0 0,1 2-3 0,-3 0 5 15,-2-2-2-15,0 3-1 0,-5 0-7 0,6-1 10 16,-6 1-21-16,0 0-15 0,9 0-13 0,-9 0-19 16,0 0-22-16,0 0-16 0,0 0-17 0,4 1-18 15,-4-1-16-15,0 0-37 0,0 0-33 0,-9 10-54 16,9-10-177-16,-4 2-472 0,4-2 209 0</inkml:trace>
  <inkml:trace contextRef="#ctx0" brushRef="#br1" timeOffset="114925.57">13630 11667 234 0,'0'-3'328'0,"1"-3"5"0,-1 1-16 15,3 2-9-15,-3-1-2 0,1 0-32 0,2 1-32 0,-2-1-20 16,-1 4-19-16,0 0-32 0,0-3-7 0,0 3-18 15,4-3-32-15,-4 3-23 0,0 0-22 0,0 0-13 16,0 0-11-16,1 11-12 0,-1-4-3 0,4 5-3 16,-8 0-7-1,8 4-3-15,-3 2 3 0,-1 3-5 0,0-1 2 16,3 3-3-16,-3-2 0 0,0-3-1 0,1 0-2 16,0 2 1-16,-1-2 0 0,3-2-5 0,-2-3-7 15,-1-2-19-15,0 0-19 0,-1-2-15 0,1 2-18 16,0-3-25-16,-4 0-30 0,4-1-32 0,-4-1-35 0,4-1-74 15,-6-2-211-15,3-2-517 0,3-1 229 0</inkml:trace>
  <inkml:trace contextRef="#ctx0" brushRef="#br1" timeOffset="115225.63">13947 11764 30 0,'0'0'355'0,"1"-5"-32"0,-1 5-29 0,0 0-27 16,5-2-32-16,-5 2-25 0,0 0-26 0,0 0-16 0,-2 15-21 31,-3-5-12-31,-2 5-16 0,0 2-13 0,-5 7-13 0,-2 0-3 16,4 1-12-16,-3-1-7 0,-1 0-8 0,0 0-8 16,3 0-7-16,4-7 0 0,-2 0-5 0,0-3-7 15,2 1-5-15,0-1 7 0,3-3-10 0,-2-2-1 16,2-3-4-16,2 0-1 0,-1 0-2 0,0-2-1 15,2 1 1-15,-1-2-6 0,0 1 0 0,2-1-3 16,0-3-7-16,-4 4-7 0,4-4-11 0,-1 4-16 16,1-4-25-16,0 0-27 0,-4 1-36 0,4-1-51 0,0 0-84 15,0 0-205-15,0 0-496 0,0 0 220 16</inkml:trace>
  <inkml:trace contextRef="#ctx0" brushRef="#br1" timeOffset="115641.43">14028 11938 313 0,'0'0'309'0,"0"0"-27"0,6-1-24 0,-6 1-24 16,0 0-23-16,0 0-13 0,13 3-11 0,-7 0-10 16,1 1-16-16,0 2-17 0,2 0-6 0,-4 0-8 15,4 1-15-15,-2 4-8 0,-5-3-5 0,6 4-16 16,-6-1-11-16,1 0-5 0,-3 1-2 0,0 2-12 15,0-2 0-15,-3-2-11 0,1 3 0 0,-2-1-8 16,-1-1-2-16,1 0 2 0,0-5-7 0,-1 4 0 0,1-3 0 16,0 0-5-16,3-2-7 0,-3 2-4 0,3-1 5 0,-3-3-1 15,3-2-2-15,-2 3 6 0,3-4-1 0,-1 6-1 16,1-6 21-16,0 4 26 0,0-4 24 16,0 0 5-16,0 0 14 0,0 0 4 0,4 3-10 15,-4-3-7-15,19-3-8 0,3-1-13 0,7-3-7 0,3 2-10 16,3-3-5-16,2 1-4 0,-1 2-4 0,-1-6-3 0,5 6-8 15,-6 0-5-15,-2 2 0 0,0-1-8 0,-9 2-2 16,-5-1-2-16,-4 3-2 0,-1-2-2 0,-2 2 3 16,-3-1-4-16,0 1-1 0,-3 0-4 0,-5 0-19 15,10-2-14-15,-10 2-50 0,0 0-52 0,0 0 8 16,4 4-34-16,-4-4-44 0,-14 10-59 0,4-4-79 16,-3-1-346-16,-4 4-737 15,4-2 326-15</inkml:trace>
  <inkml:trace contextRef="#ctx0" brushRef="#br1" timeOffset="116919.71">8566 13461 87 0,'-4'-2'180'0,"4"2"-7"0,0 0-14 16,0 0-12-16,0 0-13 0,0 0-12 0,0 0-11 15,0 0-8-15,0 0-11 0,0 0-1 0,-6-3-15 16,6 3-6-16,0 0-11 0,0 0-4 0,0 0-9 0,0 0-2 16,0 0-7-16,0 0-2 0,0 0-1 15,0 0-2-15,0 0 1 0,19 3-7 0,-11-3 4 16,1 0 1-16,2 0 1 0,3 0-2 0,3 0 1 0,3 0 0 0,7 0-2 15,5 0-2-15,4 0 3 0,2 0-3 0,17-3-5 16,4-3 1-16,-2 6-3 0,5-3-1 0,3-1 2 16,28-4-3-16,-29 6-3 0,33-1-2 0,-6-6 1 15,-26 9-5-15,31-5 0 0,-3 1 3 0,-25-2-2 16,28 1-2-16,2 0-4 0,-3-2 3 0,-1 5-2 16,6-5-1-16,-2-1-4 15,6 2 8-15,-4 2 1 0,-2-1 7 0,3-4-2 16,-3 5 1-16,1-1-1 0,-1 0 1 0,4 2-1 15,-1 0 0-15,6-2 3 0,-3-1 0 0,2 1 4 16,-2-2 6-16,2 0 7 0,2-1 2 0,10 1 0 16,-2 1 1-16,-2 1-3 0,-3-4 3 0,3 1 1 0,-7 2-1 15,-1-1 7-15,-1-2-4 0,0 3 0 16,-3-1 0-16,1 0-1 0,-6-1-2 0,-2 3 0 0,-5 1-1 16,-27 1 1-16,4 0-7 0,-2-3-3 0,-1 3 0 0,-4 1 1 15,-1-1 3-15,-6-1-2 0,-13 1 4 0,-2-2-2 16,-2 3 2-16,-3-3 9 0,-2 0 9 0,-11 1 11 15,-2 1 14-15,-2 1 15 0,-5-1 17 0,0 0 6 16,-4 1 6-16,-1-1-3 0,1 1-9 0,-2 2-11 16,-5 0-6-1,10 0-4-15,-6 0-17 0,-4 0-3 0,5-3-9 16,-5 3-11-16,0 0-2 0,5-1-6 0,-5 1-22 16,0 0-17-16,0 0-18 0,0 0-30 0,0 0-32 15,0 0-33-15,0 0-28 0,0 0-39 0,0 0-45 16,0 0-42-16,0 0-73 0,-26 7-274 0,7-2-665 15,-1-5 295-15</inkml:trace>
  <inkml:trace contextRef="#ctx0" brushRef="#br1" timeOffset="117575.16">10055 14094 247 0,'-3'-9'285'15,"1"3"-7"-15,0-1-9 0,2 3-22 0,0 0-21 16,-2-3-16-16,2 4-13 0,-3-1-27 0,3 4-19 15,-2-5-18-15,2 5-13 0,-2-5-16 0,2 5-17 16,0 0-24-16,0 0-21 0,0 0-9 0,0 0-4 16,-4 11-1-16,3 2-5 0,-2 3-1 0,1 2-2 15,0 6-2-15,-2 4 1 0,0 0-5 0,-2-1 0 16,2 4-3-16,-4 0 0 0,3-2 0 0,1 0 1 16,-1-2-5-16,1 0 3 0,3-5-4 0,-3 0 1 15,3-3 1-15,-2 0-1 0,3-7 2 0,0-1 5 16,-6 2-5-16,6-3-1 0,-4-3-11 0,4 4-14 15,-1-7-11-15,-2 2-9 0,3-3-4 16,0 2-5-16,0-2-9 0,0-3-9 0,-1 6-15 16,-2-4-84-16,3-2-278 0,0 0-478 0,0 0 211 15</inkml:trace>
  <inkml:trace contextRef="#ctx0" brushRef="#br1" timeOffset="117888.75">10338 14368 186 0,'0'0'239'0,"-8"0"-6"0,8 0-13 0,-4 1-14 0,4-1-11 15,0 0-14-15,0 0-4 0,0 0-13 0,0 0-7 0,0 0-16 16,0 0-13-16,0 0-10 0,0 0-8 0,0 0-14 15,21-3-9-15,1-1-7 0,5 1-10 0,6-4-11 16,2 2-1-16,-1 0-4 0,3-3-7 16,0 3-7-16,4-3 2 0,-4 1-1 0,-2 1-13 15,-2-1-4-15,-5 1-7 16,-8 2-14-16,-3 0-16 0,-3 3-11 0,-5-3-16 16,0 1-37-16,0 2-37 0,-8-2-48 0,2 1-105 15,-3 2-151-15,-12-4-452 0,3 3 201 0</inkml:trace>
  <inkml:trace contextRef="#ctx0" brushRef="#br1" timeOffset="118457.9">11073 13978 84 0,'0'-5'273'0,"0"5"-14"0,0 0-20 16,0-3-20-16,0 3-21 0,0 0-20 0,0-5-19 16,0 5-20-16,0 0-12 0,0 0-13 0,0 0-10 0,17 3-12 0,-7-2-11 15,2 3-8-15,4 2-5 0,-3-1-9 0,3 3-8 16,1 1-5-16,-2 2-6 0,0-1-1 0,-2 2-5 15,0 1-3-15,-1 4-2 0,-5-1-2 0,1 0-3 0,-4 5-1 16,-4-2-4-16,-4 6 1 0,-5 2-4 16,-3 1 1-16,-4-5-2 0,-2 3-1 0,0-2-4 15,0-2 0-15,-2-3 0 16,3-2-4-16,2-2 2 0,3-4 1 16,1-2-3-16,2-3 0 0,4-1-4 0,0 2 6 0,1-4-4 15,-1-1 5-15,1 1 9 0,2 2 3 0,2-5 12 16,0 5-10-16,0-5-1 0,10 1-5 0,0-2 0 15,9-2-3-15,0 2 0 0,9-5-22 16,-1 2-35-16,-4 1-52 0,5-5-71 0,-1 1-93 0,-5 0-176 16,4-1-470-16,-7 1 207 0</inkml:trace>
  <inkml:trace contextRef="#ctx0" brushRef="#br1" timeOffset="119205.71">11436 14038 197 0,'0'0'236'0,"9"-3"-25"0,-3 2-21 0,7 1-21 15,-4 1-16-15,3 3-13 0,-1 2-17 0,1-1-12 16,-2 1-14-16,5 5-7 0,-4 1-8 0,0 2-5 16,-1-2-8-16,-2 6-7 0,-2-2-3 0,0 1-8 15,-3 0 0-15,-3-1-1 16,-3 4-3-16,-3 0-2 0,-1-2-3 0,-2 0-4 15,0 1-5-15,-4-4 1 0,0-2-3 0,3 0-5 16,-3-3 0-16,4 0 1 0,-1-3-3 0,1 0 1 16,4-2 8-16,1-1 17 0,0-1 15 0,0-1 28 15,-2 1 38-15,6-3 43 0,-4 0 7 0,4 0-17 16,0 0-16-16,5-9-26 0,3 1-14 0,-2-4-10 16,7-1-6-16,1-3-27 0,7-2 5 0,0-4-8 0,2 1-6 0,3-2-13 15,-4 1-7-15,3 2-1 0,-2 1-3 0,-5 7-1 16,-5 1-11-16,0 0 5 0,-3 5-13 0,-4 1 10 15,1 2-16-15,-2-2-15 0,1 4-18 0,-2-1-23 16,0 0-16-16,-4 2 12 0,0 0-3 0,5 8 9 16,-5-1 0-16,-1 0 6 0,1 6 3 0,-3-1 5 15,0 2 6 1,2 2 2-16,1 1 0 0,-1-2 3 0,3 1 3 16,-2-1-15-16,3-1 3 0,1-4-2 0,1 2 5 15,4-3-2-15,2-1-3 0,4 0-5 0,2-1-9 16,0-2-10-16,3-4-7 0,3 0 4 0,-1-2 5 15,0-2 0-15,0-2 11 0,3-3 11 0,-7-1 0 16,1 1 1-16,-2-2 11 0,-3-4 14 0,2-1 7 16,2-4 11-16,-4 3 11 0,3-6 4 0,-3-3 6 0,0-3 3 0,0 1-3 15,-1-3 2-15,0-1 6 0,-2 2 10 0,1 0 13 16,-1 0 14-16,-2 5 20 0,-1 5 12 0,-3 2 4 16,3 2 11-16,-5 3-3 0,0 0-5 0,0 5-14 15,-1 2-10-15,-1 1-9 0,1-2-21 0,0 4-23 16,0-3-29-16,-2 5-24 0,0 0-5 0,0 0 0 15,0 0 20-15,0 22-16 0,-3-8-1 0,-1 6 3 0,0 6-5 0,-1 1 8 16,-2 3 2-16,0 1 0 0,-1 2 1 0,2 0-6 16,1-1 9-16,0 0 1 0,4-2 0 0,-2-3-6 15,2 2 6-15,1-8-1 0,1-3 3 0,-1 0-1 16,1-6 0-16,1-2 0 0,-1 1 7 0,3-3 5 16,-3-2-10-16,1 1 23 0,1-3 3 15,0 1 0-15,-1-1 6 0,3-3-5 16,1 0-5-16,2 1 3 0,-8-2-22 0,17-4-37 15,-8 0-38-15,1-3-46 0,-2-2-57 16,0 0-73-16,4-7-81 0,-5 1-286 0,-1-4-668 16,-1-1 296-16</inkml:trace>
  <inkml:trace contextRef="#ctx0" brushRef="#br1" timeOffset="119359.02">12015 14073 104 0,'-5'1'226'0,"5"-1"-6"0,-8 3 1 0,8-3-17 0,-5 0-18 16,5 0-17-16,0 0-12 0,0 0-13 16,35-4-18-16,-7 3-10 0,5-2-18 0,8 1-41 15,7-3-49-15,6-2-56 16,2 2-29-16,2-5-45 0,0 3-177 0,-1-2-323 16,-9-1 144-16</inkml:trace>
  <inkml:trace contextRef="#ctx0" brushRef="#br1" timeOffset="119606.12">12655 14108 33 0,'-4'3'247'0,"4"-3"1"0,-5 2-5 15,5-2-3 1,0 0-12-16,0 0-17 0,0 0-21 0,13 2-21 16,-1-4-13-16,4-1-20 0,4 1-2 0,1-3-26 0,7-2-28 15,0 0-34-15,4 2-37 0,-5-2-41 0,1-1-56 16,-1-2-66-16,-7 5-214 0,-4 1-397 0,-5-4 175 16</inkml:trace>
  <inkml:trace contextRef="#ctx0" brushRef="#br1" timeOffset="119822.42">12861 13896 53 0,'-3'-6'308'0,"0"3"-20"0,3 3-28 0,-4-4-18 16,4 4-34-16,-3-3-26 0,3 3-21 0,0 0-17 16,0 0-16-16,-5 12-10 0,2-3-16 0,1 4-10 0,-2 2-8 0,3 7-8 15,-4 2-6-15,-3 2-7 0,5 1-6 0,0 1-4 16,-1 1-6-16,1-4-3 0,3 2-33 0,0-2-26 15,-2-7-39-15,-1 2-40 0,3-3-28 0,0-4-47 16,0-3-221-16,0 1-422 0,5-7 187 0</inkml:trace>
  <inkml:trace contextRef="#ctx0" brushRef="#br1" timeOffset="120145.09">13299 13755 87 0,'3'-5'349'0,"-2"2"-38"15,0-4-26-15,2 4-31 0,-2-1-28 0,-1 4-25 16,2-3-20-16,-2 3-20 0,0 0-12 0,0 0-18 0,3 16-17 16,-3-3-7-16,-1 2-10 0,-3 10-5 0,0 1-13 15,-2 3-4-15,2 0-4 0,-1 2 5 16,-2-1-22-16,0 3-5 0,1-3-5 0,-1 1-8 15,2-1 1-15,1-2-6 16,-1 1 0-16,4-3-5 0,1-9-1 0,-1 0-1 16,2-2-5-16,-1-1 1 0,1-5 2 0,4 3-3 15,-5-3 13-15,4-2 0 0,0-1 5 0,0 0-3 16,1 0 9-16,3-2-8 0,2 0 1 0,0-1-19 16,2-1 3-16,1-2-38 0,0-3-34 0,5-1-45 0,-2-1-65 15,1-3-86-15,-5 0-284 0,2-5-577 0,0-2 255 16</inkml:trace>
  <inkml:trace contextRef="#ctx0" brushRef="#br1" timeOffset="120339.45">13091 14047 97 0,'-7'0'377'0,"7"0"-23"0,0 0-19 16,-7-2-40-16,7 2-13 0,0 0-44 0,19-10-25 15,0 5-23-15,9-3-37 0,4 2-47 0,0-2-46 16,0 1-49-16,4 0-60 0,-3 0-88 0,-1-1-111 16,-4 0-132-16,3-1-411 0,-12 2 182 0</inkml:trace>
  <inkml:trace contextRef="#ctx0" brushRef="#br1" timeOffset="120661.52">13537 13648 295 0,'0'0'277'0,"4"-5"-21"16,0 3-19-16,-1 1-15 0,5 0-18 0,-8 1-18 0,15 1-12 16,-6 0-19-16,1 4-10 0,-1-1-15 15,0 3-10-15,0-2-4 0,-1 5-20 0,-3-3-7 16,-1 3-11-16,-4 1-5 0,1 1-7 0,-2-1-7 15,-2 1-5-15,1 3-6 16,-5-4-2-16,2 4-5 0,-4 0-1 0,3-1-7 16,-2-3-2-16,3-2-6 0,1-1-5 0,-2-1 3 15,2-1-4-15,2-1-2 0,-1-1-2 0,2-1 3 16,-2 1-2-16,3-2 3 0,-2 2-2 0,2-4 4 16,0 0 0-16,6 4 15 0,1-4-21 0,5 0-2 15,1-1 2-15,4 1-20 0,2-5-33 0,1 2-37 16,-2-1-54-16,0-1-69 0,2 0-98 0,-2-5-178 0,0 0-513 0,0-3 227 15</inkml:trace>
  <inkml:trace contextRef="#ctx0" brushRef="#br1" timeOffset="120892.93">13910 13483 125 0,'0'0'224'15,"4"-2"-17"-15,-4 2-16 0,6 10-4 0,-2 0-12 16,1 6-1-16,2 4-13 0,2 6-4 0,1 6-7 16,-3 2-8-16,2 12-1 0,-2 5-10 0,-1-1-7 15,-1 3-10-15,-5-2-7 0,-2 0-12 0,-4 1-5 16,-5-2-4-16,-3 0-7 0,-4-4-10 0,-7-1-5 0,-5-2-7 16,-7-3-7-16,-3-3-15 0,-8-2-35 0,-3 2-72 15,-35 5-82-15,3-6-332 0,23-14-525 0,0-3 234 16</inkml:trace>
  <inkml:trace contextRef="#ctx0" brushRef="#br1" timeOffset="121579.26">9735 13672 76 0,'0'0'235'0,"0"0"-26"0,-18 12-19 0,4 8-19 32,-5 6-17-32,-9 20-8 0,-3 3-17 0,2 6-14 15,-7 20-12-15,12-22-4 0,-4 27-16 0,11-28-11 16,8 1-5-16,8 1-5 0,5-2 22 0,6-4-1 0,8 3-5 15,6-8-7-15,15-4-2 0,7-1-6 16,3-3-17-16,10-6-44 0,24 2-80 0,-19-15-119 0,2-5-159 16,28-4-384-16,-34-7 170 0</inkml:trace>
  <inkml:trace contextRef="#ctx0" brushRef="#br1" timeOffset="127974.48">15717 12335 5 0,'0'0'176'0,"0"0"-4"15,-2-4-13-15,2 4-5 0,0 0-9 0,0 0-10 0,-1-5-12 16,1 5-5-16,0 0-10 0,0 0-7 0,0 0-11 16,4-4-7-16,-1 2-11 0,-1-1-7 0,-2 3-12 0,11-5 2 15,-3 3-9-15,-1 0-6 0,2-1 0 0,5 2-7 16,-1 2 1-16,3-1 0 0,1 3 2 0,-1-1-1 15,4 3-6-15,0 2 0 0,-2 0-4 0,0 3 1 16,0-1-7-16,-4 4 2 16,2 1-2-16,-3 1-2 0,-4 0 0 0,1 9-3 15,-5 2-1-15,-3-1-3 0,-5 3 1 0,-3 1-11 16,-6 3 4-16,-3-2 0 0,-13 10-2 0,-3 1 1 16,-1-5-2-16,-5 1-3 0,-4-6 3 0,4 3-7 15,6-14 7-15,1 1 0 0,-1-4-2 0,-1 0 2 16,4-2 1-16,1-2 2 0,3-2-1 0,7-4 1 15,5-3 10-15,1 0 26 0,2 0 25 0,2-4 41 0,2 4 35 0,1-4 21 16,4 0 13-16,-7-5-35 0,7-1-16 0,0 1-11 16,3-7-14-16,5-2-10 0,-1-3-11 15,6 3-13-15,1-3-6 16,3-1 13-16,-4 3-22 0,3 1-8 0,-3 2-11 16,-2-1 0-16,1 7-2 0,-3-2 0 0,1 1-16 15,-1 2 2-15,0 1-2 0,4 3 0 0,-3-2-7 16,3 4-2-16,-2 4 0 0,2-2-7 0,1 5 3 15,2 3 0-15,0-4 0 0,-2 5 2 0,0 3-1 16,0-6-5-16,0 4 0 0,-1-1 1 0,1-1 0 16,-2 2 2-16,-3-4 0 0,-3 1-3 0,4-3 7 15,-2 0-1-15,-3-1 0 0,1-2 3 0,-1-1 3 16,0 1-2-16,-2-1 7 0,0-1 43 0,1 1 33 16,-4-3 0-16,0 0-12 0,0 0 3 0,9-10-9 15,-6 5-6-15,2-4-3 0,-1 1-8 0,1-1-7 16,-2-1-2-16,1 2-2 0,1-1-4 0,-1 1-5 15,-1 0-3-15,1 2-4 0,-1 2-3 0,1-2-6 16,-2 1-6-16,0 1-17 0,0 1-38 0,3-1-46 16,0 1-51-16,2-1-47 0,-1 1-55 0,3 2-87 15,0-3-364-15,5 2-749 0,-4-4 331 0</inkml:trace>
  <inkml:trace contextRef="#ctx0" brushRef="#br1" timeOffset="128656.71">16662 12254 218 0,'3'-3'251'0,"-2"-1"-8"0,2 2-7 0,-3 2-10 16,1-7-12-16,-1 5-18 0,1-1-18 0,-1 3-15 16,0 0-19-16,0 0-15 0,4-3-10 0,-4 3-21 15,0 0-19-15,0 0-14 0,0 0-6 0,-4 11-6 16,-1 2-4-16,-5 4-1 0,-10 9-4 0,-7 14-7 15,-3 0-12-15,0 3-2 0,-4 0-1 0,1 3-2 16,4-1-5-16,-2-1 4 0,3-3-1 0,10-9 1 16,3-1-5-16,2-2 2 0,2-2 29 0,2 4-10 15,2-7 12-15,3 2 2 0,2-6 9 0,7-1-7 16,-1-1 7-16,3-1-3 0,2-1-2 0,11 4-6 16,1-4 9-16,2 3-4 0,4-5-8 0,5-1 2 15,0-1-12-15,4-3 1 0,-6 2-8 0,1-5 6 16,-5-1-9-16,-6-1 3 0,-1-2-1 0,-7-1 7 0,-2 0-11 15,-1 2 10-15,-4-3 19 0,3 0 11 16,-4 1 17-16,-4-1 10 0,7 1 8 0,-7-1 5 16,0 0 2-16,9 0-4 0,-9 0-7 0,4 1-11 15,-4-1-9-15,0 0-5 0,4 3-10 0,-4-3-13 0,0 0-13 16,0 0-10-16,0 0-26 0,0 0-27 16,0 0-32-16,0 0-32 0,2-6-37 0,-2 6-130 15,-3-10-100-15,0 5-345 0,-1-1-765 0,3 1 339 16</inkml:trace>
  <inkml:trace contextRef="#ctx0" brushRef="#br1" timeOffset="129081.51">17038 12386 155 0,'0'-4'357'16,"1"-2"-28"-16,-1 1-18 0,0 0-17 0,2 2-22 0,-1 0-25 16,-1 3-20-16,0-5-35 0,0 5-11 0,4-4-28 0,-4 4-16 15,0 0-16-15,0 0-26 0,0 0-15 0,0 0-14 16,2 10-4-16,-2-2-9 0,0 3-4 0,-7 6-4 15,7 0-9-15,-5 7 1 0,1 1-6 0,0 4-2 16,-3 1-3-16,2-2-4 0,-1 2-3 0,1-2-2 16,1 1-6-16,0-3 3 0,2 0-2 0,0-6 2 15,0 0-6-15,2-3-2 16,0 0 0-16,-2-1 3 0,2-3-4 0,-1-1 0 16,1-5 2-16,1 4-1 0,1-3-1 0,-2-4 5 15,0 2 1-15,2-2 17 0,-2 0 11 0,3 0 12 16,-2-1 7-16,3-1 10 0,0 0-4 0,1 0-8 15,4-1-2-15,0-1 1 0,2 0-10 0,3-1-25 16,-1-3-43-16,5-3-43 0,0 2-53 0,1-3-69 16,0-1-71-16,-1-4-351 0,4-2-659 0,-7 4 292 0</inkml:trace>
  <inkml:trace contextRef="#ctx0" brushRef="#br1" timeOffset="129329">16671 12694 5 0,'-5'1'332'0,"1"1"-26"0,4-2-14 15,-5 0-3-15,5 0-14 16,0 0-17-16,-5 1-19 0,5-1-19 0,0 0-35 15,17-4-2-15,-1 0-31 0,15-1-15 16,2-2-17-16,7 1-42 0,16-3-46 0,0 0-53 0,3-3-72 16,2-3-104-16,-8 3-269 0,-2-2-504 0,-14 4 224 15</inkml:trace>
  <inkml:trace contextRef="#ctx0" brushRef="#br1" timeOffset="130446.15">17733 12719 76 0,'0'0'185'0,"-4"1"-6"16,4-1-10-16,0 0-15 0,0 0-11 0,0 0-9 16,0 0-12-16,0 0-9 0,0 0-6 0,0 0-8 0,22-1-10 0,-15-1-9 15,0 2-5-15,-7 0-2 0,13-1 1 0,-9 2 5 16,-4-1-2-16,0 0-5 0,6-2 1 0,-6 2-3 16,0 0-7-16,8 0 1 0,-8 0-8 0,0 0-2 15,5-1-6-15,-5 1 1 0,0 0-5 0,0 0-1 16,0 0-4-16,0 0-6 0,0 0 0 0,8 0-3 15,-8 0-6-15,0 0-6 0,0 0 2 0,0 0-3 0,0 0 1 0,0 0-3 16,5 1-4-16,-5-1 1 0,0 0 0 0,0 0 13 16,0 0-3-16,0 0 6 0,0 0 3 0,0 0 2 15,0 0 2-15,0 0 6 0,0 0-2 16,0 0-2-16,0 0-6 0,0 0-2 0,0 0-1 0,0 0-2 16,0 0-1-16,0 0-1 0,0 0-8 0,0 0 0 15,0 0-4 1,0 0-2-16,0 0 0 0,0 0 1 0,0 0-6 15,0 0 3-15,0 0 3 0,0 0-6 0,0 0 11 0,0 0-14 16,0 0 4-16,0 0-3 0,0 0 2 0,0 0-3 16,0 0 3-16,0 0-3 0,0 0 2 15,11-1 0-15,-3 1-1 0,5-3 2 0,0 3-3 0,7-2 1 16,2 2 6-16,6-5-7 0,1 4 0 0,0-2 2 0,2 1 0 16,1 1-5-16,-3-2-3 0,-2 1 4 0,-5-1-1 15,1 0 3-15,-9 2 2 0,-2 0-2 0,-1 1-1 16,-2-1 7-16,-4 1-5 0,3 0 0 0,-3-1-9 15,-5 1-13-15,5-2-13 0,-5 2-38 0,0 0-57 0,0 0-71 16,0 0-328-16,-24-3-569 0,15 3 252 0</inkml:trace>
  <inkml:trace contextRef="#ctx0" brushRef="#br1" timeOffset="134075.01">18513 12404 106 0,'0'-4'242'0,"1"-1"-16"0,-1 0-13 0,3 0-16 0,-1 2-15 16,1-2-19-16,2-1-17 0,1 3-15 0,3-1-13 15,-1 0-12-15,2 2-5 0,5 2-8 0,-2 1-6 0,5 1-8 16,-3 3-6-16,3 0-10 0,-1 6-5 0,-2-1-4 16,2 1-5-16,-6 2-4 0,0 3-6 0,-1 1-12 15,-1 4 2-15,-4-2-6 0,0 5-2 0,-4 0-1 16,-5 3-4-16,2 0 2 0,-6-2-2 0,-2 0-1 0,-4-1 1 15,2-3-4-15,-4 0-3 0,3-6 6 0,-9 4-2 16,8-5-4-16,-2-2 3 0,3-2 0 0,-3 2-3 16,6-5 0-16,0 1 1 0,2-2-1 0,2-3 4 15,-1 2 6-15,2-2 17 0,-1-1 23 0,4 1 32 16,-2-1 34-16,4-2 33 0,-4 2 25 0,4-2 8 16,0 0-14-16,0 0-19 15,0 0-16-15,5-17-18 0,1 10-8 0,3-3-10 16,1-3-12-16,2-3-10 0,3 0-10 0,2-7-7 15,2 0-6-15,1 3-6 0,1-4-8 0,-2 2-4 16,0-1-5-16,-1 0 2 0,-1 4-10 0,-6 5-2 16,-1 1-5-16,-1 2 6 0,-1 2-3 0,-3 1 2 15,-1 3-1-15,1 0-1 0,0 1-1 0,-3 0-8 16,0 2-9-16,1-1-13 0,-3 3-27 0,2-4-25 0,-2 4-11 0,0 0 3 16,0 0 7-16,2 12 8 0,-4-3 2 0,2 1 0 15,0 2 10-15,-2 3 1 0,0 1 5 0,2 4 9 16,2-3-4-16,0 2 6 0,2 0 6 0,1-4 1 15,5 2-2-15,3 0 6 0,2 2-11 0,2-6-26 16,6 3-33-16,4-3-37 0,0-2-45 0,1-3-60 16,1-3-81-1,-2-3-338-15,-4-2-694 0,-1-2 307 0</inkml:trace>
  <inkml:trace contextRef="#ctx0" brushRef="#br1" timeOffset="134469.62">19019 12091 213 0,'3'-3'265'15,"5"3"-23"-15,1 0-19 0,1 3-22 0,7 3-14 16,5 1-14-16,3 8-12 0,6 3-11 0,-3 5-16 16,8 15-9-16,0 2-9 15,-3 8-6-15,-5 0-9 0,-4 3-8 0,-6 1-4 16,-4 3-14-16,-7 1-10 0,-5-4-1 0,-8 2 2 15,-7-8-16-15,-5 0-5 0,-5-3-1 0,-5-2-6 16,-10-2-3-16,-7-3-13 0,-1 0-13 0,-31 10-55 16,23-16-64-16,-25 11-80 0,18-17-269 0,-2-2-497 15,2-5 221-15</inkml:trace>
  <inkml:trace contextRef="#ctx0" brushRef="#br1" timeOffset="136511.31">20518 12475 256 0,'-8'0'274'0,"8"0"-14"0,0 0-11 0,-10 0-7 0,10 0-11 16,0 0-17-16,-7 0-19 0,7 0-22 0,0 0-16 16,0 0-12-16,0 0-19 0,26-5-15 0,-6-1-10 15,13 2-14-15,6-1-27 0,11-2-36 0,0 0-28 16,-11 2-30-16,2 0-33 0,-4 0-34 0,-1 1-35 0,-4 1-40 16,-4-1-223-16,-8 3-430 0,-2 1 190 0</inkml:trace>
  <inkml:trace contextRef="#ctx0" brushRef="#br1" timeOffset="136679.76">20541 12680 28 0,'-4'3'240'0,"1"-1"-15"0,3-2-15 15,0 0-11-15,12 5-19 0,1-6-16 0,16 1-17 16,4-1-20-16,20-3-9 0,3 0-46 0,0-1-58 15,-1-2-80-15,-16 0-211 0,1 5-299 0,-5-3 133 16</inkml:trace>
  <inkml:trace contextRef="#ctx0" brushRef="#br1" timeOffset="143153.67">22579 12160 9 0,'-7'-2'179'0,"7"2"-11"0,0 0-8 0,-6 0-6 0,6 0-8 16,0 0-7-16,0 0-12 0,0 0-12 0,-4-3-8 15,4 3-9-15,0 0-5 0,0 0-6 0,0 0-7 16,0 0-5-16,0 0-8 0,0 0-2 0,0 0-8 15,0 0-7-15,0 0-1 0,0 0-2 0,0 0 4 16,19 0 5-16,-2 0 2 0,6 0-1 0,9-1-3 16,5-3 2-16,19-3-2 0,3 7-1 0,-3-5-3 15,2 3 0-15,-1-5-6 16,-3 4-2-16,-16 0-8 0,-3 2-6 0,-6-2-13 16,-7 0-17-16,-3 2-18 0,-5 1-27 0,-4-1-28 15,-3 1-27-15,-5 0-43 0,-2 0-51 0,0 0-169 16,-19-2-395-16,-3 2 175 0</inkml:trace>
  <inkml:trace contextRef="#ctx0" brushRef="#br1" timeOffset="143707.82">22580 12313 47 0,'13'14'178'0,"2"2"1"0,3 7-7 0,4 1-17 15,-2 1-14-15,-3 1-12 0,3 4-15 0,-7-2-10 0,1 3-10 0,-5 0-10 16,-2 1-12-16,-4 0-7 0,2 2-4 0,-10 0-8 16,0-1-5-16,0-4-1 0,-7 3-10 0,1-1-2 15,0-4 0-15,0-1-5 0,-7-1-4 0,4-1-5 16,3-10 3-16,-2 3-4 0,2 0-2 0,0-1-4 16,0-3 1-16,1-1 0 0,2-4-4 0,3 1 0 15,0-6-4-15,2 2 3 16,-2 0 3-16,0-1-1 0,5-1-6 0,-4 1 8 15,3-1 8-15,1-3 6 0,-3 5 6 0,3-5 0 16,-1 4-2-16,1-4-2 0,-1 3-7 0,1-3 5 16,0 0-4-16,0 0-6 0,-3 3-3 0,3-3 1 15,0 0-1-15,0 0-5 0,0 0 2 0,0 0-4 16,0 0 3-16,-1 4-5 0,1-4 0 0,0 0 1 16,0 0-1-16,0 0-2 0,-3 3 1 0,3-3 1 0,0 0-1 0,0 0-2 15,0 0-1-15,0 0 2 0,-4 1-1 0,4-1-1 16,0 0-1-16,0 0 1 0,0 0-2 0,0 0 3 15,0 0-1-15,0 0 3 0,0 0 8 0,0 0 15 16,0 0 13-16,12 3 14 0,-3-2 1 0,9-1-2 16,11-4-4-16,4 3-5 0,6-2 0 0,13-7-11 15,7 1 3 1,1-1-1-16,3 1 4 0,2 1-6 0,28-9 13 16,-33 5 0-16,31-1 3 0,-34 6-3 0,2 1 1 0,-8-1-10 15,-14 6-6-15,-5-2-3 0,-4 1 11 0,-10 0-17 16,0 1 0-16,-7 0 6 0,0-2-7 0,-3 3-5 15,-3 0-4-15,1-1 0 0,-6 1-5 0,10-1-5 16,-10 1-16-16,4-2-23 0,-4 2-39 0,0 0-38 16,0 0-47-16,-25-3-65 0,12 2-279 0,-1 0-546 0,2 1 241 15</inkml:trace>
  <inkml:trace contextRef="#ctx0" brushRef="#br1" timeOffset="145483.47">24154 12322 77 0,'0'0'228'0,"2"-7"-13"16,-1 4-11-16,-1 3-16 0,0 0-16 0,0 0-17 0,-1-7-15 15,1 7-13 1,0 0-15-16,0 0-14 0,0 0-15 0,0 0-21 16,0 0-10-16,0 0-8 0,0 0-6 0,3 15-6 15,-4-9-4-15,-1 7-1 0,-1 2-4 0,0 2-3 0,-1 0-3 16,0 9-2-16,0-7-1 0,0 8-2 0,-3-2-3 15,5-6 0-15,-2 0-1 0,-1 1-2 16,0-1-1-16,4-1-1 0,-2-7 0 0,2 3 3 16,-2-4-4-16,1 0 1 0,0-4-2 0,1 0 25 0,0-1 22 0,1 0 22 15,-3-1 24-15,3-1 24 0,0-3 28 0,0 0-3 16,0 0-14-16,0 0-15 0,0 0-11 0,13-17-8 16,-6 7-10-16,1 0-8 0,1-4-13 0,3-3-6 15,1 1-3-15,2-7-8 0,1 2 3 0,1-1-12 16,-3 5-3-16,0-6-2 0,-2 8-3 0,-1 0-6 15,-3 6-3-15,-3-1-5 16,1 2 3-16,1 2-2 0,-5 0-4 0,2 1-9 16,-1 1-1-16,1 1-10 0,-3 0-17 0,-1 3-8 15,6-2 2-15,-6 2 2 0,4 7 3 0,-3 0 0 16,3-1 2-16,0 6 0 0,-1-1 4 0,-1 4-4 16,1 2 4-16,-2 0 3 0,3-2 6 0,1 1-6 15,-4-3 7-15,3 0 0 0,-1-2 1 0,-1 1-2 16,1-1 5-16,-1-2-7 0,0-1-14 0,0-2-10 0,-1-1-11 0,-1-1-6 15,2 2-10-15,-1 0 3 0,-1-3 1 0,1-2-2 16,-1-1 0-16,0 0 1 0,0 7 1 0,0-7-19 16,0 0-47-16,0 0-50 0,0 0-48 0,0 0-199 15,12-11-457-15,-6 2 202 16</inkml:trace>
  <inkml:trace contextRef="#ctx0" brushRef="#br1" timeOffset="145913.6">24890 12091 293 0,'4'-6'287'0,"-2"1"-8"16,0-2-17-16,-1 2-23 0,3 1-23 0,-4 1-24 15,0 3-21-15,5-5-10 0,-5 3-29 0,0 2-22 16,0 0-17-16,0 0-12 0,0 0-14 0,5 7-10 15,-5 0-8-15,0 5-3 0,0 2-5 0,0 6-3 0,-4 3-9 16,3 5 0-16,-4 1-3 0,0 3 0 0,-1 0-5 16,-1 1-4-16,-2-2 2 0,4 3-5 0,-1-2-2 0,1 0 2 31,-2-3-1-31,3-1-1 0,-2 0-3 0,4-8-1 16,-1-1 0-16,-1-1 0 0,2-1-4 0,0-5 2 15,0 2-2-15,-1-3 8 0,2-2-9 0,0 0 0 16,1-1 3-16,0-4-1 0,0 1 1 0,0 0 1 15,-2-2 25-15,2-3 1 0,0 6 2 0,0-6 9 16,0 6-2-16,0-6 4 0,0 2 1 0,0-2 2 0,0 0-4 16,0 0-6-16,0 5 1 0,0-5-3 0,0 0-3 0,0 0-7 15,0 0 2-15,0 0-5 0,0 0-3 0,16-5 1 16,-10 3-5-16,3 2 3 0,3-5-6 16,-1 0-24-16,4 3-17 0,0-3-26 0,2-2-21 0,-4 3-25 15,1 0-34-15,2-4-34 0,3 2-59 0,-2 1-282 16,-1-5-549-16,0 1 243 0</inkml:trace>
  <inkml:trace contextRef="#ctx0" brushRef="#br1" timeOffset="146272.41">24724 12463 163 0,'0'0'206'0,"0"0"-10"0,-9-1-16 0,9 1-17 0,-5 1-11 0,5-1-16 16,0 0-10-16,0 0-8 0,0 0-4 0,0 0-3 15,0 0-1-15,0 0 6 0,0 0-2 0,0 0 4 16,0 0-9-16,0 0 8 0,0 0-21 0,0 0-7 15,0 0-15-15,0 0-5 0,13-8-7 0,0 3-6 16,2 1-6-16,13-3-3 0,-1 1-6 0,6-2-3 16,3 2-7-16,4-1-4 0,-1-1 0 0,-3 1-6 0,0 4-4 0,-8-3-5 15,-1 3 1-15,-7 0-15 0,-1 1-12 0,-6 0-15 32,-5 1-21-32,-2-1-21 0,2 2-21 0,-6-2-15 0,-2 2-12 15,0 0-27-15,0 0-40 0,0 0-199 0,-24 3-415 0,15-4 184 0</inkml:trace>
  <inkml:trace contextRef="#ctx0" brushRef="#br1" timeOffset="147013.91">25177 11829 192 0,'0'-6'230'15,"0"2"-7"-15,1 1 2 0,0-1-14 0,-1-1-2 16,4 1-7-16,-4 4-16 0,1-5-15 0,-1 3-15 16,0 2-17-16,0 0-13 0,0-5-15 0,0 5-18 15,0 0-19-15,0 0-12 0,0 0-5 0,5 11-10 16,-5-5-6-16,-1 2-5 0,0 2-3 0,-2 5-5 31,-2 2-4-31,0 2-3 0,1 0-2 0,-1 0-4 0,1-1 3 16,-1 0-5-16,0 0 1 0,-3-3 0 0,6-2-1 0,-1-5-5 15,-1 2 3-15,3-3 2 0,-1-2-2 0,0 0 1 16,2-1 5-16,0-1 38 0,0 1 41 0,0-4 20 16,-1 5 26-16,1-5 18 0,0 0 8 15,0 0-2-15,0 0-19 0,0 0-12 0,0 0-15 0,10-13-13 16,-2 3-11-16,1 4-16 0,0-5-9 0,0 4-5 0,-3-3-3 15,6 3-6-15,-6-2-5 0,2 0-16 0,-3 5 3 16,0-1-7-16,0 1-1 0,-2 1-13 0,0 0-13 0,1 3-26 16,1-3-23-16,-5 3-15 0,13 3-22 0,-6 0-2 15,2 1-15-15,2 4-7 0,-1 0-21 0,3 5-20 16,2-3-26-16,-4 2-32 0,1 4-44 0,1-6-69 16,-5 0-255-1,-1 0-619-15,1-5 274 0</inkml:trace>
  <inkml:trace contextRef="#ctx0" brushRef="#br1" timeOffset="147815.74">25529 11962 9 0,'-4'-3'278'0,"4"3"-11"0,0 0-22 0,0 0-16 16,-3-2-16-16,3 2-24 0,0 0-19 0,0 0-18 15,0 0-12-15,0 0-14 16,0 0-13-16,0 0-9 0,0 0-11 0,0 0-3 0,0 0-8 16,0 0 3-16,0 0-2 0,0 0-4 0,0 0-2 0,0 0-9 0,0 0 0 0,0 0-8 15,0 0-2-15,0 0-6 0,0 0-8 0,0 0-3 16,0 0-3-16,0 0 0 0,0 0-4 0,0 0-7 16,0 0 2-16,0 0 0 0,0 0 1 0,0 0-6 15,0 0 3-15,0 0-2 0,0 0 6 0,0 0 1 16,0 0 1-16,0 0 4 0,0 0 2 0,0 0-4 0,0 0 2 15,0 0 3 1,0 0 0-16,0 0-3 0,0 0 2 0,0 0-8 16,0 0 6-16,0 0-3 0,0 0-4 0,0 0 2 15,0 0-4-15,0 0 3 0,0 0-7 0,0 0-2 16,7-5-8-16,-7 5 7 0,0 0-7 0,0 0 1 16,0 0 4-16,0 0 7 0,0 0-6 0,0 0 2 0,0 0-2 15,0 0-4-15,0 0 9 0,0 0-12 0,0 0 0 16,0 0-7-16,0 0 5 0,0 0-8 0,0 0 3 0,0 0 2 15,0 0-3-15,0 0-8 0,0 0 11 0,0 0-6 16,0 0 5-16,0 0-4 0,0 0 0 0,0 0-8 16,0 0 11-16,0 0-1 0,0 0-2 0,0 0 1 15,0 0 8-15,0 0-9 0,0 0 1 0,0 0-5 16,0 0 4 0,0 0-1-16,0 0 3 0,0 0-2 0,0 0 0 15,0 0-8-15,0 0 0 0,0 0 13 0,0 0-8 0,0 0-4 16,0 0 4-16,0 0-5 0,0 0 8 0,0 0-1 15,0 0-5-15,0 0-2 0,0 0 9 0,0 0-1 16,0 0 2-16,0 0-6 0,0 0 5 0,0 0 2 0,0 0-1 16,0 0-10-16,0 0 5 0,0 0-3 0,0 0-7 15,0 0 11-15,0 0-1 0,0 0 0 0,0 0 3 0,0 0-4 16,0 0-3-16,0 0-2 0,0 0 10 0,0 0-2 16,0 0-2-16,0 0 1 0,0 0 1 0,0 0 1 15,0 0-1-15,0 0-4 0,0 0 2 0,0 0-6 16,0 0 4-16,0 0 4 0,0 0 0 0,0 0 0 15,0 0-3-15,0 0 0 0,0 0 0 0,0 0 2 16,0 0-1-16,9-1 3 0,0 0-16 0,0-1 9 16,4-2 13-1,1 3-15-15,5-1 9 0,2-1 2 0,0 0 4 0,6 0 1 16,-6-1 2-16,5-1 0 0,-5 3-7 0,-1-1 1 16,-3 0 2-16,-4 2-5 0,-2-2 4 0,-2 2 0 15,1 0-2-15,-3-1-15 0,-2 2 17 0,0-1-3 16,-5 1-7-16,8-1-11 0,-8 1-14 0,5-1-16 15,-5 1-28-15,0 0-23 0,2-3-10 0,-2 3-27 0,0 0-26 16,0 0-28-16,0 0-27 0,0 0-22 0,0 0-22 16,0 0-254-16,-15 0-553 0,15 0 244 0</inkml:trace>
  <inkml:trace contextRef="#ctx0" brushRef="#br1" timeOffset="148063.57">26081 11736 75 0,'3'-2'333'0,"-3"-2"-1"0,3 1-15 15,-3 3-1-15,1-5-32 0,-1 5-38 0,0 0-25 16,2-3-25-16,-2 3-27 0,0 0-20 16,0 0-29-16,0 0-29 15,0 0-7-15,0 0-13 0,5 17-15 0,-3-6-6 0,-1 5-3 16,-1 3-9-16,0 7-2 0,4 2 1 15,-3 0-3-15,2 1 0 0,0-1-23 0,0 2-40 16,0 0-45-16,-3 1-55 0,0 0-68 0,-2-5-290 16,1-7-527-16,1-3 234 0</inkml:trace>
  <inkml:trace contextRef="#ctx0" brushRef="#br1" timeOffset="152941.76">26794 12071 62 0,'2'-6'156'0,"-2"6"-15"16,0 0 1-16,3-5 9 0,-3 5-9 0,2-4-7 15,-2 4-3-15,2-5-2 0,-2 5-1 0,0 0-2 16,2-3-6-16,-2 3-9 0,0 0-16 0,1-4-9 16,-1 4-12-16,0 0-9 0,0 0-8 0,0 0-17 15,0 0-16-15,0 0-10 0,0 0 1 0,-1 12-3 0,-2 0-3 16,-1 3-2-16,-4 10 1 0,-4 4-4 0,1 5-2 15,-2-1-1-15,-2 13 4 0,-1 0 5 0,2-1-7 0,-3 0 0 16,7-10-2-16,-2-1 1 0,2 2-1 16,-3-2-2-16,4-4 5 0,1 1-5 0,1-2 3 15,-1-5-2-15,4-4 1 0,1-2-2 0,-2-3 0 0,2-5-3 16,2 0 1-16,0-2 5 16,-3-2-2-16,2-1 25 0,2 0 17 0,-1 0 21 15,1-2 23-15,-1 1 14 0,1-4 24 0,0 5 7 0,0-5 9 0,0 0 19 0,-1 2 7 0,1-2 6 16,0 0-11-16,0 0-27 0,0 0-19 0,0-18-21 15,3 7-2-15,-1-4-17 0,0-2-11 16,1-2-9-16,3-7-20 0,-1-1-17 0,-2-4-13 16,1 2-12-16,2-3-10 0,-5-5-12 0,7-10-3 0,-2-2-3 15,-2 0-2-15,1-2-1 0,0 5 4 0,2 0 10 16,-6 12-13 0,1-16 4-16,0 17 7 0,-1 0 2 0,3 0 4 15,-4 2-2-15,1 4 13 0,-1 0-3 0,0 3 5 0,0 4 7 16,3 3 8-16,-6 4-3 0,3 2 7 0,0 0-2 15,3 6-5-15,-3-1 5 0,0-1-8 16,0 3 8-16,0-1-7 0,1 1-16 0,-1 4-2 16,0-5-8-16,0 5 0 0,9 0-5 0,-9 0 1 0,14 5-1 15,0 1-4-15,2 3 3 0,3 2-1 0,9 5 10 0,0 1-8 16,1 0 4-16,2 2 8 0,-2 2-2 0,3 3 0 16,-5-2 3-16,-3 3-1 0,-3-1-1 0,-2-1-1 0,-3 1 3 15,-3-2-6-15,-1 2 12 0,-9-9-12 0,-5 2 2 16,2 1-1-16,-9-1 1 0,0-2 9 0,-11 4 1 15,-3-1-1-15,-4 1 1 0,-2-5 2 0,-3 0 6 16,0-3-7-16,-1 1 2 16,1-5-2-16,0 4 4 0,2-7 1 15,2 2-5-15,-1 0 6 0,8-4-1 0,2 2-4 16,0 0 15-16,6 0-12 0,-1-2 1 0,5 0-2 16,2 1 1-16,0-3 1 0,1 1-1 0,1 0 6 0,0 0-9 15,5-1 0-15,0 0-6 0,-7 2-2 16,7-2 2-16,0 0 4 0,0 0-5 0,13 8-15 15,-3-6-28-15,4 2-34 0,-2-1-42 0,4 2-38 0,2-3-53 0,-5 1-209 16,5 0-467-16,0-2 206 0</inkml:trace>
  <inkml:trace contextRef="#ctx0" brushRef="#br1" timeOffset="153590.72">27083 12591 205 0,'0'0'284'0,"0"0"-16"0,11-7-18 0,-11 7-10 16,0 0-21-16,0 0-16 0,0 0-18 0,0 0-22 15,4-2-16-15,-4 2-15 0,0 0-18 0,0 0-10 0,0 0-14 0,0 0-11 16,0 0-15-16,0 0-10 0,0 0-7 0,0 0-5 16,0 14-6-1,-1-5-4-15,-2 2-4 0,1 0-2 0,-2 5-2 16,3 1-5-16,-5 0-4 0,3-1 5 0,-1 0-5 15,0-1-2-15,-1 0 0 0,3-4-4 0,-3 1 2 0,3-2-4 0,-2 0-1 16,3-3 0-16,-1-2 2 0,0 1-2 16,2-1 11-16,0 0-7 0,0-2 15 0,0-3 22 15,0 8 26-15,0-8 23 0,-2 1 44 0,2-1 12 16,0 0 15-16,0 0 15 0,0 0-7 0,0 0-11 16,0 0-15-16,0 0-17 0,13-12-12 0,-5 3-18 15,-2 0-5-15,3-1-9 0,2-4-8 0,-1 1-12 16,-1 4-7-16,0 1-6 0,1 0-3 0,-3-1-3 15,-1 3-7-15,1 2-10 0,-1-2-2 0,-2 1-5 0,1 2-2 0,-1 1-6 16,-2 0-9-16,-2 2-3 0,5-3-11 0,-1 2-7 16,-4 1-8-16,0 0-3 0,12 8-14 0,-10-5-6 15,3 6-2-15,-1 1 0 0,-1 1 5 0,1 0-3 16,-2 1 6-16,3 2 6 16,-6 2-3-16,0-5 1 0,1 6 9 0,-3-5 0 15,3-1 1-15,-1 0-4 0,0-1 7 0,-2-4-2 16,3 0 3-16,0-1 10 0,0-1 5 0,-1-1 8 15,1-3 7-15,0 7 6 0,0-7-1 0,10 2-7 16,3-4 4-16,8-1-14 0,10-4-43 0,5-2-51 16,14-5-60-16,-12 4-84 0,18-12-123 0,-7-1-335 15,3-3-756-15,2-3 334 0</inkml:trace>
  <inkml:trace contextRef="#ctx0" brushRef="#br1" timeOffset="174383.75">6533 16222 56 0,'0'0'72'0,"0"0"1"16,0 0-13-16,0 0 19 0,-2-4 3 0,2 4-4 15,0 0 1-15,0 0-5 0,-3-3-7 0,3 3-3 16,0 0 0-16,0 0-1 0,0 0-5 0,0 0 0 16,0 0 1-16,0 0 3 0,0 0 4 0,0 0-2 15,0 0 3-15,0 0-2 0,0 0-1 0,0 0 2 16,0 0-7-16,0 0 0 0,0 0-4 0,0 0-3 0,0 0 0 15,0 0-3-15,0 0-1 0,0 0-2 0,0 0-4 0,0 0-1 16,0 0-2-16,0 0 1 0,0 0-5 0,-4-3-5 16,4 3 3-16,0 0-3 0,0 0 1 0,0 0-6 15,0 0 1-15,0 0 1 0,0 0-2 16,0 0 0-16,0 0-3 0,0 0-2 0,0 0-6 16,0 0-2-16,0 0-2 15,0 0 0-15,23 0-1 0,-10 0-9 0,7-3 7 16,10 2-1-16,5-1-3 0,5-1 4 0,15 0 0 15,0 1-4-15,1-1 0 0,-2-1-7 0,0 2 7 16,-14 1 1-16,-3-3-3 0,-1 6 1 0,-2-5-2 16,-8 3 0-16,-4 0 0 0,-5 0-6 0,-3 0-14 15,-4 1-10-15,-2-1-13 0,-2 0 3 0,-6 0 1 16,8 2 0-16,-8-2-21 0,0 0-5 0,-17 7-23 0,6-4-24 0,-2 0-16 16,-4 2-6-16,-2-3-40 0,1 4-88 0,-1-2-283 15,1 0 124-15</inkml:trace>
  <inkml:trace contextRef="#ctx0" brushRef="#br1" timeOffset="174769.57">6638 16449 154 0,'0'0'144'0,"-3"1"-19"0,3-1-8 15,0 0-11-15,0 0-7 0,32-1-11 0,-13 0-9 16,12-2-6-16,1 2-8 15,10-2-6-15,11-2-2 0,4 2 1 0,-6-2-3 16,3 3-3-16,-17-2-2 0,-3 3-2 0,1 0-15 16,-7 0-7-16,0 0 8 0,-10-1-8 0,-5 2 2 15,-3-1-5-15,-1 1-1 0,-3-1-2 16,0 1-5-16,-6 0 3 0,0 0-5 0,0 0 1 0,0 0-4 16,-16 4-5-16,1-2-9 0,-2-1-7 0,-2 1-17 15,0-1-7-15,1 1-18 0,1-1-23 0,5-1-42 0,-8-3-115 16,10 2-250-16,-4 0 111 0</inkml:trace>
  <inkml:trace contextRef="#ctx0" brushRef="#br1" timeOffset="175343.8">7135 16102 64 0,'0'0'228'15,"-3"-4"-18"-15,3 4-21 0,0-5-16 0,0 5-19 0,0 0-16 16,-1-5-15-16,1 5-13 0,0 0-13 0,0 0-8 16,0 0-11-16,0 0-5 0,9 9-12 0,-5-2-4 15,2-4-2-15,-2 6-7 0,5-1-2 0,0 4-9 16,1 0-4-16,3 1 1 0,3-5-4 0,1 2-6 15,0 0-2-15,-2 0 3 0,2-4-11 0,-1 1 6 16,2-1-7-16,-5-1 3 0,6-3-5 0,-2 0 0 0,1-1 0 0,1-1 1 16,-8 0 0-16,1-1-5 0,1-1-1 0,-3 2 2 15,3-3 1-15,-4 1 11 0,-3-1 15 0,-1 2 14 16,0-3 13-16,0 3 0 0,-1-2-3 0,-4 3-8 16,7-2-6-16,-7 2-3 0,0 0-7 0,6 0-8 0,-6 0-8 15,0 6-3-15,-3 2 0 0,-4 7-2 0,-7 7-5 31,-6 7 1-31,-10 12-3 0,-2 2 0 0,0 2 0 16,-5 2-2-16,2-1 30 0,3 0-3 0,3-5-3 16,1 2-4-16,10-11-5 0,0-3 2 0,0 0-8 15,3-2 2-15,2-3-4 0,0 0 3 0,4-9-4 16,6 1 0-16,-3-6 3 0,1 0-4 0,2-7 4 16,0 4 17-16,0-2 15 0,2-1 25 0,-3 0 11 15,3 0 19-15,1-4 9 0,-4 2 8 0,4-2 0 0,0 3-2 0,0-3-5 16,0 0-3-16,0 0-14 0,-2 4-7 0,2-4-6 15,0 0-12-15,0 0-10 0,0 0-4 0,0 0-5 16,0 0-17-16,0 0-29 16,-4 4-40-16,4-4-64 0,0 0-90 0,0 0-82 0,0 0-97 15,19-8-265-15,-13 5-686 0,3-6 303 0</inkml:trace>
  <inkml:trace contextRef="#ctx0" brushRef="#br1" timeOffset="176704.84">8815 15981 151 0,'2'-9'175'0,"3"6"-17"16,1-3-11-16,3 3-10 0,0-2-13 0,5 4-14 16,4-4-5-16,1 4-8 0,4 0-12 0,6 2-1 15,-2 3-7-15,3 0-7 0,-1 2-5 0,0 5-2 16,-3 2-13 0,2-1-2-16,-5 5-4 0,0 0-5 0,-6 2-2 15,-1 3-3-15,-5-1-2 0,-3 4-7 0,-2 4-4 16,-5-2 2-16,-4 2-6 0,-3 0 3 0,-7-1-3 15,-1-3-6-15,-6 4 2 0,-2-3-1 0,3-2 0 16,-7-2-2-16,2 0-4 0,-5-5 7 0,4-3-2 16,1 1 1-16,6-5 1 0,-1-1 4 0,2-1 3 15,2-3 5-15,5-1 38 0,1 1 16 0,0-2 21 0,4-1 35 0,0 0 13 16,-2-1 26-16,7-1 5 0,0 0-16 0,-6-6-21 16,11-4-13-16,0 1-11 0,7-5-11 0,3-3-14 15,4-7-9-15,4 0-19 0,4-1-11 0,7-11-7 16,-8 12-10-16,-2-1 4 0,-2 1-9 0,4 1 4 15,-3 3-10-15,-3-3 8 0,-5 2-11 0,-1 7-2 16,-1-1-6-16,-5 9 0 0,1-5 1 0,0 5 4 0,-3-2-4 16,-3 4-4-16,-1-1-11 0,-2 5 6 0,6-4-22 15,-6 4 2-15,0 0-4 0,0 0 6 0,0 0-5 0,-10 18 1 16,1 1 4-16,-4 3 0 0,1-1 2 16,0 1 3-16,0 3-1 0,4-7-2 0,3 7-2 15,1-6 1-15,1 1 4 0,2-2 1 0,2 2 0 16,2-3-6-16,5 0-7 15,-1-3-21-15,10 0-20 0,7-1-36 0,5-5-56 16,3-3-64-16,8-2-123 0,14-8-223 0,-2-3-606 16,1 1 269-16</inkml:trace>
  <inkml:trace contextRef="#ctx0" brushRef="#br1" timeOffset="177507.11">9751 16293 62 0,'-12'2'211'0,"4"1"-15"16,2-1-16-16,1-2-13 0,0 0-15 0,-2 2 2 15,7-2-4-15,-5 3-4 0,5-3-7 0,-5 2-10 16,5-2 1-16,0 0-10 0,0 0-2 0,0 0-8 0,0 0-5 0,0 0-11 31,0 0-6-31,0 0-8 0,0 0-3 0,0 0-4 0,0 0 1 0,0 0-6 0,0 0-3 0,18-5-5 16,-18 5-7-16,0 0-6 0,0 0-1 0,0 0-8 31,0 0-1-31,0 0-7 0,0 0 2 0,4-2-4 0,-4 2 1 0,0 0 2 0,0 0 5 0,0 0-10 16,0 0 2-1,0 0-5-15,0 0-2 0,0 0 6 0,0 0-5 0,0 0-1 16,0 0-1-16,0 0-2 0,0 0 1 0,0 0 2 16,0 0-5-16,0 0-4 0,0 0 2 15,6 0-3-15,-6 0 0 0,0 0-13 0,0 0 11 16,0 0 2-16,0 0-6 0,0 0 15 0,0 0-14 16,0 0-2-16,0 0-2 0,0 0-7 0,0 0 9 15,0 0 2-15,0 0-1 0,0 0-1 0,0 0 3 0,0 0 3 0,0 0 0 16,0 0 3-16,0 0 3 0,0 0 0 0,0 0-1 15,0 0-4-15,0 0 6 0,0 0-7 0,0 0 6 16,0 0-3-16,0 0 7 0,0 0-9 0,0 0 2 16,0 0 1-16,0 0-2 0,0 0 7 0,0 0-9 15,0 0-6-15,0 0 2 0,0 0 0 0,0 0-1 16,0 0-4 0,0 0 5-16,0 0-3 0,0 0 2 0,14 0 0 0,-2 0-2 15,2-2-3-15,4-3 3 0,13 0 1 0,-3-2 0 16,2 2 3-16,1 0 1 0,1-1-8 0,-1-2 2 15,2 2 5-15,-4-2 0 0,1 2 0 16,-9 1-5-16,0 1 4 0,-5 1-4 0,-2 0 2 16,-2-1-3-16,-3 1 2 0,-2 0 2 0,1 0-1 15,-4 2-2-15,1 1-6 0,-5 0-18 0,9 0-14 0,-9 0-47 0,0-4-21 16,0 4-26-16,0 0-19 0,0 0-24 0,0 0-37 16,-18-5-40-16,14 5-242 0,4 0-532 0,-5-5 236 15</inkml:trace>
  <inkml:trace contextRef="#ctx0" brushRef="#br1" timeOffset="177908.28">10567 15923 42 0,'4'-3'306'0,"-4"0"-24"0,4-1-27 16,-4 4-24-16,1-4-24 0,-1 4-21 0,0 0-26 16,0 0-19-16,0 0-11 0,0 0-12 0,9 13-8 15,-4-5-13-15,-5 3-9 0,1 4-4 0,2 2-7 16,-6 10-4-16,2 0-8 0,-4 2-6 0,-4 2-5 16,4 2-5-16,-3-1-7 0,-1-1 2 0,-1-1-7 15,4-1-4-15,-2-5-4 0,4 1-3 0,-2-5-2 0,1-2 0 16,4-2-9-16,-3-3 3 0,2-3-3 0,0-2 0 15,1 0-3-15,-1-2 1 0,1 1-1 0,0-3 3 16,1-1 14 0,0-3 9-16,0 7-3 0,0-7 11 0,2 5 4 15,1-2 3-15,2-2-3 0,-5-1-6 0,18 0 7 16,-7-2-16-16,7 2-2 0,0-4-21 0,0 2-19 16,1-1-27-16,-2 0-17 0,-6 1-37 0,5-2-29 0,-5-2-35 15,2 2-41-15,-2-2-60 0,-2-1-209 0,-1 0-500 16,-2 0 222-16</inkml:trace>
  <inkml:trace contextRef="#ctx0" brushRef="#br1" timeOffset="178124.47">10395 16232 93 0,'0'0'321'16,"0"0"-19"-16,0 0-33 16,0 0-18-16,0 0-29 0,0 0-22 0,19-9-23 15,0 6-16-15,12-2-18 0,2-2-35 0,1 5-41 16,3-5-41-16,2-1-46 0,-5-1-76 0,2-1-104 16,-4 0-138-16,-3 1-365 0,-11 4 161 0</inkml:trace>
  <inkml:trace contextRef="#ctx0" brushRef="#br1" timeOffset="178409.5">10865 15853 137 0,'4'-5'296'0,"-4"5"-26"0,5-3-24 0,-5 3-16 16,13 3-13-16,-4-1-19 0,2 3-5 0,4 5-19 16,0 2-13-16,5 7-6 0,0 5-17 0,-2 0-6 15,0 4-11-15,-1 3-12 0,-6 4-4 0,2 14-9 16,-4 0-22-16,-4-3 9 0,-5-11-11 0,-5 2-4 16,-4-5-16-16,0 3-1 0,-13 7-8 0,-6-1-8 0,1-14-7 15,-11 11-20-15,-8-3-46 0,-9-2-55 0,0-4-53 16,-4-1-79-16,-2-5-274 0,1-2-540 0,1-3 240 15</inkml:trace>
  <inkml:trace contextRef="#ctx0" brushRef="#br1" timeOffset="179063.76">8723 15768 157 0,'0'-3'254'0,"0"3"-25"0,0 0-20 16,2-4-30-16,-2 4-19 0,0 0-19 0,0 0-16 15,-8 16-14-15,-1 2-12 0,-9 11-9 0,-4 17-9 0,-6 4-9 0,-10 24-6 16,13-19-12-16,-9 27 3 0,7 5-7 0,12-33-5 16,7 3-3-16,3-4-5 0,8-4-1 0,3 1 18 15,7-6 7-15,6-12 24 0,10 6 0 0,11-4-6 16,11-7-3-16,9-6-34 0,30 1-64 0,-32-12-99 15,4-3-319-15,3-7-474 0,28 0 209 0</inkml:trace>
  <inkml:trace contextRef="#ctx0" brushRef="#br1" timeOffset="182863.06">11771 15820 131 0,'-4'-1'157'0,"4"1"-21"0,0 0-12 15,-9 1-11-15,9-1-11 0,0 0-7 0,0 0-6 16,-8-1-8-16,8 1-7 0,0 0 3 0,0 0-1 15,0 0 8-15,0 0-7 0,0 0 1 0,-6 1-8 16,6-1-7-16,0 0 0 0,0 0-5 0,0 0-10 16,0 0 0-16,0 0-3 0,0 0-6 0,0 0-2 0,0 0-7 0,0 0 2 15,0 0-3-15,0 0 1 0,0 0 0 0,0 0 2 16,0 0-6-16,0 0 0 0,0 0-1 0,0 0 2 16,0 0 1-16,0 0-8 0,0 0 10 0,0 0-3 15,0 0-1-15,0 0 1 0,0 0-2 0,0 0-2 16,0 0 0-16,0 0 1 0,0 0-4 0,0 0 2 15,0 0-5-15,0 0 1 0,0 0-2 0,0 0-3 0,0 0 6 16,0 0-8-16,0 0-3 0,0 0 1 0,0 0-4 16,0 0 6-16,0 0-3 0,0 0-2 0,0 0 2 15,0 0 4-15,0 0-4 0,26-1-4 0,-12 1 2 0,7 0 1 16,11-3-3-16,4 2 2 0,4-2-1 0,12-3-1 31,2 4-2-31,-2-3 1 0,-11 3 0 0,-1-2-4 16,-2 4-3-16,-2 0 5 0,-4-2-1 0,-3 2 3 0,-11-1-2 15,1 1 2-15,-6-2-13 0,-3 2-12 0,-5 0-6 16,3-1-7-16,-8 1-5 0,0 0-11 0,0 0-16 16,0 0-23-16,-36 6-21 0,13-2-15 0,-5-1-18 15,-3-1-9-15,2 1-30 0,-3 2-102 0,0-4-307 16,0 0 137-16</inkml:trace>
  <inkml:trace contextRef="#ctx0" brushRef="#br1" timeOffset="183385.72">11658 15857 27 0,'-6'0'158'0,"6"0"-14"0,0 0-16 16,-6 2-13-16,6-2-3 0,-2 3-25 0,2-3 3 15,2 7-8-15,0-4-5 0,2 2-2 0,5 2 6 16,-3 0 0-16,8 5-2 0,2-2-8 0,3-1-1 15,5 3-5-15,3-2-5 0,0 0-6 0,-3 1-7 16,3-3-3-16,1 2-5 0,0-2-3 0,-6-1-2 16,-3-5-4-16,3 5-2 0,-3-2-5 0,0-2-3 0,-1-1 2 0,-5 0 0 15,-2-2-8-15,2 2 1 0,-8-1 24 0,4 1 20 16,-4-2 9-16,-5 0 8 0,11-2 0 0,-11 2-3 16,7-1-3-16,-2-1-2 0,-5 2-12 0,0 0-2 15,8 0-4-15,-8 0-7 0,0 0-8 0,0 0-14 16,5 3-4-16,-5-3-11 0,-3 7 5 0,1 1-7 15,-9 5 1 1,-2 9-1-16,-8 6 3 0,-8 16-5 0,0-1 1 16,-2 2 0-16,-2-1-2 0,2 1 2 0,0 1-5 0,3-4 4 15,1-1-3-15,5 3 4 0,6-14-2 0,1 1 1 16,-2 0 2-16,3-2 24 0,0-3 0 16,1-1 2-16,4-3-4 0,0-5-2 0,4-1-3 15,1-4 2-15,-1-4-2 0,1 2 4 0,3-4-8 16,-3-1 10-16,3-1-3 0,1-1 5 0,0 2 2 0,-3-2 0 0,3-3 1 15,-1 6 3-15,1-6-12 0,-1 4 16 0,1-4-3 16,0 0 2-16,0 0 9 0,-4 3-14 0,4-3-2 16,0 0 4-16,0 0-13 0,0 0 5 0,0 0-5 15,0 0-1-15,0 0-4 0,0 0-3 0,0 0-8 16,0 0-43-16,0 0-30 0,0 0-32 0,0 0-31 0,15-7-35 16,-10 3-52-16,3-1-80 0,-3 0-161 0,4-2-495 15,3 5 219-15</inkml:trace>
  <inkml:trace contextRef="#ctx0" brushRef="#br1" timeOffset="183825.75">11711 16774 30 0,'-8'0'160'0,"8"0"-14"0,0 0-1 0,0 0-12 0,0 0-3 15,0 0-4-15,0 0-7 0,0 0-6 0,0 0-2 0,-2 3-4 16,2-3-6-16,0 0-2 0,0 0-7 0,0 0-5 16,0 0 1-16,0 0-5 0,0 0-5 0,0 0-10 15,0 0 1-15,0 0-6 0,0 0-5 16,0 0-3-16,0 0-2 0,0 0-5 0,0 0-2 0,0 0-5 15,0 0 0 1,0 0-3-16,29-3 4 0,-7-1-8 0,6 0-1 16,5-2-8-16,4 1 2 0,4 0-6 0,12-6-1 15,0 6 0-15,2-2 12 0,-3-1 0 0,-12 5 3 0,-3-2-4 0,-2 1-3 0,-3 1-5 16,-11 1-1-16,-3 1-3 0,-6-1 1 0,0 2 2 16,0-2 12-16,-10 1 9 0,6 0 12 15,-4-1 5-15,-4 2 0 0,10-1-1 16,-10 1-6-16,5 0-9 0,-5 0-6 0,0 0-26 15,8 0-25-15,-8 0-39 0,0 0-39 0,0 0-42 16,0 0-40-16,0 0-72 0,0 0-217 0,0 0-499 16,0 0 222-16</inkml:trace>
  <inkml:trace contextRef="#ctx0" brushRef="#br1" timeOffset="185462.26">13105 15775 21 0,'0'-5'240'0,"0"5"-12"0,0-7-5 0,0 5-20 16,1-1-23-16,-1 3-16 0,0-5-18 0,0 5-20 16,0 0-19-16,0 0-14 0,0 0-11 0,0 0-10 15,3 15-9-15,-6-3-6 0,2 5-5 0,-2 2-7 16,-3 13-4-16,0-1-5 0,-2 3-3 0,-1 0-8 0,0 0-2 15,0 14 1-15,3-12-4 0,-1-2 2 0,1 0-3 16,2-1-7-16,-1 0 4 0,1-4-2 0,4-2-2 0,-2-1-2 16,-1-7-2-16,2 0 0 0,-2-2 2 0,3-7-1 15,0 2-3-15,0-3 0 0,0 0 4 16,0-2-5-16,0-3 11 0,0 2 3 0,0-2 2 16,0 0 3-16,0-1 1 15,0-3-1-15,3 6 6 0,-3-6 0 0,1 4 7 16,-1-4-3-16,4 1 3 0,-4-1-4 0,9-1-2 15,2-2-4-15,-2-1-2 0,7-1-3 0,4-2-5 16,7-1-28-16,1 0-31 0,3-1-46 0,-1-3-52 16,5 0-73-16,-7-1-193 0,0 0-438 0,-1 0 194 0</inkml:trace>
  <inkml:trace contextRef="#ctx0" brushRef="#br1" timeOffset="185835.77">12791 16186 48 0,'-7'-2'195'0,"7"2"-14"16,0 0-11-16,-5-2-11 0,5 2-9 0,0 0-14 16,0 0-5-16,-5-1-12 0,5 1-7 0,0 0-11 15,0 0-13-15,0 0-6 0,0 0 2 0,0 0-6 16,9-6-1-16,-4 5-6 0,5-1-1 0,-1 0-6 16,3 1-2-16,6-2-4 0,0-1-4 0,2 2 1 15,8-4-1-15,3 2-1 0,2-1-3 0,0-4-4 16,-1 6-3-16,1 1-5 0,-3-1-2 0,-2-1-4 0,-8 2-7 15,-1 0 2-15,-2 1-17 0,-3-2-16 0,-1 3-23 0,-3-1-23 16,0-1-28-16,-2 2-27 0,-3-1-18 16,-5 1-38-16,0 0-204 0,4-2-396 0,-4 2 175 15</inkml:trace>
  <inkml:trace contextRef="#ctx0" brushRef="#br1" timeOffset="186373.79">13427 15659 151 0,'1'-5'231'0,"-1"1"-10"0,0 4-22 0,5-5-24 16,-5 5-15-16,3-3-19 0,-3 3-17 0,0 0-18 16,0 0-15-16,0 0-7 0,0 0-14 0,-3 16-2 15,6-8-9-15,-6 4-6 0,3 5-1 0,0 0-10 16,-5 0-6-16,4 0 0 0,-3 2-1 0,0 0-7 15,-1 1-5-15,1 0-1 16,-1-3 0-16,3-1-4 0,-1-4 3 0,2-2-7 16,-3-1 0-16,4-2-1 0,-3 1 0 0,2-5 7 15,1 2 28-15,0-2 17 0,0 3 17 16,0-6 9-16,0 0-10 0,0 0-9 0,0 0-6 16,18-9-5-16,-9 1-10 0,1-4-3 0,3 0 0 0,0 0-6 15,-2-1 2-15,2 0-1 0,0 0-3 0,1-2-1 16,-3 4 1-16,-1 2-4 0,-2 0-3 0,-1 2-3 0,0 2 1 15,-3 0-7-15,1 2-7 0,0 1-8 0,-1-1-7 16,1 3-4-16,-5 0-4 0,14 5-2 0,-7 3-3 16,0 0-3-16,2 2 3 0,4 2-7 0,-4 2-16 15,4 3-22-15,-3 0-36 16,-1-1-32-16,3 2-40 0,-1-2-79 0,-2-2-208 16,4-3-488-16,-7-2 217 0</inkml:trace>
  <inkml:trace contextRef="#ctx0" brushRef="#br1" timeOffset="186774.45">14274 15681 168 0,'0'0'231'0,"0"0"-25"0,-1-3-24 0,1 3-18 0,0 0-20 15,1-4-14-15,-1 4-11 0,0 0-18 0,0 0-12 16,4 16-7-16,-4-4-6 0,1 3-10 0,-2 4-3 16,1 1-8-16,0 6-6 0,-2 4-9 0,-1-1-2 15,-1 5-4-15,-4-3-5 0,3 1-1 0,-2 1-2 16,4-1 3-16,-1 3-9 0,-1 0-1 0,1-3 1 15,0-1-4 1,2-2 3-16,-1-3-5 0,0-9-2 0,0 0 0 16,3-5-3-16,-1-1 1 0,-1 0 3 0,1-4 0 0,0 1-4 15,1-3 0-15,0-1 0 0,0-1 3 0,-1 1-1 16,1-4 3-16,-2 5-3 0,2-5-13 0,0 0-18 16,-9-9-24-16,7 4-16 0,-2-4-32 15,-1 1-33-15,2-9-35 0,-1 0-157 0,2-9-342 0,1-1 151 16</inkml:trace>
  <inkml:trace contextRef="#ctx0" brushRef="#br1" timeOffset="187090.53">14242 15449 234 0,'-5'-4'219'0,"5"0"-19"0,0 4-20 0,-2-9-23 16,2 9-21-16,0 0-9 0,0 0-15 0,0 0-8 15,0 0-2-15,28 9-15 0,-12 3-19 0,2-2 7 16,8 8-5-16,3-1-7 0,-1 6-5 0,3-2-9 16,-2 2 1-16,3 0-7 0,-4 2-5 0,-2-1 3 0,-7 2-9 15,-1-2-6-15,-4 1 0 0,-3-8-5 0,-4 3 0 16,-3-4-4-16,-6 0-3 0,1 0-2 0,-8-1 2 16,-5 0-2-16,-1-4-2 0,-11 6 3 0,-2-5-4 15,-3 2 0-15,-2-2-3 0,0-1 3 0,0-2-3 16,-3 1 0-16,4-2-1 0,0 1 0 0,4-1 0 15,6-2-2-15,2 2-3 0,-1-4-2 0,5 3-24 16,1 1-25-16,-1 1-42 0,6-4-35 0,6 0-49 16,-1-3-160-16,5 3-363 15,0-5 161-15</inkml:trace>
  <inkml:trace contextRef="#ctx0" brushRef="#br1" timeOffset="187575.78">14676 16105 228 0,'0'0'219'0,"0"0"-19"0,0 0-26 16,0 0-18-16,0 0-18 0,0 0-17 0,-2 5-5 16,4 0-13-16,-2 0-12 0,0 3-13 0,3 0-6 0,-3 4-6 15,0 0-12-15,0 0-1 0,0 3-7 0,-3 2-5 16,1-1-4-16,0 1-6 0,0-4 0 0,0 2-5 16,0-3 3-1,1 0-6-15,1-1-2 0,-2-4 0 0,0 2-3 16,1-4-4-16,1 1 10 0,-1-1 23 0,1-1 18 15,0-4 27-15,-2 5 22 0,2-5 23 0,0 0 15 16,0 0-11-16,0 0-18 0,0 0-8 0,8-10-13 16,-5 4-9-16,3-4-10 0,4-5-15 0,-2 1-2 15,1-1-6-15,1-1-10 0,0 4 1 0,2-1-6 0,-6 5-12 0,3-3 2 16,-5 4-4-16,4-1-4 0,-4 5-9 0,1-1 1 16,-3 1-6-16,2-1-5 0,-4 4-5 0,0 0-2 15,8-3-5-15,-8 3 0 0,0 0-4 0,10 10-4 16,-4-6 5-16,-1 2-9 0,1 1-8 0,0 0-15 15,-2 0-22-15,7 0-18 0,-6 3-30 0,0-5-24 16,-1 1-30-16,0 0-40 0,0-1-44 0,-4-3-239 16,0-2-526-1,0 0 233-15</inkml:trace>
  <inkml:trace contextRef="#ctx0" brushRef="#br1" timeOffset="188108.67">15229 15669 41 0,'9'-3'187'15,"-3"3"-16"-15,-6 0-10 0,14 0-10 0,-6 3-15 16,1 1-17-16,2 1-4 0,-1 0-14 0,-1 7-5 16,3-2-4-16,-2 4-8 0,-1 0-10 0,1 2-4 0,-5-1-11 15,-1 2-7-15,0 0 0 0,-4 1-6 0,-4-1-3 16,0 3-1-16,-1-2-9 0,-2-1-2 0,0 0-1 16,-4-2-2-1,-2-1-1-15,5 0-1 0,-6-1-1 0,4-5-3 16,1 0-2-16,0-2-9 0,2-2 14 0,1 2 4 15,0-4 21-15,3 3 21 0,-1-5 24 0,4 0 20 16,-6 2-16-16,6-2 16 0,0 0-8 0,-9-7-3 16,9 3 1-16,-1-4-9 0,4 1-17 0,0-4-4 15,4 0-6-15,-1-6-3 0,3 2-8 0,2-2-5 16,0 0-8-16,0 1-6 0,8-3 3 0,-7 6-11 0,-1 1-2 0,-2 0-4 16,-1 7-6-16,2-2 1 0,-5 2-6 0,0 1 0 15,2 2-3-15,-5-3-9 0,6 5-2 0,-8 0-4 16,13 2-3-16,-8 1-5 0,0 1-1 0,0 1 3 15,3 5-3-15,-3-2 3 0,0 3-3 0,-1 3 1 16,0-2 2-16,0 0-20 0,0 3-11 0,-1-4-16 16,0 2-22-1,-2-3-19-15,-1-1-29 0,3 1-29 0,-3-2-26 16,1-1-50-16,-2-3-226 0,-2 1-494 0,3-5 219 0</inkml:trace>
  <inkml:trace contextRef="#ctx0" brushRef="#br1" timeOffset="188340.27">15689 15645 25 0,'6'3'205'0,"6"-1"-8"16,-1 6-9-16,3-1-9 0,-1 6-12 0,0 0-12 15,3 8-15-15,-3-4-10 0,1 5-2 0,-4 2-12 16,-1-1-9-16,-1 5-14 0,-2-4-6 0,-6 3-7 0,-6-1-10 31,2-3-8-31,-6 3-1 0,-7-1-13 0,-2-4-6 0,-4 0-24 16,-8 1-29-16,0-5-37 0,-4 0-32 0,-2-4-48 0,0-1-62 0,-1-3-118 0,3-2-331 15,2-2 146-15</inkml:trace>
  <inkml:trace contextRef="#ctx0" brushRef="#br1" timeOffset="188678.41">15313 15380 184 0,'-5'-7'218'0,"0"0"-21"0,0 2-22 0,0 1-13 15,-1 1-15-15,-5 3-17 0,11 0-11 16,-28 12-10 0,5 5-13-16,-3 3-8 0,-7 14-7 0,-6 4-8 15,3 7-11-15,-13 23-6 0,15-18-1 0,-14 24-3 0,20-24-6 16,5 0-2-16,5 0-5 0,3-3-1 0,10-1-1 16,9-8-4-16,7 5-1 0,12-1 1 0,4-1-4 15,17-6 5-15,3-2-4 0,6-9-5 0,6-1-36 16,4-9-71-16,-1-2-122 0,4-7-151 0,0-6-384 15,-6-7 170-15</inkml:trace>
  <inkml:trace contextRef="#ctx0" brushRef="#br1" timeOffset="196061.33">17369 15744 36 0,'0'0'155'0,"-6"0"-9"0,6 0-10 15,0 0-15 1,0 0-13-16,-8 0-6 0,8 0-13 0,0 0-16 15,0 0 5-15,0 0-6 0,-9-1-8 0,9 1 6 16,0 0-8-16,0 0 3 0,0 0-6 0,0 0-7 16,0 0-6-16,0 0-1 0,0 0 17 0,0 0-2 15,26 2 0-15,-6-3 0 0,9-2-5 0,5-1-3 0,4 0-1 16,13-3 2-16,0 2-4 0,-11 0-4 16,-2 1-4-16,1 0-5 0,-4 0-2 0,0 0-6 0,-3 2-1 0,-9-1-5 15,-5 2-3-15,1-1-13 0,-6 2-19 0,-2-1-27 16,-5 1-26-16,2 0-31 0,-4-1-8 0,-4 1-24 15,0 0-50-15,0 0-106 0,-22 5-309 0,12-2 136 16</inkml:trace>
  <inkml:trace contextRef="#ctx0" brushRef="#br1" timeOffset="196352.1">17585 15949 63 0,'0'0'237'0,"-4"5"-3"0,4-5-11 16,0 0-22-16,0 1-19 0,0-1-16 0,0 0-14 16,26-3-20-16,-5-2-13 0,13-1-10 0,4-1-8 15,17-2-13-15,-1 1-6 0,-2-1-8 0,4 0-10 16,-2-2 1-16,1 5-6 0,-18 1-13 0,-3 0-4 15,-3 2-3-15,-3 0-6 0,-10 2-5 0,-5-2-1 0,-3 3-6 0,-1 0-5 16,-1-1-13-16,-3 1-20 0,-5 0-11 0,0 0 0 16,0 0-12-16,0 0-25 0,-12 8-64 0,1-6-50 15,-10 3-175-15,7-2-383 0,4-3 170 0</inkml:trace>
  <inkml:trace contextRef="#ctx0" brushRef="#br1" timeOffset="197171.5">19552 15502 188 0,'0'-4'259'0,"0"-1"-12"16,1 2-1-16,-1-5-9 0,2 2-10 0,0 0-13 16,-1 1-7-16,2-1-14 0,-2 2-10 0,0-3-7 0,-1 4-16 15,3 1-17-15,-3 2-18 0,0-5-16 0,0 5-14 16,0 0-24-16,0 0-9 0,0 0-11 0,2 10-8 15,-2 3-3-15,0 3-3 0,0 4-4 0,0 7-3 16,-1-1-6-16,0 1-1 0,-2 0-2 0,2 1-4 16,0 0-24-16,-2-5 3 0,3-2 4 0,0 0-1 15,0-2-1-15,-3-1 1 0,5-2 1 0,-2-3 9 0,1-2-13 16,-2 0-12-16,2 0-15 0,-1-4-17 0,0 0-8 0,-3-1-12 16,3-2 4-16,0 2-3 0,0-2-4 0,0-4-7 15,0 7-24-15,2-6-8 0,-2-1-17 0,0 4-42 31,0-4-22-31,0 0-30 0,0 0-118 0,0 0-367 16,11-8 162-16</inkml:trace>
  <inkml:trace contextRef="#ctx0" brushRef="#br1" timeOffset="197522.03">20048 15720 103 0,'0'0'271'0,"-6"-1"-20"15,6 1-20-15,0 0-20 0,-6-3-22 0,6 3-18 16,0 0-16-16,-4-1-15 0,4 1-15 0,0 0-15 16,0 0-13-16,0 0-10 0,0 0-7 15,0 0-7-15,0 0-5 16,14-3 0-16,-1 0-11 0,5-1-10 0,4 1-3 15,4-4-3-15,10 2 0 0,-1-5 2 0,-2-1 4 16,2 3 2-16,0-1 0 0,0 0-3 0,-5 0-6 16,1 5-6-16,-13 0-2 0,0 0-3 0,-8 2-3 15,1-2-4-15,0 2-2 0,-4 0-3 0,0 1-8 16,-1 1-18-16,-6 0-18 0,8-2-22 0,-6 1-1 16,-2 1-13-16,0 0-23 0,0 0-25 0,-13 8-33 0,2-4-33 0,2-2-45 15,-1 1-143-15,4-3-394 0,-1 0 175 0</inkml:trace>
  <inkml:trace contextRef="#ctx0" brushRef="#br1" timeOffset="197923.23">20668 15357 179 0,'2'-5'229'0,"2"0"-22"0,1 1-21 15,1 1-14-15,2-1-17 0,-1 2-19 0,6 1-9 16,0 1-10-16,6 1-9 0,-2 2-13 0,-1 3-6 16,4 5-8-16,-3-2-8 0,0 4-9 0,-2-1-11 15,-2 4-1-15,1 6-5 0,-5 0-5 0,-2 5-3 16,-2-4-1-16,-5 5-7 0,-4-2-11 0,-4 2 4 15,-6 0-7-15,-1 1-2 0,-7-4-2 0,1 1-3 0,-2-5-2 0,1 1-1 16,1-4 0-16,2-6-2 0,-3 2 1 0,8-6 0 31,-4 2-1-31,10-5 0 0,-2 1-1 0,4-1 2 0,1-3-1 0,1-1 4 0,0 2 14 0,0-2-1 16,4-1 1-16,0 0-1 0,0 0-6 16,0 0 0-16,20 0-1 0,-7-1-1 0,6-2-3 15,2 1 1-15,2 1-8 16,5-4-21-16,0 1-35 0,-6 3-36 0,4-5-60 15,-6 3-74-15,2-4-136 0,-4 2-386 0,0 0 171 16</inkml:trace>
  <inkml:trace contextRef="#ctx0" brushRef="#br1" timeOffset="198711.01">21127 15469 49 0,'8'-1'229'16,"3"-2"-20"-16,1 2-20 0,-1 3-15 0,3 1-21 15,1 1-13-15,1 4-12 16,-3 3-13-16,1-1-12 0,-4 3-10 0,-1 2-8 16,1 0-11-16,-3 5-8 0,-6-3-7 0,-1 1-2 15,-4 7-6-15,-1-2-12 0,-4-5-8 0,-4 6-1 16,3-7-2-16,-3-2-2 0,3 0-2 0,-4-3-5 15,2 0 3-15,3-3-3 0,1-4-3 0,1 1 6 16,0 0 7-16,1-2 26 0,2-1 17 0,-2 0 34 16,6-3 25-16,-4 0 0 0,4 0-9 0,0 0-14 0,2-15-15 0,5 6-12 15,2-5-7-15,10-4-6 0,-2-4-9 0,3 1-5 16,2-1-2-16,-1-2-6 0,7 2-10 16,-3 1-2-16,0 3-2 0,0-1-5 0,-2 2-3 0,-8 7 2 15,-3 2-8-15,-2 1 3 0,-1 1-9 0,-4 2-5 0,0 0-4 0,3 1-12 16,-3 2-16-16,-5 1-4 0,0 0 4 15,5 9-3-15,-5-1 3 0,-1 1 0 0,-2 3 4 16,-3 4 0-16,2 2 5 0,-3 1-1 0,1-2-5 16,1 3-9-16,3 0-12 0,-1-2-13 0,3-1-5 15,0 0-1-15,1-5 0 0,3-2 5 0,4 2-2 16,-3-3-3-16,9-3-7 0,3 0-8 0,3-3-12 16,2-1-1-16,5-4 1 0,1-3 6 0,1 1 10 15,3-4 7-15,-1-4 1 16,-3 0 12-16,0-5 7 0,-1 0 12 0,0-1 10 15,-4-3 6-15,-1-3 12 0,-1 0 4 0,-2-4 2 16,-1 0 17-16,-1-4 1 0,-3 2 12 0,5-2 18 16,-10 0 22-16,1 6 29 0,-3 0 7 0,-2 6 16 15,-1 3 10-15,-2 6 12 0,0 0 4 0,-1 1 0 0,1 5-13 16,1-2-6-16,-3 2-15 0,1 0-20 0,-1 5-20 16,3-7-24-16,-3 7-12 0,0 0-11 0,0 0 0 0,0 0-5 15,-10 17-6-15,3-1-2 0,2 8 6 16,-3 5-4-16,1 1-4 0,-2 0-1 0,1 2-3 0,3-2-3 15,-4 5 1-15,5-4-2 0,0-1 2 0,3-2-1 16,-3-3 1-16,4-6 2 0,0 2-7 0,0-4 3 16,0 0-5-16,1-5 3 0,2-2 0 15,-3-1 3-15,1-2 5 16,-1-1-2-16,4 1 2 0,-4-3-3 0,0 1-1 16,4-2 6-16,-3 2-4 0,3-4 0 0,-3 1 11 0,2 2-8 15,-3-4 1-15,5 2 4 0,0 1-1 0,-5-3-8 16,8-3 0-16,-8 3-2 0,11-2 5 0,-3 0-30 15,-3-1-12-15,2 1-21 0,0-3-22 0,-2 2-21 16,2-2-21-16,-2-1-25 0,0-1-24 0,0 1-31 0,3-1-30 16,-1-2-61-16,-4 1-185 0,1-2-510 0,-2 3 226 15</inkml:trace>
  <inkml:trace contextRef="#ctx0" brushRef="#br1" timeOffset="198924.75">21771 15612 125 0,'0'0'336'0,"0"0"-23"0,0 0-24 16,0 0-15-16,0 0-43 0,0 0-20 0,0 0-26 15,28-9-20-15,-7 3-12 0,9 0-30 0,5 2-43 16,1-4-51-16,0-1-47 0,-1 1-58 0,2-2-73 0,-5 1-230 15,-4-2-410-15,-2 0 181 0</inkml:trace>
  <inkml:trace contextRef="#ctx0" brushRef="#br1" timeOffset="199475.81">22420 15520 114 0,'-6'3'222'0,"6"-3"-4"0,0 0-15 0,0 0-20 15,0 0-18-15,0 0-17 0,0 0-14 0,23-3-14 16,-9 3-9-16,7-4-13 0,0 0-15 0,9 2-3 0,0-6-8 15,2 4-7-15,3-2-9 0,-1 0 0 16,2 1-11-16,2-1-4 0,-5 0-5 0,1 0-2 0,-8 1-14 16,-5 2-24-16,-3-1-21 0,-4 1-24 0,-5-1-38 15,-3 1-49-15,-1 0-199 0,-5 3-360 0,-2-8 159 16</inkml:trace>
  <inkml:trace contextRef="#ctx0" brushRef="#br1" timeOffset="199710.81">22637 15337 177 0,'-1'-4'330'0,"0"1"-7"16,1 3-17-16,-1-5-26 0,1 5-26 0,-2-7-23 16,2 7-29-16,0 0-20 0,0 0-27 15,0 0-25-15,0 0-20 0,0 0-12 0,0 0-10 0,2 23-9 16,-4-5-9-16,2 6-7 0,-1 1-3 0,2 1-9 15,1-1-9-15,0 2-31 0,1-2-30 0,2 0-30 16,0-2-28-16,3 2-39 0,-1-1-35 0,0-7-42 16,-2-2-247-16,1-5-476 0,2 0 211 0</inkml:trace>
  <inkml:trace contextRef="#ctx0" brushRef="#br1" timeOffset="200075.73">23188 15193 222 0,'0'-6'335'0,"3"-1"-10"0,-3 3-32 0,1 0-25 15,-1 0-33-15,0 4-29 0,0-6-21 0,0 6-22 16,0 0-19-16,0 0-16 0,0 0-16 0,4 13-8 0,-3-2-13 0,-1 2-15 15,0 7-1-15,-1 6-13 0,-3 3-2 0,3 1-8 16,-3 2-7-16,0 3-6 0,-5-2-2 16,4 0-7-16,1-1-2 0,-1-3-3 0,1 1-1 15,2-3-3-15,-1-2-3 0,3-7 0 0,-2-1-5 0,2-3-1 16,2-1 1-16,-2-3-3 0,1 0 3 0,1 1 2 16,-2-4-3-16,2-1 3 0,0 2 0 0,1-2 2 0,3-1-4 15,1-1 4-15,3-1-1 0,-1 0 1 0,3-2-7 16,1-1-13-16,-3 0-20 0,3 0-22 0,-2-4-30 15,-2 1-36-15,3-3-52 0,2-3-76 0,-5 1-256 16,1-7-537-16,-2 2 237 0</inkml:trace>
  <inkml:trace contextRef="#ctx0" brushRef="#br1" timeOffset="200258.43">23091 15458 171 0,'0'0'349'0,"-10"-3"-27"0,10 3-30 15,0 0-30-15,0 0-30 0,0 0-25 0,15-8-22 16,-2 5-23-16,6-3-38 0,9 4-51 0,3-5-62 16,-3 3-53-16,3-1-76 0,-2-2-102 0,-2-1-115 15,-3-2-364-15,-5 3 162 0</inkml:trace>
  <inkml:trace contextRef="#ctx0" brushRef="#br1" timeOffset="200590">23432 15124 246 0,'0'0'313'0,"0"-7"-30"0,0 7-30 0,8-4-28 15,-3 3-20-15,5 1-19 0,2 0-14 0,-1 3-15 16,2-1-18-16,4 5-12 0,-5-2-12 0,0 1-12 16,-1 3-11-16,-2-1-13 0,2 4-9 0,-5 0-8 15,-5 2-8-15,2-3-2 0,-3 7-7 0,-3-1-9 16,-2-3-3-16,0 1-3 0,1-4-4 0,-3 4-1 0,0-2-4 16,-2 1 0-16,4-5-2 0,1 1-6 0,2-4 3 0,-1-1 1 15,1 1-6-15,-1-3 3 0,3-3 0 0,-5 5-2 16,5-5 2-16,0 0-3 0,0 0-8 0,14 1-15 15,-4-2-24-15,6-2-39 0,0-2-39 16,2 0-53-16,2 0-71 0,-3-3-208 0,-2-3-482 0,2-1 213 16</inkml:trace>
  <inkml:trace contextRef="#ctx0" brushRef="#br1" timeOffset="200828.06">23766 14998 225 0,'0'0'242'0,"0"0"-27"0,0 0-20 0,0 0-23 16,0 0-17-16,0 0-15 0,1 21-12 0,0-3-12 0,5 7-4 0,-3 4-10 15,3 5-4-15,0 11-1 0,-2-8-7 0,-2 18 2 16,3 1-7-16,-6 0-4 0,-3-1-6 0,-4-3-8 16,-3 0-6-16,-3-5-6 0,-6 0-3 0,7-12-6 0,-14 6-2 15,-5 2 1-15,-4-5-4 0,-6-3-1 16,-3 1-4-16,-4-4-4 0,-6-3-12 0,-27 9-34 15,-1-5-44-15,-4 1-55 16,-3-7-46-16,1 0-70 0,-9-11-169 0,-7-5-431 16,-4 0 190-16</inkml:trace>
  <inkml:trace contextRef="#ctx0" brushRef="#br1" timeOffset="201498.96">19251 15204 67 0,'2'-6'260'0,"-2"6"-26"15,0 0-24-15,2-5-24 0,-2 5-24 16,0 0-17-16,0 0-17 0,-8 18-18 0,3-1-14 0,-2 9-10 0,-5 8-6 0,-3 15-7 15,0 6-8-15,0 2-2 0,-4 27-25 16,6-26-1-16,5 1-5 0,4-2 5 0,6-3-12 16,6-6 3-16,3 0-5 0,11-6 16 0,2 0 2 15,10-5-3-15,9-4 0 0,8-7 0 0,37 9-4 16,0-10-9-16,4-12-55 0,-1-7-67 0,8 0-111 0,-5-7-143 16,-3 1-379-1,-31-5 167-15</inkml:trace>
  <inkml:trace contextRef="#ctx0" brushRef="#br1" timeOffset="202665.73">24568 14991 106 0,'0'0'144'0,"0"0"-16"0,0 0-20 16,0 0-3-16,0 0-11 15,0 0-14-15,0 0-12 0,0 0-4 0,-7 0-7 16,7 0-12-16,0 0-5 0,0 0 5 0,0 0-3 15,0 0-1-15,0 0-7 0,0 0-5 0,0 0-14 16,0 0 28-16,0 0 14 0,0 0 5 0,0 0 0 16,25 3 3-16,-7-4-6 0,1-1-5 0,9-1-4 15,3-1-6-15,1 0-4 0,-1 0 10 0,5 0-3 16,2-1-7-16,-1 0-4 0,-1 0-2 0,-1 1 4 0,0 1-10 0,-4-2 1 16,-3 2-7-16,-9 1 0 0,-6-1-1 0,-1 3-4 15,-5-1-12-15,1 1-13 0,-3 0-21 0,-5 0-4 16,2 2-21-16,-2-2-43 0,-18 7-44 0,-2-2-161 15,-10-1-326-15,1 1 144 0</inkml:trace>
  <inkml:trace contextRef="#ctx0" brushRef="#br1" timeOffset="203164.16">24565 15040 78 0,'0'0'275'16,"0"0"-32"-16,0 0-26 0,0 0-25 0,0 0-23 0,0 0-20 16,-3 6-15-16,3-1-17 0,0 2-8 0,-1 4-13 15,3 2-11-15,1 0 0 0,3 0-18 0,2 4-5 16,0-1-5-16,2 1-6 0,4-3-5 0,5 7-1 16,3-5-9-16,1 0 0 0,2-1-5 0,3-2-1 15,-1-4-2-15,0 3 0 0,3-6-5 0,-4 2-1 16,2-3-3-16,1-3 2 0,-8-1-4 0,2-1-1 0,-5-1-2 15,1-1 3-15,-6 0 13 0,1-1 11 0,-4 2 15 16,-1 0 10-16,0-1 6 0,-2 1-2 0,-1 0-2 0,-1-1-9 16,-5 2-4-16,8 0-11 0,-8 0-6 0,7-1-13 15,-7 1-8-15,2 7-5 0,-4 0-4 0,-3 8 1 16,-5 7-5-16,-3 7 4 0,-6 3-3 0,-9 13 2 16,0 1 0-1,-4 2-5-15,-2 2-23 0,0 0 6 0,5-2 1 0,-2-4 1 16,6-2 0-16,-1-1 1 0,7-13 0 15,1 1 2-15,1-3 3 0,2-2-2 0,6-6 2 16,1-3 11-16,-2 1-12 0,4-6 2 0,1 0 3 16,0-4 13-16,1 2 5 0,1-5 6 0,1 1 16 15,0 1 10-15,0-1 16 0,1 0 9 0,1-4 10 0,-4 4 0 16,4-4-7-16,-2 2-4 0,2-2-3 0,0 0-9 0,0 0-3 16,0 0-8-16,0 0-16 0,0 0-25 0,0 0-33 15,0 0-40-15,0 0-47 0,0 0-55 0,0 0-74 16,0 0-77-16,0-16-196 0,2 11-555 0,2 0 245 15</inkml:trace>
  <inkml:trace contextRef="#ctx0" brushRef="#br1" timeOffset="203518.59">24714 16019 78 0,'-5'2'216'16,"5"-2"-9"-16,-4 1-10 0,4-1-19 0,-5 3-9 15,5-3-9-15,0 0-6 0,-4 2-10 0,4-2-12 16,0 0-12-16,0 0-11 0,0 0-8 0,0 0-8 0,0 0-8 16,0 0-8-16,23-3-7 0,-1-2-7 15,6-2-5-15,4 3-4 0,5-4-4 0,15-5 7 16,3 4 16-16,3-3 8 0,0 2 6 0,-2 2-10 0,-3 0-7 0,-14 5-6 31,-4-4 3-31,-3 2-19 0,-4 2-7 0,-6 1 3 16,-7 0-10-16,-2 1-1 0,0 1-7 0,-7-1 4 0,2 1-6 15,-3 0-3-15,-5 0-6 0,13-2-13 0,-9 1-10 16,-4 1-15-16,0 0-14 0,6 1-6 16,-6-1-17-16,0 0-11 0,0 0-22 0,0 0-31 15,0 0-69-15,-13 6-67 0,13-6-157 0,-11-2-450 0,11 2 199 0</inkml:trace>
  <inkml:trace contextRef="#ctx0" brushRef="#br1" timeOffset="204266.52">25799 15159 16 0,'0'0'306'0,"0"-6"-17"0,0 3-27 0,0 3-24 15,0 0-26-15,0-6-26 0,0 6-21 0,0 0-27 16,0 0-14-16,0 0-19 0,0 0-7 0,1 14-16 16,-1-3-8-16,0 1-9 0,0 6-7 0,0 8-4 15,-1-6-9-15,-2 6-4 0,-2 3-1 0,0-2-3 16,4 3-3-16,-3-7-3 0,0-3-6 0,3 0-3 0,-2-2 0 16,3-2-4-16,-1-5 0 0,1 0-3 0,0-1 0 15,0-3-22-15,0-1 4 0,-3 2 5 0,3-5 31 0,0-1 30 16,0-2 28-16,0 4 33 0,0-4-3 0,0 0-16 15,0 0-3-15,17-12-11 0,-7 5-18 0,3-6-3 16,1 1-6-16,7-7-7 16,-1 0-7-16,3 0-5 0,0-3-1 0,-1 0-12 15,0 1-1-15,-1 2 3 0,-5 6-5 0,-2 0-7 16,-2 2 0-16,-4 3 0 0,2 1-7 0,-3 2-1 0,-2 1-6 0,0-1-1 0,-1 2-11 0,2 3-7 16,-2-3-6-16,-4 3-9 0,6 8 1 0,-3-1-1 15,1-1 5-15,-2 5-1 0,2-2-1 16,1 7 7-16,2 1 4 0,-2 0 3 0,0 2-3 15,-1-5 5-15,1 3 0 0,1-2 2 0,-3-1 1 16,-1-2 2-16,2-2-1 0,0 1 3 0,0-3-7 0,-3-1-18 16,2-1-8-1,-2 2-13-15,2-5-7 0,-2 2-3 0,0-2-7 16,-1 3 0-16,0-6-4 0,1 4-7 0,-1-4-10 16,3 4-14-16,-3-4-13 0,0 0-28 0,0 0-88 15,0 0-240-15,0 0-505 0,0 0 223 0</inkml:trace>
  <inkml:trace contextRef="#ctx0" brushRef="#br1" timeOffset="204667.59">26820 14907 301 0,'2'-6'318'0,"0"1"-24"15,0 1-33-15,-2 2-27 0,0 2-21 0,5-6-26 16,-5 6-24-16,0 0-19 0,0 0-18 0,0 0-12 16,2 16-16-16,0-1-9 0,-6 6-7 15,4 2-12-15,-4 6-8 0,1 3-5 0,-5 2-8 0,4-1 2 0,-2 2-11 16,-3 11-8-16,4-1-1 0,-2-10-2 0,4 0-1 15,-3 0-4-15,1-3-2 0,3 1-3 16,0-4-1-16,2-3-22 0,-1-6 0 0,0 1 0 16,1-3-1-16,0-3 2 0,0-1 11 0,0-4-1 15,1-1-8-15,0 1 4 0,1-3 4 0,-1 0-4 16,2-2 2-16,-2 0 2 0,0-1 2 0,2-1 11 0,1 2 3 0,-1-3-3 0,4-1 0 16,0 0 5-16,4-2-9 0,3 1-4 0,4-3-11 15,-1 0-28-15,2-2-28 0,-2 1-37 0,4-4-45 16,-6 2-49-16,7-4-71 0,-7-2-172 0,3-1-463 15,-2 3 206-15</inkml:trace>
  <inkml:trace contextRef="#ctx0" brushRef="#br1" timeOffset="204943.36">26603 15343 250 0,'0'0'301'0,"0"0"-8"0,-13 0-5 15,13 0-29-15,0 0-15 0,0 0-35 0,0 0-15 16,15-9-33-16,3 5-12 15,2-1-28-15,12-2-30 0,4 0-40 0,3 0-46 16,14 0-45-16,2-2-46 0,1 0-58 0,-17 4-247 16,13-7-425-16,-15 3 188 0</inkml:trace>
  <inkml:trace contextRef="#ctx0" brushRef="#br1" timeOffset="205484.08">27174 14727 248 0,'0'-4'337'16,"0"4"-19"-16,-1-4-23 0,1 4-24 0,0-7-28 0,0 7-29 16,0 0-23-16,1-5-26 0,-1 5-25 0,0 0-27 15,0 0-12-15,0 0-13 0,0 0-11 0,0 15-6 16,-1-6-8-16,-1 0-6 0,1 2-8 15,0 2-3-15,-3 3-8 0,-1 4-1 0,1-3-5 0,-2 2-4 16,-1 0-2-16,5-1 0 0,-1-5-3 0,-1-1-4 0,3-2 0 16,0-2-2-16,-2-1 2 0,2-1-2 0,-2-2 4 15,3 0-2-15,0-4 5 0,-1 6 36 0,1-6 25 16,0 4 30-16,0-4 9 0,0 0-7 0,0 0-5 16,0 0-27-16,10-11 5 0,-2 3-19 0,1 0-2 15,2 0-9-15,-2 0-1 0,7-2-26 0,-7 3 10 16,1 2-3-16,-4-2-2 15,2 5-4-15,-3-2-2 0,1 2-13 0,-2-3 1 16,1 4-9-16,0-1-7 0,-5 2-10 0,13 2-23 16,-8-1-19-16,4 4-24 0,0-2-24 0,0 2-31 15,0 4-20-15,0-1-30 0,1 2-34 0,-2 1-44 16,2-3-81-16,-1 0-210 0,-1-1-590 0,1-3 262 16</inkml:trace>
  <inkml:trace contextRef="#ctx0" brushRef="#br1" timeOffset="205884.94">27553 14829 160 0,'0'0'291'16,"-4"-3"-16"-16,4 3-19 0,0 0-24 0,0 0-19 15,0 0-26-15,0 0-14 0,0 0-18 0,-2-5-18 16,2 5-10-16,0 0-13 0,0 0-8 0,0 0-9 0,0 0-7 16,0 0-6-16,0 0-7 0,0 0-4 0,0 0-4 15,0 0-6-15,0 0-7 0,0 0-3 0,0 0-5 0,-1-3-6 0,1 3-1 16,0 0-3-16,0 0-4 0,0 0-3 0,0 0 0 16,0 0 3-16,0 0 2 0,0 0 1 0,0 0 2 15,0 0 0-15,0 0-3 0,0 0-2 0,0 0 1 16,0 0 3-16,0 0-3 0,11-2-4 0,-6 1-9 15,7 0 2-15,2-4-4 0,4 4-5 0,2-2 0 16,8-2-1-16,4 0 0 0,-4 2-7 0,3-2-5 0,-3 4-18 16,0-5-18-16,-6 5-11 0,-4-2-15 0,-4 1-13 15,-3 1-11-15,1-2-5 0,-3 2-22 0,-3-2-17 16,-1 3-32-16,-1-3-34 0,-1 1-32 0,-3 2-218 16,0 0-480-16,-3-7 213 0</inkml:trace>
  <inkml:trace contextRef="#ctx0" brushRef="#br1" timeOffset="206123.34">28047 14642 193 0,'0'0'366'0,"2"-4"-30"0,-2 0-37 15,0 4-28-15,0 0-36 0,0 0-29 0,0 0-39 16,0 0-21-16,0 0-14 0,4 16-14 0,-5-4-17 16,-1 8-2-16,2 6-20 0,-1 3-10 0,-3 0-4 15,0 5-18-15,1-1-29 0,0 1-35 0,-2-1-53 16,1 0-51-16,0-3-71 16,-1-2-233-16,-4-4-460 0,5-8 204 0</inkml:trace>
  <inkml:trace contextRef="#ctx0" brushRef="#br1" timeOffset="206872.74">28710 15187 137 0,'1'-12'330'0,"0"2"-12"15,1 0-6-15,-2 3-27 0,1 2-14 0,0 0-20 16,-1 0-27-16,1 1-31 0,-1 1-20 0,0 3-27 16,4-4-40-16,-4 4-28 0,0 0-11 0,0 0-9 15,2 12-5-15,-1-1-6 0,0 7-8 0,-1 9-3 0,-1 2-5 0,1 2-2 16,1 3-4-16,-2 2-2 0,0 10 1 0,1-9-8 16,-2-3-20-16,0-2-4 0,2 1 3 0,-2 1 5 15,4-5 0-15,-4-1-1 0,2-3 6 0,2-6-7 16,-1 0 1-16,-2-4 6 0,2-3-3 0,0 0 1 15,-1-2-25-15,0 0-7 0,0-5 4 0,-1 1-7 16,2-1 4-16,-2 0 1 0,1-3-2 0,0-2 3 0,-1 6-1 31,1-6 5-31,0 0-6 0,0 0-26 0,0 0-79 16,-9-10-84-16,4 2-36 0,-3-9-133 0,2 3-418 16,-1-12 185-16</inkml:trace>
  <inkml:trace contextRef="#ctx0" brushRef="#br1" timeOffset="207187.81">28708 14862 135 0,'-1'-7'264'0,"0"2"-21"16,1 0-21-16,0-1-21 0,-1 3-28 0,2-1-21 0,-1 4-9 16,6-2-21-16,-6 2-13 0,21 7-8 0,-3 1-12 15,7 5-7-15,3 2-7 0,4 3-7 0,13 7-8 0,1-1 0 16,-1 4-4-16,2-1-7 0,-5 1-2 0,-10-9-4 15,-2 5-7-15,-2-3-5 0,-5 0-4 0,-6 0-8 16,-4-6-2-16,-4 2-3 0,-4-3-6 0,-3 1-2 16,-2-1 5-16,-7 2-8 0,-7 0-2 0,-7 0-1 15,-5-2 5-15,-3-1-4 0,-3-4 3 0,-3 4-1 16,1-5 6-16,0-1-6 16,-3 4-1-16,5-4-2 0,-2 2 3 0,-2 0-3 15,4 1 0-15,4-1 2 0,2 0 6 0,6-1-15 16,1-1-21-16,3 1-26 0,3-2-30 0,4 2-31 15,1 1-14-15,3-2-30 0,2-2-197 0,6 2-385 16,0-3 171-16</inkml:trace>
  <inkml:trace contextRef="#ctx0" brushRef="#br1" timeOffset="207710.77">29156 15709 290 0,'0'0'301'15,"0"0"-15"-15,0 0-12 0,0 0-27 0,0 0-22 0,0 0-24 16,0 0-23-16,0 0-18 0,0 0-18 0,0 0-18 16,0 0-12-16,0 0-15 0,0 0-13 0,0 0-13 15,0 0-6-15,9 3-14 0,-8 2-4 0,0 0-2 0,-2 2-11 16,1 2-3-16,-3 2-3 0,2 2-4 16,-2-2-1-16,-1-1 1 0,2 2-6 0,1-1 1 15,0-1-3-15,-1 1-6 0,0-2 1 0,1-2 0 0,1-2 5 0,-2 0-5 16,2-1 2-16,0 0 6 0,0-4-2 0,0 4 28 15,0-4 31-15,0 4 33 0,0-4 22 0,0 0 6 16,0 0-17-16,0 0-12 0,9-8-11 0,-1 0-9 16,1 0-8-16,-1-1-10 0,4-4 4 0,0 2-22 31,1-1-9-31,-1 0 8 0,-1 4-15 0,-4 3 3 16,3-3-6-16,-6 3-2 0,4 1-10 0,-3 1-6 0,-1 1 0 15,-3-1-11-15,-1 3-7 0,10-3-16 0,-10 3-7 0,8 2-1 16,-4 2-10-16,0-1-3 0,1 2-2 0,0 1 1 15,1 2 3-15,-2 1-1 0,4 0-20 0,-3 0-12 16,2 1-22-16,-1-2-22 0,-1 3-24 16,-1-6-31-16,1 4-34 0,-3-4-42 0,3-1-42 15,-1-1-230-15,0-2-560 0,-4-1 248 0</inkml:trace>
  <inkml:trace contextRef="#ctx0" brushRef="#br1" timeOffset="208359.36">29884 15078 144 0,'5'-5'256'16,"0"2"-14"-16,-1 2-28 0,3 1-35 0,0 0-19 15,3-3-19-15,2 6-14 0,-2-1-8 0,4 2-13 0,7 3-7 16,-6-1-6-16,2 3-11 0,-2 3-9 16,0-2-8-16,-4 3-3 0,-1 1-13 0,0-1-5 15,-4 3-10-15,-2 2 2 0,-4 0-6 0,-4 0-3 16,0 0 0-16,-1 1-9 16,-5-1-1-16,-1 6-3 0,-1-7 3 0,2-2-5 15,-2-3 1-15,1-1-2 0,-2 1 0 0,4-4-4 16,0 0 0-16,4-4 5 0,-1 1 6 0,2-2 9 15,0 2 10-15,0-1 31 0,-1-3 32 0,5-1 24 16,0 0 23-16,0 0-4 0,0 0-33 0,0 0-14 16,0-13-3-16,9 3-12 0,-4-1-3 0,4-3-12 15,4 1-1-15,0 1-11 0,0-3-6 0,1-2-4 0,1 4-8 0,-2 0 1 16,-4 3-3-16,3 1-3 0,-5 4 4 0,2-3 0 16,-3 3-5-16,-1 2 0 0,0-1-7 0,0 2-8 15,-1-1-9-15,0 2-9 0,-4 1-8 0,0 0-5 16,15 4-4-16,-11-2-2 0,1 3-2 0,-1 2 0 15,4 0-5-15,-3 2 4 0,4 1-19 16,-4 0-12-16,3 0-24 16,-2 5-24-16,2-1-25 0,-2 3-28 0,-2-5-34 15,1-4-59-15,-2 1-263 0,-1-1-555 0,1-4 246 16</inkml:trace>
  <inkml:trace contextRef="#ctx0" brushRef="#br1" timeOffset="208591.36">30449 15112 198 0,'3'0'263'16,"2"-3"-29"-16,-5 3-20 0,11 4-20 0,-5-1-16 16,3 3-16-16,-1 1-12 0,2 5-13 0,-1 2-15 15,0 3-11-15,-4 1-9 16,2 11-10-16,-5-3-11 0,-2 4-5 0,-8 3-10 15,0 0-11-15,-3-4-17 0,-4 1-9 0,2-1-14 16,-7-3-20-16,-1 0-16 0,-4 0-18 16,-2-5-29-16,-5-4-19 0,1-3-41 0,-2-2-68 15,4-1-134-15,-1-6-356 0,1-4 159 0</inkml:trace>
  <inkml:trace contextRef="#ctx0" brushRef="#br1" timeOffset="208892.36">29866 14808 57 0,'-27'10'179'0,"-3"6"-18"0,-2 5-15 0,-13 14-22 16,3 5-12-16,0 4-7 0,1 1-9 0,5 5 3 0,4 0 15 16,5 0-6-16,8 6 7 0,9 2-9 0,7-5-4 15,11-1-3-15,15-2-10 0,8 2-2 0,12-10-10 16,27 14-3-16,6-11-19 0,6-9-75 0,8-7-134 16,1-15-169-16,-26-9-347 0,27-5 153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7:08:40.79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4028 2042 98 0,'0'0'184'0,"0"0"-47"0,8-6 7 0,-8 6 9 0,0 0-8 0,0 0 2 15,0 0-9-15,0 0-3 0,0 0-9 0,0 0-4 16,0 0-5-16,0 0 0 0,0 0-4 0,0 0 5 15,0 0-3-15,0 0 10 0,0 0 0 0,0 0 2 16,0 0 0-16,0 0 4 0,1-2 14 0,-1 2-10 16,0 0-2-1,0 0-7-15,0 0 3 0,0 0-11 0,-1-5-4 0,1 5-3 16,0 0-2-16,0 0-10 0,0 0-2 0,0 0-19 16,1-4-7-16,-1 4-7 0,0 0-10 15,0 0-14-15,0 0-9 0,0 0-37 0,0 0-30 16,0 0-45-16,0 0-13 0,0 0 3 0,-5 17 5 15,5-8 9-15,0 15 13 0,-1 5 2 0,-2 5 17 16,2 12 2-16,-5 0 5 0,1-2 8 0,0-6 5 16,1 9 4-16,-4 0 1 0,3 2 5 0,-1-18 2 0,2-2 2 0,-1 2-2 15,1-6 8-15,3 2 13 0,-3-12 4 0,4-2 0 16,-3-3 2-16,2 0-1 0,1-3 2 0,0-1 17 16,-2-1 6-16,0-1 8 0,2 0 15 0,0-1 16 15,0-3 11-15,0 0-20 0,0 0 25 0,1 9 0 16,-1-9 0-16,0 0-7 0,-1 2 0 0,1-2 0 15,0 0-17-15,0 0 3 0,0 0-12 0,0 0-23 0,0 0-18 0,0 0-39 16,0 0-33-16,-2-14-41 0,2 7-49 16,0 2-51-16,0-2-62 0,2-3-79 0,-6-2-283 15,4 2-669-15,4-6 297 0</inkml:trace>
  <inkml:trace contextRef="#ctx0" brushRef="#br0" timeOffset="337.88">4054 2043 191 0,'-5'-4'282'0,"5"4"-16"15,-3-3-20-15,3 3-26 0,0 0-15 0,0 0-23 0,0 0-26 16,0 0-14-16,0 0-12 0,0 0-16 15,-3-2-10-15,3 2-11 0,0 0-3 0,0 0-11 16,0 0-6-16,0 0-9 0,0 0 3 0,16 0 0 16,-6 0 4-16,11 0 1 0,11 0-16 0,4-3-25 0,15-2-1 15,1 0 10 1,2-3-3-16,2 3-1 0,-4-1-6 0,0 0-3 16,-17 3-5-16,-3 0-4 0,0 1 4 0,-11 2-10 15,-1-1 3-15,-2-1-5 0,-5 1-13 0,-3 1-18 16,-1-1-24-16,-4 2-13 0,-1 0-10 15,-2 2 3-15,-2 1 6 0,-3 2 0 0,-4 3-11 16,-7 1-24-16,1 2-32 0,-5 1-48 0,2-4-44 0,-6 9-156 16,3-5-404-16,2 6 179 0</inkml:trace>
  <inkml:trace contextRef="#ctx0" brushRef="#br0" timeOffset="718.61">4034 2684 197 0,'-7'2'225'0,"0"1"-9"16,2 0-8-16,5-3-8 0,-8 2-8 0,4 0-6 0,4-2-14 15,-7 3-11-15,7-3-11 0,0 0 0 0,0 0 2 0,0 0-13 16,29 4-7-16,-4-5-10 0,6-2-16 0,7-2-10 16,13-2-5-16,-11 4-9 0,19-6 0 15,-4 2 0-15,-2-1-15 0,-14 4-1 0,-2 2-7 16,-4-1 0-16,-5-2-6 0,-6 2-8 0,-3 2-2 16,-7-2-1-16,-1 2 4 0,-2 0 3 0,-4 0 8 0,3-1-2 0,-8 2 4 15,9-3-8-15,-9 3-3 0,0 0-10 0,0 0-18 16,0 0-18-16,0 0-24 0,0 0-29 0,-27 0-27 15,13 3-32-15,1-1-29 0,-6-1-46 16,6 0-62-16,-5-2-48 0,0 1-185 0,4 0-518 0,1 0 230 16</inkml:trace>
  <inkml:trace contextRef="#ctx0" brushRef="#br0" timeOffset="1086.01">4109 2453 20 0,'0'0'312'16,"-13"0"-10"-16,13 0-13 0,-6-1-9 0,6 1-16 0,0 0-11 15,-13 1-14-15,13-1-15 0,0 0-18 16,0 0-11-16,0 0-14 0,-9 0-12 0,9 0-20 15,0 0-14-15,0 0-12 16,0 0-14-16,0 0-8 0,27-6-9 0,-8 2-8 16,12-1-5-16,1 2-9 0,5-1-10 0,-1-4-7 15,3 4-2-15,-3-2-15 0,1-1 5 0,-3 2-15 16,-4-2 2-16,-2 2-1 0,-7 2-4 0,-1-1-3 16,-11 3 3-16,2 1 1 0,-3-1 1 0,0 1 0 15,-8 0 7-15,11-3-4 0,-11 3 0 0,8-1 3 16,-8 1 0-16,0 0-6 0,8-1-14 0,-8 1-15 0,0 0-37 0,5 0-40 15,-5 0-44-15,0 0-42 0,0 0-60 16,0 0-79-16,0 0-290 0,0 0-645 0,0 7 286 16</inkml:trace>
  <inkml:trace contextRef="#ctx0" brushRef="#br0" timeOffset="1903.11">5213 2376 222 0,'-1'-4'399'0,"1"4"-17"15,-3-5-5-15,3 5-17 0,-1-4-8 0,1 4-17 16,-4-4-19-16,4 4-24 0,-1-4-28 0,1 4-24 16,0 0-29-16,0 0-28 0,0 0-15 0,0 0-23 15,0 0-19-15,0 0-19 0,0 0-33 0,0 0-15 16,0 0-10-16,6 17-4 0,-6-7-7 0,3 9-4 0,-3 0-4 0,0 8 1 15,1 1 0-15,-1-2-4 0,0 3-3 0,0 1 2 16,3-2-6-16,-3-3 0 0,0-7-1 0,1 2-2 16,0-2-1-16,2 0-7 0,-2-2 5 15,2-3 3-15,-1 2-10 0,-1-5 6 0,2 1-6 16,-3-5 6-16,3 5-1 0,-2-5-5 0,-1-4 6 16,3 3 1-16,-1-1 0 0,-2-4 2 0,1 5 15 0,-1-5 10 0,0 0 16 15,1 3 22 1,-1-3 19-16,0 0 21 0,0 0-1 0,0 0-11 15,0 0-22-15,6-12-2 0,-5 5-7 0,-1-4-11 16,4-6-17-16,0-2-19 0,-2 0-19 0,2-8-12 16,-1-1-15-16,0-2-12 0,-2-3-12 0,-1 2 0 15,-1 1 6-15,-4 1-9 0,1 0 7 0,-2 0-6 16,-3 6 6-16,-1 4 2 0,0 2 6 0,-6-4 1 0,1 9-1 16,1-1 4-16,-4 5 7 0,0 2-8 0,-2-1 8 15,-2 4-7-15,2 2 5 0,0 1 1 0,0 4 3 16,-3 1 1-16,5 4-5 0,-5 4-3 15,5-2 9-15,0 7 1 0,3-2-2 0,-2 2-2 16,8-1 0-16,0 1 3 0,5 2-8 0,1-2 2 16,5-2 5-16,-1 1-3 0,9 0 8 0,2-3-1 0,15-1 6 0,1 0 0 0,9-7 5 15,3-1-11-15,13 2-32 0,1-7-53 16,-4-3-76-16,-11-6-73 0,0 3-77 0,8-5-117 16,-15-1-236-16,-1 0-730 0,-4-1 324 0</inkml:trace>
  <inkml:trace contextRef="#ctx0" brushRef="#br0" timeOffset="2958.15">5503 2406 438 0,'0'0'463'16,"0"0"-16"-16,0 0-2 0,3-14-17 0,-3 14-16 15,2-6-21-15,-2 4-25 0,4-2-27 0,-3 1-27 16,-1 3-25-16,3-4-24 0,-3 4-25 0,2-3-27 16,-2 3-31-16,0 0-14 0,0 0-19 0,0 0-20 15,4-2-17-15,-4 2-16 0,0 0-20 16,0 0-21-16,4 9-4 0,-1-1-3 0,1 3-8 0,-2 0-4 16,4 6-3-16,-3 2-6 0,1 2 7 0,0-1-6 0,0 5-2 31,-1 0-11-31,1-7 5 0,0 0 2 0,1-3-4 0,-2-2-4 15,-1-4 3-15,2 1 1 0,-3-2-4 0,3-2-5 16,-3-1-1-16,2 0 2 0,1-2 5 0,-3-1 6 16,-1-2 4-16,10 0-1 0,-2-4-3 0,1-1 1 15,4-1-6-15,-3-5 0 0,3-2 0 0,-1-2-1 16,0-1-3-16,6-5-1 0,-3 1-2 0,-2 4-3 0,-4-1 4 16,0 2-4-16,1 0 2 0,-2 5 1 0,-3 1-4 15,0-1 11-15,-4 5-1 0,3-1 1 0,1 0-5 16,-5 3-9-16,1 1-17 0,-1 2-17 0,4-2-25 15,-4 2-24-15,0 0 3 0,0 0 7 0,0 0 9 16,0 0-6-16,-1 19-19 0,1-8-10 0,0-3-16 16,0 5-6-16,0-2 1 0,1 2 2 0,4-1 11 0,3 2 7 0,1-2 0 31,6 0-6-31,3-3-3 0,3-2-2 0,-1 1-1 16,11-6-4-16,-1-1 1 0,1-2 10 0,-1-5 11 15,3-2 7-15,-4 1 15 0,-2-5 5 0,-4 2 22 16,-5 0 29-16,-3-1 27 0,-1 1 35 0,0-2 15 15,-6 2 18-15,0-1 8 0,-2 0 22 0,-2-1 13 0,0 3-3 16,-3-2-2-16,-2 2-7 0,-2 1-12 0,-1 1-5 16,-1 0-14-16,-2 3-4 0,-4 1-10 0,0 1-7 15,-6 3-11-15,-1 4-2 0,-1 0-8 0,3 1-2 16,-2 3-3-16,1 1-3 0,-6 5-4 0,4-6-2 16,6 8 0-16,-3-3-1 0,-2 7-6 0,5-5-2 15,4-2-12-15,0-1-15 0,4-2-18 16,-3-2 3-16,4 0-7 0,2-3 6 0,1-2 9 0,-1 0 6 0,2 1 12 15,0-5 12-15,7 4 7 0,3-6 4 0,0-2-4 0,7-4-2 16,-1 0 2-16,3-2-6 0,3-3 1 0,1 1-2 16,3-1 0-16,-2-2-3 0,-1 0 0 15,-1 2 0-15,-6 2-3 0,1 1-1 0,-2-1 2 16,-1 4-5-16,-1 3 3 0,-4-4-5 0,-4 5-1 16,4 2-1-16,-4-2-8 15,0 0 1-15,7 1-5 0,-7 4-1 0,4 1 0 16,0 1-2-16,1 2 3 0,-1 1 1 0,4-2-5 15,1 8 6-15,-1-4 0 0,1 2-29 0,1-1 4 0,-1 2-12 0,1-4-16 0,-2 1-5 16,1-4-11-16,-1 0 10 0,1 1 3 0,-1-6-2 16,1 0 13-1,-1-1 4-15,-3-6 9 0,3 2 1 16,1-5 12-16,-6 3 10 0,3-8 14 0,-5 5 25 0,-1-6 4 0,2-1 16 16,-1-1 12-16,-2-1 13 0,2-5 7 0,-4-2 1 15,0 0 7-15,0-4-6 0,0 4 15 0,-1-2 9 0,-1 9 11 16,2 0 17-16,-1 1 11 0,0 5 1 15,-1 3-1-15,-1 0-8 0,2 0-10 0,-1 6-16 0,2-1-15 16,-2 1-14-16,0 4-32 0,0-6-32 16,0 6-41-16,0 0-41 0,0 0 5 0,0 0 11 0,3 15 3 0,-6-1 9 15,-3 10 5-15,5 2 6 0,-1 2 8 0,0-1 4 16,1 1 5-16,0 1 0 0,2-1 8 0,-1-10-12 16,0 3-11-16,0-1-11 0,1-5-15 0,-1 1-15 15,0-5-9-15,2 1-19 0,-2-4-23 0,1-4-14 16,-1 3-9-16,0-4-8 0,0 1-10 0,0-4-49 15,0 0-85 1,0 0-98-16,0 0-260 0,0 0-714 0,-10-14 315 16</inkml:trace>
  <inkml:trace contextRef="#ctx0" brushRef="#br0" timeOffset="3205.34">6469 2326 155 0,'-5'1'301'15,"1"2"-8"-15,-1-2-14 0,5-1-4 0,-9 0-13 16,9 0-17-16,-4 3-20 0,4-3-8 0,0 0-2 16,0 0 3-1,0 0-17-15,22 2-22 0,6-4-12 0,4-1-21 16,4 1-8-16,2-1-16 0,2 1-9 0,-1-1-17 16,0-1-15-16,-3 1-25 0,-6 2-22 0,-7 0-26 0,-2-2-15 15,-3 1-17-15,-4 0-15 0,-5 2-8 0,-2-2-13 16,2 1-11-16,-5 0-22 0,-4 1-43 15,5-4-42-15,-5 4-34 0,0 0-39 0,0 0-234 16,0 0-526-16,-23-7 234 0</inkml:trace>
  <inkml:trace contextRef="#ctx0" brushRef="#br0" timeOffset="3537.29">7080 2302 416 0,'0'-12'496'0,"0"7"-8"0,0 0-5 16,0 1 1-16,0-2-1 0,0 2-22 0,0-1-14 0,0 0-34 15,-3 2-40-15,3 3-34 0,0 0-41 0,0 0-29 16,3-6-35-16,-3 6-32 0,0 0-22 0,0 0-29 16,0 0-19-16,0 0-17 0,0 0-10 0,1 19-12 15,3-9-9-15,-4 5-7 0,1 3-18 0,-1-2 10 31,4 2-6-31,-4 2-9 0,1-3-9 0,-1 1-1 16,3-2-5-16,-3 1-14 0,1-7-23 0,-1 2-30 0,0-1-35 16,2-1-36-16,-2-5-30 0,0 0-17 0,0 2-13 0,2-2-2 15,-2-3 6-15,0-2 5 0,0 0 13 16,0 5-33-16,0-5-54 0,0 0-40 0,-13-11-38 0,7 3-38 16,-3-2-36-16,1-7-50 0,-7-3-223 0,5-4-704 15,-3-4 312-15</inkml:trace>
  <inkml:trace contextRef="#ctx0" brushRef="#br0" timeOffset="3676.69">6982 2210 98 0,'-3'-16'251'15,"-2"-1"25"-15,4 4 19 0,-2 1 18 0,2 2 24 16,-3 1 2-16,3 0 1 0,0 5-2 0,1-3-7 16,0 1-18-16,0 2-22 0,0 0-27 0,1-3-27 15,-1 7-28-15,-1-3-24 0,1 3-16 0,0-7-22 16,0 7-28-16,0 0-43 0,7-2-49 0,-3 2-47 16,-4 0-67-16,10 1-62 15,-5 2-71-15,2 2-72 0,1 3-103 0,-2-4-237 16,-1 1-685-16,0-2 302 0</inkml:trace>
  <inkml:trace contextRef="#ctx0" brushRef="#br0" timeOffset="4445.64">7272 2301 3621 0,'0'0'515'16,"0"0"-180"-16,0 0-64 0,0 0-54 0,0 0-31 15,0 0-31-15,0 0-21 0,0 0-16 0,0 0-21 16,0 0-14-16,0 0-8 0,-3 4-12 0,3-4-11 16,0 0-8-1,0 0-9-15,0 5-11 0,0-1-10 0,3 1-11 16,-2 2-7-16,0-2-9 0,-1 6-4 0,1-5-5 16,1 1-1-16,-1 1 0 0,0-3-6 0,-1 2-2 0,0-2-7 15,2-1 13-15,0-2 2 0,-1 1 6 0,-1-3 7 16,2 5 15-16,-2-5 0 0,0 0 4 15,0 0-2-15,20-9 7 0,-15 1 1 0,9-1 10 16,-1-3-3-16,-4 4-1 0,1-4-2 0,3 1-2 0,1 0 3 0,0-2-9 16,-6 2 4-16,2 4 3 0,-1-2-3 0,-3 4 5 15,-2 0 0-15,1-2-5 0,0 6-5 0,-1-3-5 16,-4 4-3-16,8-3-7 0,-8 3-13 0,0 0-17 16,8 0 5-16,-8 0 5 0,7 5-12 0,0 0-14 15,3 5-1-15,-4-5-12 16,3 6-8-16,-1-5-16 0,3 4-7 0,2-1-1 0,-4-2-3 0,1 1 12 0,-1-3 12 0,4-1 2 15,-4-2 6-15,-1 0 20 0,3-2-7 16,1-2 9-16,-3 0 1 0,2-3 18 0,-2-2 26 16,0 2 11-16,-1-3 21 0,2 1 23 0,-4-5 9 0,2 4 16 15,1-3 13-15,-4 1 14 0,3 0 3 0,-2 0 5 16,-1 1 4-16,0 1 7 0,-1 2-2 0,1 1-3 16,-5 0-7-1,4 0-15-15,-4 3-11 0,1-3-12 0,3 3-14 16,-4 2-25-16,0 0-29 0,0 0-18 0,0 0 3 15,10 11-1-15,-5-1 0 0,3 7 5 0,0 2-6 16,1 10-3-16,-2 3-1 0,1 2 2 0,0 12-1 0,-3 0 7 16,0 2-1-16,-5-2 4 0,0 0 1 0,-1-8 3 15,-3-3-3-15,0-1 3 0,-1 1-2 16,-3-5 9-16,2-3-4 0,-7 1 2 0,4-6-2 0,0-3 0 16,-1-5 2-16,2-4 3 0,1-3 4 0,-3-1 2 15,1-1 2-15,-3-6 6 0,-1-2 8 0,3 0 22 16,1-4 18-16,-1-2 19 15,2-5 11-15,4-3-1 0,2-3-10 0,3-8-6 16,7-5-3-16,8-14-11 0,10-3-14 0,2-1-7 16,6 1-10-16,18-16 0 0,-16 26-10 0,2-2-2 15,-10 17-4-15,1 3-8 0,-6 1 4 0,0 3-3 16,-5 6-3-16,-5 1-3 0,-4 3-2 0,1 3-1 16,-2 0-8-16,-3-1 0 0,0 3-6 0,0 2-16 15,-3-3-28-15,1 3-52 0,-3 1-58 0,0 0 10 16,0 0-4-16,-11 14-49 0,-1-6-88 0,-4 5-93 15,-1-3-125-15,-1-1-419 0,0-2-1004 0,4-3 444 16</inkml:trace>
  <inkml:trace contextRef="#ctx0" brushRef="#br0" timeOffset="5208.46">9205 2210 89 0,'0'0'213'0,"3"-5"-9"0,-2-2-4 0,0 5 0 16,4-3 0-16,-2-1 2 0,-1 0 4 0,2-1 4 15,0-1 6-15,2-1 8 0,0-1 10 0,1 0 3 16,-2-1 2-16,-1 2 7 0,-1-2 18 0,3 4-5 16,-5-1-10-16,2 1-17 0,0 2-26 15,0 1-18-15,-3 0-25 0,1 0-20 0,2 2-23 16,-3 2-38-16,0 0-37 0,0 0-25 0,0 0 2 0,5 17-6 0,-4-3-5 15,6 16 4-15,-7 6 2 0,0 10-6 0,-4 1 8 16,1 2-4-16,3-3-5 0,-1-14-9 0,1 4 18 16,0-2-7-16,4-3 0 0,-4-2-2 0,0-5-1 15,1-5 0-15,-1-2 6 0,0-6-11 0,0-2 6 16,3 1-9-16,-3-5-6 0,-4-1 2 0,5 3 1 16,-1-4 2-16,3 0 1 15,-3-3-8-15,-3 4-13 0,3-4-45 0,0 0-56 16,0 0-31-16,-6-9-29 0,2 1-36 0,-5 2-29 15,4-5-43-15,-3 4-56 0,-1-8-269 0,-1-1-663 16,1 3 294-16</inkml:trace>
  <inkml:trace contextRef="#ctx0" brushRef="#br0" timeOffset="5462.69">8869 2452 188 0,'-22'3'208'15,"9"-1"-7"-15,3 3-8 0,-2-3-7 0,5-2 0 0,-1 3 3 16,3-3-12-16,5 0-16 0,-5 3-9 0,5-3 9 31,0 0 6-31,19 0-13 0,9-6-8 0,7 4-12 16,22-8-15-16,7-1 14 0,27 1-10 0,-27 0-7 15,5 2-6-15,-4 1-12 0,-1-1-12 0,-5 1-9 16,-8 0-9-16,-13 4-9 0,-2-1-2 0,-5 0-1 16,-8 1-5-16,-5 1-15 0,-4 1-2 0,-3 1 0 0,-3-2 0 15,-1 1-15-15,-2 1-2 0,-5 0-8 0,6-1-2 16,-6 1-25-16,0 0-11 0,0 0-11 15,0 0-13-15,-28 1-19 0,17 0-20 0,0 1-28 16,-2-2-41-16,4 1-41 0,-1-1-66 0,0 1-215 0,1-1-521 0,0 1 231 16</inkml:trace>
  <inkml:trace contextRef="#ctx0" brushRef="#br0" timeOffset="6179.63">9823 2162 461 0,'2'-4'499'0,"-2"1"-26"0,0 3-40 0,1-4-46 0,-1 4-39 0,3-3-43 0,-3 3-33 32,0 0-35-32,0 0-31 0,0 0-21 0,5 10-16 15,-3-1-17-15,1 5-14 0,-1 13-16 0,2-4-4 0,-4 5-15 0,0 1-12 16,-1 4-7-16,1-1-8 0,-3 0-2 0,0-1-11 15,1-1-5-15,-2-2-3 0,3-8-6 0,0-1-17 16,0-2 2-16,1-6-14 0,0-1-5 0,0-1 2 16,0-4-3-16,-2 0 6 0,2-1 13 0,0 0 4 15,0-4 19-15,0 0 8 0,0 0-14 0,0 0-2 16,11-8-5-16,-6 1-5 0,5-3-4 0,-3-1-11 0,10-6-10 0,-3 1-6 16,2-5-17-16,-2 7-6 0,1 0-14 0,-1 1-2 15,-1 3-2-15,-3-1-3 0,-1 5-6 16,1 2-1-16,-1-3-9 0,-4 5-14 0,2 1 1 15,-2-1-4-15,-5 2 6 0,11 3 3 0,-6-1 1 16,2 5 13-16,-2-3-5 0,1 2 0 0,-1 5 11 0,-1-6-7 16,1 5 2-1,-1-2-18-15,1 2 30 0,-1-1 3 0,2-2-1 16,-2-2-13-16,1 0 27 0,-1 0-9 0,0-1 11 16,1-1 7-16,0-2 5 0,3-1-5 0,3-1 3 15,1-4 5-15,2 0 4 0,4 0 10 0,-3-2 6 16,12-5 0-16,-3 1 7 0,1-2-26 0,-1 0 19 15,0-3 1-15,2-1 2 0,-7 2-5 0,0 3 3 16,-5-2-3-16,3 2 6 0,-7-4 17 0,4 5 7 0,-9 1 15 0,3 3 11 16,-4 2 5-16,-3-2-5 0,-1 0-11 0,-4 4-9 15,-5 1-6-15,-5 4-3 0,-12 1-10 16,-3 4-2-16,-5 3-1 0,-1 7-7 0,2-1-7 16,1 1 2-16,0 3-3 0,8-1-2 0,2 1-3 15,4 3-5-15,5-8-19 0,3 3 0 0,8 3 2 0,4-2-3 16,3-2 4-1,17 3 5-15,7-2 2 0,21 2 3 0,8-7-2 16,5-6 5-16,28-2-2 0,1-2 6 0,-28-6-6 16,27-2 1-16,-26 2-3 0,-5-1 2 0,-2-3 8 15,-20 4-6-15,-1 2 0 0,-8-1-2 0,-7-2 6 16,-5 3 7-16,-6-3 0 0,-3 4 17 0,-2 0 6 16,-1-3-6-16,-1 1-10 0,-4 2-25 0,0 0-26 15,-15-1-45-15,3 1-63 0,-3 0-87 0,-5-1-96 0,-9-5-481 0,9 3-869 16,0 0 386-16</inkml:trace>
  <inkml:trace contextRef="#ctx0" brushRef="#br0" timeOffset="7001.16">12650 2152 100 0,'0'0'275'0,"-8"-2"-18"0,5 0-29 16,3 2-19-16,-7-1-20 0,7 1-22 0,0 0-15 15,0 0-18-15,-5-1-11 0,5 1-15 16,0 0-7-16,0 0-13 0,0 0-1 0,0 0-13 0,0 0-4 0,23-1-9 16,-11-2 27-16,-2 3-11 0,2-4-3 0,3 3-12 15,-1-3-5-15,-3-1-6 0,3 0 0 0,-4 1-1 16,2-2 2-16,-2 0 12 0,-1 1 8 0,-1 0-4 15,-3-1 12-15,0 0 8 0,-1 2-2 0,-3 0 1 16,2 0-8-16,-2 0-11 0,-1 4-6 0,-8-5-19 16,2 4-2-1,-6 1-11-15,-1 2-15 0,-7 3 8 0,-7 6-7 16,-3 0 2-16,-2 9 6 0,1-3-14 0,-1 4 5 0,1 1-2 0,-4 11-1 16,8-8-2-16,3 1-6 0,1 1 0 0,5 0 4 15,2 1-6-15,5-2 3 0,3 2-4 0,7-1-5 16,2-8 0-16,11 6 11 0,3-4 3 0,12 0-6 15,11-7 7 1,17-1-7-16,5-4-8 0,31-6-17 0,-24-6-28 0,27-4-38 0,-29-2-35 0,27-6-44 0,-32 1-53 16,-1 2-50-16,-3-3-252 0,-7-3-565 0,-1 2 251 31</inkml:trace>
  <inkml:trace contextRef="#ctx0" brushRef="#br0" timeOffset="7327.64">13462 2163 252 0,'-3'-5'314'0,"2"0"-6"16,-2 0-22-16,-1 2-23 0,3-2-23 16,1 5-22-16,-4-2-28 0,4 2-17 0,-9 0-26 15,9 0-13-15,-10 8-13 0,2-2-12 0,-2 6-15 16,-4 3-7-16,-1 4-10 0,-2 1-9 0,4 1-1 16,-3 1-11-16,2 2-4 0,1-2-11 0,4-5-2 0,1-2-1 15,2 1-4-15,0-6-4 0,3 2 0 0,3 0 6 0,0 0-5 16,3-4 7-16,1-1-2 0,2-2 7 0,4 0 4 15,8 1 1-15,0-6-7 0,11-4-2 0,-1-3-3 16,-1 4-1-16,5-9-2 0,-5 2-10 0,-8 0 5 16,4-4-9-16,1-2-2 0,-6 6-2 0,-4-5 3 15,3 3-19-15,-6-5 20 0,-2 2-1 0,0-3-3 16,-4 0-7-16,-1-3-5 0,-4 8-1 0,-1-2-4 0,-2-1-10 0,-2 7-4 16,-5 1-11-16,1 1 0 0,-8 0-7 0,-2 3-11 15,0 1-7-15,0 3-18 0,-9 5-21 16,5-3-31-16,-4 5-32 0,10-2-46 0,-2 4-68 15,4-1-232-15,5-3-541 0,4 0 240 0</inkml:trace>
  <inkml:trace contextRef="#ctx0" brushRef="#br0" timeOffset="7766.15">13832 2329 180 0,'0'0'318'0,"-3"2"-17"16,3-2-22-16,0 0-23 0,0 0-22 0,0 0-26 15,15-4-19-15,-3 2-19 0,9-3-21 0,-1-1-9 16,11-3-14-16,-3-3-13 0,0 4-10 0,1-6-9 16,-3 0-18-16,-2-1 0 0,2 0 9 0,-8 3 0 15,-5-1 7-15,0 3-1 0,-2-2 4 0,-5 2-5 16,-1-1-14-16,-1 0 3 15,-4 1-1-15,-1 2-15 0,-3 1-4 0,-5 3-7 16,-4 0-5-16,-7 2-13 0,-11 4 1 0,-1 4-3 16,-5 2-12-16,2 1 10 0,1 10-11 0,-9 5-2 15,12 0-3-15,3-2-2 0,2 3 1 0,5-3-5 16,7 4-1-16,2-4 3 0,3 2-2 0,8-6-3 16,4 2 4-16,4-2 4 0,10 1-3 0,8-2 12 15,2-2-11-15,6-4 7 0,6-5-2 0,-1-1 9 0,14-4-14 16,2-2 17-16,-3-3 6 0,-1 0 6 0,-14-3-6 15,-8 0-3-15,1-3 2 0,-10 7 21 0,-7 1 18 0,2-1 8 0,-4-1-4 16,-1-1-9-16,-1 0-9 0,-4 4-15 0,-3-3-24 16,3-3-25-16,-4 4-54 0,-3-2-54 0,2 0-62 15,-4-2-59-15,-4 2-72 0,1-2-389 0,2-1-754 32,-2 2 334-32</inkml:trace>
  <inkml:trace contextRef="#ctx0" brushRef="#br0" timeOffset="9132.62">14422 2012 58 0,'0'-11'317'0,"2"-2"-14"0,0 3-18 0,2 1-23 15,1-3-23-15,-4 4-22 0,3 0-22 16,-1 2-18-16,1 1-22 16,-1-1-17-16,0 2-15 0,0 2-18 0,-3 2-10 15,7 1-15-15,0 4-2 0,-4 5-13 0,3 2 2 16,0 5-4-16,0 11-10 0,-3 3-2 0,3 16-3 15,-6 4-2-15,0 4-2 0,-4-3-3 0,2 8-19 0,-1-4 13 16,-3-2-2-16,6 2 4 0,1-8-5 0,3-14-2 16,0-1-8-16,5-3 4 0,-4-4-4 0,1-2 6 15,2-9-6-15,-3-5 5 0,0-2 3 0,2 0-6 16,-1-1 40-16,-1-5 13 0,4-1-1 0,-3-3-15 0,3-3 24 16,-1-2-16-16,1-3-1 0,-1-1-26 0,-2-2 22 15,1-4-6-15,-4 2-9 0,1-3-11 0,-3-2 1 16,-2-6-18-16,-5 1-5 0,-2 0-9 0,-1 0-9 15,-2 2-6-15,-6 1-3 0,-2 1-2 16,-3 3-3-16,-2 3 1 0,-3 1-3 0,-5 3 4 0,3 3-3 0,-2 2 7 16,-1-2 1-16,9 5-18 0,3 3 26 0,0 0-7 15,0 0-2-15,7 0 4 0,3 3-30 0,-1-2-35 16,4 2-14-16,3-2 5 0,1 2 10 0,3-3 7 16,0 0-5-16,0 0 6 0,35 0-2 0,-17-4-13 15,14 0-4-15,3-5-9 0,-1 1-4 0,1-2 2 16,-2-4 3-16,0 4 5 15,0-4 9-15,-1-3 10 0,-1 0 6 0,-3-1 15 16,-1-1 9-16,-3 1 18 0,-3-3 23 0,-1 0 19 16,-4 2 16-16,-4 1 21 0,-2-1 21 0,3 2 25 15,-5 3 13-15,-2-2 22 0,-2 6 17 0,0-1 4 16,0 6 2-16,-2-2-11 0,-2 2-10 0,3 0-11 16,-2 1-16-16,2 0-20 0,-3 4-19 0,1-4-26 15,-1 4-21-15,0 0-1 0,0 0-6 0,-4 21 0 0,0-5 3 16,2 3-11-16,-6 13-1 0,-1 15 2 0,1-14 1 15,3 20-2-15,-5 0 1 0,5 0-3 0,1 0 1 16,4-4-6-16,-2 6 5 0,4-18-2 0,2-4 0 16,1 1-1-16,5-4 5 0,-1-6-3 0,0-5-4 15,-1-1 2-15,1-4 2 0,0-2-3 0,-2-3 4 16,-1-4 2-16,2 0-1 16,-1-3 12-16,1-2 0 0,-8 0 0 0,12-3 3 15,-5-2-9-15,-4-1 0 0,1-4-4 0,-2 1-2 16,-2-4-1-16,-2-3-4 0,-2-2-17 15,-5 0-3-15,-3-3-7 0,-1-2-7 0,-6 1 0 0,0 5 1 16,-2 0-9-16,-3 1 18 0,-3 1-12 0,4 2 4 16,-3 4 4-16,1 0-2 0,3 4 4 0,2 2 1 15,7 0 8-15,-1 1-4 0,5 1-7 0,4-3 1 0,5 4-28 16,-12-2-6-16,12 2-12 0,0 0-9 0,0 0 24 16,0 0-1-16,35-12 3 0,-6 7-9 0,4-2 1 15,18-3 6-15,1 0 3 0,0 3-1 0,2-8 17 16,-3 6-9-16,-12 4-10 0,1-3 20 0,-1 1-10 15,-4-3 20-15,-3 2 1 0,-2 0-14 0,-1-1 17 16,-10 3 4-16,-1 3 18 0,-8-2 24 0,-1 2 39 0,0 0 18 0,-9 3 18 16,9-5 2-16,-2 4 1 0,-7 1-1 0,6 0-5 15,-6 0-8-15,6-2-9 0,-6 2-11 0,0 0-19 16,0 0-17-16,0 0-18 0,0 0-3 16,9 3 4-16,-9 6-7 0,-2-1-5 0,-2 2-1 15,-1 2-6-15,1 0 3 0,0 5 2 0,3-1 1 16,0-1-3-16,-2 2 1 15,3-1-1-15,-1-3-4 0,2-3-16 0,2 2-11 16,-1-1-11-16,1-5-36 0,-1 1-15 0,0-2-24 16,0-1-8-16,-1 1-11 0,-1-5-6 0,0 0-50 15,0 0-79-15,0 0-84 0,0 0-318 0,13-13-721 16,-13 5 320-16</inkml:trace>
  <inkml:trace contextRef="#ctx0" brushRef="#br0" timeOffset="9268.11">15219 2089 191 0,'-4'-5'386'0,"-1"1"-37"0,2-1-32 0,-1 2-34 0,4 3-32 16,-1-7-41-16,1 7-54 0,0 0-46 15,0 0-26-15,0 0-40 0,0 0-41 0,0 0-50 0,0 0-66 16,34 9-101 0,-22-6-121-16,2 1-364 0,-1-3 162 0</inkml:trace>
  <inkml:trace contextRef="#ctx0" brushRef="#br0" timeOffset="9847.03">15599 2227 233 0,'0'0'256'0,"-5"3"-17"0,5-3-13 0,0 0-12 15,-4 5-15-15,4-5-10 0,0 0-11 0,0 0-9 16,0 0-14-16,0 0-14 0,36-8-16 0,-18 3-9 15,2-2-16-15,3 2-6 0,3-4-9 0,-7 1-10 0,2-1-14 16,0 1-2-16,-7-1-5 0,3 2-2 0,-7 2-7 16,-1 1-2-16,0 0 18 0,-4 0 8 0,-1-1 4 15,1 5-1-15,-5 0-3 0,4-3-12 0,-4 3 7 16,0 0-26-16,0 0 5 0,0 0-9 0,-27 11-4 16,10-4-8-16,2 3-2 0,-5 7 4 0,-1-1-4 0,1 6-13 15,1-3 11-15,1 1-5 0,1 3-1 16,3-1-3-16,3 1-1 15,2-5-2-15,1-1 3 0,4 0-1 0,3 0 0 16,2-5 1-16,2 1-1 0,2-1 4 0,5-5-1 16,2-2-3-16,7 4 15 0,1-6-12 0,11-3 0 15,2-4-1-15,0 0-3 0,3-5 1 0,0 2-4 16,-2-4 1-16,0-2 3 0,-4 0 0 0,0 0-1 16,-4-3 16-16,1 2 10 0,-7-3 10 0,-4 4 11 0,-4-1 18 15,0-3 6-15,-1 1 10 0,-2 1 13 0,-1 3 12 0,-2 1 11 16,-3 0-1-16,0 4 9 0,-2 2 10 15,2-3-2-15,-1 4-11 0,-2 4-13 0,2-7-12 16,-1 2-13-16,-1 5-16 0,0 0-12 0,4-5-38 16,-4 5-17-16,0 0-20 0,0 0 2 0,0 0-4 15,0 17 0-15,-1-5 7 0,-1-1 3 0,1 7 2 0,-2-1 0 16,1 4 0 0,1-4 4-16,-2 3 4 0,-1-3-11 0,2 1-19 15,-1-1-13-15,0-1-15 0,3-4-23 0,-1-2-22 16,1 1-10-16,1-6-24 0,-1 0-5 0,0 2-13 15,0-7 19-15,-3 3-22 0,3-3-48 0,0 0-47 16,0 0-41-16,-18-12-38 0,13 5-293 0,-2-3-672 16,0-5 298-16</inkml:trace>
  <inkml:trace contextRef="#ctx0" brushRef="#br0" timeOffset="9985.04">16071 2042 320 0,'-4'-6'372'16,"4"1"-25"-16,-4 0-27 0,3-2-36 0,0 5-24 15,1 2-31-15,0 0-26 0,2-8-46 0,-2 8-49 16,4-4-45-16,-4 4-42 16,0 0-47-16,10 0-43 0,-10 0-74 0,16 3-76 15,-9-1-153-15,3 0-402 0,1 0 179 0</inkml:trace>
  <inkml:trace contextRef="#ctx0" brushRef="#br0" timeOffset="11573.46">16420 2334 113 0,'-3'2'342'0,"0"3"-2"0,3-5-4 0,-1 5-7 16,1-5-26-16,0 0-21 0,0 0-42 0,0 0-15 16,0 0-17-16,19-7-15 0,-6 2-23 0,5-4-17 15,1-2-18-15,-1 2-11 0,5-8-18 0,1 5-7 0,-1-3-13 16,-7 5-6-16,0-5 0 0,0 2-15 0,-1 3-2 15,-3-5-10-15,-1 6-14 0,-5-1-1 0,2 1 1 16,-3-2 0-16,0 3-9 0,3-1-15 0,-7 2 15 0,-2 2-3 16,-2-2-9-16,3 7-5 0,-10-5-8 0,5 2 3 15,-6-3 0-15,-3 6-8 0,-2 3 3 16,2 0-9-16,-8 1 4 16,1 0-16-16,0 6 26 0,1-5-11 0,-6 9 0 15,11-4-3-15,-8 4 5 0,6-2-3 0,2 2 1 16,6 2 1-16,-3-3-6 0,7 3-10 0,-2 1-5 15,6-5-4-15,3 3 0 0,4-3 3 0,5 2 2 16,4-1 3-16,4-4-5 0,5 0-2 0,6-5-18 16,-1 0-11-16,2-4-5 0,-1-1 2 0,1-2 1 15,1-1 13-15,-4-2 1 0,-1-2 8 0,-3-4 1 0,-6 3 8 16,-1-1 5-16,-3-5 31 0,1 6 25 0,-6 0 24 16,-1-4 10-16,2 7 28 0,-2-6 13 0,-2 5 25 15,-1 2 15-15,-1 1 8 0,-3 0 2 0,2-1-9 16,-3 5-19-16,6-4-15 0,-6 4-16 0,0 0-22 15,4-5-28-15,-4 5-12 0,0 0-9 0,0 0 0 16,0 0-3-16,-4 17-5 16,1-9 0-16,0-1-3 0,0 5-2 0,2-4-2 15,-1 5-2-15,0-1-14 0,2-3-3 0,-2 2-3 16,-1-1-5-16,3-5-10 0,-4 2-6 0,4-2 7 16,0-5 8-16,0 5 6 0,0-5 9 0,-2 5 17 15,2-5 16-15,0 0-3 0,0 0-6 0,0 0 1 16,13-14-2-16,-11 8-3 0,8-3-8 0,-2 1 3 15,4-3-2-15,0 5-3 0,-4-3-5 0,1 3 4 0,0-3-5 0,-3 5-1 16,1 0 0-16,-5 2-2 0,5-3 0 16,-2 1-2-16,2 3-2 0,-7 1-4 0,0 0 2 15,13 0 0-15,-13 0-5 0,13 1 7 0,-3 3-14 16,-1 1-4-16,1 0-3 0,3-2-12 0,-4 7-19 16,6-8-24-16,-4 6-4 0,1-2-17 0,2-3-19 15,3 0-15-15,-3-1-16 0,-1 1 6 0,1-3 5 0,-4 0 11 0,-1-5 16 31,1 2 12-31,0-2 12 0,-3-2 7 0,2 1 22 16,-4-7 16-16,0 3 14 0,0-2 34 0,2-3 17 16,-2-3 16-16,0 2 16 0,0-3 5 0,0 2 12 15,0-3 3-15,0-6 6 0,3-1-1 0,-1 1-3 16,1 0-1-16,1-1 3 0,-5 8 1 0,2 2 9 16,-6 6 6-16,4-1 4 0,-3 3-7 0,2 2-13 0,-2 2-13 0,1 1-16 15,-2 0-39-15,0 4-32 0,2-3-27 0,-2 3 16 16,0 0 1-16,4 17 2 0,-4-5 0 15,-3 5 8-15,2 0 1 0,1 4 9 0,-2 7 2 16,-1 1-4-16,-1-2-4 0,0 4-10 0,2-6-13 16,-2 1-11-16,-2-2-12 0,3-4 3 0,-1-8-2 15,0 0 3-15,2-1-12 0,-1 0 19 0,-1-2 2 0,-1-1 11 0,0-2 12 16,-1-5-1-16,-4 2 9 0,-1-1-7 0,0-2-14 16,-2-5 21-16,-6 3 14 0,1-8 1 0,0 4 0 15,-1-5 0-15,-3 4 5 0,3-1-1 0,1-2 3 16,1 3 9-16,1-2 18 0,6 4 0 0,2 1-1 15,2 0 16-15,3 0-2 0,-1-1-7 0,3-2-19 16,4-1-9 0,8 1-3-16,7-4-7 0,13 0-7 0,7-3-14 0,13-1-7 15,3 3-3-15,1-1-19 0,-3 2 21 0,2 1-4 16,-2 1 8-16,-13 2 4 0,0 1 5 16,-5-1-3-16,2 0 9 0,-5 0 4 0,-13 4 22 15,1 1 25-15,-7-2 25 0,-2 1 30 0,-3 1 22 16,-1 1 8-16,-1-1 16 0,2 0 8 0,-7 2 4 15,7-1-10-15,-7 1-11 0,7-1-15 0,-7 1-11 0,3-1-13 0,-3 1-9 16,0 0-11-16,6-2-8 0,-6 2-15 0,0 0 0 16,0 0-11-16,0 0 0 0,0 0-8 0,0 0-1 15,6-1-4-15,-6 1-6 0,0 0-3 0,0 0 0 16,0 0-1-16,0 0-4 0,0 0-5 0,0 0 0 16,0 0-3-16,0 0-8 0,0 0-2 0,0 0-5 15,0 0-3-15,0 0-4 0,0 0-1 0,0 0 3 0,0 0-4 0,0 0-3 16,8 3 1-16,-8-3-4 0,0 0-2 0,0 0 5 15,0 0 1-15,0 0-6 0,0 0 1 0,0 0 5 16,0 0-4-16,0 0 2 0,0 0 7 0,0 0 0 16,0 0-3-16,0 0-2 0,0 0 0 0,0 0 3 15,0 0 3-15,0 0-7 0,0 0-4 0,0 0 1 16,0 0 4-16,0 0 0 16,0 0 2-16,0 0-3 0,0 0 4 15,0 0 5-15,0 0-1 0,0 0 2 0,0 0-2 16,0 0 6-16,0 0-3 0,0 0 4 0,0 0-5 15,0 0 6-15,0 0-1 0,0 0 9 0,0 0-4 16,0 0 5-16,0 0-4 0,0 0-3 0,0 0 2 0,0 0 3 16,0 0-8-16,0 0 5 0,0 0 3 15,0 0-3-15,0 0 2 0,0 0-2 0,0 0 2 0,0 0-1 0,0 0 3 16,0 0-7-16,0 0 7 0,0 0-4 0,0 0 6 16,0 0 1-16,0 0-1 0,0 0 2 0,0 0-5 15,0 0 5-15,0 0-5 0,0 0 0 0,0 0 1 16,0 0-2-16,0 0 4 0,0 0 0 0,0 0-7 15,0 0 4-15,0 0-3 0,0 0 2 0,0 0 0 16,0 0 3-16,0 0-3 16,0 0 3-16,0 0-2 0,0 0 1 0,0 0 0 15,0 0-3-15,0 0-2 0,0 0 7 16,0 0-2-16,0 0-2 0,0 0 1 0,0 0-2 0,0 0 3 16,0 0 4-16,0 0 3 0,0 0-11 0,0 0 4 15,0 0 1-15,0 0-4 0,0 0 0 0,0 0-11 16,0 0-20-16,0 0-16 0,0 0-33 0,0 0-33 15,0 0-46-15,0 0-57 0,0 0-52 0,0 0-60 0,0 0-397 16,0 0-787-16,0 0 348 0</inkml:trace>
  <inkml:trace contextRef="#ctx0" brushRef="#br0" timeOffset="15512.07">17866 2051 11 0,'1'-3'326'0,"1"1"-10"0,-2 2-14 0,0 0-16 0,-2-7-19 31,2 7-24-31,0-4-21 0,0 4-36 0,0 0-7 15,3-1-17-15,-3 1-16 0,0 0-13 0,0 0-18 16,0 0-13-16,0 0-16 0,0 0-12 0,-18 8-2 16,8-2-12-16,-5 4-6 0,-2 1-6 0,-9 5-4 15,10-2-18-15,-6 0 12 0,5-3-8 0,3 3-2 16,-1-1-2-16,2 0-5 0,1 0-3 0,5-4-3 0,1 3 0 0,0 0 0 16,3-2-24-16,0 0 5 0,6 1-3 15,-2 0 2-15,4 2 4 0,3-5-3 0,8 7-3 16,-4-6 5-16,8 1 2 0,-3-3 1 0,7 6 2 15,-5-4-8-15,-2-1 10 0,0 0-7 0,-2 0-10 16,-6-3-18-16,0-2-7 0,-4 4-5 0,0-5 2 16,-5 5 2-16,-4-2 12 0,-11 3-6 0,0 1-1 0,-7-2-2 15,-6 1-8-15,-3-5-23 0,-1 4-21 0,0-3-40 16,3-2-50-16,6-2-56 0,-4-2-196 0,8-1-464 0,6-3 205 16</inkml:trace>
  <inkml:trace contextRef="#ctx0" brushRef="#br0" timeOffset="16013.04">19081 2077 19 0,'-6'-2'344'0,"6"2"-25"0,-4-5-27 0,4 3-39 16,-5-1-20-16,1 2-21 0,4 1-17 0,-13-1-21 0,3 1-22 15,-1 4-15-15,-6-1-17 0,0 2-8 0,-2 2-20 16,0 3-5-16,-5 4-4 0,6-1-16 0,-5 3-15 15,1 0 3-15,4-3-4 0,-1 4-5 0,5-2-6 16,5-1-11-16,-2-1 8 0,4-2-3 0,3-3-3 31,3 3 0-31,0 1-13 0,3-4 17 0,2 1 1 0,4-3 1 16,5-1 8-16,3-2 1 0,6-2-4 0,6-3 0 16,3-2-1-16,-2-2-5 0,-1-5-2 0,-1 3 27 0,-9-2-2 15,1-2 7-15,0 2 12 0,-5-4-2 16,3 3-1-16,-7-2-7 0,-2-3-11 0,0 0-1 15,-7 0-9-15,3 1-10 0,-8-2-13 16,-1 2-9-16,-4-2-11 0,0 1-2 0,-8 3-12 0,3 2-2 16,-5-2-7-16,-1 7-3 0,4-2-17 0,-11 3-8 0,7 3-12 0,-1-1-22 15,4 1-15-15,-1 2-31 0,4 0-30 0,2 3-40 16,3-2-55-16,4 0-29 0,1 1-226 0,4-2-547 16,0 0 242-16</inkml:trace>
  <inkml:trace contextRef="#ctx0" brushRef="#br0" timeOffset="16429.41">19430 1756 48 0,'2'-5'419'0,"0"0"-36"0,-1-1-38 0,3 4-40 15,-4 2-36-15,2-7-28 0,1 7-47 0,-3 0-18 0,0 0-22 16,1 20-16-16,-5-3-16 0,2 11-14 0,-3 4-6 0,-3 4-8 15,-2 10-11-15,-1 5-8 0,-1-2-10 0,-2 1 3 16,6-4-6-16,1-10-8 0,2-1 7 0,-1-2-15 16,4-2-4-16,1-2-1 0,2-1 0 0,3-4-4 15,-2-4-5-15,0-4 1 0,3-2-3 0,-3-4 1 16,2-1 2-16,-3-3 10 0,1-1 8 0,2-1 15 16,-3-1 12-1,-1-3 9-15,0 0 2 0,0 0 6 0,0 0-13 16,0 0-2-16,18-13-15 0,-17 6-6 0,-1-5-12 15,-1-1-18-15,-3-3-10 0,-5-1-18 0,-6-7-13 16,-2 5-3-16,-1-1-4 0,-2-1-7 0,-6 5 6 0,4-2 0 16,4 7 8-16,4 1-8 0,-1-1 11 0,3 6-3 15,2-2 1-15,3 2-1 0,0 0 0 0,2 3-7 16,3-2 3-16,2 4-5 0,-2-6-10 0,2 6-16 0,20-9-13 16,1 6-44-16,11-4-37 0,4 0-21 0,19-1-31 15,4 1-38-15,3-2-74 0,-3-1-245 0,1-2-594 16,-1 2 263-16</inkml:trace>
  <inkml:trace contextRef="#ctx0" brushRef="#br0" timeOffset="16782.9">20387 1734 3470 0,'3'-10'211'0,"-2"0"-63"15,-1 5-16-15,0-2 28 0,0 1-13 0,0 2-25 16,4 0-33-16,-3 1-21 0,-1-2-15 0,0 5-16 15,0-4-9-15,0 4-13 16,0 0-19-16,0 0-14 0,0 0 8 0,0 0-1 16,4 22 3-16,-1-6-5 0,-1 9 15 0,-4 3-8 15,-1 2-3-15,2 3-1 0,-3 1 3 0,-1 0 3 16,-3 0 6-16,3 2 4 0,1-1-5 0,-2-3-6 16,-2 1 11-16,4-4-5 0,-2 2 4 0,2-2-1 15,2-10 5-15,-1 6-3 0,-1-6 3 0,4-7-4 16,0 5-3-16,-2-7 4 0,4 2 0 0,-4 0 0 0,0-7-1 15,2 2 2-15,0-1 7 0,0-6 3 0,2 8-3 16,-2-8 8-16,0 0 0 0,2 8 4 0,-2-8 2 16,0 0-5-16,14 0 2 0,-14 0-9 0,23-3-7 15,-5-4-38-15,0 1-54 0,1-7-49 0,4 1-57 16,0-5-75-16,3 0-82 0,-6-2-294 0,3 1-692 16,-4 1 306-16</inkml:trace>
  <inkml:trace contextRef="#ctx0" brushRef="#br0" timeOffset="16930.25">20228 2080 261 0,'0'0'343'0,"-6"1"-41"16,6-1-32-16,0 0-30 0,20-9-22 0,-1 4-31 15,16-2-43-15,1-1-54 0,19 2-56 0,-2-5-54 16,6 2-59-16,3-3-78 0,-4 1-149 0,-1-2-331 15,-1-1 147-15</inkml:trace>
  <inkml:trace contextRef="#ctx0" brushRef="#br0" timeOffset="17314.59">20920 1598 273 0,'0'0'449'0,"-2"-4"-51"15,2 4-46-15,-2-5-34 0,2 5-43 0,0 0-33 16,0 0-27-16,0 0-29 0,0 0-17 0,-6 9-17 16,5-2-11-16,-3 3-19 0,0 5-12 0,-2 4-10 15,-2 0 0-15,3-2-16 0,-4 12 2 0,1-9-26 0,3-3 4 16,-1 0-8-16,2-3 1 0,0-2-7 0,0-4-7 15,4-1-6-15,-5-2-12 0,5 1 8 0,0-3 16 16,0-3 13-16,-1 6 25 0,1-6 0 0,0 0-2 16,18-8-13-16,-8 4-4 0,6-4-7 0,1 0-4 15,0-2-3-15,1 1-9 0,-2 1-6 0,-1 1-5 16,-3 3-5-16,2-1-10 0,-4 2-1 0,3 0-1 16,1 2-7-16,-2 1 2 15,1 2-8-15,-1 5-8 0,6 1-5 0,-1 4-22 16,1-1-17-16,2 7-50 0,-5-3-52 0,-2 1-61 15,1 1-93-15,-5-2-405 0,2 1-768 16,-3-8 341-16</inkml:trace>
  <inkml:trace contextRef="#ctx0" brushRef="#br0" timeOffset="19364.05">22319 1580 239 0,'4'-18'282'0,"1"2"4"0,-1 4-3 16,-3 2-11-16,3 2-35 0,-4 3-18 0,0 0-27 15,4 0-23-15,-4 3-26 0,0 2-44 0,0 0-15 16,0 0-7-16,1 22-10 0,2 4-8 0,-7 8-8 16,-5 15-2-16,-1 6-5 0,1 6-4 0,-4-1 2 15,-1 19-6-15,5-25-5 0,1-2 0 0,2-4-3 16,2 0-1-16,3 0 1 0,2-14-2 0,3-5 0 0,1 3 4 15,2-6-2-15,-4-8-1 0,5-1 1 0,-3-1-1 16,2-6 2-16,-4-1 3 0,1-1 9 0,0-3 18 0,-4-1 24 16,0-4 30-16,5 3-5 0,-5-3-3 0,0 0-9 15,9-10-9-15,-4 5-10 0,-5-2-5 16,3-4-14-16,-3 0-12 0,-3-6-8 0,1 2-14 16,-6-2-24-16,0-1 3 15,2 0-11-15,-8 2-1 0,1-1 0 0,-5-3-2 16,4 7-10-16,-1 0 7 0,0-1-7 0,-2 3 7 15,3 1 4-15,1 4-5 0,3-2-6 0,0 3-6 16,2 1-15-16,3-1-23 0,1 2-34 0,4 3-53 16,-6-5-32-16,6 5-6 0,0 0-24 0,0 0-28 15,0 0-260-15,24-3-543 0,-11 2 239 0</inkml:trace>
  <inkml:trace contextRef="#ctx0" brushRef="#br0" timeOffset="19966.09">22470 1973 292 0,'10'-5'313'0,"-3"-6"-21"0,0 6-20 0,2-2-28 16,4 1-22-1,0-1-22-15,2 5-21 0,3-3-20 0,0 4-15 16,0 1-17-16,2 3-17 0,-1 1-11 0,1 4-5 16,-4 2-10-16,1 0-5 0,0 4-10 0,4 4-10 15,-8-1-1-15,-4 0-9 0,1 4-3 0,3 2-4 16,-9-3-3-16,0-3-3 0,-2 1-3 0,-7 9 6 15,1-9-3-15,3-6-12 0,-3 3-1 0,0-3-4 16,-1-3 2-16,1-3 0 0,-1 1 3 0,4-2 4 0,-3 1 10 0,4-6 34 16,-5 5 9-16,5-5 28 0,0 0-10 0,0 0-31 15,0 0-12-15,0 0-18 0,18-33-2 16,0 13-13-16,6-1-2 0,3 0-9 0,14-9-7 16,2 3-18-16,-1 1-8 0,3-1-3 0,1 3 1 15,0 0-5-15,-11 10 7 0,0-2 0 0,0 4 3 16,-3-2 1-16,0 4 1 0,-5 0 8 0,-8 3-8 0,-9 3 4 0,3 0 5 15,-4 3 7-15,-3-2 4 0,1 1 3 0,-3 0 4 16,-1 1-2-16,-3 1-6 0,7-3 6 0,-7 3-6 16,0 0-1-16,0 0 2 0,-14 13-8 0,3-3 2 15,-4-1 5-15,1 5-7 0,-4 1-1 0,-1 2 1 16,-2 0-2-16,1 3 4 0,5 1 4 0,1-5-3 16,3-1 1-1,2 1 4-15,4 0-4 0,-1-4 3 0,2-4-5 16,4 3 10-16,0-1-2 0,1 0 3 0,2-2 3 0,8-1 5 15,-2-2 0-15,3-2 13 0,3-2-11 16,3-1 5-16,0-2 2 0,2-2 9 0,0-2-4 16,-1 1 6-16,-1-4 3 0,-4 4 10 0,2-7-10 0,-3 4-4 15,-3-3-3-15,-1 1 2 0,0-1-8 16,-1-3-2-16,-7-2-7 0,3 4-7 0,-4 0-4 0,0-1-20 0,-4 4 9 16,-2-3-14-16,-2 3-10 0,-1 1-15 0,-5 0-14 15,1 1-7-15,-6 2-25 0,0 1-13 0,0 3-22 16,0-1-23-16,1 4-27 0,-3-2-40 0,6 1-40 15,2 0-49-15,3 3-194 0,1-2-539 0,9-2 238 16</inkml:trace>
  <inkml:trace contextRef="#ctx0" brushRef="#br0" timeOffset="20404.84">23625 1936 222 0,'9'1'323'0,"-9"-1"-35"16,5 2-34-16,-5-2-15 0,4 2-37 0,-4-2-19 0,3 5-16 0,-3 1-13 16,0-2-17-16,-3 8-9 0,3-4-13 0,-1 4-8 15,-2 1-11-15,-1 3-7 0,3-2-11 0,-4 3-5 16,5-7-11-16,-4 2 1 0,3-5-11 0,1 1-4 16,0-1-5-16,-1 0-2 0,1-7-5 0,-3 7 21 15,3-7 40-15,0 6 39 0,0-6-8 0,0 0-17 16,0 0-8-16,19-11 4 15,-10 2-3-15,4-1-14 0,4-2-11 0,-7 0-9 16,4-2-5-16,-1 1 0 0,8-4-12 16,-6 6 2-16,6 3-11 0,-12 0-1 0,1 1-3 15,-2 0-6-15,-1 4-7 0,-1-1-5 0,-2 0-4 16,-4 4-5-16,7-6-5 0,-7 6-4 0,8 0 1 0,-8 0 3 16,9 6 3-16,-5-2-10 0,1 1 1 15,-3 2-10-15,5 2 3 0,-1-1-6 0,-2 0-3 0,1 1-17 0,0-2 7 16,-1 3-2-16,-1-5 5 0,-1 0-1 0,2 0 0 15,0-1 2-15,0-1 7 0,0 1 9 0,-4-4 0 16,15 0 11-16,-15 0 0 0,23-7 4 0,-10 5 4 16,6-5-4-16,-1-1-2 0,0 2 1 0,3 0 1 15,-7 0-9-15,7 2 0 0,-3 2 13 0,-2 0-11 16,1-1-6-16,-2 2-13 0,-3 1-30 0,2 0-30 0,0 2-50 0,2 2-48 16,1 1-62-16,0-3-79 0,-6 1-303 15,7 2-666-15,-5-3 295 0</inkml:trace>
  <inkml:trace contextRef="#ctx0" brushRef="#br0" timeOffset="21190.38">25235 2063 319 0,'0'0'293'0,"0"0"-31"15,9 0-30-15,-9 0-22 0,17-8-15 0,-2-1-21 16,3 1-15-16,1-4-10 0,-1 0 3 0,9-4-9 16,-4-2 0-16,3-1-4 0,-5-1-1 15,0-4-10-15,-2 1 2 0,-1-2 0 0,-2-2-5 0,2 1 2 0,-7-3 4 16,6 2-11-16,-9-2-6 0,5-4 5 0,-6 3-1 16,-3 1 9-16,5-2 2 0,-5 4 4 0,-4 9 12 15,3 6-11-15,-3-1-2 0,1 3 2 0,-2 0-11 16,1 4-17-16,0 0-11 0,0 1-30 0,0 3-26 15,0 2-16-15,0 0-6 0,-12 10-7 0,4 4 1 16,-5 1 2-16,0 10-6 0,-3 3 7 0,-8 15-1 16,11 3-4-16,-3-3 1 15,3 2-4-15,6-10-6 0,1 0-8 0,1-4-4 16,5 1-4-16,1-6 5 0,3 1-2 0,2-8 6 16,1-2-7-16,5 0 13 15,0 0 6-15,4-6 4 0,0 0-1 0,3-4 7 0,4-2 5 16,7 0-9-16,-2-5 0 0,0-3 7 0,-8 1 4 15,0-3 0-15,-3-2 5 0,0 0 0 16,0-2 0-16,-1-2-4 0,-2 1-4 0,-5-2 3 0,0 2-5 0,-1-6-6 0,-6 1-4 16,1 3-15-16,-2-1 2 0,-5 0 1 0,2 1-8 0,-5 2 2 15,0-2-12-15,-5 0-5 0,3 4-15 0,-5 4-12 16,2-1-5-16,-2 1-2 0,1 3-26 0,0-2-20 16,0 2-36-16,3 3-15 0,-1 0-36 0,3 0-32 15,3 1-5-15,1 1-5 0,3 1 1 16,1-5-17-16,7 10-17 15,4-8-26-15,2 2-192 0,7 0-528 0,7 0 234 16</inkml:trace>
  <inkml:trace contextRef="#ctx0" brushRef="#br0" timeOffset="21522.5">26093 1857 50 0,'6'-5'252'0,"-1"0"12"16,0 0 6-16,-1 3-2 0,-1-4-1 0,-1 3-14 15,0 0-25-15,-2 3-14 0,0-8-26 0,0 7-13 0,0 1-23 16,-7-5-14-16,2 4-17 0,5 1-11 0,-13 3-17 15,2 1-5-15,-2 2-12 0,-2 2-4 0,-1 0-12 0,1 2-9 16,1 2-6-16,-3 1-1 0,5 0 4 0,1 2-14 16,-1-1-1-1,5-2-9-15,3-1-1 0,0 0-2 0,2-1 0 16,2 0-2-16,1 0-8 0,6-2 10 0,-1-2 0 0,4-1 0 0,4 0-5 0,4-3 2 0,0-1-2 16,1-2 1-16,-1 0 0 0,1-4 1 0,-2 2-6 15,0-6 0-15,-6 3-2 0,2 0 2 0,-4-3-2 31,0 0-4-31,0-1 4 0,-4-2-2 0,1-2-13 16,-1-1-14-16,-3-1-10 0,-2 3-4 0,-2-4-10 16,-3 4-2-16,1-3-10 0,-5 5-5 0,2 1-12 0,-5 2-6 0,1-2-9 15,-6 5 0-15,4 0-15 0,-2 3-6 0,-2 0-12 16,2 1-14-16,5 1-27 0,-3 1-27 0,4-1-23 16,5 3-177-16,-3-1-418 0,7-2 185 15</inkml:trace>
  <inkml:trace contextRef="#ctx0" brushRef="#br0" timeOffset="22246.53">26632 1451 396 0,'4'-12'430'0,"-2"4"-13"15,-2-2-43-15,2 3-34 0,0 3-44 0,-2-1-33 16,0 2-38-16,0 3-60 15,0 0-22-15,0 0-18 0,0 0-8 0,0 25-10 16,-4 0-11-16,-6 5-7 0,5 6-17 0,-5 10 3 16,-4 3-13-16,2-1-5 0,0-2-1 0,5-12-5 15,2-1-4-15,4 2-3 0,-2-6-8 0,-1 0 3 16,6-3-8-16,-2-2 8 0,0-6-11 16,1-2-7-16,0-4-5 0,0-2-8 0,1-3 1 0,-2 0 2 0,0-3 2 15,0 2 8-15,2-2 18 0,-2-4 23 0,2 4 26 16,-2-4-3-16,0 0-7 0,0 0-19 0,0 0-8 15,-15-14-20-15,7 7-8 0,-3-1-11 0,2-2-12 16,-7-3-4-16,-1 1-5 0,-1 2-13 0,-6-6 2 16,-3 4 4-16,-5 2-4 0,8-2 4 0,3 5-5 15,-5-3 8-15,9 6-5 0,-1-1-15 0,7 2-1 16,2 1-15-16,1 0-7 16,3 0-32-16,0 2-13 0,1-3-9 0,4 3 6 15,0 0-6-15,0 0 2 0,19-5-7 0,0 4-7 16,8-6-8-16,4 3-9 0,3-2-9 0,0-1 4 15,1-2 0-15,1 2 15 0,0-3 10 0,-3 0 15 16,2-3 9-16,-4 0 23 0,0 1 20 0,1-3 21 16,-6 0 28-16,-1-2 30 0,-3 1 23 15,0-1 28-15,-9 4 26 0,-1 1 22 0,-4 5 24 0,2-2 21 0,-2 3 9 0,-2 0-7 16,-1 1-5-16,1 2-18 0,-4-1-14 16,1 3-20-16,-3 1-19 0,6-3-22 0,-6 3-16 15,0 0-10-15,6 11-4 0,-6-2-2 0,-1 4-3 16,-4 5-6-16,1 0-2 0,-1 6-5 0,-3 3-3 15,-1 2 2-15,-1-3 1 0,1 4-12 0,0-4 10 16,-1 1-8-16,0-4 2 0,6-6-4 0,-1-3-6 0,1-3 8 0,0-1-7 16,3-2-2-16,0-3 1 0,0 0 9 0,-1 0 34 15,1-2 32-15,1-3 1 0,0 0-6 0,16-5-6 16,-4-2-16-16,5-3-3 0,7-2-4 0,0-2-8 31,0 2-5-31,2-1-3 0,-6 4-2 0,-3-1-7 16,2 0-4-16,-2 1-1 0,1 2-4 0,-7 4-7 15,2-1 0-15,-1 0-4 0,0 4-1 0,0 0-19 0,-1 3-12 0,3 0-30 16,-3 4-31-16,2 1-16 0,-1-1-43 0,0 5-21 0,2-1-42 16,-3 2-54-16,1-6-70 0,-5 3-349 0,7-1-737 15,-3-1 326-15</inkml:trace>
  <inkml:trace contextRef="#ctx0" brushRef="#br0" timeOffset="22925.94">28544 1557 295 0,'0'0'281'0,"-5"-2"-27"0,-2-1-26 0,-1 3-19 0,-4 0-26 0,-6 4-14 16,-3 0-20-16,-7 3-14 0,-1 2-15 0,-2 3-9 16,3-2-13-16,-1 7-3 0,-1-2-16 0,4 1-9 15,1-1-12-15,2 2 4 0,5-4-12 0,4 1-6 16,0 0-3-16,5 1-3 0,0-1-3 16,5 2-4-16,2-3 0 0,4-1-3 0,2 1-2 15,5 4-1-15,4-5-3 0,5 0 4 0,5 2-9 0,2-2 1 0,2-4-4 16,0 3 5-16,1-3-6 0,0 2-1 0,-1-3-2 15,-4-2 1-15,-5 0-4 0,-4-1 1 0,0 0 3 16,-4-1-5-16,-1-2-5 0,-3 0 3 0,-1 0-2 16,1 1 5-16,-6-2 4 0,-4 6-1 0,-2-3-3 15,-6 0 3-15,-7 0-1 0,0 0-1 0,-12 2-5 16,3-1 4-16,-3-1-5 16,3-2-7-16,-1 2-16 0,1 0-17 15,6-3-15-15,3 0-26 0,0 0-28 0,1-3-43 16,5 1-52-16,5 1-226 0,2 0-463 0,6-5 205 0</inkml:trace>
  <inkml:trace contextRef="#ctx0" brushRef="#br0" timeOffset="23195.5">28849 1710 45 0,'3'-5'461'0,"-3"0"-4"0,-3 1-21 15,3 4-26-15,0-5-41 0,0 5-36 0,3-6-34 16,-3 6-46-16,0 0-27 16,0-4-27-16,0 4-43 0,0 0-18 0,0 0-12 15,0 0-16-15,0 19-8 0,0-9-13 0,-3-1-2 0,2 3-10 16,1 1-8-16,0 3-5 0,-3 2-18 0,3-2-17 16,0-4-15-16,0 2-47 0,0-3-16 15,-1 1-18-15,1 0-17 0,0 0-25 0,0-3-27 0,-3-1-18 16,3-2-32-16,0 0 1 0,-1-1-26 0,1-5-54 15,-8 1-255-15,8-1-562 0,0 0 248 0</inkml:trace>
  <inkml:trace contextRef="#ctx0" brushRef="#br0" timeOffset="23345.47">28826 1550 2672 0,'-4'-10'136'0,"4"1"-67"0,-1 2-2 0,-1 2 1 0,4 0-15 0,-6 0-18 16,4 2-16-16,0 3-30 0,2-6-26 0,-2 6-16 31,7 0-15-31,-7 0-22 0,14 6-39 0,0-1-51 16,-1-2-65-16,1 6-140 0,8-2-416 0,5 4 185 15</inkml:trace>
  <inkml:trace contextRef="#ctx0" brushRef="#br0" timeOffset="23827.76">29529 1650 123 0,'-30'-6'274'0,"2"-2"-15"0,7 6-20 16,-5-2-22-16,4 4-20 0,1 0-20 0,0 5-16 16,-2-1-21-16,4 3-13 0,-8 5-14 0,8-3-8 15,-3 5-11-15,3 5-9 0,3-6-12 0,-1 5 1 0,7-1-12 16,-4 4-7-16,6-4-7 0,1 0 0 15,3 0-9-15,0 1-3 0,4-6-3 0,1-2-1 16,2 1-4-16,3-1 1 16,2 0 0-16,-1-3-6 0,5 0 0 0,0-2-2 15,6-2-1-15,-5-2-3 0,10-1-2 0,-5-1 1 16,1-4-2-16,3-1 4 0,-5 0 9 0,-1-5 5 16,1 2 8-16,-2-4 4 0,1-2 4 0,1-7 0 15,-3 2 5-15,0-5-4 0,1 0 2 0,-3-4 0 16,1 0 1-16,-4-2-10 0,1-1 4 0,3-14-8 0,-8 12 19 15,5-13 0-15,-3 14 28 0,-3 2 29 0,-2-1 37 16,2 5-10-16,-3 6 20 0,1 9 5 0,-2-3 9 16,0 5-14-16,1-2-15 0,-1 7-21 0,0-2-30 15,0 5-41-15,-1-3-47 0,1 5-18 0,0 0-2 0,0 0-2 0,-13 16 3 16,4-1-5-16,-5 8-1 0,2 5-21 0,1 4-11 16,-1-1-17-16,1 17-24 0,3-14-15 15,4-2-7-15,4 2-19 0,2 12-20 0,0-14-25 0,4-1-30 16,-1-6-52-16,3-5-58 0,0-5-281 0,3 0-647 15,-2-6 287-15</inkml:trace>
  <inkml:trace contextRef="#ctx0" brushRef="#br0" timeOffset="24360.14">29700 1801 236 0,'0'0'320'0,"0"0"-20"15,0 0-13-15,0 0-10 0,0 0-22 0,0 0-26 16,0 0-25-16,0 0-18 0,0 0-20 0,0 0-13 16,28-6-17-16,-14 5-13 0,4-4-11 0,3 3-13 15,-1-1-12-15,1 0-7 0,-2-3-9 0,2 1-11 0,-3-1 4 0,4-2-15 16,-7 0 2-16,2-2-11 0,-2 2 1 0,1-3-3 16,-7 4-1-16,-2-3 7 0,3 3 12 0,-3-3 12 15,-2 4 2-15,0-3-3 0,-2 5-8 0,-2-3-16 16,-1 7-8-16,-1-9-8 0,-6 8-4 0,0-1-4 15,7 2-5-15,-23 3-2 0,5-1-4 0,-3 5 6 16,3 0-6 0,0 3 0-16,-1-1-10 0,3 3 3 0,-7 3 3 15,8-1-5-15,0-1 3 0,5 1 0 0,-1 1-4 16,3-1 1-16,1 3-7 0,5-5 4 0,1 0 2 16,1-1-2-16,1 0 5 0,5-1 0 0,5 2 1 15,0-5 3-15,3 0 4 0,4-2-2 0,-3 2 3 0,4-4-1 16,3 2 5-16,-4-8 11 0,4 3 3 0,-2-2 12 15,-2-1 10-15,5-2 6 0,-2-2 7 0,-3-2 10 0,6-3 6 16,1-1 6-16,-8 1 4 0,6-4-1 0,0-1 0 16,-4-3-2-16,2 1-8 0,-1 2-6 15,-6 2 3-15,0 3 9 0,-2 2 13 0,-2 2 9 0,-4 2-7 16,-1 1-11-16,0 0-11 0,-1 3-12 0,2-1-15 16,-6 3-9-16,8-4-26 0,-8 4-11 0,0 0-3 15,9 9 0 1,-5-1-1-16,1 4-6 0,0-3-6 0,2 3-3 15,0 3 4-15,-1 2-5 0,1-1-15 0,-3-1-20 16,2-1-34-16,-2 3-28 0,0-7-46 0,0 0-40 16,-3-2-52-16,2-4-40 0,-2 3-57 0,0-3-72 15,-1-4-266-15,0 0-743 0,0 0 328 0</inkml:trace>
  <inkml:trace contextRef="#ctx0" brushRef="#br0">5029 4796 84 0,'4'-5'225'0,"0"2"-24"0,1-1-22 0,3 3-11 16,4 0-17-16,1-1-21 0,7 2-15 0,2 4-11 0,10 3-12 15,0 2-5-15,-1 0-8 0,-1 3-11 0,2 6-6 16,-1-1-7-16,-2 2-6 0,-2 5-7 0,-5-2 1 0,0 4-8 16,-6 1-3-16,0-1-3 0,-7 3 1 0,-2-2-4 15,-6-1-1-15,-2 3 3 0,-5 1 7 0,-3-4 6 16,-1-2 5-16,-7 3 2 0,-1-4 4 0,-1-1 8 16,0-2 2-16,-2 0 7 0,4-6 1 0,1-2 1 0,-2-2 3 15,3 0 7-15,2-5 0 0,3 0 13 0</inkml:trace>
  <inkml:trace contextRef="#ctx0" brushRef="#br0" timeOffset="29115">6368 4867 43 0,'3'-12'473'0,"-3"-1"-44"0,2 4-10 0,-2-3-15 0,0 3-21 0,2 2-14 15,-2 3-25-15,0-2-29 0,0 2-31 0,0 0-39 16,1 0-19-16,-1 4-29 0,0-5-31 15,0 5-46-15,0 0-48 0,0 0-23 0,0 0-12 16,0 17 0-16,1-1-5 0,2 4-4 0,-5 6-2 0,2 8-1 16,-1-1 6-16,0 0-8 0,0 13-4 0,-1-13-4 15,2 1 4 1,0 0-6-16,0 0 3 0,3-2-10 0,-4-1 6 16,2-3 5-16,0 2-4 0,2-4 0 0,-3-7 2 15,2-3-18-15,1 0-26 0,-2-3 0 0,0-4-27 0,-1 1-2 16,2-3-6-16,-2-2-1 0,3 0 9 15,-4-2 14-15,-3 1-1 0,4-4-24 0,0 0-48 16,0 0-33-16,0 0-22 0,-10-14-15 0,6 4-13 16,0-1-17-16,-1-9-22 0,-1 3-29 15,1-5-216-15,-4-5-522 0,5-3 231 0</inkml:trace>
  <inkml:trace contextRef="#ctx0" brushRef="#br0" timeOffset="29423.59">6289 4675 11 0,'-8'-33'310'0,"2"2"10"0,-3 2 21 16,0 3 12-16,4 8 3 15,1 1-12-15,-4 2-1 0,7 5-24 16,-4-1-13-16,3 1-26 0,-1 5-22 0,3 1-30 0,0-1-29 0,-3 1-22 16,2 0-25-16,1 4-23 15,1-4-17-15,-1 4-13 0,13-3-12 0,-3 3-8 16,11 3-6-16,-2 2-16 0,13 4-16 0,6 2-6 16,-3 2-11-16,-1 1-9 0,2 3-4 0,10 3-5 15,-4 13-6-15,-12-12 1 0,-4 4-11 0,-2 0-7 0,-3 1-2 16,-3 1-8-16,-4 0 0 0,-5-3-4 0,-8 5 3 0,-2-2 5 15,-7 2 8-15,-3-5 16 0,-7 1-13 0,-4-2 11 16,-3-1-1-16,-3-1 4 0,-2 1 0 0,0-4 3 16,-4-1 10-16,2 2-5 0,-2-6 8 0,3 2-18 0,-2-2 12 15,2-2-4-15,6 0 1 0,3-4 2 0,3 0-4 16,7-2-3-16,2 0-4 0,0-3-22 16,4 0-40-16,0 3-67 0,1-3-46 0,3-1-9 0,-1 2-3 0,3-3-30 31,10 2-49-31,2-2-74 0,3-1-223 0,2 0-610 0,3-2 271 15</inkml:trace>
  <inkml:trace contextRef="#ctx0" brushRef="#br0" timeOffset="29714.93">6731 5179 14 0,'0'0'374'0,"-1"-3"-30"0,1 3-21 0,-3-4-25 16,3 4-21-16,0 0-24 0,0-5-18 0,0 5-27 16,0 0-20-1,0 0-16-15,0-7-23 0,0 7-5 0,0 0-19 16,0 0-16-16,0 0-14 0,0 0-15 0,0 0-22 15,0 0-21-15,-2-2-35 0,2 2-34 0,0 0-43 0,0 0-29 16,0 0-38-16,0 0-56 0,-13 9-291 0,13-9-530 16,-8 1 234-16</inkml:trace>
  <inkml:trace contextRef="#ctx0" brushRef="#br0" timeOffset="30941.33">5082 4919 59 0,'1'-3'228'0,"2"-2"-24"0,1-2-18 0,1 3-19 16,4-1-15-16,1 0-20 0,2 0-11 0,-3 1-13 0,5 1-8 0,4 2-16 16,1-1-4-16,-2 7-5 0,2-1 0 0,1 1-2 15,-2 6-8-15,5 2 3 0,-2 4-5 0,-2 4-3 16,-2 2-3-16,-2 3-2 0,-1 1-3 0,-4 0 4 15,-2 2-12-15,1 6-2 0,-4-3-3 0,-5 0-4 16,1 14-4-16,-2-15 1 0,-3 2-2 0,0-3-5 16,-2 0 1-16,-2-2-1 0,0-4 3 0,2-4 0 0,2-3 3 0,-6-3 2 15,6-4-4-15,0 1 2 0,3-6-1 0,-3 1-1 16,3 0 11-16,0-3 17 0,-1 0 32 0,2-3 33 16,-2 7 30-16,2-7 8 0,0 0 24 0,0 0-13 15,0 0-19-15,8-13-20 0,-3 1-11 0,1-4-12 16,4-7-15-16,3-5-5 0,0-1-8 0,2-3-11 15,-2-3-10 1,9-12-5-16,-2 1-13 0,3 5-3 0,-6 9-5 0,-1 0-3 16,-2 0 0-16,0 3-6 0,-2 1 1 0,2 2 2 15,-4 2 2-15,-1 0 7 0,-1 8 3 0,-2 0 3 16,3 4-12-16,-5 2 10 0,4 2 6 0,-7 0-3 16,3 3-3-16,0 0-2 0,-2 1-10 15,-2 1-5-15,0 0-9 0,0 3-7 0,0-5-10 0,0 5-32 16,0 0-7-16,0 0-10 0,0 0 11 0,0 0 1 0,-5 22 5 15,0-5 2-15,0 2 8 0,-4 7 1 0,0 2 1 16,0 4-1-16,-3 1 8 0,2-2-5 0,3 1-7 16,0 1 16-16,2-4 0 0,2-3 1 0,2 0 0 15,2-9 4-15,1 0-3 0,0 0 8 0,4 1-1 16,-1-5 0-16,6 1 8 0,-2-6 5 0,9-1 0 16,4 0 6-16,11-6-8 15,6-2 9-15,13-2 0 0,-3-4-26 0,-10 0-53 16,-2-2-77-16,1 1-85 0,-5 0-104 0,-3-1-406 15,-3 1-794-15,-7 2 352 0</inkml:trace>
  <inkml:trace contextRef="#ctx0" brushRef="#br0" timeOffset="31758.26">6661 5211 95 0,'0'-3'338'16,"0"-1"-17"-16,0-1-5 0,0 5-15 0,-3-3-22 0,3-2-23 16,0 5-30-1,0 0-21-15,0-5-26 0,0 5-21 0,0 0-17 16,0 0-22-16,0 0-15 0,0 0-11 0,3 13-6 16,1-6-10-16,-2 3 8 0,-1 9-20 0,3 7-5 15,0 1-6-15,-4-1-7 0,1 3-1 0,-2 1-4 16,1-1-1-16,0-1-7 0,0 0-2 0,1-1-3 0,-1 1-2 15,0-10-1-15,0 0 0 0,3 0-11 0,-3-1 3 16,0-5 3-16,1 0-9 0,-1-3-20 0,-1 1-15 0,2-3-19 16,-1 0-14-16,3-2-15 0,-3-2-4 0,0 1-3 15,0-4-15-15,0 0-50 0,-7 1-45 0,7-1-37 16,-2-8-63-16,-2 1-160 0,0-3-485 0,2 1 215 16</inkml:trace>
  <inkml:trace contextRef="#ctx0" brushRef="#br0" timeOffset="32096.25">6665 5170 95 0,'-4'-8'341'16,"0"1"-7"-16,2 2-9 0,0-2-3 0,0 5-25 0,0-1-27 15,2 3-23-15,-1-9-26 0,1 9-27 0,-3-5-22 16,3 5-23-16,0 0-16 0,3-3-11 0,-3 3-19 16,9 0-5-1,-9 0-8-15,20 4-14 0,1 0-8 0,-3 2-9 16,3 0-11-16,5 3 3 0,2 1-3 0,-2 4-10 0,-2-1-4 15,-5-1-9-15,-1 0 4 0,-4 0-9 0,-1 1 7 16,1 1-9-16,-6 2 2 0,-3-1-3 16,-4 2 8-16,-1 2 11 0,-9-1-15 0,-4 4 16 0,-6-1 0 0,-6-1 0 15,-2-4-2-15,0 1-6 0,-4-2 5 0,-2 1-4 16,1-2 12-16,-1-1 3 0,1-1-3 0,4-3-2 16,1-1 8-16,13-2-3 0,-3 1 1 0,7-5-8 15,4 1 13-15,-1-1-23 0,1 0-3 0,0-1-7 0,6-1-6 0,-7 1-3 16,7-1-14-16,0 0-10 0,0 0-23 15,17-5-36-15,-1-1-33 0,3-2-51 0,2-1-68 16,-2 2-91-16,5-6-344 0,-3 4-714 0,3-1 316 31</inkml:trace>
  <inkml:trace contextRef="#ctx0" brushRef="#br0" timeOffset="33097.83">6890 4407 16 0,'2'-5'335'0,"-2"-2"-24"16,0 3-28-16,0 1-29 0,0 3-34 0,0 0-26 0,-8 0-22 16,-2 7-16-16,-9 15-13 0,-6 4-17 0,-15 20-11 15,-15 25-8-15,-5 2-8 16,-1 4-10-16,-1 4-6 0,-3 0-10 0,-3-2-11 16,2-1 0-16,-2 0-7 0,0-1-4 0,3-2-4 15,0-7 0-15,6-4-6 0,13-21-4 0,3 0 1 16,1-4-4-16,-2-2-2 0,2-4-2 0,15-11 3 0,-2-3-10 0,1 0-16 0,-2-2-27 15,3-7-28-15,-2-2-30 0,1-6-30 0,1-3-18 0,4-3-15 16,-5-6 7-16,0-6 15 0,2-1 9 0,1-5 25 31,1-3 19-31,-7-13 29 0,4 1 21 0,0-8 14 16,4-2 11-16,7-1 17 0,-1-8 13 0,7 5 26 0,1-1 12 0,0-2 23 0,4 1 28 0,1 3 17 16,4-2 5-1,1 4 4-15,2 14 15 0,-1 0-17 0,4 2 15 0,2 5-4 16,0 2-13-16,0 0-13 0,1 8-11 0,1 3-18 15,1-1-10-15,6 3-13 0,1 1-15 16,9 5-8-16,5 1-10 0,6 7-5 0,12 6-1 16,1 6-2-16,10 8-1 0,26 20-3 0,-13 8-2 15,-1 6-1-15,-3 1-2 0,-2 5-2 0,-1 0-1 0,-6-2-5 16,4-1 0-16,-5 1 8 0,-19-17-10 0,4-3-2 0,-3 3 2 16,0-3-4-16,-3-3-3 0,0-2 0 0,-11-11-8 15,0 0-13-15,2-3-7 0,-7-2-16 0,1-3-23 16,-9-4-16-16,2-3-23 0,-2 0-17 0,-5-4-14 15,2 1-10-15,-6-2-20 0,2-2-39 0,-3-1-72 16,3-3-103-16,-8 2-269 0,9-13-684 0,-3 6 303 16</inkml:trace>
  <inkml:trace contextRef="#ctx0" brushRef="#br0" timeOffset="33973.82">8516 4885 156 0,'1'-5'253'16,"2"-1"-24"-16,2 2-27 0,0 1-21 0,6-1-18 16,1 1-18-16,1 0-16 15,6 3-12-15,-1 7-13 0,1 0-7 0,8 7-2 16,-1 2-13-16,-7 3-4 0,0 6-6 0,0 1-7 16,-5 3-6-16,-3 2-6 0,-3-1-1 15,-4 6-8-15,-2-2-1 0,-4 12 1 0,-3-12 3 0,-4 0 4 16,-1 1-1-16,-2-1-3 0,-2-2 3 0,2-3 6 15,-5-2 2-15,2-4 7 0,-2-2 10 0,8-7 12 16,-1 1 6-16,-2-6 6 0,6-1 10 0,0-1 14 0,3-4 27 16,-1 1 16-16,-1-3 29 0,3 2 17 0,2-3-17 0,0 0-25 15,-8-8-16-15,9-1-19 0,1-3-17 0,4-5-13 16,5-6-12-16,3-6-13 0,4-1-7 16,3 0-7-16,7-10-14 0,-1-1-2 0,2-1-10 15,2 3-7-15,-4-1-4 0,-6 11-3 0,1 0-2 16,-7 3-5-16,3 2-1 15,-5 2 2-15,-4 7-7 0,0 3 2 0,-4 4 2 16,1-2 3-16,-3 6-5 0,1-3-3 0,-2 2-6 16,1 3-12-16,-2-1-19 0,-1 3-18 0,0 0 2 15,0 0 0-15,-1 17 8 0,-5 0 4 0,-6 2 1 16,-3 8 6-16,2 2 0 0,-2 0 4 0,2 3 0 0,-4-1-3 16,4 0 9-16,3 1-9 0,0-4-2 0,4 1 15 15,3-1-5-15,3-4 5 0,1-5-10 0,3-2 20 0,3-2-1 16,1-2 5-16,8-2 6 0,-1-4-3 0,13 0-3 15,2-6 7-15,3-2-9 16,-1-2-17-16,6-3-29 0,-1 2-45 0,-1-7-58 0,1 1-53 16,-5-2-59-16,-1 3-77 0,-5-4-387 0,-2-1-779 15,-8 2 345-15</inkml:trace>
  <inkml:trace contextRef="#ctx0" brushRef="#br0" timeOffset="34730.1">9600 4874 134 0,'-1'-17'454'0,"-1"6"-29"0,2 0-24 0,-1-3-24 15,1 9-24-15,-3-4-22 0,3 3-26 0,0 1-30 16,0 1-42-16,-2 2-15 0,2 2-27 0,1-7-25 0,-1 7-22 16,1-3-28-16,-1 3-17 0,0 0-13 0,2 21-10 15,-1-4-9-15,-4 6-7 0,3 6-8 0,-1 3-3 16,0 3-2-16,0 12-4 0,-2-11-9 0,3 10 2 16,-3 0-5-16,1-8-4 0,2 8 11 0,2 0-11 15,-3-10-8-15,2-4 2 0,1 4-4 0,-1-7 0 16,3 0 6-16,0-3-3 15,-3-6-2-15,2 0-17 0,-1-5 14 16,-2-1-13-16,3-3 14 0,-3-5-3 0,1 1 4 0,-1-2 0 16,0 2-1-16,1-2 1 0,-1-3 4 0,0 1 26 15,0-3 15-15,0 0-6 0,0 0-6 0,0 0-9 16,-4-10-12-16,1 0-9 0,-1 1-8 16,0-6-12-16,-1-5-17 0,-3-3-2 0,2-6-27 15,-2-4-13-15,3-2-11 0,0-12-22 0,-4-1-12 0,0-4-5 0,5 0 2 16,-4-3-2-16,3-3 10 0,-2-3 9 0,-1-24 11 15,3 30 18-15,1 2 28 0,0 4 31 0,2 16 39 16,-5-1 3-16,4 4 27 0,-1-2 12 0,1 2 3 16,0 13 6-16,2 4 17 0,1 3-6 0,-2 1-6 0,2 1-12 15,-2 2-11-15,2 0-12 0,-1 2-9 16,1 1-17-16,0 3-20 0,3-6-4 0,3 5-2 0,-6 1-1 0,19 5 0 16,-1 2-8-16,8 3-2 0,1 2-5 0,2 5-13 15,0-4 6-15,1 5-1 0,0 0-2 0,2 3-3 16,-1 3-4-1,-3-2 2-15,-1 4 3 0,-4-1 7 0,-5-1-9 16,-3 3-3-16,-2 0 2 0,-5-3-2 0,-1 0-6 16,-6-4 3-16,-5 4-10 0,-3 0 23 15,-6 0 9-15,-2-3-12 0,-6 1 25 0,-4-1 5 0,-3-3 10 0,-3-3-3 16,-3 2 14-16,-2-2-23 0,0-1 19 0,4-1-1 16,-2-2-1-16,2 2-2 0,1-5-2 0,6 2-5 15,8-6 0-15,4 0-3 0,3 2-3 0,1-4-1 16,1 2-35-16,2-4-47 0,2 1-44 0,4-1-42 0,-6 5 5 15,6-5-7-15,3 6-22 0,1-4-42 16,7 2-58-16,3-4-85 0,1 1-211 0,4-1-626 0,0 0 276 16</inkml:trace>
  <inkml:trace contextRef="#ctx0" brushRef="#br0" timeOffset="35246.22">9930 5292 88 0,'0'0'464'0,"0"0"-17"0,0 0-33 0,0 0-31 0,0 0-54 16,0 0-16-16,0 0-36 0,0 0-32 15,0 0-25-15,0 0-36 0,0 0-11 0,2 6-35 0,2 1 2 0,-4 0-20 16,0 1-7-16,0 6-13 0,1 0-13 0,-2 2-9 15,1 5-10-15,0-3-5 0,-3 3-19 0,2 2 15 16,1-2-12-16,0-2 3 0,-4 1-12 0,3-3-1 16,1-1 5-16,-3-6-13 0,6-1 0 0,-3-1-1 0,-3-1 1 15,3-1-6-15,-1 0 11 0,1-1 27 0,4-5 30 16,-4 0 42-16,-3 5 32 0,3-5 2 0,0 0-14 16,0 0-15-16,8-17-17 0,-3 7-13 0,4 0-12 15,-4-7-5-15,7 0-13 0,-2 0-7 0,0-6-5 16,3-2-19-16,-3 3 4 0,3 5-8 0,-4-1 0 0,1 3-9 15,-5 5-3-15,2 0 0 0,-2 3-9 0,-1 2-4 16,-2-2-8-16,3 6-3 0,-2-3-9 16,-1 1-10-16,-2 3-18 15,0 0 3-15,8 5-1 0,-4 0 4 0,-2 5 0 16,0 0 4-16,0 6 4 0,0 1 1 0,-2 0 4 16,0 3 1-16,-3 6 4 0,0 0-2 0,0-3 1 15,1-3 2-15,1-2 1 0,-2-1 2 0,3-4 0 16,-1-1 1-16,1-3-5 0,-1-2 9 0,0-2-3 15,2 2 6-15,-1-4 9 0,1-1 4 0,-1-2 1 0,0 0-1 16,13-4-22-16,4-8-22 0,1 2-60 0,7-7-61 0,3-3-102 16,-1-1-114-16,1-3-150 0,0-1-363 0,4-12-949 15,0-1 420-15</inkml:trace>
  <inkml:trace contextRef="#ctx0" brushRef="#br0" timeOffset="35662.08">10558 4446 202 0,'0'-3'392'0,"0"3"-27"0,0-4-38 15,0 4-42-15,1-5-32 0,-1 5-30 0,0 0-26 16,0 0-23-16,-9 24-16 0,-1 0-16 0,-1 6-7 15,-6 18-13-15,2 3-11 0,0 4-9 0,-6 2-5 16,5-2-12-16,0 1-3 0,9-4-9 0,0-5-14 16,7-11-4-16,4-2 5 15,1-2-8-15,5-1 7 0,2-2-2 0,7-3-1 16,0-4-15-16,4 2-20 0,1-9-38 16,3-3-56-16,-3-3-69 0,-3-4-83 0,2-2-112 15,-4-3-196-15,-1-3-575 0,-4 1 255 0</inkml:trace>
  <inkml:trace contextRef="#ctx0" brushRef="#br0" timeOffset="36078.41">10769 4821 3100 0,'0'-4'223'15,"1"-4"-42"-15,-1 4-3 0,2 0-35 0,-2 4-37 16,0-6-20-16,0 6-21 15,2-4-25-15,-2 4-6 0,0 0-10 0,5-1 0 16,-5 1-1-16,14 5-13 0,-6 1 2 0,1 2-2 16,0 2-3-16,1 4 5 0,-1 0-2 0,0 2 1 15,0-1 6-15,-4 2-4 0,-1 1 1 0,-3-1 0 16,3-1 2-16,-4 1 4 0,0-4-6 0,0 2-6 16,-1-4 4-16,-2 0 7 0,2-2-1 0,0-2 16 15,-2-2-8-15,2-2 10 0,1 2 10 0,0-1 26 0,0-4 25 0,0 6 30 16,0-6 33-16,0 4 27 0,0-4-16 0,0 0-18 15,0 0-16-15,0 0-16 0,6-16-22 0,-2 7 2 16,4-2-11-16,-2 0-10 0,2-1-6 0,-2 1-11 16,2 0-15-16,1 3 2 0,-3-2-3 0,1 2-7 15,-4 1-3-15,1 3-9 0,-1-1-5 0,1 2-6 16,-1-2-10-16,2 4-1 16,-5 1-2-16,8 1-10 0,-8-1-11 15,9 5-1-15,-5 0-11 0,4 1-6 0,-5-1-14 0,5 3-18 16,-3 0-27-16,3 1-25 0,-2-1-36 0,3 1-36 15,-1-4-45-15,-3 4-39 0,1-5-52 0,-2 0-65 16,0 0-381-16,-4-4-837 0,0 0 371 16</inkml:trace>
  <inkml:trace contextRef="#ctx0" brushRef="#br0" timeOffset="36316.37">11044 4578 170 0,'1'-8'419'0,"0"0"-32"0,2 3-51 0,-2 1-38 16,2 1-21-16,-3 3-29 0,6 0-47 0,4 5-1 0,3 5-11 16,4 4-15-16,-1 6-5 0,6 5-11 0,1 2-5 15,-4 6 1-15,4 8-13 0,0 5-8 0,-6 4-5 16,-3-1-10-16,-8-3-5 0,-3-9-13 0,-7 12-9 16,0-3 3-16,-5-12-14 0,-10 10-1 0,-6-3-13 15,-7 0-23-15,-3-4-30 0,-1-2-66 0,-6-3-76 16,-3-4-91-16,1-4-168 15,5-13-269-15,4-1-712 0,-1-5 315 16</inkml:trace>
  <inkml:trace contextRef="#ctx0" brushRef="#br0" timeOffset="38988.01">12047 5052 112 0,'-27'0'276'16,"7"1"-1"-16,-1-1-9 0,5 1-7 0,3 1-8 0,0-4-7 15,4 2-16-15,0 2-24 0,3-2-16 0,6 0-19 0,-12 0-17 16,12 0-13-16,-4 1-5 0,4-1-13 0,0 0-11 16,-6 0-8-16,6 0-11 0,0 0-8 0,0 0 7 15,0 0-14-15,-9-1-20 0,9 1-9 0,0 0 0 16,-4 3-8-16,4-3 3 0,0 0-8 0,0 0-8 15,0 0 12-15,0 0 2 0,0 0-12 0,0 0 7 16,0 0 0-16,0 0-4 0,0 0-5 0,0 0-6 16,0 0 4-16,-7 0-6 0,7 0-1 0,0 0 2 0,0 0-2 15,0 0-7-15,0 0 8 0,0 0 5 0,0 0-4 16,0 0-3-16,0 0 3 0,0 0-3 0,29-6-1 16,-10 3-8-16,13-3 2 0,3-1 0 15,16-1-4-15,1 1 7 0,-1 0-2 0,0-2 2 0,-14 3-4 0,-1 1 2 16,-1 1 0-16,-2 1-6 0,-6-2 2 0,-4 0-4 15,-8 2 7-15,-2 2-33 0,-2-2-19 0,-2 3-14 16,-1-2-18-16,-2 0-17 0,-2-1-22 0,-4 3-18 16,5-2-39-16,-5 2-43 0,0 0-39 0,0 0-40 15,-10-8-206 1,5 8-540-16,-3-3 240 0</inkml:trace>
  <inkml:trace contextRef="#ctx0" brushRef="#br0" timeOffset="39337.37">12752 4616 222 0,'3'-20'386'0,"-2"8"7"0,0-1-6 16,-1 2-12-16,3 4-31 0,-3-1-32 0,1 1-37 15,2 3-27-15,-1 1-36 0,-2 3-28 0,0-5-37 16,0 5-19-16,0 0-11 0,5 22-17 0,-1-3-6 15,0 7-15-15,1 6-6 0,-2 4-6 0,1 11-9 16,-3 6 1 0,-1-2-9-16,0 1-10 0,5-5 3 0,-9-11-11 0,9 0 22 15,-5-2-20-15,4-2 0 0,-1-3-6 0,-2 0-1 16,0 0-1-16,2-5 2 0,-2-2-15 16,2-5 0-16,-3 2-17 0,2-4-15 0,-2-2-6 15,1-2-17-15,-1-2-14 0,0-1-9 0,0-2 0 16,0-1-1-16,-1 1-3 0,0-5 1 0,1-1-5 0,0 0-20 15,-8 0-31-15,8 0-37 0,0 0-39 0,-16-9-30 0,9 1-49 16,2-1-229-16,-3-3-549 0,4-2 243 0</inkml:trace>
  <inkml:trace contextRef="#ctx0" brushRef="#br0" timeOffset="39656.92">12760 4445 244 0,'-3'-10'431'0,"1"0"0"15,-2 3-27-15,4 2-33 0,-3-1-34 0,2 4-35 16,1-3-34-16,-2 2-25 0,2 3-34 0,0-5-26 31,0 5-20-31,0 0-16 0,15 3-20 0,-4 4-8 16,10-1-28-16,10 8 3 0,1 0-5 0,12 9-9 16,-11-4-12-16,13 10-2 0,-6 2-20 0,-12-8 1 0,-2 1-7 0,-3 2-3 15,-4 1-12-15,-1-1 4 0,-7-2-16 0,0 1-16 16,-9-6 10-16,-8 5 8 0,-6-2-5 0,-4 1 0 0,-9-3 4 0,0 0 7 15,-6-1-5-15,-6-2 4 0,-8 1 4 0,8-4-5 16,0 0 3-16,3-5-3 0,0 1 0 0,0-1 0 16,3-1-3-16,3 2-2 0,7-5 2 0,2 2-4 15,0 0-6-15,8-4-28 0,2 1-57 16,-3 1-47-16,6-1-27 0,2-1-17 0,-1 3-30 16,5-1-46-16,8 0-67 0,-3-1-303 0,5 0-666 0,7-1 295 15</inkml:trace>
  <inkml:trace contextRef="#ctx0" brushRef="#br0" timeOffset="40107.21">13124 5228 421 0,'-1'-8'509'0,"1"4"-19"16,0 4-23-16,0-5-35 0,0 5-37 0,0 0-40 15,0 0-37-15,-1-3-34 0,1 3-38 0,0 0-27 16,0 0-31-16,0 0-16 0,0 0-17 0,3 13-17 0,-1-6-14 16,1 3-15-16,-1 6-11 0,-2 4-8 0,0-1-9 15,-2 8-4 1,2 2-13-16,-7-3-3 0,3 1-6 15,-2-4-5-15,2-3-5 0,0-2-7 0,0-2-12 16,-1-3-6-16,3-3-6 0,-1 1-4 0,0-6 2 0,2 0 5 16,0 0-3-16,-1-1 22 0,2-1 18 0,0-3-3 15,0 0-6-15,0 0-12 0,12-12 2 0,-4 2-1 16,-1-1-7-16,5-4-5 0,-1 3-1 0,6-9-1 16,-4 5 1-16,-2-1-4 0,2 5-2 0,1-2-5 0,-5 6-1 15,-1-1 2-15,-1 0-4 0,0 4-4 0,-2-1-5 0,-4 1-1 0,3 1-6 16,0 1-1-16,-4 3 1 0,9 0-10 0,-9 0-14 15,11 5-26-15,-4-3-33 0,1 3-35 0,3 3-43 16,-4-1-44-16,6 0-50 0,-4 0-67 0,3-2-98 16,-2 1-320-16,1 0-812 0,0-3 359 0</inkml:trace>
  <inkml:trace contextRef="#ctx0" brushRef="#br0" timeOffset="40300.8">13523 5375 147 0,'0'0'416'0,"0"0"-2"0,0 0-13 15,-8 0-15-15,8 0-24 0,0 0-22 16,0 0-28-16,-4 3-30 0,4-3-28 0,0 0-34 0,0 0-29 16,23-4-32-16,-9 1-32 0,7 0-56 0,6-6-68 15,-1 2-73-15,-5 3-71 0,7-3-81 0,1 0-111 16,-7-1-221-16,-2 0-599 0,0 2 266 0</inkml:trace>
  <inkml:trace contextRef="#ctx0" brushRef="#br0" timeOffset="40523.48">13990 5214 244 0,'0'0'483'16,"0"-6"-7"-16,0 6-11 0,3-1-28 0,-3 1-34 15,0 0-36-15,0 0-36 0,0 0-42 0,0 0-34 16,0 0-36-16,0 0-18 0,0 0-28 0,-4 12-11 16,4-6-18-16,-1 10-12 0,0 0-9 0,-1 3-11 15,2 1-13-15,0 6-9 0,0 0-33 0,-1-8-36 0,0 1-39 0,2-1-47 16,-1-1-56-16,1 1-60 0,-3-6-81 0,3 1-121 16,-2-4-327-16,-1-4-767 0,1-3 340 0</inkml:trace>
  <inkml:trace contextRef="#ctx0" brushRef="#br0" timeOffset="41086.5">14206 4580 53 0,'3'-3'376'0,"-2"-1"-29"0,3 1-37 16,-1 0-32-16,1 0-26 0,2 1-31 0,0 1-26 16,3 1-20-16,0 3-17 0,3 0-14 0,4 7-14 15,2-2-11-15,-6 3-14 0,2 4-9 0,-3-1-6 16,1 2-9-16,-3 2-5 0,1 6-11 0,-6-4-5 16,-2-1 6-16,1 0-25 0,-8-1 4 0,0 1-7 15,-7 4-9 1,2-6 8-16,2-2-5 0,-1-2-4 0,0-3 0 0,2-2 2 15,-1 0 0-15,0 0 5 0,4-4 10 0,2-1 25 16,-1 1 32-16,-2-1 18 0,5-3 29 0,-5 1-21 16,5-1-19-16,0 0-7 0,2-11-13 15,1 2-8-15,5 1-11 0,1-3-7 0,1-3-9 0,3 2-2 0,-3 1-5 16,3-3-8-16,0 5-8 0,-3 1-2 0,1 0-1 16,-3 3-13-16,1 3-2 0,0-3 1 0,-3 0-6 15,2 3-7-15,-3 2 3 0,-5 0 1 0,12 2-19 0,-5 1-4 16,2 5-10-16,-5-2-10 0,3 1-12 0,1 2-18 15,-4 2-34-15,3 0-26 0,-1-3-38 0,-1 4-31 16,-1-2-71-16,2-1-102 0,-6-2-263 16,4-3-684-16,-3 1 304 0</inkml:trace>
  <inkml:trace contextRef="#ctx0" brushRef="#br0" timeOffset="41319.28">14676 4596 3413 0,'3'-6'292'0,"-2"1"-89"16,3 2-100 0,-2-1-39-16,0 0-29 0,-2 4-16 0,4-3-14 15,-4 3 3-15,9 1-3 0,-2 6 7 0,3 1-20 16,1 4 11-16,3 2 6 0,0 8 3 0,3 2 4 16,-4 3 1-16,-1 0-2 0,-4 1 6 0,-3 1-17 15,-2 2-23-15,-2-1-40 0,-6-4-36 0,-6 2-36 16,-5-2-40-16,-4-2-60 0,-2-5-102 0,-4-2-203 15,-2-5-578-15,1-4 255 0</inkml:trace>
  <inkml:trace contextRef="#ctx0" brushRef="#br0" timeOffset="41561.97">14172 4389 97 0,'-14'-3'337'0,"1"5"-34"0,-6-1-27 0,2 7-28 15,-7 7-22-15,1 7-20 0,-2 5-20 0,-5 17-6 16,4 3-15-16,3 3-16 0,6 0-3 16,1 8-19-16,10-7 9 0,7 4-3 0,7-7 10 0,7-3-24 0,11 0 11 0,12-7-13 15,0-5-33-15,7-5-54 0,1-3-79 16,5-8-124-16,0-3-380 0,0-10-599 0,1 1 265 15</inkml:trace>
  <inkml:trace contextRef="#ctx0" brushRef="#br0" timeOffset="43730.75">15731 4867 34 0,'-5'-3'293'15,"1"2"2"-15,4 1-9 16,-8-1-3-16,8 1-9 0,-6-5-12 0,6 5-10 16,0 0-14-16,0 0-20 0,-5-1-9 15,5 1-18-15,0 0-19 0,0 0-9 0,0 0-14 16,0 0-22-16,0 0-23 0,0 0-14 0,16-6 7 15,1 6-12-15,6-3-5 0,9-5-30 0,1 7-35 0,7-4-35 16,-3 0-56-16,0 1-49 0,-1 1-51 16,0 1-59-16,-1-1-61 0,-13-1-211 0,-3 1-548 0,1 1 242 0</inkml:trace>
  <inkml:trace contextRef="#ctx0" brushRef="#br0" timeOffset="43908.9">15778 5032 18 0,'-16'9'230'0,"9"-2"-16"0,-2-2-15 0,5-1-11 16,-2 0-4-16,5 1 0 0,2-2 6 15,5-1-7-15,7 2-11 0,10-4-19 0,14 0-12 0,14-2-16 16,8-3-23-16,4 0-31 0,3-2-49 0,31-5-50 16,-2 2-57-16,-3-4-75 0,-28 4-191 0,1 0-379 15,0-2 167-15</inkml:trace>
  <inkml:trace contextRef="#ctx0" brushRef="#br0" timeOffset="44463.03">17023 4647 143 0,'-2'-6'415'16,"1"-1"6"-16,0 1-15 0,1 2-11 0,-1-3-16 15,1 7-24-15,-2-6-34 0,2 3-33 0,0 3-37 16,-1-5-27-16,1 5-24 0,0 0-46 0,0 0-25 15,0 0-12-15,0 0-31 0,1 21 2 0,-2-4-5 16,-3 1-8-16,3 11-8 0,-3 1-4 0,-1 2-8 16,5 1-9-16,-5 2-1 0,-2-3-3 0,1 2 8 0,2-2-15 0,-2-3-7 15,5-3 1-15,-2-6-2 0,3-4-8 0,-1 0 7 16,0-4-3-16,1-2-4 0,-2-4 6 0,4 0-5 16,-2-2 8-16,-2 1 23 0,2-1 29 15,2-1 34-15,-2-3 6 0,0 0-8 0,0 0-17 0,10-12-7 16,-1 4-9-16,-3-3-9 0,4-2-11 0,3-3-3 15,2-6-6 1,1-2-7-16,0-2-4 0,3 1-3 0,-2 1-6 16,2 2-3-16,-7 5-4 0,-1 2 2 0,-2 1 1 15,0 4-1-15,-5 3-5 0,1 1-4 0,0 0-7 0,-1 3-9 16,0-1-11-16,-2 3-15 0,-2 1 4 16,10 8-2-16,-2-2 2 0,0 9-3 0,1-1 2 15,0 3 2-15,4 6 6 0,0-1-6 0,-1-5-31 16,1 6-39-16,2-1-41 0,2 0-61 0,-6-5-66 0,2-1-68 0,-1-2-98 15,-1-3-373-15,-2-3-863 0,2-2 383 0</inkml:trace>
  <inkml:trace contextRef="#ctx0" brushRef="#br0" timeOffset="44848.38">17697 4924 306 0,'0'0'364'0,"-3"1"-10"0,3-1-16 0,-6 0-21 15,6 0-18-15,0 0-25 0,0 0-20 16,0 0-14-16,0 0-23 0,0 0-21 0,-5 3-9 0,5-3-25 16,0 0-17-16,0 0-15 0,0 0-9 0,0 0-12 15,0 0-14-15,0 0-4 0,0 0-9 0,0 0-9 0,0 0-8 16,0 0-8-16,0 0-10 0,0 0-2 0,0 0-1 15,0 0-7-15,0 0-4 0,0 0 4 16,0 0-9-16,0 0-6 0,0 0 1 0,0 0-3 16,-5 2-5-16,5-2 6 0,0 0-7 0,0 0 9 0,0 0 9 0,0 0 1 15,0 0 5-15,0 0-8 0,22-5-2 0,-7 3-3 16,3-3 3-16,13 0-20 0,2 0 12 0,2-1-4 16,4 0-1-16,11-3-1 0,6 4-2 0,-15-2-5 0,12 0-18 15,-14 1-20-15,-1-1-36 0,-2 2-34 0,-4-3-23 16,-10 4-21-16,-4-1-26 0,-4-2-27 15,-4 2-36-15,-3 2-43 16,-4-4-34-16,-3 3-277 0,-7-7-635 0,-1 6 282 16</inkml:trace>
  <inkml:trace contextRef="#ctx0" brushRef="#br0" timeOffset="45051.75">17987 4757 180 0,'-3'-3'385'0,"0"0"27"0,3 3-5 0,-5-6-4 15,2 3-6-15,3 3-10 0,0 0-17 0,-2-5-26 16,2 5-34-16,0 0-32 0,0 0-36 0,0 0-27 16,0 0-29-16,0 0-34 0,0 0-19 0,-7 12-18 15,4-2-9-15,0 2-12 0,3 4-5 0,-4 4-12 16,3 6-4-16,1-2-26 0,-2 3-27 0,0-2-41 16,6 1-26-16,1-2-39 15,0-5-58-15,-1 1-47 0,-3 0-67 0,3-3-80 16,0-4-386-16,0-2-782 0,1-4 346 0</inkml:trace>
  <inkml:trace contextRef="#ctx0" brushRef="#br0" timeOffset="45334.45">18459 4752 4280 0,'4'-12'396'0,"0"3"-123"0,0-2-22 0,-2 5 9 0,-1-1-19 15,2 2-38-15,-2 0-45 0,-1-1-37 0,1 3-29 16,1 1-11-16,-2 2-17 0,1-3-11 16,-1 3-14-16,0 0-10 0,0 0-1 0,6 8-3 0,-2 4-3 0,-1 0-2 15,1 5 1-15,2 7-1 0,0-2-4 0,0 0 2 16,0 2 1-16,0 2-9 0,2-3 6 0,-3-4-3 16,-1 0-5-16,0 0-29 0,-2-3-18 0,0 0-25 15,-4-4-19-15,6 0-29 0,-4-3-22 0,2-1-28 16,-2-2-41-16,0 2-21 0,1-5-26 0,-2 2-12 15,-1-1 4-15,0-1-26 16,2-3-58-16,0 0-382 0,-13-7-783 0,8 2 347 16</inkml:trace>
  <inkml:trace contextRef="#ctx0" brushRef="#br0" timeOffset="45566.14">18716 4452 241 0,'0'0'271'0,"0"0"-9"0,7 9-17 0,-3-2-9 0,0 7-8 16,5 8-5-16,0 5-6 0,-1 4-4 0,2 3-21 31,0 12-9-31,4 0-17 0,-7 1-5 0,1-2-8 16,-5 5-13-16,-8-5-14 0,1-9-14 0,-7 10-9 15,-6-12-2-15,2-1-20 0,-13 7-21 0,-4-2-23 0,-7-6-25 16,0-6-35-16,4-2-41 0,-11 0-48 0,-5-1-71 15,0-7-98-15,-3-4-236 0,-3 0-560 0,2-8 248 16</inkml:trace>
  <inkml:trace contextRef="#ctx0" brushRef="#br0" timeOffset="46020.25">16671 4436 79 0,'0'0'292'0,"0"0"-30"0,0 0-31 0,0 0-25 0,-6 20-18 0,-2 4-14 15,-2 10-8-15,-3 13-3 0,0 5-7 0,-3 3-6 16,6 4-10-16,-3 0-10 0,0 22-6 0,7-29-11 16,6 0-7-16,6 2-2 0,4-4 6 0,11-1-5 15,8-1-4-15,8 0-4 0,7-4-7 0,6-3-7 16,27 3-44-16,-18-18-68 0,-2-9-109 0,8-5-172 16,1-5-179-16,-1-4-530 15,0-5 235-15</inkml:trace>
  <inkml:trace contextRef="#ctx0" brushRef="#br0" timeOffset="46808.11">19264 4592 48 0,'-5'-7'263'0,"5"0"-4"0,0 1-3 0,-2-4-9 16,0 3-8-16,2 2-6 0,0-7 3 0,0 8-8 16,0-2-4-16,0-1-19 0,0 3-16 0,2 0-20 0,-2-2-11 15,2 3-16-15,-2 3-26 0,0-4-15 0,0 4-12 16,0-4-8-16,0 4-19 0,0 0-4 0,6 15-11 0,-4 0 0 16,0 11-7-16,-2 4-13 0,0 4 4 0,0 17 0 15,1 2-6-15,-2-2 4 0,1-1-6 0,-2 2-1 16,0-4 0-16,1 0-2 0,-3-12-2 0,8-2-1 15,-3 1 4-15,-1-5-7 0,0 2 4 0,2-4 0 16,-2-3-3-16,2-6-1 0,-1 1-3 0,2-6 2 16,-2 1-9-16,-1-3-3 15,0-3-11-15,0-1-3 0,0-3 15 0,4 1-11 16,-4-1-1-16,0-2 21 0,0-3-17 0,0 0-16 0,-4 3-26 0,4-3-28 16,-9-8-25-16,1 0-26 0,1 1-28 0,-1-3-39 15,1-1-37-15,-3-3-63 0,-1-1-181 0,2-2-514 16,3 0 227-16</inkml:trace>
  <inkml:trace contextRef="#ctx0" brushRef="#br0" timeOffset="47153.66">19238 4291 17 0,'-5'-11'326'0,"3"3"-2"0,-2 3-12 0,0-1-17 31,2 1-30-31,0 1-22 0,1 0-31 0,0 0-27 16,1 4-20-16,0 0-18 0,8-1-14 0,2 4-18 15,6 1-8-15,12 6 5 0,6 1-29 0,-1 2-7 0,15 6-9 16,-1 3-5-16,-3 3-7 0,1 1-5 0,-4 4-7 16,-13-6 0-16,-4 4-3 0,9 9-3 0,-17-6-10 15,-3 1-2-15,-1-3 5 0,-7 0-11 0,-5 0 1 0,-5-3-1 16,-9 3-5-16,-2-5-1 0,-9 1 5 0,-3-4 5 15,-13 6-3-15,8-6 5 0,-4-5 4 0,3 0 12 16,-1-2-13-16,1-3 15 16,0 0-14-16,4 2-1 0,-1-4-4 0,0 1-7 15,4-3 2-15,7 0-6 0,3-1-7 0,5-2-13 16,3 1-36-16,1 2-22 0,3-2-12 0,1-1-20 0,3 2-30 0,3-4-42 0,3 1-70 16,4 2-298-16,3 0-582 0,7-4 258 0</inkml:trace>
  <inkml:trace contextRef="#ctx0" brushRef="#br0" timeOffset="47701.75">19729 5155 111 0,'0'-5'379'0,"0"5"-21"0,0-7-30 15,0 7-32-15,0 0-29 0,0 0-32 0,0-2-28 16,0 2-23-16,0 0-20 15,0 0-11-15,4 12-28 0,-4-3-7 0,0-1-15 16,1 4-6-16,-1 4-10 0,3 2-15 0,-3 8 0 0,0-7-7 0,1 11 2 16,-2-7-16-16,-2-2-1 0,3-2-7 0,-1 1-6 15,1-2-1-15,0-6-5 0,0-2 0 16,0 0-2-16,0-1-5 0,-1-1 1 0,1-4 15 0,0 1 36 16,0-1 36-16,0-4 34 0,0 0 0 0,0 0-13 15,0 0-15-15,16-11-13 0,-7 4-9 0,5-5-13 16,-1-1-8-16,8-6-8 0,-2 0-7 15,2-1-8-15,0-1 5 0,1 1-12 0,-1-1-6 0,1 4-7 16,-8 2-2-16,3 1-2 0,-7 6 1 0,-1 0 2 16,0 2-3-16,-4 1-6 0,0 0-7 0,-1 1-2 15,0 3-12-15,-4 1-1 0,9 6-3 0,-4 0 3 16,1 2-2-16,-2 4 4 0,4 2-2 0,-3 6 3 0,2-2-2 0,0 7 9 16,-1-6-9-16,1 6 2 0,0-3 2 15,0-2-5-15,-2-3-17 0,1-1-36 0,-4-5-32 16,0 0-40-16,1-1-46 0,-1-2-44 0,0 0-43 15,-2-5-56-15,-2 2-404 0,2-5-777 0,0 0 343 0</inkml:trace>
  <inkml:trace contextRef="#ctx0" brushRef="#br0" timeOffset="49826.41">20320 5424 183 0,'-4'-3'264'16,"4"3"-11"-16,-7-1-12 0,7 1-8 0,-5-1-19 15,5 1-12-15,-5-3-21 0,5 3-18 0,0 0-15 16,0 0-14-16,0 0-15 0,0 0-14 0,0 0-9 16,0 0-11-16,0 0-12 0,0 0-2 0,-9 0-9 15,9 0-4-15,0 0-7 0,0 0 1 0,0 0-6 16,0 0 1 0,0 0-6-16,0 0-1 0,0 0-1 0,0 0 1 0,0 0 1 15,0 0-5-15,-7 0 2 0,7 0 4 0,0 0-4 16,0 0 4-16,0 0-5 0,0 0 7 0,0 0-2 15,0 0 0-15,0 0 3 0,0 0 3 0,0 0-6 16,0 0 11-16,0 0 10 0,0 0-9 0,0 0 16 16,0 0 5-16,0 0 1 0,0 0-12 0,22-7-12 15,-5 5-1-15,6-2-10 0,5-4-7 0,4 1 6 0,1 1-15 16,2-1 4-16,-1 2-6 0,-2 1 1 0,0-4-7 0,-1 2-14 16,-4 0-18-16,-8 3-14 0,0-1-17 0,-6 1-16 0,-3 1-34 15,-2 0-37-15,-3-1-52 0,-3 0-43 0,-3-1-45 16,1 4-61-16,-10-8-195 0,-3 3-573 15,2 3 255-15</inkml:trace>
  <inkml:trace contextRef="#ctx0" brushRef="#br0" timeOffset="50026.74">20432 5283 130 0,'-4'-4'332'0,"3"1"0"0,1 3-4 0,-4-5-3 0,3 1 8 31,-2 0-17-31,3 4-2 0,0-4-19 0,0 4-15 15,-1-5-30-15,1 5-28 0,0 0-28 0,-1-4-22 0,1 4-22 16,0 0-20-16,0 0-24 0,0 0-16 0,0 0-2 0,-8 19-12 16,7-9-2-16,-2 2-5 0,2 5-15 0,0 2-30 15,-2 0-25-15,3 1-33 0,0-3-20 0,4 3-39 16,-3-2-34-16,3 2-39 0,0 3-40 0,2-3-54 16,-1-8-74-16,0-1-235 0,4-2-615 0,-1 0 273 0</inkml:trace>
  <inkml:trace contextRef="#ctx0" brushRef="#br0" timeOffset="50258.12">21057 5191 473 0,'0'-5'472'0,"0"1"-30"0,0-1-47 0,0 5-47 15,1-3-39-15,-1 3-39 0,0 0-17 0,0 0-38 16,-5 13-19-16,-1-1-27 0,2 5-11 0,-4 3-9 16,3 7-20-16,-3 2-5 0,2 4-11 0,2-2-27 15,0-1-43-15,4 0-48 0,3-1-60 0,-2 0-59 16,-1-1-76-16,0-5-108 0,0-3-299 0,0-6-659 16,-5-4 292-16</inkml:trace>
  <inkml:trace contextRef="#ctx0" brushRef="#br0" timeOffset="52878.24">21450 4577 52 0,'-10'-2'271'0,"0"2"-12"15,2-1-12-15,0 0-15 0,2 0-1 0,6 1-16 0,-9-2-14 0,9 2-22 16,0 0-14-16,-9 1-13 0,9-1-14 0,0 0-10 31,-8 0-22-31,8 0-8 0,0 0-13 0,0 0-11 0,-7-3 4 0,7 3-16 0,0 0-4 0,0 0-11 16,0 0-3-16,0 0-5 0,0 0-2 0,0 0-6 15,0 0-2-15,0 0-3 0,-5 3-5 0,5-3-1 16,0 0-1-16,0 0-2 16,0 0-5-16,0 0 0 0,0 0 4 15,0 0-5-15,0 0-2 0,0 0 1 0,0 0 0 0,0 0-4 16,0 0 2-16,0 0-2 0,0 0 1 0,0 0-4 15,0 0 0-15,0 0 11 0,0 0-11 0,0 0-5 16,0 0 6-16,0 0 2 0,0 0-2 0,-1 3-2 16,1-3-1-16,0 0 1 0,0 0 2 0,0 0 6 0,0 0 1 15,0 0 8-15,0 0 3 0,26-4 2 0,-4 1 1 16,11 0-1-16,6-3-5 0,17 1 0 0,0-2-4 16,4 2 1-16,2-2-6 0,-6-1 6 0,0 0 4 0,-4 4 12 15,-12 2-12-15,-2-3-2 0,-4 2-2 0,-5 0 0 16,-10 2-3-16,-5 1 5 0,-4-3-5 0,-2 3 0 15,2-2 2-15,-2-1-12 0,-3 3 22 0,-5 0-16 16,8 0-6 0,-3-1-23-16,-5 1-5 0,0 0-49 0,5-6-53 0,-5 6-47 15,0 0-65-15,-14-2-315 0,14 2-598 0,-12-3 265 16</inkml:trace>
  <inkml:trace contextRef="#ctx0" brushRef="#br0" timeOffset="53826.21">22893 4267 11 0,'-2'-3'248'0,"2"3"-6"0,-6-2-11 0,6 2-9 15,-5-4-17-15,5 4-19 0,0 0-17 0,-4-2-14 16,4 2-20-16,0 0-11 0,0 0-13 0,0 0-16 16,0 0-5-16,0 0-9 0,25 2-11 0,-7 2-4 15,2-2-7-15,-1 5-7 16,11-3-3-16,2 3-7 0,-2 1-6 0,0 1-2 15,-1 3-5-15,-1 1-2 0,0 0-2 0,-5 2-4 16,-7 1-3-16,-1 4 1 0,-2 3-6 0,-6 1-4 16,-5 2 2-16,-5 1-1 0,-8 3-3 0,-6 0-2 15,-5-1 3-15,-10 7-4 0,-4 1 2 0,7-14 2 16,-10 9-4-16,7-10 1 0,0-3 0 0,-2 1 0 16,1-3 9-16,0 0 6 0,4-1 4 0,1-4 7 0,2-1-4 0,8 0 2 15,0-5-6-15,8 0 2 0,-3-1-6 0,8-2-3 16,-3-1-1-16,3 1 1 0,3 0 1 0,0 0 3 15,2-3 6-15,8 3 5 0,2-1-3 0,13-3-2 16,7 0-4-16,4-1 3 0,1-2-2 16,17-2-3-16,0 1-3 0,4-2-3 0,1 2-4 0,-1-2 9 15,-2 0-6-15,-2 4-2 0,-15 0-6 0,0-1 2 0,-3-1-2 16,-5 3 4-16,-6 2-5 0,-5-3-5 0,-7 3-5 16,0-2-12-16,-5 0-26 0,0-1-33 0,-3 0-29 15,-3 3-24-15,0 0-12 0,-13-10-9 0,4 6-19 0,-4-1-14 16,-2 0-14-16,-2-2-32 0,0 2-121 15,4 0-381-15,0 1 168 0</inkml:trace>
  <inkml:trace contextRef="#ctx0" brushRef="#br0" timeOffset="54326.73">23659 4432 202 0,'0'-5'359'16,"1"-1"-14"-16,0 2-24 0,-1-1-11 0,0 1-28 16,4 1-29-16,-4 0-28 0,0 3-28 15,0 0-22-15,1-5-22 16,-1 5-18-16,0 0-21 0,0 0-9 0,0 0-8 15,7 13-11-15,-5-3-10 0,2 0-7 0,-1 6-8 16,-1 1 2-16,-1 3-11 0,1-1-4 0,0 8-6 16,-4-1 2-16,0 1-7 0,2-1-4 0,-1 0-1 15,-1-1 0-15,0-3 0 0,-3-3-8 0,5-1-4 16,-1-2 3-16,1-4-2 0,0-2 0 0,-1-3-5 16,1-1 1-16,0-1 0 0,0-5 45 0,1 8 41 0,-2-6 33 0,1-2 27 15,0 0-20-15,0 0-13 0,9-11-10 0,-4 1-16 16,2 0-12-16,1-4-6 0,2-2-10 0,-1-2-10 15,6-4-6-15,-3-4-13 0,1 3 1 0,3 0-4 16,-2 2-4-16,-6 6-4 0,1 2-8 0,-4 4-2 0,4 2-4 16,-4-1-4-16,-4 5-5 0,3-2-6 0,0 1-5 15,-4 4-8-15,5-3-9 0,-5 3-4 0,0 0-3 16,17 11 3-16,-11-4-3 0,1 2-4 0,0 1 0 16,4 4-12-16,-2 1-15 0,1-1-23 0,-1 2-31 0,1-1-28 15,0 2-25-15,-2-1-34 0,-1-2-26 0,0 1-38 16,-2-4-38-16,1-1-56 0,-3-4-277 15,-2 2-679-15,0-3 301 0</inkml:trace>
  <inkml:trace contextRef="#ctx0" brushRef="#br0" timeOffset="54828.53">24089 4410 161 0,'8'-7'297'0,"1"2"-32"0,1-1-22 15,3 2-23-15,-2 1-23 0,5 2-20 0,-4 1-16 16,2 1-18-16,3 3-3 0,2 2-13 0,-5 4-11 16,4 2-5-16,-4 3-7 0,0-1-13 0,-1 8-5 15,-3-2-8-15,-5 4-4 16,-1-3-8-16,-1 7-1 0,-7-2-6 0,-1 0-8 15,-5-2 0-15,-3 0-2 0,-4 0-4 0,3-3-2 16,-5 0 4-16,6-7 2 0,-1-2 9 16,1 1 9-16,3-6 0 0,-1-2 10 0,2 1 15 15,1 1 12-15,2-3 18 0,1-2 13 0,1 2 13 0,0-1 29 16,4-3 20-16,0 0-24 0,0 0-24 0,-5-12-19 16,9 4-13-16,1-1-12 0,4-5-13 0,3-2-11 0,6-7-15 15,3 1-7-15,2-7-10 0,0 5-7 0,0-4-5 16,1 0-6-16,2 2-5 0,-3 2 0 0,-3 1-6 0,-6 9 3 15,-4 2-3-15,0 3 5 0,-3 1-3 16,-1 0-4-16,-3 4-8 0,1 0-12 0,-2 2-21 16,-2 2-2-16,0 0 0 0,0 0 2 0,-11 18 3 15,2-4 1-15,-5 9 3 0,0 0 3 0,-2 2-3 0,2 1-1 0,2-1 8 32,1 4-1-32,1-1 6 0,1 1 0 0,8-3 0 15,2 1-1-15,4-3-2 0,9-2 1 0,7 3-5 16,3-7-22-16,9-2-37 0,4-4-58 0,13-2-71 15,-9-3-99-15,15-6-130 0,-5-2-317 0,3-2-806 16,-17-5 357-16</inkml:trace>
  <inkml:trace contextRef="#ctx0" brushRef="#br0" timeOffset="57455.92">25157 4325 263 0,'0'-7'266'16,"0"0"-11"-16,0 2-6 0,0-1-18 0,0 2-25 16,0 0-17-16,3 1-22 0,-3 3-22 0,0 0-16 0,0 0-17 15,0 0-13-15,-3 12-10 0,2 0-9 16,-3 16-8-16,-6-1-6 0,2 8-4 0,2 11-6 16,-7 4-5-16,3-1 0 0,-3-2-6 0,2 0 0 15,0 2-4-15,2-1-3 0,1-12 1 0,-1 10-2 16,5-12 11-16,-3-2-1 0,1-1-3 0,4-4-2 0,0-1-4 0,-2-6-4 15,2-2 0-15,-1 0-2 0,2-6-7 0,0-2-2 16,-1-3 4-16,2-2-2 0,0 2 1 0,-1-1-4 0,1-2 6 16,0-4 5-16,0 0-21 0,0 0-19 0,0 0-11 15,0 0-13-15,-4-22-14 0,4 8-9 0,0-3-10 16,-1-3-12-16,0-6-7 0,1-4-17 0,0-3-10 0,1-1-8 16,0-13-13-16,2-2-10 0,1-3-3 15,2-1 1-15,1 0 15 0,-2-1 16 0,0-2 4 16,2 1 17-16,-4-2 24 0,1 3 22 0,-3 3 30 15,0 0 29-15,-2 17 21 0,0-2 27 0,0 2 23 16,-3 5 13-16,-1 1 12 0,1 10 4 0,0 1-2 0,-1 2 9 16,2 4-6-16,1 0 2 0,0 6-11 0,1-3-6 15,1 3-12-15,-1-2-11 0,0 4-9 16,1 3-13-16,0-7-8 16,0 7-7-16,0 0-2 0,0 0-3 0,23 13-9 15,-11-5 0-15,13 9 0 0,0 0-5 0,2 5-2 16,2-2 4-16,3 3-1 0,9 7-9 0,-13-4-3 15,8 5-5-15,-12-6 2 0,-1-1-2 0,-5 0-2 16,0 2-1-16,-5-1 1 0,-4-6-2 0,-5 0 3 0,-3 1 0 0,-5 3 2 16,-2-4-1-16,-11 5 5 0,-3-2 0 0,-7-1 1 15,-4 0-1-15,-2-1-2 0,-13-3 5 0,10 1-6 16,-10 4 1-16,9-9-1 0,3-1 0 0,-1-2-5 16,3 0 2-16,-1 1 0 0,7 0 0 0,0-1-2 15,1 1-16-15,6-6-21 0,8-1-31 0,0 2-36 16,0-3-44-16,5 2-24 0,2 2-16 0,4-3-32 15,0-4-254-15,7 5-511 0,5-3 226 0</inkml:trace>
  <inkml:trace contextRef="#ctx0" brushRef="#br0" timeOffset="57888.24">25399 4873 89 0,'0'0'398'16,"4"1"-40"-16,-4-1-32 0,0 0-42 0,0 0-31 0,0 0-30 16,0 0-24-1,2 4-15-15,0-1-28 0,-2-3-13 0,0 9-17 16,0 0-10-16,-2 1-12 0,-3 1-10 0,5 5-7 15,-4-1-12-15,2 3-8 0,-2-2-2 0,0 1-9 16,3-5-8-16,-3 3 6 0,3-4-10 0,-2-1-6 16,3-1 1-16,0-2-6 0,0-2-1 0,0 2 8 15,0-7 18-15,-1 7 28 0,1-7 15 0,0 0-14 16,0 0-7-16,20-11-6 0,-8-2-3 0,2 2 2 16,10-5-5-16,-3-4-1 0,-1-1-10 0,-1-1-18 0,4 0 8 15,-4 1-6-15,2-1 0 0,-1 2-9 0,-7 6 1 0,1 2-6 16,-5 4-7-16,-1 1 2 0,-2 1-37 0,-2 3 29 15,1 0-6-15,0 1-7 0,-5 2-3 0,8 7-19 16,-2 0 17-16,-1 3-7 0,2 5-1 0,-1 0 1 16,1 2-27-16,-1 1-26 0,0 0-26 15,3-2-40-15,-5 1-31 0,1 3-47 0,3-4-51 0,-2-1-88 0,-4-3-238 16,0-2-632-16,1-4 279 0</inkml:trace>
  <inkml:trace contextRef="#ctx0" brushRef="#br0" timeOffset="60006.16">26407 4446 115 0,'-9'3'223'0,"-4"-3"-12"0,6 1-7 15,-2-2-11-15,0 2-15 0,3 1-10 0,6-2-14 16,-10 1-15-16,7 0-18 0,3-1-11 0,-8 0-9 16,8 0-11-16,0 0-11 0,-6 2-9 0,6-2-6 15,0 0-7-15,0 0-5 0,0 0-4 0,0 0-4 0,-7 1 3 16,7-1-1-16,0 0 5 0,0 0 2 0,0 0-2 16,0 0 3-16,0 0 2 0,0 0 4 0,0 0 14 15,0 0-4-15,0 0 4 0,35-3-4 0,-12-2-10 0,9 1-3 16,6-1-10-16,17-3-3 0,2 0-1 0,2 1 20 15,1-3-4-15,-1 3-5 0,-3 1-6 0,-6 1-12 16,-12 1 0 0,-3 2 1-16,-6-3-21 0,-9 2-24 0,-3-1-24 15,-5 4-24-15,-5 0-22 0,0-3-39 0,-6 1-62 0,-1 2-66 16,0 0-257-16,-20-4-545 0,-2-1 241 16</inkml:trace>
  <inkml:trace contextRef="#ctx0" brushRef="#br0" timeOffset="60222.1">26562 4323 37 0,'-2'-5'374'0,"0"0"-3"15,2 3-16-15,-1-2 11 0,1-2-18 0,0 6-29 16,0-5-26-16,0 5-32 0,-2-4-35 0,2 4-29 16,0 0-24-1,0 0-25-15,0 0-11 0,0 19-32 0,0-5 5 0,0 12-14 16,-1-2-3-16,-2 6-10 0,2-3-4 0,-1 8-10 15,-3 0-4-15,2 1-17 0,2-1-32 0,2 0-39 16,0-2-41-16,-1-3-35 0,3 4-52 0,-2-5-58 16,5-11-75-16,-4 0-307 0,2-6-638 0,1-2 282 15</inkml:trace>
  <inkml:trace contextRef="#ctx0" brushRef="#br0" timeOffset="60675.85">27515 4214 90 0,'-4'-5'473'0,"4"1"-41"0,-4 0-50 16,4 4-32-16,-1-5-41 0,1 5-37 0,-4-1-44 15,4 1-22-15,0 0-40 0,0 0 2 16,-4 14-23-16,3-2-15 0,-7 5-13 0,3 0-6 16,2 8-11-16,-3-1-7 0,1 4-9 0,0-4-13 0,1 3-1 0,-7-2-10 15,3 1-4-15,4 3-6 0,0-1-6 0,1-2-4 16,-2-9 1-16,2 1-15 0,2-6-3 0,-2-2 1 16,2 0-16-16,1-4 12 0,-3 0 11 0,2-3 21 15,2 2 32-15,-1-5 17 0,0 0-13 0,0 0-7 16,9-9-10-16,-4 3-4 0,4-9-12 0,0-2-3 15,3 1-16-15,1-7 6 0,1 4-2 0,2-5-8 0,2 2-14 0,-8 5 9 16,6 3-3-16,-5 0-5 0,2 3-1 0,-8 3-16 16,5 2 10-16,-6 1 3 0,1-2-10 0,-1 7-5 15,0-4-3-15,1 4-2 0,-5 0 0 0,14 4-7 16,-7 4 1-16,0 1-1 0,2 1-20 0,0-2-32 16,1 7-29-16,0-1-37 0,-1 0-41 0,0 3-51 15,-1-3-56 1,2-5-73-16,-5 2-311 0,3-4-718 0,-3-1 318 0</inkml:trace>
  <inkml:trace contextRef="#ctx0" brushRef="#br0" timeOffset="60876.38">27985 4402 168 0,'0'0'394'0,"-4"3"-39"0,4-3-17 16,0 0-27-16,0 0-29 0,0 0-27 0,0 0-31 16,0 0-38-16,0 0-31 0,32-5-37 0,-15 5-44 15,11-6-57-15,2 4-67 16,0-1-86-16,2 0-109 0,-1-4-163 0,-2-1-442 16,-2 1 196-16</inkml:trace>
  <inkml:trace contextRef="#ctx0" brushRef="#br0" timeOffset="61176.55">28430 4252 3448 0,'-4'-7'252'0,"0"1"-64"0,2 1-26 16,-2-1 52-16,1 2 4 0,1-2-7 0,-1 4-28 16,2-2-34-16,1 4-32 0,-3-3-14 0,3 3-13 15,-1-5-14-15,1 5-15 0,0 0-15 0,0 0-6 16,0 0-4-16,-6 13-2 0,6-3-5 0,-3 2-2 15,3 5-11-15,0 1 1 0,-4 1 0 0,3 5-6 0,-3-4 8 16,4 6-6-16,-4-1 4 0,4-5 0 0,0 6-6 16,0-6-11-16,-1-3-24 0,2 0-13 0,-1-4-20 15,0-1-13-15,0-2-19 0,0 1-16 0,0-4-23 16,3-2-8-16,-3-1-6 0,1 1 1 0,-1-5-15 0,0 0-59 16,0 0-75-16,0 0-92 0,0 0-260 15,2-20-695-15,0 9 307 16</inkml:trace>
  <inkml:trace contextRef="#ctx0" brushRef="#br0" timeOffset="61392.62">28601 4068 16 0,'4'-2'417'16,"-3"-2"-46"-16,4 1-39 0,-2 1-39 0,-3 2-35 0,0 0-26 0,0 0-27 15,11 9-14-15,0 3-3 0,-1 4-10 0,4 7-20 16,1 5-2-16,1 2-12 0,-2 2 0 0,5 11-22 15,-9-9-10-15,2 14-2 0,-5-2-14 0,-7 0-3 16,-5 3-7-16,-4-1-3 0,-6-2-3 0,-4-5-7 16,-6 1-17-16,1-12-4 0,-8 5-51 0,-4-4-31 15,-6 1-36 1,-3-8-39-16,1-1-40 0,9-9-46 0,-2-3-82 0,-16 1-301 16,3-7-620-16,-3-5 275 0</inkml:trace>
  <inkml:trace contextRef="#ctx0" brushRef="#br0" timeOffset="61739.75">27376 3930 37 0,'-3'-4'309'0,"3"4"-32"15,-5 0-32-15,-4 7-25 0,-4 5-22 0,-2 10-17 16,-2 7-10-16,-2 17-13 0,-6 4 1 0,2 4-4 16,0 2-4-16,-8 22-12 0,16-25-11 0,3 3-7 15,7 0 3 1,5-1-11-16,6-2-1 0,12-3-7 0,4-3-9 15,9-8-1-15,10 3-8 0,3-10-6 0,14-3-7 16,24 4-13-16,-20-19-40 0,30 2-42 0,0-7-66 16,-25-8-88-16,26-9-108 0,-28 6-226 0,31-14-552 15,-33 7 245-15</inkml:trace>
  <inkml:trace contextRef="#ctx0" brushRef="#br0" timeOffset="62109.04">29137 3979 142 0,'0'-9'367'15,"0"-1"-1"-15,1 3-7 0,0-1-11 0,-1 4-30 16,0-2-22-16,1 1-39 0,1 2-23 0,-2 3-34 16,0-4-23-16,0 4-23 0,0 0-19 0,0 0-21 0,2 19-2 0,1 5-6 15,-2 6-16-15,-2 6-11 0,-4 13-8 0,0 2-1 16,-3 1-9-16,0 2-7 0,1-3 2 0,0-2-2 16,-2 1-9-16,4-2 12 0,1-11-19 15,2-3 1-15,-1-3-2 0,2 2-4 0,-2-5-5 0,-2-2-8 16,4-9-29-16,-2 0-18 0,1-5-30 0,-2 2-10 15,3-4-22-15,-2-3-8 0,3-2-4 0,-4-2-19 0,3-2-45 16,1-1-59-16,0 0-57 0,-13-11-266 0,8 6-592 16,-4-5 261-16</inkml:trace>
  <inkml:trace contextRef="#ctx0" brushRef="#br0" timeOffset="62409.21">29135 3827 315 0,'-2'-13'372'0,"0"4"-8"0,1-2-10 0,1 5-30 15,-1 0-34-15,0 0-20 0,1 3-39 0,0 3-34 16,2-5-6-16,2 4-33 0,-4 1-22 0,18 4-10 16,-1 2-7-16,7 8-16 0,6 1-13 0,1 2-10 0,0 6-7 15,10 9-5-15,-4-1-3 0,-3 4-20 0,-2 2 4 0,-14-5 7 16,-3 1-23-16,-6-1 16 0,-1 1-26 0,-8-2 2 15,-5 1-14-15,-8-2 6 0,-9 0 13 16,-6-4-3-16,-19 3-10 0,0-5 13 0,-6 1-10 16,2-6-14-16,0-1 2 0,3-5 21 0,12-1-15 0,1-5 6 15,-2 0-12 1,5 1 8-16,4-2 4 0,8-2-28 0,7 0-46 16,1-1-53-16,1-1-59 0,1 2-73 0,5-4-107 15,5 0-248-15,0 0-642 0,0 0 284 0</inkml:trace>
  <inkml:trace contextRef="#ctx0" brushRef="#br0" timeOffset="64628.04">29372 4650 293 0,'0'0'315'0,"0"-8"-13"0,0 8-12 0,1-4-18 15,-1 4-24-15,0 0-26 0,2-4-25 0,-2 4-24 16,0 0-22-16,0 0-15 0,0 0-21 0,0 0-11 16,0 13-8-16,-1-3-12 0,-1 6 17 0,-3 0-10 15,1 5-6-15,-1 4-10 16,0 1-5-16,-3 1-2 0,0 1-11 16,1-3-8-16,0 1-4 0,2-7-4 0,0 1-6 15,0-1-5-15,-3-2 4 0,4 0-6 0,-1-7 0 16,4-1-6-16,-2-1 5 0,2-3-1 0,1 1 34 0,-1-3 35 15,-2 1 44-15,3-4 38 0,0 0-23 0,0 0-19 16,0 0-13-16,13-18-10 0,-5 7-4 0,3-5-8 16,2 2-12-16,5-6-9 0,-1-2-10 0,0 1-8 0,5-1-3 15,-7 0-4-15,5 3-8 0,-8 4-4 0,2 3-5 16,-2 0-7-16,-6 3-1 0,2 1-4 0,-2 4-6 16,-2 1-8-16,1-2-3 0,-1 0-10 0,-1 5-16 15,-3 0 0-15,0 0-7 0,12 7 7 0,-9-1 2 16,2 3-1-16,0 1 3 0,-1 0 1 0,0 3 5 15,2 3-3-15,1 2 1 16,-2-3-24-16,-1-1-27 0,2 0-33 0,-3-2-41 16,-1-1-34-16,1-1-37 0,2-1-39 0,-4-1-58 15,3-3-63-15,-2-1-299 0,1 0-719 0,1-3 319 16</inkml:trace>
  <inkml:trace contextRef="#ctx0" brushRef="#br0" timeOffset="64812.91">29728 4807 47 0,'0'0'304'0,"0"0"-29"0,0 4-26 16,0-4-26-16,0 0-24 0,0 0-17 0,4 5-12 16,6-4-17-1,3 0-12-15,5 0-15 0,4 1-9 0,5-2-32 16,5 0-44-16,-2 0-57 0,-2 0-76 0,3-3-83 15,-11-1-164-15,2 1-366 0,-4-1 163 0</inkml:trace>
  <inkml:trace contextRef="#ctx0" brushRef="#br0" timeOffset="65044.66">30145 4667 284 0,'1'-6'424'0,"-1"0"-3"0,1 2-4 0,-1 0-18 15,0-1-27-15,0 5-29 0,0-4-43 0,0 4-32 16,3-4-36-16,-3 4-30 0,0 0-34 0,0 0-22 16,0 0-15-16,-3 18-15 0,3 1-8 0,0-4-14 0,-2 4-7 0,-1 0-6 15,-1 9-11-15,0-2-2 0,2 3-7 0,-3-1-2 16,2-1-28-16,2-3-51 0,2-4-48 0,4-2-57 16,-2 0-54-16,-2-1-67 0,3-7-82 0,-3 0-325 15,-1-1-708-15,3-6 314 0</inkml:trace>
  <inkml:trace contextRef="#ctx0" brushRef="#br0" timeOffset="65769.31">30372 3934 264 0,'0'0'309'0,"0"-6"-24"0,4 2-27 0,-3 1-31 0,6 0-24 16,-2 1-19 0,3-1-23-16,0 2-17 0,3-1-16 0,0 5-15 0,2-2-10 0,5 3-16 0,-5 3-3 0,-1 1-10 15,2 3-4-15,-3 4-5 0,0 1-9 0,-1 8-2 16,-2 5-4-16,-7-3-6 0,-1 4-5 0,-1-4-1 16,-7 1-3-16,-4-1-2 0,-1-1-2 0,-4-1-3 15,2-1-4-15,-3-3-1 0,3-7 3 0,-2 1 5 16,0-4 6-16,2-1 1 0,2-2 14 0,3-2 2 15,1-1 10 1,4 0 10-16,0-1 21 0,-3-2 30 0,5-1 23 16,3 0 19-16,0 0-11 0,0 0-25 0,-7-7-13 0,8 2-15 15,3-5-11-15,1 0 1 0,4-4-21 0,4-1-3 16,-2-1-8-16,5-8-6 0,2 1-8 0,4 0-7 16,-2-6-2-16,-1 5-2 0,0 4-10 15,-1-1 2-15,-8 5-5 0,4 5-1 0,-8 3 4 16,1-2-6-16,-2 5-4 0,-1 1-7 0,1 2-4 0,-1-1-15 0,-3 0-24 15,-1 3 5-15,0 0-9 0,12 10-1 0,-7-3 2 16,4 5 7-16,-3 4-1 0,-2 0 6 0,5 0 6 16,-2 2-17-16,5 5-7 0,-7-5-22 0,6-1-36 15,-3-3-23-15,1 4-35 0,-1-2-37 0,0 0-43 0,-2-5-63 16,-1-3-341-16,-1-2-696 0,0-3 309 16</inkml:trace>
  <inkml:trace contextRef="#ctx0" brushRef="#br0" timeOffset="66001.23">30877 3846 79 0,'3'-1'290'0,"-3"1"-34"0,10 0-21 15,-10 0-20-15,13 8-10 0,-1 5-11 0,4 1-19 16,-2 7-14-16,4 2-12 0,-5 3-11 0,3 5-8 15,-6 1-9-15,0 4-4 0,-2 0-12 0,-4 9 2 16,-7-9-10-16,2-1-14 0,-4-1-4 0,-4-2-17 16,-4 0-17-1,-4 1-23-15,-3-6-27 0,-5 0-30 0,0-5-32 16,-3-1-41-16,-2-5-84 0,-1-3-251 0,0-5-481 16,-1-4 213-16</inkml:trace>
  <inkml:trace contextRef="#ctx0" brushRef="#br0" timeOffset="66302.28">30429 3618 197 0,'-8'0'230'0,"-2"0"-19"0,-3 7-25 0,-9 7-24 15,-5 3-19-15,0 8-11 0,-10 19 4 0,-18 20-10 16,8 7 6-16,5 2 4 0,13-19-7 0,-5 23-8 16,13-24-11-16,8 2 3 0,5 0-8 0,7-3-11 15,10-1-6-15,10-5-5 0,9-2-6 0,10-3-12 0,7-6-43 0,8-3-69 16,8-7-122-16,0-5-262 0,2-9-466 15,-6-4 206-15</inkml:trace>
  <inkml:trace contextRef="#ctx0" brushRef="#br0" timeOffset="91212.99">4325 8163 33 0,'0'0'307'0,"-5"-2"-15"16,5 2-9-16,0 0-13 0,-8 0-15 0,8 0-19 15,0 0-19-15,0 0-20 0,-4-3-10 0,4 3-17 16,0 0-16-16,0 0-12 0,0 0-13 0,0 0-15 16,0 0-15-16,0 0-8 0,0 0-9 0,0 0-14 15,34 0-5-15,-14 0-8 0,11-1 0 0,4 2-5 16,1-1-4-16,4 0-9 0,-2-1-15 0,2 0-21 15,-4-2-16-15,-7 1-22 0,0-1-27 0,-7 1-28 0,-3 0-30 0,-1 2-30 16,-5-1-31-16,-3 1-47 0,-5-2-230 0,-5 2-499 16,0 0 221-16</inkml:trace>
  <inkml:trace contextRef="#ctx0" brushRef="#br0" timeOffset="91469.24">4307 8351 135 0,'-4'2'322'0,"3"2"-23"16,-3-3-23-16,4-1-16 0,-4 3-15 0,4-3-16 0,0 0-19 0,0 0-21 15,-1 4-20-15,1-4-16 0,13 3-11 0,0-6-20 16,7 2-10-16,12 0-10 0,4-1-15 0,3-1-34 15,15-4-35-15,-17 3-41 16,3 1-43-16,-5-1-49 0,-3-1-44 0,0-2-30 16,-4 4-53-16,-10 0-147 0,-1-4-420 0,-7 6 186 0</inkml:trace>
  <inkml:trace contextRef="#ctx0" brushRef="#br0" timeOffset="91976.86">4574 8041 222 0,'0'-4'388'16,"-1"-4"-8"-16,1 7-8 0,0 1-20 0,-3-6-25 16,3 6-37-16,-2-4-23 0,2 4-33 0,0 0-22 15,-1-4-27-15,1 4-24 0,0 0-16 16,0 0-15-16,0 0-17 0,0 0-8 0,11 13-18 0,-2-8 2 15,0 4-12-15,7 1-7 0,2-3-5 0,-2 5-3 0,4-1-11 16,-1-2 1-16,7-1-14 0,2 2-13 0,-1 0 0 16,-7-3-8-16,7-1-9 0,-8-2-7 0,0 1-4 0,-1-4-7 15,-4 1 0-15,3 1 7 0,-3-2-5 16,-4-1 6-16,-2 0 0 0,0 1-2 0,-2-1 20 16,-6 0 8-16,9 0 10 0,-9 0-7 0,9 1 7 15,-9-1-8-15,0 0-3 16,6 2-13-16,-6-2-6 0,0 0-14 0,0 5-2 15,0-5-4-15,-10 12 2 0,0 2 1 0,-13 7-5 16,2 4 4-16,-3 1 0 0,-5 14 0 0,-2 3 2 16,2 2 3-16,-2-2 0 0,4 2-2 0,5-1 1 15,7-13 4-15,-3 3 1 0,5-3-1 0,-1 3 14 0,4-4-3 16,2 0 7-16,1-4-3 0,3-8-1 16,-1-2 9-16,1-4-3 0,3-3 7 0,-2 0 3 0,2-4 2 0,-2 0 17 15,3 0 7-15,-1 0 13 0,1-5 9 0,-1 4 9 16,-1-2 4-16,2-2 5 0,0 6 0 0,0-6-12 15,0 0-4-15,0 0-9 0,0 0-26 0,-2 5-27 16,2-5-43-16,0 0-83 0,0 0-76 0,0 0-70 16,0 0-90-16,-6-12-409 0,6 12-823 0,-2-5 364 0</inkml:trace>
  <inkml:trace contextRef="#ctx0" brushRef="#br0" timeOffset="93534.02">5806 8128 38 0,'0'0'298'15,"-3"-6"-17"-15,3 6-11 0,3-4-19 0,-3 4-25 0,0 0-23 16,0 0-25-16,-4-4-23 0,4 4-17 0,0 0-24 16,0 0-17-16,0 0-12 0,0 0-12 0,1 16-7 0,-1-6-6 15,0 1-9-15,0 6-4 0,3 1-3 0,-6 2-4 0,3 5-7 16,0 1-2-16,-1-2-4 0,1 3-1 0,-1 4-6 16,-2-5 0-16,2 4 0 0,2-6-2 15,-2 1-2-15,1-5-2 0,0-3 0 0,0-1-1 16,0-2-4-16,0-2 0 0,0-2 1 0,0-1-1 0,-3-4 1 15,3 2 30-15,-1-3 11 0,1 0 28 0,0-1 31 0,0-3 47 16,0 7 32-16,0-7 30 0,0 0 32 0,0 0 17 16,0 0-21-16,0 0-28 0,0 0-24 0,4-19-27 0,-4 6-19 15,6-6-22-15,1-8-24 0,3-3-13 16,3-3-14-16,-2 2-14 0,6-1-9 0,-3-1-9 16,0 1-3-16,3 6-2 0,-6 2-4 0,-2 6-3 15,2 4-3-15,-5 1-3 16,-3 4-3-16,1 2-6 0,0 1-5 0,-1 1-10 15,1 2 3-15,-2-2-10 0,2 2-38 0,-4 3 1 16,0 0-10-16,10 5-6 0,-3 1-4 0,-1 4 2 16,4 1-1-16,-3 5-1 0,0 0 8 0,6 11-2 15,-7-3 9-15,3 1 6 0,-1 5 8 0,1-1-3 16,-4 0 4-16,3 2 4 0,-4-4 3 0,-2-1 4 16,2-7 2-16,-1 1 0 0,-1-3 7 0,2-5-3 0,-3 0 5 0,2-2-1 15,-2-2-1-15,-1-2 4 0,0 1 5 0,0-2 4 16,0 0-2-16,0 0 1 0,0-2 5 0,0 1 1 15,0-4 4-15,3 3 0 0,-3-3-2 0,0 4 3 16,0-4-4-16,0 0-3 0,0 0 8 0,0 0-3 16,1 5-1-16,-1-5 1 0,0 0-3 0,0 0-2 15,0 0-20-15,0 0-18 16,0 0-30-16,0 0-29 0,0 0-30 0,0 0-25 16,0 0-49-16,0 0-89 0,0 0-74 0,0 0-313 15,0-19-727-15,2 12 322 0</inkml:trace>
  <inkml:trace contextRef="#ctx0" brushRef="#br0" timeOffset="94103.8">6515 8392 23 0,'-11'1'243'0,"3"-1"-10"0,-4 2-3 0,5-2-12 16,-1 1-14-16,3-1-16 0,5 0-19 0,-9 1-16 0,2 0-21 15,7-1-13-15,0 0-9 0,-9-1-12 0,9 1-12 16,0 0-5-16,0 0 4 0,-7 3-3 0,7-3-5 16,0 0 4-16,-3 2 1 0,3-2-6 0,0 0 0 15,0 0 3 1,0 0-4-16,0 0-1 0,0 0 6 0,0 0 1 0,0 0-3 15,0 0-4-15,0 0-13 0,0 0 2 0,-3 3-4 16,3-3-5-16,0 0-4 0,0 0-7 16,-2 5 2-16,2-5-12 0,0 0 9 0,0 0-13 15,0 0-1-15,0 0-8 0,0 0-4 0,0 0 4 0,0 0 0 16,0 0-5-16,0 0-5 0,0 0 4 0,0 0-6 16,0 0-7-16,0 0 7 0,0 0 1 0,0 0-6 0,0 0 2 15,0 0-4-15,0 0 6 0,0 0 2 0,0 0-7 0,0 0 0 16,0 0 12-16,0 0-14 0,0 0 2 0,0 0-2 31,0 0 9-31,0 0-8 0,0 0 2 0,0 0-5 0,0 0 2 16,0 0 1-16,0 0 0 0,0 0 4 0,0 0-3 15,0 0-2-15,0 0 4 0,0 0 2 0,0 0 0 16,17-6 7-16,-8 4-3 0,10-2-3 0,-1 1-2 16,4 1 2-16,6-1-6 0,0-2 2 0,3 1 2 15,-2-1-1-15,-1 2-2 0,0 0 0 0,-9-2 1 0,2 4-23 16,-2-2-18-16,-6 0-9 0,1 1-20 15,-4-1-18-15,3-1-14 0,-7 2-21 0,-1 1-37 16,-1-1-59-16,-2-1-34 0,-2 3-264 0,0 0-555 16,-12-6 246-16</inkml:trace>
  <inkml:trace contextRef="#ctx0" brushRef="#br0" timeOffset="94336.99">6585 8292 45 0,'-3'-6'336'0,"1"2"12"0,0 1 8 16,0-2 0-16,1 0 5 0,0 0 7 0,0 2 4 15,1 3-9 1,-4-7-5-16,8 4-18 0,-4 3-28 0,-4-4-24 16,4 4-31-16,-3-2-24 0,3 2-29 0,0 0-25 15,0 0-23-15,0 0-21 0,0 0-35 0,0 0-45 16,0 0-22-16,0 0-10 0,-2 8-4 0,3-1-8 16,0 3-3-16,-1 2-6 0,0 4-1 0,2 4 7 0,-2 6-3 15,1 1 0-15,0-2-24 0,2 3-29 0,-2-4-27 16,7 0-15-16,-5-4-24 0,0 1-25 0,-2-3-24 0,2-1-28 15,1 0-48-15,0 0-52 0,0-6-64 0,-1-1-298 16,0-4-706-16,2-1 313 0</inkml:trace>
  <inkml:trace contextRef="#ctx0" brushRef="#br0" timeOffset="94720.11">7051 8274 357 0,'1'-4'519'0,"-1"1"-10"0,0 3-20 31,1-6-27-31,-1 6-36 0,0-4-35 0,0 4-35 16,0 0-42-16,0-5-33 0,0 5-35 0,0 0-26 0,0 0-29 16,0 0-25-16,0 0-28 0,0 0-24 0,0 0-16 15,0 0-9-15,6 11-8 0,-3 0-11 0,0-4-7 16,-1 4-3-16,1 0-10 0,-1 8-9 0,2-6-3 0,-3 5-1 15,3 0-4-15,1 1-7 0,-1-1-3 0,-3 0-1 16,3-1-3-16,0 0 1 0,-4-2-3 16,1-4 3-16,2 2-6 0,-3-1-1 0,1-3 1 0,1-1-2 0,0-1 2 15,-2-2-1-15,0 1-2 0,0 1-5 0,0-3 8 16,0-4-6-16,1 5 2 0,-1-3-2 0,3 2-2 16,-3-4-4-16,0 0-6 0,0 4-7 0,0-4-4 15,0 0-7-15,0 0-7 0,0 0-9 0,0 0-10 0,0 3-3 16,0-3-21-16,0 0-70 0,0 0-99 0,-4-14-70 15,4 8-84 1,0-6-397-16,0-3-858 0,4-2 379 0</inkml:trace>
  <inkml:trace contextRef="#ctx0" brushRef="#br0" timeOffset="94935.84">7260 8028 250 0,'1'-4'313'0,"-1"4"-39"0,0 0-29 0,0 0-25 16,0 0-25-16,8 12-9 0,-2 1-14 0,3 3-11 16,0 9-7-16,4 4-10 0,0 0-6 0,7 14-11 15,-3 1 2-15,1 1-12 0,-4 3-6 0,-4-1-9 16,2-3-7-16,-7-10-11 0,-3 0 6 0,0 3-15 16,-4-4-11-16,-4 2 13 0,-4-3-22 0,-3 1-18 0,-5-5-25 15,-5 2-36-15,-9 6-43 0,-6-6-60 0,-6-3-89 16,-4-4-317-16,-2-8-576 0,-2-1 255 0</inkml:trace>
  <inkml:trace contextRef="#ctx0" brushRef="#br0" timeOffset="95368.05">5806 7868 41 0,'-4'-7'347'0,"4"3"-29"0,-1 0-16 0,-2-1-47 16,3 5-29-16,-5-4-26 0,5 4-21 16,-14 12-16-16,3 2-20 0,-8 12-17 0,-7 14-19 0,-2 5 3 15,2 9-23-15,-8 23-10 0,-2 1-7 0,9 1-8 16,4 5 1-16,5-4-8 0,12-26 8 0,7 4-2 0,2-5-1 15,7-2-4-15,10-4-3 0,6-4 0 0,-3-14-3 16,18 6-4-16,6-7-3 0,14-7 2 0,29-1-32 16,-25-11-55-16,32-1-89 0,-1-8-136 0,-31-3-239 15,-1-6-548-15,-4-4 242 0</inkml:trace>
  <inkml:trace contextRef="#ctx0" brushRef="#br0" timeOffset="96638.82">7774 8025 33 0,'-4'-7'318'15,"4"-3"-8"-15,0 1-9 0,-3 0-6 0,2-1-18 16,1 2-12-16,0 1-18 0,0 0-16 0,0 1-4 16,-2 1-18-16,0 3-27 15,2 2-21-15,2-5-24 0,-2 5-11 0,0-6-18 16,0 6-21-16,0 0-16 0,0 0-5 0,3 15-13 15,0-2-3-15,-3 5-9 0,4 9-2 0,-3 2-8 16,-1 4-4-16,0 1 0 0,1 3-2 0,2 12-2 16,-2-13 8-16,3 9-10 0,-4-8 12 0,5 10-17 15,0-11-1-15,-1-2-3 0,0-5-5 0,1 0 8 16,2 0-5-16,-1-3-1 0,-1-6 1 0,-1-3 0 0,0-1 1 0,1 0-6 16,-1-4 3-16,-3-2 2 0,4-2-5 0,-3 1 1 15,0-5-6-15,-1 4 9 0,-1-4-5 16,0 0 2-16,3-1 1 0,-3 0-5 0,1 1 6 15,-1-4 2-15,0 0 1 0,2 4-2 0,-2-4-2 0,0 0 7 16,0 0-6-16,0 0-6 0,0 0-9 0,0 0-16 16,0 0-22-16,0 0-32 0,0 0-33 0,-10-14-27 0,4 6-35 15,2-2-37-15,-1-5-45 0,-2-2-55 0,1 0-184 16,-4-7-534-16,6-4 237 0</inkml:trace>
  <inkml:trace contextRef="#ctx0" brushRef="#br0" timeOffset="96970.93">7774 7812 104 0,'-8'-15'319'0,"3"4"-12"0,1 3-7 16,-1-2-8-16,1 3-13 0,3 2-12 0,-3 1-34 16,4 1-23-16,-2-2-21 0,2 5-35 0,-3-7-13 15,3 7-17-15,0 0-11 0,5-2-6 0,-5 2-16 16,18 6-9-16,-4 2-9 0,5 0-9 0,7 4-7 0,2 3-5 0,2 2-7 15,15 9-5-15,-13-6-3 0,14 10-6 0,-7-1 0 16,-10-6-5-16,-1 2-2 0,0 0-6 0,-7-1 0 16,-1 1-5-16,-6 1-3 0,0-2-3 0,-6-1-1 15,-7-4 0-15,-2 1-1 0,-7 4-1 0,-6 1-3 16,-4-3 7-16,-5 0 0 0,-3-3-5 0,-5 1 5 16,-1-2 3-16,0 0 0 15,0-2-5-15,0-1 1 0,-1-3-5 0,3 2 17 16,4-1-16-16,0-1 5 0,8-4-2 0,7 1-32 15,-1-5-16-15,2 3-45 0,-2-1-44 0,6-3-42 16,0 2-29-16,3-2-12 0,3 1-55 0,0-4-204 16,9 2-513-16,0-4 228 0</inkml:trace>
  <inkml:trace contextRef="#ctx0" brushRef="#br0" timeOffset="97387.79">8235 8478 167 0,'0'0'441'0,"0"0"-29"0,0 0-39 16,0 0-36-16,0 0-37 0,0 0-35 16,0 0-26-16,9-6-39 0,-9 6-20 0,0 0-23 0,0 9-13 15,0-5-13-15,0 8-12 0,0-3-15 0,0 1-5 16,0 9-11-16,-1-1-14 0,-3 0-5 0,0 1-4 15,-1 5-6 1,4-6-13-16,-3-1 8 0,0-1-15 0,3-3-1 0,-2-3-4 16,2-1-4-16,-2-1-1 0,2-2 2 0,1-2 3 15,0 2 25-15,-4-3 35 0,4-3 20 0,-1 2 4 16,1-2-12-16,0 0-7 0,10-11-10 0,-6 3-8 16,4-2-7-16,1-2-5 0,1-4-9 0,0 1-7 0,-1 2-5 15,4-4-7-15,-3 3-3 0,-1 5-1 0,0 0-12 16,-1-1-1-16,1 2-1 0,-3-1-3 0,0 5-9 15,-1 0-5-15,2 2-4 0,1 2 0 0,-1 0-6 0,2 3-6 16,0 2-7-16,5 3-13 0,-1 0-26 0,0 4-32 16,2-2-31-16,-2 4-47 0,1-1-47 0,-4 4-60 15,7-3-76-15,-6-4-372 0,1 2-782 0,-2-3 346 16</inkml:trace>
  <inkml:trace contextRef="#ctx0" brushRef="#br0" timeOffset="97742.37">8680 8610 264 0,'0'0'285'0,"0"0"-18"0,-8 0-26 0,8 0-17 16,0 0-19-16,0 0-19 0,0 0-20 15,-4-1-15-15,4 1-17 0,0 0-15 0,0 0-6 16,0 0-11-16,0 0-8 0,0 0-7 0,0 0-5 15,0 0-6-15,0 0-6 0,0 0 0 0,0 0 4 0,0 0-3 16,0 0-1-16,0 0-3 0,0 0-5 16,0 0-5-16,0 0-6 15,0 0 1-15,0 0-3 0,0 0-5 0,0 0 10 16,0 0-13-16,0 0 2 0,0 0-1 0,0 0-4 16,0 0-1-16,0 0-2 0,0 0-4 0,0 0-1 15,0 0-3-15,0 0 5 0,0 0 1 0,0 0 7 16,0 0-5-16,30-1 6 0,-11-1-11 0,8-3-1 0,3 0-6 0,1-2 1 0,5 2-1 15,-3-3 0-15,8 3-7 0,-8-1 1 16,-1 1-1-16,-4 0-17 0,-1 0-6 0,-9 2-18 16,-4 1-31-16,-4 0-15 0,-2 1-18 0,-3-1-30 15,0 0-49-15,-5 2-56 0,0-3-59 0,0 3-259 16,-18-2-587-16,8 2 259 0</inkml:trace>
  <inkml:trace contextRef="#ctx0" brushRef="#br0" timeOffset="97989.61">8796 8482 301 0,'-1'-4'360'0,"1"-2"14"16,-2-1 4-16,1 5-1 0,1-2-15 0,-1-2-25 15,1 6-33-15,-1-4-31 0,1 4-31 0,0 0-33 16,0 0-24-16,0 0-22 0,0 0-20 0,0 0-16 16,0 0-14-16,5 16-14 15,-3-4-9-15,2 3-7 0,0 1-9 0,1 4-5 16,-1-2-10-16,2 7-5 0,2-2 4 0,-3 3-21 15,-1-5-32-15,1 2-37 0,0-4-40 0,0 0-40 16,-1 0-38-16,0-1-49 0,-4-4-60 0,4-2-87 16,-4-1-272-16,1-1-669 0,3-2 296 0</inkml:trace>
  <inkml:trace contextRef="#ctx0" brushRef="#br0" timeOffset="98211.76">9320 8513 332 0,'0'-5'509'16,"1"1"-19"-16,-2-1-39 0,1 5-43 0,1-2-45 16,-1 2-43-16,0 0-42 0,0 0-26 0,0 0-29 0,0 0-26 15,4 14-19-15,-4-1-21 0,-1 3-13 0,2 5-15 16,-1 4-11-16,0 4-29 0,0 1-38 0,3-1-50 15,-2-1-46-15,-1-3-57 0,0 1-66 0,-1 1-91 16,-6-10-427-16,5 1-744 0,-6-5 330 0</inkml:trace>
  <inkml:trace contextRef="#ctx0" brushRef="#br0" timeOffset="102251.27">10167 8126 183 0,'-19'0'220'0,"2"2"-10"16,3-2-4-16,4 0-13 0,-3 1-6 0,2-2-7 15,3 1-9-15,0 0-10 0,8 0-10 0,-10 1-9 0,10-1-12 0,-6-1-12 16,6 1-5-16,0 0-6 0,-9 1-4 16,9-1-8-16,0 0-7 0,0 0-11 0,0 0-4 0,-7-1 3 15,7 1-16-15,0 0-4 0,0 0-6 0,0 0-7 16,0 0-4-16,0 0-4 0,-7-2-3 0,7 2-8 16,0 0 0-16,0 0 7 0,0 0-8 0,0 0-3 15,0 0 11-15,0 0 0 0,0 0 1 0,0 0-1 0,0 0-2 0,0 0 1 16,0 0 2-16,0 0-7 0,0 0 1 0,0 0-3 15,0 0-3-15,0 0 2 0,0 0 4 16,0 0-2-16,0 0 2 0,0 0-4 0,0 0 2 16,0 0 2-16,0 0-7 0,0 0 2 0,0 0-4 0,0 0 3 15,0 0 10-15,0 0-5 0,0 0-12 0,0 0 0 16,0 0-1 0,0 0-6-16,0 0 2 0,0 0 9 0,0 0-3 15,0 0 0-15,19-2 3 0,-12 2-3 0,-2-2-5 0,2 2 0 16,0 0 1-16,0-2-3 0,0 1-2 0,2 1 5 15,-2-2-4-15,1 0 1 0,1 1-2 16,-2 1 0-16,3-2 1 0,-3 1-2 0,6 0-2 16,-3-1 3-16,2 1-4 0,-1 1 4 0,2-4-2 0,2 2 0 15,2-2 10-15,5 2-18 0,6-5 3 0,4 3 4 0,2-1-8 16,6 0 9-16,11 0-2 0,0-3-13 0,0 1 13 16,3 2 0-16,-17 0-3 0,4 0 6 0,-3-2-3 0,2 4 2 15,-7-1-2-15,-4 1 0 0,-7 1 3 0,-3 0-4 16,-6 2 0-16,2-3 0 0,-4 2-7 0,-5 1 6 15,0 0-5-15,-6 0 9 0,9-2-2 0,-9 2-11 16,8-1 5 0,-8 1-31-16,6 0-22 0,-6 0-30 0,0 0-23 15,0 0-26-15,4 3-38 0,-4-3-59 0,0 0-104 16,-11 6-174-16,5-4-554 0,-1-1 245 0</inkml:trace>
  <inkml:trace contextRef="#ctx0" brushRef="#br0" timeOffset="107162.51">10061 8441 76 0,'-10'-2'244'0,"10"2"-15"0,-7-3-7 0,7 3-17 0,-6-1-3 16,6 1-11-16,-4-3-11 0,4 3-15 15,0 0-17-15,0 0-12 0,0 0-17 0,-5-2-12 0,5 2-11 16,0 0-9-16,0 0-8 0,0 0-8 0,0 0-5 0,0 0-9 16,0 0-8-16,0 0 3 0,-4-3-9 0,4 3-3 15,0 0-6-15,0 0-3 0,0 0-4 0,0 0 0 16,0 0-4-16,0 0-5 0,0 0 1 0,0 0-2 15,0 0-2-15,0 0 1 16,0 0-3-16,0 0 0 0,0 0-2 0,0 0 0 16,0 0-2-16,0 0 2 0,0 0-4 0,0 0 2 15,0 0 0-15,0 0 0 0,0 0 0 0,0 0-2 0,0 0 4 16,0 0-3-16,0 0-1 0,-3 6 1 0,3-6-5 16,0 0 0-16,0 0 3 0,0 0-4 0,0 0 3 15,0 0-2-15,0 0 1 0,0 0-4 0,0 0 2 16,0 0 1-16,0 0-2 0,0 0-2 0,0 0 1 0,0 0 0 15,0 0 0-15,0 0-3 0,0 0 6 0,0 0-2 16,0 0 0-16,0 0-2 0,0 0 1 0,0 0 1 0,0 0-3 16,0 0 2-16,0 0 7 0,0 0-3 0,21-3 5 15,-4-1-1-15,10 0-5 0,6-1 0 0,19-5 0 16,11 0 2-16,30-2 7 0,2 0-4 0,-3 0 0 16,1 2-3-16,0 3 2 0,-1-2 1 0,-1-1 4 0,-30 5-6 0,1 0-1 15,-1 1 3-15,-8 1-5 0,-1 2 3 16,-16-3-3-1,-3 2-1-15,-5 2 2 0,-9 0-3 0,1 0-1 0,-8 0 4 16,-2 0-3-16,-2 0 0 0,0-2-1 0,-2 2 4 16,-6 0 5-16,9 0 10 0,-9 0-1 15,8 2 7-15,-8-2 1 0,0 0-2 0,7-3 4 16,-7 3-3-16,0 0-10 0,0 0 0 0,7 0-13 0,-7 0-16 0,0 0-19 16,0 0-21-16,0 0-27 0,0 0-31 15,0 0-27-15,0 0-32 0,0 0-51 0,0 0-246 16,0 0-506-16,0 0 224 0</inkml:trace>
  <inkml:trace contextRef="#ctx0" brushRef="#br0" timeOffset="112525.42">12424 7891 13 0,'-4'-4'139'0,"4"4"-9"32,-1-2 6-32,1 2-11 0,0 0-4 0,-3-3-8 15,3 3-3-15,0 0-1 0,-2-4-3 0,2 4-1 0,0 0-3 0,-2-4-1 16,2 4-9-16,0 0-1 0,0 0-6 0,0 0-4 15,-2-4 0-15,2 4-7 0,0 0 1 0,0 0-6 16,0 0-4-16,0 0-1 0,0 0-4 0,0 0 4 16,0 0-2-16,0 0 0 0,0 0-1 0,-2-2-6 15,2 2-2-15,0 0-4 0,0 0-5 0,0 0-2 16,0 0-2-16,0 0-7 0,0 0-2 0,0 0-4 0,7-5-1 0,-7 5-8 31,8-2 0-31,-2 2 0 0,2-1-4 0,4-1-3 16,2 1-1-16,3 1-3 0,2-1-4 0,1 2 1 0,1-1 1 15,7 4-1-15,-5 0-3 0,-3 1 0 0,0 3-6 16,-1 0-2-16,-2 2-2 0,-1 2 1 0,-3-1-5 16,-2 4-1-16,-2 1-1 0,-1 1 0 15,-4 1-1-15,-4 7 1 0,-8 0-1 0,-2 1-1 0,-6-3 2 0,-6 3 5 16,-3-1 3-16,-4-2 3 0,0 0-2 0,-1-1-2 16,0-1 2-16,0-3 0 0,-2 0 3 0,4-2 1 15,-1-3-3-15,-2 1 1 0,4-2 2 0,-1 1 1 16,3-4-1-16,9-2 3 0,-2-4 0 0,7 3 6 15,-1-3 4-15,6-1 9 0,0 3 12 0,0-3 7 16,3-2 13-16,-2 3 1 0,5-3-2 0,-7 3-2 0,7-3-5 0,0 0 3 16,0 0-11-1,0 0-4-15,0 0-3 0,17-7-4 0,-6 4 0 16,7-1-1-16,1-4-7 0,8 4 0 0,4-2 4 16,-2-2-8-16,6 2-5 0,-1 3 5 0,4-4-5 15,2 2-2-15,11-2-1 0,-1 2 1 0,-12 3 0 16,1-1 1-16,-1 2-2 0,-5-2-2 0,-2 0-3 15,1 3 7-15,-10 3-5 0,-3-3-4 0,-6 0-6 0,1-3-2 16,-4 3-8-16,-2 0-1 0,-2 3 1 16,-6-3 1-16,11-3 2 0,-7 6-4 0,-4-3-3 0,0 0 8 15,0 0-2-15,0 0-11 0,0 0-8 0,-15 3-15 16,5-2-17-16,-2 2-23 0,0-2-27 0,0-1-27 16,1 0-31-16,-1 0-70 0,-1-1-151 0,2-1-428 15,3 0 189-15</inkml:trace>
  <inkml:trace contextRef="#ctx0" brushRef="#br0" timeOffset="112957.71">13161 8018 3 0,'0'-6'356'0,"0"2"-27"16,0 2-18-16,0 2-23 0,0-8-24 0,0 8-28 16,0-4-28-16,0 4-13 0,0 0-30 0,0 0-23 15,0 0-26-15,0 0-15 0,0 0-8 0,0 0-17 0,5 14 0 0,-5-4-11 16,0 1-9-16,1 6-4 0,-1 2-4 0,-1 0-4 16,1 7-10-16,-2-1 2 0,0 0-3 0,1-6-7 15,-4-1 3-15,5 1-5 0,-4-1-3 0,3-6 1 16,1 0-5-16,-1-3-3 0,2-2 0 0,-4-1 6 15,5-1 11-15,-2 0 16 0,0-2 42 0,0-3 36 16,0 6 30-16,0-6 13 0,0 0-14 0,0 0-15 0,6-10-17 0,-1 2-9 16,0-1-12-16,4-6-11 0,-1 1-9 0,2-3-12 15,-1-1-5-15,0 2-11 0,1-1-4 0,-1 2-7 16,-1 4-3 0,-3 2-3-16,0 0-10 0,0 3-1 0,1 1-9 15,-3 0-4-15,1 2-10 0,-1 1-20 0,3 0-13 0,-6 2-6 0,11 3-19 0,0-1-14 16,-4 4-6-16,5 0-12 15,-3 1-26-15,2 1-11 0,3 3-38 0,3 2-37 16,-2 0-39-16,2-1-64 0,-1-4-338 0,6 2-693 16,-1-6 306-16</inkml:trace>
  <inkml:trace contextRef="#ctx0" brushRef="#br0" timeOffset="113274.34">13732 8111 228 0,'-3'1'222'16,"3"-1"-17"-16,-8 0-13 0,8 0-10 0,-4 2-20 0,4-2-13 15,0 0-12-15,-5 1-14 0,5-1-5 0,0 0-9 16,0 0-7-16,-5 2-10 0,5-2-5 15,0 0-7-15,0 0-5 0,0 0-7 0,0 0 5 16,0 0 2-16,0 0 2 0,0 0-1 0,0 0-8 0,28-4-8 16,-14 3-6-16,5-1-5 0,8-1-5 0,2-1-1 15,7-1-6-15,0 2-6 0,1-2-4 0,-2 0-5 0,-2 2-21 16,0-1-27-16,-5 0-25 0,-6 1-36 0,-2 1-40 16,1-2-45-16,-7 0-83 0,-4 1-137 0,-2-1-425 0,-3 1 189 15</inkml:trace>
  <inkml:trace contextRef="#ctx0" brushRef="#br0" timeOffset="113528.37">13883 7974 201 0,'-1'-2'389'16,"-3"-1"-18"-16,3-1-14 0,1 4-20 0,-3-5 4 15,3 5-20-15,-4-6-28 0,3 4-22 0,1 2-25 16,0 0-28-16,-1-5-27 15,1 5-20-15,0 0-26 0,0 0-16 0,0 0-26 16,0 0-43-16,0 0-17 0,0 0-10 0,0 0-7 16,1 17-5-16,0-7 0 0,2 5 2 0,2 2-2 0,-1 2-2 15,1 0-17-15,3 4-16 0,-3-4-29 0,1 6-20 16,-2-6-26-16,2 0-28 0,2 0-36 0,-2 7-36 16,0-9-52-16,0-2-70 0,-3-3-212 0,4-3-565 15,-4-2 250-15</inkml:trace>
  <inkml:trace contextRef="#ctx0" brushRef="#br0" timeOffset="113828.93">14394 7953 354 0,'0'-3'425'0,"2"-1"-34"0,-2 4-36 0,1-4-33 15,0 2-35-15,-1 2-31 0,0 0-38 0,0 0-26 16,0 0-25-16,0 0-20 0,0 0-6 0,5 7-20 16,-2 3-17-16,-1 1-3 0,2 4-14 15,-3 1-6-15,3 0-13 0,-4 4-7 0,5-2-5 0,-3 0-9 0,3 1 4 16,1-1-5-16,-3-2-1 0,0 0-12 0,1 2 0 16,-2-1-2-16,0-5-5 0,1-2-7 0,-2 1-27 15,2-1-17-15,-1 0-17 0,-2-5-16 0,2 2-19 0,0-4-8 16,-2 1-7-16,0 0-7 0,0-4 3 0,0 6 0 15,0-6-23-15,-8 0-47 0,8 0-65 0,-10-6-282 16,2 0-554 0,0-1 246-16</inkml:trace>
  <inkml:trace contextRef="#ctx0" brushRef="#br0" timeOffset="114076.11">14646 7710 92 0,'5'-2'319'16,"-5"2"-38"-16,8 0-30 0,-8 0-23 0,10 7-8 16,0 0-21-16,-1 0-12 0,1 9-12 0,8 4-16 15,-1 5 5-15,-3 3-21 0,-1 6-10 0,3 10-6 16,-3 3-8-16,-3-1-11 0,-3 0-3 0,-7 1-13 16,-2-1-4-16,-9 0-7 15,-3-2-9-15,-8 0-12 0,-2-5-11 0,-3 6-16 0,-5-5-12 0,-4-4-33 0,-3-5-29 16,-7 1-43-16,-3-2-48 0,-8-3-79 0,-28-1-294 15,24-12-546-15,0-2 242 0</inkml:trace>
  <inkml:trace contextRef="#ctx0" brushRef="#br0" timeOffset="114576.51">12489 7660 33 0,'0'0'226'0,"-2"-4"-22"0,2 4-21 0,0 0-20 0,0 0-20 16,-13 8-3-16,5 8-28 0,-7 6-13 16,-2 4-9-16,-3 19-12 0,-2 3-9 0,-2 6-11 0,-7 27 2 15,4-2 13-15,7-21 6 0,-1 23 9 0,7-22 4 16,4 0 2-16,6 0-5 0,5-3-9 0,8-3-2 16,5-5 1-16,13-3-8 0,-8-16-5 0,17 7-4 15,8-5-5-15,5-6-3 0,10-9-4 0,33-3-19 0,3-9-28 16,3-8-33-16,6-4-51 0,2-2-56 0,2-9-289 0,-8 0-462 15,2-4 204-15</inkml:trace>
  <inkml:trace contextRef="#ctx0" brushRef="#br0" timeOffset="115346.63">15152 7839 155 0,'0'0'340'0,"0"-6"-33"15,0 6-28-15,0 0-30 0,0 0-25 16,0 0-22-16,0 0-24 0,0 0-20 0,15 2-17 16,-6 2-16-16,4-2-14 15,4 6-12-15,-1 1-7 0,1 3-25 0,-3 0-5 0,1 2-10 0,-1 6-5 0,-2-3-1 0,-1 1-6 16,-3-1-4-16,-2 8-6 0,-2 2-6 0,-4-3-4 15,-6 1-5-15,-4-2-2 0,-2-1 5 0,-4 0-12 16,-1-2 3-16,-4-1-3 0,0-2 3 0,-1-1-3 16,-1-1 1-1,5-6 0-15,0-1 3 0,-1 0 4 0,2-2 3 16,5 0 2-16,0-3 4 0,3-1 12 0,3 1 14 16,1-1 28-16,0 0 36 0,1 0 21 0,4-2 11 0,0 0-20 15,-7-7-10-15,7 7-24 0,8-15-6 0,1 8-4 16,5-9-8-16,9-2-11 0,-2-4-10 0,4-2-5 15,3-1-18-15,0-1 1 0,12-6 0 0,-11 7-6 16,-2 3-2-16,1-2-4 0,-5 2 1 0,-4 5-4 16,-2 5 0-16,-7 3-5 0,-1 3 12 0,0-1-14 0,-4 2-8 15,-1 1 1-15,1 3-13 0,-1-3-21 0,0 3-19 0,-4 1-13 16,0 0 6-16,5 8 10 0,-5 1 6 0,-4 2-1 16,-1 5 6-16,1 3 7 0,2 1 1 0,-1-1 2 15,-1 2 0-15,4 3 7 0,0-4 4 0,7 3 3 16,-1-5 2-16,3-1-6 0,4-1-6 0,7 1-25 15,5-2-24-15,1-5-38 0,6 0-53 0,5-2-47 16,15-3-69-16,-13-3-268 16,-3-4-592-16,2 1 262 0</inkml:trace>
  <inkml:trace contextRef="#ctx0" brushRef="#br0" timeOffset="115693.51">16197 7797 83 0,'-5'-5'352'15,"3"-2"-10"-15,0 1-9 0,2 2-18 0,0-2-29 16,-1 3-24-16,1 3-17 0,-2-8-34 0,2 8-23 16,-2-2-20-16,2 2-25 0,0 0-16 0,0 0-15 15,0 0-19-15,0 0-4 0,0 0-12 0,-2 19-11 0,4-8-3 16,-2 7-10-16,-2 8-4 0,-1 2-5 0,1 1-6 15,0 2-4-15,2 1 2 0,0 0-12 0,-5 1 6 32,2 1-8-32,1-2 7 0,2-3-6 0,-1-3-4 0,2 1 0 15,3-8-7-15,-6-2 7 0,4 3-7 0,-1-8-5 16,0 0 7-16,-1-2-7 0,2 0-16 0,-2-3-16 16,2-2-17-16,-2 1-15 0,2-1-9 0,-1-1-8 0,-1 0 0 15,1-1 0-15,-1-3 1 0,0 0-6 0,0 0-42 16,0 0-36-16,0 0-32 0,-16-8-47 0,10 0-226 15,0-1-500-15,-2-5 221 0</inkml:trace>
  <inkml:trace contextRef="#ctx0" brushRef="#br0" timeOffset="116025.11">16106 7632 271 0,'-6'-11'306'0,"4"3"-2"16,-2 1-14-16,1 0-15 0,1 0-20 0,-1 4-23 15,2-3-23-15,1 2-20 0,0 2-20 0,-1-3-17 16,1 5-26-16,-2-4-12 16,2 4-7-16,0 0-15 0,0 0-8 0,21 6-10 15,-5-1-5-15,1 5-9 0,1 0-9 0,11 4-1 16,-5 1-10-16,7 3-9 0,1-1 0 0,-3 2-6 16,1 5-8-16,-5-2 0 0,1 0-6 0,-7 1-4 15,0-1-5-15,-6 0-2 0,-3-7-8 0,-6 6 1 16,-4-6-3-16,0 3-2 0,-9-2 5 0,-1 0 1 15,-10 1-3-15,-2-1 17 0,-5 0-11 0,0-4-1 0,-2-1 3 0,-3-1 0 16,0 0-1-16,1 0 5 0,-1-3-4 0,-2 1 5 16,4-2-4-16,2-1 2 0,0-2-3 0,9 2 2 15,1-1-5-15,5-4-19 0,3 5-28 0,1-3-34 16,2-1-37-16,0 2-33 0,3-2-28 0,4-1-26 16,0 0-254-16,0 0-501 0,0 0 222 0</inkml:trace>
  <inkml:trace contextRef="#ctx0" brushRef="#br0" timeOffset="116548.68">16532 8182 267 0,'0'0'347'0,"0"0"-24"0,0 0-24 0,0 0-29 0,0 0-28 15,0 0-25-15,0 0-26 0,0 0-19 16,0 0-25-16,0 0-14 0,0 0-16 0,4 5-15 15,-4-1-10 1,0 2-5-16,1-1-8 0,0 1-9 0,-1 5-11 0,0-1-2 16,0 1-5-16,0 1-1 0,-1 1-8 0,1-1-8 15,-1 0 0-15,0 0-3 0,-1 0-2 0,4-2-1 16,-4-3-6-16,2-2 1 0,0 1 4 0,0-1-9 0,-1-2 4 16,1-3 19-16,0 5 44 0,0-5 21 0,0 0 0 15,0 0-13-15,0 0-15 0,17-9 1 16,-10-1-7-16,7-1-4 0,-3 1 6 0,3-3-2 15,-2 1 2-15,4-3 0 0,-5 2 3 0,2 2-1 0,-3 1 7 0,-1 3 0 16,0 0-7-16,0 2-3 0,-4 2-15 0,-1-1-7 16,0 3-13-16,1-1-11 0,-5 2-1 0,10 4-5 0,-1 2-9 15,1 2 6-15,-1 1-2 0,7 3-18 0,-5 2-19 16,3 2-33-16,-1-2-23 0,0 2-74 0,-2-1-58 16,0 1-79-16,5 4-126 0,-9-5-299 0,-1-8-772 15,-3 0 342 1</inkml:trace>
  <inkml:trace contextRef="#ctx0" brushRef="#br0" timeOffset="150037.97">17809 7946 67 0,'-13'-1'179'0,"0"1"-9"0,4 0-12 16,-1 0-8-16,2 0-2 0,8 0-6 0,-10 0-11 15,5 0-3-15,5 0-11 0,0 0 1 0,-12 0-10 16,12 0-9-16,-5 0-7 0,5 0-9 0,0 0-10 16,-7 0-2-16,7 0-8 0,0 0-7 0,0 0-4 0,0 0-5 15,0 0-5-15,0 0-6 0,0 0-4 0,-9 0-2 16,9 0 2-16,0 0-3 0,0 0 3 0,0 0-5 0,0 0-2 15,0 0-1-15,0 0-4 0,0 0-2 0,0 0-1 16,0 0-1-16,0 0-4 0,0 0 0 0,0 0 1 16,0 0-4-16,0 0 0 0,0 0 1 15,0 0-2-15,0 0-3 16,0 0-1-16,0 0 1 0,0 0-1 0,0 0 3 0,0 0-4 16,0 0 1-16,0 0 2 0,0 0-3 15,0 0-8-15,0 0 9 0,0 0 1 0,0 0-2 16,0 0 2-16,0 0-3 0,0 0-1 0,0 0 0 0,0 0 2 15,0 0 0-15,0 0-2 0,0 0 4 0,0 0-5 16,0 0 4-16,0 0-2 0,0 0-1 0,0 0-1 16,-3 2 2-16,3-2 1 0,0 0-1 0,0 0 3 0,0 0-3 15,0 0 1-15,0 0 7 0,0 0-3 0,0 0-2 0,0 0 2 16,0 0-2-16,0 0 0 0,0 0-1 16,0 0 0-16,0 0 0 0,0 0 2 0,27-2 0 15,-8-1 3-15,13-3-2 0,4 1-4 0,17-2 0 16,6-1 0-16,1 0 2 0,-1 4 3 0,2-3-4 0,-7 2-2 15,-3 0 3 1,-15 3-1-16,0-1-1 0,-3-1-1 0,-5 1-1 16,-5 1 1-16,-2 1 3 0,-6-1-2 0,-1 2-1 15,-4-2 1-15,-2 2-2 0,-2 0 0 0,1 0-2 16,-7 0-7-16,6-3-4 0,1 1-10 0,-7 2-6 16,0 0-20-16,0 0-16 0,0 0-31 0,0 0-18 15,0 0-20-15,0 0-31 0,0 0-212 0,-20 5-405 16,14-5 180-16</inkml:trace>
  <inkml:trace contextRef="#ctx0" brushRef="#br0" timeOffset="150702.53">18774 7761 70 0,'-3'-5'290'0,"3"5"-11"16,0-4-12-16,0 4-10 0,0 0-16 0,-1-6-18 15,1 6-14-15,0 0-18 0,0 0-21 0,0 0-19 16,0 0-15-16,0 0-22 0,0 0-13 0,0 0-12 0,0 0-13 16,0 0-16-16,0 0-26 0,0 0-8 0,0 0-1 15,0 0-5-15,1 20-2 0,-1-11-5 0,1 4 6 16,-1 3-6-16,0 4 0 0,-1-1-2 0,2 8-1 16,-3-8-1-16,2 7 1 0,0-6-3 0,0-1-2 15,0 1 2-15,-2-3-1 0,4 0 7 0,-2 2-7 16,0-9-5-16,-2 2 2 0,4-3 4 0,-2-2-3 15,-2-1-4-15,4-2 11 16,-2 2 12-16,-2-2 33 0,2-4 39 0,0 5 48 0,0-5 32 16,3 3 21-16,-3-3-21 0,0 0-18 15,0 0-18-15,7-18-12 0,0 10-16 0,3-6-9 16,-1 0-13-16,5-10-9 0,0 2-11 0,0 1-5 16,4-1-12-16,-1 1-5 0,-4 5-6 0,-1 2-2 0,-4 4-6 15,1 0-2-15,-2 4-10 0,-1 1-2 0,-3-2-9 16,3 4-23-16,-2 1-2 0,1 2-10 0,-5 0-5 0,14 5 13 15,-7 2-4-15,1 2-6 0,2 0 3 0,2 4-5 0,-1 2-8 16,-1-1 14-16,1 1-13 0,-1 0 2 0,0-1-7 16,-1 3-1-16,-4-8 6 0,0 1-7 15,4 2 1-15,-5-3 5 0,1 1-8 0,-2-3 9 16,-1-1-5-16,2 0-7 0,-1-1-4 0,-2-1-1 0,3 0-1 16,-3 0 5-16,-1-4 0 0,1 6-2 0,-1-6-4 0,3 2-3 15,-3-2-1-15,0 0-9 0,1 2-6 0,-1-2-11 16,0 0-11-16,0 0-19 0,0 0-14 0,0 0-22 15,0 5-27-15,0-5-48 0,0 0-269 0,0 0-535 16,0 0 238-16</inkml:trace>
  <inkml:trace contextRef="#ctx0" brushRef="#br0" timeOffset="151118.9">19608 7677 236 0,'-2'-6'360'0,"1"2"-10"0,1-1-31 0,0 0-25 16,0 5-31-16,-1-4-33 0,1 4-21 0,-1-4-25 15,1 4-31-15,-2-4-36 0,2 4-20 0,0 0-9 16,0 0-9-16,3 17-7 0,-3-7-9 0,1 7-7 15,-1 0-8 1,1 6-4-16,1 2-4 0,-1 4-3 0,-2-5-3 16,3 8-9-16,-3-3 2 0,2 2-3 0,-3-1-5 0,3-1-2 15,-1-1 1-15,-1-2-2 0,1 1-6 0,0-8 6 16,0-2 0-16,1 3-3 0,-1-4-6 0,0 1 2 0,-1-5-1 16,-1-1-1-16,2-1 1 0,2 1 0 0,-2-2 3 15,0-1-8-15,-2-2 5 0,2 0-1 0,0 0 3 16,-1 0-3-16,1-3 2 0,-1 1-5 0,1-4 5 15,-1 6-7-15,1-6-6 0,0 3-6 0,0-3-4 16,0 0-8-16,0 4-7 0,0-4-5 0,0 0-6 16,0 0-21-16,0 0-62 0,0 0-39 0,0 0-35 0,-7-14-31 15,4 6-234-15,-1-1-499 0,2-1 221 0</inkml:trace>
  <inkml:trace contextRef="#ctx0" brushRef="#br0" timeOffset="151541.63">19585 7474 19 0,'-4'-4'273'0,"1"-2"-6"16,2 0-10-16,-1 2-12 0,0 2-20 0,1-1-17 15,1 3-24-15,-3-5-20 0,3 5-15 0,-2-4-20 16,2 4-11-16,0 0-10 0,10-4-16 0,-2 4-8 16,4 0-8-16,3 1-11 0,6-1-3 0,-1 4-7 0,10 1-11 0,7-1-2 15,-1 4-7-15,2 1-4 0,-2 2-1 0,0 1-6 16,-2 1 0-16,-7 3-4 0,0 1-9 0,-4-3-3 16,-6 1 0-16,-4-1-8 0,-4 3 0 0,-2 0 1 15,-3-2 1-15,-4 0-1 0,-8-1 2 0,-2 3 4 16,-8 0 1-16,-9 0 4 0,-2 2 8 0,-4-4-9 15,-13 4 4-15,11-6 8 16,-2-2-13-16,1 0 1 0,-2 0 0 0,2-1-4 16,0 0 1-16,2 2-3 0,-2-6 4 15,4 5-6-15,12-5 3 0,-7 4 0 0,7-3-1 0,4 0-8 16,4-2-20-16,3-1-16 0,1 0-27 0,3 1-14 16,1-1-10-16,1 1-22 0,3-5-39 0,10 5-94 15,3-2-161-15,6-3-439 0,3 0 195 0</inkml:trace>
  <inkml:trace contextRef="#ctx0" brushRef="#br0" timeOffset="152274.07">20118 8065 243 0,'0'0'345'0,"0"0"-18"0,0 0-34 15,0 0-18-15,0 0-27 0,0 0-30 0,0 0-25 16,0 0-15-16,0 0-25 0,0 0-20 0,0 0-14 15,0 0-16 1,0 0-16-16,0 0-9 0,0 0-8 0,2 13-5 16,-1-7-12-16,2 2-2 0,-3 1-5 0,1 1-9 0,1 1-3 15,0 0-2-15,-1 2-2 0,2 1-1 0,-2 0-7 16,2-3 0-16,-2 1-3 0,-1-1-3 16,2 2-2-16,-2-3 0 0,3-1-2 0,-3-3 3 15,1 0-3-15,2-1-3 0,-6-1 1 0,6 2 1 0,-2-4 10 16,-1-2 39-16,0 6 51 0,0-4 31 0,0-2 35 0,0 0 34 15,0 0 12-15,0 0-1 0,0 0-22 0,0 0-22 16,0 0-16-16,13-12-16 0,-8 4-10 0,-1-1-20 16,5 1-12-16,-1-3-12 15,-2 3-8-15,1 0-9 0,0-1-11 0,-1 2-6 16,-3 2-6-16,2 2-8 0,-2-4-6 0,1 6-6 16,-2-2-10-16,3 2-4 0,-5 1-11 0,5-4-7 15,-5 4-3-15,0 0-11 0,12 5-16 0,-8-1-2 0,2 1-2 16,2 2 3-16,-1 0-3 0,-1 0-1 0,1 3 3 15,1-2-3-15,-1 0 3 0,1 3-5 0,-1-5-4 16,0 3-4-16,-2-1 0 0,-1-1-13 0,1-1-7 16,-1-1-5-16,-3 1-11 0,2-4-2 0,-2 2-22 0,4-1 5 15,-3 2-9-15,0-3-1 0,-2-2 18 0,5 2-13 16,-5-2-2-16,0 0 2 0,4 4-13 0,-4-4-36 16,0 0-75-16,0 0-51 0,1-11-56 0,-2 6-268 15,2-3-655-15,-1 0 290 0</inkml:trace>
  <inkml:trace contextRef="#ctx0" brushRef="#br0" timeOffset="152790.56">20705 7733 102 0,'10'-5'247'0,"2"0"-19"16,2 2-21-16,0 1-17 0,4-1-7 0,0 3-23 15,-4 3-13-15,4 1-17 0,-5 1-12 0,5 0-9 16,-3 4-9-16,-4-1-15 0,0 0 2 0,0 4-15 16,-1 2-5-16,-4 0-10 0,-3-1-4 0,0 4-4 15,-4 0-6-15,-3 1-7 0,-3-1 2 0,1 1-4 16,-4 0-6-16,0-4-4 0,-3 2 0 0,0-3 4 0,0-1-6 15,-2 0-1-15,6-4 3 0,0 0 2 0,-1 0 4 16,2-4 7-16,3 0 4 0,1 0 10 0,0-2 21 0,-2 2 28 16,4-1 29-16,2-3 42 0,-6 1 21 0,6-1 8 15,0 0-17-15,0 0-19 0,-1-8-16 0,6 2-17 16,-1-2-17-16,5-2-8 0,1-4-12 0,4 1-10 16,0-2-15-1,9 1-2-15,-10 2-7 0,5-2-4 0,-4 2-6 0,1 1-7 16,-1 2-2-16,0 0-8 0,-3 1-7 0,-4 4 1 15,2 1-6-15,-5 1-4 0,1-1-11 16,0 2-2-16,-1-2-18 0,-4 3-13 0,0 0-4 16,14 7-13-16,-10-5-7 0,1 3-2 0,-1 2 2 0,-3 5-3 0,3-2 7 15,0 2-10-15,2 2 3 0,-1 2-14 0,-1-1-7 16,3 0-19-16,-2-2-18 0,-1-1-24 0,-2-3-40 16,0 1-39-16,0 0-46 0,-1-3-43 0,-1-3-260 15,0 2-611-15,0-4 270 0</inkml:trace>
  <inkml:trace contextRef="#ctx0" brushRef="#br0" timeOffset="153044.63">21192 7753 177 0,'4'-3'299'0,"-4"3"-32"16,5-1-28-16,-5 1-25 0,13 3-20 0,-7 1-8 15,3 3-7-15,4-1-20 16,0 6-11-16,2 2-17 0,-2-2-10 0,5 8-10 16,-9-4-6-16,4 9-12 0,-1-3-11 0,-4 2-8 15,-1 2-12-15,-5-8-1 0,-2 6-14 0,-2-3-5 16,-6 3-15-16,-1 0-16 0,-6-2-17 0,-2-3-27 0,4-4-20 16,-9 0-27-16,-6-1-25 0,-2-1-35 0,0-4-59 15,-7-2-204-15,4-4-435 0,-4 1 193 0</inkml:trace>
  <inkml:trace contextRef="#ctx0" brushRef="#br0" timeOffset="153422.87">20873 7437 235 0,'-9'-1'217'0,"-1"2"-20"0,-8 1-22 0,-3 4-19 15,-7 2-11-15,-4 5-12 0,-2 5-8 0,-13 11-5 16,-3 7-2-16,-13 21-8 0,18-16-4 0,2 6-9 16,-7 22-2-16,18-25-6 15,5 2-5-15,6 1-7 0,6-2 4 0,12-13-1 16,3-1 4-16,7 0-3 0,6-1 0 16,10-3-5-16,14 8 0 0,13-8-2 0,11-3-10 15,38 0-45-15,-3-5-82 0,3-10-136 0,-8-8-257 0,-30 1-493 16,-6-6 218-16</inkml:trace>
  <inkml:trace contextRef="#ctx0" brushRef="#br0" timeOffset="169807.03">1687 10730 46 0,'-1'-1'159'0,"1"1"-7"0,0 0-2 15,0 0-17-15,0 0 1 0,0 0-9 0,-5-4 0 0,5 4-11 0,0 0-5 16,0 0-8-16,0-7-5 0,0 7-9 0,0 0-2 15,0 0-5-15,0 0-6 0,0 0 0 0,0 0-6 16,0 0-5-16,-1-3-4 0,1 3-3 0,0 0-2 16,0 0-2-16,0 0-4 0,0 0-3 0,0 0 3 15,0 0-9-15,0 0 2 0,0 0-6 0,0 0-6 16,0 0-4-16,0 0 1 0,0 0-6 0,0 0-4 0,0 0-1 0,0 0-1 31,11-3-1-31,-3 3-5 0,1 0 6 0,10-1-5 16,-2 1-5-16,2 1 0 0,4-2 2 0,-1 2-1 15,-2 0-2-15,2 0-3 0,-2 3 1 0,-3 0 1 16,2-2 0-16,-2 3 0 0,-3-2-3 0,-4 2-12 16,-1 0-11-16,1 0-11 0,-6-1 0 0,1 5 4 15,-5-2-3-15,0 2 1 0,-5 3 13 0,-3 1 5 0,-12 5-5 16,-3-1 0-16,-4 2 4 0,-2-2 2 0,2-4 14 16,0 3 0-16,1 1 2 0,1-2 0 0,1-2-3 0,-2-2 3 15,8 1-2-15,0-3-4 0,4-1 6 0,0 1-5 16,1-1 0-16,3-3 1 0,4-1-1 0,-1 1 2 15,1-3-2-15,1 2 4 0,0 1-1 0,1-4-1 16,0 0 7-16,4-1 7 0,-5 3 3 0,5-3 1 0,-4 2 5 0,4-2 3 16,0 0 1-16,0 0-1 0,-3 4-4 0,3-4 0 15,0 0-1-15,0 0 3 0,0 0 1 0,11 3 0 16,-3-3 12-16,4-1 0 0,7-5 1 0,3 4 1 16,7-2 0-16,2-2-1 0,5 0 3 15,-4 1 2-15,1-1-4 0,1 1-5 0,-5 0-5 0,-8 2-1 16,9-1 1-1,-11 1-6-15,-2 1-1 0,-3-1-5 0,-2 1 1 16,1 0-3-16,-3 1-3 0,-2 0 5 0,0 0-6 16,-5-1 1-16,-3 2 0 0,11 0-5 0,-11 0 0 15,6-3 3-15,-2 3-4 0,-4 0 1 0,0 0-1 16,9 0-2-16,-9 0 3 0,0 0-1 0,0 0 1 16,0 0-4-16,0 0-4 0,0 0-4 0,4-2-11 15,-4 2-14-15,0 0-18 0,0 0-17 0,0 0-30 0,0 0-33 0,0 0-25 16,0 0-33-16,0 0-13 0,0 0-194 15,0 0-425-15,0 0 188 0</inkml:trace>
  <inkml:trace contextRef="#ctx0" brushRef="#br0" timeOffset="170391.93">1937 10490 109 0,'-4'-1'181'0,"-4"-2"-26"0,3 2-18 0,0-3-14 16,0 3-9-16,-3-1-13 0,-1 2-14 0,3 0-10 15,-6 0-4-15,0 0-1 0,-3 3-17 0,-2 1-4 0,-1 0-10 16,-1 1-1-16,-3 3-4 0,3 0-7 0,-7 4-1 0,2 0-5 16,-3 2-2-16,4-1-5 0,0 3 0 0,0-1-2 15,0 3-10-15,4 1 6 0,0-1-4 0,1 2-6 16,1 2-1-16,-1 0 7 0,7 0-6 0,-2 1 7 16,4 2-2-16,4-1 1 0,-3 0-6 0,2 2-1 15,2-1-3-15,2 1 2 0,2-1 5 0,1-4-3 16,4-1 1-1,1 2 4-15,2-3-2 0,2 3 7 0,8 3 15 16,0-4 13-16,4-1 13 0,2-2 16 0,3-1 9 16,2 0 11-16,3-5 3 0,1 2 4 0,6-4 7 0,12 1 9 15,-1-3-2-15,2-4 4 0,-14-2 0 0,2-2 8 16,0-2-4-16,-1-1 0 0,1-4 5 0,-1 2-11 16,0-3 5-16,-6-2 24 0,3-4 1 0,-3 2 4 15,-1-5 8-15,-3-1-7 0,-2-4-6 0,-1-3-15 0,-2 0-6 16,-2-6-10-16,-3 0-10 0,0-13-10 0,-5-2-16 15,-9 0-9-15,-2-2-20 0,-10 2-8 0,-3 10-9 16,-5 4-15-16,-8 1-20 0,-14-5-11 0,-3 4-17 16,-8 5-8-16,-5 6-33 0,-8 4-24 0,-30 2-32 0,-3 11-35 15,-1 3-42-15,3 9-68 0,28 1-108 0,4 0-213 16,1 3-650 0,10-3 287-16</inkml:trace>
  <inkml:trace contextRef="#ctx0" brushRef="#br0" timeOffset="181683.99">4348 10824 42 0,'0'0'64'15,"0"0"-4"-15,0 0-6 0,0 0-1 16,4-2-2-16,-4 2-11 0,0 0 4 0,0 0-13 16,0-4 4-16,0 4-6 0,0 0 6 0,0 0 1 15,0-6-3-15,0 6 1 0,0-2 7 0,0 2-8 16,0 0 3-16,0-5 1 0,0 5 15 0,0 0-9 0,5-5-1 0,-5 5 6 0,0-7 7 16,0 7 2-16,1-4 4 0,-1 4-2 0,0-5 2 15,0 5 2-15,3-5 1 0,-3 0 7 0,0 5 2 16,0-6 0-1,0 5 0-15,0 1-1 0,1-7-1 0,-1 7 4 16,0-4 6-16,0 4-2 0,-1-5 3 0,1 5-4 16,0-4-2-16,0 4 1 0,0 0-2 0,0 0-4 15,0-5-2-15,0 5-4 0,0 0-12 0,1-4-5 0,-1 4-1 16,0 0-8-16,0 0-7 0,0 0-3 0,0 0-6 16,0 0-4-16,0 0 0 0,0 0-26 0,0 0-21 15,0 0-6-15,0 0 2 0,0 0 0 0,-4 18 4 16,4-7 2-16,3 2 4 0,-3 3 1 0,0 2 4 15,0 2-7-15,1-1 3 0,-2 0 1 0,2 6 4 16,-1 4 0-16,0-5 0 0,0 1 6 0,0 1-1 0,0 0 2 16,-1-7 1-16,1 2 2 0,1-4 0 0,-1 2-4 0,0-3 3 15,0 1 2-15,0-5 0 0,0 0 3 0,0-3-1 16,0 1 1-16,0-3 0 0,0 1 4 0,0-2-4 16,0-2-1-16,0 2 3 0,0-4 2 15,3 3 3-15,-3-5 14 0,0 2 22 0,0-2 19 0,0 7 20 16,0-7 24-16,0 0 13 0,0 0 21 0,0 0 17 0,0 0 0 15,0 0-19-15,0 0-10 0,0-14-18 0,2 2-7 16,-1 1-15-16,2-7-18 0,3-7-9 0,-2 1-11 16,5-2-10-16,-1-3-11 0,1 4-6 0,2-4-2 0,1 2 0 15,-2 4-9-15,0-2 3 0,0 1 0 16,-2 6-8-16,3 0 5 0,-3 0-4 0,1 2-2 16,-1 6-1-16,-2-2 2 15,2 2 7-15,-4 5-7 0,1 0-1 0,-4-1-8 16,3 0-4-16,-3 4 6 0,3-3-7 0,1 3-8 15,-5 2-8-15,0 0-6 0,9 5 14 0,-5-1-21 16,4 8 3-16,0 4 8 0,-1 1 2 0,1 1 16 0,-1 8-12 16,1-1-1-16,-3 1 2 0,1 1 3 0,1-2 6 15,-2 0 0-15,1-2 1 0,1 5-3 0,-3-10 2 16,-1 2 4-16,1-4-2 0,3 0 0 0,-1 0 5 0,-4-4 0 16,2 0 0-16,-1-2 3 0,0-1-2 0,-1 1-4 15,1-6 4-15,-2 4 0 0,0-3 1 0,1-1-1 16,-2 3 2-16,2-3 0 0,-2-2-1 0,0-2-2 15,1 4 9 1,-1-4-4-16,0 5 0 0,0-5 1 0,0 0 0 16,2 3 2-16,-2-3 2 0,0 0-5 0,0 0 6 15,1 4-4-15,-1-4-1 0,0 0 2 0,0 0 12 0,0 0-9 16,0 0 1-16,0 0-6 0,0 0 3 0,0 0 3 16,4 3-1-16,-4-3-6 0,0 0-2 0,0 0-11 15,0 0-7-15,0 0-17 0,0 0-20 0,0 0-17 16,0 0-21-16,0 0-18 0,0 0-31 0,0 0-99 15,0 0-290-15,0 0-576 0,-4-16 255 0</inkml:trace>
  <inkml:trace contextRef="#ctx0" brushRef="#br0" timeOffset="182147.24">5048 10724 6 0,'0'-6'274'16,"-1"3"-16"-16,1 3-5 0,1-5-31 0,-1 5-22 15,-1-4-23-15,1 4-18 0,0 0-19 0,0 0-17 0,0 0-17 16,0 0-11-16,0 0-14 0,4 16-8 16,-3-6-12-16,3 9-6 0,0 6-3 0,1 4-5 15,-3 2-10-15,4 1-4 0,-4 5 2 0,3-2-5 16,-2 0 4-16,2 1-16 0,0 0 9 0,0-4-10 0,0-1-1 0,2-2 0 16,0 0 3-16,-2-3-6 0,-3-6-3 0,1 0 0 15,0-2 1-15,0-1-1 0,-1-5-4 0,2-1 2 16,-3 0-1-16,-1-2-1 0,4-2-2 0,-4-2 3 15,0 1 1-15,0-1-4 0,0-5 6 0,2 5-1 16,-2-1 0-16,3-1 6 0,-3-3 1 0,0 3 9 16,0-3 6-16,0 0 9 15,0 0 16-15,0 4-13 0,0-4-6 0,0 0-29 16,0 0-24-16,-9-13-38 0,8 7-49 0,-3-4-63 16,0-2-66-16,-1-6-184 0,1-1-451 0,2 0 199 15</inkml:trace>
  <inkml:trace contextRef="#ctx0" brushRef="#br0" timeOffset="182530.75">4987 10582 137 0,'-1'-3'244'16,"-2"-1"-14"-16,3 0-17 15,0-2-30-15,3 3-16 0,1 1-19 16,3-3-17-16,2-1-12 0,4 1-11 0,9 0-12 16,6 1-8-16,2 1-1 0,6 0-8 0,4 2-6 0,-2 4-8 15,17-1-2-15,-18 1-10 0,1 4-1 0,-3 1-10 0,-2 2-5 0,-6 0-8 16,-7-2-7-16,-2 2-2 0,-1 2-1 0,-4-1-3 16,-2 3-4-16,-7-4-3 0,0 7-1 0,-5-1 1 15,-7 1 1-15,-9 7-2 0,-7-4 2 16,-5 2-1-16,-6-2-4 0,-11 5 1 0,0-3 5 15,0-1-2-15,8-6-3 0,2-2 6 0,-10 10 0 16,10-10 0-16,3-3-3 0,1 4 0 0,8-2-2 0,-2 0 2 16,7-4-3-16,2 1-1 0,7-3-1 0,0 0 2 15,2-1-8-15,2 1-9 0,1-3-1 0,2 3-2 16,5-1-8-16,1-1-5 0,6 0-30 0,4 1-35 0,5-1-48 16,3 0-64-16,0-3-154 0,1 0-386 0,6-2 171 0</inkml:trace>
  <inkml:trace contextRef="#ctx0" brushRef="#br0" timeOffset="183247.03">5516 11145 90 0,'0'0'304'0,"0"0"-26"0,1-2-17 0,-1 2-33 0,0 0-26 16,0 0-25-16,0 0-19 0,0 0-18 0,0 0-18 15,0 0-13-15,0 0-16 0,7 8-3 16,-6-2-14-16,1 0-9 0,1 4-6 0,1 0-3 15,-2 3-10-15,0 0-6 0,1 3-5 0,0-1-3 16,-1 2 3-16,0 1-12 0,-2-1 0 0,4 1-4 16,-4-3 3-16,0-1-6 0,0-3-2 0,1 3-5 15,0-3 3-15,1-2-2 0,-4-3-2 0,4 0 2 0,-2-2 2 16,0 1 16-16,0-2 24 0,0-3 33 0,2 5 37 0,-2-5 38 0,0 0 29 0,0 4 31 16,0-4 8-16,0 0-23 0,0 0-16 0,4-12-20 15,-3 7-17-15,3-5-26 0,2 0-5 0,-2-2-15 16,1 3-9-16,0-3-13 0,2 2-6 0,-2 2-9 15,0-2-5-15,-1 4-12 0,-3 1-3 0,3 0-9 16,0 0-1-16,-3 2-14 0,2 0-11 0,-3 3-24 16,1-3-26-1,-1 3-2-15,8-3-2 0,-8 3 2 16,0 0-4-16,11 9-6 0,-7-6-17 0,1 4 7 0,-1-1 5 16,2 1-1-16,1 1 0 0,-2 2 11 0,0 0 1 0,-1-5 1 15,0 3 2-15,-3 0-5 0,3-3-6 0,1 2 11 16,-3-2-20-16,0 1 12 0,0 0-14 0,-1-4 14 15,2 2-30-15,-2-1-4 0,1 0-1 0,-2-3 14 16,1 4-20-16,-1-4-1 0,0 0-5 0,0 0-7 0,1 5-6 0,-1-5-6 16,0 0-7-16,0 0-55 0,0 0-67 0,0 0-81 15,7-10-179-15,-5 4-541 0,-1-3 240 0</inkml:trace>
  <inkml:trace contextRef="#ctx0" brushRef="#br0" timeOffset="183932.04">5984 10749 131 0,'2'-2'220'16,"-2"2"-22"-16,5 0-18 0,-5 0-13 0,9-4-22 15,-4 4-12-15,3-1-13 0,2 1-9 0,3 2-14 0,-3 1 0 0,4-1-10 16,3 5-3-16,1 1-13 0,-3 0-1 0,3 3-4 16,-5 0-11-16,2 2-5 0,-5 2-9 0,2 2-1 15,-3-3-4-15,-3 4 0 0,-1 1-7 0,-1-3-3 16,-4 2-4-16,-2-2 3 0,-2 4-6 0,-3-4 2 15,1-3-4-15,-4 1 1 0,2-4 4 0,0 0 0 16,-3-1 2-16,2 0 0 0,1-3 4 0,-2-1 4 0,5 2 1 16,0-4 23-16,0-1 20 0,2 1 19 0,-2-2 24 15,4 3 23-15,1-4 12 0,0 0-7 0,0 0-17 0,-10-8-17 16,7 2-9-16,6-5-14 0,2 1-3 16,-3 0-11-16,5-3-8 0,-1 0-12 0,4-4-1 15,2 2-15-15,-1 1 3 0,1 2-1 0,-1 0-11 16,2 2-1-16,-2 3-3 15,-2-1-7-15,0 1-9 0,2 4 9 0,-4-1-10 16,1 2-6-16,-2 1-3 0,3 1-19 0,-1 1-2 16,-3 1-12-16,4 3 0 0,-3-1-1 0,2 6 0 15,-3 0 3-15,-1 0 3 0,1 2 3 0,3 5 1 16,-4-3-2-16,-2 1 7 0,1 1-1 0,-2 1-7 16,2-6-5-16,-2 3-19 0,0 0-9 0,0-2-17 15,1-2-16-15,-2 0-16 0,0-1-27 0,0-1-13 0,0-3-15 0,1 2-30 16,-2-4-6-16,2 0-24 0,-1-3-212 0,0 0-470 15,0 0 207-15</inkml:trace>
  <inkml:trace contextRef="#ctx0" brushRef="#br0" timeOffset="184165.39">6488 10741 123 0,'7'-4'237'15,"-1"0"-27"-15,1 1-19 0,0 3-13 0,1 2-10 16,2 3-10-16,1 1-11 0,5 2-8 0,0 3-12 16,-3 1-9-16,4 3-8 0,0 6-14 0,-1-2-5 15,0 3-9-15,-4 1-7 0,-3 0-7 0,-4-3-6 0,-1 3 2 16,-4 5-19-16,-5-4-11 0,-3 1-13 0,-6 0-20 0,-2-3-12 16,-9 0-14-16,1-1-28 0,-7 0-24 0,0-4-50 15,-4-4-47-15,-15 3-173 0,13-8-375 0,-1 2 166 16</inkml:trace>
  <inkml:trace contextRef="#ctx0" brushRef="#br0" timeOffset="184480.09">6121 10564 273 0,'-2'-4'269'0,"-3"-1"-32"0,4 0-20 15,-2 3-27-15,-2 0-22 0,5 2-18 16,-14 3-16-16,1 4-14 0,-1 4-16 0,-5 7-12 16,-4 8-14-16,2 3-4 0,-3 17-4 0,-4 3-10 15,3 2-6-15,7-2-5 0,1-4-8 0,11-7-5 0,-1 7 2 0,7-11-5 16,4-1-3-16,4 1 0 0,5-5-6 0,4 0 4 15,6-3-1-15,7-1 5 0,12 2-7 0,9-5-3 16,4-5-13-16,-2-5-40 0,4-3-54 0,2-4-78 16,-6-3-244-16,1-2-438 0,-4-4 193 0</inkml:trace>
  <inkml:trace contextRef="#ctx0" brushRef="#br0" timeOffset="184903.16">7440 11030 6 0,'0'0'356'16,"0"0"-17"-16,-4 0-17 0,4 0-14 0,0 0-12 16,0 0-21-16,0 0-28 0,0 0-23 0,0 0-22 15,0 0-29-15,21-7-13 0,-10 3-10 0,11 0-30 0,6 0-41 16,-1 0-39-16,5-2-46 0,-4 2-50 0,-1 1-57 16,1 1-54-16,2-1-65 0,-11-2-223 15,0 0-490-15,-6 2 216 0</inkml:trace>
  <inkml:trace contextRef="#ctx0" brushRef="#br0" timeOffset="185034.89">7595 11118 31 0,'-1'4'191'0,"2"-1"15"0,2 2 10 16,4-3-8 0,6 1-19-16,9 1-17 0,11-3-19 0,4-1-28 15,1 0-69-15,21-4-106 0,-4-2-200 0,-17 1-271 0,1-2 121 16</inkml:trace>
  <inkml:trace contextRef="#ctx0" brushRef="#br0" timeOffset="186384.04">8780 10733 70 0,'19'2'159'0,"1"0"-17"0,2 2-13 15,3 2-9-15,2 4-11 0,-9 0-12 16,0 1-10-16,0 1-8 0,-5 5-8 0,4 3-11 0,-2 1-1 0,-8-4-9 15,2 1-4-15,-4 8-10 0,-3-6 5 0,-4 4-14 16,-2 1 0-16,-3 0-7 0,-5 1 4 0,-1-5-4 16,1-4-1-16,-5 2 12 0,2-4 0 0,-2-1 8 15,5-1 10-15,-4-2 0 0,2 1 2 0,0-5 7 16,1 0 2-16,4 0 2 0,0 0 4 0,0-6 7 0,3 4 9 16,2-3 12-16,-1 1 20 0,1 0 25 0,4-3 19 15,-5 3 3-15,5-3-4 0,0 0-18 0,-1-10-9 16,5 4-22-16,1-3-10 0,6-5-12 0,5-1-5 15,5-8-14-15,4 1-15 0,2-3-8 0,11-10-1 16,-3 4-11 0,-5 7-2-16,-1 2-3 0,-2-2-3 0,-4 2-7 15,4 2 2-15,-4 1-2 0,-3 4-1 0,-5 1 3 16,-2 4-8-16,-5 3-2 0,1 2 2 0,-2-2-2 16,-1 4-7-16,-2-1-5 0,-2 1-9 0,-2 3-6 15,0 0-2-15,0 0 0 0,-1 11 12 0,-8-1-10 16,-1 6 2-16,0 2 4 0,-6 3 0 0,2 7 2 15,-1-5-3-15,2 0 2 0,4 5-1 0,2-6 3 0,0 3-4 0,2-5 5 16,5 0 2-16,4-2 2 0,1-1-3 0,3-1 8 16,12 3-4-16,4-8-9 0,8 0-20 0,7-4-42 15,17-3-59-15,3-4-65 0,5-2-99 0,0-7-217 16,1 0-555-16,-3-6 246 0</inkml:trace>
  <inkml:trace contextRef="#ctx0" brushRef="#br0" timeOffset="186953.36">10116 10606 250 0,'0'0'245'0,"-2"-5"-22"15,0 1-20-15,2 4-25 0,0 0-21 0,-2-1-17 16,2 1-16-16,0 0-18 0,0 0-8 0,-2 13-12 15,1-4-6-15,-1 7-13 0,2 3-6 0,-2 6-6 0,1 3-4 0,0-1-7 16,-1 7-5-16,1-4-7 0,1 0-2 0,0 3-3 16,1-2 0-16,-1-1-4 0,3-1 4 0,-2-2-8 15,1-1-3-15,0-6-4 0,-1 0 0 0,1-3 1 16,-1-4-1-16,0-2 0 0,1 1-1 0,-2-3 3 0,-2-2 0 16,6 0-1-16,-4-3 2 0,0 1-3 0,0-1-4 15,0 0-5-15,0-1-8 0,0-3-4 0,0 0-8 0,0 0-56 31,0 0-69-31,0 0-244 0,-9-9-418 0,4-2 185 0</inkml:trace>
  <inkml:trace contextRef="#ctx0" brushRef="#br0" timeOffset="187322.29">10004 10455 253 0,'-4'-5'255'0,"0"2"-20"0,3 0-22 16,-2-1-20-16,3 4-22 0,-5-5-20 0,5 5-15 15,0 0-15-15,9-3-8 0,-1 1-14 0,3 4-12 0,3-1-12 16,5 3-5-16,0 1-5 0,11 3-10 0,0 2-7 16,5 2 2-16,1 0-6 0,12 5-3 0,-14-3-5 0,0 0-2 15,-2 3-5-15,-3 1-2 0,-2 0-1 0,-5 1-7 16,-3-2-2-16,-7-2-4 0,-2 0-4 0,-4-1 2 15,-2 3-4-15,-6-4-1 0,-4 3 4 0,-4 0 5 16,-4-3-1 0,-7 4-1-16,-9-2 3 0,0-1 0 0,-2-3 2 15,-2 2 2-15,2-5 0 0,2 1 0 0,-1-1-2 16,-1 0-1-16,0-2-3 0,1 3 1 0,3-2-5 16,8-2 4-16,4 2-6 0,4-3 2 0,2-2-25 0,-2 1-13 15,7 4-18-15,0-5-10 0,1 3-16 16,4-2-22-16,5 2-33 0,4-2-61 0,0-2-205 15,13 1-424-15,-2-2 189 0</inkml:trace>
  <inkml:trace contextRef="#ctx0" brushRef="#br0" timeOffset="187838">10445 11060 4 0,'0'0'329'0,"0"0"-18"16,0 0-23-16,0 0-22 0,0 0-24 0,0 0-28 16,0 0-24-16,0 0-21 0,0 0-20 0,0 0-17 15,0 0-19-15,0 0-11 0,0 0-13 0,0 0-10 0,1 7-8 0,0 2-5 16,0 0-10-16,1 2 1 0,-2 0-11 0,0 1-6 16,1 0-4-16,-1 1-3 0,0-1-3 0,0 1-6 15,0-2-1-15,0 1 0 0,0-4-1 0,0 2-5 16,0-3 0-16,0-5 0 0,0 5 4 0,3-3-1 15,-6 0 5-15,3-4 28 0,3 4 27 0,-3-4 26 16,0 0 2 0,6 1-13-16,-6-1-7 0,9-5-15 0,0 0-9 15,0-2 0-15,2-1 3 0,2-4-17 0,2 4-4 0,-3-3-8 16,0 6-7-16,3-4-3 0,-4 3 0 0,-1 1-12 16,2 0 0-16,-2 0-6 0,0 4 0 0,2 0-5 15,-1 1-4-15,-1 1-4 0,1 3-3 16,1-2 14-16,0 3-21 0,-2 0-6 0,7 3-3 0,-6-1-5 15,1-2-18-15,-1 2-24 0,0 0-43 0,0-2-45 0,-2 3-55 16,1-4-81-16,-5-1-279 0,0-2-618 0,-1 0 273 16</inkml:trace>
  <inkml:trace contextRef="#ctx0" brushRef="#br0" timeOffset="188439.13">10728 10084 177 0,'0'0'265'0,"0"-5"-18"16,0 5-18-16,0 0-26 0,0 0-18 0,0 0-20 15,0 0-20-15,0 0-18 0,0 0-15 0,0 0-11 16,0 0-12-16,0 0-11 0,-7 10-5 0,1-5-13 15,1 5-2-15,0-2-7 0,-4 2-6 0,4 0-4 0,-3 1-5 0,1 3-3 16,-1-3-5-16,3-1-5 0,0 1 2 0,1-1-3 16,-1 1-5-16,1-4-2 0,0 0-1 0,1 0-1 15,0-2-1-15,-1 0-1 0,4-2-1 0,-4 1 1 16,3-1-1-16,0 0 2 0,1-3-4 0,-3 4 2 16,3-4-1-16,0 0 0 0,0 0-1 0,0 4 1 15,0-4-4 1,0 0-17-16,-4 5-29 0,4-5-28 0,0 0-11 0,0 4-33 15,0-4-39-15,3 7-237 0,-3-7-422 0,0 0 186 16</inkml:trace>
  <inkml:trace contextRef="#ctx0" brushRef="#br0" timeOffset="190681">11072 10621 87 0,'4'-4'206'16,"-3"-1"-16"-16,4 2-20 0,3-1-9 0,2-1-24 16,-1 2-7-16,3 0-10 0,0 3-15 0,5-2-8 15,-2 2-8-15,-2 2-10 0,6 0-6 0,-3 2-5 16,1 3-9-16,-1 0-5 0,-2 3-7 0,-3 2-2 0,2 3-10 16,-8 1 3-16,2 0-7 0,-5 2-1 0,1 3-4 15,-6 4-5 1,-3 0 1-16,-3 0-3 0,-4-7-2 0,0 3 2 15,-2 1-1-15,2-6-4 0,-3 0 0 0,1-2-3 16,0-1 0-16,1-4 6 0,-1 1 5 0,3-3 9 16,3 0 6-16,-1-2 12 0,1 0 15 0,5-2 20 15,-1 1 24-15,0-2 20 0,1-2-4 0,4 0-7 16,0 0-13-16,-7-6-7 0,8 0-15 0,5-4-10 0,-1-1-5 16,6-2-12-16,1-4 0 0,9-4-11 0,-1-1-3 0,2 3-3 15,-3 2-6 1,1 0-1-16,-4 4-2 0,3 2-6 0,-5-1-3 15,0 0-7-15,-1 2 3 0,-3 4-4 0,-1-1 3 0,-4 1-10 16,0 2-3-16,-1 2-1 0,1-1-11 16,-2 2-16-16,-3 1-4 0,0 0 2 0,9 6 5 15,-8-3 4-15,0 6 2 0,-1-3 0 0,0 7 2 0,0-2 1 16,0-1 1-16,-1 2 0 0,1 0-11 0,1 5-3 16,-1-5-8-16,0-2-7 0,2 1-8 0,0-1-16 15,1 2-16-15,-1-6-15 0,1 3-18 0,3-2-25 0,2-1-53 0,1-1-61 16,-3-3-168-16,3-2-456 0,-1-1 202 0</inkml:trace>
  <inkml:trace contextRef="#ctx0" brushRef="#br0" timeOffset="190912.78">11551 10565 73 0,'0'0'295'0,"1"-3"-28"0,-1 3-33 0,0 0-27 15,3-2-24-15,-3 2-18 0,0 0-16 0,17 5-18 16,-7 2-8 0,0 0-8-16,3 4-11 0,1 3-5 0,-1 1-9 15,3 5-14-15,-7-2-5 0,4 4-4 0,1 7-7 16,-9-5-10-16,-1 6-12 0,-3-3-11 0,-2 1-23 16,-7-2-20-16,-1 3-29 0,-6-4-26 0,-8 1-32 15,0-2-55-15,-5-3-215 0,0-3-404 0,-3-3 180 16</inkml:trace>
  <inkml:trace contextRef="#ctx0" brushRef="#br0" timeOffset="191245.24">11112 10398 61 0,'-4'-4'231'0,"-2"3"-25"16,6 1-21-16,-13 2-20 0,4 3-20 0,-8 6-18 15,3 3-13-15,-4 7-11 0,-4 4-13 0,3 5-5 16,-10 9-5-16,3 3-6 0,2 2-6 0,6 4-2 15,4-4-7-15,5-8-4 0,5-2-6 0,4 0-5 16,4 0-2-16,4-1-2 0,4-4-4 0,6-1 1 16,8-2-2-16,7-5 0 0,17 1 0 0,2-4-10 0,3-4-48 0,4-4-55 15,0-8-75-15,-3-3-187 0,0 0-368 0,-1-6 163 16</inkml:trace>
  <inkml:trace contextRef="#ctx0" brushRef="#br0" timeOffset="192031.61">12437 10807 21 0,'-10'3'223'0,"3"-3"-9"0,1 0-11 15,6 0-17-15,-9 0-16 16,9 0-7-16,-9 0-14 0,9 0-3 0,-5 0-8 16,5 0-14-16,0 0-8 0,0 0-6 0,-8 0-6 15,8 0-2-15,0 0-9 0,0 0-2 0,0 0-3 16,0 0-11-16,0 0-2 0,0 0-8 0,-8 0-4 15,8 0-9-15,0 0-4 0,0 0-3 0,0 0-5 0,0 0-8 16,0 0 2-16,0 0-7 0,0 0-1 0,0 0-6 16,0 0-2-16,0 0-4 0,0 0 5 0,0 0-4 0,0 0-1 15,0 0-4-15,0 0 4 0,0 0-1 0,0 0 8 16,0 0 5-16,0 0 6 0,0 0-3 0,0 0 9 16,0 0-5-16,0 0 8 0,0 0-2 0,0 0-6 15,0 0 0-15,0 0-2 0,0 0-2 0,0 0-7 16,0 0-1-16,0 0-2 0,0 0-2 0,0 0-1 0,0 0-4 15,0 0-1 1,0 0-4-16,0 0 3 0,0 0-6 0,0 0 4 16,0 0-2-16,0 0 1 0,0 0-2 0,0 0-1 0,0 0 1 15,0 0-2-15,0 0 3 0,0 0-1 16,0 0-3-16,0 0 2 0,0 0-6 0,0 0 6 16,0 0-1-16,0 0-3 0,17-5 4 0,-1 3 0 15,11-3-3-15,3 3 1 0,2-1-5 0,7 0 2 0,16-4-2 16,1 3 5-16,7-2-3 0,2 2-1 0,2-1-3 0,-3 0 4 15,-3 2-1-15,-6 2-5 0,-18-3-2 0,-2 0 2 0,-4 3-3 16,-8-1-1-16,-1 1 1 0,-9 0 11 16,-2 0-5-16,-3-1 5 0,0 2-6 0,-2-1 3 15,2 1 7-15,-8 0 2 0,6-3-15 0,-6 3-16 16,0 0-17-16,0 0-20 0,0 0-28 0,-19-5-30 0,10 7-39 16,-4-1-46-16,3 1-76 0,1-4-203 0,1 4-522 0,0-4 231 31</inkml:trace>
  <inkml:trace contextRef="#ctx0" brushRef="#br0" timeOffset="194335.84">13904 10454 70 0,'0'0'131'15,"0"-5"-5"-15,0 5 2 0,1-5-9 0,-1 5-3 0,1-6-7 16,-1 6 2-16,-1-6-3 0,1 3-3 15,0-3-1-15,0 6-5 0,-1-8-1 0,1 5-1 16,0 3-1-16,0-8 2 0,0 3-9 0,1 1-1 0,-1 4-7 16,-1-5-2-16,1 5-4 0,0-6-9 0,0 6-7 15,0-5-3-15,0 5-7 0,0 0-9 0,0 0-9 16,0 0-11-16,0 0-21 0,0 0 3 0,0 0 0 0,1 16-4 0,0-3 1 16,-1 4-2-16,-1 9-1 0,1 3 1 15,-4 5 2-15,0 0-3 0,2 15 2 0,-6 4 1 0,4-5 0 16,3 0 1-16,0-13 0 0,-2 2 0 0,6-4 2 15,-2 1-3-15,-1-1 0 0,4-3 1 0,-3-3 0 16,3-1 3-16,-2-8-1 0,1-2 2 0,-2-1-1 16,2-1-6-1,-2-3-1-15,-1-5-1 0,0 1 3 0,3-2-2 16,-3 2 2-16,1-4 4 0,-1 1-1 0,1 1 2 0,-1-5 5 16,0 5 8-16,0-5 13 0,0 5 5 0,0-5 8 15,0 1 4-15,0-1-6 0,0 0-5 0,0 0-22 16,0 0-20-16,-6-10-22 0,3 4-28 0,1-4-26 15,-1-1-32-15,-2-2-35 0,4-4-56 0,-3-4-135 0,0-3-369 16,4 3 164-16</inkml:trace>
  <inkml:trace contextRef="#ctx0" brushRef="#br0" timeOffset="194683.49">13803 10237 197 0,'-2'-5'211'0,"2"2"-17"0,0 3-19 0,-2-5-23 15,2 5-12-15,2-2-14 0,2-1-15 0,-4 3-10 16,13 0-14-16,1 0-8 0,1 3-13 0,12 3-2 16,4 2-2-16,1 0-9 15,4 4-4-15,-1 0-5 0,1 5-5 0,-3 0-8 16,3 3 0-16,-7 1-4 0,-4 1-1 0,-2-2-11 15,-4 5 4-15,-4-5 0 0,-2 2-1 0,-6-3-3 16,-5-1-2-16,-2 0 2 0,-4-1-1 0,-10 4-1 16,-5-1-3-16,-1 0-1 0,-6-1-2 0,-4-1 5 15,-4 0-1-15,6-3-1 0,-6 2-1 0,2-6 2 16,1 2-1-16,2 1 1 0,0-1-3 0,0-4 0 0,6 2-2 0,1-3 2 16,4-2-3-16,6 1-4 0,1-3-20 0,1 1-15 15,2-2-17-15,3 2-8 0,3 2-13 0,3-5-22 16,4 2-44-16,2-1-175 0,7 0-339 0,4-2 151 15</inkml:trace>
  <inkml:trace contextRef="#ctx0" brushRef="#br0" timeOffset="195254.47">14283 10997 78 0,'0'0'335'0,"0"-4"-23"0,0 4-34 0,1-4-27 0,-1 4-30 16,0 0-26-16,0 0-22 0,0 0-23 0,0 0-15 16,0 0-12-16,0 0-18 0,0 0-9 0,5 17-12 15,-2-6-10-15,2 2-1 0,-2 4-13 0,-1 3-7 0,1-3-7 16,1 6-4-16,-4-2-1 0,1-2-7 0,0 7 1 0,-2-6-8 15,2-2-4-15,-2 0 2 0,2-5 2 16,-1-3-7-16,4 0 2 0,-4-3-5 0,1-3 1 16,-1 2 0-16,0-1 18 0,0-3 45 0,0 2 45 0,0-4 40 15,3 4 22-15,-3-4 16 0,0 0-24 0,0 0-18 16,0 0-17-16,6-13-16 0,2 4-10 0,-3-1-16 0,8-4-12 16,-6 1-11-16,4-3-11 0,-1 3-14 0,-1 0-4 0,-1 2-4 15,-2 3-9-15,2 2-6 0,-5 0-2 16,3 1-7-16,-4 1-14 0,1 2-15 0,1-3-21 15,-1 4-3-15,-3 1-8 0,0 0-4 0,18 3-20 16,-11 2-11-16,0 0-9 0,3 1-23 0,2 2-21 0,-3 0-28 16,2 1-27-1,2-1-32-15,1 5-35 0,-5-6-44 0,3 2-321 16,-2-2-664-16,-1-2 294 0</inkml:trace>
  <inkml:trace contextRef="#ctx0" brushRef="#br0" timeOffset="195521.74">14766 11183 31 0,'0'0'285'0,"0"0"-16"16,0 0-13-16,-6 2-22 0,6-2-16 0,0 0-15 15,0 0-16-15,0 0-15 0,0 0-15 0,0 0-12 16,0 0-17-16,0 0-10 0,0 0-9 0,0 0-11 0,0 0-7 0,0 0-10 15,0 0-8-15,0 0-8 0,0 0-3 0,18-5-9 16,-12 4-5-16,3 0-3 0,8-3-6 0,1 1-5 16,3-3-7-16,7 2-16 0,4-2-24 0,-4-1-36 15,3 3-37-15,-3-1-49 0,-6 2-54 0,-3-1-273 16,1-2-499-16,-3 2 221 0</inkml:trace>
  <inkml:trace contextRef="#ctx0" brushRef="#br0" timeOffset="195753.42">15203 10990 189 0,'0'0'396'0,"0"-5"-21"15,0 5-29-15,0 0-31 0,0 0-34 16,3-3-38-16,-3 3-30 0,0 0-28 0,0 0-30 15,0 0-18-15,0 0-16 0,4 14-10 0,-2-5-16 16,2 1-9 0,1 5-13-16,3 2-21 0,-1 3-19 0,0 3-16 0,-1-3-29 15,2-3-36-15,-1 7-40 0,1-1-51 0,-1-1-62 16,-4-6-289-16,2-2-529 0,-2-1 234 0</inkml:trace>
  <inkml:trace contextRef="#ctx0" brushRef="#br0" timeOffset="197439.91">14500 9902 119 0,'-1'-5'203'0,"1"5"-19"0,0 0-19 0,0 0-18 16,0 0-19-16,0 0-17 0,0 0-8 0,-14 7-10 16,5 3-12-16,1-2-4 0,-4 9-11 0,0-2-3 15,-3 8-10-15,2 1-8 0,-1-1-22 0,1 1-43 16,-1 2-30-16,0 0-46 15,2-5-154-15,1-3-269 0,2-1 119 0</inkml:trace>
  <inkml:trace contextRef="#ctx0" brushRef="#br0" timeOffset="198320.02">15607 10401 226 0,'-3'-6'221'0,"3"6"-15"0,3-5-17 16,-2 0-17-16,3 2-21 0,0-1-12 15,1 0-14-15,4-1-18 0,0 2-5 0,2 2-13 0,2-2-12 16,0 2-9-16,0 2-11 0,5 1-4 0,-2 3-8 16,1 0-5-16,-2 3-3 0,2 1-10 0,-2 3-9 15,-5-1 1-15,3 4-5 0,-5 0-6 0,-2 0 1 0,-2 0-2 0,1 4-6 16,-6-1 6-16,-4-1-4 0,-3 1 1 0,-1 0-2 15,0-2 0-15,-5 1 0 0,-5 3 0 0,6-7 2 16,-2 0-2-16,1-3 1 0,-2-1 3 16,4-2-4-16,1 1 8 0,1-4 4 0,0 1 13 0,2-2 21 15,3 1 20-15,0-2 25 0,0-2 26 0,5 0 12 16,0 0-17 0,-9-3-16-16,12-4-11 0,-1 0-3 0,2-2-19 15,7-5-6-15,0 2-2 0,4-3-10 0,3-4 0 0,2-1-5 16,1 1-4-16,-1-1-10 0,3 2-3 0,-5 1 0 15,-1 5-4-15,-1 2-1 0,-5 1-1 0,-2 1-3 16,1 1-1-16,-4 2-6 0,-1 1 1 0,0-1-5 16,-2 2-3-16,2 1-7 0,0 1-19 0,-5 1-7 15,6 0 0-15,-6 0 0 0,4 5 4 0,-2 0 0 0,-2 0-1 16,0 3 5-16,1 0 1 0,-1 2 0 0,1 2 2 16,2-2 2-16,-1 4 4 0,1-1 0 0,1-2 1 15,-2 1-7-15,3 1-14 0,0-1-26 0,1-2-24 0,-1 2-22 16,1-2-35-16,2-1-35 0,1-2-56 15,-3-2-183-15,4-2-449 0,-1-2 199 0</inkml:trace>
  <inkml:trace contextRef="#ctx0" brushRef="#br0" timeOffset="198573.78">16118 10338 62 0,'0'0'241'0,"3"-3"-24"16,-3 3-25-16,10 1-18 0,-10-1-18 0,19 4-4 15,-3 4-9-15,1 1-12 0,2 0-14 0,6 7-7 16,-1 1-12-16,-2 2-7 0,-2 0-7 0,-1 1-8 16,-3 3-4-16,-5 0-10 0,-2 1-8 0,-4 0-6 15,-2 3 1-15,-6-4-16 0,-4 2-13 0,-8 1-17 0,-1-4-7 0,-2 3-22 16,-9 0-10-16,-1-5-27 0,-13 5-41 0,6-8-54 15,-3-5-175-15,3-3-360 0,-4-2 160 0</inkml:trace>
  <inkml:trace contextRef="#ctx0" brushRef="#br0" timeOffset="198908.87">15749 10074 95 0,'-7'0'171'0,"-5"2"-18"0,0 3-11 0,-4 3-14 16,-6 9-16-16,-3 2-7 0,1 5-7 0,1 5-10 0,-5 12-7 0,0 2-5 16,4 0-2-16,3 0-4 0,6 2-5 0,6-9-8 31,4-3-4-31,5 2-2 0,5 0-4 0,10 12-3 0,3-17 3 16,18 11-2-16,11-8-1 0,7-4-4 0,30 5-1 15,2-7-44-15,7-10-85 0,-2-6-215 16,-26-9-331-16,29-7 146 0</inkml:trace>
  <inkml:trace contextRef="#ctx0" brushRef="#br0" timeOffset="-212994.98">3520 13039 56 0,'0'0'149'0,"0"0"-10"0,0 0-15 16,0 0-13-16,0 0-7 0,-4-2-9 0,4 2-6 16,0 0-5-16,0 0-3 0,0 0-6 15,0 0-11-15,0 0 1 0,0 0-12 0,0 0 0 0,0 0-14 16,0 0 4-16,0 0-9 0,0 0 2 0,0 0-10 15,0 0 5-15,0 0-7 0,0 0 4 0,0 0-14 0,0 0 2 16,0 0 12-16,0 0-10 0,0 0-3 0,0 0 5 0,0 0-8 16,0 0 13-16,0 0-7 0,0 0-4 0,0 0 0 15,0 0 6-15,16-1 5 0,-4-1 5 0,7-1-3 16,8 0 2-16,4-2 7 0,1 1-4 0,0-1-1 16,3 0-2-16,-1 0 2 0,-5-1-5 0,0 3 0 15,0-2-1 1,-9 3-3-16,-2 1-3 0,-4-2 0 0,0-1-3 15,-5 4-7-15,-1 0-9 0,-3 0-16 0,4 0-12 16,-9 0-4-16,6 0-4 0,-6 0 5 0,0 0-19 16,-15 7 0-16,6-4-23 0,-8 4-10 0,1-2-10 15,-2 2-25-15,1-2-26 0,-2 0-106 0,1 0-269 16,0-1 119-16</inkml:trace>
  <inkml:trace contextRef="#ctx0" brushRef="#br0" timeOffset="-212725.12">3548 13249 136 0,'-4'2'173'0,"4"-2"4"16,0 0-2-16,13 0-8 0,0 0-14 0,3-2-14 15,11-1-9-15,4-1-17 0,-2 1-6 0,2-2-9 16,1 4-14-16,-1-2-5 16,-3-2-5-16,-7 2-11 0,-3 3-7 15,1-2-15-15,-7 0-17 0,-1 1-31 0,-3 0-14 16,0 2-14-16,-4-2-14 0,-4 1-8 0,6 2-13 0,-6-2-14 16,0 0-31-16,0 0-144 0,-27 3-280 0,14-2 124 15</inkml:trace>
  <inkml:trace contextRef="#ctx0" brushRef="#br0" timeOffset="-212186.48">3780 12879 103 0,'-2'-3'288'0,"1"-3"-11"0,0 2-13 16,1 4-18-16,0-4-23 0,0 4-28 0,-2-3-23 16,2 3-14-16,0 0-23 0,0-6-17 0,0 6-23 15,0 0-12-15,0 0-9 0,0 0-8 0,0 0-10 16,13 11-3-16,-5-6-5 0,-1 2-6 0,5-1-1 16,-1 0-7-16,1 2-3 0,3 1-4 0,-2 1-1 0,5-3 3 0,-1 1-6 15,-1 1-5-15,1-1-1 0,-3 0-1 0,2-2 3 16,-4-2-5-16,-1 2 0 0,1-2 0 0,-2-2-4 15,-2 1 2-15,1-3-3 0,-6 4 0 0,3-3 1 16,-3 1 0-16,3-1-1 0,-6-1 2 0,6 1 0 16,-6-1 2-16,6 1 3 0,-6-1-1 0,4 2-5 15,-4-2-2-15,4 2-10 16,-4-2-8-16,0 0-11 0,0 6-1 0,-4-1 3 16,0 4 1-16,-5 1 4 0,-5 10-1 0,-3 8 2 15,-4 5 1-15,-6 7 1 0,-1 4 0 0,2-1 5 16,-3 1-5-16,6-4 0 0,-1 2 19 0,8-11 0 15,0-2-2-15,3 3 7 0,-1-6-9 0,4-3 2 16,2-5-4-16,0-2-1 0,2-4 1 0,2-3 0 16,2 1 2-16,-2-2 2 0,3 0 3 0,-2-5 21 0,2 1 24 15,-1 1 27-15,0-3 34 0,2-2 28 0,0 0 9 0,-1 3 14 16,1-3 3-16,0 0-4 0,0 0-2 0,-4 3-15 16,4-3-14-16,0 0-14 0,0 0-7 0,0 0-19 15,0 0-19-15,0 0-35 0,0 0-54 16,0 0-67-16,0 0-70 0,5-12-78 0,-3 8-91 15,2 0-383-15,-1 0-761 0,2-4 337 0</inkml:trace>
  <inkml:trace contextRef="#ctx0" brushRef="#br0" timeOffset="-211351.69">6335 12977 143 0,'0'-6'281'0,"0"-1"-17"0,0 3-15 16,0-1-15-16,0 5-14 0,-1-6-27 0,1 6-24 16,0-5-20-16,0 5-35 0,0 0-22 15,0 0-7-15,0 0-11 0,0 16-4 0,0 0-14 0,1 10-4 0,-1 5-7 16,0 3-4-16,1 12-3 0,2 0-5 0,-1-9-3 16,0-4-5-1,-1 15 0-15,-1-14-5 0,3-2-1 0,0 0-2 16,-1-3 1-16,2-5-5 0,-3-5-4 0,0-4 2 15,0-1 0-15,-1-4-1 0,3 0 0 0,-3-1-2 0,1-6 2 16,0 4 1-16,1-2-2 0,-2-2 6 16,1 2 5-16,-1-5 4 0,0 5 1 0,0-5 3 15,0 4-2-15,0-4 0 0,0 4-3 0,0-4-2 16,0 0-4-16,0 0-21 0,0 0-26 0,0 0-28 0,0 0-34 16,0 0-32-16,0 0-54 0,-11-11-62 0,8 6-154 15,4 0-425-15,1 0 189 0</inkml:trace>
  <inkml:trace contextRef="#ctx0" brushRef="#br0" timeOffset="-210868.8">6771 13331 87 0,'-11'0'216'16,"0"0"-10"-16,2-2-8 0,3 4-13 0,-1-2-13 16,7 0-14-16,-10 0-12 0,10 0-17 0,-6 1-10 0,6-1-18 15,-7-3-7-15,7 3-5 0,0 0-13 0,0 0-8 16,0 0-6-16,-9 2-7 0,9-2-3 16,0 0-7-16,0 0-4 0,0 0-5 0,0 0-1 15,0 0-6-15,0 0-1 16,0 0-4-16,0 0-3 0,0 0-7 0,0 0 3 15,0 0-1-15,-9 0-5 0,9 0 1 0,0 0-2 16,0 0 3-16,0 0-5 0,0 0-1 0,0 0-1 16,0 0-2-16,0 0-1 0,0 0 2 0,0 0 1 0,0 0 4 0,0 0 8 0,26-2 3 15,-3 1-1-15,5-3 1 0,8-1 0 16,2-2-5-16,18 0 1 0,2-1-3 0,-2 0 3 16,4-1-4-16,-5 1-4 0,-1 2 4 0,-17 0-3 15,0 1 1-15,-4 1-2 0,-5-1-1 0,3 1 2 16,-16-1 0-16,-2 5-5 0,-1-3 3 0,-1 3-2 15,-6-1 2-15,2 0-1 0,-1 1 4 0,-1-2-9 16,-5 2-10-16,0 0-23 0,0 0-25 0,0 0-12 16,0 0-19-16,0 0-20 0,0 0-14 0,-19 3-23 15,19-3-28 1,-13 1-183-16,8-1-383 0,5 0 170 0</inkml:trace>
  <inkml:trace contextRef="#ctx0" brushRef="#br0" timeOffset="-210305.23">7594 12972 106 0,'-7'-1'226'0,"7"1"-14"0,-1-5-16 16,1 5-13-16,0 0-20 0,0 0-21 0,5-5-11 16,-5 5-14-16,9 0-14 0,0 0-7 0,0 0-10 15,3 2-2-15,1-1-6 0,7 3-9 0,-1 0-3 16,2 1-10-16,0 0-4 0,6 6-5 0,-8-6-5 0,1 6-2 0,-3 0-7 15,6 5-5-15,-7-3-2 0,-4 3-1 0,-2 1-6 16,-3 2-2-16,-2 1-1 0,-5 7-3 0,-6-1 4 16,-7 1-8-16,-5 0 3 0,-4 4-2 0,-5-7-2 15,-6 9 0-15,4-10-2 0,2-4-2 0,0 0 1 16,0-2-1-16,2 1 0 0,-1-5 1 0,8-4-3 0,0 0 1 16,8-2-1-16,-4-2 0 0,6 1-2 0,3-3-2 15,-3 0 2-15,3 3 3 0,0-3 3 0,4-3 1 16,1 0 15-16,0 0 11 0,6 5 7 0,5-7 1 0,5 2-1 15,3-3-2-15,3 3-4 0,7-5-1 0,0 1-3 16,1-1-4-16,1 2 0 0,-3 0 0 0,-6-2-2 16,6 4-6-16,-9-2-2 0,-6 1 2 15,2 2-4-15,-3-2-2 16,-1 1-1-16,-3-1 2 0,-2 1-2 0,-1-1-4 0,-5 2 0 16,8 0-5-16,-8 0-17 0,6-2-15 15,-6 2-14-15,0 0-6 0,0 0-10 0,0 0-25 16,0 0-37-16,0 0-31 0,0 0-44 0,0 0-199 15,-25-1-428-15,18 0 189 0</inkml:trace>
  <inkml:trace contextRef="#ctx0" brushRef="#br0" timeOffset="-209534.49">8158 13140 125 0,'8'-5'211'0,"-1"0"-13"16,3 3-18-16,-3 1-21 0,1-1-14 0,1 2-15 15,1 2-14-15,2 1-9 0,-2 2-8 0,0 3-8 16,-1-3-11-16,0 8-9 0,-5-2-4 0,6 3-9 16,-6 1-7-16,0 4-1 0,-8-2-8 0,1 1-5 15,-3 3-2-15,-3 3-1 0,-2 0-6 0,-6-2-1 16,3-1-2-16,-4-1-3 0,5-6-3 0,-5 1-2 0,6-1-3 0,-4-5 0 15,3 2 1-15,4-5-2 0,1 0-1 0,1-1 1 16,2-1 3-16,0-1 25 0,1-1 29 16,1 1 21-16,3-3 10 0,0 0-12 0,0 0-12 15,8-12-5-15,0 4-7 0,7-4-8 0,4-5-4 0,3-1-2 16,5-3-8-16,-3 0-7 0,4-3 2 0,3 4-10 16,0-6-3-16,-2 6-2 0,-1-1-4 0,-1 1 0 0,-3 3 0 15,-6 6-7-15,-5 1 3 0,-3 2 1 0,-1 2-6 16,0 0-2-16,-5 3-1 0,1 1-5 0,0-1-3 0,-1 1-11 15,-4 2 1-15,0 0 0 0,0 0 1 16,-11 13 3-16,2-3 0 0,-3 1-2 0,-2 4 2 16,-3 4-1-16,2-4 4 0,6 4 2 0,-5-2-5 15,5 2 2-15,-4 1-2 16,3-3-5-16,6 0-4 0,0-1 1 0,3-4 5 16,2 1 0-16,3-3 2 0,5 1 3 0,1-6-1 15,12 2 2-15,7 1-3 0,5-6-16 0,1 1-14 0,5-6-16 16,0-1-13-16,12-5 2 0,-1 0-3 0,-2-6-3 0,-11 4 6 15,-1-4 3-15,-1 2 11 0,-4-4-3 0,-1-4 8 16,-3 0-2-16,-4-3-3 0,-2-3 9 0,-4 3 2 16,-1-3 4-16,0-1 8 0,-3 0 27 0,-5 0 35 15,0 3 19-15,-4 6 24 0,0 0 16 0,-5 2 16 16,4 2-3-16,-3-1 3 0,-1 6 4 0,3 2-6 16,-2 0 2-16,-1 1-14 0,0 2-4 0,0 0-16 15,0 5-10-15,0-7-8 0,3 3-20 0,-3 4-41 16,0 0-3-16,0 0-3 0,0 0 3 0,-3 17-4 15,-1-7 2 1,3 8-2-16,-3 2 4 0,0 4 0 0,-1 4 0 0,4 2 1 16,-1 1-3-16,-1-1 3 0,-1 1-2 0,2 1 3 15,-1-1 0-15,0-2-1 0,3-4 2 0,3-4 0 0,-3-2-1 16,1-4 3-16,1 2-7 0,0-6 13 0,-2 1-5 16,4-3 0-16,-4-2 3 0,3-2 4 0,-1 2 0 15,3-2-1-15,-4 0 2 0,4 0 3 0,-1-3 6 16,4 2-2-16,-4-3 1 0,5-1 1 0,-3 0-1 15,6 0-9-15,-1-1-16 16,2-1-42-16,-1-2-42 0,0-1-62 0,4-2-76 0,-5-3-291 0,1-2-565 0,-3-3 250 16</inkml:trace>
  <inkml:trace contextRef="#ctx0" brushRef="#br0" timeOffset="-209348.75">8916 13234 59 0,'-2'0'262'0,"2"0"-1"15,0 0-13-15,-8 3-19 0,8-3-26 0,18-5-19 16,1 1-22-16,12 1-13 0,4-2-32 0,15-3-54 0,9-3-74 16,0 1-74-16,-2 2-223 0,2-1-331 0,-4-1 146 15</inkml:trace>
  <inkml:trace contextRef="#ctx0" brushRef="#br0" timeOffset="-209087.47">9788 13237 116 0,'0'0'275'0,"-5"2"-8"0,5-2-17 16,-4 3-10-16,4-3-22 0,0 0-19 0,0 0-24 15,0 0-18-15,19-3-16 0,-1 3-15 0,5-2-11 16,6-1-15-16,7 1-24 0,0-1-21 0,5-1-31 16,-3 0-41-16,13-1-45 0,-14 0-53 0,-4-2-76 15,2 1-168-15,-7-2-388 0,-9 0 172 0</inkml:trace>
  <inkml:trace contextRef="#ctx0" brushRef="#br0" timeOffset="-208898.82">9960 13075 305 0,'-5'0'335'0,"5"0"-10"16,-8 0-7-16,7-3-27 0,1 3-18 0,0 0-39 0,0 0-29 31,-10 0-30-31,10 0-12 0,0 0-28 0,-3 7-14 0,2 5-10 0,1 1-11 0,0 5-10 0,0 8-5 0,0 7-15 15,1-3-17-15,2 2-35 0,2 2-37 16,0 0-48 0,0-2-53-16,3 0-97 0,-3-3-281 0,-1-3-539 15,1-9 239-15</inkml:trace>
  <inkml:trace contextRef="#ctx0" brushRef="#br0" timeOffset="-208132.41">10893 12879 237 0,'0'-3'249'0,"0"3"-11"0,-3-5-24 0,3 5-21 16,0 0-20-16,0-6-21 0,0 6-18 16,0 0-16-16,0 0-16 0,0 0-9 0,0 0-13 0,0 21-10 0,0-9-6 15,-2 5-7-15,1 9-4 0,-2-1-2 0,-2 9-9 16,2-2-3-16,1 3-6 0,-2-1-4 0,3 2 0 16,-2-4-1-16,2 0-9 0,2-1 0 0,-2-3 1 15,2-3-4-15,-1 1-5 0,4-8 4 0,0-1-9 16,-2-1-2-16,1-3 4 0,5-1 0 0,-3-3 3 0,2-1 1 15,2 1-1 1,1-4 3-16,6 3 1 0,2-4 1 0,0-1-12 16,0-3-17-16,1 0-30 0,0-3-29 0,-5 1-39 15,0-5-51-15,-1 0-219 0,-4-2-413 0,-3 1 182 16</inkml:trace>
  <inkml:trace contextRef="#ctx0" brushRef="#br0" timeOffset="-207932.3">10715 13242 116 0,'0'0'323'16,"-6"1"-16"-16,6-1-19 0,0 0-28 0,0 0-28 16,10-9-28-16,3 4-21 15,13-4-17-15,9 1-18 0,2 0-10 0,20-3-32 16,-5-3-42-16,3 6-51 0,-4 1-56 0,-15 2-66 15,-2-2-72-15,-2 2-189 0,-4-4-399 0,-10 1 177 16</inkml:trace>
  <inkml:trace contextRef="#ctx0" brushRef="#br0" timeOffset="-207600.32">11211 12776 199 0,'6'-4'263'16,"0"-1"-20"-16,0 0-22 0,4 2-10 0,3 2-25 0,-3-2-18 15,3 3-9-15,0 3-26 0,0 1-9 0,-2 2-16 16,1 1-8-16,-1 5-13 0,-1-3 0 0,-2 6-18 16,0 1-4-16,-6 1-8 0,0 3-6 0,-4-3-4 0,-2 2-2 15,-2 1-11-15,0-1 0 0,-1-2-2 16,-3 0-4-16,2-2 1 0,2-3-5 0,1-1 0 15,0-3-5-15,1-1-3 16,0-1-2-16,4-1 0 0,-5 1 0 0,5-3-2 16,3 0 5-16,2-1-3 0,6 0-4 0,6 0-6 15,3-3-25-15,10 0-34 0,0-3-47 0,0-1-47 16,0-1-63-16,0-1-193 0,-2-1-437 0,-3-3 195 16</inkml:trace>
  <inkml:trace contextRef="#ctx0" brushRef="#br0" timeOffset="-207362.89">11610 12630 205 0,'-1'-4'268'0,"-2"3"-31"16,3 1-25-16,0 0-23 0,0 0-22 0,0 0-18 16,15 18-13-1,-2 0-11-15,2 5-11 0,6 7-8 0,10 10-12 16,-2 4 1-16,2 5-8 0,-4 4-10 0,7 23-4 0,-14-21-8 15,-2-2-4-15,-5 5-6 0,-6-1-4 0,-5-5-7 16,-7 3-2-16,-4-4-5 0,-9-4 0 16,-11-1-5-16,-6-2-4 0,-12-1-19 0,-26 12-24 15,-8-6-46-15,-9-3-68 0,-5-7-107 0,-7-1-157 0,-1-6-425 16,-6-6 188-16</inkml:trace>
  <inkml:trace contextRef="#ctx0" brushRef="#br0" timeOffset="-206583.02">6073 12793 77 0,'-9'8'134'0,"-5"2"-23"0,0 7-3 0,-4 8-9 15,-7 18 3-15,3 3-1 0,-9 31 7 0,4 5-3 16,3 10-3-16,1 4-3 0,9-6-10 0,4-2-7 0,5-27-7 16,6 23 0-16,9-29-6 0,2 0-2 0,4 2-3 0,10-7-4 15,6-3-3-15,9-5-1 0,11-2-3 16,26 3 0-16,10-11-4 0,4-11-6 0,7-11-51 16,5-3-73-16,4-11-245 0,7 1-351 0,-4-9 156 15</inkml:trace>
  <inkml:trace contextRef="#ctx0" brushRef="#br0" timeOffset="-205675.94">11685 12400 149 0,'0'0'186'0,"-9"0"-9"0,9 0-7 15,-10-2-12-15,10 2-7 0,0 0-16 0,-8 0-13 16,8 0-10-16,0 0-11 0,0 0-11 0,0 0-8 15,-5 2-6-15,5-2-6 0,0 0 11 0,0 0-1 16,0 0-2-16,31-3-3 0,-8 1-7 0,10-3-5 16,0 0-7-1,5 0-7-15,-1 0-2 0,12-2-7 0,-13-2-1 16,0 4-8-16,-3-1 0 0,-3 0-3 0,-2 1-3 16,-8 2-5-16,-6-2-4 0,0 2-7 0,-5 2-6 15,-1-2-6-15,-2 3-9 0,-2-1-12 0,-4 1-19 16,0 0-8-16,0 0-19 0,0 0 0 0,0 0-20 0,-23 1-14 15,15-1-9-15,-3 0-8 0,3 0-20 16,3 0-155-16,-4 0-321 0,9 0 141 0</inkml:trace>
  <inkml:trace contextRef="#ctx0" brushRef="#br0" timeOffset="-205412.7">12351 12204 60 0,'1'-6'331'0,"2"4"-8"16,-2-5-5-16,-1 4-7 0,0-2-18 0,3 0-21 16,-3 5-26-16,1-4-26 0,-1 4-18 0,0-2-33 15,0 2-22-15,4-3-18 0,-4 3-35 0,0 0-15 16,0 0-11-16,0 0-5 0,1 9-10 0,-1 0-2 0,0 0-9 16,3 3 0-1,-3 4-5-15,1 0-7 0,-1 1-12 0,0 1-7 16,0 0-4-16,0-1-18 0,0 0-21 0,-1 1-16 15,2 0-22-15,-2-2-24 0,-2 0-17 0,3-4-16 16,-4 0-23-16,3 1-34 0,-3-4-32 0,-1-2-214 16,4 0-464-16,-2-5 206 0</inkml:trace>
  <inkml:trace contextRef="#ctx0" brushRef="#br0" timeOffset="-205196.72">12656 12235 35 0,'0'0'266'0,"2"-2"-25"16,-2 2-29-1,0 0-22-15,0 0-19 0,-8 14-17 0,-1-7-18 16,0 8-15-16,0 2-8 0,-5 2-10 0,0 3-9 16,0 5-10-16,1-3-9 0,0 0-7 0,2 0-18 15,-2-1-29-15,3 0-16 0,-3 1-23 0,4-6-30 16,-3 0-29-16,3-3-36 0,1 2-202 0,0-9-339 15,1 2 150-15</inkml:trace>
  <inkml:trace contextRef="#ctx0" brushRef="#br0" timeOffset="-204912.02">12875 12378 324 0,'6'-2'316'0,"1"-1"-30"0,-1 1-29 16,0 2-30-16,1 0-21 0,-1 0-22 0,2 2-19 16,0 1-16-16,-1 3-18 0,2-1-11 0,0 5-11 15,-2 1-10-15,0 3-12 0,-2 5-9 0,0 6-7 16,-5 0-6-16,-2 2-8 0,-1-2 5 0,2-6-14 16,-3 0-7-16,0 0-3 0,3-2-4 0,1-1-3 15,-2-7-3-15,0 4-3 0,4-3 3 0,0 0-4 0,3-2-1 16,5-1-2-16,7-2-2 0,14 0-5 0,5-2-28 15,3-3-46-15,14-1-68 0,5-4-85 0,1-3-279 0,-7 2-533 16,2-6 235-16</inkml:trace>
  <inkml:trace contextRef="#ctx0" brushRef="#br0" timeOffset="-203023.61">14233 13080 73 0,'0'0'211'0,"0"0"-10"0,-4-2-12 15,4 2-14-15,0 0-16 0,-5-2-16 0,5 2-16 16,0 0-11-1,0 0-11-15,0 0-10 0,13-6-11 0,-4 3-9 0,6 1-4 16,7-3-9-16,6 0-28 0,7 1-31 0,-2 1-48 16,0 1-46-16,-1-1-208 0,-4-2-321 0,-6 3 142 15</inkml:trace>
  <inkml:trace contextRef="#ctx0" brushRef="#br0" timeOffset="-202854.86">14261 13245 70 0,'-1'2'163'0,"1"-2"-1"0,0 0-11 16,16 2-11-16,13-6-12 0,4-2-16 15,18 0-11-15,4-2-16 0,5-2-31 0,4 0-29 0,29-5-45 16,-3 1-50 0,-30 0-114-16,2-1-199 0,2-2 88 0</inkml:trace>
  <inkml:trace contextRef="#ctx0" brushRef="#br0" timeOffset="-202531.66">15447 12690 121 0,'-5'-1'226'0,"5"1"-15"0,0 0-17 16,-9 0-16-16,9 0-27 0,0 0-5 0,0 0-17 16,0 0-16-16,0 0-6 0,0 0-13 0,24-9-8 15,5 5-9-15,1 0-9 0,3 0-4 0,8-1-9 16,8-3-9-16,3-1-1 15,-1 5-17-15,-11 1-22 0,-4-2-23 0,-4 0-31 16,-3 1-31-16,-2 1-25 0,-8 1-47 0,-7-3-140 0,-2 0-316 0,-4 4 140 16</inkml:trace>
  <inkml:trace contextRef="#ctx0" brushRef="#br0" timeOffset="-202036.46">15433 12730 104 0,'4'6'139'0,"1"1"-3"0,7 3-7 0,4 0-7 15,5 4-5-15,4 5-10 0,-1-2-5 0,2 4-12 16,-2-2-6 0,-2 4-12-16,0 1-5 0,-2 1-5 0,-7 4-2 0,1 1-6 15,-6 2-7-15,-4 2-2 0,-4 0-8 0,-3-2 5 16,-2 0-14-16,-5 2 1 0,-1-3-6 0,-1-1-5 15,-5 2 2-15,-2-5-3 0,2 0-2 16,-1-1 1-16,0-3-5 0,-1-2 1 0,4-2-6 0,2-4 0 16,-1-1 3-16,1-2-2 0,6-4 1 0,-1 1 0 15,-1-1-3-15,4-1-5 0,0 0 5 0,1-4 2 0,1 4-2 16,1-4 13-16,-2 1-7 0,3-2 3 0,-2 2-1 0,3-4 5 16,-3 4-5-16,1-1-5 0,2-3-1 0,-2 2 9 15,2-2-7-15,0 0-3 0,-3 4 8 16,3-4 9-16,0 0 8 0,0 0 3 0,0 0 9 15,0 0 6-15,-2 3 5 0,2-3 0 0,0 0-2 16,0 0 1-16,0 0-3 16,22-5-5-16,-2 0-3 0,13-1-3 0,5-3-5 15,14-2-4-15,6 0-2 0,0-2-6 0,3 0-3 16,3-1 0-16,1-1-2 0,24-2 3 0,-26 4-3 16,-4 0-6-16,-3 4 3 0,-5-2 6 0,-15 7-9 15,-4 1 0-15,-4-4-2 0,-9 6 0 0,-5-1-1 16,-2 0 0-16,-2 2 0 0,-4-2-2 0,1 0-8 15,-2 1-21-15,-5 1-13 0,0 0-34 0,0 0-28 0,0 0-45 0,0 0-44 16,-23 2-205-16,13-1-424 0,2-1 188 0</inkml:trace>
  <inkml:trace contextRef="#ctx0" brushRef="#br0" timeOffset="-201032.88">16808 12675 98 0,'3'-9'217'0,"0"3"-4"0,0 0-12 15,0-1-7-15,-1 3-16 0,-2 0-14 0,1 2-12 16,1-4-17-16,-1 2-15 0,-1 4-16 0,3-2-14 15,-3 2-13-15,0 0-7 0,0 0-9 0,5 9-8 16,-5 0-6-16,0 7-5 16,-3 3-6-16,3 8-2 0,-5 5-3 15,0 1-7-15,-2 1 3 0,0 12-11 0,-5 2 0 16,2-3-3-16,2 2 3 0,1-13-3 0,2 2 3 16,2-4-7-16,3 1 1 0,-4-6 2 0,4 0-4 0,2-2 3 15,-2-7-2-15,1-1-1 0,1-5 0 0,2 0 3 16,0-2-3-16,4 0 5 0,1-4-3 15,2 0-8-15,7-3-28 0,2-3-21 0,1 0-25 0,7-1-19 0,0-6-57 16,0 0-64-16,0-1-119 0,-3-4-357 0,-7 3 158 0</inkml:trace>
  <inkml:trace contextRef="#ctx0" brushRef="#br0" timeOffset="-200702.06">16593 12980 124 0,'0'0'213'0,"-10"0"-12"0,10 0-17 16,-5 0-14-16,5 0-15 0,0 0-16 0,0 0-13 15,0 0-13-15,0 0-7 0,18-5-13 0,-1 1-11 16,12-2-7-16,-1 2-8 0,4-1-8 0,5-1-4 16,3-1-7-16,12-3-3 0,-1 3-4 0,-15 1-2 15,-4 1-6-15,5-2-9 0,-5 4-6 0,-12-1-10 0,0 2-9 0,-1 1-13 16,-8-1-20-16,0 2-13 0,-3 0-9 0,-4-2-10 16,-4 2-4-16,0 0-4 0,0 0-13 0,0 0-16 15,0 0-30-15,0 0-123 0,-32 0-277 0,18-1 123 16</inkml:trace>
  <inkml:trace contextRef="#ctx0" brushRef="#br0" timeOffset="-200232.57">17234 12564 152 0,'0'-4'244'0,"2"1"-24"16,-2 3-19-16,0-5-23 0,0 5-21 15,3-4-17-15,-3 4-19 16,0 0-14-16,0 0-12 0,0 0-8 0,0 0-10 15,2 14-9-15,-2-9-4 0,0 7-9 0,0 0-5 16,-1 0-7-16,0 6 0 0,-2-2-5 0,1-2-6 16,-1 3-3-16,0-5-1 0,1 0-5 0,2-4 0 15,-1 3-1-15,-1-6-4 0,1 0 0 0,1 0-2 16,-1 0 3-16,1-2-1 0,0-3 2 0,0 5 7 16,0-5-8-16,0 0 1 0,14-3-1 0,-5-2-2 0,0 0-3 0,3-2-5 15,0 0 8-15,3-5-3 0,-1 4-4 0,3-1 0 16,-4-2-2-16,-3 4 1 0,4 0-1 0,-5 3-2 15,0-3-6-15,4 2 0 0,-6 4 2 0,5-1-2 16,-4 0-9-16,1 4-4 0,2-2-9 0,1 3-4 0,-2 2-11 16,1 3-15-16,-1-2-9 0,5 6-27 0,-3 0-33 15,1 0-18-15,-2 0-63 0,1-1-106 0,-3-1-333 16,1-2 148-16</inkml:trace>
  <inkml:trace contextRef="#ctx0" brushRef="#br0" timeOffset="-199898.84">17958 12591 257 0,'0'-4'247'0,"0"0"-22"15,0 4-31-15,0-5-21 0,0 5-22 0,0 0-10 16,0 0-20-16,0 0-11 0,0 13-15 15,0 1-10-15,0 2-10 0,0 4-7 0,-4 5-9 0,3 3-5 0,-1 2-7 16,-1 1-4-16,0 3-3 0,0-1-7 0,-3 1-4 16,5-1-2-16,-3 0-2 0,4 0 2 0,0-1-5 15,0-4-6-15,1 3-5 0,2-5 2 0,-2 1 3 16,1-10-3-16,0 0-3 0,-2-3 1 0,0-2 0 16,2-2-1-16,0 0 1 0,-2-2-1 0,0-2 1 0,0-1-2 15,0-2-4 1,0 1 3-16,-2-1-1 0,2-3-8 0,-2 4-1 15,2-4-14-15,0 0-33 0,0 0-32 0,-16-9-61 16,7 2-77-16,0-2-116 0,1 0-364 0,-3-8 162 16</inkml:trace>
  <inkml:trace contextRef="#ctx0" brushRef="#br0" timeOffset="-199584.87">17872 12368 195 0,'0'-5'214'16,"2"0"-19"-16,-1 1-22 0,3-2-21 0,0 5-14 16,2-4-12-16,7 5-18 0,1-1-5 0,8 2-7 0,11 4-3 15,0-1-5-15,7 4-7 0,10 4-4 0,-1 3-5 0,-12-1-5 16,-1 1-8-16,-2 2-6 0,-5 4-3 0,0-2-14 16,-6 2 1-16,-5 2-6 0,-3-2-6 15,-7-1-2-15,-3-1-1 0,-3 1-3 0,-5-1 2 0,-6 5-11 16,-4-4 9-16,-6-1-6 0,-5-2 1 0,-3 0-3 15,-1-1 0-15,-4-3 2 0,1 1-3 0,-2-2 1 16,0-3-2 0,2 4-5-16,2-6 0 0,1 2 6 0,0-1-3 15,2 1-2-15,8-3 3 0,0 0-5 0,5-1-21 0,3 0-20 16,1-2-18-16,4 0-20 0,1 0 8 16,2 1-33-16,2-4-25 0,0 0-60 0,11 4-123 15,1-3-333-15,3-4 149 0</inkml:trace>
  <inkml:trace contextRef="#ctx0" brushRef="#br0" timeOffset="-199168.47">18386 12932 167 0,'0'0'229'16,"-4"2"-26"-16,4-2-24 0,0 0-16 0,0 0-21 16,0 5-15-16,0-5-13 0,-3 5-14 0,3 1-10 15,0 0-7-15,-2 1-9 0,1 5-11 0,1-2-7 16,-2 2-1-16,0 2-6 0,0 3-5 0,-1-1-4 16,-1 1-9-16,4-3 2 0,-4-2-5 0,3-2-1 0,-2 1-4 0,2-5-2 15,1 3-1-15,-2-2 4 0,-1-4-6 0,3 2 21 16,0-5 24-16,0 5 27 0,-2-3 22 0,2-2 22 15,0 0-4-15,0 0-15 0,0 0-3 0,0 0-18 16,11-15-10-16,-5 3-13 0,2 3-6 0,2-1-5 16,-2 0-12-16,-2 0-2 0,2 1-3 0,2 1-7 15,-6 4-3-15,1-1-12 0,0 1 7 0,-1-1-13 0,3 2 4 0,-1 0-8 16,-1 2-3-16,0 0-3 0,2 1-10 0,-7 0-7 16,14 2-8-16,-5 3-6 0,-2 0-22 0,2 1-18 15,1 0-33-15,1 2-33 0,-2 0-34 0,1-1-40 16,-1 1-62-16,-1-3-172 0,0-1-476 15,-4-3 211-15</inkml:trace>
  <inkml:trace contextRef="#ctx0" brushRef="#br0" timeOffset="-198614.66">19012 12518 46 0,'4'0'200'0,"2"-2"-18"16,-6 2-21-16,13 0-12 0,-5 2-12 0,2 2-13 15,0 1-14-15,1 3-14 0,-1 2-12 0,0 2-5 16,-5-2-8-16,-1 6-7 0,0 2-7 0,0 2-1 16,-8-2-11-16,-2 4-1 0,-2 5-4 0,-4-4-5 0,-3-1-5 0,0-1-5 15,-1-7-1-15,2 1 4 0,0-2-6 0,0-1-3 16,-1-2 1-16,6-1 3 0,0-3 6 0,1-1 5 15,2-1 15-15,2-1 18 0,0-1 23 0,-1 1 19 16,5-3 5-16,-4 0-10 0,4 0-14 0,0 0-8 16,4-10-9-16,2 3-5 0,4 0-1 0,3-5-14 15,2 2-4-15,0-3-5 16,7-3-7-16,-1 1-5 0,-3 3-1 0,4-3-3 16,-3 3-8-16,0 2 1 0,-3-1 3 15,0 5-8-15,-4 0-4 0,-3 1 0 0,0 2-7 0,-3-1-3 16,-1 3-7-16,0-2-9 0,-5 3-1 0,8 1-5 15,-8-1 1-15,7 7-4 0,-5-2 0 0,-1 3 1 16,0 1 3-16,1 1-5 0,-2 2-11 16,0-2-13-16,0 2-17 0,0 0-22 0,2 2-23 0,-2-3-22 0,2-1-32 15,-1-2-44-15,-2-1-176 0,3-4-415 0,1 4 184 0</inkml:trace>
  <inkml:trace contextRef="#ctx0" brushRef="#br0" timeOffset="-198414.53">19485 12441 53 0,'5'-4'234'0,"0"1"-24"0,2 3-21 16,-1-1-20-16,-6 1-11 0,14 8-17 0,-5 1-12 16,1 1-9-16,1 5-12 0,0 9-13 0,-3 2-6 15,-3 1-6-15,-1 2-14 16,-7 2-4-16,-2 1-4 0,-4 2-9 0,0-3-15 15,-6-1-19-15,-7-2-15 0,0-2-22 0,-2-1-29 16,-2-3-37-16,1-5-33 0,-4-2-185 16,0-1-327-16,0-6 146 0</inkml:trace>
  <inkml:trace contextRef="#ctx0" brushRef="#br0" timeOffset="-198144.81">18942 12238 157 0,'-27'3'161'0,"-3"7"-8"15,-1 3-4-15,0 6-15 0,-10 13-7 0,2 7-9 16,3 5-7-16,0 4-10 0,7 2-6 0,3 4-11 15,6 1-5-15,4-2-7 0,15-6-8 0,4 1-2 16,9-12-3-16,10 7-3 0,14-4-5 0,9-5-3 16,10-5-3-16,31 10-7 0,0-12-44 0,4-3-69 0,-23-17-240 15,24 5-339-15,-28-9 150 0</inkml:trace>
  <inkml:trace contextRef="#ctx0" brushRef="#br0" timeOffset="-197210.14">15232 13900 177 0,'2'-3'197'0,"-2"3"-17"15,0 0-28-15,0-5-14 16,0 5-21-16,0 0-9 0,0 0-12 0,1 12-11 15,-1-4-12-15,0 3-4 0,-1 2-9 0,-1 4-6 16,1 1-11-16,-1 2-2 0,-1 0-1 0,-3 4-10 16,1 5-4-16,1-3-3 0,0-6 2 0,-5 4-5 15,3-7-2-15,2 2-2 0,0-4 0 0,0 0-1 16,4-9-4-16,-4 0 2 0,3 1 3 0,1-2 20 16,-1 2 23-16,-2-2 31 0,3-3 36 0,0-2 25 0,-4 3 19 0,4-3-17 15,0 0-16 1,0 0-14-16,12-18-13 0,-7 9-12 15,10-5-7-15,-4-6-11 0,-1 6-12 0,8-10-6 16,-3 2-13-16,2 3 0 0,-5 3-4 0,4-1-5 0,-6 3-4 16,0 5-5-16,-2-1-6 0,-2 4-8 0,-1 1-6 15,1-1-10-15,2 4-13 0,-4 0-2 0,4 2-3 16,-8 0-5-16,15 4-4 0,-6 2 1 0,0-1-6 0,0 3 0 16,5 2-5-16,0 2-29 0,-1 1-27 0,1 0-30 15,0 3-25-15,0-2-36 0,4-2-45 0,-4 1-217 16,5-3-481-16,-5-2 213 0</inkml:trace>
  <inkml:trace contextRef="#ctx0" brushRef="#br0" timeOffset="-197040.78">15819 14050 22 0,'1'-3'343'0,"3"-4"-31"0,0 1-27 0,1 2-28 15,-4-1-29-15,6-2-27 0,-2 2-19 0,0 0-22 16,4-2-12-16,4 3-17 0,-3-2-35 0,8 2-40 15,0-1-43 1,1 2-46-16,-6 2-63 0,7-2-47 0,-6 1-218 16,0 1-390-16,4-1 173 0</inkml:trace>
  <inkml:trace contextRef="#ctx0" brushRef="#br0" timeOffset="-196878.1">15972 14103 66 0,'0'0'172'16,"13"-1"-16"-16,-1 1-15 0,8-1-12 0,2-2-19 16,9-2-28-16,4-2-26 0,1 2-33 0,2-4-11 15,16 1-23-15,-4-4-28 0,-11 7-111 0,0-5-162 16,-5 2 72-16</inkml:trace>
  <inkml:trace contextRef="#ctx0" brushRef="#br0" timeOffset="-196624.32">16555 13897 111 0,'-10'3'150'0,"-2"2"-10"16,0 4-20-16,-4-2-8 0,2 5-2 0,0-2-20 15,3 2-8-15,3-2-9 16,0 0 14-16,3-1 3 0,1 1-2 0,4 0-5 16,0-1 2-16,0-4 20 0,4 2 15 15,4-2 7-15,2-2 4 0,4-1 2 0,8-3-6 0,4-4-7 16,0-2-4-16,2-3 1 0,-1-2-4 0,-3-1-12 15,-6 1 1-15,0-1-1 0,-5-1-12 0,-3-1-9 16,-1-2-7-16,-1 1-3 0,-7-4-24 0,-1 2-19 16,-2 2-15-16,-9 0-26 0,-3 1-23 0,-9 1-36 0,-5 2-39 0,-5 2-38 15,-2 0-50-15,-4 5-258 0,2-3-496 0,-3 4 220 16</inkml:trace>
  <inkml:trace contextRef="#ctx0" brushRef="#br0" timeOffset="-195621.12">15935 12293 160 0,'-1'-5'206'0,"1"5"-11"0,0 0-7 0,-1-5-8 16,1 5-15-16,0 0-10 0,0 0-13 0,0-3-13 0,0 3-12 0,0 0-8 0,0 0-13 16,-3-4-7-16,3 4-4 0,0 0-14 0,0 0-2 0,0 0-7 15,-4-4-8-15,4 4-6 0,-5-2-3 16,5 2-2-16,-6-4-7 0,2 2-4 0,0-2 0 15,-1-1-4-15,0 2 0 0,-4-2-1 0,3-4 15 16,-1 3 2-16,0-5-2 0,-2 0 7 0,1-3-5 16,2 3-1-16,-2-3-1 0,-1-2-1 0,4 2-6 15,-3-2-3-15,3 1-5 0,0 2-4 0,1 1 1 16,-1 0-1-16,1 2 4 0,-1 1-6 0,3 1-3 16,0 1-2-16,1 2-4 15,-3 1-2-15,2-1-8 0,-5 5-7 0,7 0-2 16,-19 4-2-16,1 4 9 0,-10 6-6 0,-3 3-2 15,-2 1-1-15,-9 6 1 0,-7 5 6 0,3 0-4 16,-1 1 2-16,-4 7 2 0,1-3-2 0,-2 2 4 16,2-4-3-16,4-1 1 0,5-4 2 0,9-8 2 15,5-7-2-15,9 0 1 0,3-2 0 0,4-3 1 0,2-2 10 16,2-2 38-16,0 2 34 0,2-5 12 0,5 0-11 0,-6-8-6 16,8 3-11-16,3-7-12 0,5-5 0 0,5-5-10 15,6 0 0-15,0 0-14 0,6-3-4 0,3 0 3 16,-2 6-6-16,0 1-5 0,-3 5-3 0,1 0-4 15,1 4-7-15,-2 3-11 16,-3 4-9-16,9 2-9 0,-3 5-2 0,5 4-10 16,3 4-1-16,-2 6-6 0,11 10-11 0,-3 3-23 15,-6 0-38-15,1 3-45 0,-5 2-61 0,-9-6-312 16,10 5-575-16,-10-9 255 0</inkml:trace>
  <inkml:trace contextRef="#ctx0" brushRef="#br0" timeOffset="-190997.76">20350 12776 101 0,'-7'-1'180'0,"1"-2"-21"16,6 3-3-16,-9 0-8 0,6-2-3 15,3 2-4-15,-8-2-3 0,8 2-14 0,0 0-5 0,0 0-9 0,-6-1-10 16,6 1-7-16,0 0-5 0,0 0-9 0,0 0-4 0,0 0-10 16,0 0-8-16,32-5-5 0,-3 5-6 0,2-3-4 15,4 3-5-15,18 0 2 0,-1-1-10 16,3 1-1-16,0-3-1 0,-1 3-3 0,-2-2-3 15,-15 0-3-15,-1 0-1 0,-3 1-13 0,-3-4-3 0,-10 3-6 16,-1 2-12-16,-7-2-7 0,-1 2-11 0,-2-1-22 0,-4-1-29 16,-1 0-30-16,-4 2-3 0,0 0-36 0,-12-4-154 15,2 0-333-15,0 0 147 0</inkml:trace>
  <inkml:trace contextRef="#ctx0" brushRef="#br0" timeOffset="-190743.97">20918 12572 215 0,'2'-3'243'0,"-1"-1"-15"16,2 1-13-16,-2 0-11 0,-1 3-24 0,3-6-15 16,-2 3-17-16,-1 3-14 0,8-2-12 0,-8 2-13 15,11 2-7-15,-2 0-8 0,5 0-10 0,-1 4-10 0,2-1-7 0,-1 4-6 16,4 0-6-16,-2 1-5 0,-2 2-7 0,0-1-2 15,-3 0-3-15,-2 1-6 0,0 3-6 0,-4-4-3 16,2 1-3-16,-5 0-7 0,-2-1-7 0,0 3-2 16,-2 1-5-16,-7 0-5 0,0-1-10 0,-4 3-15 15,-1-3-22-15,1 1-35 0,-1-5-35 0,5-1-35 16,-1 3-229 0,1-4-419-16,4-3 185 0</inkml:trace>
  <inkml:trace contextRef="#ctx0" brushRef="#br0" timeOffset="-190473.25">21850 12578 155 0,'0'-4'185'15,"0"4"-19"-15,0 0-21 0,0 0-16 0,0 0-4 16,-5 9-14 0,5-1-10-16,0-3-9 0,0 4-7 0,0 2-8 15,0-1-10-15,4 3-5 0,-3-1-2 0,3-2-5 16,-4 4-9-16,4-3-26 0,-3 1-26 0,3 1-28 0,0-3-36 0,-3-1-64 16,3-2-106-16,-3-3-259 0,1 1 114 0</inkml:trace>
  <inkml:trace contextRef="#ctx0" brushRef="#br0" timeOffset="-190095.77">21935 12542 102 0,'2'-10'255'0,"2"4"-20"0,-4-2-12 0,7 3-22 16,-2 0-23-16,1 1-21 0,2-1-16 0,2 0-14 15,0 3-15-15,3 2-10 0,-2 0-8 0,2 2-14 0,-3 2-7 0,-1-1-9 16,5 2-10-16,-6 2-6 0,1-1-8 0,-4 2-7 15,-1 1-8-15,2 0-7 0,-4 0-5 0,0 1-4 16,-2 1 5-16,-2-2-8 0,-6 0 1 0,0 3-1 16,1-5-5-16,-2 2 2 0,-3-4 0 0,3 3 1 15,2-1-3-15,-4-1-6 0,4 1 5 0,2-2 4 16,-1-1-2-16,3 1 2 16,1-1 0-16,1 1 5 0,1 0-7 0,3-2-2 15,0 4 2-15,3-2 0 0,-1 1-1 0,4 2-1 16,2-3 1-16,-2 3-1 0,1-1 2 0,3 0-5 15,-4 1 4-15,6 1 3 0,-6-1-5 0,0 1 6 16,1-1-2-16,-2 1 2 0,0-2-1 0,-2 2-2 16,-2-3-4-16,0 1 2 0,-3 1-1 0,-1-2-7 15,0 0 7-15,-5-1-3 0,1-1 0 0,-1 1-5 0,-5 0-3 16,-4-3-28-16,-2 1-26 0,-1 0-37 0,1-2-38 0,-3-2-38 16,2 0-140-16,3-2-343 0,0-2 152 0</inkml:trace>
  <inkml:trace contextRef="#ctx0" brushRef="#br0" timeOffset="-189682.61">22029 12293 41 0,'-9'-10'173'0,"2"3"-14"0,0 0-17 0,0 0-17 0,-2 3-14 0,0 0-8 16,-4 3-12-16,-1 3-12 0,-4 1-9 0,-1 5-7 16,-8 5-5-16,0 1-6 0,-1 6 3 0,0 6-2 15,-9 10 6-15,1 1-4 0,4 1-1 0,4 4-8 16,1 1-2-16,10-9-4 0,4-2 1 0,2 4-3 16,6-2 16-16,5-2 9 0,5 1 10 0,8-2 3 0,4-1 14 15,8-1 11-15,2-5-2 0,19 5 6 0,5-5-6 0,-1-6-7 16,6 0-3-16,3-8-3 0,1-4-8 0,4-3-4 15,-4-5-4-15,-4-3-2 0,-1-4-2 0,-5 0-8 32,-13-3-5-32,-1-4 2 0,-3-2-6 0,-5-4-10 0,-2-4-7 15,-7-4-10-15,0-16-13 0,-14-1 9 0,-10-1-9 16,-8-3-11-16,-10 1-4 0,-9 4-5 0,-11-3 0 16,1 10 0-16,-30-14-4 0,15 24-4 0,-37-9-26 15,-3 18-20-15,-2 3-19 0,-9 12-32 0,-7 3-41 0,7 6-69 16,0 10-227-16,6 4-489 0,10 3 218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7:13:14.44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4408 2276 82 0,'-1'-5'315'0,"1"0"-8"0,-1-2-9 0,-2-1-2 16,0-4-11-16,2 3-3 0,1 1-8 0,-1-1-9 15,1-1-6-15,0 3-13 0,0 2-18 0,0-2-22 16,0 3-14 0,0 4-20-16,-2-5-16 0,1 1-17 0,1 4-33 0,0-4-2 15,0 4-15-15,0 0-29 0,-2-4-53 0,2 4-29 16,0 0-14-16,0 0 0 0,-2 21 5 16,1 5 0-16,0 3 9 0,-1 3 3 0,-4 6 5 15,1 9-2-15,0-11 9 0,1 10-13 0,3-9 12 16,-3-3 9-16,4-1-5 0,-1-2 6 0,-2-1-3 15,3-2 2-15,0-8 3 0,0-4-5 0,0-1 4 16,-1-3-14-16,1-1-1 0,-3-3-16 0,6-1 0 0,-6-4 6 0,3 2 5 16,0-1 9-16,0-4-2 0,0 5-23 0,0-5-31 15,0 0-33-15,-10-13-26 0,5 5-21 0,1-3-31 16,-2-5-54-16,-3-1-46 0,0-9-198 0,1-3-512 16,-2 2 227-16</inkml:trace>
  <inkml:trace contextRef="#ctx0" brushRef="#br0" timeOffset="339.16">4192 2138 132 0,'-2'-3'274'0,"0"-3"0"15,1-2-10-15,0 6-12 0,-1-2-22 0,0-2-26 16,2 6-24-16,0-5-22 0,0 5-29 0,-2-3-6 16,2 3-12-16,0 0-16 0,0 0-9 15,20 5-10-15,-2 4-5 0,-2-3-13 0,11 8-2 16,0 2-5-16,4 5-2 0,-2 3-3 0,13 10-2 15,-7-3-3-15,-14-4-4 0,11 14-2 0,-15-10-4 0,-2 1-3 16,-2 2 1-16,-4 2-3 0,-5-2-1 0,-4 0-3 16,-5 0 2-16,-7 1-1 0,-6-3-2 0,-4-3-2 0,-12 8-2 15,5-13 1-15,-7 8 1 0,4-11 1 16,0-3-3-16,0-2-1 0,0-2 10 0,-1-2-2 16,2-2 2-16,2-1 5 0,6-3 12 0,6-2 11 15,-6 2 12-15,9-5 1 0,4 0-2 0,6-1 18 16,4 0-6-16,-11 2-4 0,11-2-12 0,0 0-37 15,-8-7-32-15,8 7-38 0,17-10-28 0,-2 0-27 16,4 0-36-16,8-1-46 0,0-1-57 0,2-1-65 16,-2 0-205-1,4 1-552-15,-1 1 245 0</inkml:trace>
  <inkml:trace contextRef="#ctx0" brushRef="#br0" timeOffset="588.79">4827 2537 87 0,'0'-7'466'0,"0"7"-9"16,0-7-10-16,0 7-24 0,-1-5-31 0,1 5-35 15,0 0-33-15,0 0-34 0,0 0-36 0,0 0-32 16,0 0-24-16,0 0-27 0,0 0-25 0,0 0-16 16,0 0-15-16,0 0-10 0,1 18-9 0,-1-7-8 15,-2 1-8-15,3 2-11 0,-1 1-11 0,0 0-22 0,-1-1-7 16,2 0-22-1,-1-2-14-15,1 0-27 0,-2 1-9 0,0-1-33 16,-1 0-31-16,0-1-25 0,0-1-25 16,-4-2-26-16,2 1-31 0,-2-4-56 0,-3-3-69 0,1-1-243 15,8-1-629-15,-16-6 280 0</inkml:trace>
  <inkml:trace contextRef="#ctx0" brushRef="#br0" timeOffset="739.66">4712 2324 144 0,'1'-17'399'0,"-3"0"10"15,2 10 1-15,-3-2-16 0,2 3-22 0,-2-3-31 0,2 4-34 16,1 5-40-16,0-5-28 0,0 5-30 0,1-7-60 16,-1 7-59-16,0 0-80 0,3-3-40 0,-3 3-15 15,0 0-42-15,14 12-41 0,-8-7-53 0,3 4-76 16,2-1-245-16,0 6-545 0,2-5 241 0</inkml:trace>
  <inkml:trace contextRef="#ctx0" brushRef="#br0" timeOffset="1190.85">5290 2170 435 0,'0'-7'429'0,"0"-1"-35"0,0 1-12 0,0 1-16 15,-1-1-21-15,1 1-23 0,-2-2-20 16,4 6-20-16,-4-5-20 0,2 1-22 0,0 3-19 15,0-1-15-15,0 4-12 0,0-8-27 0,0 8-16 16,0-4-15-16,0 4-15 0,0 0-14 0,0-5-13 0,0 5-19 0,0 0-28 16,0 0-32-16,0 0-51 0,0 0-12 0,0 0 0 15,-5 20 11-15,1-1 4 0,0 12-1 16,-6 15 11-16,0 0 3 0,1 7 3 0,-1 1-11 0,2 1 14 16,-1-1 4-16,3-1 6 0,-3-5-10 0,8-11 3 15,-2-4-12-15,3 3 19 0,0-5 5 0,3-1-6 16,-2-3 9-1,0-6-2-15,-1-1 2 0,0-6 3 0,5-2-2 16,-5-4 3-16,0-2 5 0,0 0-8 0,0-1 7 16,3-1 22-16,-3-4 24 0,-3 8 6 0,3-8-8 0,0 0-7 15,0 0-7-15,-27-8 0 0,16 1-13 0,-1 2 6 16,-1-2-8-16,-2 0-2 0,1-1-5 0,-2 1-1 16,-2 1-2-16,2-2-7 0,0 3 5 0,3 0-5 15,-4-1-3-15,1 2 3 0,3 3-6 0,-1-2 2 0,1 3-11 16,0-1-17-16,3 0-40 0,2 1-51 0,8 0-68 15,-11 5-55-15,11-5-38 0,0 0-32 0,-3 6-56 16,3-6-299-16,0 0-716 0,0 0 318 0</inkml:trace>
  <inkml:trace contextRef="#ctx0" brushRef="#br0" timeOffset="1488.41">5010 2559 69 0,'0'0'313'16,"-9"2"-20"-16,5 0-19 15,4-2-24-15,-7 2-19 0,7-2-22 16,0 0-23-16,0 0-12 0,0 0-17 0,0 0-10 16,16 5 5-16,6-10-9 0,8 3-9 0,4-4-10 15,3 2-16-15,1-3-4 0,3 0-15 0,-5 2-8 0,-6 1-3 16,0 1-9-16,-10-2-11 0,1 2-2 0,-7 1-6 15,-3 0-6-15,-2 1-4 0,-1 0-5 0,-2 1-12 0,-1 0-3 16,-5 0-6-16,8 0-6 0,-8 0-1 0,0 0-4 16,0 0-20-16,-10 6-20 0,1-3-23 0,4 0-24 15,-3-1-36-15,-1 1-47 0,5-3-78 0,-6 2-258 16,10-2-544-16,0 0 241 0</inkml:trace>
  <inkml:trace contextRef="#ctx0" brushRef="#br0" timeOffset="1926.17">5725 2109 36 0,'0'-7'431'0,"-1"2"-9"0,0-1-13 0,-2 0-14 15,2 2-28-15,1 4-27 0,-1-8-29 0,1 8-35 16,-3-8-34-16,3 8-24 0,0 0-22 0,-2-2-30 16,2 2-33-16,0 0-28 0,0 0-40 0,0 0-5 15,0 0-14-15,-3 18 1 0,2 0-13 0,-3 7 0 16,1 10 2-16,-4 9-4 16,1 4-2-16,3 2 1 0,0 0-19 0,1 1 19 15,0-1-6-15,0-4 2 0,2-13-12 0,4 4 5 16,-2-7 0-16,0-1 3 0,-2-2-3 0,1-1-5 15,-1-9-21-15,0 0 29 0,0-6-7 0,0 2-6 16,0-4 4-16,3-1 8 0,-6-5-4 0,3-3 18 16,0 9 6-16,0-9 13 0,-4 5-8 0,4-5-6 15,-10 2 0-15,10-2-6 0,-14-4-6 0,4 3 2 0,-2-2-8 16,3-3-3-16,0 3 2 0,1 1-2 0,2-1-6 16,-7-1 3-16,7-1-3 0,-4 3-3 0,2-1-3 15,2 2 3-15,6 1-7 0,-12-5-26 0,7 1-39 16,-1 3-48-16,2-1-61 0,4 2-72 0,-8-5-90 15,6 1-394-15,0-2-786 0,2-1 348 0</inkml:trace>
  <inkml:trace contextRef="#ctx0" brushRef="#br0" timeOffset="2220.5">5554 2420 242 0,'-2'1'323'0,"2"-1"-24"0,-6 2-22 15,6-2-30-15,0 0-24 0,-7 1-18 0,7-1-20 16,0 0-21-16,0 0-16 0,0 0-10 0,0 0-8 16,19 2-11-16,-5-2-4 0,5 0-7 0,11-3 1 0,-1 0-11 15,4 1-8-15,-1-3-10 0,-1 1-25 0,-3 1 14 16,-8 1-8-16,-2 1-5 0,-5-1-2 0,0 2-9 15,0 0-5-15,-7 0-7 0,-6 0-7 0,9-3-9 16,-2 2-15-16,-7 1-24 0,0 0-20 0,0 0-15 16,0 0-30-16,0 0-39 0,0 0-43 0,0 0-65 15,0 0-270-15,0 0-545 0,-20 10 241 0</inkml:trace>
  <inkml:trace contextRef="#ctx0" brushRef="#br0" timeOffset="2589.01">6105 2489 161 0,'-3'4'325'0,"3"-4"-28"0,0 0-2 15,-2 3-26-15,2-3-19 0,0 0-29 0,0 0-23 16,0 0-18-16,11 0-12 0,1-3-24 0,1-2-11 15,3-2-9-15,2 2-18 0,1-2-9 0,-1-4-8 16,1 4-23-16,0-6 3 0,-2 3-3 0,1 1-8 0,-4-4-4 16,0 1-4-16,-2 5-7 0,-5 0-4 0,1-1 15 15,-3 3-4-15,-1 1 21 0,-1-1-1 0,-1 0-12 16,-3 0-9-16,1 5-7 0,-5-6-5 0,5 6-8 16,-13-1 3-16,1 2-12 0,-4 3-6 0,2 1 5 31,-4 4 2-31,-4-1-10 0,4 4 2 0,-5 2-3 15,9-2 0-15,-7 6-5 0,4 0 1 0,3-2-16 0,4 2 13 0,2 0-13 16,-1-2-25-16,5 1-30 0,2 0-21 0,3-2-19 16,3-3-33-16,2 2-31 0,2-7-70 15,2 1-85-15,4-5-168 0,0-1-531 0,4-4 236 16</inkml:trace>
  <inkml:trace contextRef="#ctx0" brushRef="#br0" timeOffset="2926.95">6435 2334 143 0,'0'0'439'16,"2"-4"-29"-16,-2 4-40 0,2-5-32 0,-2 5-48 0,3-4-21 15,-3 4-28-15,0 0-25 0,0 0-26 0,18 5-22 16,-9 0-10 0,-1 2-24-16,2 1-14 0,-1 1-5 0,4 1-10 15,0 5-10-15,2 6-10 0,-2-6-4 0,-4 2-8 16,-2 1-5-16,2-2-7 0,-1 3-4 0,-2-2-2 15,-2 0-5-15,1 0 0 0,1-5-6 0,-6-1-12 16,0-1 0-16,0-4 7 0,0 1 6 0,-3-2 18 16,3-2 37-16,0-3 29 0,-3 8 48 0,3-8 37 15,0 0 27-15,0 0-17 0,0 0-18 0,0 0-16 0,0 0-8 0,-1-23-16 16,2 16-25-16,2-7-5 0,2-2-22 0,-1 2-29 16,1-3 6-16,-3 1-18 0,5-1-17 0,-1 2-6 15,0-2-30-15,0 7-21 0,-3-2-42 16,1 2-45-16,4 1-48 0,-4-1-60 0,2 2-47 15,2 4-84-15,-2-3-69 0,2 2-81 0,-2 1-411 16,2 3-961-16,-8 1 425 0</inkml:trace>
  <inkml:trace contextRef="#ctx0" brushRef="#br0" timeOffset="4175.97">6929 2496 323 0,'0'0'348'0,"0"0"-23"0,0 0-9 0,-5 5-26 15,5-5-26-15,0 0-28 0,0 0-27 0,0 0-20 16,0 0-25-16,0 0-9 0,28-8-18 0,-15 4-4 16,4-1-17-16,2 0-30 0,0-2 4 0,0-1-11 15,7-1-6-15,-1-3-11 0,-6 7-8 0,-1-5-8 0,0 2-6 0,0-3-4 16,-4 3-1-16,-5-2-4 0,5-1 0 0,-6 0-5 15,1 2 11-15,-3-3 5 0,1 3 4 0,-4 0 8 16,0 0 5-16,0 2-2 0,-3-2-3 0,0 1-8 16,-4-1-8-16,0 6-6 0,0-3 4 0,-4 3-6 15,-2 0-7-15,0 1 1 0,-3 2-8 0,-1 3 1 16,-4 3-6 0,0 2 0-16,1-1-8 0,1 3 4 0,-1-1 1 15,5 3-12-15,-1 0 8 0,0 1 1 0,1-1-6 16,5 0-4-16,-1 2-10 0,4-2-2 0,3 0 1 15,4-1-19-15,1 3 22 0,4-1-15 0,5-1 18 16,5-1-5-16,1-4-8 0,8 1-10 0,5-4-4 16,-4-1-5-16,4-3 2 0,1 0-12 0,-3-4-3 15,0-4 22-15,-8 3 2 0,5-7 4 0,-3 2 13 0,-6 3 26 16,0-5 34-16,-4 2 24 0,-3 3 21 0,4-3 21 16,-8 2 26-16,2-1 22 0,-1 2 12 0,-4 2 9 15,1 3 6-15,-3-3-9 0,1 2-10 0,-3 3-15 16,6-7-18-16,-6 7-19 0,5-1-20 0,-5 1-11 15,0 0-28-15,0 0-26 0,0 0-32 0,0 0-1 16,0 0 0-16,7 13-4 0,-7-4 6 0,-1-1-5 0,-1 4-19 0,2-2-8 16,0 0-1-16,0 2-3 0,-1 0-1 0,2-4-5 15,-2 1-6-15,2-1-3 0,-2-2 5 0,4-1 3 16,-2 0 10-16,-1-5 21 0,0 0 26 0,1 5 23 16,-1-5-11-16,0 0 5 0,0 0-3 0,13-12 0 15,-7 8-3-15,3-5-3 0,-4 1-2 16,4 0 0-16,1-1-3 0,2-2-5 15,-3 2 3-15,0 3-8 0,-4-5 0 0,4 6-2 16,1 2 0-16,-4-4-4 0,1 4-5 16,-1-1 3-16,7 2-3 0,-4 1-3 0,1 2 2 15,4 1-15-15,-1 0-8 0,1 3-13 0,3 2-12 16,1-2-15-16,1 3-27 0,0-2-25 0,0 0-25 16,-1 3-21-16,1-6-19 0,3 1-20 0,-5 0-23 15,0-1-17-15,-2-5-6 0,-3 1-2 0,1-3 11 0,-3 0 25 0,0-2 22 16,-1-3 35-16,-1 0 30 0,-3-2 43 0,1-3 31 15,1-3 28-15,-4-2 28 0,-1 1 18 0,2-8 17 16,-3 0 8-16,3-3 11 0,-3 0-1 0,2 2 10 16,2 1 13-16,-1 7 24 0,-3 1 18 0,3 2-13 15,-3-1 32-15,3 7 1 0,-4 3-17 0,0 2-17 16,4-2-9 0,-4 2-15-16,0 1-38 0,0 4-31 0,0 0 6 15,0 0-8-15,0 0 1 0,0 0-9 0,1 27 7 0,-1-11 0 16,-1 5 4-16,1 4 2 0,-4 3 3 15,4 1-5-15,0 0-8 0,-4-9 5 0,4 9 0 16,-4-4-16-16,3-7-2 0,0-3-5 0,1-1-2 16,-3-2-10-16,2-3-1 0,-3 1 0 0,3-3 3 15,-3-2 3-15,0-2 3 0,-1-2-1 0,0 1 9 0,5-2 0 0,-23 0-4 16,10-3 1-16,-3-2 3 0,-2-2 4 16,1 2 4-16,-3-4-5 0,2 1 5 0,-1 0 2 0,0 2 6 15,3-1 5-15,2 2 0 0,5 1 4 0,0 1 0 16,0 0-2-16,3-2 6 0,-1 5 10 0,7 0-2 15,-6-6-9-15,6 2-14 0,0 4 0 0,13-7-4 16,0 3-8-16,7-1-12 0,7 0-2 0,5 0-19 0,6-2 17 16,-2 4-2-16,16-2-2 0,-2-2 3 0,-14 4 2 15,3-2 5-15,1-1 1 0,-5 1 2 0,-1 2 2 16,-3-4 1-16,-4 2 11 0,-10 3 24 0,0-3 27 16,-4 3 29-16,-7-1 25 0,1 3 16 0,-1-4 17 15,-6 4 10-15,13-4-2 0,-13 4-7 0,8-1 1 16,-8 1-15-16,0 0-11 15,0 0-12-15,7 0-16 0,-7 0-18 0,0 0-9 16,0 0-24-16,0 0-5 0,5 7-5 0,-3-2-1 16,-2 0 1-16,0 2-4 0,2 4-2 0,-2 0 3 15,-2-1-2-15,2 4-6 0,0-2-1 0,2-2 2 16,-1 2-12-16,1-3-21 0,0 1-17 16,-2 0-21-16,3-5-15 0,-2 2-15 0,-1-3-24 0,1 1-2 15,-1-5-15-15,0 8-4 0,0-8 6 0,0 0-15 0,0 0-64 16,0 0-62-16,0 0-60 0,0 0-341 0,-15-24-724 15,7 10 321-15</inkml:trace>
  <inkml:trace contextRef="#ctx0" brushRef="#br0" timeOffset="4307.24">8341 2029 92 0,'0'-5'409'0,"-1"0"-21"0,1 5-20 15,0-6-42-15,0 6-25 0,0 0-36 0,-1-8-15 16,1 8-39-16,0 0-25 0,0 0-55 0,0 0-34 0,0 0-12 15,0 0-32-15,0 0-43 0,0 0-50 0,11 12-49 16,-6-5-65-16,2 0-74 0,0 1-216 16,-2-1-480-16,1-1 212 0</inkml:trace>
  <inkml:trace contextRef="#ctx0" brushRef="#br0" timeOffset="5331.87">8598 2242 78 0,'0'0'421'0,"1"-19"-4"0,1 14-4 15,-2 5 0-15,0-8-5 0,0 8-9 0,0-9-14 16,0 9-21-16,1-5-23 0,0 0-34 0,-1 5-27 16,0 0-27-16,2-7-27 0,-2 7-22 0,3-3-28 15,-3 3-26-15,0 0-20 0,0 0-33 0,0 0-37 0,0 0-15 16,0 0-9-16,0 0-5 0,0 15 0 16,0-3-6-16,1-1-2 0,-1 1-12 0,0 4 1 15,-1 1-13-15,1-1-5 0,0-3-12 0,0-1-9 0,0 0-1 0,0-3-5 16,0-4-1-16,0 0 0 0,0 2 4 0,0-2 10 15,0-5 9-15,4 5 19 0,-4-5 17 0,0 0 31 16,0 0 17-16,0 6-9 0,0-6-4 0,0 0-9 16,13-15-4-16,-8 7 1 0,4-1-8 0,-4-1-1 15,5-5-5-15,-1 1-3 0,4-3-4 0,-4 5-7 16,-1 4 1-16,-1-2-1 16,0 3-1-16,-4 0-10 0,3 3 1 0,-1-1-3 15,-1 0-2-15,2 2-2 0,-6 3-8 16,2-5-24-16,-2 5-30 0,7-2 2 0,-7 2 10 15,10 7 3-15,-1-3-13 0,1 2-6 0,2-1-1 0,6 5 0 16,-3-1-11-16,4 0-11 0,1-1-7 0,5 1-9 16,-2-3 2-16,-1 1-4 0,1-3 4 0,-4-3-12 15,1-2-1-15,-2-1 17 0,0-1 17 0,-5-3 9 0,-3 0 4 16,-1 0 13-16,-3-2 28 0,4-4 10 0,-2 4 21 16,-3-1 20-16,2-1 6 0,-6 2 16 0,3-3 9 15,-3 5 5-15,-1-2 8 0,1 3-4 0,3 0 2 16,-1 0-9-16,-3 5-11 0,0-9-6 0,0 9-8 15,1-5-17-15,-1 5-24 0,0 0-6 0,0 0-4 16,0 0 3-16,0 0 6 16,0 0-14-16,-15 22-18 0,8-11-5 0,5-1-17 15,-2 1-11-15,0-1-8 0,0 1-2 0,3 0-10 16,-2 0 0-16,2-6 7 0,2 6 9 0,-1-6 8 16,0 1 3-16,0 0 15 0,0-6 11 0,4 6 6 15,-4-6 24-15,5 0-7 0,-5 0 23 0,0 0 11 16,22-8-6-16,-13 1 31 0,4 2-8 0,1-1 29 15,0-3-1-15,0 4-2 0,0-4 0 0,-1 4-8 0,-2 0-3 16,0 3-10-16,1-1-9 0,-1-1 2 0,0 3-17 16,1 1 3-16,-1 2-3 0,3 4-1 0,0 3 3 15,4 3-5-15,0 6 0 0,4 1 1 0,-5 5-2 16,-4 3-22-16,-1 2 21 0,-2 4 5 0,-4 1-20 16,-3 1 15-16,-4 13 5 0,-2-12 4 0,-3 0 0 15,-6 0-6-15,2-3 1 0,-6-3-3 0,-1 1-2 0,-1-9 10 0,-4 2-13 16,3-3 10-16,1-10-4 0,4 0 2 0,-2-3-3 15,-4-4 10-15,8-3 0 0,-5-2 18 0,3-5 16 16,4 1 14-16,2-5 8 0,-2-4 4 0,6-3 1 16,3-2-5-16,5-10-5 0,6 0-12 15,12-12-4-15,2-3-8 0,5-2-5 0,1-2-7 16,8-2-3-16,19-12-9 16,-17 21 1-16,0 3-5 0,-3 6-3 0,-8 12 3 15,-1 1 1-15,0 0 4 0,-5 6 3 0,-7 4 0 16,-5 1-2-16,-3 2-6 0,-2 3-6 0,-1-2-4 15,-1 2-13-15,0-1-30 0,-4 4-31 0,0 0-43 16,0 0 4-16,0 0 3 0,0 0-24 0,-5 17-32 16,-5-5-69-16,-2 1-70 0,-2-2-120 0,4-4-314 15,-4 1-789-15,6-4 349 0</inkml:trace>
  <inkml:trace contextRef="#ctx0" brushRef="#br0" timeOffset="5933.77">11275 2181 198 0,'0'-5'373'0,"0"0"-11"0,0-2-35 0,0 1 0 16,0 0-6-16,4 1-22 0,-3 1-30 0,-1-1-34 16,0 5-12-16,0-3-21 0,0 3-16 0,0-5-27 15,0 5-20-15,0-6-34 0,0 6-43 0,0 0-8 0,0 0-24 16,3 14 14-16,-3-1-6 0,0 3-12 0,-3 3 4 0,2 5-8 16,-3 5 7-16,-1-2-7 0,4 0 3 0,-3-1-2 15,0-1 1-15,0-5-11 0,3-2-21 0,-3 1-14 16,1-2-18-16,2-4-20 0,-1-3-25 0,-2 1-35 15,1-5-34-15,2 0-22 0,1 0-7 16,0-4-43-16,0-2-290 16,0 0-558-16,0 0 246 0</inkml:trace>
  <inkml:trace contextRef="#ctx0" brushRef="#br0" timeOffset="6466.26">11298 2030 309 0,'-1'-5'300'0,"1"-1"-25"0,0 4-20 16,0 2-32-16,1-7-17 0,-1 4-29 16,3 1-18-16,-3 2-15 0,8-2-16 0,1 1-21 15,2 2-6-15,3 1-10 0,2 1-8 0,2 2-9 16,-1-1-10-16,2 4-4 0,-2-2-4 0,-1 1-5 16,2 1-4-16,-5 1-12 0,2-1-7 0,-3-1-6 0,-3 3-13 15,-4-1-3 1,4 1-11-16,-8-3 5 0,3 5-5 0,-4-2-5 15,-1 0 1-15,-3-1-2 0,-5-1 5 0,5 1 4 16,-5-1-4-16,0 0 3 0,-1-3 0 0,2 2 0 16,2-1 1-16,-2-3 3 0,-1-1-3 0,5 1-1 15,4-3 0-15,-6 4-1 0,6-4 2 0,-4 5-4 16,4-5 0-16,-2 5 3 0,2-5 0 0,3 7-2 16,4-4 7-16,-1 1-2 0,4-1-1 0,2 2 0 0,2 4-1 0,3-1 1 15,0 2 0-15,0-3-2 0,1 5-2 0,-4-4 4 0,3 3 2 16,-2 1-1-16,-1 0 5 0,0 1-5 15,-5 1-2 1,0-2 2-16,-4 0-3 0,-1 0 5 0,-4 0-1 0,0 1 13 16,-3-6 8-16,-2 5 7 0,-2-1 8 0,-5-5 3 15,3 2 7-15,-2-1-2 0,-5 3 2 0,5-4 5 0,-2 0 5 0,2-4 5 0,-3 2 5 16,3 0-5-16,1-1 3 0,4 0-1 0,-2-1-3 16,2-2-7-16,-1 3-9 0,7-3 4 0,0 0-8 15,-9 2 2-15,9-2 7 0,0 0 6 0,-7 2-8 16,7-2-3-16,0 0-2 0,0 0-6 0,-8 2-1 31,8-2-24-31,0 0 12 0,0 0-9 0,0 0-31 16,0 0 6-16,0 0-34 0,0 0-42 0,0 0-41 0,0 0-50 15,18-9-65-15,-13 5-79 0,0-1-220 0,2 0-587 16,-2-2 260-16</inkml:trace>
  <inkml:trace contextRef="#ctx0" brushRef="#br0" timeOffset="6935.85">11242 1744 63 0,'-17'8'117'16,"-2"4"-8"-16,-4 5-8 0,-1 6-4 0,-3 3-1 16,-4 11-12-16,-2 4-14 0,-3 4 5 0,7 4-5 15,-4 4-6-15,-8 21-3 0,13-22 18 0,-8 23-5 16,17-26 20-16,2 1 4 0,3-2 5 0,3 1 10 16,4-15-7-16,7 0 5 0,1 0 2 0,3-1 9 0,5-3 3 15,9-4 4-15,0 0 12 0,9-3-4 0,5-2-5 16,16 1 8-16,5-10-6 0,8-1-1 0,3-5-3 15,29-4-1-15,-1-6 6 0,-29-1-2 0,29-9 1 16,0-4-4-16,-31 3-5 0,2-3-4 0,-3-7-5 16,-1-1-6-16,-2-6-11 0,-8-3-9 0,-6-2-10 15,-3-4-6-15,-7-6-10 16,-4-5-5-16,-6 1-22 0,-8-4-11 0,-8 3-12 16,-6-2-9-16,-6 6-1 0,-13 0 6 0,-6 5-3 15,-8 2 0-15,-4 6-8 0,-11 2 5 0,-3 9-2 16,-6 4-1-16,-8 4-4 0,3 6-28 0,-2 3-42 15,-28 9-48-15,26 3-63 0,-23 9-77 0,29-2-118 16,2 0-269-16,7 3-701 0,19-4 310 0</inkml:trace>
  <inkml:trace contextRef="#ctx0" brushRef="#br0" timeOffset="7785.92">13405 2135 243 0,'0'0'315'0,"0"-6"-20"15,0 6-34-15,0 0-31 0,0 0-27 16,0 0-32-16,0 0-20 0,0 0-12 0,-2 11-20 16,2-3-8-16,0 2-18 0,0 6-2 0,2 2-10 0,-2 5-8 0,0-4-6 15,0 0-5-15,1-1-5 0,-1 2-7 0,3-1-2 16,-3-3-6-16,1-4-6 0,-1-2-4 0,4 0-1 16,-4-4-3-16,0-1 0 0,0 1 1 0,0-4 6 15,1 2 25-15,2-1 30 0,-3-3 17 0,0 0-2 16,0 0-9-16,13-7-7 0,-6 0 1 15,1 0-11-15,1-3-10 0,1 0-1 16,3-4-5-16,1 2-14 0,0-4 3 0,-2 3-32 0,0 4 20 0,-4 1-6 16,0 2 1-16,-2 0-1 0,0 3-9 0,-3-1-12 15,2-1-25-15,-4 4 19 0,3-3-9 0,0 3-8 16,-4 1-6-16,10 1 10 0,-5 1-6 0,1 5 2 16,1-5-4-16,1 4 1 0,2 3 3 0,-1-4 9 15,0 5-5-15,1-2 2 0,-1 1-1 16,3-2 5-16,-1-1-1 0,-2-2 6 0,-1 1-3 15,-3-3-18-15,4 0 30 0,-5 1 12 0,1-3 23 16,1 0 17-16,-6 0 5 0,13-7 9 0,-8 4 5 16,2-4 3-16,-4-2 4 0,1-1 4 0,0 0-8 15,0-3 1-15,0-6-8 0,-3 2-6 0,1-3-5 16,-2 4-1-16,2-1-8 0,-2-1-4 0,0 2-5 16,0 0-7-16,0 5-2 0,0-2-7 0,-2 7-8 0,2-6-31 0,-1 5-33 15,1 2-39-15,1-2-73 0,1 1-102 0,-2 6-105 16,4-8-447-16,1 4-869 0,1 3 386 0</inkml:trace>
  <inkml:trace contextRef="#ctx0" brushRef="#br0" timeOffset="7955.44">14007 2327 489 0,'0'4'494'0,"0"-4"-14"0,0 3-29 15,0-3-25-15,0 0-39 0,0 0-35 0,0 0-40 16,0 0-50-16,0 0-53 0,0 0-72 0,0 0-73 16,0 0-81-16,17-8-83 0,-11 4-87 0,3-1-119 0,-3 0-270 0,2 0-623 15,-1-2 275-15</inkml:trace>
  <inkml:trace contextRef="#ctx0" brushRef="#br0" timeOffset="8318.89">14260 2048 2 0,'3'-2'355'16,"-3"2"-37"-16,3-2-31 0,-3 2-36 0,7-1-28 16,-7 1-27-16,11 3-19 0,1 2-18 0,-2 1-16 15,0 1-8-15,6 4-7 0,0 1-11 0,-2 2-7 16,2 1-11-16,-1 4-4 0,-1-2-10 0,-1 6-2 0,-2-6-11 0,1 6-3 15,-5-4-5-15,1 3-7 0,-3-7-2 0,0 2-6 16,-1-4-5-16,-3-1-5 0,-1-3-1 16,0 0 0-16,-1 2 1 0,1-5 4 0,-4-2 8 0,4 2 7 15,0-6 36-15,-2 5 4 0,2-5 0 0,0 0 6 16,0 0 3-16,0 0 15 0,-16-10 8 0,10 5 10 16,2 0 9-16,2-7-1 0,-3 3-1 0,1-8-8 0,3 0-7 15,-1 0-11-15,4-1-13 0,-1 0-16 0,1-2-16 16,5 1-32-16,-2 2-23 0,2 0-32 0,1 1-37 15,-3 5-48-15,4-1-58 0,0 5-81 0,1-6-77 16,3 7-89-16,-4 0-348 0,5 0-812 0,-5 2 360 16</inkml:trace>
  <inkml:trace contextRef="#ctx0" brushRef="#br0" timeOffset="8491.48">14695 2285 60 0,'-3'3'477'0,"3"-3"-6"0,0 0-15 0,-4 3-13 16,2 1-28-16,2-4-34 0,0 0-38 0,-2 3-44 0,2-3-35 15,0 0-53-15,0 0-95 0,0 0-61 0,9-8-75 16,-5 6-91-16,-4 2-91 0,14-6-153 0,-9-3-196 16,0 5-596-16,3-6 264 0</inkml:trace>
  <inkml:trace contextRef="#ctx0" brushRef="#br0" timeOffset="8889.19">15082 1884 418 0,'2'-5'461'0,"0"0"-20"0,-1 0-13 16,0 3-25-16,-1 2-32 0,4-5-36 0,-4 2-36 16,0 3-33-16,5-2-32 0,-5 2-27 0,0 0-30 15,0 0-42-15,0 0-41 0,0 0-44 0,0 0 3 16,1 12-12-16,-1-4-13 0,0 9-19 0,2-1 11 16,-4 10-1-16,1 2-3 15,-3 1 9-15,2 2-3 0,-2-2-1 16,1 3-4-16,-3-1 4 0,2 3-8 0,-1-4-4 15,2-1 3-15,2-2-1 0,0-4 4 0,1-2-3 16,0-10-23-16,1 5 27 0,-3-4-7 0,3-2-1 16,-1-4 6-16,1 1 1 0,-1-3 1 0,0 1 3 0,0-5 4 15,1 7 7-15,-1-7 5 0,2 5-2 16,-2-5 5-16,0 0-2 0,0 0-1 0,0 0-4 0,11 0-19 0,-11 0-34 16,18-8-60-16,-7 1-75 0,1 0-78 0,2-3-99 15,0-2-368-15,0-2-761 0,8-6 336 0</inkml:trace>
  <inkml:trace contextRef="#ctx0" brushRef="#br0" timeOffset="9058.08">14972 2167 239 0,'-4'3'387'0,"-1"-1"-10"0,5-2-18 0,-8 3-22 15,8-3-29-15,0 0-28 0,0 0-31 0,0 0-26 16,40-6-28-16,-6 0-30 0,17-2-70 0,3 3-94 0,0-7-108 15,3 7-154 1,-4-7-214-16,-4-2-514 0,-9 4 227 0</inkml:trace>
  <inkml:trace contextRef="#ctx0" brushRef="#br0" timeOffset="9974.61">17130 1845 173 0,'4'-3'260'15,"2"1"-26"-15,2 0-25 0,2-2-20 0,3 4-21 16,4 0-15-16,2 1-13 0,0 4-14 0,1-2-14 15,1 6-7-15,4 2-3 16,-1 2-7-16,-7-3-7 0,-4 6-3 0,1-1-11 16,-2 2-3-16,-6 1-6 0,0 0-3 0,-3 0-6 15,-4 2-3-15,-7 3-2 0,3-3-8 0,-8 6 8 16,4-11-16-16,-10 8 6 0,1-3-2 16,0-2 4-16,0-4 8 0,2-4 5 0,0 2 15 15,2-3 2-15,3-4 6 0,2 2 11 0,2-4 20 16,1 1 24-16,1-3 31 0,5-1 38 0,-8 4 35 0,8-4 16 0,0 0-30 15,0 0-23-15,-1-13-19 0,6 5-21 0,4-4-16 16,3-2-17-16,7-4-7 0,1-1-20 0,1-3-10 16,4-2-10-16,-1 1-7 0,2 0-10 0,1 3-8 15,-3-1-1-15,-2 3-9 0,-7 4-1 0,1 3 4 16,-6 2 13-16,-4 1-4 0,3 2 3 0,-4 2-15 16,-1 0-10-16,-1 3-4 15,0-4-10-15,0 4-11 0,-3 1-16 0,5-2-25 16,-5 2-30-16,0 0-16 0,0 0 7 0,0 10 6 15,-4-3 9-15,0 5 1 0,3-1 13 0,-5 5-1 16,3-1 9-16,-1 2-4 0,3-1 4 16,1 1-11-16,1-2-1 0,1-1 6 0,3-4 4 15,1 2 6-15,-1 0 1 0,4 0 9 0,5-4 7 0,4 1 10 16,9 2 5-16,-1-4 5 0,3-1 5 0,0-2 8 0,1-3 7 16,3-1 11-16,0 0 10 0,-11 0 5 0,-3 0 10 15,-1 0 10-15,-8 0 16 0,2-1 12 0,-2 1 14 16,-3-1-1-16,-7 1 0 0,0 0 3 0,16-2-3 15,-16 2-5-15,0 0-8 0,10-1-5 0,-10 1-14 16,0 0-13-16,0 0-10 0,8 0-27 0,-8 0-26 16,0 0-43-16,0 0-58 0,0 0-67 0,0 0-84 0,0 0-78 0,0 0-99 15,0 0-100-15,0 0-426 0,0 0-1025 0,0 0 454 16</inkml:trace>
  <inkml:trace contextRef="#ctx0" brushRef="#br0" timeOffset="13768.1">4298 4761 230 0,'0'0'266'0,"0"0"-17"0,0 0-12 15,-9 0-9-15,9 0-19 0,0 0-15 0,0 0-15 16,0 0-22-16,0 0-20 0,0 0-15 0,0 0-10 0,0 0-11 16,0 0-16-16,0 0-6 0,-5 0-9 0,5 0-9 0,0 0-7 15,0 0-2-15,0 0-3 0,0 0-8 0,0 0-4 16,15 8-1-16,-3-6 1 0,2 0-3 0,15 0-2 16,0-2 0-16,4 0 1 0,1 0-2 15,-1 0-7-15,3 0-1 0,-4-1 8 0,-3-2-18 16,-7 2 6-16,-1-1-3 15,-2 2-4-15,-6-2 2 0,-1 2-5 0,-4 0-1 16,1 0 6-16,-4 0-4 0,-5 0 6 0,10-3 3 16,-5 3 1-16,-5 0 1 0,0 0 5 0,9 0-7 15,-9 0 2-15,8 0-4 0,-8 0 1 0,0 0-7 16,0 0-12-16,0 0-13 0,0 0-18 0,0 0-23 16,0 0-35-16,0 0-38 0,0 0-68 0,-14 10-72 15,8-9-196-15,6-1-502 0,-13 0 222 0</inkml:trace>
  <inkml:trace contextRef="#ctx0" brushRef="#br0" timeOffset="14068.74">4311 5071 218 0,'-4'4'250'0,"3"-1"-26"16,-2-2-23-16,3-1-8 0,0 0 0 0,8 7-8 16,2-7-7-16,8 1-16 0,10-2-11 0,1 1-16 15,5-3-15-15,2 2-6 0,-1-2-8 0,0-1-8 0,2 3-12 16,-4 0-6-16,-4-2-7 0,-9 2-11 0,-1-2-5 16,-1 1-9-16,-7 1-9 0,-1-1-11 0,-2 2-9 15,-2-2-2-15,1 1-6 0,-7 1-8 0,0 0-10 16,0 0-7-16,0 0 3 0,-21-2-9 0,11 2-9 15,-1 1-13-15,-3-1-19 0,1 0-30 0,-1 0-28 0,2-1-41 16,-2-1-47-16,1 1-175 0,3 0-413 0,1-1 182 0</inkml:trace>
  <inkml:trace contextRef="#ctx0" brushRef="#br0" timeOffset="14654.8">4618 4635 366 0,'-2'-5'464'0,"1"0"-18"0,-2 0-36 15,2 1-37-15,0 1-42 0,1 3-37 16,-1-6-31-16,1 6-32 0,0 0-25 0,-2-5-34 16,2 5-43-16,0 0-15 0,0 0-9 0,11 14-11 15,-4-6-7-15,5 5-16 0,-1 1 2 0,2 2-14 0,6 2-1 0,0 2-21 16,3-4 11-16,-8-2-2 0,8 3-8 0,-8-3-10 15,4-5-6-15,-4 3 6 0,-4-7-12 0,7 5-2 16,-1-3 2-16,0 2 2 0,-5-6 9 0,-2 0-12 16,-3-1-17-16,2 0 18 0,0-4 3 0,-1 2 2 15,2-1 13-15,-3 0 19 0,-3-2 6 0,5-2 9 16,-3 0-1-16,-1 1 2 16,0-1 4-16,1 0 2 0,-5 3 7 0,4-1-1 15,-3-1-4-15,-1 4-5 0,5-4-8 0,-5 4-12 16,0 0-26-16,1-2-27 0,-1 2-39 0,0 0 1 15,-1 14 3-15,-9 4 8 0,-2 6-15 0,-3 5 17 0,-5 13 6 16,-6 0 2-16,7 4 1 0,-7-1 3 0,1 4 3 16,-1-2-1-16,1-1 1 0,-1-2 5 0,4 3 6 15,1-2 0-15,0-2-8 16,6-14 8-16,2 3-1 0,0-6-1 0,2-1 4 0,4-7-7 16,0-3 7-16,3-4-4 0,-1-2 12 0,1 0-8 15,3-4 2-15,0 1 32 0,-2-1 34 0,3-4 27 16,-1 4 26-16,1-5 22 0,-2 4 18 0,2-4 0 15,-2 4 1-15,2-4 3 0,0 0-10 0,0 0-4 16,0 4-3-16,0-4-15 0,0 0-10 0,0 0-12 0,0 0-12 0,0 0-15 0,0 0-6 16,0 0-8-16,0 0-11 0,0 0-8 0,0 0-11 15,0 0-13-15,0 0-23 0,0 0-17 0,0 0-48 16,0 0-73-16,0 0-61 0,0 0-55 0,5-17-48 16,-2 13-67-16,0-1-74 0,4-2-104 0,-1 0-392 15,-1-3-1011-15,0-1 447 0</inkml:trace>
  <inkml:trace contextRef="#ctx0" brushRef="#br0" timeOffset="30997.43">6067 5167 99 0,'0'0'191'15,"0"0"-13"-15,0 0-4 0,0 0-8 0,0 0-4 0,0 0-12 16,0 0-6-16,0 0-10 0,0 0-2 0,0 0-10 16,0 0-5-16,-8 0-7 0,8 0-4 0,0 0-9 15,0 0-6-15,0 0-10 0,0 0-1 0,0 0-7 16,0 0-1-16,0 0-6 0,0 0-8 0,0 0 0 15,-5 3-6-15,5-3-9 0,0 0 0 0,0 0-3 16,0 0-5-16,0 0-6 0,0 0-2 0,0 0-2 0,0 0-6 0,0 0 1 16,0 0-4-16,0 0-2 0,0 0-3 0,0 0 0 15,0 0 0-15,0 0-2 0,0 0 0 0,0 0-4 16,0 0 3-16,0 0-3 0,0 0-1 0,0 0 1 16,0 0-1-16,0 0 1 0,0 0-1 0,28 0 1 15,-8-3 4-15,11-2-1 0,8 0 23 0,18-2-1 16,-1 0 1-16,0 2-4 0,1 1 4 0,-3-5 0 0,-1 5 1 0,-15-1 5 15,-2 0-2-15,-3 1-3 0,-1 0 2 0,-5 0-4 32,-9 1-8-32,-4 2 0 0,-1-2-1 0,-3 3-3 15,-2 0 3-15,-3 0-18 0,-5 0-14 0,10 0-25 16,-10 0-24-16,0 0-2 0,0 0-14 0,0 0-24 16,0 0-40-16,-22 11-38 0,8-7-45 0,4 0-234 15,-7-1-495-15,7 3 220 0</inkml:trace>
  <inkml:trace contextRef="#ctx0" brushRef="#br0" timeOffset="31391.86">7029 4919 157 0,'1'-6'421'15,"-1"-1"-10"-15,1 0 16 0,1-1-19 0,-2 1-21 16,0 1-19-16,1 0-20 0,-1 1-26 0,-1 1-26 16,1-2-26-16,0 6-27 15,0-4-25-15,0 4-28 0,0 0-22 0,0-5-22 16,0 5-31-16,0 0-34 0,0 0-29 0,0 0-40 16,0 0-31-16,0 0-1 0,3 12-8 0,-1-1 7 15,-1 2-4-15,0 4 10 0,2 2 2 0,-2 7 2 16,2 2-3-16,1-2 2 0,0-2 4 0,2 1 10 15,-5-6-5-15,2-1 3 0,0 0 4 0,-1-1-2 16,-1-7 4-16,-1 0-4 0,1 1 2 0,-1-5 1 0,0 0-2 0,2-2 6 16,-2 1 8-16,2-1-5 0,-2-2-7 0,0-2 6 15,0 5 0-15,0-5-3 0,0 0-19 0,1 5-22 16,-1-5-27-16,0 0-27 0,0 0-26 0,0 0-28 16,0 0-65-16,0 0-91 0,-7 1-101 0,7-1-203 15,0 0-652-15,0 0 289 0</inkml:trace>
  <inkml:trace contextRef="#ctx0" brushRef="#br0" timeOffset="31714.42">6707 5356 110 0,'-8'2'250'0,"4"-1"-2"0,4-1-4 0,-10 4-9 16,10-4-13-16,-5 3-13 0,5-3-11 0,0 0-11 16,0 0-10-16,0 0-13 0,0 0-7 0,23-2-14 15,-1-1-12-15,10-1-10 0,5-1-14 0,15-1-8 16,2 0-13-16,1-2-7 0,1 2-8 0,-2 0-4 0,-16 3 0 0,-1-2-2 16,-1 1-2-16,-5 1-3 0,-3 0-5 0,-9 1-9 15,-6-1-5-15,-2 2-2 0,-1 0-2 16,-3-1-4-16,0 1-4 0,-7 1-13 0,10 0-21 0,-10 0-5 15,0 0-11-15,0 0-18 0,0 0-26 0,-20 15-25 16,3-9-34-16,0 3-40 0,-2 0-53 0,0-4-76 16,3 5-179-1,-2-4-510-15,0 0 225 0</inkml:trace>
  <inkml:trace contextRef="#ctx0" brushRef="#br0" timeOffset="32231.74">7004 5499 291 0,'0'0'337'0,"0"0"-17"0,-2 4-13 0,2-4-15 16,0 0-10-1,0 0-9-15,-4 1-24 0,4-1-34 0,0 0-24 0,0 0-31 16,0 0-6-16,10 2-21 0,-10-2-9 0,15 1-17 16,-3 2-7-16,2-2-11 0,4 4-9 0,-5-2-13 0,6 2-1 15,-6-1-15-15,-2 1-9 0,1 3 3 0,-2-1 0 16,3 2-18-16,-3 3-14 0,-3-2-6 0,0 6 2 0,-3-1-5 16,0 4-4-16,-8-2-3 0,0 3 5 15,-7-1-3-15,-5 3-1 0,-3-1 7 0,0-1-4 16,-3-1-6-16,-3 0 6 0,3-3-4 0,-2 0 8 15,2-3 0-15,-2 1-6 0,5-6 5 0,3 0-2 16,2-2-1-16,5-2 2 0,0 0 4 0,3 0 4 0,-2-1 19 0,4-1-18 16,4-2 15-16,-5 4 15 0,5-4 7 0,0 0 3 15,0 0-1-15,0 0-4 0,23-2-3 0,-2-1 6 16,7-2-18-16,6 1 9 0,3-1-17 0,-1 1 1 16,3-2-1-16,-1 1-1 0,3 0 5 0,-7 1 1 15,-1 0-3-15,-2 1-3 0,-3 3-14 0,-11-2 20 16,-3 1-1-16,-4-2-3 0,3 3 3 0,-7-1-4 15,2 0 12-15,-8 1 1 0,9-2-2 0,-9 2 1 16,0 0-3-16,10 0-7 0,-10 0-20 0,0 0-18 0,0 0-31 16,0 0-45-1,0 0-69-15,0 0-71 0,-23 5-103 0,8-2-383 16,3-2-774-16,12-1 342 0</inkml:trace>
  <inkml:trace contextRef="#ctx0" brushRef="#br0" timeOffset="33318.37">8483 4603 208 0,'0'0'233'15,"0"0"-25"-15,0 0-18 0,0 0-22 0,0 0-18 16,-15 8-21-16,-2 4-14 16,-1 7-10-16,-9 7-9 0,-7 11-8 0,-3 3-13 15,0 5-2-15,-12 22-8 0,13-17-1 0,2 0-5 16,-12 22-4-16,18-23 3 0,0 2-6 0,5 2-3 15,6-2-2-15,3 4-1 0,5-8-1 0,9-11-1 16,0 0-1-16,5-2 3 0,7 0 0 0,-1-6 2 16,8 0-2-16,2-5 4 0,7-3-1 0,-1-3 2 15,5-1-3-15,6-6-1 0,13 0 0 0,-1-2-6 0,-13-2-5 0,-4-5-1 16,0 0-4-16,-2 0-3 0,-12-1-3 0,-2 2 3 16,-3-2 7-16,-4 0 16 0,-2 0 8 0,-1 0 13 15,-1 0 4-15,-6 0 6 0,9 0 4 0,-9 0-7 0,6 0-9 16,-6 0-18-16,0 0-29 0,0 0-38 0,0 0-37 15,-12-10-44 1,6 8-45-16,-4-3-51 0,0 3-67 0,-2-3-258 0,5 0-558 0,-1-2 247 0</inkml:trace>
  <inkml:trace contextRef="#ctx0" brushRef="#br0" timeOffset="33634.75">8856 5025 385 0,'-3'-8'468'16,"3"0"2"-16,0 3-31 0,-1-1-42 0,1 1-37 16,0 3-39-16,0 2-40 0,-5-6-28 0,5 6-39 15,0 0-44-15,-1-2-40 0,1 2-11 0,0 0-16 0,0 17-14 16,0-3-9-16,0 3-7 0,1 8-2 0,3-6-13 15,-2 5-2-15,1 1-4 0,1 4-3 0,1-5-2 16,-5 2-5-16,4-1-5 0,0-7 0 0,-3-1-4 16,2 1-4-16,-2-3-4 0,4-3-20 0,-4-2-16 15,3-1-26-15,-4-1-33 0,-1-3-14 0,2 1-15 16,2-1-11 0,-6-2-12-16,3-3-15 0,0 7-22 0,0-7-20 0,0 0-68 15,0 0-360-15,0 0-657 0,0 0 291 0</inkml:trace>
  <inkml:trace contextRef="#ctx0" brushRef="#br0" timeOffset="34003.5">9205 5225 169 0,'-8'3'253'16,"8"-3"-14"-16,-5 0-12 0,5 0-16 0,0 0-13 15,0 0-13-15,-5 1-13 0,5-1-8 0,0 0-14 16,0 0-7-16,0 0-13 0,-5 3-5 0,5-3-9 16,0 0-8-16,0 0-4 0,0 0-2 0,0 0 0 15,0 0-6-15,23-1-7 0,-9-1-3 0,5-2-6 16,3 4-13-16,7-2 9 15,3-3-16-15,-1 1-2 0,0 1 7 16,-3-1-5-16,0 1-4 0,-8 1-3 0,-2-1-5 0,-3 3-3 16,1 0-4-16,-5-1-8 0,-3-1-3 0,1 2-2 15,-4 0-4-15,4-2 0 0,-4 0-5 0,-1 1 1 16,-4 1-19-16,0 0-21 0,9-1-33 0,-9 1-30 16,0 0-36-16,5 0-48 0,-5 0-48 0,0 0-352 15,0 0-614-15,5-4 272 0</inkml:trace>
  <inkml:trace contextRef="#ctx0" brushRef="#br0" timeOffset="34451.01">9936 4959 227 0,'-4'-2'327'15,"4"2"-26"-15,-4-3-29 0,4 3-30 0,0 0-23 0,0 0-23 16,12-5-21-16,-5 3-17 0,5 2-20 0,2 0-14 16,4 2-12-16,1 2-10 0,2-3-14 0,-2 6-8 0,1 0-7 15,-1-1-15-15,0 4-7 0,-1-2 4 0,-1 4-12 0,-3 1-7 16,-4 4 0-16,-1-1-5 0,-5 3-5 15,1 2-2-15,-11 3-3 0,-3 4 1 0,-8 2-3 16,-1-1-1-16,-3-2-1 0,-2 2-2 0,-1-5 5 0,1 0-7 0,1-2 0 31,0-3 0-31,5-6-3 0,2-2-2 0,2-1-1 16,4-3 11-16,0-2 0 0,4 2 7 0,0-3 7 16,1 0 15-16,0-2 13 0,3 0 30 15,-3 0 0-15,4-2-3 0,0 0-2 0,0 0-1 0,0 0-8 16,0 0-11-16,22-1-6 0,-8-2-14 0,-1 1 3 15,6-1-6-15,3 1-19 0,-2-1-29 0,0-4-56 0,2 5-61 16,6-3-64-16,-2 1-74 0,2-2-364 0,-1-1-675 16,0-2 299-16</inkml:trace>
  <inkml:trace contextRef="#ctx0" brushRef="#br0" timeOffset="35336.25">10520 4911 40 0,'0'-4'362'16,"0"-1"-16"0,-3 2-13-16,3 3-21 0,4-8-18 0,-4 6-25 0,0 2-11 15,3-4-48-15,-3 4-19 0,0 0-22 0,2-3-21 16,-2 3-19-16,0 0-22 0,0 0 2 0,0 0-16 15,0 0-9-15,0-4-8 0,0 4-11 16,0 0-3-16,0 0-14 0,0 0-10 0,0 0-14 16,0 0-2-16,0 0-1 0,0 0 2 0,0 0-4 0,0 0 3 0,0 0-9 15,0 0-1-15,1 11 4 0,-1-11-5 0,0 0-4 16,0 3 2-16,0-3-2 0,0 0 2 0,0 0 4 16,0 0 0-16,0 0-2 0,0 0 0 0,0 0 1 15,0 0 18-15,0 0 16 0,0 0-9 0,0 0 3 16,0 0 0-16,0 0-1 0,0 0-7 0,3 3 3 15,-3-3-8-15,0 0-1 0,0 0-4 0,0 0-3 16,0 0-5-16,0 0-1 16,0 0 2-16,0 0 1 0,0 0-3 0,0 0 2 15,0 0 15-15,0 0-2 0,0 0-15 0,0 0 21 16,0 0 0-16,0 0-2 0,0 0-4 0,0 0-2 16,0 0 3-16,0 0-6 0,0 0-2 0,0 0-5 15,0 0 2-15,0 0-1 0,0 0-5 0,0 0-1 16,0 0-2-16,0 0 3 0,0 0-15 0,0 0 13 15,0 0 4-15,0 0-1 0,0 0-2 0,0 0-4 0,0 0 0 16,0 0-3-16,0 0-1 0,0 0-4 0,0 0 2 0,5 3-3 16,0 0-2-16,1-1 2 0,4 4 1 15,-1 1-8-15,2 1 6 0,3 1 5 0,-1 3-6 16,2 2-2-16,2 6 2 0,-4-4-3 0,-1 6 5 16,0 2 1-16,-4 1 6 0,-2 0-11 0,2 0-1 0,-4 0 3 15,-6 1-1-15,-2 1-3 0,-2-2 0 0,1 1 6 0,-5-4 0 16,-3 2-3-16,3-7 1 0,-3 0-1 0,0-2 2 15,-1-1 1-15,4 0 3 0,-3-4 0 0,0-1 1 16,3-4 3-16,0 2 3 0,4-2 10 0,0-2 19 16,3 1 34-16,-1-3 37 0,2 3 40 0,2-4 21 15,0 0-3 1,0 0-9-16,-7-12-18 0,5 6-18 0,4-5-12 16,1-5-12-16,5-2-18 0,3-6-8 0,2 0-4 0,3-2-9 15,0 0-18-15,5 1 6 0,-2 0-5 0,1 3-9 16,0-1 0-16,-1 6-8 0,1-3-2 0,-7 6 2 15,4 2 1-15,-10 2-10 0,2 0-1 0,0 3-1 16,0 0-3-16,-5 2 2 0,1 1-6 0,-1 2-4 16,-4-2-7-16,0 4-7 0,7-2-21 0,-7 2-24 15,4-3-29-15,-4 3 12 0,3 8 2 0,-6-1 12 0,-1 3 3 0,-3 3 9 16,1 4 3-16,-1 0 4 0,-2 8 4 0,-3-1 4 16,2 3 7-16,3-2-6 0,-2-1 9 15,4-5 3-15,2-1 2 0,1 0 5 0,0-2 0 16,4 1 3-16,-1-6 1 0,3 1 5 0,0 0 0 15,3-4 6-15,2 1 2 0,2-4-11 0,10 0-26 0,-3-2-19 16,1-2-58 0,11-2-73-16,-10-3-75 0,8-2-80 0,0-4-104 15,-1 3-325-15,-3-5-830 0,-4 3 367 0</inkml:trace>
  <inkml:trace contextRef="#ctx0" brushRef="#br0" timeOffset="35683.25">11175 4984 344 0,'0'-8'444'0,"2"3"-13"16,0-2-3-16,-2 2-5 0,2 3-10 0,0-2-32 16,-2 0-33-16,1 0-35 0,3 1-31 0,-4 3-32 0,0 0-28 15,0 0-29-15,0 0-22 0,0 0-25 0,0 0-19 16,0 0-12-16,0 0-22 0,3 20-11 0,-1-7-15 15,-2 5-8-15,0 3-8 0,-2 4-1 0,-1 4-4 0,-1 0-5 16,-1 2-5-16,-1-2-6 0,3 0 1 16,2-2-3-16,-2 0 1 0,2-3-11 0,0-3 3 15,1-2-4-15,1-3 0 0,0-2 2 0,1-2-3 16,-2-2-3-16,1-3 3 16,0-1-3-16,1 0 4 0,0 0 1 0,2-1-2 15,-1-1 4-15,3-2 1 0,0 2 4 0,3-1-4 16,2-3-10-16,2 0-27 0,-1-3-36 0,3 2-58 15,3-6-79-15,3-1-80 0,-7 1-98 0,4-3-129 16,-5-4-250-16,0-1-808 0,-4-5 357 0</inkml:trace>
  <inkml:trace contextRef="#ctx0" brushRef="#br0" timeOffset="35851.99">11081 5211 181 0,'-5'2'355'15,"5"-2"-18"-15,-8 1-19 0,8-1-34 0,0 0-27 16,0 0-27-16,28-5-23 16,-2 3-25-16,5-3-24 0,4 2-55 15,2-2-66-15,13-2-90 0,5-3-119 0,-18 3-232 16,14-4-438-16,-14 5 193 0</inkml:trace>
  <inkml:trace contextRef="#ctx0" brushRef="#br0" timeOffset="36084.01">11662 5204 269 0,'-1'3'423'15,"-3"-1"-17"-15,4-2-23 0,-4 2-17 0,4-2-39 0,0 0-33 0,0 0-40 16,27-3-18-16,-10 1-21 0,3-2-24 0,12-2-19 15,0 1-40-15,1 0-40 0,1 0-55 0,-2-2-74 16,-3 3-55-16,-1-2-63 0,-6 0-79 0,-1 0-94 16,-4-3-165-16,-4 7-532 0,-4-5 236 0</inkml:trace>
  <inkml:trace contextRef="#ctx0" brushRef="#br0" timeOffset="36287.94">11816 5044 351 0,'0'0'395'0,"-7"-3"-7"0,7 3-10 0,-2-1-24 16,2 1-34-16,0 0-37 0,-7-1-37 0,7 1-26 15,0 0-30-15,0 0-21 0,-2 6-17 0,2-2-15 0,1 4-10 16,0 1-14-16,0 7-14 0,2 1-1 0,0 5-17 0,-1 0-4 16,1 5-8-16,1-8-22 0,0 6-32 0,2 1-37 15,-2-3-33-15,1-6-44 0,1 1-50 16,-5-6-67-16,2 0-91 0,2-5-271 0,-4-1-624 15,6-2 277-15</inkml:trace>
  <inkml:trace contextRef="#ctx0" brushRef="#br0" timeOffset="36622.6">12292 4880 11 0,'2'-6'501'16,"0"2"-31"-16,-1 1-27 0,-1 3-35 0,2-5-41 16,-2 5-41-16,2-5-37 0,-2 5-32 0,2-2-28 15,-2 2-35-15,0 0-13 0,0 0-25 0,2 15-10 16,-2-1-18-16,0 2-15 0,-2 8-8 0,0 3-10 16,-2 3-9-16,3-4-9 0,-5 7-10 0,2-2-2 15,-1 2-8-15,1-1-5 0,0-3-4 0,2 2-6 0,-1-2-1 0,3-4-5 16,0-4-3-16,0-4-5 0,-1-5-3 0,2 0-2 15,-1-2-3-15,0-1 2 0,0-5-2 0,1 1-2 16,-1 1-5-16,4-3 10 0,-4 0 1 16,1 1 0-1,2-1 3-15,-3-3-5 0,15-1-7 0,-4 0-30 16,2-2-35-16,4-2-54 0,1-3-51 0,0-1-65 16,0 1-76-16,6-8-104 0,-8 3-282 0,4-6-737 0,-5 5 326 15</inkml:trace>
  <inkml:trace contextRef="#ctx0" brushRef="#br0" timeOffset="36822.62">12175 5150 180 0,'-4'2'451'0,"4"-2"-16"15,-5 1-35-15,5-1-38 0,0 0-40 0,0 0-33 16,30-11-36-16,-10 7-20 0,8 0-26 0,4-4-31 15,3 3-57-15,1 0-66 0,1-4-70 0,0 1-88 16,-2 0-103-16,-3-4-317 16,1 1-569-16,-1 0 251 0</inkml:trace>
  <inkml:trace contextRef="#ctx0" brushRef="#br0" timeOffset="37169.71">12564 4686 170 0,'0'0'402'0,"0"-7"-26"16,3 3-41-16,-3 4-15 0,5-4-38 16,0 1-34-16,4 3-19 0,3 0-32 0,-1-1-15 0,2 2-20 15,0 2-16-15,-1 4-18 0,0-4-4 0,0 4-17 0,-2 0-13 16,-1 0-9-16,-3 2-4 0,-1 2-17 0,0 1-8 15,-2 3-7-15,-6-1-5 0,0 3-4 0,-3-2-2 16,0-1-9-16,-2 1-1 0,0 0 0 0,2-4-6 31,-1-1-3-31,0-2 2 0,3-2-4 0,0 1-2 16,-1-3-4-16,3 1-3 0,-1-1 7 0,1 0 3 16,0-1-2-16,2-3-1 0,-2 3 12 0,1 0-10 0,1-3-3 0,2 4 3 15,5-4 0-15,4 2-6 0,2-2 1 0,6-2-45 16,-2 0-53-16,2-3-70 0,1 1-85 0,6-4-138 15,-6 0-195-15,1-2-622 0,-6 0 276 0</inkml:trace>
  <inkml:trace contextRef="#ctx0" brushRef="#br0" timeOffset="37407.94">12918 4512 36 0,'0'0'324'16,"0"-5"-37"-16,0 5-33 0,0 0-26 0,0 0-27 15,0 0-14-15,11 22-24 0,0-5-12 16,7 10-3-16,-4 6-4 16,8 13-1-16,-2 7-3 0,-3 0-8 0,5 27 4 15,-6-23-9-15,2 23-6 0,-5-24 0 0,-7 3 6 16,-3 21-25-16,-3-25-5 0,-4 1-9 0,-6-1-15 16,-2-4 5-16,-2 0-5 0,-9-5-8 0,-5-5-4 15,-4-1-3-15,-9-5-1 0,0-4-4 0,-6-2-41 16,-5-6-68-16,-10-2-96 0,-25 3-157 0,-2-10-270 15,24-9-627-15,0-6 279 0</inkml:trace>
  <inkml:trace contextRef="#ctx0" brushRef="#br0" timeOffset="38187.1">12918 4320 206 0,'0'0'214'16,"-8"3"-10"-16,8-3-15 0,-8 0-11 0,8 0-16 0,-5 1-9 0,5-1-14 15,0 0-10-15,0 0-6 0,0 0 1 0,0 0 3 16,21 1-14-16,-1-2-11 0,12-2-7 0,8 5-9 15,13-7-10-15,3 3-43 0,-2-3-67 0,-1 2-90 16,-1-5-259-16,-14 1-414 0,0 0 183 0</inkml:trace>
  <inkml:trace contextRef="#ctx0" brushRef="#br0" timeOffset="38804.33">13573 4091 157 0,'5'-2'225'0,"2"1"-23"0,0 1-19 15,4-3-12 1,3 3-15-16,3 3-12 0,1-2-14 0,-3 2-16 15,6 3-8-15,-6 1-31 0,4-2-7 0,-4 3-6 16,-4-1-8-16,-2 2 2 0,1 0-8 0,-4 2-11 16,-1 1 1-16,-3 0-6 0,-1-1 2 0,-4 2-4 15,-3 3-4-15,-3-3 2 0,-1 0-4 0,-1-1-4 0,-1 0-2 16,2-3-1-16,-2 2-1 0,3-4-6 16,1-1 3-16,1 1-1 0,2-2-8 0,0-2 4 0,-2 2-1 15,6-2-1-15,0 3 1 0,-2-2-2 0,3 0 3 0,4 0 0 16,0 1 6-16,5-1 8 0,1-1 4 15,1 2 2-15,6-2 0 0,1 2 4 0,2-1-5 16,-1 3 1-16,0 0 6 0,0-1 0 0,1 3-4 16,-2-3 4-16,-3 2-4 0,-2 0 0 0,2 2-2 15,-7-3 0-15,-3 0 8 16,-1 1-6-16,1 1 0 0,-4 1-12 0,-2 0 4 16,-4-1-6-16,0 0 3 0,-3-1 1 0,-6 4-2 15,-4 1 0-15,0-4-5 0,0-2-17 0,1 1-18 16,-2-1-18-16,0-2-21 0,3-1-29 0,-1 0-31 15,3-3-44-15,7 0-70 0,-1-1-151 0,8 0-418 16,-10-3 185-16</inkml:trace>
  <inkml:trace contextRef="#ctx0" brushRef="#br0" timeOffset="39052.83">14269 4234 385 0,'5'-4'376'0,"0"1"-27"0,0 0-24 15,-1 0-34-15,0 3-38 0,-4 0-28 0,0 0-24 0,0 0-26 16,0 0-19-16,0 9-19 0,-5-1-9 0,-8 6-21 16,0 2-3-16,-6 7-13 0,2-1-12 0,-3 6-1 15,1-2-11-15,4 2-7 0,-4 1 10 0,6-1-19 16,-4 2-8-16,4-5 1 0,1-1-11 0,0 0 2 16,3-7-3-16,0-2-14 0,4 2-15 0,0-5-11 15,-2-3-23-15,4 0-16 16,0-2-23-16,0-3-25 0,1 2-18 0,-2-2-21 15,3 0-23-15,1-4-79 0,0 0-269 0,0 0-545 16,0 0 241-16</inkml:trace>
  <inkml:trace contextRef="#ctx0" brushRef="#br0" timeOffset="39312.49">14490 4420 294 0,'0'0'418'0,"6"-2"-35"0,-6 2-26 15,7-1-33-15,-7 1-37 0,0 0-31 0,0 0-36 16,6 3-18-16,-6-3-22 0,4 7-21 0,0-2-7 16,-4 3-6-16,5 1-21 0,-1 3-7 0,-3 5-7 15,-1 2-7 1,-1 5-26-16,-3-3 9 0,0-2-16 0,-1 6-7 16,1-7 0-16,3-2-9 0,-3-3-5 0,3-4-6 0,-2 0-4 15,3-1-1-15,0-1 1 0,0-2 0 16,0-3 1-16,3 3 24 0,3-4 2 0,16 0-7 15,12-3-3-15,4-2-13 0,16-2-41 0,5-5-75 16,1 4-107-16,-4-2-136 0,-2-2-399 0,1 1-772 16,-19-2 341-16</inkml:trace>
  <inkml:trace contextRef="#ctx0" brushRef="#br0" timeOffset="40613.94">15378 5143 158 0,'-13'0'260'15,"13"0"0"-15,-6 0-9 0,6 0-12 0,-6 0-10 16,6 0-13-16,0 0-13 0,0 0-12 0,-7 2-13 15,7-2-16-15,0 0-13 0,0 0-7 0,0 0-13 16,0 0-10-16,-7 0-4 0,7 0-8 0,0 0-5 16,0 0-10-16,0 0 1 0,0 0-3 0,0 0-3 15,0 0-9 1,0 0-6-16,0 0-12 0,0 0 15 0,0 0-18 16,0 0 2-16,0 0-6 0,0 0-5 0,0 0 1 15,0 0 2-15,0 0-8 0,0 0-3 0,0 0 6 0,0 0 1 0,0 0-14 16,0 0 4-16,0 0-4 0,0 0-6 0,0 0-8 15,0 0 4-15,0 0-5 0,0 0 0 0,0 0-4 16,0 0 20-16,0 0-19 0,0 0-2 0,0 0-4 16,0 0 0-16,0 0 1 0,0 0-4 0,0 0 3 15,0 0-4-15,0 0-4 0,0 0 0 0,0 0 6 16,0 0-10-16,0 0 10 0,0 0-7 0,0 0-3 16,0 0 4-16,0 0 12 0,0 0-12 0,0 0 0 0,0 0 3 15,0 0-2-15,0 0-4 0,0 0 3 16,0 0 2-16,0 0-6 0,0 0 3 0,0 0-3 15,0 0 3-15,0 0 12 16,0 0-14-16,0 0-3 0,0 0 6 0,0 0 0 16,0 0-2-16,0 0 7 0,0 0-11 0,0 0 9 15,0 0 1-15,0 0-7 0,0 0 1 0,0 0-2 16,0 0 2-16,0 0-1 0,24-3 2 0,-10 2-3 16,13-2 3-16,2-1-7 0,7 1 10 0,1 1 0 15,1-2-6-15,2 3-1 0,11-3 5 0,-14 0-1 0,1 2-1 16,-3 0 0-16,-2-1-3 0,-4 1 8 0,-8 2-4 0,-2 0 0 15,-6 0-3-15,0-3-3 0,-6 3-6 0,0 0-2 16,-7 0-7-16,11-1-8 0,-6 1-10 0,-5 0-9 16,4-1-21-16,-4 1-17 0,0 0-16 0,0 0-15 15,-15-5-16-15,6 5-30 0,-1 0-21 0,-3 0-41 16,4 0-43-16,0-2-263 0,4 2-576 0,0-3 255 16</inkml:trace>
  <inkml:trace contextRef="#ctx0" brushRef="#br0" timeOffset="41031.47">16067 4824 97 0,'4'-3'251'0,"-3"-1"-17"16,4 1-24-16,2 0-11 0,-1 1-19 0,4 2-14 16,3-2-12-16,0 4-12 0,5-2-13 0,2 3-7 0,1 4 0 15,5-2 6-15,-4 5-10 0,-4-2-10 0,1 5-10 16,-1-1-8-16,-4 2-11 0,-2 1-9 0,0 2-4 16,-5 2-7-16,-3 6-3 0,-3-1-9 0,-4 1-2 15,-8 0-7-15,-3 0-1 0,-3-3 0 0,-2 3-8 16,-4-2-3-16,-4-2 1 0,4-1-1 0,-2 0-2 15,0-3 1-15,2-2-1 16,5-6 3-16,2 1-1 0,-1-2 1 0,7-2-1 16,1-1-4-16,1-1 2 0,3-1-2 0,-1 0 4 15,2 1 13-15,4-4 7 0,-9 0 5 0,9 0-1 16,0 0-9-16,0 0 2 0,0 0-8 0,35 0-2 16,-15-2-10-16,8-5-27 0,1 2-29 0,1 2-26 15,0-4-37-15,1 2-34 0,4-1-41 0,-6-1-34 16,7-2-27-16,-2 0-251 0,-2-1-523 0,-1-1 233 0</inkml:trace>
  <inkml:trace contextRef="#ctx0" brushRef="#br0" timeOffset="41398.69">16623 4889 39 0,'2'-24'366'0,"0"-2"28"0,0 8 12 0,1-1-15 16,-1 1 10-16,-2 3-7 0,4 2-7 0,-4 2-17 0,0 1-10 15,0 4-30-15,0 0-17 0,0 0-29 0,0 3-32 16,0-3-29-16,0 3-26 0,0 3-25 0,0-5-21 15,0 5-37 1,0 0-41-16,1-3-40 0,-1 3-24 0,0 0-12 16,0 0 3-16,4 17-12 0,0-7 11 0,-4 7 3 15,0 3-5-15,-4 9 0 0,3 2 3 0,-2 1 0 16,0 2 3-16,0 0-3 0,-1 2 2 0,0-1 7 0,-2 2-5 16,2-5-2-16,-4-1 0 0,5 1 4 0,-1-4-2 15,1-3-2-15,2-6 1 0,-2 1 3 0,3-5-4 16,0 0 1-16,0-2-4 0,-1-3 5 0,1-4-3 15,0 0 1-15,0 1 6 0,0-3 4 0,0-4-6 16,0 10 2-16,0-10 5 0,3 5 13 0,-2-4 8 16,-1-1 3-16,0 0 2 0,0 0-2 0,0 0 4 0,0 0-4 0,0 5-3 15,0-5 1-15,0 0-2 0,0 0-1 0,8-1-3 16,-8 1-2-16,0 0-7 0,21-4-23 0,-12 1-22 16,0 1-32-16,4-1-38 0,-3-2-53 0,2 1-77 15,-1-2-78-15,2-1-91 0,2-2-432 0,-3-1-893 16,-2-4 395-1</inkml:trace>
  <inkml:trace contextRef="#ctx0" brushRef="#br0" timeOffset="41616.3">16513 5075 42 0,'-5'0'329'0,"2"3"-2"0,3-3-9 0,0 0-3 16,-10 1-17-16,10-1-20 0,0 0-8 0,0 0-20 16,0 0-20-16,0 0-24 0,0 0-19 0,26-4-21 15,-6 4-17-15,8-4-14 0,1 2-34 0,5-1-59 0,-4-4-56 16,1 1-62-16,-3 2-70 0,3-5-91 0,-12 3-292 16,2-4-572-16,-4 1 254 0</inkml:trace>
  <inkml:trace contextRef="#ctx0" brushRef="#br0" timeOffset="41881.62">16909 4659 2865 0,'0'-7'178'15,"-1"-3"3"1,2 3 38-16,-2 2-20 0,1 0 0 0,-3 0-60 16,3 5-32-16,3-7-26 0,-3 7-21 0,1-5-6 0,-1 5-6 15,0 0-11-15,19 9 8 0,-2 2-19 0,3 6 7 16,2 6-4-16,1 4 3 0,3 14-2 15,2 5 3-15,-5 5 2 0,-3 0 1 0,-7 1-6 0,-3 3 1 16,-6-5-4-16,-4 1 0 0,-4 0 1 0,-5-3-3 0,-5 2 3 16,-6-3-4-16,-1-18-1 0,-8 12 0 0,-6-4-11 0,0-3-24 15,-8-5-32-15,-4 0-57 0,-5-3-68 0,-7-2-81 16,0-4-106-16,-27-3-313 0,26-10-725 0,-1-2 321 16</inkml:trace>
  <inkml:trace contextRef="#ctx0" brushRef="#br0" timeOffset="42598.46">15378 4659 3 0,'0'0'300'0,"0"-2"-26"0,0 2-33 0,0 0-24 16,0 0-23-16,-14 6-24 0,1 5-18 0,-8 12-13 15,2 4-19-15,-11 15-13 0,1 3-10 0,3 8-10 16,-1-4-3-16,11 5-3 0,-5-1 0 0,8-2-12 0,11 2-2 0,2-1-4 15,6-3-1-15,11 0-3 0,5-5-1 0,11-3-2 16,9-4-1-16,9-2-3 0,30 2-6 0,4-9-55 16,7-10-87-16,2-7-149 0,-5-5-186 0,-25-5-467 15,1-8 207-15</inkml:trace>
  <inkml:trace contextRef="#ctx0" brushRef="#br0" timeOffset="43736.25">18267 4953 306 0,'0'0'391'0,"-5"-4"-6"0,5 4-12 16,0 0-16-16,-5-4-25 0,5 4-29 0,0 0-25 0,0 0-35 16,0 0-27-16,10-7-37 0,3 2-27 0,6 0-47 15,11 1-57-15,-1-1-55 0,3-1-64 0,0 4-64 16,-4-1-68-16,3-1-69 0,-4 2-225 0,-8 1-539 0,1 1 239 16</inkml:trace>
  <inkml:trace contextRef="#ctx0" brushRef="#br0" timeOffset="43868.71">18413 5091 74 0,'-10'6'191'0,"2"1"-23"16,3 0-12-16,-1-4-16 15,1 4-6-15,5-7 24 0,0 5 14 0,7-2 5 16,2-1-14-16,14 1-16 0,5-1-15 0,4-4-41 16,5-2-74-16,17-2-97 0,-3-4-227 0,4 0-332 15,-3-2 146-15</inkml:trace>
  <inkml:trace contextRef="#ctx0" brushRef="#br0" timeOffset="44369.21">20076 4505 243 0,'0'0'297'16,"0"0"-23"-16,0 0-19 0,0 0-31 0,0 0-22 16,0 0-21-16,0 0-23 15,32-8-14-15,-11 3-16 0,10 0-10 0,2 1-16 16,7-1-32-16,-5 0-47 0,4 2-53 0,-1 0-65 16,-2 2-83-16,-2-2-175 0,-13 1-383 0,-1 0 170 15</inkml:trace>
  <inkml:trace contextRef="#ctx0" brushRef="#br0" timeOffset="44917.14">19926 4616 157 0,'0'8'190'0,"5"1"-16"0,0 0-18 15,8 6-20-15,5 7-15 0,5 1-7 0,1 0-12 0,4 4-8 16,9 8-8-16,0 2-10 0,-5 2-6 0,0-3-7 0,-11-7-6 31,-3 2-3-31,-2 2-6 0,-3 2-9 0,-1-1 3 16,-6 0-6-16,-1-3 1 0,-6 3-9 0,-3 2 2 0,-5-7 0 0,-1 5-2 0,-3-2 1 0,-5-3 5 15,2 0 0-15,0-3 9 0,-3-1 6 0,5-4 15 16,0-4 0-16,-3 2 2 0,3-6-3 0,5-4-4 31,0 2-5-31,0-3-6 0,4-2-5 0,0 0-1 0,1-2 1 0,-1 0-10 16,3-1-2-16,-1 1 3 0,0-1 9 0,3-3 4 15,-3 4 7-15,3-4 13 0,-3 3-4 0,1-1 1 16,2-2-5-16,0 0-3 0,-3 4-2 0,3-4-3 16,0 0 0-16,0 0-8 0,-3 1-2 0,3-1-10 15,0 0 0-15,0 0-1 0,0 0-3 0,0 0-8 16,-2 3-2-16,2-3-2 0,0 0 4 0,0 0-5 0,0 0 0 0,0 0 1 16,0 5 1-16,0-5-5 0,0 0 0 0,0 0-5 15,0 0 4-15,0 0-1 0,0 0 7 0,0 0 9 16,0 0 19-16,15 2-4 0,2-5 9 0,16 1-9 15,4-3 1-15,21 0 6 0,6-4-13 0,31-3-9 16,-3 2 4-16,0 2-2 0,2-4 16 0,-4 5 8 16,-26 2 2-1,-4-1-7-15,-5 3 0 0,-16 2-9 0,-4-4 3 16,-3 4-7-16,-10 1 3 0,-8-1-11 0,-4 1 2 16,-1 0-2-16,0-2 5 0,-1 2-4 0,-1-1 5 0,-1 1-10 15,-6 0-16-15,9-4-28 0,-9 4-53 0,-3-4-37 16,3 4-56-16,-19-5-53 0,6-2-81 15,0-1-344-15,2 3-698 0,-1 0 308 0</inkml:trace>
  <inkml:trace contextRef="#ctx0" brushRef="#br0" timeOffset="45687.64">21431 4770 46 0,'0'-11'267'0,"2"-2"-5"0,0 2-7 0,2-1-7 0,0 0-8 16,-2 1-3-16,3-1-2 0,-1-1 2 16,0 4-18-16,0 0-5 0,0 1-8 0,-3 1-22 0,0 2-14 15,2 1-27-15,-3-1-15 0,0 5-10 0,4-4-22 16,-4 4-16-1,0 0-10-15,0 0-15 0,7 17-5 0,-3-1-9 16,-1 11 0-16,-2 3-6 0,-1 2-3 0,0 17-5 16,-4-2 13-16,0 3-13 0,3-1-4 0,-4-2 0 0,4-12-3 15,-2-2 5-15,3-1-9 0,0 1 1 0,3-7-3 16,-2 3 0-16,4-4-5 0,-1-7 9 16,0 1-7-16,-2-5-2 0,1-3 2 0,1 0 7 15,0 0-3-15,2-4 2 0,-1 1 0 0,0-1 10 0,4-5-9 0,0 2 0 16,5 0 4-16,2-4 0 0,5-5-34 0,0 1-30 15,4-7-36-15,-6 5-38 0,3-4-46 0,-3 3-57 16,3-6-66-16,-7 1-295 0,1 1-626 0,-4 1 277 16</inkml:trace>
  <inkml:trace contextRef="#ctx0" brushRef="#br0" timeOffset="45872.54">21279 5088 109 0,'-5'3'336'0,"-3"-2"-18"16,5 2-20-16,-4-3-25 15,7 0-14-15,0 0-28 0,0 0-27 0,0 0-19 16,31-8-22-16,2 1-30 0,20-2-46 0,4-1-54 16,2-1-59-16,2 0-112 0,-3-3-274 0,-4-1-444 15,-1 3 197-15</inkml:trace>
  <inkml:trace contextRef="#ctx0" brushRef="#br0" timeOffset="46320.53">21894 4534 372 0,'-3'-6'385'0,"3"-1"-13"16,0 4-31-16,-1-2-30 0,1 5-37 0,0-7-28 15,0 3-33-15,0 4-31 0,0 0-21 16,0 0-15-16,0 0-22 0,1 14-9 0,-1-6-9 16,-1 6-18-16,1 4-5 0,-3 6-10 0,2 3-2 0,-3-1-4 15,-1 4 1-15,0 2-14 0,-2-5-6 0,4 1-8 0,-1-8-2 16,0-2-1-16,2-2-9 0,-1-4 2 0,3-3-4 15,0 0 0-15,0-4-2 0,-3 2 8 0,3-3 27 16,-1 1 37-16,1-5 47 0,0 2 29 0,0-2-19 16,0 0-20-16,17-16-16 15,-6 9-8-15,1-6-10 0,2-1-11 0,0-1-13 16,6-2-7-16,-5 3-8 0,1 2-7 0,-3 0-5 16,-3 4-8-16,0-1-2 0,-2 3-4 0,-2 0-10 15,0 3-27-15,-1 1-26 0,4-1-16 0,-2 5-15 16,2 1-7-16,3 2-21 0,-1 2-25 0,2 5-21 15,2 1-26-15,-2 2-26 0,1 2-39 0,3 4-45 16,-2 1-58-16,5-1-353 0,-2-4-737 0,-2-2 326 16</inkml:trace>
  <inkml:trace contextRef="#ctx0" brushRef="#br0" timeOffset="46605.21">22718 4720 42 0,'0'-12'454'0,"1"4"-14"0,-1-3-24 0,4 7-40 0,-3 0-38 16,3 1-39-16,-4-2-33 0,0 3-33 0,0 2-35 15,0 0-22-15,0 0-13 0,4 15-18 0,0-3-16 0,-3 7-12 16,3 10-14-16,-6 3-9 0,2 2-9 16,-2 11-4-16,1 4-9 0,-3-13-12 0,-2 10-5 0,-1-12-2 31,2-3-5-31,1 1-3 0,3-1-1 0,-3-2 2 15,0-10-10-15,6 1-7 0,-6-3-7 0,1-5-16 0,3 0-13 16,-2-1-17-16,2-2-13 0,0-2 3 0,-2-2-12 16,2 0 10-16,-2-1 2 0,2 1 1 0,0-5-34 15,0 0-59-15,0 0-47 0,-12-10-52 0,9 2-21 16,-1-3-41-16,-3-6-263 0,2 1-595 0,2-4 264 16</inkml:trace>
  <inkml:trace contextRef="#ctx0" brushRef="#br0" timeOffset="46905.68">22712 4483 19 0,'-3'-12'295'16,"-1"2"21"-16,2 1-7 0,2 3-7 0,-2 0-21 15,1 1-18-15,0 2-19 0,0-1-33 0,1 4-19 16,-2-5-12-16,2 5-32 16,5-2-10-16,-5 2-20 0,13 1-12 15,1 2-11-15,4 4-11 0,5-2 1 0,7 7-20 0,2-2-3 16,1 1-5-16,3 3-2 0,8 11-6 0,-12-8-11 15,-4 3-3-15,0-1-8 0,-6 0-11 0,-3 0 6 16,-5-3-16-16,-3 0-2 0,-4 1-6 0,-2 2 2 16,-6-2 0-16,-4 0 7 0,-4 1 5 15,-6 2-2-15,-6 0 4 0,-2-3 7 0,-6 0-8 0,-2 2-5 0,-3-4 7 16,0 1-2-16,0-3-2 0,-3 1 3 0,1 1 0 16,-10 2-4-16,9-4-1 0,5-2-1 0,3 1-5 15,3-1 2-15,6-5-43 0,2 4-39 0,6-5-39 16,0 2-42-16,0 0-31 0,7 0-49 0,2 1-295 15,3-4-575-15,3-1 255 0</inkml:trace>
  <inkml:trace contextRef="#ctx0" brushRef="#br0" timeOffset="47290.99">23101 5173 225 0,'0'0'415'16,"-1"4"-40"-16,1-4-44 0,-1 5-32 0,1-5-38 15,0 0-28-15,-1 3-30 0,1-3-18 0,0 9-16 16,-2-4-18-16,1 2-17 0,1 3-10 0,-1 2-8 16,-1 2-15-16,2 3-8 0,-2 0-11 0,1 0-2 15,1-1-13-15,-2-3 0 0,0-1-8 0,1-6-12 0,1 0 5 0,0-1-3 16,-2 0-6-16,2-2 29 0,0-3 32 0,2 7 27 15,-2-5 23-15,0-2 34 0,0 0-6 16,0 0-22-16,11-10-19 0,-5 4-21 0,3-2-7 16,5-5-10-16,-5 0-13 0,5 3-7 0,-1-2-11 0,-4 7-7 15,3-5-10-15,-5 4-4 0,-2 2-9 0,3 0-7 16,-3 1-10 0,4 1 3-16,-1 2-9 0,2 0-14 0,4 1-15 15,-2 3-13-15,0 0-15 0,0 0-11 0,-2 0-28 0,3 3-26 16,-2-2-50-16,3-1-41 0,-3 1-51 15,0 0-56-15,3-2-80 0,-7-3-357 0,4-1-799 16,-5-1 354-16</inkml:trace>
  <inkml:trace contextRef="#ctx0" brushRef="#br0" timeOffset="47845.23">23383 4045 59 0,'0'-7'341'0,"0"7"-5"0,0-5-16 15,2 4-33-15,-2 1-34 0,0 0-28 0,0 0-22 16,-2-7-32-16,2 7-18 0,0 0-12 0,-11 9-18 31,4 3-10-31,-5 1-14 0,-1 2-8 0,-6 5-13 16,1 2-8-16,0 1-6 0,3 0-8 0,-2-3-4 0,2-1-5 16,1-2-7-16,4 0-2 0,-3-2-2 0,4-1-2 15,0-3-4-15,4-1-5 0,0-2-2 0,-1-1 1 16,4-1 0-16,-2-1 0 0,3-3 6 0,-3 1 5 15,4 1 6-15,0-4 8 0,-4 4-5 0,4-4 7 16,-1 4 1-16,1-4-11 0,0 0-6 0,-4 2-28 16,4-2-10-16,0 0-45 0,0 0-79 0,0 0-70 0,9 2-84 0,-9-2-271 15,9 1-597-15,-9-1 264 0</inkml:trace>
  <inkml:trace contextRef="#ctx0" brushRef="#br0" timeOffset="48477.9">23652 4711 314 0,'3'-6'316'0,"3"-1"-26"0,-1 2-28 16,-1-2-20-16,1 2-22 0,4-2-26 0,-2 4-15 16,4-2-20-16,1 2-18 0,0-1-16 0,1 4-4 15,5 4-24-15,-5 0-9 0,-2 0-7 0,3 4-10 16,-3 1-4-16,-1-1-13 16,-3 1-2-16,1 6-6 0,-3-1-4 0,-1 2-6 15,-6 0-4-15,-1 1-1 0,0 1-3 0,-6-1 0 16,2 0-5-16,-3-2 1 0,-1-1 0 0,2-4-9 15,0 0-2-15,4-3 14 0,0 0-17 0,-1-2 4 0,2 0 0 0,1-2 24 0,-2 2 25 16,4-2 39-16,-2-1 40 0,3-2 36 0,0 0 12 16,0 0-17-16,0 0-23 0,9-13-15 15,0 5-13-15,0-2-11 0,5 0-13 0,-1-5-14 16,1 2-2-16,0 0-15 0,-1 0-6 0,2 4-10 16,-2 1-2-16,-3 0-5 0,-2 3-7 0,0 0-7 15,-2 1-3-15,-2 0-8 0,2 1-4 0,-3 1-22 0,-3 2-11 16,6 0-4-16,-6 0-10 0,7 5 3 0,-3 0-3 15,-1 3 4-15,1 3-14 0,-1-2 5 0,2-1-8 32,-3 4-26-32,2 0-28 0,0-3-32 0,0 2-21 15,0 1-42-15,1-2-37 0,-1 0-52 0,1-3-44 0,0-3-301 16,1-2-681-16,-1 1 301 0</inkml:trace>
  <inkml:trace contextRef="#ctx0" brushRef="#br0" timeOffset="48691.06">24144 4645 160 0,'2'-5'342'0,"1"-1"-22"0,-2 2-30 0,2-1-34 15,-2 4-29-15,-1 1-23 0,3-4-23 0,-3 4-16 0,0 0-20 16,14 10-14-16,-5-2-12 0,-2 5-12 16,3 4-12-16,1 4-10 0,-1 4-10 0,-3 0-10 15,-2 2 32-15,-5 3-11 0,-3 0-16 0,-1 1-2 0,-5-1-14 16,-5-1-23-16,-2 0-26 0,-3-3-33 0,-4-2-33 0,-3-1-33 15,2-1-39-15,-3-4-49 0,0-5-94 16,-2-2-158-16,3-3-471 0,4-3 209 0</inkml:trace>
  <inkml:trace contextRef="#ctx0" brushRef="#br0" timeOffset="48963.62">23862 4413 294 0,'-4'-8'362'0,"-4"-2"-20"0,4 4-21 16,-6 1-43-16,5 1-27 0,-8 3-27 0,1 2-28 16,-5 5-20-16,-7 8-11 0,-1 4-29 15,-3 6-12-15,-6 19-9 0,-1 7-13 0,3 1-3 0,4 3-11 16,3 2-11-16,9-3 6 0,2 2-8 0,13-4-6 15,2-3 0-15,6-13 0 0,9 11-3 0,2-16 4 16,19 6-16 0,5-7-21-16,5-4-55 0,6-3-74 0,3-7-144 15,4-6-357-15,-2-6-647 0,-6-4 286 0</inkml:trace>
  <inkml:trace contextRef="#ctx0" brushRef="#br0" timeOffset="71492.85">4970 8387 17 0,'0'0'283'0,"0"0"-10"0,0 0-9 0,0 0-16 16,0 0-13-16,-4-4-15 0,4 4-16 0,0 0-15 0,0 0-14 15,0 0-11-15,0 0-18 0,0 0-16 0,0 0-12 0,3-4-12 16,-3 4-11-16,0 0-4 0,0 0-11 0,0 0-9 15,0 0-7-15,0 0-5 0,0 0-5 0,0 0-8 0,0 0-5 16,0 0-2-16,9 2-1 0,-1-5-10 16,6 3 1-16,4-4-1 0,2 0-4 0,9-1-16 15,2 3-28-15,-2-3-40 0,2 3-35 0,-3-5-39 16,2 5-33-16,-1-1-44 16,-8 0-269-16,-2-1-520 0,0-1 230 0</inkml:trace>
  <inkml:trace contextRef="#ctx0" brushRef="#br0" timeOffset="71693.42">4966 8615 30 0,'-2'5'175'0,"-3"-2"-7"0,1 2-4 0,4-2 8 0,0-3 8 15,4 4 3-15,2-3-7 0,2 2-8 0,2-6-15 16,12 4-12-16,8-3-17 0,1-3-7 0,4 2-10 15,0-6-17-15,4 4-27 0,-1-2-44 0,-3-1-59 16,-4 2-57-16,1 0-91 0,-5-1-130 0,-9 2-344 0,0-4 153 0</inkml:trace>
  <inkml:trace contextRef="#ctx0" brushRef="#br0" timeOffset="72245.67">5254 8248 168 0,'-1'-3'330'0,"-1"-2"-24"15,1 2-14-15,1 3-19 0,-1-5-28 0,1 1-24 16,0 4-20-16,0 0-27 0,0 0-16 0,0 0-18 16,0 0-6-16,0 0-29 0,0 0-7 0,17 9-17 0,-9-1-3 15,0-1-11-15,0 2-2 0,2 2-9 0,1 0-5 16,2 0-6-16,0 2 6 0,-1 0-12 0,0-1-5 15,1 0 0-15,-4-5-11 0,5 6 5 0,-5-3-3 16,0-2-1-16,0 0-6 0,-4-3 1 0,0 2 1 0,-1-2-2 0,1-1 0 16,-1-2 9-16,0 0 29 0,-2 2 22 0,-2-4 27 15,4 3 23-15,-1-1 15 0,-3-2 9 16,0 0 4 0,4 1 4-16,-4-1-9 0,0 0-13 0,0 0-10 15,0 0-14-15,0 0-15 0,0 0-13 0,2 2-11 16,-2-2-11-16,0 0-22 0,0 0-27 0,1 5-37 15,-1-5-33-15,-1 7 4 0,0 2 7 0,-3 3-3 16,-4 13 8-16,1 3-1 0,-5 6 7 0,-4 12 7 16,-5 3 2-16,2 2-7 0,0-3 11 0,-4-2 0 0,2 0 9 15,7-12-3-15,-1 0 1 0,1-3 4 0,1 2-9 0,4-4 12 16,0-6-4-16,2-4 4 0,3-8-4 0,1 0 7 16,-2-4 4-16,4 1-6 0,-2-1 20 0,3-5 23 0,-1 3 30 15,0-2 35-15,1-3 31 0,-3 7 27 16,2-5 25-16,1-2 12 0,0 0 17 0,0 0-7 15,0 4-9-15,0-4-3 0,0 0-11 0,0 0-11 16,0 0-15-16,0 0-27 0,0 0-10 0,0 0-9 0,0 0-11 0,0 0-17 16,0 0-25-16,0 0-32 0,0 0-45 0,0 0-50 15,0 0-58 1,0 0-123-16,0 0-106 0,0 0-108 0,10-9-118 16,-7 4-425-16,2-2-1089 0,0 0 482 0</inkml:trace>
  <inkml:trace contextRef="#ctx0" brushRef="#br0" timeOffset="79839.28">7427 8194 195 0,'2'-5'247'0,"-4"-2"-1"0,2 3-3 0,2-1-9 0,-1-3-8 16,0 4 4-16,1-1-4 0,-1 0-10 0,-1-2-2 15,1 3-3-15,0-1-3 0,1-1-2 0,-1 1-4 16,0 1-8-16,-1 1-7 0,0 3-6 0,0-6-13 15,2 3-24-15,-2 3-16 0,0 0-12 0,0 0-18 16,1-5-19-16,-1 5-34 0,0 0-26 0,0 0-11 16,0 0-7-16,4 19-2 0,-4-2 1 0,-2 7-5 0,1 3 4 0,-3 3 1 15,0 1-4-15,2 4 5 0,-3 11 1 0,1-9 2 16,-1-1-5-16,0 12 8 0,1-11-2 0,1-3 0 16,1-1-4-1,1-1 9-15,2-3-6 0,-1-2 2 0,1-7 19 0,2-3-3 0,-2-4 1 0,2-1-2 0,-1 0 9 16,1-4-5-16,2 1 7 0,-2-1 5 0,5-1 2 15,1-2-5 1,5-2 3-16,3-1-3 0,2-3-2 0,3-1-13 16,7-5-38-16,-1-1-49 0,4-1-61 0,-4-3-71 15,0-2-73-15,2-1-98 0,-6 0-272 0,-1-5-696 16,-3 1 308-16</inkml:trace>
  <inkml:trace contextRef="#ctx0" brushRef="#br0" timeOffset="80470.27">7312 8499 162 0,'-6'0'240'0,"-1"0"-3"16,7 0-10-16,-9 0-2 0,9 0-18 0,-7 2-13 16,7-2-16-16,0 0-12 0,0 0-9 0,-8 0-10 0,8 0-8 15,0 0-5-15,0 0-4 0,0 0-8 0,0 0 5 16,-7-2-7-16,7 2-1 0,0 0-2 0,0 0 5 16,0 0-2-16,0 0-12 0,0 0-8 0,0 0-11 0,0 0-6 15,0 0-7-15,-4 3-6 0,4-3-9 0,0 0-2 16,0 0-6-16,0 0-8 0,0 0-9 15,0 0-5-15,0 0 5 16,0 0-3-16,0 0-6 0,0 0 0 0,0 0 3 16,-3 4-3-16,3-4-6 0,0 0 6 0,0 0-11 15,0 0 3-15,0 0-2 0,0 0 3 0,0 0-2 16,0 0 3-16,0 0-16 0,0 0 3 0,0 0 3 16,22-7-3-16,-9 5 0 0,7-4 5 0,11 0-8 15,0-1 3-15,2-1 3 0,3 1-5 0,-3 0-3 0,3-1 4 0,-3 2 0 16,-5-1-2-16,3 1-3 0,-12 3-4 0,1 1 6 15,-6-2 4-15,-1 2-3 0,-3-1-5 0,-3 3 4 16,0-1 5-16,0-2-11 0,-3 3-16 0,-4 0-31 16,7-1-29-16,-7 1-37 0,0 0-44 0,0 0-70 15,0 0-88-15,-10 9-301 0,1-4-670 0,2-5 296 16</inkml:trace>
  <inkml:trace contextRef="#ctx0" brushRef="#br0" timeOffset="85663.97">8888 8157 72 0,'5'-4'190'0,"-2"0"1"0,1-1-3 0,-3 1 0 0,3 0-1 16,-3-1 2-16,3 3-4 0,-3-2-7 15,3 1-3-15,-4 3-10 0,1-3-15 0,-1 3-16 16,0 0-8-16,4-2-17 15,-4 2-16-15,0 0-10 0,0 0-10 0,0 0-10 16,-19 14-7-16,-2 4-8 0,1 5 3 0,-7 2-13 16,-7 13-6-16,-2 6-4 0,-14 24-7 0,8 3 6 15,11-21-8-15,3 6 0 0,-9 19-3 0,17-23-4 16,-1 2 4-16,3-3-5 0,6-1 3 0,4-2 19 16,5-14-10-16,4-3 6 0,2 1 3 0,2 0 6 15,6-5-4-15,2-1 1 0,5-6 2 0,5-1 5 0,2-2 5 0,4-6-10 16,4 0-1-16,3-7 1 0,18 1-5 0,-3-5 2 15,-13-2-3-15,-1 0-2 0,4-2-6 0,-4 0 0 16,-6-1 0-16,-11 3-4 0,1 1-6 0,-9 0 1 16,-3 0-2-16,-1-1 3 0,-1 2-1 0,0 0-1 15,-2-2-4-15,-5 2-1 0,8 0 3 0,-8 0 1 16,0 0-6 0,0 0 10-16,0 0-22 0,0 0-17 0,0 0-14 0,-27 4-21 15,18-1-27-15,-5-1-32 0,0-1-34 0,-2 2-43 16,4-2-54-16,-3-1-260 0,4-1-550 0,2-3 243 15</inkml:trace>
  <inkml:trace contextRef="#ctx0" brushRef="#br0" timeOffset="86002.83">9417 8424 228 0,'-1'-10'371'0,"-2"3"-13"0,2 2-17 0,-2-1-12 15,2 0-20-15,0 1-38 0,0 1-28 16,-1 1-30-16,2 3-27 0,-1-4-23 0,1 4-50 0,0 0-7 16,0 0-15-16,-1 16-10 0,-1 1-4 0,1 7 2 15,0 4-17-15,1 0-12 0,-1 5-2 0,-2-3-8 16,2 1-1-1,0-1-4-15,2 3-2 0,-2-4-7 0,2-4 2 0,-2 1-8 16,2-7 3-16,-1-1 0 0,1-1-6 0,2-5-19 0,-3-1 2 16,1-1-22-16,-1-1-10 0,-1-1-10 0,2-1-12 15,-1-2-10-15,0-1-7 0,0 0-6 0,1 0-8 16,-1 1-15-16,0-5-12 0,0 3-23 0,0-3-30 16,0 0-86-16,0 0-215 0,0 0-503 0,8-11 223 15</inkml:trace>
  <inkml:trace contextRef="#ctx0" brushRef="#br0" timeOffset="86651.76">9951 8603 216 0,'-11'3'242'0,"1"-3"-8"16,3 3-3-16,-1-3-17 0,2 1-19 0,1 0-18 16,5-1-17-16,-9 2-14 0,9-2-19 0,-6 1-10 15,6-1-3-15,0 0-9 0,0 0-7 0,-7 0-7 16,7 0-11-16,0 0-1 0,0 0-13 0,0 0-1 15,0 0-2-15,0 0-3 0,0 0-1 0,0 0 0 16,0 0 0-16,0 0-5 0,0 0-1 0,-7 0-4 0,7 0-2 0,0 0-8 16,0 0 0-16,0 0-6 0,0 0-2 0,0 0-1 15,0 0-10-15,0 0 5 0,0 0-5 0,0 0-3 16,0 0-3-16,0 0 1 0,0 0-5 0,0 0 0 16,0 0 1-16,0 0-4 0,0 0 1 0,0 0 0 15,0 0-1-15,0 0 3 0,0 0-3 0,0 0 1 16,0 0 11-16,0 0 3 15,0 0 3-15,0 0 5 0,-4 1-5 0,4-1 0 16,0 0 1-16,0 0-5 0,0 0 4 0,0 0-4 16,0 0-4-16,0 0 2 0,0 0-5 0,0 0 1 15,0 0-5-15,0 0 3 0,0 0-5 0,0 0 1 16,0 0 1-16,0 0-4 0,0 0-3 0,0 0 2 16,0 0 2-16,0 0 1 0,0 0-2 0,25-4-1 15,-7-1-2-15,0 0 0 0,10-2 1 0,4 2 6 0,3-3-7 0,-1 1 2 16,4-2-3-16,2 2-1 0,-3 1 2 0,4-4-1 15,-4 3 3-15,-1 0 1 0,-7 3-4 0,-1-2-2 16,-10 3 0-16,0 1 3 0,-6 0 1 0,-1-1-1 16,-6 3 5-16,3-1 9 0,-3 1 6 0,-5 0-4 15,11-3 5-15,-11 3 0 0,7-2 9 0,-4 1-19 16,-3 1 1-16,3-2-17 16,-3 2-12-16,0 0-22 0,6-2-22 0,-6 2-37 15,0 0-34-15,0 0-43 0,0 0-44 0,-3 10-50 16,3-10-280-16,0 0-590 0,-4 4 261 0</inkml:trace>
  <inkml:trace contextRef="#ctx0" brushRef="#br0" timeOffset="87452.73">10851 8215 199 0,'0'0'211'0,"0"0"-2"0,-4-2 2 0,4 2-17 15,0 0-6-15,0 0-2 0,0 0-8 0,0 0-6 16,0 0-8-16,0 0-5 0,0 0-15 0,0 0-10 15,0 0-14-15,0 0-14 0,0 0-11 0,0 0-7 16,0 0-12-16,0 0-6 0,17-2-10 0,-6-1-6 16,2 3-6-16,4 3 0 0,2-1-9 0,1 1-5 15,1 1-6-15,5 2 0 0,1 0-7 0,-4 2-2 0,-5-1 0 16,9 4-3-16,-8 0-4 0,-2 0-8 0,1-1-2 0,-5 3-5 16,-1 4-1-16,-3 0-5 0,-4 2 1 0,-1 4 0 15,-9 5-4-15,-1-3 2 0,-6 2 2 0,-5 0-2 16,-3 0 3-16,-1-5-2 0,-1 0 5 0,-4-3 2 15,4 1 2-15,3-3 1 0,0-6 8 0,-4 4-1 0,8-5 1 16,-1 0-1 0,6-4 1-16,1-2 0 0,3 2 1 15,-1-3 0-15,2 0 12 0,3-1 14 0,-1 0 1 16,1 1 4-16,2-3-2 0,0 0-2 0,0 0 5 0,15 0 10 16,-4-3-10-16,4 1-3 0,4-3-2 0,2 2-4 15,-1-3-4-15,1 2-2 0,6 0-4 0,-4 0-3 16,-5 0 11-16,1 2-17 0,-1 0 1 0,-4 0-12 15,-4 2-17-15,2-3-26 0,-6 3-25 0,1-2-25 0,-7 2-28 16,9-1-24-16,-9 1-21 0,6-2-33 0,-6 2-95 16,0 0-179-16,-3-4-508 0,3 4 225 0</inkml:trace>
  <inkml:trace contextRef="#ctx0" brushRef="#br0" timeOffset="88270.29">11422 8289 156 0,'10'-3'266'16,"-1"-1"-25"-16,4 1-18 0,1 3-19 0,3 0-20 15,2-2-22-15,-1 6-16 0,0-2-14 0,-1 5-12 16,1 1-13-16,0 2-11 0,-2 0-9 0,0 3-10 15,-3 2-6-15,-3 2-4 0,-1 1-9 0,-5 1-4 16,0 0-5-16,-7 5-7 0,2 1-1 0,-7-6-6 16,-1 5-1-16,-5 1-6 0,1-4-2 0,0-4-1 15,0-1 6-15,-1-3 0 0,1-1 2 0,-2 0-7 0,3-4 5 0,3-2 8 16,-1 0 9-16,4-2 6 0,-1-1 20 0,3 1 22 16,2-1 33-16,-1 0 28 0,3-3 6 0,0 0-18 15,-4-12-17-15,8 5-16 0,4-3-12 0,5-7 0 16,3-3-26-16,5-3-5 0,0 0 1 0,5-5-18 15,11-11-11 1,-5 5-10-16,9-2 2 0,-4 4-13 0,-8 7 1 16,1 4-7-16,-4-3 11 0,1 0-16 0,-4 3 3 0,0 3 4 15,-6 3 1-15,-4 3 17 0,-3 2-5 0,-1 3 5 16,-4-2 5-16,0 6 1 0,-1-4 4 0,0 2-14 16,1 2 7-16,-1 1-11 0,-2-1-5 0,0 1-15 15,-2 2-8-15,0 0-10 0,0 0-1 0,0 0-8 16,-17 10 1-16,8-1 4 0,-1 2-3 0,-7 5 5 15,2 3-4-15,-3 2 8 0,0 2-2 0,4-1 2 0,2 3-5 0,2 3-23 16,5-5-5-16,-1 3-6 0,2-9-4 0,4 2 0 16,1 0 4-16,0-1 9 0,3-1 2 0,4-1-1 15,2-2 10-15,3-3 5 0,1-2 3 0,5-1 2 16,-1-4 3-16,4 0-1 0,6-3 8 0,-6-2-7 16,10-3 3-16,-2-1 5 0,-2-4-1 0,3-1 6 15,-4-3 0-15,-3-1 1 16,3-5 13-16,-5 4 17 0,2-4 8 0,-5 1 10 15,-5 5 18-15,1-2 6 0,-3 0 12 0,-2 1 16 16,3-1 5-16,-8 3 10 0,3 2 11 0,-3 0 3 0,0 2 9 16,0-1-1-16,-1 3-4 0,-4-1-4 0,4 4-15 15,-3-2-12-15,3 2-13 0,-4-1-13 0,0 4-16 16,1-3-25-16,-1 3-29 0,0 0-31 0,0 0-23 0,0 0-1 16,0 0 9-16,4 11 0 0,-5 1 11 0,1 0 1 15,-4 2-3-15,4 5 4 0,-1 6 3 0,-2 0 3 16,3 0-4-16,-1 2 9 0,1 0 5 0,1-8 0 15,-1 2-1-15,3-1 3 0,-2-3 3 0,-1 0 1 16,5-1 3-16,-2 0 1 0,-2-7 2 0,3 3-1 16,-3-7 2-16,0 2 0 0,2 1 0 0,-2-6 1 15,-1 2 0-15,3 1 3 0,-2-2 1 0,-1-3-6 0,1 4-3 0,-1-4-1 16,2 3-5-16,-2-3-6 0,0 0-15 0,6 1-23 16,-6-1-24-16,10-4-52 0,-2 3-50 0,1-6-59 15,0-1-66-15,5-4-102 0,-5 5-301 0,7-8-766 16,-4 1 339-16</inkml:trace>
  <inkml:trace contextRef="#ctx0" brushRef="#br0" timeOffset="89341.09">12303 8078 86 0,'0'0'288'16,"0"-7"-5"-16,0 3-8 0,0 4-4 0,2-6-21 0,-2 3-3 15,0 3 3-15,0-5-30 0,5 1-6 0,-5 1-3 16,0 3-3-16,0-5-10 0,0 5-7 16,0-5-10-16,0 5-13 0,1-4-15 0,-1 4-16 15,0 0 0-15,4-4-21 0,-4 4-16 0,0 0-7 0,0 0-14 0,1-3 4 16,-1 3-23-16,0 0-11 0,0 0 6 0,0 0-10 16,0 0-8-16,0 0 2 0,0 0-6 0,0 0-7 15,0 0-3-15,0 0-4 0,0 0 1 0,0 0-8 0,0 0 4 16,0 0-1-16,0 0-13 0,0 0-1 15,0 0-7-15,0 0 0 0,0 0 1 0,0 0-7 16,0 0 2-16,0 0 1 16,3 10-2-16,-3-6 2 0,1-1-5 0,2 2 14 15,-2-1-1-15,-1 2-7 0,0-2 3 0,0 1 0 16,1-1-3-16,-1 0 7 0,3 0-11 0,-2-1-4 16,2 0 5-16,-3-3-12 0,1 6-2 0,-1-6 5 15,0 3-4-15,0-3 8 0,0 0 1 0,0 3 8 16,0-3 2-16,0 0 5 0,0 0 3 0,0 0 2 15,0 0-3-15,0 0 3 0,0 0-7 0,0 0 8 0,0 0-6 0,0-12 0 16,0 7 1-16,0 1-13 0,0-2 10 0,0-2-2 16,0 3 4-16,-1-5 3 0,-2 0-2 0,3 1 1 15,-1 0-11-15,1 1 11 0,0 1-1 0,-3-3 9 16,2 0-7-16,0 4 10 0,1-2 12 0,0 1 4 16,-3-2 5-16,3 2 7 0,0 1-2 0,-1-2 3 15,2 1 5-15,-1 1 6 16,0 1 9-16,0-1 1 0,3 1-1 0,-3-1 4 15,1 3 6-15,-1-2-3 0,0 1 3 0,1 1-5 16,-1 3-7-16,0-5-5 0,0 5-4 0,0 0-8 16,0-7-5-16,0 7-2 0,0 0-3 0,0 0-6 15,3-2-3-15,-3 2-5 0,0 0-1 0,0 0-5 16,0 0-9-16,0-5 1 0,0 5-2 0,0 0-12 16,0 0-21-16,0 0-24 0,0 0-15 0,0 0 7 0,0 15 7 0,0-3 3 15,1 5 1-15,3 1 2 0,-4 11 10 0,0 6 5 16,0-2-2-16,3 3 7 0,-3 8 4 0,-3 3 2 15,3-14 4-15,-1 5 7 0,2-1-4 0,-1-4 1 16,0 4 4-16,3-3 0 0,-1 1 5 0,3-1-1 16,-1-4-1-16,0-3 10 0,1 1-9 0,-1-1 2 15,0-8 2-15,-3-1 3 0,3-1-4 0,1-2-2 0,-1 2-4 16,-3-6 4-16,3-1 7 0,-1 0 1 0,-1-1-3 0,1-2 0 16,-2 0 0-16,2-1 15 0,-2-1-11 0,1-1 2 15,1 2 1-15,-2-4 12 0,3 1 2 0,0 0 2 16,0-1 0-16,-1-1 3 0,3 0 0 0,-6-1-4 15,17-1 2-15,-5-2-15 0,6-4-34 0,6-4-54 16,-1-3-73 0,4-1-80-16,1-2-105 0,0-7-417 0,-1 2-818 15,0 2 363-15</inkml:trace>
  <inkml:trace contextRef="#ctx0" brushRef="#br0" timeOffset="89676.62">12170 8340 296 0,'0'0'297'16,"-8"-1"-8"-16,8 1-9 0,0 0-9 0,-9 0-9 15,9 0-3-15,0 0-10 0,0 0-11 0,0 0-7 16,0 0-15-16,0 0-10 0,-6-2-17 0,6 2-10 0,0 0-20 16,0 0-13-16,23-6-17 0,-4 3-11 0,9-3-13 15,9-1-7-15,14-1-16 0,3 0-24 0,3 1-48 0,3-2-47 16,0 3-60-16,-1-1-81 0,-3 1-100 0,-17 2-352 15,0-3-682-15,-2 1 302 0</inkml:trace>
  <inkml:trace contextRef="#ctx0" brushRef="#br0" timeOffset="90097.29">13036 8439 58 0,'0'0'279'0,"0"0"-1"0,-5 2 1 16,5-2 5-16,0 0-1 0,-4 2-7 0,4-2-22 15,0 0-18-15,0 0-14 16,0 0-28-16,0 0-17 0,0 0-16 0,24-7-15 15,-3 4-14-15,-1 0-16 0,8-3-7 0,4 1-3 16,0-1-25-16,9 1-8 0,-5-1-29 16,0-1-24-16,-2 2-27 0,-1-2-33 0,-2 2-32 15,-4 1-33-15,-11-1-44 0,1 0-49 0,-3-1-67 0,-6 4-231 0,-4-5-536 0,-2 5 237 16</inkml:trace>
  <inkml:trace contextRef="#ctx0" brushRef="#br0" timeOffset="90311.45">13235 8228 356 0,'-1'-4'448'0,"0"-1"11"0,1 1 6 15,0 4 6-15,-3-4-18 16,3 4-19-16,0-4-38 0,0 4-47 16,0 0-37-16,0 0-40 0,0 0-34 0,0 0-37 0,0 0-44 15,0 0-21-15,5 13-27 0,-1 4-12 0,0 7-10 16,1 5-21-16,4 6-11 0,0 11-35 0,-4-10-48 15,2-2-49-15,1 3-61 0,-1 8-56 16,-3-10-57-16,-3 1-73 0,-2-2-438 0,1-3-825 0,3-5 366 0</inkml:trace>
  <inkml:trace contextRef="#ctx0" brushRef="#br0" timeOffset="91059.46">14144 8061 97 0,'1'-7'325'0,"0"2"-17"0,1 1-9 0,-1-1-3 0,0 1-26 16,1 3-20-16,-2 1-15 0,1-7-43 16,-1 7-19-16,0 0-18 0,1-3-19 0,-1 3-20 15,0 0-15-15,0 0-5 0,3 12-12 0,-2-2-8 0,0 6-11 16,2 3-8-16,-6 7-3 0,1 2 4 0,0 4-16 15,2-1-5-15,-3 2 8 0,0 0-15 0,2 3-9 0,2 0 15 16,-1-2-11-16,4 0-5 0,0-3 7 0,1 1-12 16,1-5 2-16,-1-2-5 0,2-5-1 0,-2-3 4 15,0-2 0-15,1-3-1 0,1-2-2 0,-2-1 4 16,1 1 2-16,-1-3 7 0,1 0-10 0,2-2 9 16,-1-2-6-16,-1 1-1 0,2 1 3 0,3-5-9 15,0-2-11-15,1-1-23 16,1-1-30-16,5-1-31 0,-1-2-45 0,-1-3-64 15,6-6-83-15,-8 4-265 0,1-2-586 0,2 0 260 16</inkml:trace>
  <inkml:trace contextRef="#ctx0" brushRef="#br0" timeOffset="91290.99">14039 8306 256 0,'-5'1'356'0,"1"-1"-19"16,4 0-11-16,-8 0-19 0,8 0-20 0,0 0-32 0,0 0-22 16,0 0-25-16,0 0-23 0,15-6-21 0,2 3-32 15,10-2-25-15,8 1-42 0,-1 0-45 0,6-1-46 16,12-1-64-16,-2 0-70 0,0-1-96 0,-14 3-195 15,-3-3-490-15,0-1 217 0</inkml:trace>
  <inkml:trace contextRef="#ctx0" brushRef="#br0" timeOffset="91707.4">14558 7865 244 0,'0'0'367'0,"1"-7"-18"0,-1 5-21 16,0 2-23-16,4-8-29 0,-2 4-25 0,1 1-26 0,3 1-25 15,2 2-26-15,2-4-17 0,2 4-16 0,-1 1-16 16,3 2-12-16,-1-1-15 0,4 5-11 0,-6 1-7 16,1-3-5-16,-2 4-15 0,-1 3-4 0,1 1-12 0,-3 3-10 15,-4 1-3-15,1-2-7 0,-5 4-2 16,-3-1 0-16,-1 1-5 0,-4 0 0 0,4-2-9 16,-3-3 6-16,1 0-2 0,0-3-2 0,2-4-1 0,-1 2-2 0,3-4-8 15,-1-2 13-15,2 1-4 0,-1 1 2 0,3-2 4 16,0-3 2-16,-2 4-5 0,2-4 0 0,2 4 0 15,-2-4-2-15,13-3-1 0,2 1-20 0,2-3-30 16,3-1-40-16,10-1-50 0,-2-3-51 0,-1 0-62 0,-2 0-322 16,1-2-612-16,-1-2 271 0</inkml:trace>
  <inkml:trace contextRef="#ctx0" brushRef="#br0" timeOffset="91960.72">14986 7682 130 0,'-3'-4'318'0,"2"0"-29"0,-1 1-35 16,2 3-27-16,-3-3-29 0,3 3-18 0,0 0-19 0,14 13-18 0,-2 0-16 15,1 3 1-15,7 13-11 0,10 10-9 0,-1 4 6 16,1 6-15-16,2 4-2 0,-1-2-1 0,12 28-6 16,-16-25 7-16,6 21-1 0,-13-17-9 0,-1-1 1 15,-3 25-10-15,-12-25-12 0,-4 4-3 0,-7-4-3 16,-4 0-8-16,-8 0-11 0,-5-1 7 0,-6-5-9 15,-9-2 7-15,-1-6-9 16,-24 16 3-16,11-21 0 0,-23 10-7 16,-3-9-30-16,16-14-35 0,-26 9-64 0,-6-4-96 0,1-12-403 15,3-2-646-15,23-13 286 0</inkml:trace>
  <inkml:trace contextRef="#ctx0" brushRef="#br0" timeOffset="92662.03">15226 7362 222 0,'-9'0'253'0,"9"0"-7"0,0 0-9 15,-7 4-5-15,7-4-7 0,0 0-10 0,0 0-8 16,-7-4-9-16,7 4-10 0,0 0-13 0,0 0-16 16,0 0-6-16,0 0-4 0,0 0-11 0,-5-1-13 15,5 1-12-15,0 0-5 0,0 0-13 0,0 0-6 16,0 0-8-16,0 0-7 0,32-1-6 0,-5-2-6 16,7 2-11-16,5-3-40 0,14-1-54 0,5-3-47 0,-3 4-61 0,1 1-73 15,-4-4-94-15,-13 3-190 0,-2-4-551 0,-4 0 244 16</inkml:trace>
  <inkml:trace contextRef="#ctx0" brushRef="#br0" timeOffset="93210.8">15907 7071 315 0,'0'0'295'0,"2"-5"-17"0,-2 5-31 0,5-5-18 15,-1 1-23 1,2 4-22-16,0-1-15 0,4-1-19 0,3 1-15 16,-1 2-11-16,1 1-15 0,0-1-11 0,0 3-11 15,1 1-8-15,-1 0-10 0,0 1-9 0,-3 1-3 16,-1 2-11-16,-1-2-2 0,-2 4-10 0,1-1-2 16,-5 1-5-16,-2 6-7 0,-1-5 1 0,0 0-5 0,-3 3-7 15,-4-1 7-15,-1-5-2 0,3 2-3 0,-2 0-4 16,-1-3 3-16,4 1-1 0,-3-3 9 0,4-2-14 0,3 1-1 15,-3-3 5-15,3 4-8 0,-4-2 2 0,1 1-3 0,4-4 6 16,0-1-1-16,4 8-4 0,1-4 6 16,0 0-3-16,4 1 3 0,4 2 0 0,1-2-4 15,4 3 1-15,-1-1-2 0,-1 1 2 0,2-1-3 16,0 1 0-16,-1 4-1 0,-1-6 2 0,-2 4 2 0,0-2-1 16,-5 2-3-1,0-3 0-15,-3 1-2 0,-2 0 0 0,0-2 0 16,-4 4 2-16,-4-3-1 0,-1 0 0 0,-4 1 9 15,-5 1-7-15,-1-1-2 0,1 0-3 0,-3 1-2 0,-1-2-4 16,0-2-12-16,2 1-13 0,-2-1-14 16,4-3-32-16,0-1-32 0,2 0-36 0,2-2-54 15,4 0-228-15,-1-3-468 0,6-2 207 0</inkml:trace>
  <inkml:trace contextRef="#ctx0" brushRef="#br0" timeOffset="93511.56">16632 7154 399 0,'6'-5'383'16,"-2"1"-12"-16,1 0-27 0,0 0-20 0,-1 1-32 0,-4 3-21 0,5-2-39 0,-5 2-27 15,4-3-27-15,-4 3-18 0,0 0-17 0,-4 13-16 16,-5 0-15-16,-1 3-10 0,-5 8-9 0,-7 3-9 16,2 4-16-16,-1-2-4 0,-1 2 9 0,2-2-21 15,1 0 7-15,-2-2-21 0,5-1 1 0,0-4-1 16,6 2-6-16,-1-8-8 0,2 1 16 0,2-2-17 15,0-5-1-15,2 1-14 16,1-5 7-16,0 2 7 0,1-3-8 0,1 0 6 16,0-1-5-16,0-1-5 0,-1 0 9 0,2-1-16 15,1-2-5-15,-1 4-7 0,1-4-12 0,0 0-8 16,0 0-24-16,-3 3-18 0,3-3-30 0,0 0-33 16,0 0-45-16,0 0-112 0,0 0-314 0,8-9-656 15,-4 6 291-15</inkml:trace>
  <inkml:trace contextRef="#ctx0" brushRef="#br0" timeOffset="93997.36">16730 7382 261 0,'0'0'271'0,"18"1"-11"15,-8 2-14-15,1 0-15 0,1-2-21 0,-1 3-20 16,0 4-15-16,-1-2-15 0,-1 3-14 0,0 3-13 15,-3 1-12-15,0 3-12 0,-1 1-7 16,-3 3-14-16,-4-1 2 0,-1 6-14 0,-7-1-9 0,0 0-6 16,1 0-9-16,-2-7-1 0,0 0-10 0,3-1 2 0,-2-3-5 15,0-1-3-15,0-2-5 0,2 1-3 0,-1-3 0 16,3 0 8-16,1-3-19 0,1 0 4 0,0-1-3 0,1 0-3 16,2 0 20-16,-3-3 5 0,4-1 12 0,-5 6 11 15,5-6-1-15,-1 4 3 0,1-4 2 0,0 0 5 16,0 0-6-16,-4 2-1 0,4-2-2 15,0 0-14-15,-1 3-3 0,1-3-8 0,0 0-2 0,0 0 6 16,-4 2-10-16,4-2 5 0,0 0-12 0,0 0 2 16,0 0-2-16,0 0 4 0,0 0 10 0,0 0-1 0,0 0-1 15,0 0 6-15,0 0 5 0,0 0 4 0,0 0 5 0,0 0 9 16,0 0-1-16,0 0 0 0,0 0-3 0,15 1-3 16,-2-4-7-16,10 0-1 0,10 1-9 0,6-2-3 31,18-4-1-31,3 4-5 0,7-3-3 0,27 6-2 15,-30-3-3-15,5 1-5 0,-6 0 0 0,-2-1 0 0,-11 1-5 16,-12 0 3-16,-5 1-4 0,-5 0 7 0,-10 2 3 16,-4-1 8-16,-2 0 1 0,-2 1 10 0,-2 0 8 15,-3 0 4-15,-5 0-2 0,9 0-2 0,-9 0-11 0,8-3-17 16,-8 3-8-16,5 0-44 0,-5 0-77 0,0 0-90 16,0 0-86-16,-25 0-102 0,11 0-438 15,4 3-890-15,-2-3 394 0</inkml:trace>
  <inkml:trace contextRef="#ctx0" brushRef="#br0" timeOffset="94867.55">18340 8228 128 0,'-7'0'320'0,"7"0"-11"0,-6 0-10 0,6 0 7 15,0 0-29-15,0 0-16 0,0 0-10 0,0 0-16 16,0 0-21-16,-8 0-21 0,8 0-17 0,0 0-20 0,0 0-20 16,19-5-22-1,0 1-32-15,1 1-42 0,11-2-37 0,1 2-62 16,4-1-55-16,-3 2-74 0,0-3-71 0,0 5-221 16,-5-1-520-16,-6 0 230 0</inkml:trace>
  <inkml:trace contextRef="#ctx0" brushRef="#br0" timeOffset="95006.86">18450 8436 254 0,'-5'7'264'0,"0"-2"-28"0,1-2-19 0,0 2-23 0,4-2-15 15,0-3-14-15,8 1-10 0,5 0-17 0,10-3-17 16,11-4-12-16,16-1-44 0,10 0-74 0,5-7-100 16,2 3-222-16,26-8-356 0,-32 6 158 0</inkml:trace>
  <inkml:trace contextRef="#ctx0" brushRef="#br0" timeOffset="95753.07">19941 7640 168 0,'0'0'185'0,"-5"-1"-16"0,5 1-11 16,0 0-10-1,0 0-16-15,-10 1-12 0,10-1-12 0,0 0-11 16,0 0-14-16,-4 3-8 0,4-3-8 0,0 0-3 0,0 0 0 15,2 4 4-15,-2-4 13 0,12 2 6 0,1-1 0 16,6-1-1-16,13 0-9 0,3-1-3 0,2-3-8 16,3 2-8-16,14-5-5 0,0 6-7 0,-2-5-1 15,-16 5-7-15,-1-2-4 0,-2 1-5 0,-5 0-16 0,-8 1-26 16,-2 2-23-16,-5-1-37 0,-3 0-39 0,-3 1-5 16,-6 0-48-16,-1-1-179 0,-10 6-373 0,-1-2 164 15</inkml:trace>
  <inkml:trace contextRef="#ctx0" brushRef="#br0" timeOffset="96290.23">19829 7732 166 0,'0'0'280'0,"0"0"-31"0,-4 3-28 0,4-3-24 16,0 0-22-16,-1 5-22 0,1-5-15 0,0 6-17 0,0-2-11 15,1 3-9-15,3 2-18 0,1 3-5 0,1 3-11 16,2 2-5-16,1-3-5 0,1 2-5 0,8 4-6 0,-3-5-6 16,3 2-1-16,5-1-2 0,3-1-3 0,1 0-4 0,1-2-3 0,2-2 0 15,1-1-2-15,2-3-3 0,-2-1-2 0,-3-2-4 16,-6-3 1-16,6 0-3 0,-9-1 5 0,3-1-8 16,-4-4 0-16,2 1 12 0,-6 0 13 0,0-1 28 15,-3 1 5-15,-1 0 14 0,-3 0 18 0,2-3 20 16,-1 5 4-16,-4-2 8 0,2 2-5 0,-2-1-4 31,-3-1-14-31,-1 4-14 0,7-4-18 0,-7 4-18 16,4-1-31-16,-4 1-31 0,0 0-3 0,-3 14 11 15,-1 1-11-15,-10 6 3 0,0 7-3 0,-8 6 4 0,-4 7 3 0,-4 5-6 0,-2 1 1 0,0 2 3 16,2-1-4-16,0 4 5 0,1-2 1 0,2-1-2 31,-1-1 5-31,4 1-7 0,-1-6-1 0,4 3 3 0,5-12 4 0,-3-3 0 16,6-2-4-16,2-4-1 0,-1 1-5 0,3-8 7 15,1 0 0-15,1-4-2 0,3-3-1 0,-1 1 4 16,1-8-2-16,2 4 4 0,0-2-2 0,2-1 9 16,-5-1 9-16,4 1-3 0,1-3 10 0,0 2-2 15,0-4 9-15,-2 5 4 0,2-5 17 0,0 0 3 16,-4 1 2-16,4-1-15 0,0 0-5 0,0 0-4 0,0 0-3 0,-3 4-13 16,3-4-28-16,0 0-30 0,0 0-33 0,0 0-35 15,0 0-43 1,0 0-56-16,0 0-71 0,0 0-91 0,0 0-202 15,0 0-617-15,-9-5 274 0</inkml:trace>
  <inkml:trace contextRef="#ctx0" brushRef="#br0" timeOffset="96640.1">19894 8961 54 0,'-9'3'216'0,"-4"1"-16"0,3-2-7 16,2 1-2-16,3 0-11 0,0-1-9 0,0 1-6 15,5-3-15 1,-7 0-5-16,7 0-6 0,-6 2-10 0,6-2-11 16,0 0-6-16,0 0-7 0,0 0-4 0,0 0-12 15,32-2-9-15,-4-4-9 0,4-3-9 0,4 4-1 0,17-9-9 16,-1 2-4-16,5-1-4 0,2 1 13 0,30-5 11 15,-28 6 7-15,0 0 6 0,-3-2-7 16,-3 5-5-16,-4 0-8 0,-17 2-3 0,-3 2-6 16,-11 3-7-16,-2-4 0 0,-3 5-5 0,-4-1-9 0,-4 0 3 15,5-2 6-15,-7 2-9 0,1 1 4 0,-2-1-13 16,-4 1 3-16,8-3-5 0,-8 3-15 0,0 0-16 16,0 0-31-16,0 0-39 0,0 0-51 0,-23-1-70 15,11 0-91-15,2-5-222 0,2 2-555 0,1-1 245 0</inkml:trace>
  <inkml:trace contextRef="#ctx0" brushRef="#br0" timeOffset="97387.86">21292 7800 278 0,'0'-4'355'16,"0"1"-23"-16,0 3-14 0,-1-7-39 0,1 7-30 15,0-4-30-15,0 4-21 0,0 0-26 0,0 0-24 16,0 0-13-16,0 0-13 0,5 11-13 0,-3-1-16 16,1 8-6-16,-1 5-5 0,0 8-17 0,-1 1-7 0,-2 3-5 15,-1 12-3-15,-4-4-8 0,-1 4-3 0,0-12-2 16,2 2-7-16,-3-3 1 0,3 1-5 0,-4-3 10 0,3 2 4 16,3-2-4-16,-1-3 1 0,3-1-14 0,0-3 2 15,1 0-7-15,0-7 5 0,1-2-8 0,-2 2 2 16,2-9 0-16,-1 2-6 0,0-2 5 0,0-1-1 15,0-4-5-15,0 3 2 0,-1-3 7 0,1 0 16 16,0-4 3-16,0 7 17 0,1-5 9 0,-1-2 8 16,0 3 13-1,0-3-17-15,0 0 6 0,4 3 0 0,-4-3-4 16,0 0-10-16,14-2-8 0,-4-1-4 0,7-3-36 0,3-3-54 16,7-1-60-16,0-1-52 0,2 1-68 0,-1-2-86 15,3-3-352-15,-4 4-714 0,3-5 316 0</inkml:trace>
  <inkml:trace contextRef="#ctx0" brushRef="#br0" timeOffset="97905.11">21086 8268 83 0,'-6'1'312'0,"6"-1"-22"0,-5 5-19 0,2-5-17 15,3 0-17-15,0 0-17 0,-5 2-18 0,5-2-11 16,0 0-19-16,-4 1-14 0,4-1-13 0,0 0-14 16,0 0-6-16,0 0-12 0,0 0-4 0,0 0-11 15,0 0-10-15,0 0-7 0,0 0-7 0,0 0-3 0,0 0-10 0,0 0-1 16,0 0-6-16,0 0 3 0,0 0-16 15,0 0-1-15,0 0-2 0,0 0-6 0,0 0-4 16,0 0-4-16,0 0 2 0,0 0-4 0,0 0-4 0,0 0-1 16,0 0-3-16,0 0 2 0,0 0-5 0,0 0 3 15,0 0-3-15,0 0 3 0,0 0-5 0,0 0-4 16,0 0 1 0,0 0 2-16,0 0-7 0,0 0 4 0,0 0-1 0,0 0 3 15,0 0 2-15,0 0 1 0,0 0 2 0,0 0-1 16,18-2 4-16,-18 2 6 0,15-1 3 15,-3-1-6-15,7-2 3 0,8-2-4 0,2 1-2 0,3 0 1 16,4-2 4-16,3 2-9 0,0-2-2 0,12 0-4 16,-14 1 1-16,-1 1 2 0,-3 1-3 0,-3 0 1 15,-10 1-3-15,-1 1 0 0,-7 1 0 0,0 1-3 0,-3-2-4 0,-1 0-14 16,-2 2-6-16,0 0-15 0,-6 0-26 0,5-2 2 16,-5 2-26-16,0 0-23 0,0 0-28 15,0 0-30-15,-23 0-30 0,15-1-38 0,-1 1-291 16,-2-2-574-16,2 0 254 0</inkml:trace>
  <inkml:trace contextRef="#ctx0" brushRef="#br0" timeOffset="98406.21">21751 7671 163 0,'1'-4'356'0,"-1"0"-20"0,2 1-8 0,-2 3-16 15,0-7-31-15,0 7-28 0,3-2-27 0,-3 2-26 16,1-4-26-16,-1 4-22 0,0 0-12 0,0 0-20 16,0 0-13-16,4 13-8 0,-4-6-5 0,3 3-17 15,-3 2-12-15,0 2-4 0,0 3-6 0,-3 3-4 16,2 1-3-16,0-4-4 16,-2 4-5-16,2-3 15 0,-3-2-24 0,3-4-1 15,-3 1 2-15,3-3-4 0,-1-3-7 0,2-3 0 16,-1 3 2-16,1-3 6 0,0 0 49 0,-1-1 24 15,1-3 37-15,0 0-5 0,0 0-12 0,0 0-16 16,16-10-7-16,-5 2-11 0,-4 1-8 0,6-7-6 16,-1 4-14-16,2-2-3 0,-2 0-5 0,-3 6-9 15,4-1-7-15,-4-1-4 0,0 4-5 0,-1 0-4 0,2-1-4 0,-5 3-8 16,5 0-24-16,3 2-21 0,-5 3-23 0,4 0-25 16,0 0-36-16,-2 4-34 0,5 2-34 0,-4-1-52 15,-1 6-64-15,4-2-79 0,-5-1-257 0,1-2-691 16,4 1 305-16</inkml:trace>
  <inkml:trace contextRef="#ctx0" brushRef="#br0" timeOffset="98844">22482 7763 59 0,'1'-6'321'0,"1"-2"9"0,2 1-19 0,-2 0-1 16,0 0-19-16,-1 1 7 0,3-1-16 0,-2 0-7 16,0 6-19-16,-2-3-16 0,1 1-31 15,2-3-20-15,-3 6-21 0,0-4-22 0,0 4-18 0,4-1-21 0,-4 1-22 16,0 0-16-16,0 0-7 0,2 18-11 0,-2 0-6 15,0 9-3-15,-5 5-6 0,0 14 1 16,-1 2-11-16,1 5-6 0,-4-3 2 0,-3-2 5 16,6 2-8-16,-1-5 4 0,2-11-12 0,4 3 2 0,0-4-2 15,-3-4 6-15,5 0-18 0,3-1 7 0,-4-10 8 16,1 1-11 0,-1 1 7-16,0-1 6 0,0-9-5 0,0 1 2 15,0-2-4-15,1 0-8 0,-1-2 15 0,-1-2-10 0,1 0-2 16,1-2-5-16,-1 1 3 0,0-1-9 15,2 1-1-15,-2-4-13 0,2 5-6 0,-2-5-13 16,0 0 9-16,0 0-20 0,0 0-25 0,0 0-45 0,0 0-55 16,-21-12-51-16,16 5-57 0,-1-4-312 0,1-4-646 15,0 3 285-15</inkml:trace>
  <inkml:trace contextRef="#ctx0" brushRef="#br0" timeOffset="99208.87">22520 7390 277 0,'-7'-8'296'15,"1"-2"-11"-15,1 5-26 0,1-2-20 0,-1 3-19 16,3 0-25-16,0-1-26 0,0 3-17 0,2 2-20 16,-4-5-18-16,4 5-5 0,0 0-16 0,0 0-8 15,10 11-13-15,-1-6-5 0,5 6-7 0,3-1-7 16,7 3-5-16,7 3-3 15,3 0-8-15,11 6-2 0,0-2-2 0,-11-5-2 16,3 3 0-16,7 6-1 0,-12-6-4 0,-2 1-5 16,-4 2-6-16,-5-1 15 0,-8-3-16 15,-1 0-2-15,-5 0-3 0,1 0-2 0,-8 2-3 0,-4-3 5 16,-1 0 2-16,-13 6 0 0,-3-4 0 0,-5-1 12 16,0 1-12-16,-6-4 5 0,-3 3-9 0,-1-2 8 15,0-1-5-15,-3-2 0 0,4 1-3 0,-1-1 12 0,3-2-13 0,1 3 1 16,8-3 0-16,3-2-1 0,6-3 2 0,-2 4-3 15,6-4-14-15,2 1-27 0,3-1-22 16,0 1-3-16,4-1-19 0,2 1-32 0,2-2-42 16,7 0-59-16,1 0-251 0,7-1-502 0,1-2 222 15</inkml:trace>
  <inkml:trace contextRef="#ctx0" brushRef="#br0" timeOffset="99791.58">22967 8240 177 0,'0'0'354'16,"0"0"-10"-16,1-5-5 0,-1 5-8 0,0 0-4 0,3-3-21 16,-3 3-27-16,0 0-31 0,4-1-27 15,-4 1-20-15,0 0-30 0,0 0-21 0,0 0-20 16,0 0-14-16,0 0-17 15,0 0-4-15,1 9-12 0,-1-3-14 0,0 5-1 16,0 0-21-16,0 2 5 0,0 4-11 0,0 3-5 16,-4 8 2-16,-1-3-5 0,0 2-3 0,1-1-3 15,-1-2-3-15,-4-2 2 0,7-2-6 0,2-8-4 16,0 0 5-16,-2-1-7 0,2-5 7 0,0 0-3 0,-1 0 11 0,1-2 19 0,-3 1 29 31,6-2 30-31,-3-3 32 0,1 3 23 0,-1-3-9 0,0 0-17 0,0 0-15 0,13-13-9 16,-4 4-13-16,1-1-12 0,2-2-8 0,3-5-9 15,-2 2-7-15,6-3-6 0,-5 5-8 0,0 1-3 16,-5 2-9-16,-2 3-5 0,0 0-5 0,0 3-3 16,-4 0-6-16,3 1-6 0,-3-1-19 0,1 2-13 15,-4 2-2-15,9 7-5 0,-1-1 0 0,-1 2 1 16,1 2-9-16,-1 4 2 16,1 2-1-16,0-1 6 0,1-2 2 0,-5-1 3 15,6 3-20-15,-5-3-21 0,-1-2-26 0,1-1-44 16,-2-2-29-16,-2-2-28 0,3 0-15 0,-3-2-10 15,-1 0-5-15,4 0-51 0,-4-3-93 0,0 0-316 16,0 0-737-16,-4-14 326 0</inkml:trace>
  <inkml:trace contextRef="#ctx0" brushRef="#br0" timeOffset="100408.13">23395 7074 283 0,'2'-5'285'16,"0"1"-12"-16,-1-2-3 0,-1 3-2 15,3-1-10-15,-2 2-8 0,-1 2-17 0,3-7-17 0,-3 7-22 0,0-3-24 16,0 3-21 0,0 0-17-16,1-3-13 0,-1 3-26 0,0 0-26 15,0 0-4-15,0 0-12 0,-5 15-1 16,-3-6-8-16,-2 4-3 0,1 4-9 0,-9 7-1 0,5-1-2 15,-1 0-2-15,3-6-4 0,3 0-2 0,-3-1-3 16,2 1 0-16,0-4-2 0,2-1 0 16,1-2-5-16,0-3 6 0,3 1-5 0,-1-4-3 15,2 1 2-15,-1-1 0 0,2 1 4 0,0-2 2 0,-2-2 3 0,3-1 25 0,-4 4 4 16,4-4 17-16,0 0-18 0,0 0 0 0,0 3 0 16,0-3-8-16,0 0-2 0,0 0-7 15,0 0-22-15,0 0-29 0,0 0-26 0,0 0-42 0,-1 4-51 16,1-4-65-16,0 0-83 0,0 0-283 0,0 0-619 15,11 2 275-15</inkml:trace>
  <inkml:trace contextRef="#ctx0" brushRef="#br0" timeOffset="101109.15">23687 7801 112 0,'1'-5'328'0,"2"1"-24"0,0-2-29 15,0 1-21-15,1-1-27 0,1 2-24 0,0 0-21 16,5 1-18-16,3 0-20 0,0 0-16 0,1 3-8 15,2 0-19-15,2 3-7 0,3 1-9 0,-5 2-13 16,2 1-8-16,-5 0-8 0,2 3-2 0,-2 1-3 16,2 2-24-16,-6 1-3 0,-1 1-2 0,-3 2-1 15,-2 0-3-15,-3 1-1 0,-3 0-1 0,-2 2 2 0,0-4-6 0,-4 2 1 16,-2 0-3-16,-1-2 0 0,-1-4 4 0,-1-1 0 16,4 4 1-16,-1-7 1 0,0-2 7 0,3 0 0 15,1-1 8-15,3 0 5 0,-2-1 21 0,3-3 16 16,-1 2 26-16,2-2 31 0,2-1 29 0,0 0 19 15,0 0-13-15,0 0-18 0,0 0-15 0,4-10-13 16,5 1-14-16,4-3-4 16,3-3-13-16,-2 1-18 0,9-7 0 0,0 0-6 15,1 0-8-15,0 1-4 0,1-1-5 0,-2 4-14 16,-2 1 6-16,-4 5 0 0,-5 1-1 0,-2 3 4 16,-3 2-5-16,1-3-7 0,-3 4-5 0,-1 3-2 15,1-3-11-15,-1 1-12 0,-4 1-28 0,0 2-18 16,0 0-2-16,0 0 8 0,9 9-4 0,-9-1-5 15,0 2 6-15,-1 4 3 0,-1 3 6 0,1 2 0 0,0 1 9 0,-3-1-1 16,4 6-2-16,0-7-1 0,4 2-17 0,0-1-25 16,-2-1-27-16,1-1-29 0,-1-6-29 0,2 2-34 15,0-1-45-15,3-2-57 0,0-3-359 16,-1-2-703-16,1-2 311 0</inkml:trace>
  <inkml:trace contextRef="#ctx0" brushRef="#br0" timeOffset="101347.39">24310 7728 78 0,'0'-4'352'16,"3"0"-32"-16,-2 2-35 0,0-4-32 16,-1 6-29-16,4-1-23 0,-4 1-17 15,13 7-12-15,-4 0-13 0,1 5-9 0,3 4-8 16,2 9-10-16,-2-2-6 0,-2 3-16 0,-1 5-2 15,-3 2-9-15,-3 1-9 0,-5-2-3 0,-4 1-9 0,-3 1-7 16,-5-1-13-16,-3-2-5 0,-6-2-15 16,-1 0-16-16,-7-5-24 0,2 0-23 0,-4-4-29 15,-4-2-33-15,0-5-58 0,1-1-92 0,-2-4-270 0,0-3-550 0,2-5 243 16</inkml:trace>
  <inkml:trace contextRef="#ctx0" brushRef="#br0" timeOffset="101648.55">23972 7496 225 0,'-4'-6'312'0,"-1"1"-26"0,0 2-15 16,-1-1-39-16,0 4-27 0,6 0-22 0,-23 8-22 16,8 5-18-16,-11 7-15 0,-1 5-13 0,-5 17-10 15,-5 5-11-15,2 5-4 0,-10 17-5 0,21-16-6 16,7-2 0-16,4 2-3 0,9-1-6 0,7-3 0 16,7 0-6-16,9-6-3 0,9 0-4 0,9-4-3 15,8-5-16-15,5-6-48 16,5-4-91-16,8-6-157 0,-1-2-228 0,30-7-526 15,-32-6 233-15</inkml:trace>
  <inkml:trace contextRef="#ctx0" brushRef="#br0" timeOffset="102966.98">25601 7990 192 0,'0'0'185'0,"-8"0"-8"0,8 0-11 0,-5 1-14 16,5-1-11-16,-8 2-8 0,8-2-13 0,0 0-9 15,0 0-8-15,0 0-9 0,0 0-8 0,0 0-4 16,-7-3 0-16,7 3-2 0,0 0 1 16,0 0 6-16,0 0-1 0,0 0 1 0,0 0 1 0,0 0 0 15,0 0-1-15,0 0-4 0,0 0-1 0,0 0 1 16,0 0-4-16,0 0 1 0,0 0-6 0,0 0-6 15,0 0-6-15,-8 0-2 0,8 0-9 0,0 0-3 0,0 0-7 0,0 0 0 16,0 0-3-16,0 0-7 0,0 0 1 0,28-4-6 16,-9 0 0-16,17-1-12 0,16 0-5 15,8-2-2-15,7-1-3 0,24-3 4 0,-2 3-5 0,-26 4-5 16,3-1 5-16,-4 0 0 0,0 0 2 0,-6 3-7 16,-5 1 4-16,-15 1 1 0,0-1-1 0,-8 0 2 31,-5 0-1-31,-10 1-12 0,1-2-10 0,-4 2 4 15,-2 0 1-15,-2 0-8 0,1-3 6 0,-7 3-23 0,0 0-19 16,0 0-14-16,0 0-16 0,0 0-13 0,-26-4-15 16,13 4-12-16,2 0-26 0,-1-1-25 0,2-2-41 0,-3 2-169 15,3 1-420-15,5-2 186 0</inkml:trace>
  <inkml:trace contextRef="#ctx0" brushRef="#br0" timeOffset="103282.87">26580 7671 64 0,'-4'-4'293'0,"0"0"-33"0,3 2-23 16,1 2-25-16,-4-4-28 0,4 4-19 0,0 0-17 16,0 0-12-1,0 0-19-15,0 0-10 0,9 17-11 0,0-6-5 16,5 2-12-16,6 7-3 0,3 1-2 0,4-2-5 15,-1 2 0-15,-2 1-3 0,1 1-5 0,1 0-7 0,-6 0-5 16,0-1-6-16,-4 1 5 0,-7-7-14 0,0 2 0 16,0-3 0-16,-8 1-4 0,-1 0-1 0,-5-1 2 15,0-2 2-15,-6 0-7 0,0 1 2 16,-8-2-6-16,0-1 0 0,-3 1 1 0,2-2-5 0,1-2-4 16,1 1-9-16,1-3-6 0,4-1-20 0,2-1-15 0,-1-1-26 0,2-1-28 15,4 1-24-15,-2 0-56 0,3-2-279 16,5-1-484-16,0 0 215 0</inkml:trace>
  <inkml:trace contextRef="#ctx0" brushRef="#br0" timeOffset="104870.31">28112 7615 143 0,'0'0'200'0,"0"0"-8"0,0 0-11 16,0 0-9-16,0 0-10 0,0 0-13 0,0 0-14 0,0 0-11 15,-13 2-14-15,13-2-10 0,0 0-6 0,0 0-7 16,0 0-3-16,0 0-10 0,0 0-3 0,0 0-7 0,0 0-2 16,0 0-6-16,0 0-5 0,0 0-3 0,0 0-4 15,0 0-3-15,0 0-2 0,0 0-1 0,0 0-9 16,0 0-6-16,0 0 0 0,0 0-1 0,0 0 0 15,0 0-2-15,0 0 3 0,0 0-8 0,0 0 1 0,19-1-2 16,-11 0-5-16,-8 1 2 0,11-1-2 0,-6 0 2 16,3-1 2-16,-2 2-5 0,2-3 1 0,-3 2 5 15,0 0 12-15,2-2 11 0,0 2 8 0,-3-5 14 16,1 6 9-16,-1-2 7 0,-4 2-2 0,5-2 3 16,-2 0 1-16,-3 2-7 0,4-3-10 0,-4 3-13 0,0 0 3 15,0 0-13 1,0 0-6-16,-26 4-3 0,8 0-2 0,-3 3-4 15,-5 2-3-15,-3 5-3 0,4 0-3 0,-4 3-2 16,1 1 0-16,2-1-5 0,2 4 1 0,2-1-1 16,4 1-5-16,3-6-11 0,5 3 2 0,3-1 0 15,1 1 3-15,1-3 5 0,5 2 0 0,3 0 6 16,5-2 5-16,1-4 10 0,4 1-3 0,1 1 5 16,5-5-3-16,-1-2 3 0,12 4-1 0,-1-6 4 0,0 0-9 0,0 0 7 15,-8-1-4-15,-3-3 0 0,1 0-2 0,0 2 0 16,-7-2 12-16,-3 0 13 0,-3 0 4 0,3 0 14 15,-4 0 3-15,-5 0 8 0,9-1-5 0,-9 1-9 16,7-3 3-16,-7 3-3 0,6 0-9 0,-6 0-14 16,0 0-4-1,0 0-14-15,0 0-11 0,0 0-9 0,0 0-21 16,8 2-24-16,-8-2-7 0,0 0-30 0,0 0-26 0,0 0-43 16,0 0-65-16,0 0-39 0,0-8-22 0,0 8-309 15,-3-7-636-15,3 2 282 0</inkml:trace>
  <inkml:trace contextRef="#ctx0" brushRef="#br0" timeOffset="105301.84">28076 7331 132 0,'-29'-8'243'0,"2"2"-10"0,-4 2-16 0,4 4-18 16,-1 0-12-16,-2 5-14 0,-1 1-17 0,-1 5-18 15,0 6-11-15,-12 8-13 0,12-3-12 0,-11 11-10 16,3 5-8-16,2 2-10 0,1 8 0 0,5 2 5 16,4-1 9-16,6 1-2 0,3 0-1 15,6-4-1-15,3 0-3 0,8-9 4 0,2-2-11 0,4-2 10 16,7 2-1-16,4-4 3 0,6 1 3 0,13 2 14 0,5-2 1 15,8-7 6-15,0-3 4 0,8-2 2 0,5-8-2 16,3-1-1-16,26-3 0 0,-29-6 9 0,2-4 5 0,3-3 8 16,-4-3 2-16,-2-3-3 0,-2-3 8 0,-4-6-3 15,-5-2 3-15,-7-2-3 0,0-5-10 0,-5-7-11 16,-2-5-12-16,-9-4-17 0,-5-3-17 16,-5-5-14-16,-7-5-16 0,-7 1-10 0,-6 3-5 0,-5 6-7 0,-8 4-4 15,-9 1-12-15,2 14-21 0,-18-3-34 0,-10 7-53 16,-35-1-59-16,-9 11-57 0,-11 14-36 0,-8 8-59 15,0 10-100-15,-13-1-357 0,1 4-834 0,5-5 369 0</inkml:trace>
  <inkml:trace contextRef="#ctx0" brushRef="#br0" timeOffset="109874.87">2141 10747 28 0,'0'-5'252'0,"0"-4"-8"0,0 4-10 0,-2-6 2 16,2 4-3-16,0-2-8 0,0 2 5 0,-3 2-15 15,3-2-7-15,0 2-23 0,0 0-6 0,0 1-27 16,0 4-11-16,0-6-20 16,0 6-22-16,0-5-31 0,0 5-39 0,0 0-22 15,0 0-2-15,0 0 0 0,0 25-4 0,3-6 4 16,-3 12-2-16,-3 5 0 0,2 11 18 0,-3 2 0 15,0 1-3-15,3-3 1 0,-2-11-8 0,2 0 0 16,1-2-2-16,4-1 1 0,-3-5 2 0,3 0-2 16,0-4 0-16,-3-7-17 0,-1 0-8 0,3-5-13 15,-1-3-17-15,-1 2-15 0,-1-4-5 0,3-3-1 0,-3 2 9 16,0-1 8-16,0-4-12 0,0-1-61 0,0 0-60 16,0 0-236-16,-9-12-451 0,8 5 200 0</inkml:trace>
  <inkml:trace contextRef="#ctx0" brushRef="#br0" timeOffset="110228.86">1992 10611 242 0,'-3'-5'283'0,"-1"1"-26"16,3-1-24-16,0 4-27 0,1 1-24 0,0 0-19 15,-4-6-22-15,4 6-15 0,0 0-9 0,10-1-17 16,2 2-11-16,7 5-11 15,6 0-7-15,6 6-8 0,2-2-5 0,3 6-9 16,9 6-4-16,-1 2-2 0,-12 0-5 0,8 4 0 16,-16-2-7-16,3 3-6 0,-5 0 0 15,-3 2-3-15,-6-1-3 0,-3 4 0 0,-5 2-1 0,-2 0-1 16,-7 2-4-16,-7-5 3 0,-9 9-3 0,1-12-2 16,0-2 4-16,-3-1 5 0,-1 0 0 0,-2-6-1 15,-1-1 4-15,4 1-2 0,-1-5-1 0,2 0 3 0,4-5-5 16,2 0 1-16,3-4 0 0,3-2-2 0,-1 0 0 0,5-2 0 15,1 0-2-15,-2-1 1 0,3 2 6 16,-2-3 2-16,5-1-4 0,-4 2 1 0,4-2-23 16,0 0-27-16,0 0-31 0,23-11-38 0,-8 4-33 15,6-2-39-15,7-4-21 0,1-1-235 0,3-1-462 0,3 1 204 16</inkml:trace>
  <inkml:trace contextRef="#ctx0" brushRef="#br0" timeOffset="110476.08">2873 10943 71 0,'3'-4'386'0,"-1"-1"-19"0,0 2-20 15,-2 3-13-15,1-5-6 0,-1 5-27 0,0 0-22 0,5-5-32 16,-5 5-27-16,0 0-32 0,1-3-35 0,-1 3 5 16,0 0-49-16,0 0-2 0,0 0-10 0,4 12-11 15,-4-2-5-15,2 2-4 0,-2 5-18 0,0 0-9 16,0 2 7-16,-2 1-2 0,4-1-10 0,-4-1-19 15,5 1-21-15,-3 1-2 0,-1-3-33 0,2 0-13 16,-2-6-12 0,-1 0-27-16,1 0-19 0,0 0-23 0,-1-1-19 15,0-2-10-15,-3 1-14 0,-2-3-52 0,-4-1-302 16,4-5-562-16,-3 0 249 0</inkml:trace>
  <inkml:trace contextRef="#ctx0" brushRef="#br0" timeOffset="110629.22">2735 10655 312 0,'-1'-12'378'0,"1"3"-19"0,0 1-26 16,0 0-42-16,-2 4-31 0,0 0-34 0,2-1-57 15,0 5-65-15,0 0-46 0,0 0-6 0,0 0-18 16,0 0-37-16,4 19-40 0,-1-3-38 0,-1 4-45 16,7 2-43-16,-8 6-190 0,4-5-390 0,3 5 173 15</inkml:trace>
  <inkml:trace contextRef="#ctx0" brushRef="#br0" timeOffset="111130.76">3300 10730 56 0,'1'-7'288'15,"1"-4"-3"-15,-2 0-8 0,0 2-7 0,1-4-2 16,0 3-3-16,1-2-6 0,-2-1-17 0,1 0 0 16,0 1-8-16,0 2-6 0,1-2-13 0,-1 3 1 15,-1 1-9-15,1 2-15 0,-1-1-17 0,2 2-13 16,-2 5-14-16,0-11-17 0,0 11-10 0,0-3-22 16,0 3-22-16,0 0-18 0,0 0-26 0,0 0-42 0,-3-5-35 15,3 5 5-15,0 0-1 0,1 25 2 16,-1 1 8-16,-2 6-3 15,-2 16 8-15,4 5 4 0,-4 0 5 0,0 6-1 16,-1-1 5-16,5 2-7 0,0-2 2 0,-2-2 2 16,2-5 5-16,4-5-1 0,-2-13 3 15,2 0 0-15,2-4-1 0,-2-3 2 0,0-3 0 16,0-6 15-16,-3-5-8 0,3-2 0 0,-2 0 5 16,-1-4-2-16,1-1 0 0,-2-1 42 0,0-4 41 0,1 5 23 15,-1-5 28-15,0 5 14 0,0-5-6 0,0 0-14 16,0 0-17-16,-18-5-7 0,8 0-14 0,-1-4-8 15,2 2-7-15,-7-6-12 0,1 2-5 0,2-1-7 0,-1 1-2 16,0 2-10-16,4 2-1 0,2 0-4 0,0 1-10 0,2 2 3 16,2 0-9-16,-5 0-7 0,5 1-20 15,-1 3-33-15,5 0-33 0,0 0-53 0,-15 0-16 16,10 4-35-16,0 0-36 0,0 1-20 0,-1 2-26 16,3-3-25-16,-4 4-27 0,2-3-23 0,3 1-313 15,-2 0-699-15,4-6 310 0</inkml:trace>
  <inkml:trace contextRef="#ctx0" brushRef="#br0" timeOffset="111409.34">3113 11097 111 0,'-3'-1'297'15,"3"1"-11"-15,-3-6-23 0,3 6-22 0,0 0-20 16,-2-2-21-16,2 2-22 0,0 0-20 0,0 0-16 15,-3-4-18-15,3 4-12 16,0 0-10-16,0 0-12 0,0 0-5 0,19 2-9 16,-5-2-6-16,7 3-2 0,8-6-5 0,3 1-6 0,-1-1-6 15,-1 0-7-15,1-2-3 0,-3 0-6 0,-6 4-1 0,-3-2 1 0,-1 1-11 16,-6 0-11-16,0 1-9 0,-4 0-5 0,-3 1-6 16,3-1-1-16,-8 1-7 0,7 0-9 0,-7 0-7 15,0 0-18-15,0 0-15 0,0 0-23 0,0 0-22 0,-23 7-25 16,18-7-48-1,-5 3-237-15,1-2-455 0,9-1 202 0</inkml:trace>
  <inkml:trace contextRef="#ctx0" brushRef="#br0" timeOffset="111848.65">3787 10614 241 0,'-3'-10'370'16,"1"3"-18"-16,-2 0-12 0,3-1-13 0,-2 6-26 0,3 2-23 15,-4-9-24-15,3 5-37 0,1 4-22 0,-1-5-24 16,1 5-72-16,0 0-15 0,0 0-16 0,-7 16 0 16,6 0-12-16,-3 11-5 0,2 4-4 15,-2 17-5-15,-2 3-8 0,4 3-2 0,0 4-2 0,-2 0-2 0,4-2-5 16,2-1 0-16,0-1-2 0,3-4-8 0,2-4 3 15,-1-11 1-15,0-4-6 0,0-2-1 0,1-2 2 16,-2-9 0-16,-1 1-2 0,0-5 0 0,-2 3 1 16,1-6 2-16,-1-4-1 0,0-1 20 0,-2-1 61 15,0-5 19-15,1 4 23 0,-1-4 17 0,0 0-9 0,-5 5-15 16,5-5-13 0,-13-9-15-16,1 1-2 0,2 0-12 0,-4-2-9 15,1-3-9-15,0-2-9 0,1 4-5 0,-1-1-7 16,-2 2-5-16,7 2-1 0,-1 0-6 0,5 4-5 15,-2-1-3-15,2 2-5 0,-1-1-3 0,1 2-2 16,1-1-31-16,3 3-26 0,0 0-38 0,-6-5-69 16,6 5-47-16,0 0-12 0,0 0-19 0,0 0-35 15,-10 10-44-15,7-6-50 0,3-4-282 0,-5 4-687 0,5-4 305 0</inkml:trace>
  <inkml:trace contextRef="#ctx0" brushRef="#br0" timeOffset="112164.89">3571 11083 92 0,'-6'1'258'0,"1"0"-14"0,5-1-12 0,-9 3-11 16,6-2-4-16,3-1-9 0,-5 1-5 15,5-1-15-15,0 0-21 0,0 0-18 0,0 0-11 0,0 0-14 0,0 0-13 16,0 0-4-16,0 0-10 0,38-6-9 0,-8-2-9 16,3 0-7-16,3 0 0 0,2-2-1 0,14-7 3 15,-2 7-1-15,1-2-5 0,-15 2-5 0,-1 4-4 16,-5-3-4-16,-3 4-5 0,-9 2-4 0,-4-1-10 16,-4 2-3-16,1-1-3 0,-3 2-3 0,-2-2-7 15,-6 3-14 1,7 0-20-16,-7 0-6 0,0 0-18 0,0 0-26 0,0 0-56 15,-24 21-68-15,9-13-134 0,-4 1-180 0,3-2-545 16,2-3 241-16</inkml:trace>
  <inkml:trace contextRef="#ctx0" brushRef="#br0" timeOffset="113067.29">4361 11059 161 0,'0'0'230'0,"0"0"-12"0,0 0-14 0,0 0-15 16,-3-2-13-16,3 2-9 0,0 0-12 15,0 0-14-15,0 0-11 16,0 0-10-16,0 0-10 0,0 0-8 0,0 0-9 16,0 0-9-16,0 0-5 0,8-6-10 0,-3 5-4 15,5-2-7-15,2-3 3 0,3-5-15 0,2 3-4 16,-1-1-3-16,2-1-4 0,-4-1-2 0,1-2 1 15,1 2 5-15,-1-2 6 0,-6-2 9 0,4 3 4 16,-4-2 5-16,-1-1 1 0,-2 5 4 0,-2 0 0 16,1-1-5-16,-5 3-10 0,0-3-2 0,-2 4-5 0,-1 1-13 0,-1-1-3 15,-1 2-8-15,-3 3-3 0,-1 2-4 0,-5 0-7 16,0 2-3-16,-4 5 1 0,1 2-3 0,-2 2-1 16,-1 6-3-16,1 4 2 0,1-2-1 0,8-3 1 15,-3 6-3-15,4-4-2 0,3 7 0 0,2-6-8 16,1 2-18-16,3-3-5 0,4 2-12 0,1-1-15 15,4-2-12-15,5-1-28 0,0-3-35 0,5-2-49 0,4-1-58 16,-3-6-209-16,0 0-491 0,-2-4 217 0</inkml:trace>
  <inkml:trace contextRef="#ctx0" brushRef="#br0" timeOffset="113414.36">4735 10874 47 0,'4'-6'288'0,"-3"2"-27"16,3 1-26-16,-4 3-25 0,4-5-24 16,-3 4-21-16,-1 1-15 0,9-2-17 0,-9 2-18 15,9 7-11-15,-2-3-13 0,4 3-4 0,-2 1-5 16,3 5-10-16,0 0-4 0,1 3-6 0,-3-1-7 16,4 9-8-16,-3 0-2 0,0-1-3 0,-3 2-4 0,-3 2-3 0,-3-3-4 15,1-5-1-15,2-2-3 0,-5 0-3 0,0 0-2 16,1-7 0-16,-2-1-3 0,2-2 14 0,-1-1 11 15,0 1 25-15,-1-3 39 0,2-3 49 0,-1-1 44 16,0 5 39-16,0-5 28 0,0 0-25 0,0 0-21 16,0 0-24-16,-1-12-19 0,1 2-17 0,-2-1-16 15,4-5-18-15,-1-1-21 16,3-1-7-16,2-7-19 0,0-1-15 0,0 1-19 16,-1-2-15-16,4 5-21 0,-4 3-21 15,3 2-9-15,-3 3-21 0,0 1-34 0,-1 2-43 0,1 2-43 16,-1 0-44-16,0 5-49 0,-3-1-74 0,3 2-47 15,0-1-303-15,-4 4-732 0,0 0 324 0</inkml:trace>
  <inkml:trace contextRef="#ctx0" brushRef="#br0" timeOffset="114684.93">5108 11096 70 0,'-1'2'304'15,"0"1"-12"-15,1-3-10 0,0 0-12 0,0 0-11 0,0 0-25 16,0 0-27-16,0 0-21 0,11-5-18 0,-4-1-19 16,4 2-14-16,0-3-16 0,5-1-9 0,-1-1-12 0,2-1-8 15,-2 2-8-15,3-4-9 0,-1 2-11 16,-3-4-1-16,1 1-10 0,-1 3-2 0,-1-3-5 16,-3 1 1-16,-1 2-8 0,0-1 10 0,-3 0-3 15,0 0 2-15,-3 0 0 16,0 2 1-16,-2 1 5 0,-1-2-9 0,-1 2-2 15,-2 0-12-15,2 1-4 0,-5 4-6 0,-2-4-7 16,-1 4-4-16,-5 2 3 0,0 1-4 0,-4 1-4 16,-2 4 4-16,1 2-5 0,-2 0-4 0,2-1 9 15,2 5-11-15,-2 1-6 0,5-3 7 0,-1 8-1 16,3-5-7-16,-2 2 3 0,4 0 5 0,1 4 3 0,1-3-3 0,5 1-24 16,0 1 0-16,2-5-1 0,3 4 3 0,1-3 0 15,3-1 5-15,7-2 3 0,2 0 2 0,4-3-1 16,8 0-5-16,5-7-6 0,0 0-4 0,1-3 0 15,1-2-3-15,0-1 2 0,-2-5 5 0,0-1 6 16,-1-2 3-16,-2-1 7 0,-2 0 7 0,-5-2 15 16,1 0 19-16,-9 3 21 0,2 0 31 0,-3-1 19 15,-4 3 24 1,1-2 13-16,-2 5 17 0,-3 0 16 0,-1 1 11 0,-3 5 4 16,3-2-4-16,1 2-13 0,-4-3-20 0,3 3-18 15,-4 3-17-15,1-2-18 0,-1 2-31 0,3-3-29 16,-3 3-37-16,0 0-26 0,0 0-12 0,0 0 0 15,1 8-2-15,-1 0 17 0,-1 1-2 0,1 5-3 16,-4 1 3-16,4 2 2 0,-4 0-3 0,3-1-3 16,1 2-5-16,-4-5 7 0,3-1-13 0,1-2 5 0,-1 1 0 15,1-4 0-15,-3 0 1 0,3-3 11 0,0 2 8 16,0-6 25-16,0 4 25 0,0-4 37 0,0 5 35 0,0-5 30 16,0 0 9-16,0 0-14 0,0 0-16 0,0 0-9 15,9-17-15-15,-5 8-8 0,-3 0-7 16,3-2-13-16,1 3-4 0,-1-1-8 0,0 2-9 15,0 2-3-15,-2-2-4 0,2 3-10 0,0 0-11 0,-3 0-25 0,2 1-27 16,-3 3-18-16,5-2-13 0,-5 2-7 0,11 2-5 16,-4 1-5-16,-1 1-5 0,2 0-4 0,1 2-4 15,1 1-7-15,4 2-19 0,1 1 5 0,-1-2-11 16,4 1-8-16,-4-1-12 0,-1 1-5 0,0-4-4 16,-2 1 4-16,2-2 3 0,-1-2 13 0,-1 0 7 15,-2-2 10-15,0-2 16 16,-2 0 12-16,0-5 10 0,-1 2 15 0,0-4 19 15,-3 0 19-15,0-3 13 0,1 0 14 0,-4-4 14 16,5-1 10-16,-4-3 3 0,2 2 4 0,-2-9 1 16,0 0 10-16,1-2-1 0,-2 0-9 0,2-2 9 15,1 1 20-15,-1 1 10 0,2 3 11 0,-4 7 30 16,1 3 6-16,-1 5-6 0,2 1-8 0,-2 3 0 16,1 2-29-16,0-1-21 0,-1 6-38 0,0-5-46 0,0 5-7 0,0 0 1 15,0 0 4-15,2 18 2 0,-2-1 5 0,-2 9 3 16,0 3 3-16,0 4 3 0,1-1 2 0,-1 1 3 15,0 3 1-15,1-2 7 0,0-1-5 0,2-2 4 16,0-3 5-16,1-3-3 0,-2-9-9 0,-2 1-4 16,4-5-2-16,-4-3-3 0,2-1 0 0,0-1 18 15,-1-2-4 1,1-3 27-16,0 4-1 0,0-6 4 0,-3 2 5 16,3-2-5-16,0 0-4 0,-11-8-9 0,5 3 5 15,-3-2-4-15,0-3 8 0,1 2-10 0,-3-5 5 0,0 1-5 16,-3 2-1-16,8-1 6 0,-2 3 10 0,0-1-24 15,1 4 6-15,3-1 0 0,0 4 8 16,3-3-6-16,-2 2-5 0,3 3-2 0,-5-4-7 16,5 0-8-16,0 4-6 0,8-4 1 0,2 3-2 0,4-2-6 0,9 0-2 15,5 1-7-15,3-1 3 0,1 1 2 0,2-2 2 16,3 1 3-16,-1-1 6 0,0-1-2 0,-3-1 3 16,0 0 5-16,-2 2 3 0,-10 0 2 0,-4 1 10 15,-5 0 23-15,2 1 22 0,-8 0 29 0,2-1 26 0,-3 2 15 16,3 0 6-16,-3-1-2 0,-1 2 2 0,-4 0-3 15,6-1-7-15,-6 1-8 0,4-3-9 0,-4 3-14 0,0 0-8 16,0 0-16-16,8 0-13 0,-8 0-13 0,0 0-23 16,6 4-6-16,-6-2 1 0,0 3-13 0,0 1 23 15,3-2-12-15,-3 4 3 0,1 1-3 0,0 0-2 16,-1 2 6-16,3-2-9 0,-3 0-13 0,1-2-14 16,-1 1-18-16,3-3-15 0,-2 1-15 0,-1 0-24 15,1-1-18-15,-1-1-21 16,0-1-15-16,0-3-11 0,0 5-14 0,0-5-10 15,-1 5 9-15,1-5-57 0,0 0-322 0,0 0-614 16,-22-10 272-16</inkml:trace>
  <inkml:trace contextRef="#ctx0" brushRef="#br0" timeOffset="114838.3">6232 10640 221 0,'0'-2'370'0,"0"2"-25"0,0-5-20 16,0 5-29-16,0-4-23 0,0 4-28 15,0 0-24-15,0 0-29 0,0 0-22 0,0 0-40 0,0 0-27 16,0 0-19-16,0 0-42 0,7 11-34 0,-6-1-41 16,2 2-57-16,-2 7-52 0,0 0-52 0,2 8-234 15,-6-5-464 1,2 5 206-16</inkml:trace>
  <inkml:trace contextRef="#ctx0" brushRef="#br0" timeOffset="115518.56">6387 10946 118 0,'0'0'376'0,"8"0"-17"0,-8 0-10 0,0 0-16 0,8 0 2 16,-8 0-32-16,0 0-18 0,6 0-26 0,-6 0-26 15,0 0-27-15,0 0-25 0,0 0-17 0,4 1-24 16,-4-1-15-16,0 0-29 0,0 0-38 0,3 3-36 16,-3-3 23-16,2 5-24 0,2-3-8 0,-3 1-4 15,-1-3 1-15,5 5-5 0,-5-2 8 0,0-3-6 16,5 4-6-16,-2-4-2 0,-3 0 6 0,9 2 4 15,-9-2-1-15,0 0 1 16,14-5-6-16,-9 4 6 0,3-3 4 0,-2-3-5 16,3 2 12-16,0-4 1 0,-4 2 1 0,4-1 16 15,3 1-5-15,-6-2 0 0,-2 3 5 0,1-1 0 16,-1 4-5-16,1-3 1 0,-1 1-5 0,-1 0-2 16,-1 3-6-16,-2 2 3 0,5-6-7 0,-5 6-5 15,0 0-3-15,4-5-9 0,-4 5-20 0,4-3-8 16,-4 3-3-16,0 0 5 0,0 0-7 0,0 0-4 0,14 8 0 0,-11-5 8 15,1 1-5-15,1-3 0 0,2 4 7 0,-1 0 4 16,1-3 4-16,-2 0 0 0,1 1-4 0,4-3 15 16,-5 2 8-16,4-2 0 0,-9 0-9 15,19 0-3-15,-11-2 3 0,1 2 2 0,0 0 4 0,-4-3 9 16,4 1 5-16,0 1-2 0,-1 0-15 0,-2 1 3 16,3-1-6-16,-2 1 1 0,-7 0-3 0,15 3 6 0,-5 1 7 15,-1 1-13-15,1 6 0 0,0 5-4 0,2 2 17 16,1 4-17-16,-3 4 6 0,0 1 1 0,-4 2 0 0,0 4-1 15,-3-2 5-15,0 2-4 0,-3 0 0 0,-4 4 8 16,-4-2 0-16,2-1 1 0,-3-2-4 16,-1-3 1-16,0-1 1 0,-2-5 5 0,3-7-5 15,2 0 7-15,0-6 1 16,2-2 22-16,1-1 38 0,2-2 58 0,-2-3 49 0,4-2-8 16,0 0-8-16,0 0-12 0,-4-18-17 15,9 1-11-15,4 0-14 0,8-12-10 0,9-10-19 16,5-2-17-16,5 0-8 0,1-5-10 0,2-3-7 15,1 3-8-15,-1 3 2 0,0-1-11 0,-3 6 15 0,-10 12 10 16,-3 1 22-16,-3 5 27 0,-5 6 34 0,-1 1 32 16,-6 2 23-16,0 5-2 0,-2-2-19 0,-1 2-10 0,-1 3-11 15,-1 1-25-15,-1-5-20 0,-1 5-24 0,2 0-37 16,-3 2-53-16,0 0-71 0,0 0-87 0,0 0-82 16,0 0-39-16,0 0-32 0,-13 11-76 0,1-6-147 15,2 4-292-15,3-4-919 0,-1-4 406 0</inkml:trace>
  <inkml:trace contextRef="#ctx0" brushRef="#br0" timeOffset="116236.23">8183 10807 188 0,'0'-5'347'0,"-3"-3"-10"16,2 4 2-16,1-2-19 0,0 2-15 0,0 0-6 15,0 0-18-15,-3 0-23 0,3 4-26 0,-1-6-28 16,1 3-15-16,0 3-36 0,0 0-17 0,0-5-24 16,0 5-34-16,0 0-15 0,0 0-6 0,0 0-11 15,0 17-4-15,0-7-2 0,0 6-3 0,-2 2-12 0,0 1 3 16,2 0 4-16,-2-1-10 0,2 7 0 0,-2-7 16 0,1 2 3 15,1-2-12-15,0-1-14 0,-2 0-20 0,0-6-23 16,1 2-11-16,0-4-18 0,1 2-18 0,0-2-9 16,-2-1-24-16,2-3-20 0,-1 2-15 0,-1-4-11 15,-3-1-36-15,5-2-72 0,0 0-245 0,0 0-550 16,-9-7 243-16</inkml:trace>
  <inkml:trace contextRef="#ctx0" brushRef="#br0" timeOffset="116621.3">8189 10685 236 0,'0'-8'327'0,"0"0"-21"15,0 3-20-15,0-2-24 0,0 3-27 0,0-1-18 16,0 1-24-16,1 0-23 0,3 2-18 0,1-1-16 0,2 1-15 0,-1 0-13 16,3 1-8-16,0 1-13 0,5 1-3 0,-2 2-18 15,-1 1-11-15,3 1-7 0,-5 0-17 0,0 0-6 16,2 3-10-16,-2 3-6 0,-1-1 0 0,-3 1-10 15,3 2-2-15,-4-1-2 0,-4 2 1 0,-2 0 2 16,0 1-4-16,-1-3 1 0,-3-1-1 0,0-1 1 16,0 1 2-16,3-1-3 0,-1-1 1 0,-1-1-1 0,2-1 4 0,-1-3-5 15,3 2 4-15,0-2-2 0,0 3 1 16,1-3-1-16,0 0 7 0,2 3-4 0,3-3-2 0,3 2 1 16,2 2 1-1,0-2-2-15,6 4 2 0,0-1 3 16,0 1-4-16,0 0 3 0,-1-1-5 0,-1 1 2 15,2 2-1-15,-2-2 1 0,-4 4 1 0,-1-4-3 16,-1-1 5-16,-2 1 0 0,0-2 1 0,-4 4-5 0,-1-4 1 0,-1 3 0 16,-3-4 4-16,-3 4-1 0,-1-2-3 0,-5-1-6 15,-2-1-22-15,-4 0-31 0,-1-2-42 16,-2-1-54-16,1-1-71 0,-2-6-197 0,4 2-461 0,3-2 204 16</inkml:trace>
  <inkml:trace contextRef="#ctx0" brushRef="#br0" timeOffset="117005.37">8351 10484 25 0,'-10'-8'298'0,"-2"4"-24"0,0 0-20 0,-6 3-21 16,0-2-20-16,-1 6-24 0,1 1-15 0,0 3-24 15,-6 4-14-15,1 5-17 0,1 3-14 0,-2 6-10 16,-4 15-7-16,1 1-14 0,3 10-8 0,1 1-2 16,1 5 6-16,4-3 2 0,1-1-11 0,9 0 3 15,2-7 1-15,5-10 0 0,5-1 4 0,2-6-6 16,3 1 4-16,5-5 4 0,8-1 7 0,1-5 9 0,5-2 1 0,5-5 3 16,3-5-2-16,3-4 4 0,18-1-6 0,1-7 6 15,-5-6-3-15,2 1 13 0,-19-2 11 0,0-5 5 16,-3 1 5-16,-2-2 10 0,-3-3-7 0,-3-4-1 15,-8-4-14-15,-1-3-13 0,-4-4-13 0,-1-12-22 16,-11-1-6-16,-1-2-23 0,-9-3-9 0,-3 0-10 16,-6 2-3-16,-2 9-3 0,-5 2-10 0,4 10-11 0,-5 7-15 0,-3 0-36 15,-14-1-30-15,-7 7-34 0,1 9-24 0,-2 5-30 16,-3 6-31-16,1 6-55 0,1 7-81 0,0 0-306 16,6 3-707-16,11-3 313 0</inkml:trace>
  <inkml:trace contextRef="#ctx0" brushRef="#br0" timeOffset="118060.73">9399 10771 81 0,'0'-7'282'0,"1"-2"-3"0,2 0-1 16,-2 2-17-16,-1 0-12 0,2 4-15 0,-1-2-23 0,0-2-23 15,-1 4-19-15,0 3-18 16,1-4-14-16,-1 4-23 0,2-3-20 0,-2 3-15 16,0 0-10-16,5 10-9 0,-3 2-6 15,1-2-6-15,-2 6-5 0,1 2-2 0,-2-1 6 0,0 4-8 16,2 4-4-16,-2 1-1 0,0-8-3 0,0 2-6 16,2-1 1-16,0-2-4 0,0-1-2 0,0-4 0 15,-1-2-2-15,0-3-2 0,1 1 0 0,-2-4-1 16,1 0 4-16,1 0 4 0,1-2 0 0,-3-2 1 0,0 0-1 15,15-8 5-15,-6 2 1 0,-2-2 5 16,3-1-2-16,4-3 6 0,-4 0-8 0,4-1-3 0,-1 1-8 16,-4 0 0-16,5-2 1 0,-5 2-6 0,1 5-2 15,2-3-1-15,-5 5-3 0,-2 2 0 0,3-2-5 16,-3 3 3-16,-1-1-8 0,1 1 1 0,0 2 4 0,-5 0-8 16,13 2 0-16,-8 1-1 0,3 0 2 0,-2 3 1 0,3 0-5 15,-1 4 6-15,-1-6-3 0,1 5 0 0,1-3 1 16,0 3 0-16,0-1 3 0,-3-5 3 15,3 3 1-15,-1 0-2 0,-3-2 3 0,-1-1 0 0,0 0 31 16,1-2 50-16,-1-1 30 0,-4 0 13 0,0 0 3 16,11-4-5-16,-7-1-4 0,0 0-3 0,1 0 6 0,0-4-9 31,0-3-9-31,-1 3-3 0,2-3-5 0,-2-4-6 0,-1 6-2 0,-1-1-12 0,1 0-6 0,-2-2-9 0,0 0-5 16,2 1-8-16,-2 0-6 0,-1-1-7 15,2 4-3-15,-1-3-7 0,-2 4-17 0,1 1-21 0,0 4-35 31,1-1-45-31,0 1-51 0,-1 3-56 0,0-7-58 16,0 7-39-16,0 0-13 0,0 0-28 0,0 0-79 0,-6 14-235 16,6-10-701-16,0 4 310 0</inkml:trace>
  <inkml:trace contextRef="#ctx0" brushRef="#br0" timeOffset="118245.66">10025 10905 222 0,'0'3'374'0,"0"-3"-7"16,0 0 10-16,0 0-10 0,0 0-4 0,0 0-33 16,0 0-37-16,0 0-28 0,0 0-26 0,0 0-35 0,0 0-52 15,0 0-56-15,13-11-62 0,-9 11-54 16,0 0-56-16,-4 0-64 0,8-3-68 0,-3 1-107 16,-3 0-173-16,4-3-527 15,-2 2 233-15</inkml:trace>
  <inkml:trace contextRef="#ctx0" brushRef="#br0" timeOffset="118666.84">10327 10618 150 0,'5'-1'282'0,"-2"-2"-29"0,4 1-23 16,-3 1-24-16,1 0-19 0,-5 1-18 0,13 2-16 15,-4 0-18-15,1 3-8 0,-1-1-11 0,1 3-12 16,2-1-8-16,2 5-9 0,-4 3-9 0,2-1-2 0,-1 2-11 16,1 3-2-1,-3-2-8-15,5 7-1 0,-7-5-10 0,2-1-2 16,-1 3-4-16,-2-2-5 0,-2-1-1 0,1 0-2 16,-2-2-3-16,-2-3-3 0,0-1-4 0,1-2-3 15,-1 0 1-15,-1-4 0 0,0 0-2 0,0 0 13 0,0 0 13 16,0-1 15-16,0-1 13 0,0 1 20 0,0-4 23 15,0 0 28-15,0 0 21 0,0 0-13 0,0 0-16 16,0 0-11-16,0 0-4 0,-8-12 5 0,6 5-9 0,0-3-10 16,0-4 8-16,-1 2-20 0,3 2-7 0,0-9-8 15,0 7-1-15,0-4-7 0,0 0-9 0,0 5-8 16,1-1-2-16,-1-1-4 0,2 1-4 0,0 0-5 16,2 3-5-16,-4-4-2 0,3 6-3 0,-2-1-7 15,2 3-15-15,1-6-12 0,-2 6-55 0,3 0-44 16,0-1-38-16,0 1-42 0,0 1-48 0,2 2-54 0,-1-3-66 0,2 3-337 15,-3-1-748 1,4 2 331-16</inkml:trace>
  <inkml:trace contextRef="#ctx0" brushRef="#br0" timeOffset="118947.68">10850 10889 69 0,'0'0'411'0,"0"0"0"0,0 0 0 0,0 0-10 0,0 0-24 15,0 0-19-15,-3-15-32 0,3 15-35 0,0-6-29 16,0 6-29-16,0-4-25 0,0 4-35 15,0-4-41-15,0 4-55 0,0-7-59 0,4 5-65 0,-4 2-64 32,4-2-65-32,-4 2-76 0,0 0-344 0,6-3-644 15,-6 3 285-15</inkml:trace>
  <inkml:trace contextRef="#ctx0" brushRef="#br0" timeOffset="119336.99">11266 10444 239 0,'3'-14'439'16,"-2"2"-8"-16,-1 2-23 0,1 0-16 0,2 3-19 0,-3 0-23 15,1 1-35-15,-1 2-28 0,0-1-34 0,4 2-30 16,-4 3-32-1,1-5-27-15,-1 5-64 0,0 0-31 0,0 0-12 16,0 0-7-16,5 16-7 0,-2-3-8 0,-2 4-5 0,-1 9 1 16,0 5-3-16,-4-1-4 0,3 7-1 15,-3-3-4-15,-6 13-2 0,5-2 4 0,1-8-5 16,3-3-1-16,-2-3-7 0,3 0 2 0,0-2 3 0,0-2 11 16,0-8-16-16,3-1 10 0,-2-2-11 0,3-3 4 15,-3-1-1-15,3-3-4 0,-4-3 3 0,4 1 5 0,-3-2-4 16,4-1 13-16,-1 1-8 0,1 0 3 0,-1-2 2 0,4-2-3 15,-2 4 4-15,3-5-22 16,1 1-32-16,1-1-39 0,0-1-49 0,-1-1-45 16,3-1-59-16,-3 1-84 0,0-5-354 0,0-1-719 15,-1-1 318-15</inkml:trace>
  <inkml:trace contextRef="#ctx0" brushRef="#br0" timeOffset="119480.14">11238 10790 82 0,'-5'0'326'0,"-2"0"-31"0,7 0-20 16,-6 3-17-16,6-3-25 0,0 0-27 0,0 0-20 16,0 0-21-16,26-4-35 15,2 0-61-15,5 2-84 0,7-3-115 0,-1 1-217 16,14-3-376-16,-15 1 167 0</inkml:trace>
  <inkml:trace contextRef="#ctx0" brushRef="#br0" timeOffset="119949.83">12346 10389 84 0,'4'-11'344'0,"-2"2"-13"0,2 0 5 0,0 1-13 0,0 1-8 0,0 2-8 16,-3 0-23-16,3 0-23 0,-3 3-31 0,0-2-25 15,2 1-27-15,-3 3-22 0,1-4-30 0,-1 4-29 16,0 0-20-16,0 0-6 0,5 14 1 0,-3-1-20 16,-2 5-4-16,0 10-6 0,-3 0-12 0,-1 5 0 15,3 1 5-15,-8 0-11 0,5 4-6 0,-2 9 1 16,3-11-1-16,-1-2-3 0,3 2-2 0,1-8 6 0,1 1-9 0,2-11 1 16,-2 2-1-16,3-3 13 0,0 0-11 0,-3-8 3 15,3 1 1-15,1-3 23 0,-4 0 2 0,3-1 7 16,3-4-4-16,-1 0-3 0,4 1 2 0,3 2-4 15,-1-5-3-15,1 0-29 0,5-1-35 0,-4-3-45 16,2-1-49-16,0 0-69 0,-3-2-90 0,1-3-369 16,-1 0-705-16,-2-2 312 15</inkml:trace>
  <inkml:trace contextRef="#ctx0" brushRef="#br0" timeOffset="120350.33">12112 10672 76 0,'-4'2'304'0,"-1"-2"-20"15,5 0-18-15,-7 2-12 0,7-2-16 0,-6 1-13 16,6-1-14-16,0 0-16 15,0 0-22-15,0 0-11 0,0 0 4 0,-6 2-23 16,6-2-12-16,0 0-11 0,0 0-5 0,0 0-2 16,-3 3-2-16,3-3 6 0,0 0 8 0,0 0 11 15,0 0-12-15,0 0-6 0,0 0 3 0,0 0 2 16,0 0-5-16,0 0-7 0,0 0-9 0,0 0-14 16,19-8-4-16,2 6-14 0,15-5-1 0,16-1-7 15,6-1-9-15,4 0-2 0,29-2-3 0,-28 1 1 0,2 3-3 0,-4 0-1 16,-3 0-2-16,-5-1 18 0,-2-2-5 0,-12 6 2 15,-6-3-12-15,-5 2-3 16,-8 3-9-16,-3 1 6 0,-5-2-16 0,-3 2-20 0,-3 0-30 16,-1-3-53-16,3 4-60 0,-8 0-62 15,0 0-73-15,-14 9-100 0,-2-7-371 0,-4 4-805 0,-3-3 357 16</inkml:trace>
  <inkml:trace contextRef="#ctx0" brushRef="#br0" timeOffset="143496.18">5525 13135 108 0,'0'0'171'0,"-1"-5"-8"0,1 5-1 16,0 0-3-16,-2-3-6 0,2 3-8 0,0-5-5 0,0 5-2 16,0 0-9-16,-1-6 1 0,1 6-2 0,0 0-4 15,-1-5 2-15,1 5 1 0,0 0-8 0,-3-2-9 16,3 2-3-16,0 0-7 0,0 0-7 0,0 0-7 0,0 0-5 16,0 0-8-16,0 0 0 0,0 0-6 15,0 0-5-15,0 0-9 0,-1-4 4 0,1 4-15 16,0 0-4-16,0 0-8 0,5-4 0 0,1 3-8 0,0-2 12 0,7-1-13 15,0 2-1-15,9-5-3 0,-3 6-4 0,11-6 2 16,-10 3-5-16,9-2-9 0,-2 3-12 0,0 0-9 16,-5-2-16-16,-3 1-20 0,-2 1-19 0,-2 1-30 15,-1-1-19-15,-4 3-43 0,-1 0-37 0,0-2-43 16,-4 0-159-16,-5 2-439 0,0 0 195 0</inkml:trace>
  <inkml:trace contextRef="#ctx0" brushRef="#br0" timeOffset="143743.99">5517 13273 108 0,'0'0'176'0,"0"0"-3"0,-1 3-11 0,1-3 1 16,0 0-12-16,17 1-11 15,-5-3-17-15,10 0-7 0,5 1-20 0,2-3-7 16,6 2-4-16,-2-1-18 0,1 0-44 0,-3-2-35 16,1 1-46-16,-4-1-58 0,-10 1-132 0,1-1-269 15,-6 1 120-15</inkml:trace>
  <inkml:trace contextRef="#ctx0" brushRef="#br0" timeOffset="144275.74">5711 12964 174 0,'-1'-5'288'0,"0"-3"-15"0,1 1-15 0,-1 4-17 15,-1-4-19-15,1 5-18 0,1 2-18 0,0-7-14 16,0 7-31-16,0 0-16 0,0-4-14 0,0 4-17 0,0 0-16 0,0 0-11 15,0 0-10-15,10 11-8 0,-5-6-8 0,2 2-4 16,-1 3-6-16,2-1-1 0,1 5-5 0,2 1-1 16,0-2-4-16,1 4 1 0,1-3 0 0,-4-1-1 15,6-1-3-15,1 2 1 0,0-2-4 0,0-2 1 16,0 1 1-16,0-6-1 0,-5 0-3 0,2-2 2 16,1-2-3-1,-1-2 0-15,-2-2 1 0,1 1-1 0,-2-3 0 16,-1 0 3-16,1-1 14 0,-5-2 5 0,0 3 11 15,-1 0 6-15,1-2 3 0,0 3-7 0,-4 0 0 0,2 0-8 16,-3 1-7-16,4-2-5 0,-4 5-10 0,0 0-3 16,0 0-3-16,-13 15-8 0,3-1-3 15,-12 11 6-15,4 1-3 0,-10 15-5 0,1 3 5 0,-3 0-4 16,2 4-1-16,-2-2-1 0,2 1 1 0,4-1-2 0,3-1 1 16,5-12 1-16,2 0-1 0,-2-3 5 0,6-4-6 15,-2 2 3-15,6-9 0 0,2-4 2 0,1-3-1 16,-1-3 0-16,1 1-1 0,-2-3 12 0,5-2 40 0,-4 1 41 15,3-5 32-15,0 2 23 0,1-3 19 16,-4 4 22-16,4-4 5 0,0 0-19 0,0 0-17 16,0 0-16-16,0 0-14 15,0 0-16-15,9-11-11 0,-8 8-10 0,2 1-13 0,-3 2-16 16,1-7-25-16,0 4-34 0,0 0-41 16,-1 3-32-16,3-4-43 0,-3 4-58 0,4-5-52 15,0 2-57-15,0 1-58 0,2-1-86 0,2-1-234 16,3 1-715-16,6-4 316 0</inkml:trace>
  <inkml:trace contextRef="#ctx0" brushRef="#br0" timeOffset="144946.79">6831 13278 177 0,'-5'0'208'0,"5"0"-10"0,-8 2-12 0,8-2-6 16,-8 0-8-16,8 0-10 0,0 0-4 0,-6 0-11 31,6 0-9-31,0 0-9 0,0 0-2 0,0 0-13 16,0 0-11-16,-8 0-4 0,8 0-5 0,0 0-5 0,0 0-3 15,0 0-4-15,0 0-3 0,0 0-10 0,0 0-5 16,0 0-2-16,0 0-6 0,0 0-8 0,0 0-1 16,0 0-9-16,0 0 0 0,0 0-7 0,0 0-2 0,0 0-1 15,0 0-2-15,0 0-5 0,0 0 1 0,0 0-2 16,0 0-2-16,0 0-1 0,0 0-2 15,-6-2-2-15,6 2-4 0,0 0 3 0,0 0 7 16,0 0-8-16,0 0-1 0,0 0-3 0,27-3 9 0,-14 0-10 0,9-1-1 16,9 2 1-16,1-3 0 0,5-2-1 0,0 0 0 15,3 3 2-15,11-5 4 0,-14 7 6 0,-1-3 2 16,-4-1 4-16,-4 1 19 0,1 1-8 0,-12 2 5 16,-3 0 11-16,-1-1-4 0,-3 2 3 0,-3-2-1 15,1 2 3-15,-3 0-5 0,-1-2-5 0,-4 3-6 16,8 0-8-16,-8 0-5 15,7-2-14-15,-7 2-30 0,0 0-30 0,0 0-26 16,0 0-24-16,0 0-27 0,0 0-40 0,-10 10-49 16,7-9-44-16,-3 2-253 0,1 0-559 0,3 1 248 15</inkml:trace>
  <inkml:trace contextRef="#ctx0" brushRef="#br0" timeOffset="145963.5">7762 12980 202 0,'-1'-8'321'0,"-2"0"-4"0,2 2-10 0,1-1-16 15,-4 0-20-15,3 4-14 0,1-4-18 0,-1 3-24 16,1-1-21-16,-3 2-19 0,3 3-25 0,-1-6-15 15,1 6-21-15,0 0-25 0,0-4-41 0,0 4-16 16,0 0-5-16,0 0-7 0,0 0-3 0,0 21-5 0,0-11-5 0,4 6 0 16,-4 1 0-16,0 7 1 0,0 2-2 0,1-6 7 31,-1 5-7-31,0-4-3 0,1-3 1 0,3 2-1 16,-4-3 4-16,0-5-3 0,0 0-4 0,1-2-9 15,-1-1 0-15,0-3 1 0,3-1 9 0,-6-1-4 0,6 1 0 16,-6-2 3-16,3-3 0 0,0 5 4 0,0-5-1 15,0 0 3-15,0 7-3 0,0-7 1 0,0 0 3 16,3 2 0-16,-3-2-13 0,0 0-22 0,0 0-37 0,-4 3-45 16,4-3-39-16,0 4-13 0,-5-1-21 15,1 2-46-15,-1-2-202 0,3-1-464 0,-1 2 205 16</inkml:trace>
  <inkml:trace contextRef="#ctx0" brushRef="#br0" timeOffset="146265.85">7545 13392 159 0,'0'0'253'0,"-5"3"-12"16,5-3-8-16,0 0-10 16,-5 2-9-16,5-2-20 0,0 0-19 0,0 0-15 15,0 0-14-15,36-5-14 0,-8 0-11 0,5 1-17 16,18-4-3-16,4 1-10 0,1 0-7 0,0 0-9 15,-3-1-8-15,-12 5-1 0,-3-1-8 0,-2-1-3 0,-4 0-8 16,-3 2-4-16,-8 1-5 0,-8 1-4 0,0 0 1 0,-2 0-9 16,-5-1-10-16,1 0-6 0,0 2-12 15,-7 0-11-15,0 0-13 0,0 0-14 0,0 0-18 0,-25 9-12 16,6-3-20-16,0 0-12 0,-1 0-16 0,-2 0-23 16,2 2-29-16,-2-3-56 0,-2 4-132 0,2-2-388 0,4 1 173 15</inkml:trace>
  <inkml:trace contextRef="#ctx0" brushRef="#br0" timeOffset="146718.43">7849 13489 285 0,'0'0'265'16,"0"0"-23"-16,0 0-18 15,0 0-26-15,0 0-16 0,0 0-18 16,8 4-18-16,-3-3-14 0,1 1-14 0,1 1-9 0,-1-1-16 16,1 2-13-16,-2 1-9 0,0 0-7 0,1 2-5 15,-1 1-8-15,0 1-6 0,-3 3-5 0,-4 0-3 16,1 1-2-16,-3 3-4 0,-3-1 0 0,0 0-5 16,-2-1-9-16,-1-1 3 0,0 1-2 0,2-2 0 15,0-3-2-15,0 1-4 0,0 0 0 0,0-1 0 0,2-1-3 16,0-3-1-16,2-1-1 0,0 1-2 0,0-1 4 15,3-3-1-15,-2 5-2 0,3-6 5 0,-4 4 12 16,4-4 19-16,7 1 12 0,-1-1 8 0,8 0-7 16,4-1-2-16,10 1-2 0,0-3-6 0,4-1-4 0,0-1-1 15,0 0-4-15,3 2-2 0,-1-2 5 16,-3 1 5-16,-4-1 1 16,-6 3 7-16,-2 0 8 0,-6-1 1 0,1 2 1 15,-5-1 3-15,-1 1 2 0,2 0 10 0,-5 1 0 16,-1 0 1-16,-4 0 0 0,0 0-10 0,9 0-3 15,-9 0-7-15,0 0-1 0,9-3-13 0,-9 3-18 16,0 0-12-16,0 0-37 0,5 0-30 0,-5 0-36 0,0 0-49 16,0 0-49-16,0 0-5 0,0 0-27 0,0 0-65 15,-10 10-284-15,10-10-614 0,0 0 271 0</inkml:trace>
  <inkml:trace contextRef="#ctx0" brushRef="#br0" timeOffset="148250.63">9135 13023 265 0,'-3'-12'274'0,"1"-1"-7"0,-1 0-9 0,2 3-9 0,1-4-7 15,-3 2-3-15,3 2-15 0,-2 0-12 0,2 3-10 16,-3 1-13-16,3-1-13 0,0 3-22 0,0-1-19 16,3 1-18-16,-3 4-18 0,0-3-31 0,0 3-30 15,0 0-11-15,0 0 3 0,0 0-7 0,2 19-5 16,1-9 0 0,-2 10-6-16,-1 4-1 0,3 5-2 0,2 2 1 15,-4-2-3-15,3 3-1 0,1-3 2 0,-2 2-3 16,0-5 2-16,1 0-5 0,0 0 2 0,-3-9 3 0,0 1 1 15,-1-6-8-15,2-1 9 0,-1 0-6 0,-1-3 0 16,1-1 0-16,-1-1 5 0,2 0-1 0,-1-1 2 16,-2-2 3-16,2 0-2 0,-1-3-14 0,0 6-10 15,0-6-17-15,3 3-22 0,-3-3-23 0,0 0-20 0,0 0-20 16,-2 5-22-16,2-5-23 0,0 0-17 0,0 0-18 16,0 0-26-16,0 0-179 0,0 0-432 0,0 0 192 0</inkml:trace>
  <inkml:trace contextRef="#ctx0" brushRef="#br0" timeOffset="148598.57">9568 13200 101 0,'-6'1'236'0,"-1"-1"-9"0,1 2-8 0,-2-1-12 16,8-1-20-16,-9 0-14 0,4 1-22 0,5-1-13 0,0 0-12 16,-8 0-21-16,8 0-9 0,0 0-7 15,0 0-6-15,0 0-4 0,-6 3-6 0,6-3-10 16,0 0-5-16,0 0-2 0,0 0-1 0,24-8-4 16,-11 6-3-16,0 0-6 0,5-1-4 0,-2 1-3 0,2-2-4 15,-5 3-3-15,6-2-1 0,-6-1-2 0,2 4-2 0,-2-1-1 16,-3-1-6-16,3 0 1 0,-4 0 0 0,1 1-3 15,-5-3-3-15,0 4 1 0,3-1-4 0,-8 1 1 0,5-2-2 16,-5 2-15-16,9 0-16 0,-9 0-25 16,0 0-29-16,5-2-35 0,-5 2-42 0,0 0-40 15,0 0-203-15,0 0-429 0,0 0 191 0</inkml:trace>
  <inkml:trace contextRef="#ctx0" brushRef="#br0" timeOffset="149136.41">10065 12933 204 0,'0'0'239'0,"-4"-4"-13"0,4 4-6 0,0 0-22 15,-1-4-7-15,1 4-19 0,0 0-12 0,0 0-10 16,0 0-23-16,0 0-16 0,0 0-9 0,7-3-11 0,-7 3-11 16,9-1-10-16,-3 1-7 0,6 0-9 0,-3 1-2 15,4-1-6-15,1 4-4 0,2 0 6 0,4 0-10 16,-1 4-1-16,-1-1-5 0,0 2-3 0,-4-1-1 15,4 3-7-15,-5 1-4 0,-1 1-2 0,-1 2-1 0,-1 9-3 16,-4-5-6-16,-1 0 2 0,-10 6-4 0,1-6 2 16,-6 5-3-16,-3 0 4 0,-3-2-3 0,-3-2 1 15,-2 0-2-15,-2-2 1 0,0-1 3 0,0-1-2 16,1-2-3-16,7-3 1 0,-3-3 0 0,5-1 1 16,3-2-1-16,0-1-1 0,1 2-1 0,4-2 4 15,-2-1-3-15,4-1 7 0,-3 0 9 0,3-1 2 0,3-1 4 16,0 0 3-16,-1 6 10 0,1-6 7 0,11 1 5 0,-1-1-1 15,3 0-2-15,1-1 0 0,6 1-9 0,1-3 15 16,2 2-3-16,5-3-7 0,0 1-2 0,-6 3-3 16,-3-3-3-16,3 1-5 0,-4 0-2 15,-6 1-10-15,1-1-26 0,-1-1-23 0,-2 2-28 0,-4-2-42 16,1 3-52 0,-4-5-87-16,0 2-269 0,0-2-552 0,-3 1 244 15</inkml:trace>
  <inkml:trace contextRef="#ctx0" brushRef="#br0" timeOffset="149938.14">10530 13016 56 0,'7'-2'277'0,"2"-1"-22"0,3 1-17 16,1-1-17-16,5 2-21 0,-3 1-20 0,2 2-16 0,3 0-16 15,-3 3-15-15,2-2-15 0,-6 3-12 16,3 4-12-16,0 1-11 16,-2 3-11-16,-4 3-7 0,-1-1-10 0,-4 2-11 15,0 0-5-15,-7 2-4 0,-3-2-8 0,-4 7-1 0,-3-3-2 0,-6 0-1 16,0 2-1-16,-2-5-5 0,-1-2-3 0,5-4-1 16,-3-3-2-16,1 1 2 0,1 0-1 0,3-6 1 15,5 0 4-15,0-1 20 0,1-2 26 0,2 1 29 16,1-3 43-16,5 0 5 0,-8 0-12 0,8 0-17 15,4-10-26-15,3 1 0 0,7-2-13 0,6-6-3 16,2-1-11-16,2-3-12 0,5 0-8 0,14-5-10 16,-4-3-10-16,2-2 0 0,0 6-9 0,-9 3-1 15,-4 1-6-15,3 0 0 0,-3 3 1 0,-3-1 2 16,-2 3-1-16,-8 5 3 0,-3 3-5 0,-4 1 6 16,1 0 7-16,-4 2 1 0,0 0 0 0,0 0-6 15,-5 2-7-15,0 3 13 0,-4-6-18 0,4 6 1 0,-14 2-8 0,4 2 3 16,-4 1-2-16,0 2-3 0,-4 4 9 0,0 1-11 15,-2 5 0-15,6-3-5 0,-3 6 8 0,6-3 1 16,-3 7-1-16,2-7 1 0,6 7 1 0,-2-5-2 16,4 0 0-16,4-1 4 0,3 1-2 0,2-1 3 15,4-1 4-15,0-3 1 0,6 0 2 0,2-3-3 16,2-2-3-16,8-1-14 16,-2-2 0-16,6-4-10 0,2-2-15 0,-1-3-7 15,1-2-10-15,-3-3-3 0,0-1 7 0,2-3 3 16,-5-2 4-16,-1-2 9 0,-2-3 2 0,-5-1 8 15,1-1 9-15,-4-1 13 0,-1-4 9 16,-3 0 6-16,-1 0 8 0,-3 1 16 0,0 1 17 16,-3 6 18-16,-1-2 22 0,-1 0 23 15,0 4 20-15,0-1 19 0,0 4 0 0,-2 1 7 0,-1 2 1 0,2 3-6 0,-2 0-11 0,0 2-14 16,1-1-12-16,-1 2-19 0,0 0-14 0,0 1-16 16,0 3-29-16,0 0-39 0,3-4-32 0,-3 4 1 15,0 0-1-15,0 0 6 0,-4 21-4 0,1-6 4 16,-2 2 4-16,0 9 2 0,-1 3 4 0,-2 5 3 15,-1 1-7-15,4 0 5 0,-4 11 4 0,4-12-6 16,2-2 9 0,-1-3-4-16,3 0 6 0,2-5-4 0,-1-5 1 0,2-1 2 15,0-4 3-15,-2 0 3 0,2-6-5 0,-1 2 3 16,0-4 7-16,0-1 2 0,1 1 2 0,-1-1-2 16,0-1 7-16,2-2 4 0,-3 3-4 0,0-5 3 15,2 5 2-15,0-3 0 0,-2-2 0 0,0 0 3 16,6 3-1-16,-6-3-2 0,10 0 1 0,-10 0-27 15,12-4-35-15,-4 1-49 0,-1 0-42 0,2-2-52 0,0-2-71 16,6-3-87-16,-2-1-325 0,0-1-728 0,-3-1 323 0</inkml:trace>
  <inkml:trace contextRef="#ctx0" brushRef="#br0" timeOffset="150123.54">11234 13211 168 0,'-5'1'318'0,"-1"0"-10"0,6-1-2 0,-8 3-16 0,8-3-14 0,0 0-28 0,0 0-24 15,0 0-24-15,34-8-18 0,0 4-30 0,1-2-48 16,18 1-58-16,-2-4-70 16,0 1-87-16,0-4-109 0,-16 2-192 0,1-2-445 15,-3 0 197-15</inkml:trace>
  <inkml:trace contextRef="#ctx0" brushRef="#br0" timeOffset="150408.46">11873 13181 32 0,'-8'1'198'16,"8"-1"-3"-16,-5 2-4 0,5-2-6 0,-4 3-2 15,4-3-7-15,0 0-8 0,0 0-6 0,-6 2-5 16,6-2-5-16,0 0 7 0,0 0-20 0,14 2-11 16,-5-3-10-16,5 1-11 0,4-1-11 0,5-2-11 0,8-1-11 15,-2 1-14-15,3 0-32 0,-1-1-42 0,1-1-54 16,-3 2-58-16,-1-5-63 0,-9 4-211 0,-2-3-432 15,1-1 191-15</inkml:trace>
  <inkml:trace contextRef="#ctx0" brushRef="#br0" timeOffset="150624.88">12005 12988 312 0,'0'0'324'15,"-4"-3"-23"-15,4 3-26 0,0 0-24 0,0 0-38 16,0 0-26-16,0 0-22 0,-12 5-16 0,12 2-18 16,-2 2-15-16,1 9-12 0,1 6-11 0,-2 0-6 15,1 5-11-15,2-2-5 0,1 2-7 0,-2-2-3 16,3 0-8-16,0-1-33 0,1-2-35 0,-4-5-49 0,2 8-47 16,-2-8-75-16,0-4-261 0,2-2-483 0,-2-5 215 0</inkml:trace>
  <inkml:trace contextRef="#ctx0" brushRef="#br0" timeOffset="150956.41">12451 12894 283 0,'1'-3'313'0,"0"0"-31"0,1-1-31 0,-2 4-25 15,2-3-30-15,-2 3-22 0,0 0-21 16,0 0-17-16,0 0-12 0,0 13-16 16,-1-4-9-16,0 3-12 0,-2 3-11 0,-2 5-8 15,1 5-11-15,-2 2 1 0,2 2-6 16,-2 1-8-16,-1 1-6 0,1 2-2 0,2-2-4 16,-1-3-4-16,-2 1-4 0,4 0-1 0,0-5-3 0,-1-2-4 15,4-4 4-15,-1-2-3 0,1-4-1 0,1 0-4 16,-1-1 1-16,0-2-1 0,0-3 11 0,3 2-7 15,-2-1-1-15,2-2 2 0,0 0 2 0,4-1-1 0,-2-1 0 16,2-2 2-16,3 3 6 0,2-4-16 0,0-3-26 16,0 1-36-16,1-2-48 0,-2-2-84 0,1-5-304 15,1-1-527-15,1-2 233 0</inkml:trace>
  <inkml:trace contextRef="#ctx0" brushRef="#br0" timeOffset="151141.06">12292 13173 97 0,'0'0'327'16,"0"0"-13"-16,0 0-15 0,0 0-49 0,0 0-23 16,18-9-24-16,0 4-18 0,1 0-22 0,12-2-27 0,-1 3-43 15,1-4-70-15,0 3-85 0,2-4-85 0,-4-1-205 0,2 4-380 16,-4-2 168-16</inkml:trace>
  <inkml:trace contextRef="#ctx0" brushRef="#br0" timeOffset="151457.74">12658 12818 231 0,'0'0'342'0,"-2"-7"-26"0,2 7-32 0,0 0-33 31,3-3-20-31,-3 3-30 0,8-2-19 0,3 2-22 16,-2 3-16-16,3-1-15 0,0 2-8 0,-3 2-15 0,2-2-10 15,0 1-13-15,-5 2-10 0,2-1-8 0,0 1-9 16,-2 2-7-16,-2-1-7 0,-3 3-6 0,2-2 0 16,-3 0-2-16,-3 0-5 0,3 1-2 0,-1-3-6 15,-3 3 1-15,4-3-2 0,-3-3-3 0,3 3-3 16,-1-3 0-16,1 0 0 0,0-4 0 0,0 6 0 15,0-6-3-15,0 7 3 0,0-6 1 0,0-1 10 0,9 1-9 0,-4-1-4 16,7 0-17-16,-2-2-36 0,4-1-40 0,-1-1-45 16,-3 1-56-16,6-4-62 0,-5-1-238 0,2-4-521 15,1 0 230-15</inkml:trace>
  <inkml:trace contextRef="#ctx0" brushRef="#br0" timeOffset="151696.7">12961 12686 166 0,'0'-4'328'0,"0"0"-9"16,0 4-17-16,0-7-27 0,0 7-35 0,2-5-27 16,-2 5-15-16,1-3-35 0,-1 3-18 0,0 0-19 0,14 14-11 15,-6-3-16-15,2 4-9 0,7 8 0 16,-3 5-18-16,0 5-3 0,4 10-4 0,-2 3-6 16,-3 3-4-16,-1 4 1 0,-6 1 0 0,-5 1-10 0,-3-4-5 0,-3-2-3 15,-7 1 2-15,-1-4-4 0,-9-3-3 0,1-11 2 16,-8 6-4-16,-11-1 0 0,-1-3 14 0,-10 0-20 15,-4-5-29-15,-28 12-48 0,-11-10-62 16,-9-2-87-16,-8-9-355 16,-3-1-601-16,-1-7 266 0</inkml:trace>
  <inkml:trace contextRef="#ctx0" brushRef="#br0" timeOffset="152311.28">8776 12672 76 0,'0'0'227'0,"0"0"-21"31,0 0-27-31,-15 17-21 0,0 6-18 0,-1 4-14 0,-11 21-9 16,1 2-4-16,-7 29-18 0,-2-1-5 0,12 3-12 15,4 1-5-15,9-24-4 0,8 24-11 16,7-28-2-16,6-1-5 0,11-1-1 0,10-3-2 15,11-10 1-15,31 14-5 0,8-11 2 0,5-9 2 0,5-9-13 16,4-9-54-16,7-8-93 0,2-4-239 0,1-6-379 16,-1-6 169-16</inkml:trace>
  <inkml:trace contextRef="#ctx0" brushRef="#br0" timeOffset="153191.01">12963 12327 15 0,'0'0'218'0,"0"0"0"15,-4-2-13-15,4 2-9 0,0 0-9 0,0 0-14 16,0 0-6-16,0 0-15 0,0 0-13 0,0 0-7 16,0 0-14-16,0 0-9 0,0 0-9 0,0 0-9 0,0 0-8 0,0 0-6 15,0 0-7-15,0 0-7 0,0 0 0 0,0 0-7 16,23-3-6-16,-5 2-6 0,4-2-2 0,7-2-9 15,1 2-26-15,-1 1-45 0,2-1-57 0,-1-3-62 16,-2-2-263-16,3 3-455 0,-4-2 201 0</inkml:trace>
  <inkml:trace contextRef="#ctx0" brushRef="#br0" timeOffset="153675.37">13442 12054 19 0,'3'-3'270'16,"2"-1"-22"-16,0 0-19 0,-1 2-21 0,5-2-22 15,0 2-22-15,-1 1-16 0,3 1-16 0,-1-2-13 0,0 4-15 16,-3 0-8-16,2 1-18 0,-2 2-7 0,1 2-6 0,0-2-10 16,-2 3-6-16,-3 1-7 0,-1 0-5 0,-2 1-4 15,0 1-2-15,-4 0-5 0,0 0-5 16,-2 0 2-16,1 1-5 0,0-2 0 0,-1 0-2 16,0-3-3-16,2 3-1 0,0-3-2 0,0-2-1 0,2 1-1 15,0 0 0 1,2-1-1-16,0-1-1 0,2 1-3 0,1 0 2 15,3 2 2-15,2-2 0 0,0 2-4 0,-1-2 0 0,5 0-3 16,-2 2 6-16,0-2-3 0,4 1-3 0,-1 2 0 16,1-2 4-16,-4 1 1 0,2 2-1 0,-3-4-1 15,-3 5-2-15,2-4 1 0,-3 5-2 0,-2-1 2 16,-1-1 4-16,-2 3-3 0,-5-2 4 0,0 0-4 16,-3 2 1-16,-1 2 1 0,-5-3-2 0,5 1-1 0,-1-3 4 15,-4 3 0-15,1 1 3 0,1-7-5 0,1 4-14 16,2-5-18-16,-1 1-23 0,1 0-19 0,3-1-18 0,0-1-24 15,2-3-43-15,4-1-209 0,0 0-394 0,0 0 174 16</inkml:trace>
  <inkml:trace contextRef="#ctx0" brushRef="#br0" timeOffset="153914.07">14013 12170 207 0,'8'-10'349'16,"-3"3"-9"-16,0 0-24 0,-2 2-32 0,2 3-32 0,-3-1-30 15,1 1-28-15,-3 2-23 0,0 0-19 0,0 0-15 16,0 0-19-16,-9 16-10 0,4-6-15 16,-6 5-4-16,-3 8-17 0,-1 5-3 0,-1 0-5 0,-1 1-12 0,1 3-1 0,2-5-5 15,0 2-5-15,-2 1-4 0,6-5-3 16,-3 3-3-16,4-6-13 0,0-4-5 0,3 1 1 16,0-2-4-16,-1-3 0 0,3-4 8 0,0 0-29 0,3-4-6 15,-4 0-20-15,1 0-5 0,3-1-20 0,-2-1-18 16,2-2-14-16,1-2-25 0,-2 6-28 0,2-6-83 15,0 0-233 1,0 0-500-16,0 0 221 0</inkml:trace>
  <inkml:trace contextRef="#ctx0" brushRef="#br0" timeOffset="154277.99">14080 12386 129 0,'1'-1'316'0,"-1"1"-25"0,8-2-22 0,-8 2-27 15,4-1-26-15,-4 1-15 0,0 0-29 0,11 1-15 16,-6 1-16-16,3 0-15 0,-3 1-16 0,-1 2-9 0,6 0-9 16,-2 2-7-16,-3 1-9 0,-1 1-4 15,1 3-10-15,-1-2-4 0,-2 4-8 0,-2 1-4 0,0 3-4 16,-2 2-5-16,-3-3-3 0,0 1-3 0,-2 0-6 16,-2-2 3-16,3 0-8 0,-2-4 0 0,3 0-1 0,1-5-2 15,-1 1 0-15,1-3-3 0,-1-1 0 0,5 1 3 16,-2-1 5-16,-1 0 16 0,2-2 33 0,-2 2 7 15,3-4 24-15,9 1 0 0,5-2-8 0,6-3 2 16,12 3-10-16,8-5-9 0,12-1-8 0,2-1-5 16,5-4 6-16,4 6-20 0,3-6-7 0,-2 3-4 15,0 0-3-15,-2 4 7 16,-8-2-1-16,-17 3-1 0,-2 0-5 0,-7 0-5 16,-10 3 1-16,-6 0-10 0,-1 0-4 0,-4-1-23 15,2 2-39-15,-5-1-54 0,-4 1-56 0,0 0-68 16,0 0-91-16,-29 8-340 0,8-5-706 0,1 0 313 15</inkml:trace>
  <inkml:trace contextRef="#ctx0" brushRef="#br0" timeOffset="157654.37">15418 12834 167 0,'0'-4'182'15,"0"4"-16"-15,0 0-20 0,1-5-14 0,-1 5-14 0,9-4-14 16,-2 4-13-16,0-3-6 0,3 3-12 0,2 0-10 15,3 0-4-15,4 3-4 0,1-2-3 16,-1 4-3-16,-1 1-4 0,2 0-3 0,-1 2-6 0,-2 2-1 0,-2 2-4 16,1 0-8-16,-5 0-3 0,-3 3 3 0,-5 2-3 15,-1 7 1-15,-9 3-4 0,-3 3 4 0,-9 1-3 16,-12 4-1-16,-6 6-7 0,-4-6-2 0,3-1 5 16,9-11-2-16,-2 0 0 0,0-4 0 0,3 0-2 15,3-5 8-15,7-2 8 0,0-4 11 0,8 1 15 0,-3-4 25 16,3 2 32-1,3-4 32-15,1-1 22 0,0 0 15 0,2-1-14 16,4-1-4-16,0 0-29 0,0 0-15 0,2-14-14 16,8 8-12-16,3-5-9 0,5 3-5 0,-3-2-12 15,3 3-3-15,2 0 6 0,1 0-22 0,-2-1-5 16,2 2 3-16,-1 0-14 0,-2 1-1 0,-1 3-10 16,-3 2 3-16,-3-3-8 0,0 2-15 0,1-2-27 15,-1 3-21-15,-4 0-23 0,2 0-26 0,-3 0-26 0,2-3-32 0,2 6-36 16,-2-3-38-16,-2 0-71 0,2-3-170 0,1 2-512 15,0-3 227-15</inkml:trace>
  <inkml:trace contextRef="#ctx0" brushRef="#br0" timeOffset="158039.93">16045 12813 66 0,'3'-9'350'0,"-1"-3"-22"16,1 2-11-16,-2 0-11 0,3 4-23 0,-4-1-22 16,3 3-18-16,-2-1-28 15,-1 1-28-15,1 1-22 0,-1 3-19 16,4-5-19-16,-4 5-20 0,3-1-17 0,-3 1-18 16,0 0-4-16,7 13-12 0,-7-4-8 0,4 4-5 0,-1 4-3 15,-2 2-4-15,0 7-3 0,2 2-5 0,-6 3-2 16,3 1-4-16,-1 4-4 0,-7 0 5 0,3-1-8 15,3-1-4-15,-1 0 2 0,-1-4-1 16,2-1 14-16,-1-4-18 0,3-6-1 0,0-2 1 0,0-5 0 0,0-1 0 16,0 0-5-16,0-4 3 0,3-2 4 0,-3 2 5 15,0-2 8-15,0-3 11 0,0 3 11 0,1-1 6 16,-1-4 10-16,0 0 18 0,1 8-12 0,-1-8-5 0,8 0-7 16,-8 0-3-16,13-3-4 0,-6 1-8 0,1 0-3 15,2-3-31-15,2 3-37 0,-2-1-42 16,0-2-39-16,-1-2-45 15,1 0-45-15,2 0-59 0,-3-1-78 0,2-5-218 16,-3 2-603-16,-2 1 267 0</inkml:trace>
  <inkml:trace contextRef="#ctx0" brushRef="#br0" timeOffset="158240.88">16035 13071 94 0,'-4'1'310'0,"4"-1"-21"15,-4 3-15-15,4-3-17 0,-5 0-8 0,5 0-29 0,0 0-17 16,0 0-19-16,0 0-15 0,0 0-17 16,0 0-11-16,22 0-14 0,-3-3-12 0,14-2-16 15,2-2-14-15,-2 1-39 0,1-2-51 0,1 3-51 16,-3 0-68-16,0-3-72 0,-5-1-244 0,0 1-474 0,-8 2 209 0</inkml:trace>
  <inkml:trace contextRef="#ctx0" brushRef="#br0" timeOffset="158657.69">16765 13091 135 0,'0'0'241'0,"-8"0"-2"0,4 1-11 0,4-1-9 16,0 0-14-1,-9 0-11-15,9 0-5 0,0 0-10 0,0 0-8 16,0 0-13-16,0 0-10 0,0 0-19 0,0 0-11 16,17-5-11-16,-1 2-9 0,2 1-11 0,10-4-11 15,4 1-7-15,-1-1-7 0,1-4-3 0,0 6-6 16,4-1-6-16,-4-2 3 0,-2 1-17 0,-4 2-10 16,-7 1-16-16,-1 1-11 0,-8 1-11 0,3-2-7 0,-4 2-15 15,-3-1-10-15,-2 1-17 0,0-1-41 0,-4 2-59 0,0 0-39 16,-8-5-60-16,-1 2-137 0,-1 1-434 0,1-2 192 15</inkml:trace>
  <inkml:trace contextRef="#ctx0" brushRef="#br0" timeOffset="159058.35">17364 12750 224 0,'0'0'246'16,"0"0"-27"-16,5-4-24 0,0 2-20 0,3 1-18 16,1 1-12-16,2 0-19 0,5 1-11 0,0 1-11 15,2 0-11-15,1 3-16 16,-1 0 1-16,1 3-11 0,-2 1-8 0,-2 0-3 15,2 3-5-15,-3 0-8 0,-4 2-3 0,-2 1-5 16,-4 1-4-16,-4 1-2 0,-4 4-1 0,-4 3-4 0,-5 2 0 0,-2-1-3 0,-3 2 0 0,-1 0-3 16,-3-3-1-16,3-2-4 0,0-1 1 0,5-7-2 15,1-1-4-15,2 0-5 0,1-5 5 0,3 0 2 16,-2-3-7-16,6 2 11 0,-2-3 14 0,3-1 13 16,-2-1 15-1,2 0 12-15,2-2 7 0,0 0 4 0,2 6-8 16,8-5 2-16,3-2-11 0,6 1-3 0,9-3 4 15,0 5-17-15,0-6-22 0,0 2-38 0,3-1-49 0,-10 2-58 16,0-1-76-16,1-2-296 0,-3-3-532 0,2 1 235 16</inkml:trace>
  <inkml:trace contextRef="#ctx0" brushRef="#br0" timeOffset="159575.07">17840 12840 220 0,'0'-6'278'0,"0"6"-35"0,8-4-23 15,-1 1-24-15,0 2-19 0,5 1-19 0,1-1-16 16,-1 2-14-16,2 1-17 0,4 3-10 0,0 1-9 0,-3 0-13 15,-3-1-9-15,3 6-6 0,-3-3-5 0,-3 2-10 16,2 2-4-16,-4-2 1 0,-2 2-10 0,-4 0-5 16,-1 5-2-16,0 0-2 0,-5-1-7 0,-4 6 0 15,-2-5 1-15,0-2-2 0,-2 2-5 0,2-2-1 0,-4-1 0 16,2 2 2-16,-4-6-3 0,3 2-4 0,5-3 3 16,0-3 9-16,2-1 8 0,2 1 14 0,-1-2 25 15,3 0 20-15,0-3 33 0,3-1 33 0,-5 2 24 16,5-2 14-16,0 0-23 0,0 0-21 0,4-12-13 15,3 2-18-15,5-2-9 0,3 0-14 0,6-10-8 16,-1 1-9-16,4 1-5 0,3-2-10 0,0 1-3 0,-1 3-9 0,-4-1-3 16,-5 8-8-16,2 0-1 0,-4 2-4 0,-6 1-5 15,1 4-1-15,-3-2-2 0,-1 2-7 0,-3 4-9 16,3-4-20-16,-3 3-19 0,2-1-24 0,-5 2-1 16,0 0 11-16,2 7-2 0,-4 0 11 0,2 0 1 0,-4 3-5 15,3-1 3-15,-2 1-2 0,1 3 5 0,0 3-16 16,0-1-32-1,2-1-14-15,0 1-20 0,4-3-24 0,-4 0-24 16,5-5-34-16,-1 5-39 0,1-4-49 0,0-4-260 16,3-1-588-16,1-1 261 0</inkml:trace>
  <inkml:trace contextRef="#ctx0" brushRef="#br0" timeOffset="159806.97">18370 12686 167 0,'0'-4'327'0,"2"-1"-36"0,-2 1-36 16,0 4-30-16,2-2-22 0,-2 2-24 0,0 0-23 15,13 6-15-15,-5 2-10 0,5 5-9 0,6 5 1 16,-1 5-14-16,0 1-8 16,1 5-4-16,-2 1-10 0,-1 0 7 0,-3 2-18 15,0 2-6-15,-3 12-6 0,-5-10 5 0,-5 8-14 16,-5-10-4-16,-3-1-3 0,-4 1-16 0,-5-3-9 15,-5-2-19-15,-15 8-18 0,-4-2-29 0,-9-5-43 16,-4-3-59-16,-6-6-96 0,-29 7-222 0,32-17-499 16,-2-4 221-16</inkml:trace>
  <inkml:trace contextRef="#ctx0" brushRef="#br0" timeOffset="160744.91">15400 12582 120 0,'0'0'172'0,"-17"14"-19"16,2 6-13-16,0 6-19 0,-6 5-5 0,-3 15-10 15,-3 3-2-15,-2 5-7 0,-6 22-4 0,10-20-12 16,7 1 1-16,1 0-6 0,12 1-10 0,6-3-1 16,6-2-7-16,4-4-12 0,6-1 10 0,10-7-8 15,7-1 2-15,8-8-4 0,4-3-12 0,9-6-14 16,9-4-59 0,29-2-87-16,-26-10-172 0,0-5-323 0,26-6 144 15</inkml:trace>
  <inkml:trace contextRef="#ctx0" brushRef="#br0" timeOffset="161396.79">19531 12856 320 0,'-5'-3'331'0,"5"3"-25"0,0 0-19 0,0 0-27 0,0 0-22 0,-1-3-26 0,1 3-22 16,10-3-17-16,0 0-22 0,7-1-23 0,3 1-39 16,10-2-56-16,-2 3-57 0,1-2-59 0,3 1-66 15,-4 1-86-15,-5-4-137 0,-4 4-402 0,-6 0 179 0</inkml:trace>
  <inkml:trace contextRef="#ctx0" brushRef="#br0" timeOffset="161530.64">19596 13028 110 0,'0'3'159'15,"0"0"22"-15,5 2-7 0,6-1-10 0,8-4-18 0,13 0-10 16,2 0-27-16,17-6-52 0,4-2-71 0,-1-1-190 15,-2-2-221-15,-12 2 98 0</inkml:trace>
  <inkml:trace contextRef="#ctx0" brushRef="#br0" timeOffset="161730.9">20654 12523 205 0,'-2'-2'288'0,"2"2"-33"0,2-6-24 16,8 1-22-16,6 0-26 0,12-2-28 0,5 1-34 15,4 1-52-15,4 0-64 0,9-1-75 16,-10 2-206-16,-7 0-298 16,0-2 133-16</inkml:trace>
  <inkml:trace contextRef="#ctx0" brushRef="#br0" timeOffset="162147.76">20663 12621 138 0,'-5'18'149'0,"3"2"-8"15,4 6-13-15,2 0-8 0,2 2-3 0,3 3-18 16,3-3-9-16,-3 4-3 0,2 2-8 0,-3 0-5 15,5 12-10-15,-9-10-5 0,-2 0-4 0,-1-1-8 16,-3-2-2-16,-1 1-10 16,-3-4-3-16,1-2-4 0,-5-3-7 0,3-1 1 15,-1-6-5-15,1 0 8 0,-1-2 1 0,1-1 12 16,0-5 3-16,1 0 5 0,-1-1-5 0,4-2-7 16,-1-3 5-16,1 2-4 0,-1-3 9 0,3 0 12 15,1-3 17-15,-1 6 21 0,6-5 6 0,6 1-1 16,9-4-5-16,11-1-8 0,7-1-10 0,14-6-8 15,2 2-7-15,0-3-6 0,-4 5-2 0,4-3-8 0,1-1-4 0,-3 0-6 16,-15 7 0-16,-1-2-5 0,-4-1-5 0,-9 3 4 16,-6 1 3-16,-3 1-1 0,-4 0-3 0,-2 0-3 15,-1 1-4-15,0-3 1 0,-3 2-4 0,-4 1-6 16,7 0-11-16,-7 0-22 0,5 0-24 0,-5 0-27 16,0 0-29-16,0 0-48 0,-15 7-79 0,1-4-230 15,5 1-496-15,-1-4 220 0</inkml:trace>
  <inkml:trace contextRef="#ctx0" brushRef="#br0" timeOffset="162979.87">21669 12760 11 0,'0'-2'305'0,"0"2"-10"0,1-5-11 0,-1 5-23 0,0-5-26 15,0 5-25-15,0 0-25 0,1-4-23 0,-1 4-18 16,0 0-17-16,0 0-23 0,0 0-12 0,0 0-9 15,3 15-9-15,-6-4-10 0,2-2-2 0,0 3-9 0,-2 1-3 16,-1 1-8-16,2 2 1 0,-2-3-7 0,3-1-2 16,-3-4-5-16,4 4-4 0,0-3-4 0,-2-1 8 15,2-3-6-15,0-1-2 0,-2 2 3 0,4-2 12 0,-2-4 30 16,0 5 18-16,0-5 3 0,0 0-9 0,17-8-10 16,-9 4-1-16,5-3-13 0,-2 2 1 0,5-4-10 15,-1 1-7-15,0 0-4 0,2 1-2 0,-5 2-4 16,5-4-7-16,-5 6-3 0,1-1 5 0,-1 0-10 15,1 2 1-15,1 0-4 0,-1 1-20 0,2 1-18 16,-2 0-15 0,5 1-23-16,-5 2-27 0,1 1-39 0,1 1-49 0,-3-2-30 15,0 3-55-15,0-3-230 0,1 0-535 0,-3 0 237 16</inkml:trace>
  <inkml:trace contextRef="#ctx0" brushRef="#br0" timeOffset="163312.1">22480 12449 21 0,'3'-11'305'0,"-1"2"-20"0,2 1-21 16,0 2-31-16,-3 2-23 0,1-2-22 15,0 4-28-15,-2 2-15 16,0 0-12-16,0 0-20 0,9 11-14 0,-4-1-12 0,-4 7-11 15,2 2-7-15,-3 10-5 0,0 3-10 16,-3 4-4-16,0 10-7 0,0-10-2 0,-2 1-7 0,1 7-2 16,0-9-4-16,3-3-3 0,-1-1-3 15,0-2 3-15,0-4-9 0,4-1 1 0,-2-4-1 0,2-2-1 16,0-5-1-16,1 0 0 0,-1-2 0 0,0-4-2 16,0 0 0-16,-2 0 4 0,4-2 2 0,-3-2-2 0,4 3 0 15,0-3 6-15,3-1-3 0,0-2 2 0,3 1-4 16,1-1 2-16,-2 0-34 0,7-1-26 0,-5-1-40 15,2-1-55-15,-1-3-61 0,-3 0-242 0,4-4-475 16,-2-1 211-16</inkml:trace>
  <inkml:trace contextRef="#ctx0" brushRef="#br0" timeOffset="163534.32">22314 12779 2 0,'-5'0'297'0,"5"0"-22"15,-9 1-14-15,9-1-17 0,-9 0-24 16,9 0-23-16,0 0-18 0,0 0-20 0,27-8-16 0,-5 6-17 16,6-2-11-16,5-2-9 0,3 1-14 0,1 0-24 15,2 1-24-15,0-1-30 0,-3-2-39 0,-3 4-43 16,-4-2-16-16,-2-1-54 0,-8 2-59 0,-3-1-142 15,-4 1-367-15,-4-3 164 0</inkml:trace>
  <inkml:trace contextRef="#ctx0" brushRef="#br0" timeOffset="163981.84">23034 12303 211 0,'1'-7'322'15,"0"4"-29"-15,0-1-29 0,1 1-31 0,-2 3-29 16,0 0-21-16,0-4-22 0,0 4-21 0,0 0-12 0,0 0-12 15,1 14-12-15,-1-6-13 0,-1 3-9 16,1 1-10-16,-3 7-7 0,2-2 0 0,-3 2-11 16,-1 0-6-16,0-1-4 0,1 0-2 0,-1 0-7 0,1-2-4 15,3-5-2-15,-2-1-1 0,2-4 1 0,0 0-3 0,1 0-2 16,-3-2 14-16,3 0 32 0,0-4 14 0,3 1-9 16,-3-1-3-16,14-5-10 0,-4-1-5 0,0-1-11 15,4-3 0-15,0 1-4 0,2-1-2 0,-1-2-9 16,-1 5-2-16,1-5-8 0,-4 8 0 0,1-1-4 15,-3-1 0-15,0 2-6 0,-1 2-4 0,2 1-15 0,-1 2-12 16,3 3-5 0,-1 1-13-16,1-1-16 0,4 6-15 0,-3 2-21 15,0 1-36-15,0 1-49 0,-1 2-61 0,0-1-276 16,1-1-554-16,1-1 245 0</inkml:trace>
  <inkml:trace contextRef="#ctx0" brushRef="#br0" timeOffset="164430.64">24030 12527 301 0,'0'-6'317'16,"2"0"-10"-16,0 1-25 0,-2 1-25 0,1-1-22 0,-1 2-25 0,4-1-26 15,-4 4-28-15,0 0-37 0,0 0-15 0,0 0-11 16,2 14-10-16,-2-3-18 0,0 8-9 0,2 8-6 15,-2 1-6-15,0 4-6 0,-2 2-3 0,-1 0-1 16,0 1-6-16,-2-1-4 0,0 0 1 0,2 2-3 16,-3-4-3-16,1 0 1 0,1-3 0 0,2-3-2 15,-1-1-14-15,1-6-18 16,0-3-8-16,-1-4-15 0,1-3-14 0,1 2 1 16,0-6 6-16,0 1 6 0,-1-2 5 0,0-4 7 15,-1 3 2-15,3-3-22 0,0 0-18 0,-9-7-8 16,5 1-22-16,-2-3-17 0,1-1-12 0,0-5-4 15,1-2-6-15,1-2-34 0,-3-5-146 0,3-3-338 16,2 0 150-16</inkml:trace>
  <inkml:trace contextRef="#ctx0" brushRef="#br0" timeOffset="164724">23946 12434 230 0,'-1'-13'248'16,"-2"2"2"-16,3-1-7 0,-1 1-12 0,1 4-9 15,0 0-11-15,0 2-14 0,0-2-16 0,0 2-15 0,0 0-17 16,0 5-17-16,0-8-11 0,1 7-14 0,-1 1-16 15,0 0-8-15,0-5 0 0,0 5-21 0,5 0-6 0,-5 0-9 16,18 4-3-16,-4 1-5 0,5 3-8 0,3 4-3 16,2 2-9-1,3 1-5-15,0 1-1 0,0 4-3 0,-3-1-4 16,-1 3-5-16,-4-2-2 0,0 3-2 16,-4-3 0-16,-8-3-1 0,2 1 1 0,-6-1-2 0,-1 1 0 15,-6-7 2-15,0 4 3 0,-6 1-1 0,0-2 11 16,-9 0-10-16,-4-1 3 0,0-1 2 0,-3 0 2 0,6-4 0 15,-7 0-2-15,-1 0-3 0,8-3 2 0,-1 0 1 16,0-1 0-16,3 1-2 0,-2-1 3 0,9 0-17 0,-3 0-22 0,4 1-25 16,-1-5-31-16,4 4-34 0,-1-1-24 0,3 1-19 15,1 0-26-15,0-2-230 0,4 1-457 0,0-3 202 16</inkml:trace>
  <inkml:trace contextRef="#ctx0" brushRef="#br0" timeOffset="165137.62">24333 12927 405 0,'0'0'382'0,"-1"-2"-23"0,1 2-26 15,0 0-39-15,0 0-30 0,0 0-26 16,0 0-31-16,1-7-18 0,-1 7-26 0,0 0-21 16,0 0-28-16,0 0-12 0,0 0-15 0,0 0-10 0,4 16-8 0,-4-8-8 15,0 1-5-15,0 1-13 0,0 5-2 0,-1-1-11 16,-2 2-13-16,3 0-9 0,0-6 2 0,-1 1-4 16,0-3-4-16,1-1 12 0,1 0-14 0,-2-1 6 15,-2-2-2-15,7 0 8 0,-4 0 14 0,0-4 29 16,0 0 30-16,0 0 11 0,0 0-2 0,0 0-9 0,11-8-6 15,-7 4-6-15,4-5-6 0,1 1-5 0,-1 0-10 0,-1 0-13 32,4-1 7-32,-3 2-4 0,1-1-16 0,0 1 4 0,0 0 0 15,-1 0-5-15,0 2 3 0,-1-1-9 0,2 4-5 16,-4-1 1-16,4-1-13 0,4 3-24 0,-4 0-29 16,1 1-13-16,0 0-23 0,3 0-26 15,-1 0-29-15,-1 2-30 0,1 1-42 0,-2 1-43 0,1-4-56 16,0 0-252-16,-11 0-613 0,15 0 271 0</inkml:trace>
  <inkml:trace contextRef="#ctx0" brushRef="#br0" timeOffset="165638.82">24958 12487 180 0,'4'0'250'0,"-4"0"-28"0,5-3-26 15,-5 3-22-15,0 0-20 0,10 3-11 0,-3 2-24 16,-2-1-12-16,0 5-8 0,-2 1-12 0,0 1-11 15,0 6-5-15,-1-1-7 0,-3 1-6 0,-2 0-3 16,-1 3-10-16,-3-2-4 0,-1 2-1 0,2-3-6 16,-4-1-5-16,2-2-2 0,-1 0-2 0,1-2-3 0,1-5 0 0,3-1 0 15,-1 0 25-15,1-3 20 0,0 1 27 0,4 0 29 16,-4-3 27-16,4-1 39 0,-4 3 24 16,4-3-9-16,0 0-21 0,0 0-17 0,0 0-17 0,8-15-15 15,0 8-23-15,-2-1 2 0,4-3-16 0,3 1-10 16,0 0-9-16,2-4-4 0,0 3-13 0,-2 0-4 15,-4 4-7-15,3 0-8 0,-4 2-1 0,-2 0-8 0,-1 2-3 0,0-1-10 32,1 1-7-32,-2 2-22 0,-4 1-20 0,0 0-12 0,11 3-2 0,-7-1-11 0,1 4-6 0,-3-1-7 15,4 2-6-15,-2 2 5 0,1-1-28 16,-1 1-18-16,0 0-13 0,0 4-31 0,-1-5-33 0,2 3-42 16,-3-5-34-16,2 2-293 0,-1-4-607 0,0 0 269 31</inkml:trace>
  <inkml:trace contextRef="#ctx0" brushRef="#br0" timeOffset="165839.37">25322 12511 222 0,'4'-2'258'0,"0"-2"-31"0,-4 4-22 15,8-1-25-15,-1 2-14 0,-2 2-22 0,3 3-14 16,2 1-7-16,2 2-16 0,-3 5-5 0,1 2-7 15,-2 0-6-15,-2 4-9 0,0 5-12 0,-6-2-6 16,-2 5 1-16,-2-3-16 0,-4 2-11 0,-2-2-25 0,-8 1-29 16,4 0-46-16,-9-5-51 0,1-3-26 15,0 1-206-15,0-7-375 16,-4-1 167-16</inkml:trace>
  <inkml:trace contextRef="#ctx0" brushRef="#br0" timeOffset="166140.41">24945 12205 154 0,'-14'0'192'16,"-2"4"-16"-16,-3 3-14 0,-6 3-19 0,-3 11-14 16,-6 11-12-16,-3 7-11 0,3 2-13 0,5 4 2 15,-6 4-8-15,7 3-3 0,5 2-9 0,4-5 0 16,12 1-12-16,4-4-2 0,7-9-5 0,11 6-1 16,0-12-2-16,22 7 0 0,0-4-2 0,10-5-3 15,4-3-45-15,4-8-84 0,3-7-261 0,6-4-370 16,3-5 164-16</inkml:trace>
  <inkml:trace contextRef="#ctx0" brushRef="#br0" timeOffset="166943.01">23445 12419 201 0,'0'0'188'0,"0"0"-15"0,0 0-20 16,-6 0-15-16,6 0-14 0,0 0-7 0,0 0-17 16,0 0-6-1,0 0-16-15,-7 1-3 0,7-1-4 0,0 0 5 0,0 0-2 16,0 0-2-16,0 0 4 0,0 0 2 15,0 0 0-15,0 0 4 0,0 0-2 0,0 0 5 16,0 0-4-16,0 0 4 0,0 0-1 0,0 0 1 0,0 0-3 16,0 0-4-16,0 0-8 0,0 0-7 0,0 0-3 15,0 0-8-15,0 0-1 0,0 0-8 0,0 0-1 16,0 0-6-16,0 0-2 0,0 0 0 0,0 0-9 0,31-4 0 0,-19 3-5 16,2 0 2-16,-2 1-1 0,6-3-3 0,-6 2-4 15,0-2-10-15,-1 1-8 0,0 1-13 0,-2 0-8 16,0 1-11-16,-2-2-10 0,-1 2-12 0,-1-1-9 15,-5 1-15-15,9-2-14 16,-9 2-28-16,5-1-34 0,-5 1-37 0,0 0-211 16,0 0-439-16,0 0 193 0</inkml:trace>
  <inkml:trace contextRef="#ctx0" brushRef="#br0" timeOffset="167243">23799 12225 11 0,'0'-4'324'0,"0"4"-7"15,0-6-14-15,0 6-16 0,0-4-26 0,0 4-16 16,0-6-19-16,0 6-21 0,0 0-30 0,0 0-12 0,1-2-25 0,-1 2-15 15,0 0-15-15,0 0-17 0,0 0-8 0,0 0-10 16,2 11-12-16,0-6-8 0,-2 8-7 0,0 3-6 16,2 2 2-16,0 3-5 0,3 5-6 0,0 3 3 15,0 0-17-15,-1 1-28 0,1-1-47 0,-1 1-73 16,4 2-111-16,-3-5-267 0,-3-1-552 0,2-10 245 16</inkml:trace>
  <inkml:trace contextRef="#ctx0" brushRef="#br0" timeOffset="170250.34">5876 15502 31 0,'0'0'114'0,"0"0"2"0,0 0 6 0,0 0 4 0,0 0 0 16,0 0 2-1,0 0 0-15,-6 0 2 0,6 0 0 0,0 0-4 16,0 0 1-16,0 0-2 0,0 0-4 0,0 0-4 15,0 0-11-15,0 0-3 0,0 0-4 0,-4-3-5 16,4 3-2-16,0 0-5 0,0 0-9 0,0 0-4 0,0 0-9 16,18-4-6-16,-7 2 0 0,7 1-13 0,2-4-2 15,8 0-27-15,-5 4-29 0,7-3-34 16,1 2-40-16,-4 0-48 0,-7-1-33 0,3 5-61 16,-5-4-126-16,-3 2-382 0,-4 2 170 0</inkml:trace>
  <inkml:trace contextRef="#ctx0" brushRef="#br0" timeOffset="170428.86">5851 15810 55 0,'0'0'246'16,"0"0"-4"-16,0 0-11 0,0 0-20 0,0 0-17 15,15-1-18-15,-1-3-17 0,4 1-18 16,5 0-11-16,5-1-9 0,0 0-39 0,2 0-48 15,-1-2-50-15,-5 0-56 0,6 1-64 0,-11-3-164 16,1 0-325-16,-3 0 144 0</inkml:trace>
  <inkml:trace contextRef="#ctx0" brushRef="#br0" timeOffset="170966.7">6018 15391 22 0,'-5'-5'344'16,"1"-2"-15"-16,2 3-33 0,2 4-37 0,-3-9-23 0,0 6-29 0,3 3-23 16,-1-4-22-16,1 4-21 0,0 0-12 0,0 0-26 15,0 0-11-15,0 0-12 0,0 0-6 0,9 15-5 16,-2-6-12-16,5 3-3 0,1 0-15 16,1 1-5-16,8 5-6 0,1-1-5 0,-2 0-9 15,1-2-3-15,0 0-7 0,1-1-9 0,-5-2-2 0,2-4-12 16,-2 1 0-1,-1-1-2-15,1-2-1 0,-3 0 5 0,-2-4 2 16,-3 2 5-16,-1-4 0 0,2 1 16 0,-4-1 39 16,-1 0 12-16,-6 0 15 0,12-2 16 0,-8 1 12 15,-1-2 9-15,0 2 8 0,0-5 14 0,-1 5-15 16,1-3 1-16,-3 4-3 0,4-4-10 0,-4 4-11 16,1-2-13-16,-1 2-14 0,4-3-31 0,-4 3-38 15,0 0-30-15,0 0-1 0,-5 20 0 0,-2-2 2 0,-6 12 5 0,-7 16 4 16,-3 3 0-16,-4 1 9 0,-2 4-8 0,-2-1 1 15,-7 19 3-15,11-23 1 0,1 3-1 16,6 0 5-16,-1-6 4 0,4-1-9 0,5-13 11 16,2-1 0-16,-3-2-1 0,8-2 1 0,0-8 0 15,-2-2 0-15,2-3 5 0,0-3-1 0,4-2 5 0,-2-3 32 16,2 0 35-16,-3-1 38 0,4-2 43 0,-1 0 39 0,-2-1 21 16,3-2 22-16,0 0 10 0,0 0 3 0,0 0 0 15,0 0 3-15,0 0-23 0,0 0-21 0,0 0-18 16,0 0-18-16,0 0-16 0,0 0-19 0,0 0-29 15,0 0-43-15,0 0-55 0,-3-8-69 0,3 8-77 16,3-7-105-16,1 2-119 0,0 0-124 0,6-7-480 16,-2 3-1046-16,1-4 462 15</inkml:trace>
  <inkml:trace contextRef="#ctx0" brushRef="#br0" timeOffset="173234.04">8349 15408 38 0,'-1'-5'237'0,"-2"0"-11"15,0 0-13-15,2 0-19 0,0 0-16 0,2 1-16 16,2-1-23-16,2 0-8 16,1-3-15-16,4 4-7 0,2-3-12 0,2 6-15 15,1-3-9-15,4 3-7 0,1 4-7 0,0-1-9 16,9 6-4-16,-3 1-6 0,-2 4-3 0,1 1-3 15,-1 5-6-15,-4 2 10 0,-3 1-2 0,1 3-4 0,-8 3-3 16,-2-3-5-16,-3 7-2 16,-4-2-18-16,-5 2 2 0,-2 1-2 0,-3-2-1 15,-3-1-2-15,1-1 3 0,-4-2-2 0,-2-2-3 0,2-1 1 0,-2-5 1 16,0 1 1-16,3-6-2 0,2 0 3 0,-1-2 0 16,4-5-4-16,1 1 3 0,2-3 2 0,0-2 16 0,2 1 25 15,1-2 34 1,-2 1 26-16,5-3 2 0,-4 0-7 0,4 0-11 15,0-9-6-15,4 1-8 0,1-4-7 0,4-5-10 16,5-4-2-16,2-4-9 0,0-1-8 0,3-6-3 16,8-10-4-16,1 1-1 0,-1-1 3 0,1 2-1 15,-9 9-13-15,2 2 0 0,-3 0-5 0,-2 5 1 16,0 1-4-16,-5 6-1 0,-2 3 0 0,-1 5-3 16,-3 0 0-16,-1 4-2 0,-2-1-6 0,3 2-2 15,-2 2-9-15,-3 2-2 0,0 0 2 0,0 0 4 16,-3 16-6-16,-6-1 1 0,-1 9 2 0,-2-2 0 15,-1 8 1-15,-2-2-2 0,4 1 3 0,2 3-4 0,3-1 5 0,-2 0 0 16,2-1 0-16,3-1 2 0,7-4-3 0,1 1 4 16,4-8 3-16,5 5 2 0,6-4 3 0,6-2 4 15,5-5-5-15,3-3-40 0,-1-2-43 0,7-2-63 16,1-3-78-16,-2-3-313 0,-1-3-579 16,1-3 256-16</inkml:trace>
  <inkml:trace contextRef="#ctx0" brushRef="#br0" timeOffset="174335.45">9265 15749 155 0,'-5'2'174'0,"5"-2"-11"15,-6 3-10-15,6-3-4 0,-4 1-5 0,4-1-7 16,0 0-16-16,0 0-7 0,0 0-8 0,0 0-3 15,-6 1-2-15,6-1 1 0,0 0 3 0,0 0 0 16,0 0 0-16,0 0-2 0,0 0-2 0,0 0-8 16,0 0-11-16,0 0-5 0,0 0-8 0,0 0-7 15,0 0-4-15,0 0-7 0,0 0-2 0,0 0-3 0,0 0-3 16,0 0 0-16,0 0-6 0,0 0-1 0,0 0-4 16,0 0-3-1,0 0-3-15,0 0-1 0,0 0-7 0,0 0 2 16,0 0-3-16,0 0 0 0,0 0-1 0,0 0-3 0,0 0 0 15,0 0-1-15,0 0-1 0,0 0-4 0,-6 2 2 16,6-2 0-16,0 0-3 0,0 0-2 16,0 0 0-16,0 0 0 0,0 0 0 0,0 0 1 0,0 0 1 15,0 0-3-15,0 0 2 0,0 0 0 0,0 0 1 16,0 0-1-16,0 0-4 0,0 0 1 0,0 0 0 16,0 0 0-16,0 0-2 0,0 0 4 0,0 0-2 15,0 0 0-15,0 0 4 0,0 0 0 0,0 0-1 16,0 0-1-16,0 0-2 0,0 0 3 0,0 0 3 15,0 0-5-15,0 0 2 0,0 0-2 0,0 0-3 0,0 0 1 0,0 0 2 16,0 0 1-16,0 0-2 0,0 0 1 0,0 0-1 16,0 0 1-16,0 0 4 0,0 0 0 0,22 0 2 15,-10 0 2-15,4-3 3 0,3 2 0 0,12-2-6 16,-1-1-22-16,1 2 3 0,2-2-1 0,1 1 4 16,-1-1-1-16,-5 1 2 0,3-1 2 0,-5 3 1 15,-6 0 2-15,-2-3-2 0,-7 3 2 0,2 1-5 0,-5 0 8 16,-3-1-4-16,-1-1 2 0,-4 2-3 0,12-1-9 31,-12 1-26-31,1-1-16 0,-1 1-21 0,0 0-20 16,0 0-22-16,-24 7-25 0,13-3-26 0,1-1-23 0,-1-3-53 0,1 0-127 0,2 0-403 0,2 0 178 31</inkml:trace>
  <inkml:trace contextRef="#ctx0" brushRef="#br0" timeOffset="174736.23">10041 15319 78 0,'5'-10'308'0,"-3"5"-19"16,2-2-10-16,-1 1-14 0,1 3-24 0,-2-2-25 0,-2 5-17 15,4-7-25-15,-4 7-22 0,4-2-19 0,-4 2-15 16,0 0-14-16,0 0-15 0,13 6-9 15,-10 0-4-15,3 4-12 0,2 5-4 0,-2 10-7 0,-3 1-6 16,1 4-3 0,-2 2-2-16,0 2 1 0,-2-1-12 0,0 2-1 15,-2-2-9-15,-1 2 5 0,-1-4-8 0,4 2-1 16,-5-5-2-16,5-2 1 0,-1-1-2 0,1-6-1 16,-2-3-5-16,4-5 4 0,-2 1-2 0,-3-2-3 15,4 0 5-15,-2-2-5 0,2-2 3 0,-1-2-2 16,2 1 3-16,-4 0 5 0,2-5-1 0,0 5-1 15,0-5 21-15,0 2 4 0,0-2 0 0,4 4-5 0,-4-4 2 0,13 0-5 16,-8-1 12-16,9-2-20 0,-3 1 4 0,5-2-23 16,-2 1-29-16,4-5-29 0,-1 4-28 15,-1-2-38-15,0-2-34 0,1 2-41 0,0-4-48 0,-2 2-245 16,-2-5-528-16,-1 5 234 0</inkml:trace>
  <inkml:trace contextRef="#ctx0" brushRef="#br0" timeOffset="174958.79">10001 15637 238 0,'-6'1'322'0,"6"-1"-11"0,0 0-15 0,0 0-16 0,0 0-21 15,0 0-37-15,0 0-21 0,0 0-19 16,24-13-16-16,-1 8-33 0,5-3-42 0,5 1-44 0,3-1-50 16,4-1-62-16,0 1-52 0,8-3-95 0,-14 1-181 15,-2 1-424-15,-3-1 189 0</inkml:trace>
  <inkml:trace contextRef="#ctx0" brushRef="#br0" timeOffset="175222.08">10494 15195 82 0,'0'0'203'16,"0"0"-15"-16,22 12-5 0,-9-3-9 0,2 7-5 15,8 2-3-15,0 4-8 0,1 6-8 0,10 15-3 16,-6-3-11-16,1 3-7 0,-6 1-9 0,0-2-12 15,-9 5-6-15,-4-1-12 0,-6 1-4 0,-5-11-10 0,1 0-7 16,-9-2-9-16,-2 1-4 0,-10 5-4 0,-4 2-15 16,-1-14-7-16,-2-3-18 0,-13 9-21 0,-8-1-37 15,-7-3-50-15,-24 4-73 0,-10-2-242 0,28-16-444 16,0-2 196-16</inkml:trace>
  <inkml:trace contextRef="#ctx0" brushRef="#br0" timeOffset="176978.75">8153 15155 46 0,'2'-8'235'0,"-2"2"-2"0,2 2-13 0,-2-1-14 16,0-1-24-16,0 4-25 0,0 2-15 0,0-5-17 16,0 5-17-16,0 0-13 0,-10 16-14 0,2 2-8 0,-5 12-10 0,-8 20-8 15,-3 5 4-15,-15 30 3 0,6-3-10 0,1 1-8 16,-1-3-3-16,16-22-23 0,-1-3 0 0,6-3-4 0,4 1-7 15,4-8 3-15,8-10 3 0,2-2 1 0,9-1 0 16,5-1 3-16,14 6 3 0,12-5 1 0,6-6 1 16,10-2-1-16,34-10-19 0,-31-7-34 0,33-1-56 15,-3-9-66 1,-29-2-216-16,25-1-400 0,-27-7 178 0</inkml:trace>
  <inkml:trace contextRef="#ctx0" brushRef="#br0" timeOffset="177912.76">11822 15311 1 0,'0'-10'304'0,"1"0"-7"0,2-1-7 16,-3 1-5-16,1-1-10 0,-2 6-16 0,1-2-22 0,1 2-25 15,-1 1-26-15,0-1-22 0,0 5-22 0,-1-4-41 16,1 4-6-16,0 0-18 0,1 13-8 0,-1 3-7 16,1 2-5-16,2 11-10 0,-1 6 0 0,1-1-5 15,0 12-4-15,-1-11-2 0,3 12 24 0,-1-11-10 16,4 0-4-16,-2-2-3 0,-1-2 4 0,-1-3-42 16,1 2-18-16,-1-5-25 0,1-7-47 0,-4 0-28 0,2-1-23 0,-3-5-46 15,1-2-38-15,-1-1-39 0,0-2-163 0,1-3-456 16,2-3 202-16</inkml:trace>
  <inkml:trace contextRef="#ctx0" brushRef="#br0" timeOffset="178258.31">12305 15643 55 0,'-4'0'227'0,"-1"1"-17"0,5-1-9 0,-9 3-20 16,9-3-14-16,-4 1-13 0,4-1-18 0,-6 1-8 16,6-1-8-16,0 0 2 0,0 0-9 0,34-1-3 15,-7 0-21-15,8-3-8 0,3 3-6 0,19-7-9 0,2 3-4 16,4-1-8-16,2-2-8 0,-1 1 0 0,27-4-12 15,-35 5 0 1,0 1 0-16,-17-1-6 0,-1 3-3 0,-5-2-2 16,-6 0-3-16,-8 4 3 0,-6 0-2 0,-2 1-1 15,-2-3-5-15,-1 0 0 0,-4 2 5 0,-2 0-24 16,-2 1-19-16,0 0-19 0,0 0-18 0,-23-3-18 16,8 3-27-16,-2 0-29 0,1 0-34 0,2 1-190 15,-3-2-386-15,4 2 171 0</inkml:trace>
  <inkml:trace contextRef="#ctx0" brushRef="#br0" timeOffset="178781.17">13340 15212 211 0,'5'-1'208'0,"-5"1"-21"0,9-4-19 0,-4 4-13 15,2-3-14-15,1 3-12 0,4 3-10 0,1-2-11 16,-2 3-9-16,6 3-4 0,2 0-13 0,-1 3-5 16,-4 2-7-16,3-1-7 0,-5 5-8 0,-1-3-4 15,-3 4-4-15,2 7 0 0,-7 1-9 0,0 0-1 0,-6 1-3 16,-3 1-4-16,-1 0-1 0,-6-3-3 15,0 2-4-15,3-8-2 16,-2-2 2-16,2 0-8 0,1 0 4 0,0-3 4 16,1-4-1-16,3-1 0 0,1-1-7 15,-2-3 2-15,5 2-2 0,-2-3 9 0,-1 1-9 0,4-2 0 16,0-2 1-16,4 5 11 0,-4-5 2 0,14 1-4 16,0-1 1-16,4-1-4 0,4-3-21 0,7 3-38 15,-1-3-45-15,1-3-65 0,1 1-74 0,-6 0-147 16,6-2-398-16,-3-1 176 0</inkml:trace>
  <inkml:trace contextRef="#ctx0" brushRef="#br0" timeOffset="179513.93">13874 15308 194 0,'4'-3'231'0,"5"2"-10"0,1-2-15 0,3 2-10 16,2 1-17-16,2 1-18 0,2 3-17 15,0-1-13-15,-1 3-13 0,1 3-13 0,-2-1-12 16,-1 4-8-16,1 2-8 0,-3 0-8 0,-5 2-6 16,0 1-5-16,-4 3-5 0,-2-1-8 0,-6 6-2 0,-2-6 1 15,-4 6-8 1,0-1-4-16,-5-1-1 0,5-7-3 0,-8 3-23 16,4-5 0-16,0 0 1 0,0-4 5 0,3 0 4 15,1-4-1-15,1 2 3 0,3-3 6 0,1-3 16 16,0 1 27-16,3 0 32 0,-2 1 40 0,3-4-12 15,0 0-7-15,0 0-15 0,2-14-8 0,3 3-7 16,4-4-14-16,10-5 7 0,-1-2-23 0,1-2-4 16,4 0-5-16,4-3-14 0,6-13-16 0,-1 5 1 0,-8 6-3 0,1 5-6 15,-4 2 3-15,-1 3-7 0,-8 6 5 16,-2 5-3-16,-1 0-2 0,-1 1-10 0,-4 1-2 16,2 3-26-16,-3 1-6 0,-3 2 4 0,0 0 8 0,0 0 1 15,0 0-3-15,-13 23 1 0,5-6 5 0,2 0-2 16,-5 5 6-16,2 1 1 0,2-4 3 0,2-2 1 15,1 3 3 1,4-2-5-16,0 0-3 0,0 0-4 0,4-1-2 16,5-1-3-16,-4-4-3 0,3-3-6 0,7 1-9 15,4 0-1-15,-1-3-2 0,12-3-7 0,-1-1-8 16,0-3-1-16,2-3 1 0,0-3 7 0,-2 1 4 16,-2-5 5-16,1-4 5 0,-1 2 7 0,0-6 11 15,-3-2 14-15,-1-1 5 0,-3-2 8 0,-3-2 4 0,1-5 8 16,-2 3 0-16,1-5 15 0,-3 3 6 0,-1-1 22 0,-4 4 24 15,1 0 17-15,-1 2 19 0,-5 4 13 0,2 3 12 16,-3 7 12-16,0-1-6 0,0 1-6 0,-2 3-11 16,2 1-15-16,-2 1-18 0,1 1-16 0,-2 1-19 15,1-1-39-15,-1 4-34 0,0 0 4 0,0 0-2 16,0 0-4-16,-5 21-7 0,-1-6 5 0,2 4-5 16,-4 8 14-1,3 2-6-15,-3 5 0 0,-2 11 1 0,1 2 0 0,1-13 3 16,6-1-1-16,-6 3 2 0,7-3 4 0,1 0 1 15,0-4-7-15,0-3 5 0,4-1-5 0,-2-7 1 16,1-1 4-16,-2-1 0 0,3-6 4 16,-3 1-5-16,3-1 7 0,-1 0-2 0,-1-3 2 0,2-2 6 15,0 0-3-15,2 0-1 0,-2 0 1 16,1-1-13-16,-1-3-16 0,4 1-24 0,-3 1-29 0,4-3-19 0,-3 0-44 16,-6 0-47-16,8-5-54 0,0-2-89 0,-4-3-270 15,0-2-645-15,0-5 286 0</inkml:trace>
  <inkml:trace contextRef="#ctx0" brushRef="#br0" timeOffset="179645.42">14595 15416 233 0,'0'0'239'0,"0"0"-23"0,20-7-23 16,3 6-18-16,13-3-32 0,19-2-63 0,4-1-88 15,2 2-87-15,-5-7-101 0,3 3-213 0,-4-2 94 16</inkml:trace>
  <inkml:trace contextRef="#ctx0" brushRef="#br0" timeOffset="180318.78">15405 15608 37 0,'-9'0'207'0,"9"0"1"0,0 0-1 0,0 0-10 15,-9-3-6-15,9 3-8 0,-4 0-8 16,4 0-14-16,0 0-8 0,0 0 0 0,0 0-17 16,0 0-16-16,0 0-12 0,18-8-13 0,0 4-10 15,11-3-8-15,3 0-5 0,6 0-12 0,15-3-1 16,2 2-9-16,2-1-5 0,0 0-3 0,-3 1-3 0,-14 3-27 0,-6-2-22 15,-5 3-23-15,-1 1-29 0,-13 1-25 0,-2-3-26 16,-1 5-38 0,-6-3-64-16,-6 2-153 0,0 1-396 0,0 0 175 0</inkml:trace>
  <inkml:trace contextRef="#ctx0" brushRef="#br0" timeOffset="180568.36">15670 15371 84 0,'0'-8'283'15,"0"2"0"-15,0-1-4 0,0 1-9 0,0 3-24 16,0-4-21-16,0 7-29 0,0-5-22 0,2 2-21 0,-2 3-20 0,0 0-15 16,0 0-11-16,0 0-13 0,0 22-12 0,1-5-2 15,-1 1-12-15,-1 8-5 0,0 3-8 0,0 3-4 0,-2 0 0 16,2 2-12-16,1-3-25 0,0 2-24 0,1-4-25 15,-1 1-27-15,0-3-34 0,4-4-22 0,-3-3-44 16,3 0-32-16,0-6-219 0,-3-2-445 0,3-4 198 16</inkml:trace>
  <inkml:trace contextRef="#ctx0" brushRef="#br0" timeOffset="180916.86">16344 15120 144 0,'5'-7'331'0,"-2"2"-32"0,-2 1-31 0,2 0-30 16,-2 1-27-16,-1 3-27 0,3-5-22 0,-3 5-16 15,0 0-17-15,2 11-17 0,-3 1-9 0,0 5-13 16,-2 6-7-16,-2 5-9 0,1 1-6 0,-1 6-7 0,-4 9-8 15,0 6-3-15,3-4-5 0,-2-13-5 0,2 2-7 16,0 1-1-16,0-3-5 0,2-2-2 0,2 0-4 16,-2-4 0-16,4-2-4 0,0-4 0 15,0-6-3-15,0 2 2 0,0-6-3 0,5-1 2 16,-4 0-6-16,2-1 4 0,-2-3-2 0,2 1 3 0,-1-1-2 16,2-1 4-1,0-2-1-15,2 1 0 0,3-1 1 0,3 0-1 16,1-1 4-16,6-2-21 0,-2 0-20 0,2 0-35 15,0-5-45-15,2 2-57 0,-3-4-65 0,1-4-232 16,2 0-493-16,-2-5 219 0</inkml:trace>
  <inkml:trace contextRef="#ctx0" brushRef="#br0" timeOffset="181100.52">16200 15455 152 0,'-3'0'315'0,"3"0"-23"0,0 0-31 0,-10-1-28 0,10 1-23 16,14-8-23-16,4 3-23 0,2 1-41 0,14-4-45 0,0 0-51 15,3 2-59-15,16-6-76 0,-18 4-209 0,0-1-344 16,2-3 152-16</inkml:trace>
  <inkml:trace contextRef="#ctx0" brushRef="#br0" timeOffset="181405.1">16656 15059 169 0,'0'0'289'0,"-4"-5"-26"15,4 5-32-15,5-3-22 0,-5 3-25 0,13 1-16 16,1 1-19-16,-4 1-15 0,3 1-15 0,0 1-12 0,-3 3-9 15,-1 1-13-15,4 5-7 0,-7 1-10 0,-3-2-5 16,1 3-9 0,-3 1-5-16,-1 0-5 0,-1-2-4 0,-1-3-3 15,-1 2-2-15,0-1-6 0,0-2-4 0,1 1-5 0,-1-2 1 16,2-3 2-16,0-1-7 0,-2-2 1 0,3 1-3 16,0-1 3-16,0-1 2 0,3 0-2 0,-3-3 7 15,11 1-10-15,1 0-1 0,2-2-33 0,6-1-33 16,-2 0-46-16,3-2-66 0,0-1-56 0,-7-1-177 15,5-3-430-15,-2-1 190 0</inkml:trace>
  <inkml:trace contextRef="#ctx0" brushRef="#br0" timeOffset="181663.91">16972 14966 100 0,'-2'-7'325'15,"2"5"-26"-15,0-3-30 0,0 5-32 0,-1-5-29 0,1 5-23 16,0 0-21-16,0 0-17 0,0 0-17 0,19 15-13 15,-9 2-15-15,5 8-1 0,2 1-12 0,6 18-9 16,0-2-4-16,-2 5-5 0,-1 3-3 0,-3 7-7 16,-3 2-2-1,-5 21-5-15,-5-25-7 0,-3 0 3 0,-3 0-11 16,-5-4-3-16,-6 2-5 0,-3-6-3 0,-8 0 0 16,-5-6-2-16,-5 3-4 0,-8-3-14 0,-7-2-22 15,-32 10-35-15,-4 1-45 0,-16-9-76 0,-5-3-96 16,-9-5-178-16,-1-12-481 0,-2-1 212 0</inkml:trace>
  <inkml:trace contextRef="#ctx0" brushRef="#br0" timeOffset="182387.58">11730 14976 173 0,'-4'-2'222'0,"-1"-2"-24"0,1 2-26 0,4 2-19 0,-19 12-18 16,6 9-19-16,-6 7-20 0,-4 14 4 0,-1 9-4 15,-7 29-10-15,6 9-3 0,3 6-3 0,3 0 9 16,5 1-7-16,6-7-23 0,4-2-4 0,13-30-6 16,9-2-7-16,3-2 2 0,7 0-5 0,6-5-3 15,27 18 4-15,13-15-3 0,11-10-1 0,8-10-4 16,13-5-6-16,3-10-49 0,-1-10-74 0,1-2-128 16,-2-5-114-16,-2-4-366 15,-1-8 161-15</inkml:trace>
  <inkml:trace contextRef="#ctx0" brushRef="#br0" timeOffset="183252.04">17028 14565 73 0,'0'0'175'0,"-8"2"-7"0,8-2-4 0,-9 1-8 16,9-1-10-16,-9 0 1 0,9 0-5 0,-6 1-9 0,6-1-4 15,-5 1-7-15,5-1-8 0,-4 2-10 0,4-2-10 16,-6 1-5-16,6-1-10 0,0 0-5 0,0 0-10 16,0 0-5-16,0 0-3 0,0 0 6 0,0 0-2 15,0 0 2-15,32-3-3 0,-6 1-3 0,9-1-7 0,4-4-2 0,19 3-10 16,1-4 0-16,-2 2-4 0,2-1-2 0,-4-1-6 15,-14 2-1-15,-5 1-1 0,-1-1-1 0,-3 2-6 16,-10 2 3-16,-4 0-2 0,-3-1-3 0,-4 1 0 16,-1 2-2-16,-3-3-3 0,-3 2-13 0,0 0-21 15,-4 1-21-15,0 0-24 0,0 0-18 0,-23 3-15 16,10-1-24-16,-2 3-27 0,1-1-20 0,-4 0-198 16,0 0-401-16,5-2 179 0</inkml:trace>
  <inkml:trace contextRef="#ctx0" brushRef="#br0" timeOffset="185223.84">17893 14187 130 0,'6'-4'165'16,"-1"-1"-18"-16,6 0-9 0,0 0-16 0,3 1-6 16,4 1-5-16,0 0-14 0,1 3-12 0,-1 0-8 15,3 3-11-15,-2 2-6 0,-3 0-9 0,2 4-5 16,-6-4-5-16,0 3-4 16,-3 0-1-16,-1 0-5 0,-3 2-6 0,-1 2-4 15,-2-2 2-15,-2 3-1 0,-4-2-3 0,-2 1-1 16,1-2 1-16,-5 4-1 0,0-4-5 15,1-3 3-15,0 1-2 0,1 0 1 0,-1-1-4 0,6-3 2 16,-3 1-3-16,1-3-2 0,0 2 0 0,1-1 1 16,3 0-2-16,0 2-2 0,1-5 3 0,2 6-1 15,5-3 6-15,-1 0 5 0,3 3 4 0,5-3-1 0,1 2-6 0,3 4 9 16,0-6 2-16,0 6-3 0,1-3 2 0,0 1 3 16,3 0-1-16,-3 1 0 0,-2 1-6 15,-1 1 3-15,-1-2-2 0,-6 2-2 0,1-2-3 0,-4 0-1 16,1-1-2-16,-4 3 1 0,-3-3-3 15,0 0 1-15,-2 3 4 0,-5-3-4 0,-2 3-2 16,-5 1 5-16,-1 0-2 0,-4 0-1 0,-4 0-6 0,2-1-15 0,-3 1-18 16,5-5-19-16,0 0-28 0,2 0-21 0,4-2-24 15,1-3-38-15,1 1-158 0,4-2-339 0,7 0 151 16</inkml:trace>
  <inkml:trace contextRef="#ctx0" brushRef="#br0" timeOffset="185477.33">18607 14318 43 0,'8'-4'326'0,"-3"-1"-25"0,0 3-22 0,0-1-35 16,-1 0-30-16,-4 1-26 0,0 2-21 0,0 0-22 16,0 0-15-16,8 5-11 0,-11 2-14 0,-5 3-18 15,-2 6-3-15,0 6-9 0,-5 4-10 0,-2 0-4 0,-2 2-4 0,1 2-6 16,-4-2-11-16,3 4 4 0,-3 9-5 0,2-10-7 15,3-3 3-15,2 0-6 0,1-2-3 0,-4-4-5 16,5 0-19-16,3-7-19 0,1 2-19 0,1-3-12 16,2-4-22-16,-1-1-24 0,1-1-23 0,3-1-30 15,-1-2-22-15,1-1-50 0,0-2-130 0,3-2-378 16,0 0 168-16</inkml:trace>
  <inkml:trace contextRef="#ctx0" brushRef="#br0" timeOffset="185894.31">18786 14514 292 0,'5'-2'301'0,"-3"-1"-27"0,1 1-32 0,-3 2-26 16,6-2-21-16,-6 2-20 0,8 0-21 0,-8 0-16 15,9 7-16-15,-1-1-18 0,-3-1-6 0,4 5-12 16,-4 0-11-16,0 2-3 0,3 3-6 0,-4 2-4 15,-3 3-10-15,-1-1-3 0,0 5-6 0,-4-5-4 16,2 2-6-16,-2-3-2 0,-4 4-3 0,3-4-3 0,-4 0-3 0,2-4 0 16,0 1-3-16,-1-3-3 0,2-3 0 0,1 1-1 15,1-4-3-15,0-1-1 0,2 1-3 0,0-2 6 16,1 1-1-16,-1-2 14 0,0-1 18 0,2-2 26 16,0 0-5-16,11 4-6 0,6-6-3 0,14 1-1 15,5-2-7-15,15 1-8 0,4-3-1 0,6 3-7 16,2-1-3-16,2 1-1 15,27-2-2-15,-32 4-3 0,0-1 5 0,-2 1-3 16,-1 0 1-16,-16 1-4 0,-5 1 1 16,-7 0-7-16,-7-2-2 0,-5 0 9 0,-5 2-9 0,-1-2 0 15,-4 0 1-15,1 0 9 0,-2 0 2 0,-6 0 1 16,8 0-11-16,-8 0-29 0,0 0-19 0,0 0-29 16,0 0-47-16,-31-2-52 0,12 4-63 0,2-2-79 15,-3 0-238-15,1 2-583 0,6-4 258 0</inkml:trace>
  <inkml:trace contextRef="#ctx0" brushRef="#br0" timeOffset="186497.22">20722 15294 127 0,'-6'-3'321'0,"6"3"-15"0,-11 0-20 0,8-3-17 16,3 3-27-16,-4-1-28 0,4 1-23 0,10-7-27 15,3 3-30-15,16-2-33 0,-1-1-43 0,9 2-53 16,-1 1-66 0,1-2-73-16,-1 1-237 0,-3 0-401 0,-1 0 178 0</inkml:trace>
  <inkml:trace contextRef="#ctx0" brushRef="#br0" timeOffset="186641.59">20810 15424 132 0,'-10'5'174'0,"1"2"-21"0,4-2-20 16,1-1-4-16,-1-1 14 0,6 3 4 0,4-2-9 16,8-4-14-16,9 4-11 0,9-3-20 0,4-1-44 15,4-2-67-15,16-4-69 0,-3-2-151 0,-1 2-256 16,3-6 113-16</inkml:trace>
  <inkml:trace contextRef="#ctx0" brushRef="#br0" timeOffset="186879.6">21509 14873 151 0,'-1'-3'286'0,"1"-3"-27"0,4 1-25 16,5 0-28-16,10-3-24 0,10-1-17 0,8 4-16 0,13-3-16 15,5 1-11-15,0 2-13 0,-4 0-15 0,-10 2-5 16,-5 0-7-16,0 3-43 0,-7 0-33 16,1 3-37-16,-11-2-53 0,-2 1-44 0,-4 0-52 15,-8 1-135-15,-1 0-339 0,-4 0 150 0</inkml:trace>
  <inkml:trace contextRef="#ctx0" brushRef="#br0" timeOffset="187395.36">21407 14980 7 0,'-1'4'201'15,"1"-4"-21"-15,1 7-12 0,4 2-11 0,5-1 0 16,1 4-13-16,6 0-10 0,9 6-7 0,1 2-9 16,1 2-5-16,0 1-16 0,0 3-9 0,4 9-9 15,-9-4-8-15,-3 10-1 0,-7-7-10 0,0 11-8 0,-4 2-6 16,-8-12-4-16,-1 10-2 0,-5-9-5 0,-6 7-21 16,-6 3-3-16,3-13 3 0,-4-2-6 0,2 0 2 0,-2-5 0 15,0 0-2-15,1-1 0 0,1-4-1 0,3-6-2 16,1-2-3-16,1-1 2 0,3-1-2 15,-1-3 2-15,5-1 0 0,-1-1-3 0,1 0 5 16,2-3-3-16,-3 2-2 16,2-2 2-16,2 1 7 0,-2-3 6 0,2 3 9 15,1-4 8-15,-1 4 10 0,1-4 8 0,0 0 6 16,0 0 12-16,0 0 9 0,1 5 8 0,-1-5-3 16,19-4-6-16,-1 1-2 0,18-4-4 0,14-1 1 15,9-1-19-15,33-10 0 0,2 2-10 0,4-1 0 16,7 2 8-16,10-1 3 0,5-3-3 0,-7 6 9 15,1 2-2-15,-11 0 1 0,-12 3-13 0,-37 2-4 0,-14 3-6 16,-5 0-2-16,-7 1 0 0,-9 0-4 0,-7 1 1 0,-2 0 2 16,0-1 11-16,-2 3 26 0,-2 0-6 0,-1-1-4 15,0-2-4-15,-5 3-18 0,6-2-29 0,-6 2-41 16,0 0-35-16,-13-8-37 0,2 8-38 0,1-2-41 16,-4 0-42-16,0 2-48 0,1-4-275 0,3 3-593 15,0 0 263-15</inkml:trace>
  <inkml:trace contextRef="#ctx0" brushRef="#br0" timeOffset="188258.87">22957 15182 157 0,'1'-7'259'0,"6"-5"-5"0,-5 4-9 0,-1 1-7 16,3 0-11-16,-1 3-15 0,-2-1-14 0,0 2-34 0,2-1-20 15,-3 4-26-15,4-4-24 0,-4 4-11 16,0 0-10-16,0 0-12 0,5 12-6 0,-4-4-5 15,3 3-8-15,-4 7-2 0,0 2-3 0,0-2 2 0,-1 10-9 16,1-2-6-16,-3 3-2 0,3-2 0 0,-1 0-2 16,0-2 3-16,-2-5-6 0,3-2-3 0,-1-2-3 15,1-4 0-15,1-1 20 0,-2-3 1 0,1 0-2 0,0-3 12 16,0-1 34-16,0-4 31 0,1 3-8 0,-1-3-7 0,0 0-9 16,14-16-3-16,-6 6-7 0,2-2-8 15,4-3 4-15,-1-2-2 0,1 3-14 0,1-8-5 16,1 7-5-16,-6 1-1 0,-1-1-5 0,5 1 12 15,-5 4-28-15,-1 3 5 0,0 0-8 0,-4 2-13 0,1 2 2 16,-1 0-7 0,1 2-13-16,3 1-2 0,-2 1 1 0,-1 2-12 15,7 4-1-15,-2 0-5 0,3 2-4 0,0 2-18 16,3 2-16-16,-3 2-19 0,5-2-19 0,4 2-29 16,-2 2-26-16,3-1-38 0,-6-5-30 0,2 1-34 15,-2-3-202-15,-1-2-505 0,3-1 223 0</inkml:trace>
  <inkml:trace contextRef="#ctx0" brushRef="#br0" timeOffset="188659.36">23795 15044 1906 0,'9'-30'81'0,"0"1"66"0,1 2 14 0,-1 2-10 15,-1 7-4-15,-2 1 2 0,3 1-18 0,-2 2-6 0,-5 3-5 16,1 1-1-16,1 4-13 0,-2 1-8 0,2-1-20 15,-3 2-7-15,2 3-16 0,-2-3-26 0,-1 4-6 0,0 0-6 16,0 0-9-16,9 13-2 0,-6-2 5 0,1 6-2 16,-3 8-8-16,-2 1-2 0,-1 6-1 15,0-1 1-15,-2 5 0 0,-1 10-1 0,-2 0 1 16,-3-12-4-16,0 10 1 16,2 3 0-16,-2-13 1 0,5 0 4 0,-2-1-2 15,2-1 1-15,1-1 5 0,3-3-5 0,-4-2-5 0,5-7 8 16,0-2-3-16,-1-1-1 0,2-3 1 0,-1-1-2 15,0-3 5-15,3 1-1 0,-1-3 1 0,-2 0 1 16,0-2 3-16,0-1-1 0,0 0 0 16,1 0 2-16,-1-4 0 0,3 3 6 0,-3-3 1 0,1 5 0 15,-1-5-4-15,4 2-1 0,1 0 2 0,-5-2 5 0,14 0-1 16,-5-3-7-16,4 2 5 0,0-2-11 0,4 1-22 16,-1-1-27-16,-3-1-35 0,6-1-44 0,3-1-50 15,-2-1-58-15,4-4-60 0,5 0-197 0,-9 1-530 16,3-1 235-16</inkml:trace>
  <inkml:trace contextRef="#ctx0" brushRef="#br0" timeOffset="188858.89">23823 15305 29 0,'-5'0'348'0,"-4"-1"-19"0,4-1-16 0,5 2-15 16,-9-1-23-16,9 1-34 0,0 0-27 0,0 0-34 16,24-13-26-16,3 5-48 0,9 2-40 0,14-6-49 15,8 2-59-15,3-1-62 0,0-1-65 0,-3-1-208 16,-1 1-406-16,-2-2 180 0</inkml:trace>
  <inkml:trace contextRef="#ctx0" brushRef="#br0" timeOffset="189331.66">24254 14662 19 0,'0'-5'311'16,"1"-2"-12"-16,1 4-12 0,-2 1-34 0,0-3-26 16,0 5-21-16,2-4-32 0,-2 4-17 0,0 0-28 15,0 0-17-15,0 0-13 0,0 0-8 0,5 11-12 0,-5-4-9 16,3 3-4-16,-6 2-10 0,3 3-3 15,-1 2-5-15,-3 0-6 0,0 6-4 0,0 2-4 16,-1-1-1-16,0 4-6 16,0-10-1-16,3 1 21 0,-1-2-9 0,2-6-4 15,-1 0-3-15,1-1 3 0,1-5-5 0,-2 2 3 0,2-4 5 0,0 1 39 0,0-4 33 16,2 3 7-16,-2-3-22 0,0 0-13 0,19-10-2 16,-10 3-7-16,4-2-1 0,1-4 7 0,-1 5-24 15,-2-3-6-15,2 0-5 0,-1 4-3 0,-3 2-10 16,1-2 1-16,-2 3-8 0,2-1-4 15,-1 1-4-15,0 1-4 0,1 0-12 0,1 3-22 16,-2 3-18-16,5-2-15 0,-3 1-29 0,3 2-33 0,-2 1-40 16,6 1-47-16,-1 1-51 0,-6-2-306 0,2 0-607 15,0 0 269-15</inkml:trace>
  <inkml:trace contextRef="#ctx0" brushRef="#br0" timeOffset="189560.08">24815 14742 168 0,'0'0'321'0,"0"0"-16"15,-5-2-20-15,5 2-30 0,0 0-21 0,0 0-29 16,11-4-22-16,-2 1-20 0,3 0-19 0,8-2-25 15,-1 0-28-15,8 0-38 0,0 1-36 0,4-2-50 16,-2 6-53-16,2-4-61 0,-3 0-233 0,-6 2-411 16,-3-2 182-16</inkml:trace>
  <inkml:trace contextRef="#ctx0" brushRef="#br0" timeOffset="189782.71">25290 14497 61 0,'0'0'355'16,"2"-4"-19"-16,-2 1-24 0,0 3-36 0,2-5-34 15,-2 5-25-15,0 0-29 0,0 0-40 0,0 0-16 16,0 0-15-16,3 12-10 0,-3 0-13 16,-1 5-9-16,-1 11-8 0,0 0-13 0,0 4-22 15,-3-1-15-15,4 3-18 0,-2-1-41 0,1 3-46 0,-1-1-68 16,1 0-72-16,-3-5-185 0,3-1-436 0,1-8 193 15</inkml:trace>
  <inkml:trace contextRef="#ctx0" brushRef="#br0" timeOffset="190786.26">25827 14958 183 0,'1'-13'236'0,"2"4"-1"16,-2-2-3-16,3 1-5 0,-3 2-6 0,1-3-7 15,-1 5-14-15,0 0-19 16,2 1-26-16,-2 1-20 0,0 2-14 16,-1 2-23-16,0 0-27 0,0 0-8 0,0 0-9 0,5 9-6 15,-5-1 0-15,4 9-11 0,-4 0-3 0,1 9-4 16,-1 0-4-16,-2 3-1 0,-1 3-1 0,2 0-5 15,0-1-2-15,-4 2-5 0,2 0 2 0,1-1-1 16,-1 2-5-16,-1-3 4 0,3 2 0 0,1-4-1 0,0 0-3 16,-3-3 0-16,3-6-1 0,0-1 2 0,0-2-1 15,0-6 0-15,0 1 3 0,0-1-1 0,0-1 1 16,0-3-8-16,-1-1-11 0,0 0-5 0,1-3 4 16,0 3 0-16,-3-3 7 0,3-3 2 0,-1 4-5 15,1-4 3-15,0 0-8 0,0 0-30 0,-13-13-49 16,9 4-62-16,-1-4-45 0,1-5-38 0,-1-1-155 15,0-11-421-15,4 0 187 0</inkml:trace>
  <inkml:trace contextRef="#ctx0" brushRef="#br0" timeOffset="191108.86">25860 14634 218 0,'-1'-10'255'0,"1"2"-12"15,0 1-15 1,-1 2-21-16,1 0-22 0,0 5-23 0,0-9-19 0,0 9-14 15,2-4-16-15,-2 4-9 0,0 0-15 0,14 3-6 16,-2 0-10-16,3 6-9 0,4 2-4 0,7 2-9 16,3 5-2-16,4-2-5 0,1 4-2 15,-1-2-8-15,9 8-4 0,-10-4 2 0,-4-1-10 16,-1 1-3-16,-4 2-3 0,-3-2-4 0,-7-1-4 0,-4-3-1 16,0 0-3-16,-6-1 2 0,-6 1-2 0,-3-1-1 0,-3 2 8 15,-9-1-1-15,-8-1 5 0,1 0-1 0,-5-1 1 16,-2-2-1-16,-1-1 1 0,0 0 4 0,-2-1-6 15,-2-2-2-15,6 0-1 0,-3-3-1 0,4 4-1 0,3-2 1 16,6-3-4-16,2 2 0 0,1-1-10 0,3 1-30 16,2-3-31-16,4 1-25 0,0 1-27 0,5 0-22 15,0 0-19 1,4-2-57-16,4 1-133 0,0 0-378 0,9-4 168 16</inkml:trace>
  <inkml:trace contextRef="#ctx0" brushRef="#br0" timeOffset="191687.96">26319 15464 141 0,'0'0'291'15,"0"0"-29"-15,0 0-31 0,0 0-25 0,0 0-25 16,0-5-24-16,0 5-16 0,0 0-15 0,0 0-15 16,4 11-10-16,-3-4-11 0,-1 0-8 0,0 4-11 15,1 4-7-15,1-4-8 0,0 5-4 16,0 1-5-16,-2 0-5 0,0 0-5 0,-2 0-2 0,2 0-4 16,0-7 1-16,0 1-26 0,0-2 2 0,2 1-5 0,-2-3 8 15,-2-2-1-15,4 0-2 0,-2-3 35 0,0-2 31 16,1 7 36-16,-1-7 29 0,0 4 30 0,0-4 0 15,0 0 2-15,0 0-17 0,0 0-15 0,12-15-14 0,-4 4-17 16,-1 3-10-16,1-7 3 0,3 1-20 16,0 0-10-16,-1 3-8 0,1-2-6 0,-4 4-8 15,2 2-8-15,-5 2-5 16,1 1-6-16,-1 0-4 0,-3 0-6 0,3 3-13 16,0-2-16-16,-4 3-5 0,0 0-1 0,10 8-4 15,-5-3-9-15,-1 3-10 0,1 3 22 0,2-1-29 16,0 5 5-16,-3 0-15 0,5 2-20 0,-2 0-31 15,-2-3-40-15,1-2-56 0,-1 2-63 0,-2-5-54 16,1 2-235-16,-2-2-600 0,1-4 265 0</inkml:trace>
  <inkml:trace contextRef="#ctx0" brushRef="#br0" timeOffset="192569.58">26833 14891 205 0,'6'-4'211'15,"3"0"-22"-15,1 1-15 16,-1-2-19-16,2 5-8 0,1 0-25 0,0 4-11 0,0 1-12 0,0 1-12 16,1 5-5-16,-3-1-9 0,1 3-6 0,-1 1-7 15,-2 1-7-15,-3 2-5 0,-1-2-6 0,-4 4-1 16,0-3-6-16,-4 1-1 0,1 3-4 0,-4-6-2 16,-3 2-2-16,2-1-6 0,2-4 2 0,-3 1-2 15,0-4-2-15,4 0 1 0,0-4 0 0,1 1 10 16,0 0 13-16,-1-2 21 0,4 0 30 15,-2 0 22-15,3-3 41 0,0 0-13 0,0 0-11 16,0 0-9-16,0 0-18 0,12-14-10 0,-2 8-6 0,-1-3-15 16,6-1-5-16,-1 0-8 0,2-1-5 0,0 0-6 15,1 1-4-15,-2 1 0 0,0 1-10 16,-2 1-13-16,-3 2 12 0,-2 0-10 0,1 2-3 16,0-1 0-16,-3 2-11 0,1 2-10 0,-1 0 3 0,-6 0-13 0,9 2-7 15,0 3-6-15,-4 2-4 0,3-2-6 0,-3 5-3 0,-1-3-10 31,1 3-20-31,-1 1-20 0,-2 1-27 0,1 0-40 16,-1-1-48-16,0 0-59 0,-2-3-233 0,0 2-531 0,2-6 236 0</inkml:trace>
  <inkml:trace contextRef="#ctx0" brushRef="#br0" timeOffset="192773.37">27437 14921 2504 0,'4'-9'204'0,"2"1"-74"16,-4 2-57-16,2 0-26 0,-3 4-32 0,4-4-10 16,-3 4-5-16,-2 2-2 0,0 0-4 0,12 8 0 0,-8 1 3 0,2 5 4 15,0 6-1-15,0-3 0 0,-1 12-2 0,-3-3 1 16,-2 3 2-16,0-1 2 0,-5 2 4 0,-3-1-10 0,0 0-8 31,-3 0-18-31,-3-1-27 0,-1 1-31 0,0-6-35 16,-7 1-16-16,0-2-35 0,-2-2-220 0,7-8-424 15,-1-2 189-15</inkml:trace>
  <inkml:trace contextRef="#ctx0" brushRef="#br0" timeOffset="193037.74">27175 14707 2168 0,'-6'-17'173'0,"1"2"-46"0,-2 4-64 16,1-1-16-16,-2 3-16 0,2 2-16 0,-6 1-3 16,1 6-13-16,-2 3 0 0,-5 5-2 0,-10 6-3 15,-4 7 2-15,-8 11-3 0,1 9 0 0,-1 3 1 16,1 4 1-16,3 1-1 0,3 1 3 0,4-2-2 16,10 1 2-16,8-4 1 0,6-10 7 0,8-1-3 0,6 1 1 0,16 5 5 15,5-3 2-15,11 1 0 0,9-8-29 0,0-4-52 16,10-5-74-16,0-9-252 0,5-4-430 0,3-4 191 15</inkml:trace>
  <inkml:trace contextRef="#ctx0" brushRef="#br0" timeOffset="193843.63">28295 15255 31 0,'0'0'174'0,"-11"0"-12"0,11 0-12 16,-6 0-17-16,6 0-9 0,0 0-9 15,-9 2 1-15,9-2 0 0,0 0-1 0,0 0 7 16,0 0 8-16,0 0 9 0,-5 1 7 0,5-1-4 16,0 0-9-16,0 0-13 0,25-8-16 0,-3 1-8 0,11 1-9 0,7 1-12 15,15-6-4-15,4 2-9 0,6 4 0 0,27-8 4 16,-4 1 0-16,-27 5-1 0,-2-2-2 0,-3 4-4 16,-2-3-3-16,-3 2-8 0,-15 4-6 0,-8-2-2 15,-5 1-4-15,-5 3-3 0,-5-1-1 0,-3-1-4 16,1 1-5-16,-3 0-6 0,-3 1-12 0,0-1-13 15,-5 1-15-15,0 0-32 16,0 0-10-16,0 0-14 0,0 0-21 0,-26 5-18 16,11-1-20-16,3-1-28 0,-6-1-28 0,0 2-216 15,1-1-444-15,3-1 196 0</inkml:trace>
  <inkml:trace contextRef="#ctx0" brushRef="#br0" timeOffset="194123.97">29153 14945 191 0,'0'-4'305'0,"-1"-1"-25"0,1 2-27 0,0 3-29 0,-1-7-24 16,1 7-22-16,0-3-27 0,0 3-17 0,0 0-14 16,0 0-6-1,15 13-15-15,-9-4-14 0,6 4-8 0,8 5-8 16,-1-1-8-16,3 3-4 0,0 3-12 0,-2-2-1 15,-2 2-6-15,3-1-6 0,-6-2-1 0,-5-4-5 0,-1-1-6 16,-2 2-5-16,-2 0-7 0,-3-2 1 16,-3-5-7-16,-2 2-4 0,-3 0-1 0,-2-3-7 15,-2 0 0-15,-6 2-2 0,-1-1-9 0,-1-2-15 16,-1 0-29-16,-2-2-31 0,2 2-32 0,1-2-40 0,-1-3-64 0,4-1-116 16,3-2-376-16,1-1 166 0</inkml:trace>
  <inkml:trace contextRef="#ctx0" brushRef="#br0" timeOffset="194625.52">30066 14904 36 0,'0'-4'310'0,"0"-2"-6"0,3 2-19 0,-3 1-18 15,0 3-27-15,2-5-28 0,-2 5-20 0,1-5-23 16,-1 5-24-16,0 0-27 0,0 0-14 0,0 0-12 16,2 10-1-16,0-3-23 0,-2 3-3 0,0 2-10 15,0 5-8-15,0-3 0 0,2 4-8 16,-4 0-3-16,4 0-4 0,-2 1-6 0,0 1 0 0,0-3 0 16,0-4-6-16,0 3-1 15,0-5-2-15,0 1-1 0,0-2-3 16,0-3 0-16,0 0-4 0,0-2 2 0,0 2 3 15,0-2-5-15,0-2 2 0,0 2 2 0,0-5-1 16,0 4 2-16,0-1 2 0,0-3-2 0,0 0 2 16,0 0 3-16,0 5-3 0,0-5 6 0,0 0-7 0,0 0 2 15,0 0-1-15,0 5-3 0,0-5 0 16,0 0-11-16,0 0-3 0,0 0-19 0,0 0-22 0,0 0-19 0,0 0-35 16,-6 0-73-16,6 0-67 0,0 0-228 0,-10-7-500 15,5 3 221-15</inkml:trace>
  <inkml:trace contextRef="#ctx0" brushRef="#br0" timeOffset="195072.94">30030 14740 124 0,'0'0'261'0,"-3"-4"-21"0,3 4-26 16,-1-4-20-16,1 4-25 0,0 0-23 0,0 0-10 15,0 0-17-15,18 9-11 0,-7-2-12 0,3 2-12 16,4 2-10-16,7 4-7 0,1 6-3 0,1-1-9 0,4 1-7 0,-3 3-9 15,1-1 1-15,-4 5-7 0,-2-1-3 0,0 0-3 16,-8-4-5-16,3 2 4 0,-8-5-8 0,-4 0-2 16,-2-4-6-16,-4 1 2 0,-1 0-1 0,-5-5 0 15,-1 1 1-15,-6 0-1 0,2-2 2 0,-2 0 0 16,0-2-1-16,-2 0-3 0,2-4 5 0,1 2-2 16,3-2 0-1,0 0-4-15,-3-1 0 0,6-1 2 0,-1-2-3 16,2 2 2-16,1 0-1 0,-1-1 0 0,5-2 3 15,-7 2-1-15,7-2-5 0,-5 2-4 0,5-2-12 0,-7 1-12 16,7-1-19-16,0 0-21 0,0 0-84 16,0 0-254-16,0-9-433 0,5 1 192 0</inkml:trace>
  <inkml:trace contextRef="#ctx0" brushRef="#br0" timeOffset="195442.36">30248 14490 97 0,'-19'-7'184'0,"-3"2"-23"16,-6 1-15-16,0 3-14 0,0 4-20 0,-3 5-14 15,1 8 0-15,-12 9-9 0,2 11-6 0,-1 7-11 0,1 4 3 16,-14 22 2-16,20-16 5 0,0 22 0 15,10-22-1-15,3 0-2 0,8-2-9 0,7-2 0 16,3-3-9-16,12-12 31 0,4 0 23 0,10 9 9 0,10-4 10 0,9-5 12 16,5 1 3-16,6-10 2 0,8-7-6 0,31 3 2 15,-1-14-3-15,-29-7 10 0,1-7 2 0,-4-5 8 16,0-2 7-16,-8-6 24 0,-18 3 34 0,-1-5 7 16,-5-4-6-16,2-14-22 0,-9-9-22 0,-2-1-21 15,-11-10-20-15,-11-25-15 0,-13 1-19 0,-17-4-15 16,-10 8-25-16,-10 2-26 0,-15 7-50 0,-13 10-57 0,-15 13-79 15,-17 10-67-15,-20 12-68 0,-41 16-82 0,-33 11-465 0,-21 14-893 16,-20 6 395-16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7:17:41.17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3033 2160 169 0,'0'0'312'0,"0"0"-5"15,0 0-6-15,0 0-8 16,-5-8 5-16,5 8-13 0,-1-6-8 0,1 6-9 16,0-8-12-16,-3 5-8 0,3-1-23 0,0 4-21 15,0-7-19-15,0 4-19 0,0 3-16 0,0 0-16 16,0 0-18-16,0-5-14 0,0 5-15 0,0 0-28 15,0 0-27-15,0 0-42 0,0 0-31 0,0 0-7 16,0 0-1-16,0 13 2 0,0-2 11 0,3 9-4 16,-2 11 7-16,0-4 4 0,-1 8 3 0,3 0 6 0,-2 2 2 15,-2-2 1-15,2-1 1 0,-1 4 4 0,3-7 3 0,-2 0 5 16,0-3-1-16,3-1 0 0,-4-8 1 0,3-4-12 16,-2 1 17-16,3-6-3 0,-4 0 4 15,0-3-3-15,2 1 7 0,-2-1-5 0,0-2 1 0,0 0 1 16,0-3 0-16,0-2 4 0,3 5 1 0,-6-3-2 15,3-2-22 1,3 4 26-16,-3-4 3 0,0 0-16 0,0 0 15 16,1 4 1-16,-1-4-24 0,0 0 0 0,0 0-47 15,0 0-54-15,0 0-41 0,0 0-45 0,-7-15-61 16,4 8-283-16,-1-3-588 0,-1 0 261 0</inkml:trace>
  <inkml:trace contextRef="#ctx0" brushRef="#br0" timeOffset="517.88">2913 1927 49 0,'-4'0'325'16,"4"0"-27"-16,-4-4-20 0,4 4-30 0,-4-3-27 16,4 3-20-16,0 0-26 0,0 0-21 0,0 0-15 15,0 0-18-15,17 4-14 16,2-1-10-16,8 5-13 0,5 2-6 0,18 2-14 16,-2 7-1-16,9 3-4 0,-3 2-2 0,-1 5-9 15,2 4-9-15,-7 2 1 0,-1 3-2 0,-4 1-3 16,-6 6-2-16,-6-1-4 0,-7 2-1 0,-7 0-3 15,-11-9-3-15,-1 13 1 0,-11-13 0 0,-10 6-3 16,-7 0 8-16,-3-5 15 0,-9-3 2 16,-5-3 8-16,12-6 15 0,-13-1 3 0,7-4 17 0,1-1 0 0,2-4 5 15,-5-2 17-15,6-1-2 0,1-1 5 0,3 0 6 16,1-3 8-16,7-4 1 0,8 1 6 0,-1-4-10 16,3 1-3-16,4-1-11 0,-2 0-6 0,6-2 8 15,-9 2-2 1,9-2-8-16,0 0-8 0,0 0-12 0,0 0-8 15,-13 1-10-15,13-1-7 0,0 0-11 0,0 0-4 16,0 0-8-16,0 0-9 0,0 0-11 0,0 0-11 0,0 0-13 16,0 0-22-16,0 0-19 0,0 0-33 0,0 0-37 15,0 0-46-15,0 0-42 0,0 0-45 0,0 0-53 16,16-18-72-16,-10 13-345 0,1-2-784 0,2 1 347 16</inkml:trace>
  <inkml:trace contextRef="#ctx0" brushRef="#br0" timeOffset="1453.59">4292 2464 222 0,'-7'0'228'16,"1"3"-10"-16,2-3-8 0,4 0-10 0,-9 2-11 0,9-2-12 0,0 0-14 0,-9-2-3 0,9 2-24 31,0 0-7-31,0 0-13 0,0 0-12 0,-5 2-7 15,5-2-10-15,0 0-3 0,0 0-7 0,0 0-4 16,-6 1-4-16,6-1-2 0,0 0 1 0,0 0-6 16,0 0-2-16,0 0-5 0,0 0-3 15,0 0-3-15,0 0 0 0,0 0-2 0,-9 0-3 0,9 0-7 16,0 0-2-16,0 0-4 0,0 0-4 0,0 0 1 0,0 0-5 16,0 0 2-16,0 0-8 0,0 0 2 0,0 0-1 15,0 0-3-15,0 0 15 0,0 0-13 0,0 0 3 16,0 0 1-16,15-6-5 0,4 2 3 0,8-3-1 15,5-3 2-15,6 5-3 0,16-9-3 0,2 3 4 16,-2-4 5-16,1 4 3 0,-1 1-6 0,-19 1-3 16,2 1 0-16,-2 3 2 0,1 1-6 0,-7-4 0 0,-5 0-2 15,-6 4 0-15,-5 3-3 0,1-2 1 0,-2 2 0 16,-6 0-4-16,2 0-5 0,-2-1-1 0,-6 2-17 0,9-1-10 16,-8 0-20-16,-1 1-18 0,0 0-21 15,0 0-33-15,0 0-22 0,0 0-13 0,0 0-21 16,-26 5-17-16,15-5-35 0,-2 1-225 0,-4 0-491 15,4 1 217-15</inkml:trace>
  <inkml:trace contextRef="#ctx0" brushRef="#br0" timeOffset="1637.89">4573 2112 70 0,'-5'-6'429'0,"1"-2"6"15,0 2-9-15,4 0-19 0,-1 2-18 0,-3-1-29 16,0 3-34-16,4-1-30 0,0 3-33 0,-4-4-33 16,4 4-29-16,-1-4-60 0,1 4-80 0,0 0-91 15,0 0-35-15,0 0-40 0,12 17-61 0,-6 0-36 16,3 13-29-16,-2 2-34 0,-9 13-230 0,2-9-537 16,0 11 237-16</inkml:trace>
  <inkml:trace contextRef="#ctx0" brushRef="#br0" timeOffset="1802.2">4625 2775 346 0,'0'6'402'0,"-1"-1"6"0,1-5-3 0,-1 6 11 0,-1-2 1 0,2-4 11 0,0 0 1 31,0 0-7-31,3 8-21 0,-3-8-25 0,0 0-42 0,0 0-36 0,0 0-40 16,0 0-50-16,0 0-54 0,14-12-69 0,-10 7-69 15,1 0-72-15,3-1-80 0,0-1-72 0,3 0-73 16,-1 0-76-16,7-1-98 0,-2-2-264 0,-5 1-778 15,7-3 344-15</inkml:trace>
  <inkml:trace contextRef="#ctx0" brushRef="#br0" timeOffset="2553.71">5654 2167 238 0,'0'0'308'0,"0"0"-15"0,0 0-17 0,0 0-16 16,-5 4-19-16,5-4-20 0,0 0-17 0,-4 3-14 15,4-3-21-15,0 0-14 0,0 0-23 0,0 0-10 16,0 0-17-16,0 0-4 0,0 0-11 0,0 0-10 15,0 0-2-15,0 0-9 0,0 0-4 0,0 0-22 16,0 0 11-16,0 0-3 0,0 0-6 0,25-7 1 16,-16 4-9-16,5-1-1 0,-3-1-3 0,0 1 2 0,2-2 11 0,-3-1 9 15,-1 2 23-15,0 1 15 0,-4-2-15 0,2 3 30 16,-3-1-2-16,-2-3 0 0,1 5-2 0,1-1 1 16,-1 2-13-16,-3 1-15 0,0-4-14 0,0 4-10 15,-9-5-16-15,2 3 4 0,-6 4-13 16,-8 3-5-16,-5 2-5 0,-6 5-2 0,-3 3 0 15,3 4-2-15,0 3-7 16,1 0-8-16,2 2-1 0,2 0 5 0,6 5-14 16,3-1 13-16,1 1-10 0,8-1 8 0,4-2 6 15,6 3-5-15,10-4 11 0,8 1-3 0,5-2 11 16,23 1-2-16,4-6 3 0,12-3-4 0,2-7 3 16,28-1-11-16,-1-4-22 0,-28-5-53 0,2 1-67 15,-5-5-103-15,2 3-143 0,-23-3-360 0,-1 1-800 16,-9-2 355-16</inkml:trace>
  <inkml:trace contextRef="#ctx0" brushRef="#br0" timeOffset="4836.22">7966 3101 323 0,'-3'-5'348'0,"3"5"-10"16,0 0-13-16,-6 0-21 0,6 0-19 0,0 0-23 15,0 0-40-15,0 0-15 0,0 0-17 0,12-9-27 16,-4 2-14-16,7 2-19 0,7 0-36 0,10-6-54 15,4 2-59-15,3 2-68 0,10-2-77 16,-12 2-86-16,-5 1-227 0,5-2-517 0,-6 1 229 0</inkml:trace>
  <inkml:trace contextRef="#ctx0" brushRef="#br0" timeOffset="4989.35">8096 3325 19 0,'-3'5'230'0,"-2"-2"-27"0,4-1-21 0,1-2-18 0,5 6-16 16,-5-6-26-16,10-3-48 0,3 0-67 0,6-2-84 15,-3-4-102-15,3 0-194 0,-2-2 87 0</inkml:trace>
  <inkml:trace contextRef="#ctx0" brushRef="#br0" timeOffset="5237.26">8397 2895 2797 0,'-5'-7'263'16,"0"3"-53"-16,3 0-76 0,-1 0-33 0,-1 1-30 16,2 0-26-16,-1 1-12 0,3 2-12 0,0 0-14 15,-6-2-3-15,6 2-7 0,0 0-3 0,3 14 2 16,7-2-2-16,1 6 7 0,3 11 5 0,13 12 5 16,-3-2 7-1,2 3 0-15,1 0 4 0,-3-1 0 0,-6-8 7 16,0 11-13-16,-4-14 2 0,-5 3 0 0,-3 0-4 0,-8 0 4 15,-4 1 0-15,-1-2 8 0,-10 0-12 0,-1 0-10 16,-5-2-12-16,0-1-24 0,-19 4-33 16,0 1-35-16,1-6-42 0,-4-1-70 0,11-9-95 0,-11-1-206 15,9-4-555-15,4-9 246 0</inkml:trace>
  <inkml:trace contextRef="#ctx0" brushRef="#br0" timeOffset="6261.96">10180 2724 69 0,'-4'-4'274'0,"4"4"-13"0,0-6-17 16,0 6-16-16,3-7-22 0,-2 3 16 0,4 0-21 15,0-1-23-15,3 3-15 0,1-4-13 0,6 1-19 0,4 1-6 16,0 0-16-16,8-1-11 0,1 4-9 0,0-1-12 16,3 4-11-16,-3 1 7 0,-1 4-6 0,0 2-4 15,-3 3-7-15,-2 3-5 0,-8 0-6 0,1 7-13 16,-3 3 5-16,-3 1-1 0,-5 3-6 15,-6 0 1-15,-4 4-3 0,-7 13-1 0,0-12 0 0,-8 10 0 16,-5-3-4-16,5-11 0 0,0-3-14 0,-3 1 12 0,-2-5 0 16,3-1-7-16,3-2 6 0,-2-1-7 0,4-4 3 15,4-6 2-15,0 1 10 0,5-3 10 0,1-2 19 16,3-2 28-16,-1-1 21 0,3 1 31 0,0-2 25 16,3-1-2-16,0 0-16 0,0-9-19 0,6-3-12 15,10-7-12-15,5-5-15 0,2-1-6 0,11-12-10 16,2-4-13-16,5 3-5 15,-1-3-7-15,1 3-12 0,-2 4 3 0,-3-3-5 16,-9 14 0-16,-3 0-5 0,3-1-4 0,-4 3-2 16,-4 1-3-16,-5 8 2 0,-1 0 12 0,-5 3 7 15,-2 3 6-15,-2 1 3 0,3 0-6 0,-3-1-6 16,0 4-7-16,-1-1-2 0,-1 3-14 0,-2 0-7 16,0 0-17-16,0 0-4 0,0 0 1 0,-2 12 3 15,-5-3 2-15,3 6-1 0,-3 2 2 0,-6 5 4 0,4 3-1 0,-1 2 1 16,1-1 1-16,1 7 2 0,2-4 2 0,2-2-5 15,0-1 3-15,3-1 2 0,2-6-1 0,0 1-3 16,2-3 5-16,3 0 2 0,1-3-3 16,4-1 6-16,-2-5-2 0,7 4-10 0,9-4-3 15,-2-3-22-15,5-3-30 0,7-2-62 0,-2 1-76 16,0-5-81-16,-2-1-106 0,-2-6-396 0,2 2-846 0,-3-2 375 0</inkml:trace>
  <inkml:trace contextRef="#ctx0" brushRef="#br0" timeOffset="6978.15">11537 3038 2309 0,'-32'5'163'16,"4"0"-88"-16,5 0-23 0,5-3 10 0,4 0 19 16,1-2 10-16,4 1 2 0,0 0-13 0,3-1-12 15,1 2 3-15,5-2-7 0,-9 1-4 0,9-1 0 16,0 0-8-16,-9 0-11 0,9 0-1 0,0 0 0 16,0 0-7-16,0 0-5 0,0 0 7 0,0 0-9 15,0 0 1-15,0 0-2 0,0 0-2 0,0 0-4 0,0 0 4 0,0 0-6 16,0 0-2-16,0 0-2 0,0 0 2 0,0 0-2 15,0 0-3-15,0 0-2 0,0 0-2 0,0 0 3 16,0 0-5-16,0 0 2 0,0 0 0 0,0 0-4 16,0 0 2-16,0 0-6 0,0 0 1 15,0 0 5-15,0 0-1 0,0 0-2 0,0 0-1 0,0 0 5 16,0 0-7-16,0 0 5 0,0 0 2 0,0 0 4 0,0 0 0 16,0 0 8-16,0 0 2 0,0 0 3 0,0 0 9 15,0 0 7-15,0 0-2 0,0 0-1 0,0 0-2 16,0 0-3-16,0 0 2 0,0 0-4 0,0 0 2 15,0 0-17-15,0 0 9 0,0 0-3 0,0 0 3 16,32 0-2-16,-12-4-9 0,11 1 6 0,6-3-7 16,3 0 4-16,15 1-2 15,4-2 4-15,2-3-2 0,-5 4-5 0,3 0-2 16,-3 0 0-16,-5 0-3 0,-14 1-1 0,-4 1 3 16,-2 0-7-16,-3 1 5 0,-9 2-6 0,-8-2 1 15,0 3 8-15,-4-2 10 0,0 2-8 0,-2-3 12 16,-5 3 9-16,9-1-19 0,-9-2-12 0,0 3-29 15,0 0-16-15,-13-4-21 0,5 4-17 0,1-1-9 16,-2 1-28-16,-3 0-24 0,1 0-23 0,1 0-25 0,1 0-30 16,1-3-16-16,3 2-26 0,0 0-219 0,5 1-523 15,-10-5 231-15</inkml:trace>
  <inkml:trace contextRef="#ctx0" brushRef="#br0" timeOffset="7379.81">12435 2636 2834 0,'11'-14'455'0,"-5"1"-203"16,-1 3-62-16,1-1-16 0,1 1 12 0,-1 2-10 16,-2 1-9-16,-3 0-9 0,3 2-21 0,-1 0-12 15,-1 3-21-15,1-3-11 0,-3 5-14 0,1-4-19 0,-1 4-8 0,0 0-9 16,0 0-16-16,0 0-7 0,6 17 3 0,-4-4-3 15,-4 10-8-15,1 6 1 0,-3 0-2 16,-1 2-1-16,0 3-6 0,0 0 9 0,1-2-1 16,-5 4-3-16,2-2-1 0,0 13-2 0,3-15 6 15,-1-2-1-15,3-1-3 0,-1-1-5 0,-1-3 3 16,3-8 2-16,0 2-4 16,2-2 2-16,-2-5 0 0,-2-2 1 0,3 0-2 15,-2-3-2-15,3 0 5 0,-1-2-4 0,1 1 5 16,-1-2-5-16,3 0 6 0,-3-1-5 0,0-3 5 15,0 5 2-15,0-5 2 0,1 4 6 0,-1-4-2 16,0 0-2-16,9 3 5 0,-9-3-2 0,13 0-3 16,-1-3-10-16,0 1-19 0,2-1-20 0,1-1-41 15,5-1-37-15,-1-5-69 0,0 3-77 0,-1-3-82 0,6-3-114 0,-1-1-261 16,-9 2-774-16,-1 0 342 0</inkml:trace>
  <inkml:trace contextRef="#ctx0" brushRef="#br0" timeOffset="7564.28">12444 2892 3294 0,'-14'2'284'15,"3"-2"-109"-15,3 0-18 0,8 0-8 0,-13 0-21 16,13 0-28-16,-7-2-8 0,7 2-18 0,0 0-17 16,0 0-3-16,0 0-7 0,33-4-7 0,-1 4-13 15,21-7-34-15,5 2-48 0,-2-1-66 0,0 0-83 16,7-2-123-1,-13 1-334-15,-8 2-716 0,-6-3 317 0</inkml:trace>
  <inkml:trace contextRef="#ctx0" brushRef="#br0" timeOffset="8149.86">10446 3746 287 0,'-8'-1'313'0,"8"1"-21"0,-9-2-13 15,9 2-12-15,-6 0-22 0,6 0-24 0,0 0-22 16,-9 0-10-16,9 0-30 0,0 0-14 0,0 0-21 16,0 0-8-16,-8 0-13 0,8 0-10 0,0 0-6 15,0 0-17-15,0 0-4 0,-4 3-8 0,4-3-6 16,0 0-5-16,0 0-7 0,0 0-4 0,0 0-5 0,0 0 2 15,0 0-8-15,-4 3 0 0,4-3-6 0,0 0 4 16,0 0-1-16,0 0-1 0,0 0-9 0,0 0-4 0,0 0 1 16,0 0 2-16,0 0 20 0,24 0 9 0,2-4-2 15,13 1 6-15,24-7 1 0,37-6-2 0,8 1 4 16,12 1 14-16,7-3-10 0,14-4 15 0,6 5-13 16,1 1-12-16,2-1 23 0,-6 1 11 0,-2-1-1 15,-8 3-26 1,-9 1-15-16,-10 0 10 0,-14 4-18 15,-10-6 2-15,-32 8-4 0,-3 0 6 0,-5 0-5 0,-18 0-10 0,-2 3-8 16,-10 2 9-16,-6 0 30 0,-4-1 19 0,-2-1 21 16,0 2 14-16,-2-1 1 0,-4 0 0 0,-3 2-21 15,7-2-31-15,-7 2-41 0,0 0-48 0,0 0-56 16,-13-5-55-16,0 5-55 0,2 1-65 0,-2 3-74 16,-6-2-371-16,1 2-776 0,0 1 343 0</inkml:trace>
  <inkml:trace contextRef="#ctx0" brushRef="#br0" timeOffset="9017.42">11220 4060 233 0,'3'-9'281'0,"-1"-3"1"16,2 3-6-16,1 0-14 0,-3 1 9 0,1 0 4 15,0 2-6-15,-2 2-22 0,2 0-23 0,-6 0-29 16,6 1-16-16,-3 3-31 0,3-4-24 0,-3 4-26 16,0 0-16-16,0 0-20 0,3 12 4 0,-3 0-5 15,-4 6-10-15,4 12-4 0,-9 6-3 0,0 10 1 0,-1 3 0 16,-8 2-6-16,3-3 8 0,-3 3-17 0,3-4 1 0,3 0-8 16,6-15 1-16,2 1-3 0,0-2-4 0,-1 1 16 15,4-3-18-15,1-2-6 0,0-4 15 0,1-5 8 16,0-2 2-16,3-3 16 0,-1-3-2 15,-1 1 19-15,2-3 16 0,1-1 8 0,-1-2 11 16,3 0 9-16,0-1 2 16,3-1-5-16,-1-2-13 0,3-1-6 0,1-1-7 15,0-1-11-15,4-3-7 0,1-2-34 0,1 1-46 16,-1-3-53-16,8-8-62 0,-11 7-71 0,5-7-66 0,-5 5-78 16,0-4-391-16,2-4-797 0,0-1 352 0</inkml:trace>
  <inkml:trace contextRef="#ctx0" brushRef="#br0" timeOffset="9198.15">10952 4500 340 0,'-14'1'395'0,"5"3"-30"0,2-3-26 0,0 2-21 0,7-3-40 15,-7 2-21-15,7-2-29 0,0 0-17 0,62-9-21 0,4-1-34 0,40-4-66 16,9-1-87-16,0-2-106 0,4 1-156 15,-6-4-209-15,-1-4-507 0,-20-5 224 0</inkml:trace>
  <inkml:trace contextRef="#ctx0" brushRef="#br0" timeOffset="17828.72">14265 3539 95 0,'-5'-5'354'0,"5"5"-1"0,0 0-4 16,-4-3-10-16,4 3-22 0,0 0-4 0,-2-2-23 16,2 2-21-16,0 0-19 0,0 0-27 0,-3-3-25 0,3 3-18 15,6-6-22-15,2 3-30 0,5-1-32 0,5 0-41 16,5-2-44-16,5 1-70 0,3 0-64 0,1 1-65 15,1-2-69 1,-4 4-302-16,-1-3-605 0,-6 2 268 0</inkml:trace>
  <inkml:trace contextRef="#ctx0" brushRef="#br0" timeOffset="17960.47">14352 3717 54 0,'-4'8'227'0,"-2"-3"-19"0,2-3-16 0,4 0-4 15,0-2-6-15,13 5-15 0,4-5-18 0,12 0-14 16,7-5-37-16,17 3-70 0,6-5-108 0,-1-5-178 16,-1 3-280-16,-5 0 124 0</inkml:trace>
  <inkml:trace contextRef="#ctx0" brushRef="#br0" timeOffset="18745.47">16432 2384 243 0,'0'0'265'0,"-6"-2"-11"0,6 2-11 16,0 0-12-16,0 0-8 0,-4-2-20 0,4 2-13 15,0 0-15-15,0 0-17 0,0 0-14 0,0 0-20 16,0 0-10-16,0 0-10 0,0 0-13 0,0 0-10 15,0 0-8-15,19-3-7 0,-2 2-9 0,14-3-4 16,3 1-7-16,6-1-6 0,12-1-3 0,4 0-13 16,-15 1-33-16,-2 1-40 0,-1-3-32 0,-6 0-41 0,1 1-36 0,-3-1-49 15,-10 2-229-15,-7 0-472 0,-8 1 209 0</inkml:trace>
  <inkml:trace contextRef="#ctx0" brushRef="#br0" timeOffset="19277.3">16289 2455 100 0,'4'5'200'0,"5"2"-4"0,8 3-9 16,-2 1-17-16,8 3-10 0,4 3-11 0,2 3-13 15,-2 5-10-15,-1-1-7 0,8 14-9 0,-6 1-16 16,-9-7 0-16,0 12-12 0,-6 2-8 0,-6 2-5 0,-5-2-8 15,-4 2-5-15,-5 3-1 0,-2-5-4 0,-7-1-7 16,-1-2-1-16,1-11-7 0,0-3-3 0,-3 1-1 16,0-4-4-16,5 1-4 0,-4-5-1 0,9-6-4 15,-4 0 2-15,2-3 3 0,3-3 2 0,0-1 0 16,4-1-2-16,-2-1-2 0,2-4-2 0,1 2 7 16,-1-2 10-16,1 2 11 15,3-5 6-15,-4 4 6 0,4-4 0 16,-4 5 10-16,4-5-10 0,0 0 0 0,-2 5-4 15,2-5-5-15,0 0-1 0,-4 3-2 0,4-3 0 16,0 0-3-16,0 0-8 0,0 0-4 0,0 0-2 16,0 0 0-16,-4 4 5 0,4-4-2 0,0 0 8 15,0 0 3-15,0 0 2 0,0 0 5 0,0 0-1 16,0 0 12-16,0 0-5 0,0 0 7 0,0 0-6 0,0 0 2 0,0 0-9 16,0 0-4-16,40-8 2 0,-8 0-7 0,21-5-1 15,6 3-1-15,32-9-9 0,-3 0 1 0,-20 6-15 16,30-6 7-16,-4 2-3 0,-4 5-7 0,-31 2 2 15,0 4-6-15,-4-2-1 0,-18 2 2 0,-3 2-3 16,-2 1 3-16,-13 2-9 0,-6-2 11 16,0 2-6-16,-4-1 5 0,-1 2-1 0,-2-1-5 0,-6 1-11 0,10-3-1 0,-10 3-24 15,0 0-42-15,0 0-30 0,0 0-44 16,-27-3-42-16,8 3-47 0,4-2-87 0,-7-1-297 16,0 0-669-16,10 2 297 0</inkml:trace>
  <inkml:trace contextRef="#ctx0" brushRef="#br0" timeOffset="20483.82">17902 2607 183 0,'0'0'244'0,"1"-6"-4"16,0 0-5-16,-1 1-8 0,2 2-8 0,0-1-2 15,0-1-17-15,-1 1 11 0,-1 4-8 0,0-5-23 16,0 5 4-16,0-5-19 0,1 2-19 0,-1 3-27 15,0 0-6-15,0 0-18 0,1-5-22 0,-1 5-25 16,0 0-8-16,2 13 2 0,-4-6-11 0,1 5-3 16,1 3-3-1,-2 4-2-15,0 7-2 0,-3 1 0 0,0 2-3 16,-4 4-1-16,1-3 1 0,2-1 0 0,0 0-5 16,-1-3 2-16,4 1-4 0,-3 0 1 0,3-5 1 0,-1-3-4 15,4-6-2-15,-2-2 5 0,1-4-5 0,1 3 5 16,-1-5 22-16,-1-1 17 0,0-1 37 0,2-3 42 15,0 0 35-15,0 0-9 0,0 0-16 0,0 0-14 16,18-19-15-16,-12 6-15 0,4-1-4 0,2-2-11 0,3-7-8 16,2-1-7-16,2 0-7 0,-1 0-11 0,-3 4-3 15,1 4-7-15,-2 2-4 0,-4 2-7 0,0 3-2 16,-1 0-1-16,-2 2-6 0,-5 2-5 0,3 3-21 16,-1-3-25-16,-4 5 2 0,11 2-8 0,-5 3-2 15,-1-2-5-15,0 3 5 0,4 5 0 0,1 3 7 16,0-2-1-16,3 2 12 0,-3 1 0 0,-1-1 1 0,1 0-37 15,1 1-7-15,0-1-29 0,-1-2-30 0,2 1-45 16,-3 0-51 0,-2-6-58-16,1 3-90 0,1-6-240 0,-5-2-660 15,-4-2 292-15</inkml:trace>
  <inkml:trace contextRef="#ctx0" brushRef="#br0" timeOffset="20933.48">18819 2487 306 0,'3'-3'320'0,"-2"-2"-15"0,-1 1-3 0,0 0-15 16,0 4-19-16,2-7-27 0,-2 7-21 0,2-2-24 16,-2 2-22-16,0 0-28 0,0 0-12 0,0 0-25 15,0 0-11-15,0 0-13 0,0 19-3 0,0-2-14 16,-4 8-8-16,0 3-5 0,1 6 3 0,1-2-16 15,-3 4 1-15,-4 9-4 0,5-8-4 0,1-5-5 16,1 2 4-16,0-1-9 0,0-3 8 0,2 1-5 0,2-2-6 0,-2-4 1 16,0-6-7-16,0 1 5 0,0-5-4 15,-2-3-2-15,2 0 1 0,0-5 1 0,-1 0-3 16,1 0 2-16,0-2 3 0,-1-1-1 0,1-4-1 16,0 0 12-16,1 7-1 0,-1-7-14 0,0 0-32 15,0 0-24-15,0 0-32 0,-16-16-35 0,12 6-36 16,0-1-45-16,0-4-61 0,0-3-299 0,-1-6-595 0,2-2 264 0</inkml:trace>
  <inkml:trace contextRef="#ctx0" brushRef="#br0" timeOffset="21280.47">18690 2276 246 0,'-2'-5'291'0,"-1"2"-16"0,-2-1-25 0,0-1-23 16,4 2-24-16,1 3-24 0,-3-4-20 16,3 4-19-16,0 0-14 0,11-1-16 0,2 3-7 0,5 2-11 15,12 4-8-15,3 0 0 0,5 4-1 0,16 5-5 16,-3 2-5-16,1 2-4 0,-1 0-5 0,-7 0-8 0,-11-2-7 16,-2 1-4-16,-4-1-2 0,-6 3-2 0,-4 1-8 15,0 0-1-15,-8-6-4 0,-3 2-2 0,-6-1-6 16,-4 3-1-16,-5-3 0 0,-7 5 1 0,-5-3-1 15,-4-2-1-15,-3 0 3 0,-6-2-1 0,1-1-2 0,-3 0 2 16,-12 2-6-16,13-4-6 0,2-2 9 0,0 1-1 31,-1-2 2-31,5-3-13 0,2 0 9 0,6 1-1 16,6-1-5-16,3-2 1 0,1 0-41 0,1 0-25 16,4-1-15-16,1 1-13 0,4-2-31 0,2 3-31 15,5-3-61-15,6 1-274 0,3-2-521 0,7-2 230 16</inkml:trace>
  <inkml:trace contextRef="#ctx0" brushRef="#br0" timeOffset="21849.79">19265 2955 101 0,'0'0'397'16,"0"0"-17"-16,0 0-28 0,0 0-25 0,0 0-32 0,0 0-31 16,0 0-24-16,0 0-23 0,0 0-28 0,0 0-24 15,0 0-19-15,0 0-21 0,0 0-16 0,2 5-9 16,-2 2-3-16,0 3-18 0,-2 1-5 0,2 4-11 0,0 1 1 0,-1 0-8 16,-4 4-6-16,3-1-5 0,0 0-19 0,-2 1 14 15,3-3-6-15,-3-1-2 0,4-3 6 0,-2-3-11 16,0-1-6-16,0-2-2 0,0-1-2 0,2-2 1 15,0 1 11-15,0-2 40 0,0-3 32 0,0 4 20 16,0-4-8-16,0 0-16 0,13-8-8 0,0 2-12 16,-3-3-3-1,3-2-6-15,4-2-8 0,-3 0-16 0,1 0 2 16,-2 1 1-16,1 0 1 0,-4 6-1 0,-1-2-6 0,0 3-6 16,-3 1-3-16,-2-2-7 0,1 4-8 0,-1-1-8 15,4 3-4-15,-8 0 5 0,15 5-6 0,-6 3-2 16,1-1 5-16,4 1-1 0,0 2-5 0,2 3-8 15,-6 2-17-15,4-3-22 0,-2 0-47 0,-2 2-55 16,0-1-81-16,-5-3-89 0,-1 0-139 0,5 1-245 0,-5-7-760 16,0-1 337-16</inkml:trace>
  <inkml:trace contextRef="#ctx0" brushRef="#br0" timeOffset="24803.62">20000 2486 109 0,'5'-5'244'0,"0"-1"-17"0,3 1-19 0,2 2-17 16,-1-2-19-16,0 1-17 0,4 3-14 0,0-1-10 15,4 4-6-15,-4 1-9 0,5 4-12 0,-1 2-8 0,-3 1-7 0,0 2-12 16,-1 4-4-16,-2 0-6 0,-2 1-7 0,-4 1-5 15,2 2-5-15,-5-2-2 0,-4 6-5 0,-1-5-3 16,-6 4-5-16,3-6-2 0,-2 0-3 0,-1-4-1 16,0-4-1-1,0 4-4-15,0-4 1 0,4-1 5 0,-4-3 13 16,5 2 7-16,1-4 17 0,0 1 23 0,-1-2 35 16,4-2 10-16,-6 0-10 0,6 0-14 0,0 0-18 15,2-10-9-15,2-1-1 0,5-1-14 0,0-1-7 16,5-3-15-16,8-4 2 0,-4-1-2 0,2 1-4 15,-2 1-15-15,-3 6-2 0,7-3 2 0,-10 4-25 0,-5 7 26 16,2-2-2-16,-2 2-7 0,-4 0-6 0,1 3-9 16,0-2-2-16,1 3-7 0,-5 1-1 0,9 0-6 0,-9 0 1 15,5 7-3-15,-1-2-3 0,0 6 4 0,-3-3 1 16,1 2-3-16,0 2 9 0,-1 2-2 0,3-2-3 16,-1 0-26-16,-1 3-15 0,2-3-21 0,0 0-19 15,-3-2-24-15,3 1-15 0,1-2-33 0,-2 2-27 16,-2-6-49-16,4 2-52 0,0-4-187 0,-1 2-518 15,-4-5 230-15</inkml:trace>
  <inkml:trace contextRef="#ctx0" brushRef="#br0" timeOffset="25041.6">20608 2384 44 0,'0'0'309'0,"4"-3"-37"0,-4 3-30 0,8 1-27 16,-3 3-19-16,5 4-24 0,0-1-9 0,3 6-14 16,0 1-11-16,1 9-8 0,-1-2-8 0,1 5-10 15,-3 3-7-15,-2-2-13 0,-6 4-5 0,-1-2-9 16,-3 0-3-16,-3 0-20 0,-5-2-14 0,-3-1-23 16,-6-1-25-16,-5 0-13 0,-2-2-34 0,-4-1-43 15,1-3-58-15,-3-3-259 0,-6-2-448 0,4-5 198 0</inkml:trace>
  <inkml:trace contextRef="#ctx0" brushRef="#br0" timeOffset="25326.7">20091 2266 237 0,'-3'-1'256'16,"-3"0"-24"-16,6 1-22 0,-17 6-25 0,6 4-22 15,-5 1-18-15,-3 12-12 0,3 2-18 0,-5 5-15 0,-7 15-7 16,6 3-7-16,-2-4-11 0,2 4-3 0,8-3-5 16,5-10-6-16,6-1-4 0,3 0-2 0,3-1-9 15,8-1 2-15,5-3 2 0,3-2 2 0,8-3-4 16,14 5-3-16,5-7-6 0,3-3-21 0,6-10-40 15,-2-1-54-15,9-4-93 0,-2-5-235 0,5-10-437 0,-3 4 194 16</inkml:trace>
  <inkml:trace contextRef="#ctx0" brushRef="#br0" timeOffset="25707.99">21443 2307 92 0,'0'-7'438'0,"0"0"-14"16,1 2-35-16,-1 2-17 0,0 3-21 0,0-9-35 16,0 7-27-16,0 2-32 0,0-4-30 0,0 4-21 15,0 0-20-15,-1-4-28 0,1 4-22 0,0 0-19 0,0 0-7 0,0 0-14 16,6 16-13-16,-5-7-12 0,3 9-5 0,-4 8-8 15,0 4-2-15,-1 2-7 0,-3 4-5 0,-1 10-1 16,0 1-5-16,-3-2-10 0,-1 1 6 0,4-12 1 16,0-3-6-16,1 0-5 0,2-3-3 0,0 0-2 15,1-8-7-15,1-1 8 0,0 0-4 16,1-4-1-16,1-3-3 16,0-2 7-16,0 2-6 0,0-6 7 0,3 0-2 0,-2 0-3 15,3 0 0-15,1-1 6 0,3-3-4 0,1-2-2 16,3 1-4-16,4-2-24 0,5-3-21 0,4-4-45 15,3-4-62-15,-2 3-56 0,2-2-67 0,2-4-84 16,-5-3-324-16,0 1-726 0,-3-3 322 0</inkml:trace>
  <inkml:trace contextRef="#ctx0" brushRef="#br0" timeOffset="25914.12">21314 2636 22 0,'-7'3'362'0,"2"0"-19"15,3-2-20-15,-2 0-25 0,4-1-19 0,0 0-28 16,0 0-23-16,15-5-28 0,8 4-16 0,13-3-19 16,20-4-16-16,4-1-53 0,-1-1-39 0,2 1-73 15,2-4-78-15,-4-2-111 0,-11-1-236 0,-9 6-477 16,8-11 211-16</inkml:trace>
  <inkml:trace contextRef="#ctx0" brushRef="#br0" timeOffset="26328.67">21829 2133 162 0,'-2'-9'457'16,"1"5"-20"-16,0 2-9 0,0-3-26 0,-1 1-33 16,2-1-40-16,0 5-40 0,-2-3-25 0,2 3-33 15,-2-4-21-15,2 4-35 0,0 0-44 0,0 0-23 16,0 0-11-16,0 0-16 16,-2 18-4-16,-1-7-7 0,-2 8-12 0,0 7-21 15,1 4 22-15,-5 1-6 0,3 3-5 0,-2-7-7 16,1 1-2-16,3-8-3 0,-1-2-7 15,1-2-17-15,1-5-8 0,2-1-8 0,0-3 0 16,-2-1 7-16,1 1 8 0,2-3 12 0,0-4 26 16,0 1 23-16,0-1 32 0,0 0 11 0,0 0-11 0,0 0-14 15,21-10-6-15,-4 1-16 0,-2-1-5 0,2 0-4 0,0 1-9 16,0-1-6-16,0 0-8 0,1 3-2 0,-4-1-7 16,5 0-1-16,-2 0-5 0,-2 3-15 0,-1 2-10 15,3-1-26-15,1 1-29 0,0 1-54 0,-1 2-22 16,1-2-55-1,0 4-56-15,-3-2-60 0,3 0-84 0,-4 0-334 16,-1 0-784-16,0-2 347 0</inkml:trace>
  <inkml:trace contextRef="#ctx0" brushRef="#br0" timeOffset="26507.01">22369 2191 100 0,'0'0'386'0,"0"0"-42"0,0 0-34 0,16-6-26 16,1 2-36-16,12-2-28 0,4-2-50 0,5 3-51 15,-6-2-69-15,6 2-80 0,-1-7-86 0,-5 4-232 16,2-2-376-16,-4-4 166 0</inkml:trace>
  <inkml:trace contextRef="#ctx0" brushRef="#br0" timeOffset="26696.86">22874 1937 153 0,'-6'-1'375'16,"6"1"-25"-16,0 0-40 0,0 0-34 0,0 0-36 16,0 0-23-16,-3 8-24 0,2-1-26 0,-2 4-16 0,1 5-14 15,-2 8-9-15,1 4-15 0,-2 2-5 0,2 4-9 0,3 2-5 16,-3 11-46-16,2-11-74 0,-3-2-81 0,1 2-123 15,-3-6-236-15,-2-4-506 0,3-6 224 0</inkml:trace>
  <inkml:trace contextRef="#ctx0" brushRef="#br0" timeOffset="27877.56">16454 3999 20 0,'-8'-4'148'0,"8"4"-9"0,-3-3-9 0,3 3-6 15,-3-2-12 1,3 2-6-16,0 0-12 0,0 0-8 0,0 0-16 15,-9-1-11-15,9 1 2 0,0 0-9 0,0 0 0 0,0 0-14 16,0 0-2-16,0 0-5 0,0 0-4 0,0 0-5 16,0 0 4-16,0 0-1 0,0 0-3 15,0 0-5-15,0 0-2 0,0 0-1 0,0 0-3 16,0 0 9-16,12 7 5 0,-5-7 9 0,5 3 7 16,4-3 2-16,6 1 11 0,10-2 2 0,2 1 0 0,18-4 1 0,5-2 0 15,37-4-1-15,5-5 2 0,7 0-4 0,13-4-2 16,14-1-2-16,13-1-1 0,11-5 1 0,11 3-3 15,20-5-1-15,10 1 1 0,13 1-2 0,8 1 7 16,17 4-3-16,-2-4-2 0,10 7 1 0,0-2 4 16,4 4 0-16,-9 3-6 0,-1 1 2 0,-7 0-7 15,-11 0-3-15,-9 2-6 0,-15 6 1 0,-7-1-3 0,-6-1-2 0,-13 0-4 16,-15 1-1-16,-20-2-7 0,-8-1 6 0,-16 3-5 31,-13-3-3-31,-34 3 2 0,-4-1 6 0,-21 1 8 16,-4 0 13-16,-9 3 35 0,-7-2 32 0,-4-1 38 15,-6 1 11-15,0 1-15 0,-1-2-16 0,-2 1-22 16,-2-1-9-16,-4 2-21 0,0-3-28 0,-4 2-39 16,-1-4-46-16,-6 3-34 0,-5 2-38 0,-7 2-46 0,-7 0-45 15,-5 2-56-15,-2 0-80 0,-1 5-214 0,-2-3-595 16,4 3 264-16</inkml:trace>
  <inkml:trace contextRef="#ctx0" brushRef="#br0" timeOffset="28625.66">17112 4745 60 0,'-4'-2'224'0,"4"2"-5"0,-8-2-16 15,8 2-4-15,0 0-8 16,-7-1-9-16,7 1-11 0,0 0-13 0,-3-3-6 15,3 3-22-15,0 0-9 0,0 0-18 0,0 0-6 16,13-5-13-16,5 2 15 0,5-2-12 16,12-2-9-16,0-2-9 0,4 4-21 0,11-3-42 15,-13 1-40-15,-3 3-46 0,-2-1-40 0,0 1-49 0,-11 2-211 16,-2-3-412-16,-8 4 183 0</inkml:trace>
  <inkml:trace contextRef="#ctx0" brushRef="#br0" timeOffset="29148.12">17070 4771 167 0,'-4'3'276'0,"2"-2"-33"16,-1 2-26-16,3-3-22 0,5 8-20 0,-1-2-19 16,6 3-11-16,4 6-21 0,8 3-9 0,2 4-5 15,1 3-3-15,9 10-14 0,-5 3-2 0,-2 3-11 16,-4 4-6-16,-5 2-8 0,-9 7-3 0,-5-3-6 15,0 4-2-15,-7 5-5 0,-1-6-4 0,-2 1-4 16,-7 1-5-16,-1-3-2 0,-5-3-2 0,-1 0-5 16,-2-7-1-16,-1-2-2 0,5-12-5 0,-1-2 0 0,1 0-2 15,0-5 0-15,0 0-2 0,0-4-3 0,6-2-1 0,1-3 0 16,0-1 2-16,1-4-3 0,1 1 0 16,1-1 0-16,2-2-2 0,2-3-1 0,0 0-1 15,1 3 1-15,-1-2-5 0,4-4 2 0,-5 5 0 0,5-5-1 16,-2 4-1-16,2-4 0 0,-4 4 0 0,4-4 0 15,-4 5-1-15,4-5 0 0,0 0-2 0,0 0 14 0,0 0 6 16,0 0 1-16,0 0 0 0,0 0 26 0,0 0 18 16,10 3 7-16,-10-3 16 0,26-2 0 0,1-1 4 15,8-6-4-15,23 1 0 0,6-4-15 0,27-5 6 16,1 0-24-16,-3 1 10 0,-1-1-3 0,-24 4 6 16,26-3-3-16,-32 7-11 0,0 1-1 0,-4 2-16 15,-17-1 5-15,0 1-8 16,-7 5-5-16,-3-1 1 0,-9 0-9 0,-4 1-2 15,-4 1 11-15,-3-2-10 0,1 2-2 0,-8 0-2 16,13-3 4-16,-13 3-6 0,8 0 3 0,-8 0-9 16,0 0-8-16,0 0 0 0,1-4-51 0,-1 4-15 15,0 0-37-15,-18 0-32 0,10 0-34 0,8 0-40 16,-21 0-46-16,11-3-52 0,0 1-279 0,3 0-633 16,1-2 280-16</inkml:trace>
  <inkml:trace contextRef="#ctx0" brushRef="#br0" timeOffset="36228.37">18647 4923 25 0,'1'-12'237'0,"2"1"-12"16,-3 0-8-16,1-1-6 0,-1 2-7 0,0-1-9 16,0 5 0-16,0-2-2 0,0 2-10 0,0 1-13 15,0 0-17-15,0 3-16 0,5-1-14 0,-5 3-20 16,0-5-13-16,0 5-38 15,0 0-6-15,0 0-9 0,-1 12-3 0,-4 5-7 16,1 10-1-16,-4 1-2 0,3 2-2 0,0 7-3 16,-3-1 0-16,2 10-3 0,-2 0 2 0,3-12-4 0,-1 2 3 15,-1 10-4-15,6-12 1 0,-1-1 6 0,0-3-9 16,1-1 0-16,1-3 2 0,0-8-3 0,-3-1 0 16,3-4 1-16,-1 0 2 0,1-1-7 0,0-6 4 15,0 2-2-15,0-3 4 0,-2-1 0 0,2 1-1 0,0 1 4 16,2-2-1-16,-2-1 0 0,0-3 0 0,0 0-11 15,0 0-36-15,0 0-37 0,-8-10-29 0,6 1-37 0,-1-2-34 16,-2 0-34-16,3-9-224 0,-3-8-463 0,5 1 205 16</inkml:trace>
  <inkml:trace contextRef="#ctx0" brushRef="#br0" timeOffset="36562.15">18518 4732 126 0,'-5'-12'226'0,"0"2"3"0,1 0-3 15,-1 1-10-15,1 4-2 0,1 0-13 16,2-1-15-16,-3 2-19 0,3 1-19 0,1 3-14 16,-3-5-17-16,3 1-12 15,0 4-18-15,0 0-7 0,0 0-8 0,0 0-8 16,22 5-7-16,-5 2-7 0,8 1-4 0,7 1 1 16,0 5-3-16,1 1-2 0,2 3-4 0,-2 1-4 15,10 10 20-15,-11-7-9 0,-3 3-4 0,-3 0-5 16,-5 0-1-16,-1-2-7 0,-7 2-2 0,-4-2-3 15,-4 1-4-15,-5 1-2 0,-6-1 2 0,-11 0-4 16,-1-3 2-16,-9 0-5 0,-3-2 2 0,-4 0 1 0,0 0-3 0,2-2 2 16,-1-4 0-16,1 2 1 0,-3-3-2 0,6 0-1 15,-3-3 0-15,1 4 0 0,2-5-4 0,2 3-1 16,8-6 1-16,1 4 1 0,5-6-7 0,3-1-26 16,1 0-35-16,1 5-18 0,5-4-3 0,-2 0-12 15,5-3-20-15,0 0-27 0,14 7-38 0,-2-7-36 16,6-1-211-1,4-1-457-15,0-1 203 0</inkml:trace>
  <inkml:trace contextRef="#ctx0" brushRef="#br0" timeOffset="36963.92">19066 5351 147 0,'1'2'403'0,"-1"-2"-41"16,4 3-37-16,-4-3-39 0,3 5-29 0,-3-5-31 15,1 5-25-15,-1-3-26 0,0-2-16 0,0 6-17 16,0 0-13-16,-4 4-11 0,3 2-9 0,-2 0-19 0,-2 5-7 0,4 2-4 31,-6-1-9-31,2 0-7 0,-1 0-7 0,0-1-3 16,3-3-5-16,-1-2-7 0,4-2 1 0,-2-1-8 15,0-4-4-15,2 2 0 0,-1-4 4 0,1 2 17 0,0-5 42 16,-3 5 25-16,3-5-5 0,0 0-12 0,0 0-10 16,17-17-11-16,-9 9-11 0,6-5-1 0,-1 0-11 15,2-2-3-15,-1 3-15 0,0-2-2 0,0 2 0 16,-1 0-4-16,-4 2-1 0,1 3-7 0,0-1-5 16,-1 3-4-16,2 1-5 0,-1-1-6 0,1 2-9 0,-4 1 6 15,5 1 2-15,-4 1-18 0,1 1-8 0,0 4-10 16,2-3-27-16,1 1-12 0,-4-2-24 0,3 2-31 15,-2 0-31-15,0 2-41 0,0-1-42 16,-1-3-48-16,-5 0-319 0,-3-1-659 0,0 0 292 0</inkml:trace>
  <inkml:trace contextRef="#ctx0" brushRef="#br0" timeOffset="37526.12">19250 4332 324 0,'0'-7'337'16,"0"5"-27"-16,0 2-22 0,0-6-27 0,0 6-30 16,0 0-26-16,0 0-24 0,0 0-26 0,0 0-24 15,0 0-17-15,0 0-15 0,0 0-8 0,-13 17-14 0,3-2-4 0,0 0-10 16,-6 6-8-16,-1 0-4 0,0 3-6 0,2 0-5 16,-2 0-1-16,2 2-7 0,-2-1-5 15,4-2 8-15,-2-1-9 0,6-6-2 0,0 0-5 0,1-6-4 16,0-1 5-16,4-1-9 0,-2-1 1 0,5-2 2 15,-3 1-1-15,3-3 1 0,-3 0 11 0,4-1 8 16,-5 2 16-16,5 0 1 0,0-4 4 0,0 0-6 0,-4 4-2 16,4-4 1-16,0 0-7 0,0 0 1 0,0 0-5 15,0 0-12-15,0 0-2 0,0 0-19 0,0 0-28 0,0 0-37 16,0 0-51-16,0 0-51 0,0 0-56 16,18-3-58-16,-13 1-237 0,7-1-558 0,-1 1 248 15</inkml:trace>
  <inkml:trace contextRef="#ctx0" brushRef="#br0" timeOffset="38119.65">19689 4766 56 0,'3'-3'287'0,"-2"1"-29"0,3-2-24 0,0 0-24 16,-3 1-28-16,3-1-15 0,1 3-14 0,4 1-2 15,-1 0-14-15,1 0-17 0,-1 1-12 0,3 4-6 16,-1 0-12-16,-2 2-9 0,2 3-7 0,-2 0-9 16,0 2-9-16,0 5-4 0,-5-1-6 0,-1 3-5 0,0-1 1 15,-5 1-6-15,-1 0-4 0,-2 1-4 0,0-3-2 16,-2 0-4-16,0 0 1 0,-2-3-2 0,4-2-4 15,-1-5 0-15,2 3-1 0,1-4 1 0,-2 0 15 16,5-1 10-16,-2-2 27 0,-1 1 36 0,3-1 22 0,1-3 47 16,0 0-17-16,0 0-14 0,0 0-15 0,9-21-32 15,1 11 4-15,-1-5-8 0,4 0-9 0,6-7-11 16,-2 2-9-16,1 0-1 0,1 2-13 0,-5 5-5 16,0 3-4-16,-3-2-4 0,-2 6-3 0,0-1-4 15,-2 2-7-15,-4 1-6 0,4 0-11 0,-4 1-17 16,-1 2-23-16,-2 1-7 15,10 0-12-15,-6 3 13 0,0 3 8 0,-3 2-4 16,3 0-12-16,0 1 1 0,0 3-4 0,-3-1-13 16,3 1-19-16,-2 1-10 0,2 3-21 0,-1-5-25 0,-1 3-25 0,1-4-36 15,1 2-47-15,-3-4-65 0,0-2-180 0,1-1-535 16,-2-5 237-16</inkml:trace>
  <inkml:trace contextRef="#ctx0" brushRef="#br0" timeOffset="38347.9">20153 4604 104 0,'4'-2'355'0,"-4"-1"-37"16,4 0-37-16,-4 3-27 0,5 0-28 0,-5 0-26 15,13 8-18-15,-5 1-22 0,5 3-8 0,-3 5-16 16,8 7-12-16,-10-2-12 0,0 5-11 0,-1 0-3 15,-1 6-10-15,-1-1-8 0,-3 0-21 0,-4 1-23 16,-2-2-23-16,-3 2-26 0,-4-2-28 0,-4-3-22 16,-7 0-30-16,-1-3-59 0,-5-2-82 0,-4-2-181 15,0-6-447-15,-4-1 198 0</inkml:trace>
  <inkml:trace contextRef="#ctx0" brushRef="#br0" timeOffset="38648.25">19843 4440 175 0,'-8'-3'250'0,"2"3"-26"0,-4 2-21 15,-1 4-24-15,-4 5-19 0,-7 8-15 0,3 6-14 16,-9 13-8-16,-4 9-13 15,5 2-8-15,-3 5-8 0,-11 19-6 0,20-22-11 16,1 0-4-16,8-5-9 0,2-13-5 0,8 3-3 16,-1-1-1-16,7-6-3 0,5 2-3 0,5-7 1 15,5 0 0-15,2-4-6 0,5-3-6 0,8-3-19 16,5-2-34-16,15-6-44 0,6-4-46 0,6-3-50 16,-2-3-235-16,0-2-422 0,3-2 187 0</inkml:trace>
  <inkml:trace contextRef="#ctx0" brushRef="#br0" timeOffset="39048.37">21382 4398 327 0,'-2'-4'354'0,"2"4"-30"0,2-3-31 0,-2 3-28 15,0 0-29-15,0-5-27 0,0 5-21 0,0 0-28 0,0 0-10 0,0 0-22 16,0 0-12-16,8 8-17 0,-6 3-6 0,0-2-11 16,-2 9-15-16,3 6-5 0,-3 5-1 0,0 2-6 15,-2 3-9-15,1 0 3 0,-3 12-15 0,-2-10 2 16,4-2-5-16,-2 0-5 0,1 1 5 0,2-3-8 15,-3 0-1-15,4-5-2 0,-1-1 1 0,1-6-3 16,0-3-2-16,0-2-4 0,0-2 2 0,2-3-1 0,0 0-4 0,-1-3 4 16,1 1 0-16,0-3 18 0,2 2 5 0,-2-1 1 15,4-3 2-15,-2 3 5 0,3-2-7 0,-1-4 4 16,4 1-2-16,3 1 1 0,0-4-32 0,2 1-33 16,2-6-41-16,3 2-63 0,4-8-73 15,2 0-91-15,-2-3-267 0,-1-2-604 0,2 1 267 0</inkml:trace>
  <inkml:trace contextRef="#ctx0" brushRef="#br0" timeOffset="39264.33">21247 4834 312 0,'-9'1'364'0,"0"2"-29"16,4-3-5-16,0 1-31 0,5-1-29 0,0 0-24 16,0 0-13-16,0 0-33 0,32-9-28 0,-1 0-33 15,3 4-50-15,19-6-55 0,0 1-50 0,1-2-68 16,2 2-74-16,3-4-113 16,-3 0-145-16,-2 0-451 0,-17 1 200 15</inkml:trace>
  <inkml:trace contextRef="#ctx0" brushRef="#br0" timeOffset="39727.61">21790 4273 38 0,'3'-5'395'0,"-2"3"-6"15,0-2-11-15,-1 4-24 0,2-4-29 0,-2 4-34 16,0 0-40-16,-2-3-29 0,2 3-31 0,0 0-22 16,0 0-19-16,0 0-15 0,0 0-16 0,0 12-7 15,-1-5-17-15,0 5-19 0,0 1 8 0,-1 4-14 16,0 1 2-16,-2 0-8 15,3 1-10-15,-3-2 0 0,3-5-24 0,1-1-7 16,0-1-8-16,0-3-17 0,-2 0 4 0,2-2 12 16,0 0-14-16,0-1 41 0,0-4 15 0,2 3 25 15,-2-3-20-15,0 0-4 0,24-12-6 0,-8 2-3 16,1 1 2-16,7-6 5 0,-1 1-5 16,0 1 5-16,-5 2-3 0,-1 0-7 0,0 3 1 0,-5 1-6 15,0 2-3-15,-2 0 0 0,0 1-9 0,2 1-5 0,-3 1-12 0,0 2 0 16,2 1-6-16,-2 3-15 0,2 1-11 0,-2 1-10 15,8 6-22-15,-3 0-35 0,-1 1-42 16,-3 3-44-16,3 6-55 0,-3-4-74 0,-2-1-100 16,-3 1-209-16,0-2-662 0,-1-7 293 0</inkml:trace>
  <inkml:trace contextRef="#ctx0" brushRef="#br0" timeOffset="56874.11">6639 8741 163 0,'0'0'207'0,"-3"-3"-6"0,3 3-7 16,-1-4-6-16,1 4-4 0,0 0-11 0,0 0-16 16,0 0-5-16,-3-5-9 0,3 5-9 0,0 0-13 15,-4-4-7-15,4 4-7 0,0 0-12 0,0 0-7 16,0 0-9-16,0 0-5 0,0 0-13 0,0 0-2 15,0 0-10-15,0 0-6 0,0 0-4 16,0 0-5-16,0 0-4 0,0 0-5 0,0 0-2 16,0 0-4-16,0 0-2 0,0 0-4 0,0 0 0 15,0 0 2-15,0 0-1 0,21 6-1 0,-8-5 1 16,6 1-7-16,8-1-1 0,5 0 0 0,1 1 6 16,3-4 1-16,4 1-1 0,12-2 0 0,-15 3-4 15,0-1 0-15,-2-1-2 0,-3-1 2 0,-3 2-1 16,-7 1 1-16,-3 0-3 0,-4 0 1 0,-2 0-1 15,-3 0-4-15,-5 0-10 0,3-1 11 0,-3 1-13 0,-5 0-1 16,8 1-5-16,-8-1 9 0,0 0-4 0,0 0-11 16,0 0-12-16,-17 7-18 0,8-4-21 15,-5 1-22-15,5-2-27 0,-5 3-35 0,4-4-58 16,-3 0-174-16,-1 2-423 0,5-3 187 0</inkml:trace>
  <inkml:trace contextRef="#ctx0" brushRef="#br0" timeOffset="57280.2">6699 9010 129 0,'-4'3'276'0,"-1"0"-17"0,5-3-11 0,-5 3-6 15,5-3-6-15,-1 3-21 0,1-3-12 0,0 0-22 16,0 0-19-16,0 0-16 16,15-6-15-16,-2 3-15 0,5-2-12 0,1 0-10 15,9 2-8-15,3-4-6 0,1 0-12 0,1 3-7 16,1 0-7-16,2-4-9 0,-1 6-1 0,-2-1-4 16,-2 3-2-16,-3-1-8 0,-7-2-3 0,0 3-2 15,-3-3-3-15,-5 3-2 0,-1-1-1 0,-1 2-8 16,-5-1 8-16,0 0-6 0,2 0-2 0,-8 0-3 15,9 3 3-15,-9-3-3 0,8 0 2 0,-8 0 3 0,0 0-1 0,5 3-2 16,-5-3 0-16,0 0 0 0,0 0-1 0,7 0-1 16,-7 0-1-16,0 0 0 0,0 0-1 0,0 0-8 15,0 0-10-15,0 0-13 0,0 0-18 0,0 0-16 16,0 0-15-16,0 0-13 0,0 0-28 0,0 0-44 16,0 0-81-16,0 0-222 0,0 0-500 0,-25-6 222 15</inkml:trace>
  <inkml:trace contextRef="#ctx0" brushRef="#br0" timeOffset="57881.87">7100 8594 72 0,'-1'-5'375'0,"-4"-2"-5"0,4 1-8 15,-2 4-22-15,-1-3-18 0,3 1-35 0,1 4-22 0,0-5-43 16,0 5-2-16,0 0-43 0,-4-3-19 0,4 3-29 16,0 0-19-16,0 0-11 0,9 8-11 0,0 1-9 15,-4-1-7-15,7 6-7 0,-1 0-9 0,2-1-10 0,6 8-11 16,-6-4-4-16,1-3 2 0,-1 1-23 0,2-2-3 16,-2-1-3-16,2 0 5 0,-1 1-4 0,2-4-6 15,-5-2 3-15,-2 0 2 0,5-2 3 0,-5-3-6 16,0 1 9-16,2-1-3 0,-3-1 12 0,-3-1 26 15,3-1 0-15,-2-4 8 0,-2 3 4 0,4-3 1 16,-3 1 16-16,-1-2 7 16,0 2 9-16,0-1 2 0,0 2 1 0,-1 0-9 15,0 0-10-15,-3 3-12 0,4-5-6 0,-4 5-27 16,0 0-8-16,1-3-32 0,-1 3-4 0,0 0-2 16,-8 21 1-16,-7 1 0 0,-2 7 3 0,-10 12-2 15,-1 5 5-15,-6 0-5 0,-1 7 7 0,-16 15-4 16,14-19 8-16,-9 20-2 0,10-25 3 0,3 2 3 15,0-3 1-15,2-1-4 0,8-13 5 0,3 1-5 0,2 0 2 0,1-7 2 16,3 1 0-16,4-10 1 0,1-1-2 0,3-4-5 16,0-2 23-16,5-1 25 0,-4-2 19 0,1 0 24 15,3 0 24-15,0 0 15 0,-2-2 16 0,3-2 13 16,0 0 8-16,-1 3-1 0,1-3 6 0,0 0-15 16,-1 4-8-16,1-4-3 0,0 0-9 0,0 0-10 15,0 0-17-15,0 0-10 16,0 0-13-16,0 0-10 0,0 0-5 0,0 0-3 15,0 0-13-15,0 0 3 0,0 0-12 0,0 0-6 16,0 0-8-16,0 0 7 0,0 0-5 0,0 0-20 16,0 0-16-16,0 0-39 0,0 0-45 0,0 0-51 15,4-12-51-15,-1 8-68 0,2-1-65 0,-1-3-65 16,1-1-88-16,0-1-474 0,4-5-1031 0,2 1 456 16</inkml:trace>
  <inkml:trace contextRef="#ctx0" brushRef="#br0" timeOffset="59700.77">9109 8361 30 0,'0'0'201'0,"0"0"-7"15,-9 0-20-15,9 0-13 16,-6-3-17-16,6 3-5 0,-8-1-12 0,8 1-9 16,-4-3-15-16,4 3-5 0,0 0-5 0,0 0-3 15,-2-3-5-15,2 3-4 0,0 0-2 0,0 0-5 16,0 0-5-16,0 0-2 0,0 0-7 0,0 0-7 15,0 0-6-15,0 0-6 0,0 0-1 0,-7-2-7 16,7 2-4-16,0 0-1 0,0 0 3 0,0 0 6 16,26 0 4-16,-16-2 1 0,12 0-3 0,-2-1 3 0,11 0 2 0,3-4 9 15,2 3-1-15,0-1-2 0,1-3 5 0,-1 3-2 16,2-2-4-16,-2 2-7 0,-5 0-6 0,-2 1-4 16,-1 1-1-16,-10 0-3 0,0 0-5 0,-6 2-8 0,-1-2-22 15,-6 2-24-15,3 1-20 0,-3 0-16 0,-5 0-1 16,0 0-18-1,-1 5-23-15,1-5-30 0,-17 6-32 0,-1-2-41 16,-1 2-174-16,-2-1-417 0,-4 0 184 16</inkml:trace>
  <inkml:trace contextRef="#ctx0" brushRef="#br0" timeOffset="60249.97">9056 8418 24 0,'0'0'289'15,"0"0"-14"-15,0 0-21 0,-7-3-16 0,7 3-21 16,0 0-19-16,0 0-27 0,0 0-19 0,-5-1-13 16,5 1-20-16,0 0-12 0,0 0-13 0,6 12-7 0,0-3-8 15,2 0-10-15,4 6-7 0,-2-4-1 0,7 5-12 0,3 4-2 16,2-3-3-16,6 0-4 0,3 0-3 15,-1 0-3-15,1-1-3 0,1 0-4 0,0 0-2 16,0-1-6 0,-4 1-9-16,0 0-1 0,0-2 3 0,-1-1-7 0,-8-2 6 15,-2-3-6-15,-1 1-1 0,-4-4 1 0,-3 1-2 16,1-1 3-16,-3-2-2 0,-2 0 1 0,0-1 8 16,1 1 15-16,-2-3 15 0,-4 0 13 0,5 5 3 15,-2-5 6-15,-3 0 3 0,0 0-7 0,5 2-9 16,-5-2-4-16,0 0-7 0,2 2-10 0,-2-2-1 15,-2 5-4-15,-2 2-5 0,-5 3-4 0,-9 9-10 16,-2 5 4-16,-2 3 6 0,-13 9-3 0,-3 2-7 0,-3 2 4 16,0 10-3-16,-19 12-3 0,19-19 5 0,-2 5 0 0,1-6-1 15,5 0-8-15,1-1 2 0,4-3-2 0,6-10 2 16,3 0 1-16,3-1 0 0,1 1-1 0,3-5 1 16,1-3-2-16,4-3 1 0,0-5-1 0,4-2 4 15,-1-3-2-15,4 1-5 0,-1-1 18 0,4-3 2 16,-3 0-2-16,2 1-1 0,-1-4 5 0,3-1-6 15,-4 5 4-15,4-5 10 16,0 4-20-16,0-4 8 0,0 0-5 0,-4 3-13 16,4-3-7-16,0 0-15 0,0 0-21 0,0 0-20 15,0 0-24-15,0 0-26 0,0 0-31 0,0 0-34 16,13 1-50-16,-13-1-58 0,14-4-194 0,-5-1-521 16,0 1 232-16</inkml:trace>
  <inkml:trace contextRef="#ctx0" brushRef="#br0" timeOffset="60949.09">9003 9621 185 0,'-19'0'255'0,"7"1"-10"0,0-1-7 0,4 0-4 15,2 0-15-15,-2 0-16 0,8 0-19 0,-9 0-18 0,9 0-17 16,0 0-15 0,-6 0-15-16,6 0-13 0,0 0-10 15,0 0-9-15,0 0-13 0,0 0 0 0,0 0-13 16,0 0-4-16,14 6-6 0,-14-6-8 0,0 0 0 0,7 1-3 15,-7-1-7-15,0 0-4 0,0 0-1 0,0 0-4 16,7 0-4-16,-7 0-2 0,0 0-1 0,0 0-3 16,0 0-1-16,0 0-2 0,0 0 2 0,2 3-3 15,-2-3-3-15,0 0 1 0,0 0-3 0,0 0-1 16,0 0 1-16,0 0 1 0,0 0-1 0,0 0-2 16,0 0 6-16,0 0-8 0,0 0 3 0,0 0-1 15,0 0-2-15,9-1 8 0,-9 1 12 0,17-2-2 16,1-3 0-16,11 2-5 0,8-3-4 0,18-5 4 0,7 0-2 0,30-6 3 15,4 2 11-15,0-3 14 0,4 1 3 0,0 1 1 16,-7 0 1-16,-27 8-3 0,29-6-8 0,-35 6 4 16,0-1-9-16,-2 4-2 0,-10-5 0 0,-12 6-6 15,-4 1-4-15,-5 1-1 0,-8-1 2 0,-6 1-2 0,-1 2-6 16,-3 0 12-16,-1-2 23 0,0 2 13 0,-3-3 12 16,0 2-1-16,-5 1-9 0,5-2-19 0,-5 2-16 15,0 0-17-15,0 0-25 0,-9-7-29 0,3 6-29 0,-1 0-32 16,7 1-42-16,-14-2-54 0,5 2-61 0,1-2-323 15,1-1-635-15,2 0 282 0</inkml:trace>
  <inkml:trace contextRef="#ctx0" brushRef="#br0" timeOffset="69480.12">10682 8568 99 0,'0'0'176'0,"0"-7"13"0,0 7-27 0,-1-4-6 0,1 4-8 16,-1-7 2-16,-2 4-11 0,3 3-10 0,0-4-2 16,0 4-7-16,3-5-10 0,-3 5-5 0,0-5-6 15,0 5-7-15,0 0-12 0,0 0-3 0,1-4-9 16,-1 4-10-16,0 0-4 0,0 0-13 0,0 0-3 15,0 0-7-15,0 0-12 0,0 0-1 0,0 0-4 16,0 13-5-16,1-5 3 0,-1 4 2 0,-1 2-8 16,0 6 1-16,-2 4 2 0,2 3-5 0,-2 2 1 15,-2 2-2-15,5-2-2 0,-2 0 0 0,-1 0 2 0,3 2-3 16,-3-2 3 0,2-3-2-16,-4 0 3 0,5 0-1 0,-1-1-3 15,-2-4 4-15,2-2 0 0,0-2-2 0,1 1 0 16,-3-1 3-16,3-5-4 0,-1 0 0 0,-2-3 0 15,3 2 2-15,0-5 0 0,-2 2 1 0,2-1 8 0,0-3-10 16,0-1-1-16,0 4 7 0,0-3 21 0,0-4 19 16,0 4 17-16,0-4 21 0,-1 6 13 0,1-6 21 0,0 0 22 15,0 0 13-15,0 0 20 0,0 0-17 0,0 0-17 16,0 0-13-16,6-22-13 0,-6 13-13 0,1-8-7 16,2 4-4-16,0-5-20 0,0-1-5 0,2-4-8 15,4 0-7-15,-1 6-11 16,1-10-4-16,0 4 3 0,2-2-9 0,-1 3-4 0,1-2 5 0,-1 8-11 15,3-8-1-15,-4 8-7 0,1 2 1 16,0 0-1-16,-4 3-5 0,3-1 4 16,0 3-8-16,-1 1 4 0,1-1-1 0,1 1-7 15,-1 1 0-15,-1 2 1 0,-3 1 1 0,4-2-9 16,0 4 6-16,-3-1 1 0,1 1-11 0,0 4-3 16,-7-2-9-16,10 3-11 0,-1 4 3 0,-1-1-7 15,-2 6 5-15,1 4-5 0,-1 1 6 0,-2 8 7 0,2-1 5 16,-3 5 5-16,-3-3-9 0,2-1 4 15,-2 1 5-15,0-2 1 0,0 1 3 0,0-4 5 0,0-2-7 0,-1-4 4 16,1 0 1-16,-1-3 2 0,1 2 9 0,0-3-10 16,0-2 2-16,0-1 4 0,0-2-6 0,0 0 6 15,0-2 2-15,-1 1 5 0,-1-1-3 0,2-4 2 16,2 8 7-16,-2-7 17 0,0-1 9 0,0 0 14 0,-2 5-2 16,2-5 9-16,0 0-5 0,2 4 3 0,-2-4-4 15,0 0-4-15,0 0-7 0,0 0-1 0,0 0-9 0,0 4-1 16,0-4-1-16,0 0-3 0,0 0-7 0,0 0 3 0,0 0-3 15,0 0-17-15,0 0-15 0,0 0-13 16,0 0-30-16,0 0-27 0,0 0-27 0,3 3-29 16,-3-3-36-16,0 0-33 0,0 0-50 0,0 0-47 15,0 0-326-15,0 0-685 0,0 0 303 0</inkml:trace>
  <inkml:trace contextRef="#ctx0" brushRef="#br0" timeOffset="71224.12">11780 8393 143 0,'0'0'231'0,"-1"-7"-14"0,-1 3-7 15,2 4-16-15,2-4-16 0,-2 4-17 0,0-7-13 16,0 7-13-16,3-3-16 0,-3 3-8 0,0 0-14 0,0 0-11 16,2-4-14-16,-2 4-9 0,0 0-6 0,0 0-7 0,2 14-5 15,-2-2-6-15,0 8-6 0,-2 6-1 0,-1 6-1 16,-2 4-1-16,-5 10-5 0,1 5 4 0,-1 0-6 15,-2 2-2-15,-2-5-3 0,5 0-3 0,0-1 1 16,4-13-2-16,0 2 0 0,1-5-2 0,0 2-1 16,-1-5 0-16,5 1-2 0,-4-3 1 0,4-5-1 0,2-1 18 15,0-2-1 1,-1 1 9-16,-1-7 4 0,3-1-2 0,-2-2 0 16,3 2 2-16,0-8 9 0,-3 4 1 0,3 0 6 15,1-4 7-15,0 1 8 0,3-1-5 0,2-2-3 16,4 0-2-16,4-5-7 0,3-1-6 0,8-3-10 15,2-1-8-15,1 1-30 0,-2-1-37 0,0-1-38 0,-1 0-46 16,0-4-50-16,1 1-56 0,-6-1-266 0,-7 2-534 0,4-2 237 16</inkml:trace>
  <inkml:trace contextRef="#ctx0" brushRef="#br0" timeOffset="71671.12">11492 8957 72 0,'-6'0'217'0,"6"0"-22"0,-9-1-3 16,9 1-13-16,0 0-12 0,-8-2-11 0,8 2-12 16,0 0-15-16,0 0-13 0,0 0-6 0,-6 0-12 0,6 0-9 15,0 0-3-15,0 0-15 0,0 0-4 0,-8-1-6 16,8 1-7-16,0 0-1 0,0 0-3 0,0 0-7 16,0 0 1-16,0 0-2 0,0 0 0 0,0 0-6 0,0 0-6 15,0 0-1-15,0 0-4 0,0 0 0 0,0 0-4 16,0 0-3-16,0 0 7 0,0 0-7 0,18-4 2 15,-6 2-2-15,4-2 0 0,6 0-4 0,6-3-1 16,0-2 0-16,8 1-3 0,1-1-1 0,18-3 2 16,-5 0 0-16,-12 5-2 0,12-3-3 0,-13 3 1 15,-5 2-1 1,1 0-1-16,-7 1-16 0,-4 0-3 0,-3 0-8 16,-7 3-3-16,0 1-14 0,-2 0-17 0,-1 0-1 0,-4-2-2 15,1 1 1-15,-6 1-6 0,0 0-10 0,0 0-41 16,0 0-28-16,0 0-214 0,0 0-385 0,0 0 170 15</inkml:trace>
  <inkml:trace contextRef="#ctx0" brushRef="#br0" timeOffset="72705.87">12062 8141 123 0,'0'0'200'0,"0"-5"-7"0,0 5-8 16,0-5-11-16,0 5-6 0,2-5-15 0,-2 5-10 15,0-4-16-15,0 4-6 0,0 0-13 0,3-2-13 16,-3 2-10-16,0 0-11 0,0 0-10 0,0 0-11 15,0 0-8 1,0 0-5-16,0 0-9 0,0 15 0 0,0-9-3 0,-3 4-3 16,1 2 2-16,1 0-3 0,-2 4-4 0,2 0-4 15,-1 0 0-15,-1 1-1 0,0 1-2 0,2-1-3 16,-1 0-1-16,0-2-2 0,1-2 5 0,0-1-3 0,1 1 0 16,-2-4-4-16,1 0 4 0,1-2-4 0,0-3-2 15,0 0 7-15,-1 1-1 0,2 0 36 0,-2-1 15 16,1-4 18-16,0 0 26 0,0 4 21 0,0-4 20 15,0 0 17-15,0 0 14 0,0 0-9 0,0 0-22 0,0 0-11 16,5-11-15-16,0 1-9 0,0-1-13 0,2-6-13 16,4 2-12-16,-2-2-4 0,1 1-10 0,3-2 5 15,-4 1-16-15,1 0-9 0,2 3 2 16,-3 1-10-16,-3 4 9 0,-2 0-12 0,2 3-2 0,-2 1-6 16,1-1-5-16,-1 2-7 0,-1 1-1 0,-2 2-18 0,-1 1-20 15,8-3-2-15,-8 3 2 0,0 0-4 0,12 5-7 16,-7 2 0-16,2 2 1 0,-1 4 1 0,1-1 2 0,-2 0 3 15,1 3 4-15,1 0 9 0,-4 2-2 16,1-6 7-16,1 6-1 0,0-1 9 0,-2-7-10 16,1 4 8-16,-2-4-3 0,1-2 9 0,-2 0-4 15,3-1 3-15,-3 1 2 16,2-2-1-16,-2-3 2 0,2 2 8 0,-3-4-3 16,2 5-1-16,-2-5 2 0,0 5 1 0,0-5 3 15,0 3-1-15,0-3-5 0,0 0 8 0,0 0-2 16,0 0-12-16,0 0-19 0,0 0-28 0,0 6-34 15,0-6-41-15,0 0-46 0,-2 2-45 0,2-2-28 0,-3 5-55 16,2 1-197-16,0-4-540 0,1-2 240 0</inkml:trace>
  <inkml:trace contextRef="#ctx0" brushRef="#br0" timeOffset="73206.14">13094 8392 103 0,'1'-9'296'0,"0"2"-6"15,0 1-11-15,2 0-7 0,-3 0-16 0,1 2-14 16,-1-1-24-16,1 3-26 0,-1 2-20 0,2-6-20 16,-2 6-16-16,0-4-16 0,0 4-27 0,0 0-14 0,0 0-13 15,0 0-8-15,5 17-8 0,-4-3-3 0,-1 5-7 0,1 11-6 16,-1 4 2-16,-2 0-3 0,0 17-3 0,2-3-17 15,-2-12-1-15,1 1 2 0,1 9-2 16,0-11-1-16,1-3 0 0,1-1 0 0,1-1-5 16,0-3 2-16,-2-1-2 0,1-7 1 0,1-3-1 0,-2-3 2 15,1-2-1 1,0-1 1-16,-1-2-4 0,-1-1 1 0,2-2-3 16,-2 3 8-16,0-6-4 0,1 1 3 0,-1-3 4 15,2 7-2-15,-2-5 0 0,0-2 2 0,0 0 3 16,2 4-3-16,-2-4-7 0,0 0-20 0,0 0-29 15,-10-13-41-15,6 8-31 0,0-6-57 0,0-5-54 16,0-2-258-16,0-7-523 0,2-2 232 0</inkml:trace>
  <inkml:trace contextRef="#ctx0" brushRef="#br0" timeOffset="73574.6">13051 8206 222 0,'-5'-9'255'0,"3"6"-6"0,-2-2 0 0,0-2-11 0,0 4-18 16,3-1-21-16,-3 2-20 0,4 2-21 0,0-8-16 15,0 8-15-15,0 0-14 0,-1-2-12 0,1 2-13 16,0 0-7-16,16 1-10 0,-5 0-5 0,6 6-9 16,1-1-6-16,4 1-5 0,7 3 6 0,2 1-12 15,1 2-7-15,0 1-4 0,-1 0 4 0,-1 3-8 16,0 0-4-16,-5 1 2 0,-5 1-6 0,-1 3 2 0,1-1-3 0,-11-8-5 15,0 3-2-15,-3 1-4 0,-6 1 0 0,-2 0-2 16,-3 2 1-16,-6-1 4 0,-4 1 0 0,-7 3-4 16,-1-3 3-16,-3-2-2 0,-3 0 11 15,-1-1-11-15,-1 0 2 0,-1-4 1 0,0 3-2 0,-1-6 2 16,1 4-2-16,1-1 1 0,5-2-4 0,0 1 1 16,8-4 8-16,0 0-11 0,9-2 1 0,-3 0-2 0,3 0-21 15,2-1-37-15,1 0-38 0,2 0-19 0,0 0-6 0,5 1-30 16,6-2-47-16,0 0-238 0,5-3-472 0,4 1 209 15</inkml:trace>
  <inkml:trace contextRef="#ctx0" brushRef="#br0" timeOffset="74313.45">13569 8864 49 0,'0'0'293'0,"0"0"-26"0,0 0-23 16,0 0-25-16,0 0-22 0,0 0-24 0,0 0-15 16,0 0-19-16,0 0-20 0,0 0-9 0,0 0-13 15,0 0-8-15,1 10-10 0,2-7-8 0,-3 6-7 16,0-3-9-16,2 3-6 0,-2 4-4 0,0 1-6 0,0-2-8 0,0 4 1 15,-2-1-4-15,0 4-1 0,0-2-1 0,-1 0-4 16,3-2-1-16,-5 2-5 0,5-5-2 0,0-2 3 16,-3 1 0-16,5-1-6 0,-2-2-2 0,-3 0 2 15,3-4-1-15,0 2 13 0,0 0 20 0,-1-4 22 16,1-2 16-16,0 4 26 0,0-4 23 0,0 0 20 16,0 0 37-16,1 6 22 15,-1-6-2-15,0 0-16 0,0 0-25 16,4-15-20-16,1 3-14 0,-1 3-13 0,4-4-12 0,-1-3-11 15,1-1-8-15,1 0-11 0,1 3-9 0,0-2-6 16,-1 2-7-16,0 1-6 0,0 4-6 0,-5 1-3 16,1 2-3-16,-2 0-8 0,-2 2-5 0,4 1-6 15,-1-1-5-15,-1 4-15 0,-3 0 0 0,6-3-2 16,-6 3-9-16,10 5 2 0,-6-1-2 0,5 4 3 0,1-1-7 16,-1 7-4-16,0-1 3 0,1 2 1 0,-1 0 5 0,2-1-5 15,0 3 3-15,-2-1-1 0,-3 1 5 0,2-4 2 16,-2 3 0-16,-2-3-1 0,1-2 3 0,-1-1 2 15,0-5 3-15,-1 2 3 0,-1-2-7 0,-2 0 2 16,5-3 1-16,-5 1 4 0,1 1 0 0,-1-4 0 16,4 5 5-16,-4-5 2 0,0 1-4 0,0-1-1 0,4 4 3 15,-4-4-8-15,0 4 2 0,0-4 2 0,0 0 3 16,0 0-1-16,0 0-4 0,0 0-6 0,0 0 7 0,0 4-5 16,0-4-17-16,0 0-20 0,0 0-19 0,0 0-22 15,0 0-37-15,0 0-32 0,0 0-47 0,0 0-53 16,0 0-49-16,5-10-74 0,-5 5-266 15,0-1-692-15,2 0 308 16</inkml:trace>
  <inkml:trace contextRef="#ctx0" brushRef="#br0" timeOffset="75430.73">15649 8508 153 0,'0'0'185'0,"-7"-1"-7"0,7 1-10 15,-8-3-6-15,8 3-10 0,-8 0-8 16,8 0-5-16,0 0-5 0,-4-2-6 0,4 2-7 15,0 0 2-15,0 0-7 16,0 0-5-16,0 0 3 0,0 0-4 0,0 0-6 16,0 0-11-16,0 0-6 0,0 0-5 0,0 0-6 15,0 0 2-15,0 0-2 0,18-5-10 0,0 3-6 16,4-2-6-16,5-2-1 0,8 1-9 0,-3 3-7 16,1-6-2-16,5 3-6 0,-3 0-5 0,-1-2-19 0,-5 5-21 15,-1-1-25-15,0 2-26 0,-6 0-26 16,-9-1-28-16,3 1-30 0,-3 0-36 0,-4 0-56 0,0 1-144 0,-4 2-420 15,-5-2 186-15</inkml:trace>
  <inkml:trace contextRef="#ctx0" brushRef="#br0" timeOffset="75716.08">15769 8685 215 0,'0'0'273'0,"-4"3"-10"15,4-3-15-15,0 0-15 0,0 0-22 0,0 0-27 16,0 0-8-16,18 2-26 0,0-7-11 0,9 3-18 15,5-2-3-15,5-1-29 0,14-4-37 0,2 1-41 16,0 0-53-16,-1 4-65 0,-3-4-103 0,-14 3-144 16,-5 1-384-16,1-4 170 15</inkml:trace>
  <inkml:trace contextRef="#ctx0" brushRef="#br0" timeOffset="76764.13">17884 8231 211 0,'0'0'253'0,"-5"-5"-21"0,5 3-13 0,0 2-14 16,1-6-24-16,-1 6-18 0,3-7-13 0,1 4-19 15,1-1-12-15,6 1-21 0,1-2-11 0,5 1-12 16,2 1-5-16,2 0-7 0,1-1-8 0,7 4-5 0,1 3-7 0,-4-1 0 15,-4 3-14-15,4 2 3 0,-6 0-1 0,-2 1-6 16,-3 4-3-16,1 2-3 0,-5 0-4 0,-3 6 2 16,-3 3-2-16,-2 4 1 0,-7 0-4 0,-5 1 3 15,-4 3-7-15,-1-5 2 0,-4 3-1 0,0-3-2 16,-1-2-1-16,1-1 0 0,-2-4 0 0,-1-1 2 16,7-4 1-1,-1-4 7-15,2 1 1 0,-1-3 7 0,5-2 7 16,3-2 2-16,-1 0 7 0,1 0 14 0,1 1 14 15,1-2 17-15,0-2 15 0,4-1 7 0,0 0-9 0,0 0-15 16,0 0-8-16,4-17-8 0,5 3-11 0,4-3 3 16,6-6-9-16,0 2-7 0,5-8 1 15,2 2-10-15,8-10 4 0,2 4-19 0,-9 10 9 16,1 0-4-16,-2 3-5 0,-6 0-8 0,1 4 8 0,-7 4-3 0,-4 5-2 16,-1-1-7-16,-3 0 2 15,0 4-1-15,0 0 5 0,-2 1-18 0,-2 0-1 16,1 1-27-16,-3 2 0 0,0 0-3 0,0 0 3 15,-2 12 4-15,-4 0 5 0,-3 4 2 0,-6 7 2 16,3 3 3-16,-1 1 1 0,1 1 3 0,3 0 0 16,0-2-3-16,1 1 8 0,8-2 0 0,0-2 4 15,3-2-2-15,2-4 5 0,4 1-1 0,1-3-5 16,5-1-3-16,4-2-18 0,10-4-32 0,1-1-50 16,6-2-67-16,5-8-71 0,-7-4-284 0,5 2-576 15,-1 0 255-15</inkml:trace>
  <inkml:trace contextRef="#ctx0" brushRef="#br0" timeOffset="77381.07">18982 8436 28 0,'-13'3'270'15,"4"-3"-9"-15,-1 2-12 0,2 0-16 0,3-1-16 16,-3 1-17-16,2-1-17 0,6-1-19 0,-8 1-15 16,8-1-18-16,-5 0-9 0,5 0-4 0,0 0-13 15,0 0-7-15,-9 1-8 0,9-1-3 0,0 0-8 16,0 0 0-16,0 0 2 0,0 0-8 0,0 0-3 0,-6 0 0 0,6 0 6 16,0 0-7-16,0 0-10 0,0 0-1 0,0 0-1 15,0 0-7-15,0 0-1 0,0 0-5 0,0 0-3 16,0 0-5-16,0 0-3 0,0 0-1 0,0 0-9 15,0 0 2-15,0 0 1 0,-4 4-7 0,4-4 2 16,0 0-4 0,0 0 8-16,0 0-10 0,0 0-3 0,0 0 5 15,0 0-5-15,0 0-3 0,0 0 4 0,0 0 1 0,0 0-4 16,0 0-5-16,0 0 1 0,0 0 3 0,0 0-2 16,23-6-2-16,-9 5 0 0,5-3 7 0,8-2-9 15,4 0 0-15,3 0 5 0,-2-3-7 0,4 2 3 0,3 1 0 16,-3 0 0-16,0 0-7 0,-3 1 7 0,-2-1-6 15,-4 3 3-15,-7 0 1 0,-3 0 0 0,-4 1 0 0,-2-1-12 16,-4 2-3-16,0 0-6 0,-2-1-3 0,2 2-13 16,-7 0-6-16,5-3-23 0,-5 3-27 0,0 0-24 15,0 0-11-15,0 0-12 0,-13-7-18 0,5 5-19 16,8 2-33-16,-11-2-56 0,4 1-174 0,2-1-474 16,1-1 210-16</inkml:trace>
  <inkml:trace contextRef="#ctx0" brushRef="#br0" timeOffset="77784.83">19678 8027 137 0,'0'-7'355'0,"1"2"-17"0,-1 1-20 0,3 1-33 0,-3 1-22 15,0 2-13-15,1-7-40 0,-1 7-23 0,2-3-25 16,-2 3-12-16,0 0-23 0,0 0-15 0,0 0-19 16,4 11-4-16,-1-4-10 0,-3 4-7 0,0 4 3 15,0 3-16-15,0-1-3 0,0 9-18 0,-3-2 4 16,2 2-9-16,-2 1-1 16,0 1 4-16,0-2-10 0,2 3 1 0,-1-4-5 15,0-5-7-15,-2 4 4 0,3-5-2 0,-3 0 0 16,4-1-4-16,0-7 0 0,-2 3-6 0,2-1-5 15,0-4 9-15,0 1-4 0,-2-2-2 0,4-3 3 0,-4 2 1 16,2-5 4-16,0 3-5 0,0-5 1 16,2 5 13-16,-2-2 16 0,0-3 2 0,6 4 3 0,-1-4 0 15,3 0-4-15,2 0-14 0,0-2 0 0,3-1-1 0,6-4-13 16,-1 2-25-16,0-1-23 0,0-2-33 16,2 0-33-16,-3 1-31 0,0 0-34 0,-2 2-49 15,2-6-19-15,-6 5-294 0,-2-4-574 0,-1 3 254 0</inkml:trace>
  <inkml:trace contextRef="#ctx0" brushRef="#br0" timeOffset="77981.62">19604 8308 191 0,'0'0'352'0,"-8"-1"-18"0,8 1-26 0,-6-1-26 0,6 1-30 31,0 0-26-31,11-9-25 0,0 5-22 0,5-3-31 16,5 3-21-16,8-3-53 0,3 0-47 0,4 0-47 15,1 0-59-15,-1 0-68 0,-1 0-263 0,-3-2-443 0,-1 1 197 0</inkml:trace>
  <inkml:trace contextRef="#ctx0" brushRef="#br0" timeOffset="78251.06">20042 7885 33 0,'0'0'299'16,"0"0"-31"-16,0 0-28 0,4-3-26 0,-4 3-21 16,10 5-10-16,-1 4-16 0,4 3-8 0,6 9-10 15,0 4-7-15,2 6-8 16,6 9-4-16,-4 4-10 0,-2 1-2 0,-5 2-13 0,-4 3-9 15,-3 1-9-15,-5 1-4 0,-4 3-6 0,-6-7-5 16,-8 3-6-16,-3-3-7 0,-6 4-4 0,-2-7-11 16,-10-1-12-16,-5-3-14 0,-5-3-31 0,-3-2-29 15,-3-6-34-15,-4 1-42 0,-3-6-57 0,-3-2-86 16,-2-6-182-16,1-2-481 0,-30-3 213 0</inkml:trace>
  <inkml:trace contextRef="#ctx0" brushRef="#br0" timeOffset="78701.07">17807 7932 149 0,'-6'-4'280'0,"6"0"-22"0,-4-2-29 0,4 3-25 0,0 3-24 0,-5-4-22 16,5 4-18-16,0 0-13 0,-4 8-16 15,-1 7-15-15,1 11-7 0,-6 7-22 0,-3 16-5 16,-2 4-4-16,0 5-5 0,-6 24 0 0,8 1-6 0,7 1-2 0,3-25-1 0,3-2 17 16,7 2 4-1,3 0 4-15,9-5-4 0,3-5-2 0,7-3-4 16,10-7 0-16,5-5-7 0,9-6-8 0,8-6-43 15,26 2-61-15,-27-13-92 0,33-7-311 0,-30-2-501 16,2-4 221-16</inkml:trace>
  <inkml:trace contextRef="#ctx0" brushRef="#br0" timeOffset="79368.83">21550 7725 183 0,'-5'-1'258'0,"0"0"-15"0,5 1-19 0,-9-1-17 16,9 1-15-16,-5-2-25 0,5 2-15 0,-4-2-14 15,4 2-11-15,0 0-13 0,0 0-9 0,0 0-9 16,0 0-7-16,0 0-3 0,23 0-7 0,-4-3-9 0,13-1-5 0,6 1-8 16,11-5-8-16,-7 4-11 0,9-2-34 0,-14 5-43 15,-4-2-45-15,-2-1-50 0,1 0-67 0,-15 3-181 16,-3-2-412-16,-1 0 183 0</inkml:trace>
  <inkml:trace contextRef="#ctx0" brushRef="#br0" timeOffset="79853.92">21489 7756 113 0,'-7'1'263'0,"7"-1"-28"0,-6 4-18 16,5-1-32-16,-2 2-16 0,3 4-18 0,4-1-17 15,5 7-14-15,0 2-20 0,10 5-10 0,-1 8-8 0,4-3-6 0,10 14-6 16,-2 1-10-16,-3 5-5 0,-3-4-7 0,-6 2-4 15,0 1-1-15,-6 7-5 0,-3-5 0 0,-3 8-8 16,-3 0-1-16,-7-4 1 0,0 2-4 0,-5-3-5 16,-1-5 0-16,-3 1 0 0,-4-2 1 0,3-10-4 15,-9 5-2-15,7-6-4 0,0-8 2 0,-3 1-3 16,1-1 0 0,2-7 5-16,-1 2 1 0,4-8 0 0,4-4 3 15,-2 4 0-15,3-5-5 0,4-1 4 0,-2-3 1 0,2 1 10 16,-1 0 6-16,4-1 8 0,-2-3 1 0,-2 3-6 15,4-1 0-15,1-3 1 0,0 0 0 0,-3 5-1 16,3-5 14-16,-1 4-6 0,1-4 1 16,0 0 6-16,0 0 12 0,-4 1-1 0,4-1 0 0,0 0 1 15,0 0 4-15,22-2-5 0,-4-3-4 0,12-3-6 0,6-2-6 16,17-1-6-16,4-5 0 0,3 3-7 0,30-8-4 16,-28 10-5-16,30-13 3 0,-29 12-6 0,26-5-3 0,-31 3-10 15,-1 9 9-15,-7-5-5 0,-12 5-7 0,-3 3 7 16,-8-1 2-16,-8-1-8 0,-4 1 3 0,-3 2-9 15,-2 0-5-15,-4 1-2 0,2-3-23 0,-5 1-24 16,-3-2-32-16,0 4-31 0,-8-8-30 0,-2 4-38 0,-6-4-44 16,2 1-51-16,-4 0-245 0,1-1-565 0,4-2 251 15</inkml:trace>
  <inkml:trace contextRef="#ctx0" brushRef="#br0" timeOffset="80505.62">23068 7872 275 0,'-2'-12'274'0,"0"4"-8"16,1-1-17-16,0 2-13 0,1 2-14 0,-3-2-22 0,2 4-19 0,1-1-20 16,1 0-18-16,-1 4-15 0,0-6-24 0,0 6-16 31,0 0-11-31,0 0-10 0,-1 17-6 0,2-1-6 16,-1 5-4-16,0 8-6 0,1 0-9 0,-3 4-10 15,3 4-1-15,-1-3-3 0,-1 12-2 0,0-11-4 0,-2 1 3 16,2-1-3-16,0-2-5 0,-1-1 1 0,0-2-2 15,1-1 2-15,-1 0-5 0,1-10 1 0,-3-1 0 16,3 0-14-16,-2-6-4 0,2 0-5 0,-2-5-6 0,1 1-6 16,-1-1-1-16,0-3-8 0,-4-1-19 0,3 0-32 15,-2-1-36-15,6-2-27 0,-13-8-17 16,4 0-29-16,-1-4-173 0,-4-3-399 0,2 0 177 0</inkml:trace>
  <inkml:trace contextRef="#ctx0" brushRef="#br0" timeOffset="80824.53">22885 7595 251 0,'0'-12'267'0,"-1"2"-15"0,2 0-12 0,-1 4-24 15,0 1-23-15,0-2-23 0,-1 3-18 0,1 4-16 16,3-2-15-16,1-1-12 16,1 3-7-16,-5 0-17 0,20 3-3 0,-8-2-7 15,8 8-13-15,7 0-5 0,1 3-9 0,4 1 0 16,-1 3-6-16,2 1-2 0,1 0-5 0,12 7 6 15,-19 0-13-15,5-2-6 0,-8 3-2 0,-1 1-4 16,-4 3-1-16,-4-2-4 0,-3 2-2 0,-7-5 0 16,-5 4-1-16,-5-4-2 0,-6 1 3 0,-5-4 6 15,-5 0 0-15,-5 0 0 0,-3-2 1 0,-2-2-1 0,-1 0 3 0,-2-4 0 16,2 0-2-16,1-2-1 0,-2-1 6 0,2 0-3 16,2-3-4-16,2 1-3 0,5-1-1 0,3-2 0 15,6 1-4-15,2-1-21 0,0 0-31 0,0 0-43 16,5-1-14-16,2 1-18 0,1 0-36 0,6-2-17 15,1 0-244-15,6-2-453 0,8 3 202 0</inkml:trace>
  <inkml:trace contextRef="#ctx0" brushRef="#br0" timeOffset="81240.89">23517 8340 363 0,'0'0'343'0,"0"0"-34"16,0 0-37-16,0 0-27 0,5 1-32 0,-5-1-21 16,1 5-19-16,-2-2-21 0,-1 5-14 15,2 0-14-15,-1 3-14 0,-1 6-10 0,0 0-11 0,0 2-10 0,-2 1-5 16,2 5-4-16,-1-4-11 0,0-2-2 0,2-2-9 15,-1 0-2-15,2-3 3 0,0-2-12 0,-2-2-3 16,2-3-6-16,0-1-3 0,0-2 4 0,-1 1 37 16,2 0 8-16,-1-2 39 0,0-3-4 0,0 0-13 0,0 0-10 15,12-15-10-15,-5 7-1 0,0-3-11 16,2-2-2-16,2 0-8 16,-1-1-2-16,1 2-11 0,-1-2 1 0,-2 4-11 15,-1 3-3-15,2 0 0 0,-3-1-2 0,2 3-7 16,-3 0-10-16,2 1-3 0,-1 1 1 0,0 3 3 15,2-1-8-15,0 1 4 0,2 1-14 0,0 4-25 16,-1-3-8-16,2 4-21 0,-1-2-26 0,3 1-22 16,-2 5-33-16,-2-8-39 0,-1 6-38 0,-2-4-59 15,2 0-300-15,-5-3-628 0,1 3 278 0</inkml:trace>
  <inkml:trace contextRef="#ctx0" brushRef="#br0" timeOffset="82506.11">23682 7221 64 0,'0'-4'238'0,"0"4"-3"0,0-7-12 16,0 7-5-16,0-6-14 0,0 6-1 0,-2-4-11 0,2 4-10 15,2-5-16-15,-2 5-14 0,0 0-19 0,0-5-18 16,0 5-15-16,0 0-12 0,0 0-16 15,0 0-19-15,-4 12-6 0,0-4-4 0,-4 6-1 16,-2 3-6-16,-3 5-1 0,-5 2-3 0,4 2-14 16,0 0-26-16,-2 3-33 0,0-4-33 0,3 2-45 0,-2-1-45 15,2-1-251-15,2-1-448 0,2-9 198 16</inkml:trace>
  <inkml:trace contextRef="#ctx0" brushRef="#br0" timeOffset="83160.19">24074 7749 113 0,'4'-3'298'16,"-2"-1"-25"-16,2 2-23 0,2-2-22 0,-2 0-16 15,5 1-24-15,0 1-21 0,1 2-16 0,1-3-12 16,0 2-19-16,3 0-12 0,-2 2-14 0,0 3-8 0,1-2-6 16,0 5-7-16,0 1-12 0,-4-3-5 0,-1 7-9 15,2 2-12-15,-4 0-10 0,-1 1 2 16,-5 3-2-16,-2 1-4 0,-4 1-1 0,-1 4-4 15,-5 2 0-15,1-5-1 0,-2-4-3 0,-2 3 2 0,3-6-2 0,-2 1 1 16,3-3-2-16,-5-2 0 0,7-2-1 0,2-1-1 16,-3-2 6-16,3-1 6 0,3-1 4 0,-1-1 16 15,1 2 15-15,2-3 47 0,-1 2 11 0,3-3-1 16,0 0-12-16,0 0-10 0,3-13-16 0,4 4-3 16,4-3-16-16,4-4-2 0,3-2-2 0,2-2-6 15,2 0-1-15,-3 2-7 0,4 0-4 0,1 1-7 0,-7 3-2 0,-2 2 0 16,-2 2-13-16,-3 3 6 0,1 1 4 0,-5 0-11 15,3 4-9-15,-4-4 9 0,-1 4 8 0,1 0-36 16,-1 0 7-16,-4 2-13 0,6 4-4 0,-3 1 0 16,0-1 0-16,-1 8 6 0,-1-3-3 0,0 5 4 15,1 3 0-15,-1-1-14 0,0 1 7 0,1 1-28 16,-1-3-24-16,1 4-30 16,0-7-18-16,-1 5-40 0,-1-8-37 0,4 3-50 15,-3-2-261-15,0-5-558 0,-1 2 248 0</inkml:trace>
  <inkml:trace contextRef="#ctx0" brushRef="#br0" timeOffset="83391.5">24612 7674 233 0,'4'-3'305'0,"-1"3"-35"16,-3 0-31-16,11 0-23 0,-11 0-21 0,14 3-15 15,-5 5-15-15,-2 1-14 0,7 6-11 0,-1-1-11 16,1 10-9-16,-1-1-16 16,-4 3-8-16,0 2-9 0,-5 4-8 0,-3-3-7 15,-5 3-12-15,0-1-24 0,-6 2-20 16,-4-3-23-16,-5 1-19 0,-7-5-20 0,-9 6-40 0,8-9-40 16,-5-3-55-16,0-2-223 0,-4-3-437 0,0-3 194 15</inkml:trace>
  <inkml:trace contextRef="#ctx0" brushRef="#br0" timeOffset="83710.72">24016 7557 26 0,'-5'-4'269'0,"1"1"-21"0,-1-2-24 16,-2 3-23-16,2 0-20 0,5 2-21 0,-16 11-17 0,5-5-16 16,-7 14-11-16,-3 2-11 0,1 7-12 0,-6 13-9 0,-2 5-10 15,1-1-4-15,3 3-8 0,6 0-5 0,9 0-6 16,0-3-6-16,7-12 0 0,6 3-5 0,-1-2 1 15,12-3 0-15,14 6 2 0,-5-11-4 0,18 2-14 16,-7-12-25-16,13 3-48 0,3-4-78 0,3-11-280 16,2 1-441-16,-6-5 195 0</inkml:trace>
  <inkml:trace contextRef="#ctx0" brushRef="#br0" timeOffset="84532.36">22442 7785 5 0,'-1'-6'261'0,"-2"2"-7"0,2 0-7 31,-2 1-12-31,1-1-15 0,2 4-22 0,-3-3-18 0,3 3-18 0,-1-5-19 16,1 5-16-16,-3-4-14 0,3 4-13 0,0 0-11 15,0 0-12-15,-6 9-7 0,1-3-6 0,0 6-18 16,-3 4-5-16,-2 7-7 0,-2 3-4 0,0 5-6 0,-2 1 1 16,-2 12-5-16,2-10 0 0,-4 9 0 15,8-8 2-15,1-2-4 0,1 0-3 0,3 1-2 16,0-1 2-16,2-1-3 0,1-7 2 0,2 3-4 15,0-8 2-15,2 6-2 0,2-8-2 0,0-2 8 0,3 1 2 0,-3-5 5 16,2-2 1 0,2 1 21-16,-1-3-11 0,2 0 3 0,3-2 2 15,-2 0-5-15,0-1-3 0,3-1-1 0,-3-1 1 16,3-3 1-16,0 2-20 0,0-4-19 0,-1-1-26 0,-1-2-38 16,-1-2-39-16,1 2-45 0,1-7-59 15,-6 3-248-15,1-3-500 0,-1 2 221 0</inkml:trace>
  <inkml:trace contextRef="#ctx0" brushRef="#br0" timeOffset="84732.85">22202 8225 218 0,'-5'1'302'15,"5"-1"-17"-15,-5 2-16 0,5-2-21 0,0 0-25 16,0 0-25-16,0 0-16 0,0 0-18 0,0 0-17 15,29-9-2-15,-7 4-26 0,8-3-20 0,2-1-32 16,0 2-38-16,0-1-42 0,1 0-57 0,-4-2-80 16,-1 2-87-16,-2-7-135 0,-8 6-401 0,0-3 179 15</inkml:trace>
  <inkml:trace contextRef="#ctx0" brushRef="#br0" timeOffset="85297.25">22500 7617 22 0,'2'-2'265'0,"-2"2"-14"16,0-7-20-16,0 5-18 0,0 2-27 0,0 0-19 15,5-6-19-15,-5 6-15 0,0 0-16 0,0 0-11 16,0 0-11-16,0 0-11 0,5 11-11 0,-4-5-6 0,2 5-6 0,-3-3-8 16,0 2-4-16,0 1-6 0,0 3-6 0,0-3 3 15,0 5-7-15,-3 1-4 0,3-4-2 0,0-1-2 16,0-2-3-16,-1 1-5 0,2-3 2 0,-1-2-1 16,0 0-1-16,3-2-4 0,-3 1 3 0,0 0 24 15,0-5 24-15,0 4 32 0,0-4 11 0,0 0-5 16,0 0-1-16,18-11-16 0,-9 4 0 0,0-3 0 15,1-3-5-15,4 1-5 0,-2-5-5 0,2 3-12 16,-3-3-8-16,2 5 4 0,-2 0-11 0,-2 3-4 16,-2 1-6-16,-1 1-8 0,-1 2-1 0,0-1-3 15,-1 3-26-15,-1 2-13 16,-3 1-8-16,8 5 0 0,-3 5-1 0,2 4 2 16,0 3-2-16,-1 8 7 0,1 1 1 0,-5 3 2 15,4 2-14-15,-4-1-34 0,0 5-40 0,-2-2-69 16,0-4-69-16,-2-2-288 0,0-8-576 0,2-6 255 15</inkml:trace>
  <inkml:trace contextRef="#ctx0" brushRef="#br0" timeOffset="99577.15">7395 11735 28 0,'0'0'228'0,"-11"0"1"0,6-1-3 16,5 1 0-16,0 0-2 0,-5-2 3 0,5 2-15 15,0 0-8-15,0 0-12 0,0 0-13 0,0 0-17 0,0 0-18 0,0 0-12 16,0 0-11-16,0 0-7 0,0 0-15 0,0 0-10 16,0 0-8-16,0 0-11 0,0 0-12 0,0 0-3 15,0 0-5-15,0 0-6 0,0 0-4 0,28-1-3 16,-15 0-5-16,6 0-1 0,1-2-29 0,7-1-29 15,1 4-36 1,1-3-47-16,-3 1-47 0,5-3-53 0,-12 3-286 0,3-3-535 16,-4 2 237-16</inkml:trace>
  <inkml:trace contextRef="#ctx0" brushRef="#br0" timeOffset="99774.03">7356 12003 54 0,'9'2'229'0,"0"-2"-23"0,4 0-17 15,8 0-17-15,6 0-16 0,1-1-19 0,2 0-18 16,-1-4-40-16,-1 0-49 0,-7 1-54 0,6-1-72 16,-8-3-113-16,-3 1-226 0,2 0 100 0</inkml:trace>
  <inkml:trace contextRef="#ctx0" brushRef="#br0" timeOffset="100209.74">7571 11628 123 0,'-3'-5'307'16,"2"0"-16"0,-2 2-23-16,2-1-21 0,1 0-18 0,0 4-26 15,-3-4-23-15,3 4-23 0,0 0-18 0,-1-5-24 0,1 5-27 16,0 0-24-16,0 0-6 0,0 0-8 0,0 0-4 15,9 10-7-15,-5-3 3 0,5 3-12 16,-3 0-4-16,7 2 0 0,1 3-1 0,-1-2-2 16,0 2-6-16,-1 0 0 0,5-2-3 0,-2 0-3 0,1-2 2 15,-1-2 0-15,-2-2-4 0,-3 0 0 0,0-4 0 0,3 2-1 16,-4-2 2-16,-4 1 0 0,0-2 5 0,3-1 13 16,-3 1 11-16,-5-2 5 0,5 0 12 0,-1 1 3 0,-4-1 8 15,0 0-5-15,5 1 0 0,-5-1-12 16,0 0-5-16,7 2-11 0,-7-2-8 0,0 4-7 15,-4 1 1-15,-3 2-9 0,-2 9 0 0,-6 4-6 16,-2 7 4-16,-6 2-4 16,-3 11 0-16,-3 2 8 0,-1 1-12 0,3 0 5 15,0-3-2-15,0 3-7 0,12-10 3 0,-8 9 1 16,10-10 1-16,-1-1-4 0,4-5 1 0,2 1-2 16,4-10 2-16,-3 0-3 0,2-3 2 0,1-1 2 15,2-5 3-15,0-1 1 0,1-1 1 0,-1-1 7 16,2 0 11-16,-1-2 13 0,1 1 4 0,0-4 2 15,0 0 0-15,0 0-3 0,0 0-13 0,0 0-26 0,0 0-38 0,6-13-53 16,-2 3-73-16,0-1-104 0,0-6-284 0,2 1-598 16,-1-4 265-16</inkml:trace>
  <inkml:trace contextRef="#ctx0" brushRef="#br0" timeOffset="101343.14">9036 11658 143 0,'0'-4'245'0,"0"0"-4"0,0-2-17 0,2 3-10 0,-2 3-14 15,0-6-20-15,0 6-17 0,-2-5-17 0,2 5-14 16,-1-5-10-16,1 5-19 0,0 0-19 0,0 0-11 15,0 0-8-15,0 0-7 0,6 11-9 16,-2 0-7-16,1 6-3 0,-2 3 0 0,2 9-9 0,0 2-4 16,0 1-1-16,-5 1-5 0,0-1 2 0,0 2-7 15,1-2 0-15,2-1-2 0,-6-1-2 0,6-1-1 0,-6-4 0 16,3 1-3-16,-1-8 0 0,1-2 1 0,0-1-2 0,0-3 2 16,0-2-2-16,0-3-1 0,0 3 0 0,0-5 2 15,0 0 1-15,0 0 2 0,0-1 34 16,0-4 42-16,0 3 36 0,0-3 47 0,0 0 29 15,0 4 27-15,0-4 0 0,0 0-19 0,0 0-23 0,4-12-17 16,-4 0-17 0,4 0-15-16,0-5-13 0,2-7-15 0,3-1-9 15,3-4-15-15,-1-1-5 0,3-3-10 0,-1 1-8 16,5 2-8-16,-4 0-3 0,1 2-8 0,-3 3-4 0,-1 9-3 16,-1 1-4-16,-1 1-1 0,-1 5-8 15,0 1-6-15,-2 2-2 0,-3 2-17 0,3 0-11 16,-2 1-18-16,2 3-4 0,-6 0-4 0,17 4-6 0,-8 3-1 15,2 3-4-15,2 3-4 0,0 2 8 0,-3 4 17 0,3 5-14 16,1 2 7-16,-1-3 3 0,-2 2 8 0,-1-2 1 16,-2-1 3-16,1-2 3 0,-3-4-1 0,1-2 3 0,-2 0 1 15,0-3 9-15,-1 0-4 0,2-4-1 0,-3 4 2 16,-1-5 5-16,2-2-2 0,-3 1 6 16,2-2-4-16,-3 0 3 0,1 2 4 0,2-4 0 15,-2 1 3-15,-1-2-3 16,2 5 0-16,-2-5 18 0,0 0-11 0,0 0-4 15,2 4-8-15,-2-4 2 0,0 0 3 0,0 0-21 16,0 0-34-16,0 0-41 0,0 0-37 0,4-10-41 16,-4 10-54-16,0-7-55 0,2 0-62 0,-2 0-250 0,4-1-646 15,0-2 286-15</inkml:trace>
  <inkml:trace contextRef="#ctx0" brushRef="#br0" timeOffset="102199.25">10065 11573 24 0,'0'-5'220'16,"0"-1"-16"-16,1-1-3 0,-1 0-5 0,0 2-10 16,1-3-12-16,-1 2-8 0,0 0-12 0,0 0-12 15,2 3-10-15,-1 0-13 16,-1 3-10-16,-1-6-12 0,1 6-8 0,0-4-13 16,0 4-7-16,0 0-9 0,0 0-12 0,0 0-2 15,0 0-5-15,0 19-1 0,-2-4-8 0,1 12-2 16,-1 0-2-16,-5 3 2 0,2 5-7 0,-1 13-1 15,-1-2-2-15,0-1-2 0,2-8-4 0,1-2-2 16,0-2 1-16,4 2-5 0,-3-4 1 0,2 1-1 0,-1-6-2 16,-1-1 1-16,3-7 0 0,0 2-2 0,3-5-2 0,-3-3 3 15,0-1-3-15,1 0-1 0,0-4 3 0,-2 0-1 16,1 0 1-16,0-4-1 0,0 3 3 0,1-2-2 16,-1 0 5-16,0-4-3 0,0 3 0 0,1 1 3 15,-1-4 2-15,0 0 0 0,-1 5 6 0,1-5 1 16,0 0-5-16,0 0-5 0,0 0-20 0,-9-13-35 15,3 4-44-15,1 1-45 0,1-5-54 0,-1-7-241 0,-3-7-465 0,4 1 206 16</inkml:trace>
  <inkml:trace contextRef="#ctx0" brushRef="#br0" timeOffset="102546.93">9927 11364 194 0,'0'-7'196'0,"-3"4"-16"0,3-1-11 0,0 4-19 16,6-6-14-16,-3 3-8 0,4 3-8 0,0-1-5 15,6 0-11-15,1 1-3 0,7 1-6 0,8 1-7 16,3 3-4-16,0-1-7 0,3 2-2 0,0 4-8 16,1 2-4-16,-1-2-6 0,-4 3-7 0,-1 4-7 0,-6 0-2 0,0 3-4 15,-6 2-2-15,-4 1-5 0,-5-1-2 0,-2 5-5 16,-6-1-2-16,-6-1-3 0,-8-3 0 0,-5 2-3 15,-3-2-2-15,-8 2-2 0,-1-2 2 0,-14 3-2 16,-3 0-2-16,11-7 2 0,2-3-1 0,-2 1 0 16,1-1 0-16,1-3 1 0,-2 2-3 0,7-1 1 15,-1-4-10-15,3 1 1 16,7-3-3-16,2 0 1 0,5-3-2 0,3 1 4 16,1-2-5-16,3-1-2 0,1 1-26 0,1-2-4 15,3 3-32-15,1-4-56 0,0 0-87 0,18-4-153 16,-4 1-394-16,5-3 174 0</inkml:trace>
  <inkml:trace contextRef="#ctx0" brushRef="#br0" timeOffset="103402.12">10451 11979 221 0,'0'0'250'0,"0"0"-13"16,-1-6-20-16,1 6-21 0,0 0-18 0,0 0-21 16,0 0-16-16,0 0-17 0,0 0-13 0,0 0-10 0,0 0-15 15,0 0-9 1,0 0-9-16,0 0-8 0,0 0-8 0,4 14-8 16,-3-8-3-16,0 4-3 0,0 0-6 0,-1-1 0 15,0 6-6-15,0 1 0 0,-1 2-5 0,0-1-1 16,-3 2-6-16,4-1 0 0,-1 0 1 0,-1-1 1 15,1-1-3-15,0-1-3 0,0-3 1 0,-1 1-3 16,2-2 1-16,0-2-5 0,-1 0 2 0,1-1-1 16,0-2 0-16,0-1 0 0,0-2 4 0,-1 1 14 0,1-4 38 0,-3 5 32 15,3-5 27-15,3 5 26 0,-3-5 22 0,0 0-4 16,0 0-12-16,0 0-16 0,0 0-15 0,9-19-9 16,-4 8-12-16,1-2-10 0,4-3-13 0,1-1-10 15,4-3-2-15,-1-1-5 0,-1 5-12 0,0 0 2 16,-2 3-11-16,0-2 0 0,-3 8 4 0,-3-2-18 15,4 3 0-15,-5 1-2 16,1 0-8-16,-1 1-5 0,1 2-6 0,-1 0-2 16,-4 2-7-16,10 2-10 0,-6 0 2 0,1 2 1 15,4 4-8-15,-1 0 3 0,-2 2-5 0,0 2 7 16,1 3-7-16,-2 1 4 0,0-2 19 0,1 6-14 16,-3-4 6-16,1 1-3 0,-2 0 1 0,1-6 16 15,0 3-11-15,-2-2-5 0,0-3 3 0,0 1-8 16,1-5 9-16,-1 0 2 0,-1 0 1 0,1 2-1 0,-1-5 8 0,2 3-4 15,-2-5 0-15,3 5 3 0,-3-2 4 0,0-3 1 16,0 0 0-16,0 0 5 0,0 0 2 0,0 4-2 16,0-4-5-16,0 0-4 0,0 0 0 0,0 0 4 15,1 3-1-15,-1-3-5 0,0 0 11 0,0 0-27 16,0 0-24-16,0 0-21 0,0 0-31 0,0 0-34 16,0 0-80-16,0 0-79 0,0 0-101 0,4-10-199 0,-2 5-630 0,-1 0 279 15</inkml:trace>
  <inkml:trace contextRef="#ctx0" brushRef="#br0" timeOffset="104433.87">11566 11725 12 0,'0'0'165'0,"0"0"-10"0,0 0-14 15,-6 0-12-15,6 0-10 0,0 0-1 0,0 0-11 16,0 0-2-16,0 0-6 0,0 0-8 0,0 0 4 16,0 0-8-16,0 0-5 0,0 0-7 0,0 0 3 15,0 0-3-15,-6-3-4 0,6 3-1 0,0 0-1 16,0 0-6-16,0 0 0 0,0 0 0 0,23-4-5 0,-9 0-4 0,4 0-6 15,11-1-5-15,-1 2-2 0,4-3 5 0,-1-3 1 16,2 5 3-16,3-4-1 0,-1 2 0 0,0 1 0 16,-3-2-3-16,-4 1-5 0,-5 2-4 0,-5-1-3 15,1 3-4-15,-9 1-4 0,2-2-3 0,-2 2 1 16,-5 1-6-16,2 0 0 0,-2-2-9 0,-5 2-6 16,6-1-10-16,-6 1-15 0,0 0-24 0,0 0-40 0,-13 7-31 15,6-5-52-15,-4 1-76 0,-1 0-136 0,0 3-412 0,3-2 182 16</inkml:trace>
  <inkml:trace contextRef="#ctx0" brushRef="#br0" timeOffset="104703.4">11615 11979 19 0,'-5'2'259'0,"2"1"-11"0,3-3-17 15,0 0-20-15,0 0-20 0,0 0-26 16,27-5-14-16,-4 1-16 0,9-2-11 0,7-1-14 16,12-1-12-16,1-2-7 0,4 3-4 0,-2 0-14 0,0 0-4 15,-3-1-4-15,-17 3-9 0,-2 1-2 0,-5 1-6 16,-9-2-11-16,-4 5-3 0,-4-1-10 0,-1 0-18 15,-3-1-28 1,-2 2-39-16,-4 0-58 0,0 0-61 0,0 0-188 16,-20-2-397-16,8 2 175 0</inkml:trace>
  <inkml:trace contextRef="#ctx0" brushRef="#br0" timeOffset="109143.35">12959 11575 137 0,'2'-6'194'0,"1"4"-20"15,1-3-13-15,4 1-19 0,2-1-10 0,-1 2-14 16,6 1-5-16,5 1-11 15,-1 2-3-15,4 3-9 0,1 4-6 0,2 1-10 16,-6 1-5-16,4 5-8 0,-2 0-4 0,0 2-9 0,-6 4-3 16,-4-4-6-16,2 6 1 0,-5 4-7 0,-4-1-7 15,-1 2 0-15,-4 0-3 0,-4-1-3 0,-3 2-2 16,-4-1-6-16,-2-2-4 0,2 0 4 0,-7-3-4 16,-4-2-3-16,2 3 4 0,-1-5 2 0,-2 1-1 0,7-8-2 15,-2 1-1-15,2-4 1 0,1 1 1 0,4-3-3 16,2-3 5-16,0 2 1 0,1-4 23 0,4 0 21 15,-1 1 28-15,0-2 22 0,5-1 14 0,0 0-9 0,0 0-13 16,-1-8-10-16,8-1-9 0,1-5-10 16,10-5-6-16,4-3-8 0,3-4-3 0,1 2-10 15,8-15-5-15,2 1-10 0,1 1-8 0,0 1 5 16,-12 9-4-16,-1 3-4 0,-3 0 0 0,-2 5 0 0,-6 3-3 0,-5 7 2 16,2 0-3-16,-3 1-4 0,-4 4 0 0,3-3-3 15,0 3-9-15,-5 2-8 0,-1 2 0 0,0 0 1 16,0 0 1-16,-7 17 1 0,-4-3-3 0,-4 8 4 15,0 3-1-15,-3 0-2 0,1 5 11 0,2 0-8 16,1-4 3-16,1 5-1 0,4-4-1 0,3-2-1 16,3 3 5-16,3-10 0 15,4 0 1-15,4 2 2 0,2-5 2 0,10 2-6 16,6-3-8-16,3-2-23 0,7-5-38 0,16-1-39 16,7-6-46-16,2-5-65 0,-2-2-244 0,5-3-506 15,-3 2 225-15</inkml:trace>
  <inkml:trace contextRef="#ctx0" brushRef="#br0" timeOffset="109543.82">14139 11576 56 0,'0'-7'232'0,"0"1"-8"0,1 1-16 16,-1 0-20-16,-1 2-17 0,1 3-23 0,1-4-15 15,-1 4-17-15,0 0-9 0,0 0-13 0,5 9-10 0,-4 1-7 0,-1 2-5 16,0 7-5-16,2 6-6 15,-5 4-3-15,3 2-4 0,-5 2-3 0,1 12-4 0,0-11-12 0,-2-1-4 16,5 4-1-16,-3-6-2 0,0 0-3 0,4-1-4 16,-1-4-1-16,1-2-1 0,0-7 1 0,0 2-4 15,0-5 1-15,0-1-4 0,0-1 0 0,0-4-1 16,-3 1-1-16,3-3-6 0,0-1-1 0,0 1 3 0,0-4-6 16,-1 2 2-16,1-4-25 0,-5 2-16 0,5-2-26 0,0 0-32 15,-17-7-28-15,12 1-31 0,-3-2-192 0,-2-6-376 16,3 0 167-16</inkml:trace>
  <inkml:trace contextRef="#ctx0" brushRef="#br0" timeOffset="109898.14">14011 11423 157 0,'0'-11'246'0,"-3"1"-16"0,2 4-7 0,1-1-13 0,1-1-21 16,-1 3-16-16,3-2-14 0,-2 5-20 0,4-3-10 15,-1 0-15-15,5 1-8 0,2 2-9 16,2 1-5-16,9-2-3 0,-1 3-4 0,8 3-6 0,4-2-3 0,2 5-3 16,4 1-3-16,-3 0-5 0,1 5-7 0,-2 1-5 15,-2 3-6-15,-4-2-7 0,-2 7-4 0,-4 1-4 16,-3 1 7-16,-4 2-12 0,-5-3-7 0,-3 3-1 16,-8 0-7-16,-4 1 0 0,-4-4 1 0,-3 1-3 0,-8 1-3 15,-3 0-2-15,-3-3 4 0,-4-2-3 0,-1 2-1 16,-1-1 3-1,-1-5-1-15,1 1-5 0,2-2 2 0,2-2 4 16,0 0-7-16,3-2 3 0,6-2 0 0,-1 0-2 16,4-3 1-16,2 0-2 0,3-1 1 0,-1-1-2 15,5 0 8-15,1 0-23 0,1 0-16 0,3 0-12 16,1-3 3-16,0 5-19 0,0-5-21 0,10 4-43 16,-1-3-40-16,4-2-55 0,-3 1-205 0,4-1-457 15,-1-1 203-15</inkml:trace>
  <inkml:trace contextRef="#ctx0" brushRef="#br0" timeOffset="110314.73">14541 11962 248 0,'0'0'268'16,"0"0"-33"-16,0 0-25 0,0 0-23 0,0 0-22 16,0 0-17-16,0 6-16 0,0-3-14 0,0-3-18 15,0 10-5-15,-1 0-11 0,0 0-5 0,1 1-10 0,-4 2-7 0,-3 5-4 16,6-1-7-16,-4-1-3 0,0-1-7 0,1-1-1 16,4-2-2-16,-4 0-6 0,0-2-3 0,3-3-2 15,1 1-4-15,-1-4 0 0,1 0-2 0,-3 2 22 16,2-3 22-16,-2-2 30 0,3-1 23 0,0 0 20 15,0 0-11-15,0 0-26 0,0 0 0 0,17-8-12 16,-9-1-10-16,6 0-6 0,-1-1-11 0,-2-3-6 0,4 4-4 16,1-2-5-16,-3 1-9 0,-2 3-9 0,2 1-3 15,-3 2 0-15,3-1-6 0,-3 2-5 0,2 1-1 0,0 1-1 16,1 2-3-16,1-1-11 0,0 2 6 0,-2 1-7 16,6 3-3-16,-7-1-6 0,2-1-20 15,-2 2-14-15,1-1-29 0,-2 1-32 0,-1-1-35 16,0 1-41-16,-3-4-55 15,-3-1-303-15,-1 1-585 0,-2-2 259 0</inkml:trace>
  <inkml:trace contextRef="#ctx0" brushRef="#br0" timeOffset="110662.56">14863 10968 286 0,'0'-4'304'0,"1"0"-28"0,-1-1-25 0,0 5-25 16,0-5-21-16,0 5-25 0,0 0-18 0,0 0-13 0,0 0-21 15,-16 14-12-15,6 0-12 0,-6 9-21 0,2-1-8 0,-2 2-9 16,-1 5-5-16,-1-2-5 0,3 2-11 0,-2-1-3 16,3 2-13-16,-2-1-34 0,5 2-33 0,-4-2-58 0,6-4-70 15,-3 1-258-15,6 1-458 0,2-9 203 0</inkml:trace>
  <inkml:trace contextRef="#ctx0" brushRef="#br0" timeOffset="112134.07">15343 11884 16 0,'0'0'182'0,"-9"1"-15"0,9-1-5 15,0 0-10-15,0 0-3 0,0 0-7 0,0 0-13 0,0 0-6 0,0 0-17 0,0 0-9 16,0 0-10-16,0 0-4 0,0 0-9 16,21-3-3-16,-21 3-6 0,0 0 2 0,0 0-7 15,0 0 1-15,0 0-2 0,8 2-5 0,-8-2-5 16,0 0-4-16,0 0-3 0,0 0-4 0,0 0-5 16,0 0-4-16,0 0-3 0,0 0-1 0,0 0-3 15,0 0-6-15,0 0 2 0,0 0-1 0,0 0-2 16,0 0-4-16,0 0 0 0,0 0 0 0,0 0 3 15,0 0 13-15,6 0-9 0,-6 0-1 0,0 0 0 16,0 0-5 0,8 1 0-16,-8-1 6 0,0 0-5 0,0 0-3 0,0 0-1 15,0 0-1-15,0 0 2 0,5 1-2 0,-5-1 1 16,0 0-4-16,0 0 4 0,0 0-5 0,0 0-1 16,0 0 4-16,0 0-2 0,0 0 5 0,4 3 4 15,-4-3 3-15,0 0 3 0,6 0 0 0,-6 0 3 16,0 0-2-16,13-2 0 0,-8 1-2 0,-5 1-2 15,9 0 2-15,-9 0-2 0,9 0-3 0,-2 0 1 0,-7 0-3 16,10-1 5-16,-10 1-3 0,7-1-2 0,-7 1 0 0,7 0 2 16,-7 0-1-16,0 0 4 0,0 0-2 0,10-2-1 15,-10 2-3-15,0 0 3 0,0 0-1 0,0 0-3 16,5 0-1-16,-5 0 2 0,0 0-3 16,0 0 0-16,0 0 0 0,0 0-1 0,0 0 6 0,0 0-9 0,0 0-1 15,0 0-1-15,0 0 4 0,0 0-6 0,0 0 0 16,0 0 3-16,0 0-3 0,0 0 2 0,0 0-1 15,0 0-2-15,0 0 3 0,0 0-1 0,0 0-1 32,0 0 2-32,0 0-1 0,0 0 0 0,0 0-2 0,5 3 3 0,-5-3 1 15,0 0-2-15,0 0 8 0,0 0-8 0,0 0 2 16,16-3 0-16,-5 3-1 0,8-3 6 0,4-4-9 16,8 4 4-16,2-2 0 0,2-1 5 0,1 2-7 15,3-4-5-15,11-1 4 0,-11 3-1 0,1-3 0 16,11 3 2-16,-14-1 0 0,-1 1 0 0,-3 1-2 15,-5-1 3-15,-6 3-4 0,-3-1 3 0,-6 2 0 16,-1-1 7-16,-4 1 6 0,-1 0-1 0,-2 0 3 16,0 2-1-16,-1-2-6 0,-4 2-6 0,9-3-19 0,-8 2-53 0,-1 1-61 15,0 0-60-15,0 0-309 0,-13-5-540 0,9 3 239 16</inkml:trace>
  <inkml:trace contextRef="#ctx0" brushRef="#br0" timeOffset="120633.85">17025 11335 172 0,'2'-6'213'0,"-2"0"-8"0,1 1-7 16,0-1-7-16,-1 0-15 0,1 1 0 16,1-1-12-16,-1 3-11 0,-1 0-14 0,0 3-11 15,3-5-13-15,-1 2-11 0,-2 3-14 0,1-4-14 16,-1 4-17-16,0 0-8 0,0 0-9 0,0 0-7 0,3 15-3 0,-3-3-4 15,0 6-2 1,-3 10 2-16,-2 1-5 0,1 7-4 0,-1 13 1 16,-2-4 0-16,-2 1 1 0,5-9-6 0,-1 11-2 15,-2-13 1-15,3 2-1 0,1-1-7 0,-1-2 4 0,3-4-1 16,-2-1-3-16,4-1 5 0,-3-1-5 0,2-9-2 16,0-2 3-16,0-4-1 0,0 0-3 0,0 0 3 15,1-2-4-15,-1 0 2 0,-1-5 2 0,2 0-3 16,-1 2 6-16,-1-5-7 0,1 1 5 0,-1 2-1 15,1-5 4-15,0 5-3 0,0-5 1 16,-2 4 3-16,2-4 6 0,0 0 1 0,0 0 1 16,0 0-5-16,0 0-21 0,0 0-28 0,0 0-25 15,-4-17-33-15,4 10-43 0,0-4-35 0,-1-6-242 16,0-1-446-16,2-6 197 0</inkml:trace>
  <inkml:trace contextRef="#ctx0" brushRef="#br0" timeOffset="121017.88">16969 11169 202 0,'-1'-4'219'0,"0"1"-15"0,-1-1-11 0,2 4-20 0,-1-5-14 16,1 5-17-16,-1-5-18 0,1 5-9 0,0 0-11 15,7-1-11-15,-7 1-6 0,16 4-5 0,-4 0-3 16,5 2-8-16,9 2-5 0,-1 2-9 0,6 1-5 0,1 1-1 16,0 4-1-16,0 1-5 0,-2 3-4 0,1-3-4 0,-5 3-2 15,-1-1-2-15,-6-1-7 0,-6 0-3 16,-4-3-1-16,1 2-3 0,-7 0-2 0,-2 0-4 16,-6 1-1-16,-4-1 5 0,-9 3-4 0,-5-2-3 0,0 0 1 15,-7-1 0-15,0-2 1 0,-2 1-3 0,2-1-2 16,-4-3 1-16,1-1-5 0,4 0 0 0,-1-3 5 0,2 5-4 15,1-3 1-15,8-3-1 0,0-2-2 0,0 2 1 16,2 1-1-16,7 0 0 0,-3-4 0 0,4 4-5 0,1-2-22 16,4-2-14-16,1 3-13 0,-1-1-32 15,8-3-46-15,2 4-61 0,2-4-186 0,2 0-407 16,9-2 180-16</inkml:trace>
  <inkml:trace contextRef="#ctx0" brushRef="#br0" timeOffset="121880.58">17301 11940 142 0,'-1'-4'241'16,"1"4"-10"-16,0 0-15 0,0 0-13 0,-3-1-16 15,3 1-17-15,0 0-17 0,0 0-13 0,0 0-21 16,0 0-12-16,0 0-12 0,0 0-13 0,0 0-9 0,0 0-9 0,0 0-8 16,0 0-4-16,4 13-4 0,-4-6-4 0,0 4-6 15,-1-1-5-15,1 3-1 0,-3 3-4 0,0 1-3 16,1 0-2-16,-4 2-1 0,2-3-5 15,-1 1 1-15,1 0-3 0,-4 0 0 0,7-5-1 0,-4-1 0 16,4-1-6-16,-3-3 4 0,3 0-3 0,0-3 3 16,-1 1 0-1,0-1 16-15,2-4 34 0,-3 6 31 0,3-6 24 16,0 0 28-16,0 3-1 0,0-3-18 0,0 0-7 16,0 0-15-16,15-15-10 0,-8 8-8 0,3-3-7 15,-1 2-14-15,5-5-8 0,-5 4 0 0,2 0-8 0,-3 1-11 16,1 1 1-16,0 1-6 0,0 1-9 0,-4 0-3 15,0 3-5-15,-1-1-3 0,1 1-3 0,-1 2-9 16,-4 0-2-16,14 1-2 0,-9 0 3 0,3 3-2 0,-1-1-5 16,0 1 4-16,1 2-26 0,-1 2-8 0,2 0-24 15,-1-2-27-15,-2 4-32 0,3-3-45 0,-6 0-47 16,3-2-77-16,-1-2-274 0,-4-1-609 0,2 2 270 16</inkml:trace>
  <inkml:trace contextRef="#ctx0" brushRef="#br0" timeOffset="122798.43">17545 10908 2 0,'4'-7'222'0,"-4"3"-4"16,4 4-4-16,-4 0 2 0,0-5-4 0,0 5-13 0,0 0-10 15,1-3-17-15,-1 3-20 0,0 0-15 16,0 0-13-16,0 0-13 0,0 0-24 0,0 0-11 16,0 0-9-16,0 0-7 15,-9 17-3-15,4-5-7 0,0 4-6 0,-5 2-7 16,1 6 0-16,-3 3-3 0,2 0-16 0,0 1-19 16,1-1-19-16,0-2-31 0,-1 1-36 0,2 1-33 15,0-3-101-15,4-5-152 0,1-3-404 0,2-4 180 16</inkml:trace>
  <inkml:trace contextRef="#ctx0" brushRef="#br0" timeOffset="123737.97">17737 12230 90 0,'0'0'185'0,"0"0"-10"15,0 0-1-15,0 0-2 0,0 0-2 0,0 0-7 0,0 0-17 0,0 0-4 16,0 0-7-16,0 0-14 0,0 0-1 0,0 0-6 15,0 0-11-15,0 0-5 0,0 0-10 0,0 0-7 16,-9-2-2-16,9 2-8 0,0 0-7 0,0 0-8 16,0 0-5-16,0 0-2 0,0 0-7 0,0 0-5 15,0 0 0-15,0 0-4 0,0 0-5 0,0 0 0 16,0 0-8-16,0 0 1 0,0 0-2 0,0 0-2 0,0 0-1 0,0 0-2 16,0 0-3-16,0 0 2 0,0 0-3 0,0 0 4 31,0 0 3-31,0 0 5 0,0 0 3 0,0 0 3 0,23 2-5 0,-10-4-1 0,6 0-4 0,-2-1 4 15,3 1 1-15,0 0-6 0,0 1 2 0,1-2-5 16,2-1-5-16,-3 1-9 0,0 1-22 0,-1-1-21 31,-1 1-34-31,-1-1-38 0,-4-1-45 0,-1 1-63 0,-3-3-215 0,-5 2-474 16,4 2 210-16</inkml:trace>
  <inkml:trace contextRef="#ctx0" brushRef="#br0" timeOffset="123997.47">18279 12068 316 0,'0'0'297'0,"0"0"-31"0,1-3-30 0,-1 3-20 16,0 0-27-16,0 0-23 15,0 0-16-15,0 0-15 0,-4 15-17 0,2-5-3 16,-1 1-16-16,-1 4-10 0,2 1-9 16,0-2-4-16,2-2-36 0,-1 5-28 0,1 0-36 15,0 0-40-15,1 0-49 0,2-2-94 0,-3-4-159 16,3-4-396-16,-1-2 176 0</inkml:trace>
  <inkml:trace contextRef="#ctx0" brushRef="#br0" timeOffset="125588.61">8106 11052 160 0,'-1'-5'172'16,"1"1"-9"-16,-2 0-17 0,2 4-10 0,0-7-6 15,-1 4-6-15,1 3-10 0,0-6-10 0,-1 2-10 16,1 4-8-16,0 0-9 0,0 0-15 0,0 0-4 16,0 0-11-16,0 0-9 0,0 0-4 0,5 25-6 15,-1-2 0-15,0 8 5 0,-2 5-6 0,3 15 1 0,-3 7-3 16,-2 28-1-1,-2 2-4-15,5-2 7 0,1 3-1 0,-2 0-5 16,-3-2-3-16,1-5 3 0,3-25 0 0,2 24-2 16,1-25-3-16,-1 1-4 0,5 24 0 0,-1-26-3 0,3 1 1 15,-2 2 1-15,3-5 2 0,1 1-8 16,-4-4-1-16,-1-4 6 0,0-11-5 0,0-2 1 16,-4-1 1-16,2-6-1 0,-4 1 1 0,0-8-1 15,2-1 0-15,-4-3-3 0,0 2 7 0,1-4-10 0,-1-6 6 0,0 1-6 16,1-2 5-16,-1-2-2 0,-1 3 0 0,0-3 2 15,0-1-2-15,0-3-2 0,0 6-12 0,0-6-46 16,0 0-60-16,0 0-235 0,0 0-381 0,-1-24 169 16</inkml:trace>
  <inkml:trace contextRef="#ctx0" brushRef="#br0" timeOffset="127460.35">8282 10776 54 0,'0'0'112'0,"0"0"-3"0,0 0-9 0,0 0-7 15,0 0-10-15,11-7 3 0,-5 6-13 0,4 0-13 16,-2-2-3-16,4 1 8 0,0 2-11 0,1-2 2 16,5-1-6-16,1 1-5 0,0-4-6 0,3 4-1 15,5-2-2-15,2 2 1 0,-1-6-6 0,3 4-7 0,3-1 4 16,3-4-4-16,2 4-6 0,-2-4 3 0,15 1 2 0,-13 4-9 16,13-2-3-16,-15 0 3 0,17-2-5 0,-3-1 2 15,-13 4-2-15,14-2 4 0,5-1-1 0,-7 4 6 16,-11 1-7-16,15-4 2 0,-3 3-1 0,-11 0 1 15,12-2-6-15,-12 4 4 0,0 1 3 0,13-4-15 16,-14 3 4-16,1 0-1 16,-3-1-4-16,4 3 3 0,-3-1-1 15,2-1-1-15,-2 0 3 0,-1 0-1 0,0 1 0 16,-1 1-1-16,0-1-4 0,-4 0 9 0,3-1-6 0,-2 2-3 16,-1-3 4-16,-1 0 3 0,0 2 0 0,1-3 0 15,0 1 7-15,-1-1-2 0,1 0 3 0,-2 1 2 16,2 0 1-16,0 1-5 0,0-3 0 0,0 1 1 15,0 1-2-15,0 0 2 0,3-1-3 0,-2 1 2 0,0-1-1 16,0 2-2-16,-2-1 0 0,2-2 0 0,0 2 0 16,-1-1-2-16,4 2 4 0,-1-1-2 0,-1-1 2 0,1 1 1 15,-1-4-2-15,3 4-1 0,-4 1-2 0,3-3 2 16,4 0-1-16,-1 3-6 0,0-1 2 0,13-1 2 16,-11 2-2-16,10-1 5 0,-13-1-6 0,13 1-1 15,-13 1 1-15,0-2 0 16,-1 2 1-16,3-1 1 0,-3 1 1 0,-3-3-6 15,2 3 1-15,-3 0 3 0,3-1 1 0,0 1 3 16,-3 0-4-16,-1-3 3 0,-1 4-1 0,-1-3-1 16,2 1-5-16,0 1 3 0,-1-1 3 0,2 1-1 0,-1-1-1 15,1 1 0-15,-1-3-1 0,3 1 1 0,-3 1 3 16,0 1 1-16,-2-4-4 0,1 4 6 16,2-2-6-16,-6 1 5 0,4-2-4 0,-1 2 4 0,0 2 0 0,-1-3-5 15,2 0 6-15,2 2-4 0,-1-1-3 16,-4-1 8-16,6 0-3 0,1 3 0 0,-2-2-2 15,0-1 1-15,2 1-4 0,-2 0 2 0,3-1-2 0,-1 2 1 16,-1 1 2-16,2-1-5 0,0-1 7 0,-1-1-2 16,0 1-3-16,-1 1 1 0,2 0-5 0,-3 0 10 15,-1-1-9-15,1 1 1 0,1-1 1 0,-1-1 1 0,-1 3-1 0,-3-3 2 16,3 1 2-16,0-3-3 0,-5 5 1 0,4-4 0 16,-2 3-1-16,-1-1-3 0,0-2 2 15,0 3 0-15,0 1 2 0,-7-3 0 0,7 4 2 16,0-5-2-16,-1 2-1 0,2 0 0 0,0 1 0 0,-3 0 2 15,2 0-1-15,0 0 1 0,2 0-1 0,-2-1 0 16,0 0-6 0,-1 1 4-16,3-1 2 0,0 1 5 0,-3-3-3 15,-3 4-3-15,4-1 3 0,3-1-3 0,1 2 2 0,1-2 4 16,-1 2-5-16,3 0 2 0,0-2-4 0,0 0 3 16,1-2-2-16,-2 4 4 0,2 1-4 15,-1-3 2-15,4 3 2 0,-3-2-3 0,1-1 3 0,0 0-4 16,0 2-2-16,1 1 6 0,2-3 0 0,-4 1-1 0,3 4-2 15,-3-2-3-15,0 0 3 0,2 0-4 0,-2 0 5 16,2 0 1-16,-2-2-3 0,1 2 0 0,-2 2 0 16,-1-2 0-16,2-2 0 0,0 4 0 0,-2-2 4 0,-1-2 0 15,-1 4-5-15,0-4 2 0,4 2 1 16,-4 0 0-16,3-2-3 0,-1 1 3 0,0 1-4 0,1 0 5 16,3-1-3-16,-2 0 1 0,0-1-1 0,3 4 2 0,0-5 1 15,-3 3-6-15,0-1 5 0,-2 0 0 0,3-1-1 16,-3 2-1-16,1 0-2 0,-2-3 2 0,-1 3 0 15,0-1 3-15,3 1-2 0,-6-1 1 0,4-1-3 0,-2 1 5 16,1 0-2-16,1 1-4 0,0 0 1 16,3-3 1-16,-1 3 2 0,0-1 2 0,1 0-7 15,5 0 2 1,-4-1 2-16,3 2 1 0,-2-3-1 0,2 3-2 0,-1 0-1 16,1-1 0-16,-2 0 4 0,3-3-1 0,-2 3-3 15,-2-1 3-15,-1 2 2 0,4 0 0 0,-3 0-3 16,0 2 2-16,3-2-4 0,-2 1 4 0,-1-4-3 15,13 5 1-15,-10 0 2 0,12-2-2 0,-13 0 1 16,14 0 3-16,-3-1-1 0,-10 1-3 0,11-1-3 16,1-1 6-16,-11 2-6 0,10-3 3 0,-11 1 2 15,12 1-1-15,-16 1 2 0,18-3-3 0,-16 2 4 0,1-1 0 0,13 1 2 16,-13 0 2-16,15-2-2 0,-4 3 2 0,-13-3 5 16,4 3 3-16,-2-4 0 0,15 3 1 0,-4-1-1 15,2 0 3-15,-16-1-6 0,15 1 1 0,-11 2-1 16,-1-2 2-16,-2-1 0 0,-1 3-2 0,-3 0-1 15,3 0 3-15,-4 0 3 0,-4 0 1 0,0-1 0 16,-7-1 6-16,-2 0 3 16,0 0 0-16,-5 2 3 0,-1 0-3 0,-3-2 2 15,3 1 1-15,-7-1 1 0,2 2 0 0,-3 0-1 16,-5 0-1-16,13 0-3 0,-13 0-5 0,8 0-1 16,-6-2-4-16,-2 2 3 0,7-3 0 0,-7 3-3 15,0 0-7-15,0 0 0 0,0 0-2 0,0 0-3 16,10 0-10-16,-10 0-15 0,0 0-24 0,0 0-26 15,0 0-27-15,4 5 0 0,-4-5-17 0,2 2-32 0,1 1-74 0,-3-3-122 16,2 5-369-16,0 0 163 0</inkml:trace>
  <inkml:trace contextRef="#ctx0" brushRef="#br0" timeOffset="128447.11">19047 10126 166 0,'0'0'171'0,"0"0"-18"0,6-3-12 0,-6 3-16 16,0 0-9-16,0 0-14 0,0 0-12 0,0 0-10 16,0 0-16-16,0 0-5 0,1 8-10 0,-1-8-3 0,3 6-7 0,-3-3-4 15,0 4-6-15,1-2-5 0,-2 3-1 0,1-1-4 16,0 2 4-16,0 3-3 0,0 2-4 0,1 6-7 15,-1-5 2-15,3 2 0 0,-3 1-2 0,1 2-3 16,0-1 4-16,-1 0-6 0,3-1 1 0,1 6 4 16,-3 0-2-16,2-6-3 0,-2 1 1 0,0-1-2 15,4 3-3-15,-5-4 2 0,0-1 0 0,4 3 0 0,-4-1 4 0,3 0 9 16,-2-3-5-16,-2 2 1 0,2 0 3 0,0-2-2 16,-1 0-6-1,0-2 7-15,0 3-3 0,0-5 3 16,0 5 3-16,0 0-10 0,0 1 9 0,3-7-4 15,-3 3 2-15,0 0-1 0,1-3-5 0,-1 2 1 0,0 2 4 16,0-4-5-16,3 2 1 0,-3 0 10 0,0-3-13 16,1 1 3-16,-1 1-5 0,1 2 5 0,1-5-9 0,-1 3 12 15,0-1 1-15,-1 1-3 0,3-2 0 0,-2 0 4 0,3 2-7 16,-2-4 7-16,1 3-8 0,-2-1 6 0,-1-3-3 16,4 2-1-16,-3 0 3 0,2 1-5 0,-2 0 4 15,2 1-1-15,-2-3 4 0,3 3-7 0,-2-2 4 16,0 4-5-16,0-4 3 0,2 4-9 0,-2-2 8 15,1-1-6-15,-2 3 4 0,2-3-1 0,-1 2 3 0,0-2-9 16,0 0 2-16,1 3 3 0,-1-3-1 0,0 1 3 16,-1 0-1-16,0-2-5 0,2 4 6 0,-3-4 2 15,1 4 3-15,-1-2 0 0,1 1-3 0,-1-1 3 16,2-1 1-16,-4 2 1 0,2-1-4 0,0 1-2 16,0-1 4-16,0 2-5 0,-1-3-1 0,1 3 5 15,0-1-6 1,-1 1-1-16,-2 1 8 0,2 0-3 0,1-4-1 0,-3 2-4 15,2 2 3-15,1 1 0 0,-2 0-1 0,0 1-1 16,2-4 1-16,-1 6 2 0,1 0-5 0,-1 0 1 16,1-1 3-16,0 0-4 0,0 0 3 15,-2-1-1-15,4 2 0 0,-2 0-3 0,0-2 0 0,0 2 3 16,1-5 2-16,-1 4 8 0,0 1 1 0,0 0-5 16,-1 0 0-16,2 0 0 0,-1-1 4 0,-1 1 1 0,-1-1-2 15,2 0-2-15,-1 0 5 0,0 1 0 0,1-2 1 0,-1 2-3 16,1-2 2-16,-2-1-1 0,2 1-4 0,-1 2 0 15,0-2 1-15,1-1-7 0,-2 3 8 0,1-2-5 16,1-1 2-16,-1 3-2 0,0 0 3 16,-1-1-3-16,-1 0-7 0,1 1 3 0,0-1-1 0,1 0 4 15,1 1-4-15,-2 0 2 0,1 1 5 0,0 1-7 0,-2-1 0 16,2 3 1-16,0 2 1 0,-2 0-5 0,2-3 3 16,-2 1-1-16,3 3-3 0,-4 1 4 0,4-6 0 0,-1 5 0 15,0 3-2-15,-3-4 2 0,4 2-3 16,0 0 3-16,0-4-2 0,0-4-1 0,0 2 2 15,4 1 0-15,-3-1-2 0,-1-2 4 0,0 0 1 16,0 0-3-16,0-5 0 16,-1 1-1-16,1-2 1 0,0 1 2 0,-4 0-9 15,4-2 4-15,-1-2 4 0,1 1 4 0,-3-1 5 0,3-1 0 16,-1-2 4-16,0 2-3 0,1-2 0 0,-2-1 0 16,1 4-3-16,0-4 2 0,-2-1 0 0,3 1 0 15,-1 2-3-15,-2-2 1 0,2-1 0 0,-3-1 2 16,4 3-5-16,-4-2-5 0,3 1-30 0,-4-1-39 15,0 0-57-15,-3 1-97 0,-1-1-158 0,-5-3-411 0,3 0 183 16</inkml:trace>
  <inkml:trace contextRef="#ctx0" brushRef="#br0" timeOffset="131166.06">8631 13205 72 0,'0'0'113'0,"17"3"6"16,-11-3-8-16,6 2-7 0,-1-2-4 0,2-2-4 16,9 2-8-16,-2-3-3 0,1 2-5 0,7-2-12 15,1 0-6-15,2-2-8 0,-2 2-5 0,5-3 0 0,-3 1-1 16,5 2-9-16,0-2 1 0,1-2-2 0,0-1-6 15,17-1-10-15,-2 2 5 0,-3-3-4 0,0 5-6 0,-9-4 4 16,10 1-7-16,1-4-1 0,-1 3-1 0,1 1 3 16,0-1 0-16,2-3-5 0,0 5-2 0,1-1 3 15,-4 1-1 1,3-3-3-16,-14 3-6 0,14 0 12 0,1 0-4 16,0 2 2-16,-1-2-1 0,-1-1-2 0,0 3-2 15,1 3-1-15,-14 0 2 0,13 1 1 0,-11-2-4 16,10-3-3-16,-12 5 1 0,14-1 3 0,-16 0 1 0,3 0-9 15,1 1 6-15,-3-2-3 0,-1-1 4 16,3 2-1-16,12-1 4 0,1 0-7 0,-16 1 3 0,2 0-2 16,12-3 3-16,-11 5-4 0,-2-4-3 0,3 1 3 15,-2 1 0-15,13-3-1 0,-15 2 4 0,0 1-3 0,3-1-2 16,-2-1 8-16,-1 1-4 0,0 2-5 0,0-2-2 16,0 1 4-16,-1-1 1 0,0 3 1 0,-3-2 1 15,3 2-1-15,-2 0 4 0,2 0-5 0,-4 0-10 0,3-1 15 16,0 1 1-16,-1 0-6 0,0 0-2 0,3-2 4 15,-2 0 2-15,2 1 0 0,-4-1-6 0,3 0 2 16,3 1 3-16,-3-1-5 0,-1 0 7 0,2 1 0 16,-3-1-5-16,1 2 0 0,2-2 3 0,-3-1-3 15,3 2 5 1,-2 0-18-16,1-1 15 0,-1 1 2 0,2 0-7 16,-2 0 6-16,-2 1 1 0,4-2-1 0,-2 2-9 15,1-3 5-15,0 5 5 0,-1-2-4 0,1 0 2 0,-3 1-4 16,5-1 0-16,-1 0 1 0,-4 2 2 0,2-2 3 15,-3 2-3-15,3-1-1 0,-4 2 1 0,0-2 1 16,1 0 1-16,-4 1-9 0,4 0 3 0,-5 0 1 16,1-1 2-16,3-1-8 0,-4 2 9 0,3 0 3 0,-3-3 2 15,5 2-2-15,-3-1-5 0,5 0 3 0,-5 0-2 16,2-1-3-16,1 0 8 0,-2 2-10 0,2-2 5 16,0 1 3-16,0-2-8 0,1 2 4 0,1 2 2 0,0-4-2 15,-2 2 0-15,0 0 3 0,-1 0-1 0,-2 3-2 16,2-4 7-16,-3 1-6 0,3-2-2 15,-5 4-2-15,5-2 1 0,-3-2-3 0,2 2 5 0,-8 0 1 0,0 0-2 16,8 0 3-16,-3-1-2 0,2 1 1 0,5 0 4 16,-2-2 0-16,-1 4-5 0,0-2 8 0,-1 1-13 15,0-2 3-15,0 2 3 0,-2-1-2 0,4 0 3 16,-1 0-2-16,0 2-3 0,-2-1 5 0,0-1-2 16,-3 0 2-16,-3 1-1 0,5-1-2 0,-5 1 2 15,4 1 0-15,-6-2 0 16,8 1-1-16,-7 0-1 0,4 0 4 0,-3-1-8 15,-2 0 6-15,8 4-6 0,-2-4 5 0,4 0 4 16,-3 1-10-16,-8 1 10 0,3-2-3 0,-1 3 2 16,6-3-3-16,-6 0 3 0,-2 0 3 0,1 2-7 15,2-2 3-15,-2 3 1 0,0-2-2 0,-1-1 0 16,1 0-3-16,-2 0 12 0,2 3-12 0,0-3 2 16,2 0 10-16,-1 0-8 0,6-3-2 0,-6 3 0 0,7 0 2 0,0 0-1 15,-2 0-7-15,1 0 6 0,-1 0-4 0,-1 0 6 16,5 3 0-16,-11-3-1 0,11 0 1 0,-3 0-4 15,-5 0 6-15,6 0-6 0,-1-3 0 0,-1 3 4 16,-6-1-3-16,2 0 1 0,3 1 5 0,1-3-1 16,1 1-3-16,4 2-1 0,-1-2-3 0,-2-1-1 15,6 3 11-15,-2-2-6 16,-1 4-2-16,-1-4 0 0,1 0-2 0,1 2 0 16,0-1 1-16,-1 1 2 0,1 1 0 0,2-1-9 15,-1 0 14-15,-1 4-8 0,2-4 4 0,-3 1 3 16,1 1-1-16,-1-2-6 0,0-2 6 0,0 1-2 15,0 1 1-15,1-2 0 0,-6 0 4 0,6 2-1 16,1 0-2-16,-1 0 8 0,1 0-4 0,-2 0 0 16,0 0 3-16,0 0-4 0,0 0 4 0,1 0 0 0,-1 0 0 15,1-1-2-15,3 1-3 0,-4 1 0 0,1 1-2 16,2-4-5-16,-3 2 8 0,0-2 1 0,-2 2-3 0,2 0 2 16,-1 0 4-16,-2-3 2 0,-1 5-2 0,2-2-1 15,-10-2 0-15,2 4-5 0,7-4 0 0,-7 2 0 16,6-1 3-16,-7 1-4 0,0 1 7 0,0-2-4 15,-3 4 1-15,11-5-3 0,-10 2 1 0,3 2 0 0,-3-2 6 0,3-2-7 16,-2 1-2-16,-2 1 3 0,3 0-3 16,-2 0 0-16,-3-1 8 0,2-2 6 0,-1 2 2 15,-1-1 2-15,-3 2-4 0,5-2 3 0,-4-1-1 0,0 2 1 16,3-2-3-16,2 2-3 0,-5 0 0 0,4 0-4 16,-2-1 2-16,-1 2-3 0,-2 0 2 0,2-1-2 15,-2-1 1 1,4 2-3-16,0 0-3 0,-3-2 3 0,-1 4 3 15,1-4-2-15,-1 2 3 0,2 0 0 0,-2 0-3 0,0-1 4 16,-2 1-2-16,1-1-2 0,0-1-1 16,1 2 3-16,0 2-8 0,0-4 6 0,-2 1-5 15,2 1 1-15,-1 0-1 0,2 0 3 0,-2-2-1 0,0 2 1 16,2 0-2-16,-4 2-3 0,4-2 3 0,-1 0 2 16,-1-2-3-16,0 2 0 0,0 0-2 0,-1 0 2 0,0 0 0 15,-1 0 4-15,0 0-4 0,0 0-2 0,1 0 7 16,1-2-5-16,-3 2 0 0,0 0-1 0,3 0 5 15,-1 0-2-15,-2 0-8 0,5 2 2 0,-5-2 6 16,5 0-3-16,-1 0-1 0,-3 0-1 0,3 0 0 16,-3 0 4-1,0 0 0-15,2 0-2 0,-2 0 3 0,1 0 0 16,-2 0-5-16,-2-2 2 0,1 2 0 0,0 0 1 0,0-1-4 16,-1 1 6-16,2 0-8 0,-2 0 11 0,2 0-7 15,-2 0-1-15,0 0 1 0,-7 0-1 0,14 0 2 16,-5 0 1-16,-1-2-2 0,1 2 1 0,-3 0 5 15,2 0-6-15,-3-1 3 0,8 1-4 0,-7 0 5 16,4 0 1-16,2 0-2 0,-3 0 6 0,1 0 1 16,1 0 2-16,-3 0 2 0,-1-1 0 0,0 1 1 0,1-1-3 0,-2 1 1 15,1-2 2-15,-1 2-2 0,-6 0 1 0,11-1 2 16,-5 1-1-16,0-1-3 0,-6 1 0 0,9 0-1 16,-3-1 1-16,2 1-1 0,-8 0-1 0,13 0-4 15,-8 0 1-15,1 1-1 0,2-1 1 0,-8 0-5 16,13-1 2-16,-8 1-1 0,-5 0 3 0,13 0 0 15,-8 0-4-15,-5 0 2 0,9 0-1 0,-9 0 2 0,10 0-3 0,-10 0 2 16,6 0 0-16,-6 0-1 0,7-2-2 0,-7 2 0 16,0 0 0-16,6 0 2 0,-6 0-2 0,0 0 0 15,0 0 3-15,0 0-3 0,10 2-1 0,-10-2 3 32,0 0-2-32,8 0-1 0,-8 0 2 0,5 1-2 0,-5-1 3 0,0 0 0 0,0 0-3 0,9-1 1 15,-9 1 1 1,0 0 0-16,0 0 7 0,9 0 4 0,-9 0-3 15,0 0 4-15,0 0-1 0,5-2 1 0,-5 2-1 0,0 0 3 16,0 0-5-16,0 0 3 0,0 0-3 0,0 0-1 16,0 0-2-16,0 0 2 0,0 0-1 15,0 0-2-15,0 0 0 0,0 0 2 0,0 0-5 16,0 0 0-16,0 0 0 0,0 0 0 0,0 0-1 0,0 0-1 16,0 0-4-16,0 0-20 0,0 0-22 0,7 3-33 0,-7-3-44 15,0 0-52-15,0 0-226 0,0 0-431 0,0 0 191 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8:56:16.86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1975 2057 171 0,'0'0'216'0,"0"0"-9"0,0 0-7 0,-6-1-12 0,6 1-5 16,0 0-8-16,0 0-12 0,0 0-11 0,0 0-11 16,0 0-14-16,0 0-12 0,0 0-11 0,0 0-10 15,0 0-3-15,0 0-18 0,0 0-4 0,0 0-8 16,0 0-8-16,0 0-6 0,0 0-6 0,0 0-4 0,0 0-6 16,0 0-6-16,0 0 1 0,24-1-6 0,-18-1-3 15,-6 2-3-15,18 2 0 0,-6-1-5 0,-1 1 1 16,1 0-3-16,-1 1-3 0,0-1 2 0,1 3-20 15,-3 0-11-15,-2 1-5 0,4-2-5 16,-5 3-2-16,2 3-3 0,-4-5 1 0,-3 8 3 16,-1-2 0-16,-4 8 5 0,-2-2 2 0,-3 1-1 0,-5 3 3 0,-3-2 0 15,2-5 0-15,1 1 3 0,-3-1 1 0,4-2 7 16,0-2-1-16,0 1-6 0,3-3 8 0,1-3-9 16,3 1-2-16,0-1-13 0,2-1-3 0,3 1-1 15,-4-3 0-15,5-2 3 0,-4 7 9 0,4-7 3 16,0 0-4-16,10 8 7 0,-2-4 5 0,5-1 5 15,-1-1 1-15,4 2 1 16,-2-3 1-16,5 4 1 0,0 2 2 0,-6-4-1 16,6 1 1-16,8 1-2 0,-13-2-4 0,0 3 10 15,-5-1-4-15,0-2 0 0,1 5 7 0,-2-1-4 0,-3 3 0 0,-1-4 12 16,-4 3-8-16,0 2 8 0,-4-4 4 16,-5 9-1-16,-1-3 9 0,-7-4 1 0,1 3 6 15,-9 1 3-15,1-1 1 0,-2-3 4 0,0-1 7 16,5-1 3-16,-4 0 8 0,3-6 6 0,3 4 10 15,5-5 2-15,0 2 8 0,2 0 4 0,1-1-3 16,3 1 5-16,0 0 1 0,8-2 4 0,-13 0 4 16,13 0 4-16,0 0 0 0,-11-2-7 0,11 2-10 15,0 0-1-15,-6-2-6 0,6 2-8 0,0 0-8 16,0 0-10-16,0 0-1 0,0 0 0 0,0 0-17 16,0 0-10-1,0 0-11-15,0 0-26 0,0 0-27 0,-6-5-33 16,6 5-32-16,0 0-40 0,0 0-49 0,10-7-57 15,-8-1-211-15,3 3-507 0,0-3 224 0</inkml:trace>
  <inkml:trace contextRef="#ctx0" brushRef="#br0" timeOffset="584.94">1911 1808 116 0,'-11'-2'127'0,"-1"5"1"0,-1-3-10 0,2 0-16 16,-1 7-13-16,-2-3-10 0,-2 2-14 0,-2 5 4 15,1-1-16 1,-3 7-3-16,-4 3-5 0,2 1-5 0,0 4 4 16,-1 1 2-16,0 3-15 0,4 3 17 0,-7 9 0 15,7-10-4-15,-3 15 0 0,7-14 7 0,1 14-10 16,4-10 6-16,1 8-6 0,4-10 3 0,1 14 5 16,0-3-6-16,4-10-2 0,1-1 4 0,7 2 1 15,-3-4-5-15,3 1 6 0,6 1 0 0,0-4 4 16,2 0 3-16,3-3 5 0,2 0-2 0,2-3 1 0,3 1 0 15,0-3-1-15,5-4 13 0,4 1 1 0,-1-3-1 16,3-4-1-16,0 2-1 0,4-8 4 0,8 3 7 16,-11-5 2-16,0-2-3 0,1-2 6 0,-5-2 5 15,2 0 0-15,0-4 9 0,-4-2 5 0,1-1 24 16,-4-2 0-16,-1-1-1 0,-1-3 5 0,-1-2 2 16,-2-4-3-16,3-1-4 15,0-5-2-15,2-12-12 0,2-4-13 16,-7-1-11-16,-1-4-1 0,-4 1 7 0,-1-3 2 15,-5 2-14-15,1-6 3 0,-6 1-6 0,-4-2-8 16,-4-1-7-16,-4 3-11 0,-9 2-11 0,-1-1-10 16,-9 2-11-16,-6 4-10 0,-5 2-18 0,-5 4-18 15,-10 4-22-15,-6 7-11 0,-4 4-17 0,-4 8-30 16,-35 0-64-16,4 17-51 0,-2 8-58 0,3 10-57 0,6 9-383 0,25-6-778 16,5 0 345-16</inkml:trace>
  <inkml:trace contextRef="#ctx0" brushRef="#br0" timeOffset="4065.8">4698 2145 114 0,'0'0'139'0,"-6"-3"2"0,6 3-12 0,-3-4-5 0,3 4-8 16,0 0 0-16,0 0-6 0,0 0-8 0,-2-1-2 15,2 1-6-15,0 0-6 0,0 0-6 0,0 0-1 16,0 0-13 0,0 0 1-16,0 0-8 0,0 0-1 0,0 0-7 15,0 0-3-15,0 0-6 0,0 0 0 0,0 0-8 16,0 0-2-16,0 0-4 0,11-6-6 0,-11 6-5 15,9-1-2-15,-4 0-3 0,4 2-3 0,1-2 0 16,-1 3-1-16,4 0-6 0,0 0 4 0,-3 1-5 16,3-1-2-16,-3 4-9 0,8 1-10 0,-9-1-18 15,2 5-5-15,0 3-10 0,-2 3 12 0,-2 1-2 0,-2 10 6 0,-1-1 6 16,-8 6 2-16,-1 1 2 0,-13 9 3 0,-3-1 10 16,-5-1-1-16,-3 0 2 0,6-13 0 15,-3-1 6-15,-1-2-3 0,-12 8 1 0,11-10 5 16,-3-3-2-16,-1 1 6 0,1-4-5 0,2 1 1 15,3-3 2-15,-1-3 0 0,8-4 6 0,-6 1 9 0,11-2 15 16,1-2 19-16,4-4 10 0,0 4 16 0,5-3 21 0,-2 0 15 16,1-1 11-16,1 0 7 0,4-1 3 0,-5 3 2 15,5-3-2-15,0 0-4 0,-8 0-11 0,8 0-12 16,0 0-10-16,0 0-12 0,0 0-6 0,0 0-3 16,0 0-15-16,-6-4-3 0,6 4-4 0,0 0-5 15,0 0-5-15,0 0 1 0,-3-3-11 0,3 3 1 16,0 0-5-1,0 0-7-15,0 0-1 0,0 0-4 0,0 0 3 16,0 0-7-16,0 0 0 0,0 0-5 0,0 0 0 16,9-7 1-16,-1 7-10 0,2-1-3 0,7 0 2 15,3 1 4-15,14-3 3 0,2 1 3 0,4 2-6 16,12-3-10-16,6 3 5 0,-6 0-3 0,4 0 1 16,-3 0 3-16,-16 0-1 0,4 2-16 0,-3-1 21 15,-3 1-4-15,-2 0-15 0,-5-1 15 0,-5 0-8 0,-5-1-6 0,1 1-11 16,-6 2-12-16,-3-3 2 0,-2 1-1 0,-3-1-2 0,0 1 2 15,0-1 3-15,-5 0-4 0,9 2 1 0,-9-2 5 16,0 0 0-16,0 0-10 0,0 0-7 0,0 0-8 16,0 0-8-16,-27 0-10 0,27 0-14 0,-19 0-29 15,10 0-35-15,-1-3-47 0,1 2-56 16,0-3-144-16,4 0-435 16,1-1 193-16</inkml:trace>
  <inkml:trace contextRef="#ctx0" brushRef="#br0" timeOffset="4782.76">5447 2351 53 0,'0'0'215'0,"0"0"-20"0,0 0-22 16,0 0-20-16,0 0-19 0,0 0-12 0,0 0-19 15,0 0-16-15,0 0-13 0,0 0-4 0,0 0-13 0,0 14-2 16,0-6-12-16,0 4 11 0,-3 1-22 0,1 7 2 16,-2-1-2-16,0 6-2 0,-1 1-3 0,0 0-5 15,1-1-2-15,-2 1 2 0,-1 0-4 0,5-8 1 16,-2 3 0-16,0-3-8 0,0-2 5 0,3-3-5 16,-4 2 2-16,1-5-1 0,4-2 4 0,0 0-7 15,-1-5 0-15,-3 1 37 0,4 1 24 0,0 0 42 0,0-5 45 0,-3 3 52 16,3-3 32-16,0 0 23 0,0 0-17 15,0 0-23-15,7-14-26 0,-2 0-24 0,5-4-22 16,3-6-6-16,2-3-18 0,1-7-20 0,1 3-11 16,-1-1-8-16,4 1-12 0,1 4-6 0,-3 3-9 0,-3 0-6 15,-5 10-10-15,0-1-2 0,0 7-5 0,-2 1-3 16,-3-1-10 0,-1 3-11-16,0 0-2 0,1 2-13 0,-5 3-35 15,6-3-16-15,-6 3-12 0,11 7-12 0,-6 2 6 16,4 6 4-16,0 3-3 0,0 6 7 0,1 8 8 15,-1-2 7-15,-2 2 6 0,0 1 4 0,-2-2 1 16,0-1 9-16,0-2-17 0,0-1 26 0,-1-2 0 16,-3-5 0-16,1-3 6 0,-2 1 3 0,0-8-2 15,1 1 12-15,0-2-8 0,-1-1-4 0,3-2 9 0,-3-1 3 0,0-5 8 16,0 7-6-16,0-7 19 0,-3 5 14 0,3-5 14 16,0 0 17-16,0 0 10 0,3 5 3 15,-3-5 3-15,0 0-7 0,0 0 1 0,0 0-12 16,0 0-6-16,0 0-5 0,0 0-13 0,0 0-46 15,0 0-40-15,0 0-37 0,0 0-40 0,0 0-45 16,13-14-46-16,-10 9-51 16,4 2-67-16,1-3-311 0,-1 0-693 0,1-1 307 15</inkml:trace>
  <inkml:trace contextRef="#ctx0" brushRef="#br0" timeOffset="5769.94">6140 2616 193 0,'0'0'192'16,"0"0"-3"-16,0 0-2 0,0 0-10 0,-6 1-5 15,6-1-11-15,0 0-11 0,0 0-12 0,0 0-5 16,0 0-9-16,0 0-6 0,0 0-5 0,0 0-7 15,0 0-4-15,0 0-7 0,0 0-4 0,0 0-5 0,0 0-8 16,0 0-9 0,0 0-1-16,0 0-7 0,0 0-4 0,0 0-3 15,0 0 1-15,0 0 1 0,0 0-9 0,0 0-3 16,0 0-1-16,0 0 4 0,0 0 0 0,0 0-7 16,0 0 6-16,0 0-1 0,0 0 0 0,0 0 1 15,0 0 4-15,0 0 0 0,0 0 4 0,0 0-3 16,0 0 0-16,0 0-6 0,0 0-1 0,0 0 4 15,0 0-10-15,0 0-5 0,0 0 6 0,0 0-14 0,0 0-3 0,0 0 3 16,0 0 3-16,0 0-8 0,0 0-2 0,0 0 6 16,0 0-6-16,0 0-4 0,0 0-8 0,0 0 3 15,0 0 5-15,0 0-6 0,0 0-4 16,0 0 6-16,0 0-10 0,0 0 7 0,0 0-2 16,0 0-2-16,0 0-1 0,0 0 5 0,0 0-3 15,0 0-6-15,0 0 7 16,0 0-4-16,0 0-5 0,0 0 11 0,0 0-10 15,0 0 4-15,0 0 1 0,0 0-3 0,0 0 0 16,0 0-3-16,0 0 11 0,0 0 1 0,0 0-8 16,0 0 0-16,0 0-3 0,0 0-4 0,-3 2 12 15,3-2-2-15,0 0 1 0,0 0-1 0,0 0-4 16,0 0 4-16,0 0-5 0,0 0 11 0,0 0-10 16,0 0 5-16,0 0-11 0,0 0 3 0,0 0 0 0,0 0 4 0,0 0-1 0,0 0-2 15,0 0 2-15,0 0 0 0,0 0 1 0,0 0-6 16,0 0 4-16,0 0 3 0,0 0-4 0,0 0-2 15,0 0 11-15,0 0-3 0,0 0-10 0,0 0 8 16,0 0-6-16,0 0 3 0,0 0-5 0,20-2 2 16,-9 2 0-16,2 0 6 0,6-3-10 0,-1 3 7 15,2-1-3-15,1 2 4 0,2-2-1 0,7-3-3 16,-2 2-1-16,0-2 1 0,-1 3-1 0,-6-1-3 16,1 1 3-16,-2 0-4 0,-4-4-11 0,-2 4-2 15,-1 0-15-15,-3 0-16 0,3-1-14 0,-3 2-13 16,-2-1-20-16,-3-1-14 0,-5 2-22 0,11 0-17 15,-11 0-18-15,5-4-65 0,-5 4-257 0,0 0-535 16,0 0 237-16</inkml:trace>
  <inkml:trace contextRef="#ctx0" brushRef="#br0" timeOffset="6048.49">6308 2502 97 0,'0'-4'332'0,"0"-1"0"16,0-1-8-16,0 0-6 0,0 2-15 0,-1-1-13 16,1 5-31-16,0-8 5 0,0 8-17 0,0-4-23 15,-1 1-19-15,1 3-26 0,1-4-16 0,-1 4-22 16,0 0-13-16,0 0-21 0,0 0-33 0,0 0-25 16,0 0-20-16,0 0-7 0,0 0-4 15,1 18 0-15,-1-2-25 16,0 0 14-16,3 11 0 0,-2-2 4 0,-1 1-2 0,3 0-15 15,-1-2-14-15,1 1-10 0,-2-6-16 16,2 8-16-16,-1-8-28 0,-2 0-31 0,4-1-30 16,-3 0-36-16,4-1-48 0,-2-1-73 0,-2-7-175 15,2-2-523-15,1-2 233 0</inkml:trace>
  <inkml:trace contextRef="#ctx0" brushRef="#br0" timeOffset="6449.96">6887 2386 188 0,'1'-2'356'0,"-1"2"-21"0,2-7-21 15,-2 7-26-15,0 0-29 0,0-2-26 0,0 2-30 16,0 0-22-16,0 0-32 0,0 0-24 0,0 0-16 16,0 0-14-16,2 19-7 0,-4-7-9 0,0 5-16 0,1 2 0 0,-3 11-1 15,0-1-18-15,-1 1 4 0,4-1-1 0,-3-1-15 16,2 1 8-16,4-4-5 0,-2 1-4 0,-2-7-5 16,2 0 2-16,0 0 0 0,-2-2-7 0,4 0-1 15,0-5 2-15,-2-2-3 0,0-3-4 0,0 1 0 16,0-3-3-16,1 2 5 0,-2-5-1 15,1-2 0-15,0 8 1 0,1-5-3 0,-1-3 19 0,0 0 6 0,3 6 5 16,-3-6 6-16,0 0 9 0,0 0-4 0,0 0-6 16,0 0-9-16,0 0-2 0,0 0-40 0,0 0-56 15,0 0-39-15,0 0-47 0,10-17-62 0,-5 8-83 16,0-3-272-16,3-5-608 0,2 2 269 0</inkml:trace>
  <inkml:trace contextRef="#ctx0" brushRef="#br0" timeOffset="6735.36">7250 2116 1870 0,'4'-7'221'15,"-3"4"-66"-15,2 0-70 0,-2 1-31 0,1-1-25 16,-2 3-13-16,0 0-8 0,7 0-2 0,-7 0-6 15,10 5 5-15,-1 5 6 0,3 6-2 0,4 10 12 16,3 7 2-16,3 13 9 0,-3 8 2 0,-3 2 2 16,-1 24-2-16,-14-23 2 0,3 1-4 0,-4-2-3 15,-3-3 1-15,-3-3-3 16,-8-3 1-16,5-11-7 0,-5 10 7 0,-4-14-5 16,-9 11 2-16,-1-3 1 0,-9-2-8 0,0-3-26 15,-6-1-25-15,-2-6-35 0,-9-1-61 16,-3-6-88-16,-30 1-203 0,24-10-454 0,-1-9 200 15</inkml:trace>
  <inkml:trace contextRef="#ctx0" brushRef="#br0" timeOffset="7451.96">4554 1855 175 0,'0'0'204'0,"0"0"-7"0,0 0-4 0,0 0-4 0,0 0-12 0,0 0-12 15,0 0-10-15,0 0-14 0,0 0-14 0,0 0-15 16,0 0-10-16,0 0-17 0,0 0-10 0,0 0-12 16,0 0-13-16,-17 8-12 0,3 1-6 0,-13 8-1 15,-1 4-7-15,-18 17-1 0,-14 22-5 0,-4 9-1 16,0 16 5-16,0 4-5 0,2 11-3 0,3 0-2 15,4-5-1-15,10-4 6 0,11-8-3 0,7-2 11 0,14-22-5 16,9 30 5-16,8-32-1 0,5 0 0 0,9-2 0 31,9-3-3-31,23 17 2 0,-9-28 2 0,34 11-2 16,13-12 2-16,8-4-27 0,5-11-56 0,4-2-76 0,-3-6-294 0,-1-7-463 0,-4-10 205 0</inkml:trace>
  <inkml:trace contextRef="#ctx0" brushRef="#br0" timeOffset="9991.9">8128 2146 18 0,'2'-8'226'16,"0"5"-15"-16,-2-4-4 0,1 0-16 0,0 4-4 16,-1-6-18-16,1 6-11 0,-1 0-14 0,0 3-15 15,2-5-19-15,-1 1-11 0,-1 4-19 0,0 0-22 16,0 0-9-16,0 0-7 0,-3 12-6 0,2 2-3 16,-1 4-7-16,-1 14 3 0,-1 1-3 0,-3 15-5 15,-1 1 2-15,-2-1 0 0,2 2-4 0,-3-2 1 16,3-13-3-16,4 1 1 0,0-1-3 0,-1-2-2 15,0-1 3-15,2-3-3 0,1-3 2 0,-2-6-4 16,4-2 6-16,-1-7 0 0,-2 3-7 0,3-6 2 16,0 4 2-16,-1-5-4 0,1 0 3 0,-1-2-2 15,2-2 3-15,-2 2 2 0,1-5 8 0,-3 5 4 16,3-5 6-16,0 4 5 0,0-4-6 16,0 0-15-16,0 0-35 0,0 0-24 0,-5-15-26 0,0 8-35 15,4-3-28-15,-2-2-35 0,2-7-30 16,-3 0-147-16,3-6-369 0,-2-3 165 0</inkml:trace>
  <inkml:trace contextRef="#ctx0" brushRef="#br0" timeOffset="10342.44">8073 1918 149 0,'0'-4'172'0,"0"0"-13"0,0 4-26 16,2-3-12-16,-2 3-14 0,9-1-15 0,0 1-5 16,3 2-11-16,4 0-5 0,4 5-3 0,1-1-10 15,6 5 0-15,1 0-12 0,-1 1 4 0,-3 4-8 16,2 3 1-16,-6 1-8 0,-3-1-6 0,2 1 1 16,-10-3-9-16,1 1 4 0,-5 0-2 0,-3 1-4 15,-1 1-3-15,-2 0 1 0,-5-3-2 0,-7 4 1 16,1-4 4-16,-8 2 2 0,-2-2 2 0,-1-1-2 15,-4-1 7-15,3-2-2 0,-6 1-2 0,4-4-1 16,-3-1-5-16,3 2-1 0,0-2 4 0,-1-2-8 16,8-2 3-16,4 0-3 0,-2 0-3 0,7-1 3 15,-3 0-11-15,2 0-23 0,4 0-14 0,0-2-22 16,1 3-15-16,5 0-19 0,1-2-27 0,0-3-40 16,0 0-103-16,14 7-282 0,-4-4 126 0</inkml:trace>
  <inkml:trace contextRef="#ctx0" brushRef="#br0" timeOffset="11041.8">8481 2530 172 0,'0'0'211'0,"0"0"-20"15,0-3-19-15,0 3-20 0,0 0-11 0,0 0-24 16,0 0-14-16,0 0-13 0,0 0-13 0,0 0-5 15,0 0-11-15,1 17-6 0,-2-9-5 0,-2 3-5 16,-1 0-6-16,4 3 2 0,-5 1-9 0,1 2-2 16,3 0-1-16,-4 0-6 0,-3-1-3 0,7 3 1 15,-4-4-4-15,-2 2-4 0,6 0 0 0,-3-5-3 16,3-3 3-16,-3 2 1 0,-1-5-3 0,5 2 1 16,-4-3 2-16,3 2 0 0,1-3 0 0,0-4 34 15,0 6 27-15,0-6 39 0,0 4 35 0,0-4 27 16,0 0 27-16,0 0-16 0,0 0-25 0,0 0-15 15,11-18-9-15,-4 6-13 0,-1-4-20 0,3-3-19 16,5-5-1-16,-1 2-13 0,5 0 2 0,-4-1-16 16,4 0-8-16,-4 1-5 0,-1 5-5 15,-2 3 8-15,-2 1-21 0,1 3-2 0,-3 2 8 0,-1 0-10 16,-3 3-9-16,4 1-7 0,-6 0-3 16,3 1-6-16,0 2-11 0,-4 1-2 0,0 0-5 15,10 5-4-15,-6 0-9 0,4 5 5 0,-6 1-3 0,2 6 3 16,1 0 6-16,-1 1-1 0,0 1 4 0,0 5 2 15,-3-4 2-15,-1 4-1 0,0-5 1 0,3 0 1 16,-3 1 5-16,0-4 1 0,0 0 2 0,-3-4-4 16,2-1 5-16,1-2 1 0,0-1-1 15,0-3 12-15,-1 0-9 0,1 2-1 0,0-2 16 16,0-5-9-16,0 5-1 0,0-5 0 0,0 0 31 16,0 6 17-16,0-6 14 0,0 0 5 0,0 0-1 15,0 0 12-15,0 7-10 0,0-7-8 0,0 0-2 0,0 0-11 16,0 0-1-16,0 0-7 0,0 0-5 15,0 0-1-15,0 0-14 0,0 0-38 0,23-10-37 16,-17 6-44-16,4-2-30 0,-1 1-58 0,3 0-62 16,0-2-66-16,4 0-324 0,-5-1-688 0,2-1 305 15</inkml:trace>
  <inkml:trace contextRef="#ctx0" brushRef="#br0" timeOffset="15075.34">9464 2370 78 0,'0'0'187'15,"0"0"-12"-15,0 0-11 0,-1-2-11 0,1 2-5 16,0 0-13-16,0 0-12 0,0 0-14 16,0 0-10-16,0 0-5 0,0 0-11 0,0 0-7 15,0 0-5-15,0 0-9 0,0 0-4 0,0 0-4 16,0 0-3-16,0 0-6 0,0 0-3 0,10-5-10 0,2 5-1 16,2 0-4-16,6 0 1 0,10-3-8 0,-1 6-2 15,7-3-1-15,2-3-3 0,-1 3 3 0,4 0-4 16,-4 3 0-16,2-3-4 0,-5 0 3 15,-2 0-3-15,3 0-2 0,-6 0 1 0,-9 1 1 16,1-1-7-16,-8 1 11 0,-2 1-15 0,2-1-12 16,-8-1-20-16,3 1-11 0,-8-1-17 0,11 1 0 15,-11-1-11-15,5 3-6 0,-5-3-23 0,0 0-25 0,0 0-28 16,-25 8-104-16,13-5-280 0,-2-1 124 16</inkml:trace>
  <inkml:trace contextRef="#ctx0" brushRef="#br0" timeOffset="15406.69">9522 2542 77 0,'-4'2'181'16,"4"-2"-19"-16,0 0-17 0,0 0-9 0,0 0-10 16,17 4-8-16,2-4-11 0,8 0-11 0,7 0-10 15,3 0-6-15,0 1-9 0,18-2 6 0,-1 1-16 16,-1-1-2-16,-13 0-6 0,-3 1 2 16,3 1-1-16,-3-2-7 0,-8 1-5 0,-7 0-6 15,-4 1-2-15,-5-1-4 0,-2 0 2 0,-4 0-4 0,0-1-1 16,1 1-4-16,-8 0-2 0,7 0 1 0,-7 0-5 15,0 0-10-15,0 0-18 0,10-2-27 0,-10 2-37 16,0 0-47-16,0 0-36 0,0 0-127 16,0 0-308-16,-25-5 137 0</inkml:trace>
  <inkml:trace contextRef="#ctx0" brushRef="#br0" timeOffset="16057.58">11101 2264 52 0,'4'-10'212'0,"-1"-2"0"0,-2 4-4 0,2-3-15 16,0 2-1-16,1 1-8 0,-1 3-15 15,-1-5-12-15,1 4-12 0,-1 2-11 0,0 0-16 0,-1 1-11 16,0 0-13-16,-1 3-12 0,4-4-15 0,-4 4-25 15,0 0-5-15,0 0-8 0,3 9-3 0,-3 4 0 16,-3 6-6-16,-1 7-2 0,-1 6 2 16,-1-2-5-16,-1 5-1 0,4 1-2 0,-5 13 3 15,0-15-4-15,2 12 3 0,2-15-2 0,3 2 1 16,-2-3-5-16,1 0 4 0,2-4 0 0,-3 0-2 0,3-6-1 16,0-3 2-16,-1-5 1 0,2 5-4 0,-1-5 2 15,0-3-1-15,0-1-1 0,0-1 0 0,-1-1 0 16,1-6 1-16,1 7 2 0,-1-2-3 15,0-5 6-15,0 6-3 0,0-6 3 0,0 5 2 16,0-5 6-16,0 0-30 0,0 0-46 0,0 0-37 16,-4-16-30-16,4 6-41 0,0 0-41 0,-1-7-171 15,1-2-405-15,-3-2 180 0</inkml:trace>
  <inkml:trace contextRef="#ctx0" brushRef="#br0" timeOffset="16424.32">11133 1876 124 0,'-1'-5'174'0,"0"1"-19"16,1 1-17-16,0 3-17 0,0-6-16 0,0 6-10 15,5-3-12-15,-5 3-5 0,13 3-9 0,-2 2-8 16,6 1-9-16,3 2-6 0,8 4-1 0,3 2-1 15,-2 3-5-15,2 2-6 0,0 1 0 0,-5 1-5 16,1 2-1-16,-4 1-7 0,0 2 5 0,-1 2-4 16,-8-3-4-16,0 4 4 0,-5-2-5 0,-6-3 3 15,-3 3-2-15,-7-9-3 0,-2 5-10 0,-9-3 13 16,-2 1 1-16,-7-2 7 0,0-4-4 16,-6-1 10-16,-1-2-1 0,-1-4 4 0,-2 2-2 15,1-2 3-15,-1 0-3 0,0 1-6 0,3-3-3 0,2-1-2 16,5 0 0-16,-4 1-2 0,13-3 3 0,-1 0-8 15,6 3 1-15,-1-3-2 0,7-1-19 16,-1-1-41-16,-1 2 10 0,4-1-15 0,2 4-20 16,3-6-40-16,8 6-55 0,0-4-113 0,4-1-304 15,8 3 135-15</inkml:trace>
  <inkml:trace contextRef="#ctx0" brushRef="#br0" timeOffset="17142.74">11537 2655 220 0,'0'0'233'0,"3"-2"-13"0,-3 2-16 0,0 0-18 0,0 0-19 16,0 0-18-16,1-5-16 0,-1 5-13 0,0 0-17 16,0 0-11-16,0 0-13 0,0 0-14 0,0 0-13 15,0 0-7-15,0 0-2 0,-3 12-9 0,3-4 1 16,-2 1-5-16,-1 0-5 0,1 2 1 15,-1 1-6-15,0-1-4 0,0 1 2 0,-1-1 6 16,0 5-11-16,-1-3 2 0,4 1-5 0,-3-2 6 16,0-2-5-16,0 0 0 0,4-3 1 0,-1-1-1 15,-2 0-3-15,3 1-1 0,-1-3 0 0,1-4 2 0,-4 7 16 16,3-3 31-16,1-4 35 0,0 0 35 16,0 0 32-16,0 0 34 0,-1 6 20 0,1-6-13 15,0 0-23-15,0 0-19 0,6-19-15 0,-1 9-15 16,0-1-10-16,3-4-16 0,1 1-13 0,1-1-6 15,-2 1-9-15,-2 2-8 0,1 0-8 0,0 4-9 16,1-3 0-16,-3 3-6 0,-1 2-5 0,0 0-4 16,-2 1-8-16,2 0-2 0,-2 3-4 0,-2 2-7 15,6-6-6-15,-6 6 2 0,0 0-27 0,4-2-15 16,-4 2 2-16,0 0-1 0,7 8 19 0,-5-3-14 16,1 3 2-16,0 3-4 0,1 0 3 0,-2 0 15 15,-1 4-17-15,2-2 2 0,-3-2 2 0,0 6 7 16,3-5-3-16,-3 4 7 0,0-1-1 0,-2-3 6 15,4 1-8-15,-2-4 5 0,2 2 1 0,-4-5 3 16,0 1 2-16,1 1 3 0,0-3-1 0,1-5 2 16,0 9-1-16,0-9 4 0,-2 8-1 0,2-8-3 15,0 0-3-15,0 7 10 0,0-7-10 0,0 0 13 16,0 0-1-16,0 0 3 0,-2 7-3 0,2-7-2 16,0 0 6-16,0 0 0 0,0 0-1 0,0 0 0 15,0 0 4-15,0 0-11 0,0 0 16 0,0 0-23 16,0 0-38-16,0 0-25 0,29-12-39 0,-12 9-48 15,2-2-72-15,9-6-88 0,-2 1-303 0,4 0-670 16,0 0 296-16</inkml:trace>
  <inkml:trace contextRef="#ctx0" brushRef="#br0" timeOffset="19357.84">11986 2813 23 0,'0'0'193'0,"0"0"-16"0,0 0-13 0,0 0-10 16,0 0-12-16,0 0-17 0,0 0-8 0,0 0-9 16,0 0-5-16,0 0-8 0,-7-3-12 0,7 3-6 15,0 0-6-15,0 0-3 0,0 0-6 0,0 0-7 16,0 0 4-16,0 0 1 0,0 0-11 0,0 0-2 15,0 0-7-15,0 0-3 0,25 0-5 0,-13 0-1 16,6-1-8-16,5 0-2 0,4 1 0 0,5-2-6 16,-4 0 3-16,4 2-3 0,-1-1 0 0,-2-1-7 15,-1 1 1-15,-8-1-4 0,-1 2 7 0,1-2-5 16,-7 0 0-16,-2 2-2 0,2-2-8 0,-4 2-13 16,-3-1-26-16,2 1-9 0,-8 0-31 0,8-4-51 15,-8 1-40-15,0 3-137 0,0 0-334 0,-18-8 148 16</inkml:trace>
  <inkml:trace contextRef="#ctx0" brushRef="#br0" timeOffset="19590.43">12126 2738 138 0,'0'0'295'0,"0"-6"1"0,0 6-4 15,0-4-4-15,0 4-9 0,-1-4-11 0,1 4-21 16,0 0-20-16,0 0-26 0,0 0-30 0,0-4-18 15,0 4-19-15,0 0-15 0,0 0-20 0,0 0-19 16,0 0-10-16,0 0-21 0,0 0 16 0,1 18-8 16,-1-8-21-16,5 1-10 0,-5 1-13 0,3 1-23 15,-2-3-20-15,3 6-24 0,0-4-28 0,0 5-29 16,-2-3-36-16,2-1-43 0,0-1-50 16,1-2-217-16,0 1-495 0,0-3 220 0</inkml:trace>
  <inkml:trace contextRef="#ctx0" brushRef="#br0" timeOffset="19840.84">12694 2721 2832 0,'1'-3'238'16,"0"-1"-25"-16,-1 4-35 0,1-7-51 0,1 5-43 15,-2 2 11-15,2-4-19 0,-2 4-27 0,5-3-8 16,-5 3 6-16,0 0-26 0,3-2-10 0,-3 2-13 16,0 0 4-16,0 0-6 0,-3 13-4 0,2-2 0 15,-1 0 1-15,-1 6 5 0,-1 2-9 0,2 1-1 16,2-1-17-16,0 5-12 0,-2 2-31 0,1 0-32 16,0 0-32-16,1 0-48 0,1-5-62 0,-4-4-279 15,3 0-569-15,-2-5 252 0</inkml:trace>
  <inkml:trace contextRef="#ctx0" brushRef="#br0" timeOffset="20564.16">12020 1531 35 0,'0'0'230'15,"0"-7"0"-15,0 4-8 0,0 3-7 0,0-4-16 16,0 4-16-16,0 0-17 0,0 0-19 0,1-4-21 15,-1 4-13-15,0 0-18 0,0 0-25 0,0 0-16 16,0 0-5-16,0 0-4 0,-7 20-6 0,1-10-6 16,-2 7 1-16,-1 2-8 0,-3 5-26 0,-1 3-17 15,2 2-31-15,-2 2-23 0,4 0-41 0,-1-4-22 16,-4 2-188-16,9-4-349 0,-2-7 156 0</inkml:trace>
  <inkml:trace contextRef="#ctx0" brushRef="#br0" timeOffset="21355.27">13275 2138 93 0,'4'-3'217'0,"2"1"-21"0,-1-2-18 0,-1 1-27 16,2 0-10-16,2 1-15 0,4 2-12 0,-3 0-13 15,2 3-13-15,2 1-9 0,-3 1-11 0,3 0-2 16,-3 0-9-16,-1 4-4 0,1 3-7 0,-1 4-2 16,-1-3-4-16,-3 3-5 0,-4 0-5 0,-1 1 1 15,0 0-3-15,-2 0 1 0,-6 2-7 0,3-2-3 16,-5-2 0-16,-2 1-1 0,1-3-1 0,-3 0-9 15,3-5 9-15,0 1-4 0,1-1 2 0,1-1-4 16,2-4 12-16,1 0 8 0,0 1 20 0,2-2 27 16,1 1 35-16,3-3 19 0,0 0-10 0,0 0-10 15,-2-12-10-15,5 5-1 0,4-4-5 0,3-5-10 16,2 1-13-16,5-9-2 0,3 0-10 0,0 4 2 16,-1-2-4-16,3-1-4 0,-3 4-11 15,4 1-13-15,-10 4 18 0,1 2 11 0,-1-3-15 0,-3 9-5 16,-1-1-1-16,-1 1-11 0,-3-1-2 0,1 6-8 15,-2-5-22-15,2 5 16 0,-3-3-24 0,-3 4-5 16,0 0-13-16,0 0-1 0,11 9-4 0,-7 2 2 16,-1-2 1-16,-2 3 5 0,2 2-3 0,0 6 8 15,-1-3-3-15,0 2 9 0,2 8 2 0,-3-8 0 16,1 0-7-16,0 0-12 0,-1-2-23 0,2 1-26 16,-2-5-17-16,-1 3-41 0,2-5-37 15,0-3-46-15,-1 2-247 0,2-4-509 0,2-3 225 0</inkml:trace>
  <inkml:trace contextRef="#ctx0" brushRef="#br0" timeOffset="21596.85">13837 2063 216 0,'1'-3'228'0,"-1"3"-25"16,3-3-26-16,-3 3-19 0,0 0-14 0,0 0-20 15,6 10-12-15,-2-4-11 0,0 3-9 0,2 10-6 16,1 0-4-16,-2 8-2 0,0 1-4 0,-2 5-4 16,-3-2-8-16,1 3 2 0,-6 0-10 0,-2 2-3 15,-3-3-3-15,0-2-4 0,-3 0-3 0,-1-2-4 16,-4-2 0-16,-6-2-15 0,4-3-20 0,-2-2-26 16,-4-1-33-16,-2-7-41 0,1 1-65 0,-5-4-190 15,2-4-379-15,0-5 169 0</inkml:trace>
  <inkml:trace contextRef="#ctx0" brushRef="#br0" timeOffset="21889.76">13382 1875 42 0,'0'-4'242'0,"-2"0"-28"0,-2 1-24 0,4 3-20 16,-10 0-22-16,-1 3-14 0,-4 6-16 0,-5 4-14 15,-6 6-12-15,1 8-7 0,-14 9-5 0,2 7-9 16,5 1-13-16,1 5-3 0,8 1 0 0,7-1-4 16,6 4-4-16,8 0-3 0,7-2 1 0,11 0-2 15,7-1 0-15,15-4-4 0,0-2-3 0,9-7-12 16,7-2-29-16,1-5-37 0,4-5-58 0,27-1-97 15,-29-13-118-15,5-3-341 0,0-4 152 0</inkml:trace>
  <inkml:trace contextRef="#ctx0" brushRef="#br0" timeOffset="22638.48">14642 2450 16 0,'0'0'217'15,"-2"-3"-13"-15,2 3-14 0,0 0-16 0,0 0-14 16,0 0-18-16,0 0-9 0,-8 0-9 0,8 0-12 16,0 0-8-16,0 0-18 0,0 0-6 0,0 0-7 15,0 0-10-15,0 0-1 0,0 0-1 0,0 0-7 16,0 0-6-16,0 0 0 0,0 0-2 0,0 0-8 15,0 0-4-15,0 0-3 0,0 0-2 0,0 0-5 16,0 0-1-16,0 0-5 0,0 0 3 0,0 0-5 16,0 0 4-16,0 0-2 0,0 0 2 0,0 0 2 15,0 0-1-15,0 0 4 0,0 0 0 0,0 0 3 16,0 0-2-16,0 0-1 0,0 0-1 0,0 0 0 16,0 0-4-16,0 0 2 0,0 0-3 0,0 0 1 15,0 0 3-15,0 0 1 0,0 0 2 0,0 0-1 16,0 0 8-16,0 0-2 0,0 0-3 0,0 0 3 15,0 0 3-15,0 0-2 0,0 0-1 0,0 0-5 16,0 0-3-16,0 0-1 0,0 0 6 0,0 0-10 16,0 0-5-16,0 0-2 0,0 0 12 15,0 0-12-15,0 0-3 0,0 0-1 0,0 0 10 0,0 0-10 16,0 0 0-16,0 0 0 0,0 0 2 0,0 0 1 16,0 0 0-16,0 0 2 0,0 0-2 0,0 0-1 15,0 0 2-15,-4-4 1 0,4 4 1 0,0 0-4 16,0 0 2-16,0 0-3 0,0 0 2 15,0 0-3-15,0 0 1 0,32 0-3 0,-10 3-3 16,11 0-3-16,0-1 7 0,3 0-6 0,0 2 11 16,1-3-11-16,4 3 2 0,-3-2-2 0,-1 1 1 15,3-3-2-15,-3 4 2 0,-7-1 1 0,-3-3 1 16,-7 1-2-16,-7 0 1 0,-1-1 7 0,-3 0 12 16,1 0 6-16,-2 0-1 0,-8 0 1 0,0 0-4 15,10 0-11-15,-7-1-10 0,-3 1-19 0,0 0-52 16,0 0-44-16,0 0-44 0,0 0-57 0,-22-4-89 15,8 3-163-15,1 0-505 0,0-1 225 0</inkml:trace>
  <inkml:trace contextRef="#ctx0" brushRef="#br0" timeOffset="25439.51">15860 1908 43 0,'0'-5'156'0,"0"3"-3"0,4-3-14 0,-4 0-18 16,0 5-11-16,2-6-5 0,-2 6-21 0,2-4-4 16,-1 2-9-16,-1 2-12 0,0 0-15 0,0 0-11 15,0 0-7-15,0 0-5 0,-9 19 3 0,6-3-3 16,-4 9-2-16,-5 5-5 0,2-1-1 0,-4 16-5 15,-6-1 3-15,4 9 10 0,-4 0-11 0,4-4 3 16,-3 6-5-16,3-1 5 0,0-8 0 0,1 3-4 16,3-4 5-16,5-13-3 0,3-1 0 0,-2 0 2 15,2-6 5-15,0-5-11 0,3-4 3 0,-2-3 5 16,3-2 2-16,-1-4 4 0,-2 0 21 16,3-2 23-16,0 0 33 0,-1-1 38 0,0 0 33 15,1-4 34-15,0 0 22 0,0 0-25 0,0 0-24 0,0 0-22 16,-7-21-22-16,7 5-23 0,0-8-22 15,-1-4-15-15,2-2-24 0,-1-5-14 0,7-15-35 0,-1 2-19 16,2-8-22-16,3 1-18 0,-1 1-12 0,3-4-4 16,1 5-1-16,0 0 0 0,-1 5 5 15,-1 4 4-15,-5 10 4 0,3 2 5 0,-1-4 2 16,-1 5 4-16,0 2 16 0,-2 3 2 0,-1 2 5 16,-1 6 14-16,1 1 4 0,-3 4 6 0,1 4 6 0,1-3 1 15,-4 7 4-15,4-2-1 0,-3 2 3 0,0 0-5 16,2 1 1-16,-2-1-5 0,2 2 0 15,-3 3-1-15,6-2 0 0,2 0-4 0,5 4 4 16,-3 0-4-16,9 3 3 0,-2 0-6 0,3 5 0 16,4 2-5-16,1 0 1 0,-6 8-4 0,-3-7-7 15,5 7 4-15,-6 2-3 0,2-3 0 0,-11 0 0 0,2-1 3 16,-3 0 4-16,-2 2-3 0,-6-3 5 0,-2 0 7 16,-3 2-1-16,-7-3 1 0,-6 1 1 15,-3-1 5-15,-1-3 4 0,-5-2 1 0,4-1 4 16,-4-1-3-16,2 0 3 0,1-5-1 0,-3 2 2 15,4 0-2-15,-5-4-1 0,11 0 2 0,-2-1-5 16,2 1 2-16,3 0 0 0,3-1-8 0,5-1-31 16,0 0-23-16,-1 2-51 0,5 1-30 0,5-3 17 15,-7 6-22-15,10-4-25 0,-3-2-95 0,0 0-285 16,19 9 127-16</inkml:trace>
  <inkml:trace contextRef="#ctx0" brushRef="#br0" timeOffset="25944.12">16014 2367 37 0,'0'-3'231'0,"0"3"-24"0,3-4-24 0,-3 4-19 16,0 0-24-16,0-4-20 0,0 4-26 0,0 0-17 16,0 0-7-16,0 0-7 0,1 20-6 0,-5-10-5 15,-2 6-7-15,1 2 0 0,-4 4-7 0,0 5-6 16,-2 2-1-16,-1-2-8 0,0 1 5 15,0-1-6-15,0 0 1 0,0-3-6 0,1 1 5 16,4-8-5-16,-2-1 0 0,5-6 1 0,0 0 1 16,3-4 0-16,-2 0 15 0,1-2 20 0,-1 1 38 15,2 0 40-15,-2-3 37 0,3-2-11 0,0 0-25 0,8-12-18 16,-2 3-8-16,3-5-10 0,4-2-11 16,1-6-7-16,4 0-11 0,-2-3-12 0,1-2-5 15,4 2-1-15,-5 1-12 0,2 2-2 0,-5 11-7 16,-4-1 1-16,-3 4-8 0,2 0-1 0,-3 3-5 15,-1 1-22-15,-1 0-25 0,3 1-9 0,-6 3-3 16,0 0 0-16,10 10 0 0,-6 0 3 0,1 0 0 16,0 6 7-16,3 1-12 0,-1 8-9 0,-3-6-23 15,4 9-17-15,0-3-19 0,-2-1-33 0,-1-7-43 16,3 0-39-16,-4-5-159 0,0-2-418 0,3 1 184 16</inkml:trace>
  <inkml:trace contextRef="#ctx0" brushRef="#br0" timeOffset="26307.82">16435 2646 124 0,'-8'2'166'0,"8"-2"-14"0,-4 3-8 0,4-3-14 16,-5 0-16-16,5 0-17 0,0 0 1 0,0 0-20 16,0 0-2-16,0 0-7 0,-5 2 1 15,5-2-6-15,0 0-5 0,0 0-3 0,0 0 1 16,0 0-1-16,0 0-4 0,0 0 3 0,0 0-2 0,28-5-4 16,-11 3-2-16,2 0-8 0,9-1 4 0,3 0-2 15,-3-1-6-15,1 1 2 0,-1 1-12 0,-1-1 1 16,-5 2-1-16,0 0-3 0,-2-1-2 15,-7 1-1-15,1 1-4 0,-2-2-12 0,-5 0-12 16,0 2-8-16,-7 0-6 0,10 0-16 0,-10 0-6 16,0 0-21-16,0 0-17 0,4-4-21 0,-4 4-20 15,0 0-27-15,-17-4-109 0,11 3-281 0,6 1 125 16</inkml:trace>
  <inkml:trace contextRef="#ctx0" brushRef="#br0" timeOffset="26552.43">17057 2520 272 0,'0'-6'358'0,"0"6"-17"0,2-1-34 15,-2 1-36-15,2-4-27 0,-2 4-24 0,0 0-34 16,0 0-24-16,0 0-30 0,0 0-26 15,0 0-14-15,0 17-7 0,-2-7-9 0,0 3-9 0,2 7-3 16,-5-2-8-16,2 4-20 0,2 0-22 0,1-2-31 16,1-2-32-16,-1 2-41 0,2-4-47 0,-1 2-59 15,0-4-238-15,1-6-469 0,-2 2 207 0</inkml:trace>
  <inkml:trace contextRef="#ctx0" brushRef="#br0" timeOffset="27025.37">16514 1446 120 0,'0'0'232'0,"0"0"-24"16,1-5-18-16,-1 5-23 0,0 0-16 0,0 0-21 15,0 0-24-15,0 0-17 0,0 0-8 0,0 0-10 0,-6 14-6 16,2-4-6-16,-6 5-3 0,4 5-6 15,-6 6-10-15,-2-1-24 0,1 4-20 0,-2 3-33 16,2-2-34-16,0 2-50 0,-1 1-146 0,4-4-289 16,0-1 129-16</inkml:trace>
  <inkml:trace contextRef="#ctx0" brushRef="#br0" timeOffset="27708.9">17696 2081 118 0,'0'0'276'0,"3"-4"-17"16,-3 4-26-16,1-3-24 0,-1 3-22 0,5-2-23 16,-5 2-13-16,5-2-20 0,2 1-12 15,-7 1-16-15,16 3-11 0,-11-1-9 0,8 1-9 16,-4 4-21-16,0-2-27 0,1 4-7 0,-1-1-14 16,-1 2 0-16,-3 2-7 0,1 5 4 0,-2 0-3 15,-4 1 9-15,3 0-13 0,-7 7 5 0,-1-7-3 16,-3 0 1-16,-1-1 4 0,-4 2 0 0,-1-5-1 15,4 1 0-15,-4-4-3 0,3 2 6 0,4-6-2 16,-2-2 17-16,4-2 18 0,1 2 11 0,0-1 20 16,2 0 31-16,-1-3 36 0,3-1 8 0,0 0-30 15,0 0-14-15,0-13 5 0,5 5-7 0,3-2-17 16,6-6-4-16,4-4-9 0,-3-2-5 0,3 4-8 16,3-1-2-16,-1 0-9 0,-3 5-7 0,-1 1-2 15,-1 0-4-15,-2 1-2 0,0 1-8 0,-1 5 4 16,-5-2-10-16,1 3 0 0,-1 1 1 0,-4 0-32 15,2 0 21-15,0 4-39 0,-5 0-7 0,8 0-5 16,-4 4-9-16,-3 0 4 0,3 1-5 0,0 3 0 16,-3 3 6-16,3 0 4 0,-3 6 4 0,-1 0 1 15,4 2 1-15,-4-1-8 0,0 0-9 0,1-1-15 16,-1-1-20-16,0-5-20 0,-1 5-32 0,1-4-30 16,0-3-54-16,0 0-173 0,0-5-434 0,0-4 192 15</inkml:trace>
  <inkml:trace contextRef="#ctx0" brushRef="#br0" timeOffset="27961.79">18192 2010 76 0,'1'-2'206'0,"-1"2"-24"16,0 0-21-16,0 0-14 0,17 9-22 0,-11-2-6 0,1 3-11 15,3 2-5-15,-1 5-8 0,1 4-13 0,3 4-3 16,-4 3-11-16,0-2 2 0,-4 5-10 0,-1 2 0 16,-8-1-8-16,1 4 2 0,-1-4-3 15,-6 0-5-15,-1-4-17 0,-6 1-8 0,-2-5-16 16,-2 0-21-16,-3 0-16 0,-3-6-34 0,-1-2-33 16,-4-2-69-16,-2-4-102 0,-1-4-292 0,-1-4 129 15</inkml:trace>
  <inkml:trace contextRef="#ctx0" brushRef="#br0" timeOffset="28226.38">17404 2041 44 0,'-36'46'83'0,"1"5"1"0,7 0 3 0,9 2 27 16,8-2-7-16,9 2-3 0,9-8 1 0,10 2 0 0,10-4-12 16,14-4-2-16,9-5-8 0,3 0-14 0,8-8-68 15,27 1-80-15,-28-13-104 0,1-6-196 0,2-4 87 16</inkml:trace>
  <inkml:trace contextRef="#ctx0" brushRef="#br0" timeOffset="31659.7">2315 4184 267 0,'0'0'258'0,"0"-4"-9"0,0 4-15 0,0 0-15 0,0-2-18 16,0 2-16-16,1-6-20 0,-1 6-15 0,0 0-19 15,0 0-14-15,0 0-16 0,0 0-15 0,0 0-11 16,0 0-22-16,0 0-20 0,0 0-4 15,0 0-2-15,-7 15-2 0,1-3-7 0,-3 2 1 0,-2 3-3 16,-1 8 0-16,0-5-1 0,0 4-3 0,-1 1-3 16,-1-2 2-16,4-6 2 0,0 2-8 0,1-4 4 15,0 1-1-15,4 0-1 0,1-5-2 0,-1 1 1 16,0-4 0-16,4 1 2 0,-2-4 0 0,-1 3 0 16,3-4-3-16,1 0 4 0,-1 0-3 0,2 0 2 15,-1-4 2-15,4 2 0 0,1 1 1 0,8-3 0 16,-3 0 6-16,3-3-7 0,6 1-6 15,9-1-12-15,-9-1-21 0,0-1-25 0,0 1-26 16,-1 1-36-16,4-2-39 0,-3-2-35 0,-2 2-190 16,2-2-409-16,-6 0 181 0</inkml:trace>
  <inkml:trace contextRef="#ctx0" brushRef="#br0" timeOffset="31886.57">2462 4375 169 0,'-9'-1'261'0,"9"1"-26"0,0 0-29 0,0 0-22 0,0 0-20 16,0 0-20-16,0 0-20 0,-4 4-8 0,3 1-16 15,1 0-16-15,0 5-6 0,-2 0-10 0,1 7-6 16,1 1-5-16,1 9-7 0,-4-1-1 16,3 1-6-16,-1 0-3 0,2 0-5 0,-1-2 2 15,-1-2-1-15,2-3-6 0,1 1-11 0,-1-3-20 16,1-2-16-16,2 1-24 0,-3-6-21 0,0 1-38 0,0-1-34 15,1-1-48-15,-1-5-127 0,-1 0-335 0,-1-2 148 16</inkml:trace>
  <inkml:trace contextRef="#ctx0" brushRef="#br0" timeOffset="32423.02">2362 3955 64 0,'-5'-3'180'0,"-5"-4"-15"0,1 4-20 0,0-1-9 16,-2 1-16-16,-1 2-10 0,2 0-11 0,-3 3-10 15,-1 1-12-15,-3 1-11 0,-1 4-2 0,-1 3-14 16,-5 6-2-16,1 1-13 0,0 6 3 0,-3 5-3 16,-6 10-13-16,2 3 4 0,2-1-5 0,3 6 3 0,0-1-5 15,2 1-6-15,5 3 8 0,0-4 4 16,4 6 6-16,0-2 0 0,9-3-3 0,1-11 2 16,0 12-4-16,4-17 5 0,4 3-2 0,0-4 6 15,2 1 1-15,7-2 2 0,-3-3 6 0,4 0 2 16,6-5 8-16,0 0 7 0,5-3 5 0,2-1 4 15,5-4 0-15,4-4 0 0,1-1-1 0,4-3 6 16,13-1-6-16,-2-5-6 0,3-2-7 0,-5-2-2 16,1-3-3-16,-13 0-3 0,0-2-1 0,10-7 3 15,-1-3 7-15,-11 4 21 0,-3-3-9 0,8-12 7 16,-3-2 3-16,-12 4-6 0,6-14-10 0,-4-6 1 16,-2-3-8-16,-5-2-5 0,5-27-20 0,-15 27-11 15,2-29-8-15,-13 25 1 0,-1-22-1 0,-8 24 4 16,-4 6 0-16,-6 1 13 0,-5 2-10 0,-7 7-7 15,-6 6-11-15,-10 7-17 0,-8 9-6 0,-4 8-18 16,-9 7-16-16,-26 8-19 0,-1 12-30 0,33-1-31 16,-22 16-51-16,28-5-67 0,1 6-251 0,9 8-546 15,7-3 242-15</inkml:trace>
  <inkml:trace contextRef="#ctx0" brushRef="#br0" timeOffset="35004.76">5002 4255 127 0,'0'0'170'0,"0"-3"-17"0,0 3-19 0,0 0-17 0,0-6-10 16,0 6-17-16,0 0-11 0,0 0-4 0,0 0-17 15,-5 15-3-15,0-3-6 0,0 7-3 0,-3 6 0 16,3 5-16-16,-4 2 2 0,-1 13 0 0,1 4-2 16,-3-1-7-16,2 2 6 0,1-1 3 0,2-14 8 15,0 13-1-15,4-15 7 0,-4 0-2 0,3 0 1 16,0 0-8-16,2-4 6 0,-1-2-1 0,1-2 3 16,-1-6-3-16,1-1-1 0,2-4-6 0,-2-5-1 15,0 3-6-15,1-7-2 0,2 4 1 0,-1-4 16 16,0 1 18-16,1-2 19 0,-1-1 21 15,0-3 21-15,0 4 15 0,0-4 25 0,0 0 18 0,0 0-17 16,0 0-22-16,0 0-4 0,-5-19-17 0,5 6-11 16,0-5-26-16,0-2-27 0,-1-9-13 0,1-4-19 15,5-2-17-15,-4-13-11 0,5-3-21 0,-2-1-5 16,1-3-7-16,0 3-5 0,7 3 2 0,-7-1 0 16,0 0 4-16,-4 17 3 0,3-4 1 0,0 6 4 15,0-1 6-15,-4 5 10 0,3 1 7 16,-2 8-1-16,-2 2 4 0,3-1 7 0,-2 5 8 0,1-1 1 15,-1 3-1-15,0 2 0 0,3 1-4 0,-3 1 1 16,0-1 0-16,0 3-5 0,0-1-4 0,-3 2 1 16,3 3-4-16,5-6-2 0,-5 6 2 0,9-2-1 15,-1 2-3-15,5 2-6 0,2 0-2 16,8 3-1-16,-6 1-3 0,10 3-2 0,0 0-5 0,-2 6-3 16,1-5-3-16,-1 6 2 0,-8-3-3 0,3 3 0 15,-3-4-1-15,-4 3-2 0,-3-2 0 0,-1 3 3 16,-3-6-1-16,-2 2 0 0,-5 2 3 0,-3 3 6 15,-5-4 9-15,-9 7 4 0,-1-2 7 0,-7-3 3 16,-3 4 4-16,-3-5 1 0,0 1 5 0,-2-3-1 16,-2 3 6-16,0 1 8 0,4-6 1 0,-4-1 4 15,9 3 4-15,-1-4-7 0,7-4-4 0,-1 0-1 16,6 3 1-16,3-5-1 0,1 1-4 16,3 1-1-16,0-1-4 0,4-1-8 0,1-2-17 0,-1 1-18 15,2 2-20-15,3-3-7 0,-5 2-2 16,5-2-15-16,0 0-18 0,0 0-43 0,18 6-42 0,-5-3-81 15,-5-3-131-15,5 0-424 0,-1 2 188 0</inkml:trace>
  <inkml:trace contextRef="#ctx0" brushRef="#br0" timeOffset="35587.67">5300 4763 123 0,'0'0'275'0,"0"0"-16"0,0 0-18 0,1-5-19 0,-1 5-22 15,0 0-22-15,0 0-18 0,0 0-19 0,0 0-17 16,0 0-13-16,0 0-15 0,0 0-20 15,0 0-10-15,0 0-12 0,0 0-4 0,1 12-5 16,-1-4-2-16,-1 2-7 0,1 3-2 0,0 4-5 16,-5-1-1-16,1 2-4 0,-1 0-2 0,1 2-3 0,0-1-1 15,-1 0-2-15,1 6-3 0,3-7 8 0,-4 2-8 16,1-6 0-16,2-2-1 0,1 0-1 16,-1-2-3-16,1-4 3 0,0 0 0 0,1-1-1 15,-2-2 25-15,2 2 27 0,0-5 35 0,2 5 47 16,-2-5 33-16,0 4 34 0,0-4-1 0,0 0-23 15,2-12-18-15,2 3-17 0,1-3-17 0,3-4-14 0,-2-1-17 16,5-7-6-16,0-2-12 0,-1 2-4 16,-1 7-13-16,0 0-9 0,0 2-4 0,-4 4-5 15,-2 2-9-15,-1 1-3 0,2 2-7 0,-3 1-5 16,3-1-8-16,-1 5-14 0,-1-3-43 0,-2 4-34 16,4-1 1-16,-4 1 6 0,5 6 11 0,-1 2 4 0,0 1 2 15,0 3 8-15,-2 5 4 0,1 0 2 16,-1 1 3-16,2 2 2 0,-1-3 6 0,-2 1 8 15,3 2-1-15,-3-2-1 0,-1-2 1 0,4-1 6 16,0-5 6-16,-3-1-9 0,2-2-2 0,-2-2 8 16,2 2 9-16,-3-3-4 0,2 0 12 0,-1-2-4 15,6-2-3-15,-7 0-21 0,19-5-29 0,0-2-28 0,-1-2-47 16,4-8-55-16,1-1-79 0,1-1-98 16,0-7-238-16,-2-3-641 0,11-9 284 0</inkml:trace>
  <inkml:trace contextRef="#ctx0" brushRef="#br0" timeOffset="36255.15">5650 3823 45 0,'0'0'239'0,"0"-6"-23"0,0 6-20 0,0 0-20 16,0 0-21-16,0 0-22 0,0 0-15 0,0 0-14 15,-10 12-11-15,2-4-9 0,-2 4-8 0,1 2-8 0,0 3-7 16,-4 0-22-16,0 4-4 0,3-4-8 0,-2 4-3 15,0 2 1-15,1-6-8 0,2 0-3 0,-2-2 3 16,4-5-1-16,0 2-3 0,1-3 3 0,1 0-3 16,1-2-2-16,0-1 1 0,-1-2-3 15,4 0 7-15,-3 2 24 0,3-2 14 0,-1-1 13 16,2-3 12-16,-2 3 4 0,2-3 6 0,-4 2 2 0,4-2-4 16,0 0-9-16,0 4-7 0,0-4-6 0,0 0-9 15,0 0-9-15,0 0-22 0,0 0-33 0,-1 5-41 16,1-5-48-16,0 0-61 0,0 0-89 15,0 0-161-15,0 0-440 0,0 0 196 0</inkml:trace>
  <inkml:trace contextRef="#ctx0" brushRef="#br0" timeOffset="38339.15">6285 4371 21 0,'13'3'111'0,"6"-3"-12"0,-1 4-7 15,-3 2-9-15,-1-2-11 0,2 2-6 16,2 5 2-16,-4-3 3 0,0 4-13 0,1 9-1 16,-6-4 4-16,0 3-12 0,-7-2 1 0,1 2 0 0,-3 5-7 15,-3-6 10-15,-2 5-2 0,-5-2-1 0,1-3 6 16,-2 5 9-16,-5-4-1 0,4-5 10 0,-4-1 5 16,3-3-5-16,0-1 3 0,-2 1 5 15,5-4 4-15,0 1 5 0,5-4 6 0,0 1 9 16,0-3 4-16,-3 0 20 0,4 1 18 0,4-3 25 0,-1 3 21 15,1-3 31-15,0 0-22 0,0 0-29 0,-4-11-16 16,4-1-16-16,3 1-17 0,2-4-14 16,1-3-8-16,7-6-10 0,1-3-11 0,0 1-11 15,5-3-8-15,-4 5-2 0,3 2-14 0,4-2-1 16,-7 2-8-16,-3 7-7 0,2 1-3 0,-1 0 1 16,-2 3-8-16,1 3-5 0,-3 2-2 0,-3 0 11 15,2 1-19-15,-3 1-17 0,0 0-26 0,0 1-35 16,2 3 4-16,-1-1-12 0,-6 1-7 0,7 8 11 15,-4-2-4-15,0 3 9 0,2 1 2 0,-4 3 5 16,4 6 10-16,-2 0 7 0,-1 5 7 0,-1 2 3 0,-1-6 9 16,-1-1-3-16,4-1 5 0,-1 2 1 15,0-4 4-15,0 1-1 0,-2-6-19 0,3 2-25 16,-1-3-16-16,0 1-17 0,1-3-24 0,1-1-28 16,4-3-23-16,-2-2-57 0,5 0-238 0,1-3-507 15,1-1 225-15</inkml:trace>
  <inkml:trace contextRef="#ctx0" brushRef="#br0" timeOffset="38605.04">6768 4299 112 0,'-1'-4'256'0,"1"4"-29"0,1-5-26 0,-1 5-20 0,3-2-21 16,-3 2-14-16,0 0-19 0,18 8-17 15,-8 0-11-15,4 1-14 0,3 6-5 0,2 4-5 16,1 5 1-16,-2-1-4 0,-4 3-1 0,4 0-6 16,-4 6-3-16,-4 2-1 0,-2-1-8 0,-3 2-4 0,-5 1-3 15,-1-2-3-15,-7 2-3 0,-6-2 1 0,0-3-15 16,-13 10-9-16,5-12-20 0,-4 0-14 16,-9 3-29-16,4-10-33 0,-3-1-39 0,2-5-69 15,-23 2-169-15,5-6-385 0,9-7 171 0</inkml:trace>
  <inkml:trace contextRef="#ctx0" brushRef="#br0" timeOffset="38936.87">6150 4138 87 0,'-7'-1'214'0,"7"1"-21"0,-9-3-22 16,9 3-24-16,-13 4-18 0,5-1-12 15,-3 6-14-15,-4 4-11 0,-3 9-9 0,-2 5-9 16,-1 3-11-16,-6 12-3 0,-1 4-17 0,7 0 0 15,2 3-4-15,2 1 3 0,7 3 17 0,1-2-2 0,9-14 1 16,5 10 5-16,8-3-1 0,3-11 1 16,12 7-6-16,-1-13-3 0,16 4-2 0,9-4-21 15,-1-3-48-15,2-5-85 0,1-3-110 0,-1-10-110 16,-14-1-347-16,-1-4 154 0</inkml:trace>
  <inkml:trace contextRef="#ctx0" brushRef="#br0" timeOffset="41203.6">8083 4613 48 0,'0'0'149'0,"-5"-4"-12"0,5 4-10 0,0 0-9 16,0 0-9-16,-4-1-6 0,4 1-9 0,0 0-5 15,0 0 6-15,0 0-11 0,-2-4-2 0,2 4-1 16,0 0-4-16,0 0 2 0,0 0-8 0,0 0 0 15,0 0-12-15,0 0-1 0,0 0-4 0,14-1-12 16,0 0 0-16,4 0-6 0,3-1-4 16,13-1-3-16,0 2-3 0,-2-1-11 0,4-1-21 15,-4 0-22-15,-2 2-27 0,-2 0-33 0,3 1-33 0,-12 0-44 16,2-1-93-16,-1-1-279 0,-2 2 124 0</inkml:trace>
  <inkml:trace contextRef="#ctx0" brushRef="#br0" timeOffset="41380.48">8217 4751 189 0,'-4'2'194'0,"4"-2"-6"16,0 0-11-16,0 0-16 0,0 0-13 0,22-2-16 15,0-3-12-15,6 0-13 0,8 0-9 0,2 3-10 16,17-7-22-16,3 5-48 0,-1 0-46 0,6-3-56 15,-7 2-179-15,0 0-284 0,-6-2 126 0</inkml:trace>
  <inkml:trace contextRef="#ctx0" brushRef="#br0" timeOffset="41938.67">9250 4500 5 0,'0'0'243'16,"4"-8"-27"-16,-2 7-23 0,3-2-18 0,3 0-16 15,2 1-21-15,0 2-13 0,8 1-16 0,-4 0-10 16,4 3-10-16,0 2-11 0,1 0-7 0,-1 6-6 15,4 4-12-15,-6-3-2 0,2 7-3 0,0 0-6 16,-10-3-4-16,1 0-5 0,-5 2-6 0,-2 0-1 16,-1 0-1-16,-4-1-3 0,-5 8 0 0,-1-4-2 15,-3-4-2-15,-3 3-2 0,1-7-3 0,-1 1 4 16,-1-1-3-16,0-2 11 0,0-3 6 0,0 2 5 16,3-7 12-16,2 3 9 0,-1-3 8 0,3 0 10 15,3-2 11-15,1 1 6 0,-3 0 15 0,4-2 19 16,4-1 29-16,-8 0 23 0,8 0-23 0,0-9-26 15,3 4-16-15,2-7-14 0,4-4-18 0,5 1-4 16,4-8-2-16,4 0-9 0,-1-2-4 0,0 0-17 16,5 2 1-16,-1-3-12 0,3-1-2 0,-1 5-5 15,-3 0-2-15,-2 3-2 0,0 1 2 0,-7 5-9 16,-3 7 2-16,-5-5-1 0,0 5 1 0,-1 1-7 16,-2-1 5-16,-2 3-4 0,4-1-7 0,-3 1-7 15,0 1-25-15,0-1-16 0,-3 3 0 0,0 0 9 16,-9 12 7-16,2-2 3 0,-7 4-7 0,-3 6 2 15,0 1 5-15,1 2 5 0,1 1-1 0,6 0 3 16,0 4 2-16,3-5 3 0,6 3 1 0,2-1 2 16,7-1 8-16,4 0-2 0,13-1 2 0,3-3-15 15,16 3-33-15,7-7-42 0,7-2-65 0,2-4-92 16,4-7-353-16,30-1-652 0,-35-4 289 0</inkml:trace>
  <inkml:trace contextRef="#ctx0" brushRef="#br0" timeOffset="44602.56">10910 4321 54 0,'0'-8'209'15,"0"4"0"-15,0-2-8 0,1 2 0 0,-1 1-22 16,1-1-19-16,-1 4-16 0,0-4-18 0,0 4-12 16,0 0-27-16,0 0-14 0,0 0-8 0,0 0-7 15,0 15-10-15,-2-1 3 0,-2 14-12 0,0-2-3 16,-2 8-5-16,-1 11-2 0,0 4-1 0,-2-2-4 16,1 2 0-16,0 1-1 0,-2-2-2 0,1 0-1 15,4-2-3-15,1-12 1 0,-1 0-3 0,0-3 1 16,2-1-2-16,2-4-2 0,-3-1 2 0,4-6-1 15,-1-3-1-15,-2-4 1 0,2-4-3 0,1 2 1 16,0-5-1-16,0 0 1 0,-2 2 1 0,2-3-1 16,0 0 16-16,0-4 5 0,-2 4 13 0,2-4 11 15,0 5 7-15,0-5 4 0,-1 3 4 0,1-3-2 16,0 0-36-16,0 0-42 0,-4-12-26 0,4 5-26 16,-3-3-26-16,2-1-35 0,1-5-30 0,0-6-38 0,-1-1-189 15,2-5-410-15,3-1 182 0</inkml:trace>
  <inkml:trace contextRef="#ctx0" brushRef="#br0" timeOffset="44967.94">10857 4257 129 0,'0'-4'177'16,"0"1"-12"-16,0-3-7 0,0 6-13 0,-1-6-17 15,1 6-11-15,1-4-15 0,3 3-14 0,1-1-11 0,-5 2-6 16,18 2-3-16,-6 0-10 0,4 2-7 16,2 2 8-16,2 4-11 0,7 3-1 0,-1 3-4 15,-2 1 2-15,3 3-5 0,-1-2-4 0,-4 6-2 16,-1-1-1-16,-2 2 4 0,-6 1-8 0,0-2-7 16,-7-5 2-16,-1 5-5 0,-3-7-2 0,-4 3-1 0,-3-5 4 15,-4 2-1-15,-3 0 9 0,-8 1 6 16,-4-2 0-16,-4 0 4 0,-3-4 2 0,1 2 2 15,1-2 0-15,0-4-3 0,-2 1-1 0,3-4-4 16,1 1 0-16,7-1-3 0,-2-1-5 0,2-1 0 16,0 0-5-16,7-1 0 0,1-1-1 0,1 0-1 0,4 1-1 15,1-1-1-15,-1-1-11 0,7 0-8 0,-10 0-8 16,10 0-28-16,0 0-32 0,4-7-29 16,-4 7-25-16,19-7-39 0,-5-1-208 0,-5 2-402 15,10-3 179-15</inkml:trace>
  <inkml:trace contextRef="#ctx0" brushRef="#br0" timeOffset="45503.85">11508 3880 141 0,'0'0'227'0,"-3"-5"-19"16,3 5-27-16,0 0-24 0,0 0-17 0,0 0-14 15,0 0-14-15,0 0-12 0,0 0-12 0,-10 9-9 16,1-1-8-16,-3 5-9 0,2 0-4 0,-5 2 2 15,-4 2-10-15,2-3-12 0,-1 6-2 0,4-5-5 16,3 2-4-16,-3-3-3 0,1 1-3 0,-1-1-2 16,3 0 0-16,0-2-17 0,2-3 1 0,4-1 3 15,0-1-5-15,1-3-2 0,0 1 2 0,-1-1 2 16,4-1 11-16,-2 0 12 0,2-1 11 0,1-2 3 16,-4 2 2-16,4-2 2 0,-1 5 0 0,1-5-5 15,0 0-2-15,0 0-12 0,-4 2-14 0,4-2-25 16,0 0-34-16,0 0-65 0,0 0-70 0,0 0-166 15,0 0-378-15,14 1 168 0</inkml:trace>
  <inkml:trace contextRef="#ctx0" brushRef="#br0" timeOffset="46286.67">11157 4945 270 0,'0'0'257'0,"0"-8"-13"0,2 4-13 0,-2 4-17 16,0-5-18-16,0 5-23 0,0 0-18 0,1-3-15 15,-1 3-21-15,0 0-15 0,0 0-21 0,0 0-17 16,0 0-10-16,0 0-7 0,0 0-8 0,-1 17-4 16,1-8-2-16,-4 3-5 0,0 1-1 0,2 3-5 15,-4 1-2-15,1 1-2 0,-1 1-4 0,-2-1 0 16,3-3 0-16,-2 3-1 0,1-1-1 0,4-3-6 15,-3-1 2-15,0-4 1 0,2 0-4 0,1-1 2 16,-1-2-1-16,-1-2 0 0,4 1 8 0,0-1 13 16,-1-1 29-16,1-3 37 0,0 0 47 0,-1 7 45 15,1-7 35-15,0 0-13 0,0 0-26 16,0 0-15-16,11-20-17 0,-1 4-28 0,-1 1 1 0,5-6-22 16,2-4-15-16,1 1-14 0,-1-1-17 0,2 0-2 15,-2 4-3-15,-3 5-4 0,0 2-10 0,-7 4-18 16,1 3 10-16,-1-1-8 0,-1 4 1 15,-1-1-20-15,0 2-21 0,1 1-39 0,-5 2 2 16,0 0 5-16,10 7 1 0,-5-3 5 0,-1 7 3 0,0 1 2 16,1 3 1-16,-2 1 2 0,-2 1 3 0,4 0 12 15,-3 1-3-15,0 0 2 0,-1-1 5 16,-1 0-3-16,3-1 7 0,-3-6 1 0,1 1 0 0,-1-2 4 16,1-1-1-16,-1 1 9 0,0-4-10 15,1 0 0-15,-1-1-2 0,2 0 0 0,-2-4 2 0,0 6 0 16,0-6 8-16,0 3-5 0,0-3-16 0,0 0-8 15,1 4-16-15,-1-4-16 0,0 0-13 0,-1 4-21 16,1-4-24-16,0 0-61 0,0 0-94 0,0 0-289 16,0 0-613-16,9-12 271 0</inkml:trace>
  <inkml:trace contextRef="#ctx0" brushRef="#br0" timeOffset="46822.96">11652 5121 140 0,'0'0'260'0,"-6"0"-16"16,6 0-18-16,0 0-16 0,0 0-21 0,0 0-17 15,0 0-11-15,0 0-22 0,0 0-14 0,0 0-12 16,0 0-14-16,0 0-9 0,0 0-9 0,0 0-5 15,0 0-8-15,0 0 5 0,0 0-3 0,0 0 4 16,0 0-4-16,0 0-1 0,0 0-2 0,0 0 1 16,0 0-5-16,0 0-6 0,0 0-2 0,0 0-6 15,0 0 2-15,0 0-9 0,0 0-4 0,0 0 3 16,0 0-3-16,0 0-5 0,0 0 3 0,0 0-2 16,0 0-1-16,0 0 3 0,0 0-4 0,0 0 1 15,0 0 0-15,0 0 11 0,0 0-8 0,0 0-1 16,0 0-5-16,0 0 2 0,0 0-2 0,0 0-2 15,0 0 6-15,0 0-3 0,0 0-12 0,0 0-1 16,0 0-1-16,0 0-4 0,0 0 0 0,0 0 0 16,0 0-3-16,0 0-5 0,0 0 6 0,0 0 2 15,0 0-10-15,0 0 9 0,6 4 0 0,-6-4-2 16,0 0 14-16,0 0-16 0,0 0 5 0,0 0 4 16,0 0-3-16,0 0-8 0,0 0 13 15,0 0-5-15,13-5 1 0,-2 3-5 0,-3 2-1 0,2-4 0 16,4 2-7-16,-1-1 0 0,0 1 0 0,-3 2 4 15,2-3 1-15,-1 1-2 0,-5 0-3 16,1 1 0-16,-2-1 9 0,0 1-8 0,-5 1-12 0,10-1 9 16,-10 1-14-16,7-3-18 0,-7 3-16 15,0 0-25-15,6 0-24 0,-6 0-29 0,0 0-34 0,0 0-39 16,0 0-37-16,0 0-23 0,0 0-242 0,0 0-543 16,0 0 240-16</inkml:trace>
  <inkml:trace contextRef="#ctx0" brushRef="#br0" timeOffset="47066.45">12034 4978 360 0,'0'0'400'0,"0"0"-31"0,4-4-40 0,-4 4-33 0,0 0-26 16,0 0-34-16,0 0-29 0,0 0-30 0,0 0-20 15,0 0-18-15,1 14-18 0,-3-5-2 0,-2 1-13 16,-1 6-16-16,0 0-8 0,2 1-13 0,-1 2-1 16,2-2-10-16,-1 4-25 0,0-3-31 0,0 3-30 15,3 4-36-15,-1-8-53 0,-3 0-62 0,5 1-84 16,-4-1-244-16,1-6-548 0,2-5 243 0</inkml:trace>
  <inkml:trace contextRef="#ctx0" brushRef="#br0" timeOffset="49785.56">12351 4400 47 0,'9'-3'145'16,"4"-1"-11"-16,1 3-13 0,-3 0-14 0,3-1-11 15,1 2-11-15,-2 3-10 0,4 2-11 0,2 1-1 0,-5 2-5 16,0 3-7-16,-1 1 2 0,-1 0-4 15,-1 5 0-15,-3 0-5 0,-3 2-1 0,-3 0-7 16,-3 1-2-16,1 4 4 0,-6-6-6 0,-1 1 1 16,1-1-6-16,-2 0-1 0,-2-1-2 0,1-1-1 15,0-1 0-15,0-7 8 0,2 3 8 0,0-5 7 0,2 0 9 16,2-2 12-16,1 0 14 0,-1-1 16 16,0-1 17-16,3-2 23 0,-4 4 29 0,4-4 19 15,0 0-24-15,0 0-18 0,1-14-27 0,4 2-11 16,0 0 0-16,4-3-24 0,4-8-7 0,2 1-8 15,2-4 3-15,1 3-9 0,-2-4-5 0,4 3-17 16,-1-3 8-16,-2 5-10 0,-1 4-5 0,-6 2 0 0,0 3 5 16,-2 4-1-16,-1 2 1 0,-4 0-6 15,1 3-6-15,0 0 1 0,-2 1-14 0,2 0 10 16,-4 3-36-16,4-5-28 0,-4 5-5 0,0 0-2 16,0 0 8-16,4 11 0 0,-4 0 5 0,0-3 8 15,-3 8-2-15,2 4 6 0,2-1 0 0,-1 5 5 16,0 1 2-16,3-6 4 0,0 0-10 0,2 1-13 15,-1-3-17-15,0 3-22 0,2-6-30 0,0 2-30 16,-2-3-39-16,2-5-41 0,-2 3-246 0,3-6-500 16,-4 1 221-16</inkml:trace>
  <inkml:trace contextRef="#ctx0" brushRef="#br0" timeOffset="50024.6">12925 4311 109 0,'2'-2'224'15,"-2"2"-23"-15,0 0-16 0,11 4-25 0,-5 1-4 16,4 2-15-16,-1 2-9 0,4 6-6 0,-3-2-11 16,4 9-4-16,0 0-10 0,-5 4-9 0,-1 3-4 0,-3-2-8 15,-1 6-5-15,-3-4-9 0,-6 1-4 0,-4 1-2 16,-1 0-9-16,-7 0-14 0,-1 1-13 15,-6-5-27-15,-2-1-23 0,-2-1-27 0,-1-1-34 16,-3-6-48-16,-1-1-214 0,-17 1-378 0,14-10 168 16</inkml:trace>
  <inkml:trace contextRef="#ctx0" brushRef="#br0" timeOffset="50317.66">12483 4118 169 0,'-12'2'181'0,"-2"0"-19"0,-3 6-16 0,-7 7-16 0,0 3-15 16,-3 6-8-16,4 2-19 0,-9 11-9 15,5 3-5-15,0 0-8 0,6 1-3 0,0 5-7 16,10-14 1-16,0 18-5 0,4-4-4 0,7-11 5 16,6-2-10-16,6 1-2 0,11 7 1 0,-1-11-4 15,14 4 1-15,8-6-29 0,3-3-28 0,7-9-69 16,1-2-206-16,9-3-316 0,-3-5 140 0</inkml:trace>
  <inkml:trace contextRef="#ctx0" brushRef="#br0" timeOffset="50970.35">13920 4674 140 0,'-10'0'200'0,"6"-1"-14"16,4 1-3-16,-11 1 0 0,11-1-11 0,-9 0-12 15,9 0-12-15,-8-1-9 0,8 1-7 0,0 0-11 16,0 0-8-16,-8 0-6 0,8 0-1 0,0 0 0 15,0 0-1-15,0 0 2 0,0 0 0 0,0 0 1 16,0 0-5-16,0 0-3 0,0 0-5 0,-5 2-8 16,5-2-6-16,0 0-5 0,0 0-9 0,0 0-8 15,0 0-4-15,-5 3-6 0,5-3-4 0,0 0-3 16,0 0-8-16,0 0-2 0,0 0-2 0,0 0-4 16,0 0-3-16,0 0-4 0,0 0 1 0,0 0-2 15,0 0 0-15,0 0-5 0,0 0 8 0,0 0-5 16,0 0-1-16,0 0-1 0,0 0 0 0,27-7-3 15,-8 7-2-15,2-3-3 0,7-2-1 0,1 1 1 16,2 0-1-16,3 0-2 0,2 0-1 0,4-1 1 16,0 1-1-16,12-1-1 0,-3-3-1 0,-14 3-3 15,1 2-9-15,-2-1-3 0,-3 2-9 0,-2-2-10 16,-10 1-21-16,-1 1-17 0,-5-1-19 0,-5 3-29 16,-3-3-29-16,1 2-51 0,-2-3-78 0,-4 4-189 15,0 0-503-15,-10-6 222 0</inkml:trace>
  <inkml:trace contextRef="#ctx0" brushRef="#br0" timeOffset="51203.56">14136 4485 242 0,'0'-7'359'0,"-1"0"-9"15,-1-1 13-15,2 3 6 0,2 0 11 0,-2 1-11 16,-2-2-11-16,2 6-39 0,0-7-37 0,0 3-27 15,0 4-30-15,-1-3-29 0,1 3-37 0,0 0-53 16,0 0-51-16,0 0-7 0,-3 12-4 0,0 3-7 16,-2 11 0-16,0 5-3 0,1 4 4 0,1 10-11 15,1 3 0-15,-2-1-33 0,5-12-53 0,-1 11-54 16,3-13-57-16,-1 3-72 0,5-3-91 0,-6-4-293 16,4-5-679-16,2-10 301 0</inkml:trace>
  <inkml:trace contextRef="#ctx0" brushRef="#br0" timeOffset="53769.4">15005 4459 109 0,'0'-5'240'16,"0"1"10"-16,1 0-18 0,-1 4-19 0,2-4-24 0,-2 4-20 15,1-3-22-15,-1 3-21 0,0 0-17 0,0 0-15 16,0 0-7-16,0 0-10 0,0 19-10 16,-3-6-6-16,1 4-5 0,-2 8-7 0,0 0-6 15,2 1-2-15,-5 0-6 0,6 0 1 0,-8 0-3 16,5-1-3-16,3-1-7 0,-3 2-2 0,3-9 0 0,-2 1 0 16,-1-2-4-16,3-4 3 0,0-1-6 0,-2-2-1 15,3-2 1-15,0-2-1 0,-1 1 17 0,1-3 23 16,-3 1 37-16,3-4 43 0,4 6 44 15,-4-6 24-15,0 0-1 0,0 0-25 0,4-15-15 16,1 6-20-16,2-7-7 0,2 0-19 0,5-6-17 0,0 3-9 16,-3-7-13-16,5 1-8 0,0-3-5 0,-1 1-13 15,3 0-7-15,3 1-5 0,-5 6-6 16,-2 3-5-16,-1 7 1 0,-5 0-5 0,-3 1-6 16,0 4-1-16,-1 0-6 0,1 1-7 0,-1 0-33 15,-3 0-32-15,-1 4-8 0,9 1 10 0,-9-1 5 0,10 13 4 16,-6-1-2-16,1-2 3 0,-1 8 17 15,1 1 0-15,0 1-8 0,3 4 8 0,-3 2 1 16,-1-1 13-16,-2-6-13 0,1 2 9 0,0-3 3 16,-1 1 7-16,0-5 2 0,0 1-5 0,2-5 9 15,-3 1-1-15,0-3 3 0,1-2 2 0,-1 0 5 0,0 1-6 16,0-4 10-16,-2 2-6 0,2-1 2 0,-1-4 4 16,2 4 4-16,-2-4-3 0,0 0 0 15,1 6 2-15,-1-6 1 0,0 0 4 0,3 3-1 16,-3-3-21-16,0 0-2 0,0 0-63 0,0 0-56 15,0 0-29-15,2-13-30 0,-2 8-26 0,3-4-36 0,1 2-52 16,-1-3-179-16,2-2-520 0,3 2 231 0</inkml:trace>
  <inkml:trace contextRef="#ctx0" brushRef="#br0" timeOffset="54152.16">16021 4241 115 0,'1'-3'250'0,"-1"0"-25"0,0 3-27 0,1-4-24 0,-1 4-22 16,0 0-16-16,0 0-16 0,0 0-15 15,-2 13-9-15,-2-1-10 0,-1 5-9 0,0 9-8 0,-3 3-8 16,-1-1-5-16,0 4-8 0,2 1 0 0,-5 12-8 16,6-10-4-16,-3 2-2 0,1-4-1 0,2 2-4 15,1-1-4-15,-3-3-2 0,3 3 0 0,1-5-3 16,0-2 2-16,-1-1-1 0,2-6 0 16,2-2-4-16,0-4 1 0,0-1 1 0,-2-2-3 0,2-2-2 15,-2 1 2-15,2-5-1 0,0 2-1 0,1-2-1 16,-1-2 1-16,1 1 0 0,-3-1 1 0,3-3-1 15,-3 4-14-15,3-4-45 0,0 0-39 0,-11-10-40 16,7 2-50-16,-5-3-179 0,3-6-382 0,1-2 169 16</inkml:trace>
  <inkml:trace contextRef="#ctx0" brushRef="#br0" timeOffset="54501.21">15942 4035 79 0,'-2'-2'253'0,"2"-1"-28"0,0 3-19 15,-1-8-23-15,1 8-22 0,0-4-18 0,0 4-17 16,0 0-13-16,0 0-6 0,11 2-19 16,-1 3-4-16,-1 0-8 0,7 0-10 0,7 7-6 0,0 1-10 15,3 0-3-15,-1 3-5 0,-1 2-1 0,-2-1-7 16,-1 4-4-16,-4-3-3 0,2 3-5 0,-7-4 0 15,-3 0-4-15,-4 0-1 0,1-2-3 0,0 1 5 16,-9 0-6-16,2-2 2 0,-7 1 3 0,-2-2-1 16,-4 0 3-16,-1 1 2 0,-8 1 2 0,-2-2-3 15,-1-3 1-15,-2 1-1 0,2-4 0 0,-4 3 2 16,2-4-6-16,0 1-3 0,1-1 1 0,-2-1-6 16,2 0 4-16,7-1-2 0,2 2-3 0,1-4-1 15,7 1-31-15,-4-3-22 0,5 5-30 0,0-4-22 16,0 2-29-16,5 1-7 0,3-3-24 0,1-1-180 15,1 7-364-15,-1-7 162 0</inkml:trace>
  <inkml:trace contextRef="#ctx0" brushRef="#br0" timeOffset="55017.91">16207 4769 59 0,'0'-3'313'0,"4"-4"-8"0,-2 4 6 0,-2-1-14 16,0 4-14-16,2-6-17 0,-2 6-22 0,0-5-30 15,0 5-18-15,0-4-30 0,0 4-14 0,4-2-20 16,-4 2-19-16,0 0-17 0,0 0-33 0,0 0-15 15,0 0-4-15,0 0-7 0,-4 16-3 0,4-4-4 16,-4 0 1-16,-1 5-8 0,-1 7 3 0,-6-1-4 16,3 5-5-16,0-1 6 0,-2-2-12 0,1-2 2 15,-1 2 2-15,4-8-3 0,-1-1-1 16,4-6 2-16,0 0-1 0,1 1-2 0,-1-6 1 0,1 1 6 16,1 0-2-16,1-3 21 0,1 0 18 0,0-3 56 15,-4 5 29-15,4-5 23 0,0 2 27 0,0-2-15 16,0 0-21-16,8-11-18 0,-1 1-14 0,4-1-11 15,-3-5-12-15,10-5-10 0,1 0-15 0,-1-3-17 16,2 5-8-16,-3-2-8 0,-2 6-6 0,-3 3 0 16,-2 3-4-16,-1 1-4 0,-1 1-3 0,1 1-3 15,-7 3-10-15,5-2-30 0,-4 2-20 0,0 2-30 16,-3 1 2-16,0 0 4 0,12 8 2 0,-9-4 2 16,1 6-8-16,0 0 7 0,0 2-1 0,1 0 3 15,-1 3 15-15,0 4-21 0,0-5-10 0,1 3-14 16,-3-1-16-16,2-3-26 0,-3-3-17 0,2 1-28 15,-2 0-26-15,2 1-34 0,-2-7-39 0,0 3-67 16,1-1-179-16,-1-2-565 0,1-1 249 0</inkml:trace>
  <inkml:trace contextRef="#ctx0" brushRef="#br0" timeOffset="55385.48">16737 5017 247 0,'-4'1'261'0,"4"-1"-23"0,0 0-19 16,-4 2-20-16,4-2-21 0,0 0-17 0,0 0-16 15,0 0-16-15,-4 3-12 0,4-3-15 0,0 0-5 16,0 0-12-16,0 0-7 0,0 0-9 0,0 0-6 15,0 0 1-15,0 0 9 0,0 0 0 0,0 0 5 16,0 0 4-16,0 0 5 0,0 0 2 0,0 0 5 16,0 0 3-16,0 0-7 0,0 0-11 0,0 0-1 15,0 0-10-15,28-5-10 0,-14 4-6 0,5-1-4 16,9-3-6-16,-6 2 6 0,7 0-22 0,-8 1 4 16,2 0-2-16,5 0-4 0,-10-1-10 0,-6 1-19 15,-1 1-14-15,2 0-22 0,-3 1-14 0,-2 0-21 16,-1 0-23-16,-2 0-22 0,1-3-27 0,-1 1-81 15,-5 2-275-15,6-3-544 0,-3-1 242 0</inkml:trace>
  <inkml:trace contextRef="#ctx0" brushRef="#br0" timeOffset="55618.51">17237 4890 273 0,'0'0'422'0,"3"-5"-8"0,-3 5-31 0,3-1-35 16,-3 1-37-16,0 0-38 0,0 0-31 0,0 0-31 15,0 0-34-15,0 0-27 0,0 0-12 0,1 12-25 16,-2-4-9-16,-3 4-9 0,1 0-14 0,-1 5 13 16,0 0-23-16,-2 2-1 0,2 0-33 0,2-2-28 15,-1 1-21-15,-1-1-30 0,2 0-41 0,-2-1-46 16,0-1-62-16,0-2-74 0,-1-2-284 0,0 1-595 15,2-7 263-15</inkml:trace>
  <inkml:trace contextRef="#ctx0" brushRef="#br0" timeOffset="56989.62">17742 4238 101 0,'14'0'126'16,"-1"4"-9"-16,1-1-17 0,0 4-1 0,3 2-7 16,-3 1-18-16,0 1 6 0,-3 3-5 0,1 1-2 15,-5-1-2-15,0 3-13 0,-3 0-5 0,-2 2-2 16,-2-2-1-16,-2 1-3 0,-2 1-5 0,-3-2-3 16,-4 0 4-16,0 6-4 0,0-7-4 0,-3 0 4 15,0-6 11-15,0 2 1 0,0 0 9 0,0-2 3 16,5-4 3-16,0-2 4 0,-1 1 7 0,2 0 20 15,-1-3 23-15,4 0 30 0,-2-1 30 0,7-1 18 16,0 0-4-16,-12-3-40 0,12 3-4 0,-3-12-18 16,3 5-10-16,0-3 1 0,4-1-17 0,4-6-9 15,2 1-14-15,4-6-6 0,1 3-12 0,2-2-9 16,5 3-10-16,-3-2 6 0,0 4-7 0,-2 2-4 16,3-3-10-16,-2 4 9 0,-4 1-30 0,3 2 19 15,-7 2-8-15,4 0-9 0,-5 3-5 0,0 0 0 16,-3 0-4-16,-1 3 3 0,2-1-9 0,-2 0-23 15,-1 2-25-15,-4 1-13 0,0 0-3 0,10 4-1 16,-9 0 3-16,-1 3 4 0,3 2 7 0,-3 3 6 16,0-2 8-16,-3 3-7 0,3 4 8 0,0 0 3 15,0-2 7-15,0 2 2 0,0-2 6 0,0 2 2 16,4 0 2-16,-4-5 7 0,5-1-2 0,-5 1-13 16,7 0-11-16,-2-4-28 0,4 1-31 0,-3-1-38 15,6-3-42-15,5 0-59 0,-4-1-238 0,3-1-511 16,-4-5 226-16</inkml:trace>
  <inkml:trace contextRef="#ctx0" brushRef="#br0" timeOffset="57252.25">18275 4163 156 0,'0'0'237'0,"1"-5"-26"0,-1 5-32 0,0 0-17 15,0 0-19-15,0 0-11 0,9 8-18 0,-2 0-10 16,-1 2-2-16,2 6-9 0,-1 1-8 0,2 7-3 16,0 1-5-16,-2 0-4 0,-2 2-10 0,-3 4 2 15,-4-4-6-15,-1 4-3 0,-4-1-11 0,-4 0 1 16,-3 3-8-16,0-3 2 0,-4-3-18 0,-6 0-9 16,0-3-11-16,-7-4-20 0,4 2-31 0,-10-4-21 15,1-3-51-15,1-7-57 0,-4 3-150 0,1-7-354 16,-2-3 157-16</inkml:trace>
  <inkml:trace contextRef="#ctx0" brushRef="#br0" timeOffset="57533.39">17775 3873 60 0,'-10'-6'207'0,"1"5"-18"0,-1 3-23 16,-8 3-17-16,2 5-19 0,-8 7-18 0,0 6-8 16,-10 11-14-16,-1 8-8 0,3 8-13 0,4 0-3 15,1 2-4-15,8 1-8 0,5 1-2 0,10-1 0 16,8 2 10-16,13 0 17 0,23 19 8 0,0-26-9 15,28 11-7-15,2-9-2 0,12-5-18 0,4-10-77 16,3-6-141-16,-22-15-158 0,25-3-352 0,-30-9 156 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8:57:30.8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3948 1930 115 0,'-1'-3'189'0,"1"3"-9"0,-3-7-3 0,1 5-11 16,2 2-11-16,-3-4-7 0,3 0-9 0,0 4-9 15,0 0-12-15,0 0-11 0,0 0-17 0,-10 0-7 0,10 0-15 16,0 0-2-16,-13 4-14 0,8-1-6 15,-6 4-3-15,-1 0-10 0,-2 4-2 0,-4 8-6 16,-4-1-5-16,4 6 2 0,-2 0-4 0,0 4-2 16,-5 11 5-16,1 4-10 0,4-1 3 0,4-11-3 15,2 1-2-15,-3 14 2 0,7-14-4 0,4-4 4 16,-2 1-1-16,4 1 1 0,3-2-5 0,2-1 8 16,2-8-3-16,2 1 9 0,0-3 1 0,4-1 3 15,5-1 10-15,-1-1 6 0,5-3 11 0,-4-2 7 16,8-4 4-16,-1 0 6 0,1 0 8 15,6-8-3-15,4 0-1 0,-10-1 1 0,6-1 10 16,-1-8 7-16,-3 0 0 0,4-2 17 0,-5-2 6 0,-1-2 13 16,-2-3-2-16,0-5-14 0,-4-4-11 0,-3 1-10 15,-3-3-12-15,-2-16-4 0,-3 1-16 0,-5-1-7 16,0 1-8-16,-5 0-9 0,-4 14-4 16,-4 3 5-16,-1 0-1 0,-5 2 2 0,0 3-3 0,-8 1-5 15,3 3-10-15,-2 1-6 0,-2 5-5 16,0 5-15-16,-3 3-15 0,3 1-24 0,-3 7-27 15,5 4-40-15,0 3-34 0,-1 6-40 0,4 4-25 16,0 4-36-16,9 5-29 0,0 2-270 0,5-1-594 16,5 1 262-16</inkml:trace>
  <inkml:trace contextRef="#ctx0" brushRef="#br0" timeOffset="514.41">4210 2247 270 0,'0'0'274'0,"4"-5"-25"0,-4 5-22 0,0 0-28 0,0 0-22 16,4-1-22-16,-4 1-14 0,0 0-18 0,7 0-13 15,-7 0-13-15,12 10-4 0,-6-5-10 0,1 8-6 16,0-6-8-16,2 5-7 0,-3 2-4 0,4 3-8 15,-4 0-1-15,-1 0-6 0,1 7-3 0,-2-4-3 16,-4 2-2-16,0-6-5 0,0 4 2 0,-1-3-5 16,-2 0-1-16,2-5-4 0,-3-3 0 15,3 1 4-15,1-3 18 0,-1-2 30 0,-2 0 35 16,2 0 41-16,1-3 36 0,0-2 36 0,0 0 34 0,0 0-16 16,0 0-27-16,0 0-23 0,-3-19-19 0,3 3-16 15,3-2-14-15,-3-9-19 0,5-2-14 0,5-8-20 16,-2 4-14-16,1 2-8 0,1-2-15 15,-1 2-14-15,0 2-11 0,4 5-10 0,-6 5-22 16,0 5-31-16,-1-3-40 0,4 5-50 0,-3 0-55 16,-1 4-44-16,1-1-47 0,3 3-44 0,0-1-48 0,0 1-307 15,2 1-728-15,-2 4 322 0</inkml:trace>
  <inkml:trace contextRef="#ctx0" brushRef="#br0" timeOffset="897.02">4799 1842 102 0,'-1'-7'393'16,"1"1"-10"-16,-2 0-14 0,0 0-12 0,2 1-27 15,0 2-31-15,0 3-35 0,0-7-17 0,0 7-32 16,0-3-36-16,0 3-21 0,0 0-33 0,0 0-61 15,0 0-20-15,0 0-1 0,2 13-7 0,0 1-8 16,-2 5-1-16,1 10-6 0,-4 4 0 0,3 13-1 16,-3 3 3-16,0 0-6 0,-1 2 7 0,2 0-14 15,-3-1 11-15,2-2-9 0,3-2 3 0,-1-13 1 16,0 0-2-16,-2-2 0 0,6-5-3 0,2 1 2 16,-8-10-8-16,3 3 7 0,0-6 3 0,-1 1-10 15,1-5 3-15,0-2-1 0,-1 0 1 0,-2-3 4 16,3 2-4-16,-1-3 6 0,1 1-1 0,-3-2 5 15,3-3-3-15,0 6 7 0,0-6-3 0,0 0 6 16,0 2-9-16,0-2 4 0,0 0 2 0,0 0-26 16,0 0-62-16,0 0-62 0,-10-16-75 0,2 5-68 15,2-2-67-15,-3-4-191 0,0 1-571 0,0-3 253 16</inkml:trace>
  <inkml:trace contextRef="#ctx0" brushRef="#br0" timeOffset="1063.02">4587 2235 64 0,'0'0'172'16,"0"0"-18"-16,0 0-9 0,0 0-16 0,0 0-13 15,0 0-10-15,0 0-7 0,0 0 5 0,0 0 6 16,0 0-3-16,31 4-8 0,-3-4-7 0,6 0-9 16,3 0-8-16,16-5-44 0,-1 2-71 0,0 2-114 15,-16-6-95-15,0-3-270 0,0-1 120 0</inkml:trace>
  <inkml:trace contextRef="#ctx0" brushRef="#br0" timeOffset="1649.95">5153 1858 271 0,'0'0'362'0,"0"-7"-5"15,0 7-27-15,-3-5-23 0,3 5-29 0,0-5-27 16,0 5-34-16,0 0-23 0,0 0-24 0,0 0-32 16,0 0-32-16,0 0-35 0,0 0-8 0,0 0-11 15,3 21-7-15,-2-4-8 0,1 2-1 0,0 10 0 16,-4 0-7-16,0 6-1 0,1-1-6 0,1 11 7 16,-9 6-6-16,7-3 2 0,2-3 2 0,-3-10-6 15,0-5 0-15,2-2 1 0,-3-1-6 16,4-9-2-16,-1-2-4 0,1-4 4 0,-1-3 0 15,1 3-2-15,0-7 10 0,0-2 23 0,0-3 24 16,-2 10 41-16,2-8 33 0,0-2 32 0,-1 3 31 0,1-3 23 16,0 0 9-16,0 0-17 0,0 0-20 0,0 0-23 15,9-17-18-15,-5 6-21 0,6-3-16 0,-3 0-16 16,0-1-13-16,1 3-11 0,-2 2-7 16,-1 0-10-16,-1 6-10 0,0-3-9 0,0 4-17 15,-4-3-26-15,0 6-29 0,5-5-30 0,-5 5-34 16,9-3-15-16,-9 3 8 0,0 0 10 0,9 8 0 15,-4-4-1-15,3 4-14 0,2 0-12 0,0 5-19 16,2-1-17-16,0 2-19 0,3 1-19 0,-2-1-33 16,2 0-10-16,1 1-16 0,-2-5-16 0,4 0-2 15,-5 1-36-15,5-3-37 0,-7-3-186 0,3-4-565 16,-1 0 250-16</inkml:trace>
  <inkml:trace contextRef="#ctx0" brushRef="#br0" timeOffset="1998.65">5594 2331 113 0,'5'-10'260'0,"0"-1"6"15,-4 1 10-15,2-2 2 0,-2 7-2 0,0-7 0 16,-1 9-3-16,3-6-5 0,-2 2-18 0,-1 4-20 16,3-4-9-16,-3 7-17 0,0 0-23 0,0-6-19 15,0 6-22-15,0 0-27 0,0 0-21 0,0 0-13 16,0 0-14-16,0 0-6 0,-18 11-3 0,9-2-8 16,0 1 0-16,-4 4-17 0,1 2 12 0,1-2-2 15,1 3-14-15,1 2-6 0,3-5-28 0,-2 2-9 16,0-1 0-16,5-4-1 0,0 1-7 15,2-3 2-15,-1 3-8 0,4-5 5 0,-4 1 0 16,4-3 5-16,-2-5 1 0,-2 8 11 0,2-8 8 16,3 4 16-16,-3-4 14 0,8 3 15 0,-8-3 1 15,16-6-4-15,-5 2 9 0,-1-3-2 0,3-4-7 16,-1 2 6-16,6-4-4 0,-6-4-8 0,3-5-3 16,-10 4-9-16,12-7 0 0,-7 1-8 0,-1-2 1 0,-3 8-7 15,2 0-11-15,-6 3-13 0,1 3-5 16,-3 0-14-16,-1 2-7 0,-2 1-27 0,1 3-15 15,-6-2-11-15,-1 3-17 0,0 1-14 0,-2 3-23 16,-5 0-25-16,2 3-27 0,-4 2-34 0,3 1-41 16,2 0-249-16,3 3-565 0,0 0 250 0</inkml:trace>
  <inkml:trace contextRef="#ctx0" brushRef="#br0" timeOffset="2580.85">6108 2209 208 0,'-6'-6'296'0,"-1"-1"-25"0,-1 3-30 0,-2-3-19 16,0 3-23-16,-3-1-25 0,4 1-20 0,-4 3-17 15,-1 1-10-15,0 0-17 0,0 3-8 0,1 0-15 16,-1 1-9-16,3 4-21 0,0-1-17 15,1 0-22-15,3 0-11 0,0 1-12 0,2-2-7 0,2 2-2 16,1-1 3-16,1-2-1 0,1-5 1 0,5 9 5 16,-1-5 1-16,2 0 4 0,4 1 2 0,2-3 5 15,-2-2 3-15,4-3-2 0,-1 2 5 0,0-4 5 16,-1 2 2-16,1-1 4 0,-3 3-5 16,2-3 3-16,-2 4-7 0,-5-3-2 0,4 1-2 15,-9 2-5-15,9-1 0 0,-9 1-3 0,12 3 1 16,-5 2-3-16,0 2 5 0,-2 2-2 0,1 6 1 15,-1 1 2-15,3 8 3 0,-4 2-2 0,0 4 3 16,-1 0 3-16,-1 2 0 0,-2 5 0 0,0-2 1 16,-2 11 2-16,-1-10 0 0,0-1 0 0,-1-2 0 15,-1 3 0-15,-1-2 2 0,-2-4-5 0,-2 1 3 16,2-7-6-16,-2-5 7 0,2-4-6 0,3-4 5 16,1 0 12-16,-6-4 17 0,2-2 2 0,2 0 2 15,-3-5-5-15,-4 0 3 0,0-5 10 0,3-1 8 16,-3-3 15-16,1-3 16 0,2 0 5 0,-1-5-6 15,3-1-9-15,7-7-10 0,-6-6-12 0,7-2-10 16,1-14-19-16,3 12-10 0,5-15-3 0,5 6-7 16,0 10-8-16,2 4-4 0,6 1 2 0,-3-1 1 15,3 6-3-15,-3 3-3 0,4 1 3 0,-2 2-10 16,0 4-14-16,-3 0-22 0,-1 6-24 0,1-3-21 16,-5 8-35-16,-1-3-32 0,-1 0-34 0,-2 0-30 15,2 4-46-15,-6-1-218 0,-5 3-523 0,9-6 233 16</inkml:trace>
  <inkml:trace contextRef="#ctx0" brushRef="#br0" timeOffset="2998.12">6518 2167 94 0,'0'0'242'0,"-8"-3"-17"0,8 3-23 0,-9-2-19 16,9 2-19-16,-13 0-16 0,13 0-20 0,-15 2-6 15,6 3-18-15,-3-2-10 0,-3 6-11 0,2 3-6 16,-2 1-9-16,1 0-14 0,-5 7 1 0,6-7-4 16,-3 6-6-16,1 3-6 0,4-6-2 0,2 1-8 15,3-1 1-15,-2 0-4 0,3-1 8 0,1-1-7 16,4 0 2-16,0-2 2 0,0-4 2 0,5 4 15 15,-1-5 12-15,5 2 17 0,0-3 15 0,1-4 4 16,4-1 3-16,-1-1 2 0,7-1 0 0,-2-3 3 16,1-2 0-16,-1-1 9 0,-4-1-2 0,3-3-9 15,-3-1-3-15,0-1-5 0,-1-2-10 0,-3-2-21 16,2 1 5-16,-3-7-12 0,-3 5-1 0,1-1-5 16,-4 1-10-16,0 0-20 0,-2 1-9 0,-2 5-8 15,-2-5-10-15,2 7-12 0,-4-2-15 16,0 3-13-16,-3 1-17 0,2 1-17 0,-1 4-19 0,-3-2-27 15,5 3-22-15,-3-1-27 0,-1 3-23 0,9 0-29 16,-14 5-28-16,5-2-214 0,4 0-509 0,5-3 225 16</inkml:trace>
  <inkml:trace contextRef="#ctx0" brushRef="#br0" timeOffset="3415.15">6671 2176 263 0,'5'-5'347'0,"-5"5"-17"0,1-4-3 0,-1 4-35 16,0 0-25-16,0 0-30 0,4-3-25 0,-4 3-30 15,0 0-21-15,0 0-15 0,0 0-25 0,0 0-20 16,0 0-10-16,0 0-12 0,0 17-9 0,-1-5 3 16,-2-2-13-16,2 10-7 0,-3-4-6 0,3 11-8 15,-3-8 8-15,2 6-5 0,-2-6-6 0,0-4-2 16,2 1-3-16,-1-3-5 0,0-4-3 0,2 1 0 15,1-4 2-15,-3 0-1 0,6-1 0 0,-3-5 3 16,-3 9 17-16,3-9 24 0,0 3 39 0,0-3 23 16,0 0-12-16,0 0-2 0,0 0-18 15,12-15-8-15,-4 5-13 0,2-4-5 0,-1-1-11 0,1-1-9 16,7-9-10-16,-3 4-2 0,1 1-16 0,-6 4-1 16,4-2 0-16,-3 6-4 0,-4 0 1 15,0 5-7-15,1 0-3 0,-3 3-3 0,-1-3-23 0,-1 3-17 16,1 0-40-16,-3 4-23 0,0 0-27 0,6-1 9 15,-6 1 13-15,0 0 14 0,8 16 7 0,-5-8-13 16,0 2-10-16,0 2-5 0,2 1-8 16,3 5-12-16,4-3-10 0,1 1-12 0,4-3-11 0,7 3-7 15,0-3-17-15,6-3-18 0,2 0-22 0,0-5-27 16,1 0-142-16,1-3-427 0,2-7 190 16</inkml:trace>
  <inkml:trace contextRef="#ctx0" brushRef="#br0" timeOffset="4147.45">7347 2282 175 0,'9'-13'201'0,"-3"-2"12"0,1 3 15 0,-6 1 10 15,3 0-7-15,-3 4-16 0,-2-4-11 0,-3 5-23 16,3-1-13-16,-8 2-15 0,1 0-15 16,-1 2-17-16,-5 1-7 0,4 0-9 0,-10 5-18 15,2 1-9-15,-3 1-9 0,-4 7-6 0,1 1-5 0,7-2-5 16,-2 0-8-16,-2 7-3 0,6-6-4 16,3 3-4-16,-2-1 5 0,5 3-24 0,2-7-12 15,1 0-7-15,5-1-4 0,-4-2-1 0,1 1 1 16,3-1 5-16,1-2 6 0,0-5 8 0,5 7 4 15,3-5 7-15,2-4-2 0,-10 2-1 0,24-5 7 16,-11 0-2-16,2-3-3 0,1-3-1 0,-1 1-1 16,0-2-3-16,3 0-5 0,-2 3 8 0,-1-1-9 15,0-2-1-15,1 6-2 0,-5 1 3 0,-1-1-8 16,-5 3-1-16,0-2-2 0,2 1 4 0,-4-1-5 16,-3 5-1-16,12-1 0 0,-8-1 0 0,-4 2 0 15,0 0-5-15,17 7-8 0,-12-2-2 0,4-2 2 16,-3-1-3-16,1 1 7 0,-2 4-9 0,-1-3-1 15,2 0 2-15,-1 2 2 0,1-1 3 0,0-2 6 16,1-3-2-16,2 3 5 0,-3-1 2 0,-6-2 1 16,13-2-1-16,-13 2 4 0,17-6 0 0,-8-3 17 15,0 3-8-15,0-7 4 0,-3 5 13 0,3-9 7 16,-1 4 7-16,-2-5 2 0,3 1 6 0,-4-7 4 16,4 4 3-16,0-5-6 0,-3-4-6 0,2-1-3 15,1 3 2-15,-4-5 4 0,0 4 16 0,-1 0 12 16,3 10 4-16,-5-3 12 0,-2 5 4 0,3 6 3 15,-1 1-10-15,-2 1-19 0,3 4-6 0,-2-3-9 16,0 4-39-16,0-1-36 0,-1 4-41 0,0 0-20 16,0 0 4-16,0 0 8 0,-3 19 6 15,-5 0 12-15,3 7 1 0,-3 3 8 0,-1 5 2 0,3-5 11 16,1 8 1-16,-3-6 4 0,3 5 6 0,5-2 5 16,1-2 5-16,2-1-2 0,-1-5 7 0,2-1-6 15,3-6 5-15,-1-2 2 0,3-5 2 0,-4-2 6 16,-1 0 3-16,4-3 18 0,-1-4 15 15,2 1 16-15,-1-4 17 0,5 0 14 0,-3-2 8 16,1-3 8-16,2-2 1 0,1-3 1 0,-1-1-2 16,-1-2-12-16,0 0-6 0,1-1-4 0,0-1-13 15,-3 1-1-15,-4 5 10 0,2 1 11 0,-3 0-5 0,-1 4-10 16,1 0-6-16,0 1-10 0,-1 0-4 16,-4 3-16-16,4-4-14 0,-4 4-23 0,4-3-20 15,-4 3-27-15,0 0-25 0,0 0 5 0,0 0 16 16,0 0-11-16,5 12 9 0,-5-7 5 0,0 3-15 15,0-1-12-15,0 2-12 0,3 0-1 0,-6 1-14 16,3 0-9-16,0-4-13 0,0 3-10 0,3-4-16 16,-3 3-22-16,0-2-28 0,1-3-20 0,-1-3-13 15,0 0-7-15,0 0-71 0,0 0-179 0,0 0-530 16,0 0 234-16</inkml:trace>
  <inkml:trace contextRef="#ctx0" brushRef="#br0" timeOffset="4302.68">7897 1946 344 0,'0'-5'353'0,"0"1"-20"16,0 4-32-16,1-5-33 0,-1 3-27 0,0 2-22 15,0 0-32-15,1-5-32 0,-1 5-39 0,0 0-67 16,0 0-42-16,0 0-38 0,0 0-35 16,0 0-69-16,11 7-61 0,-11-7-162 0,3 7-388 0,-3-7 173 15</inkml:trace>
  <inkml:trace contextRef="#ctx0" brushRef="#br0" timeOffset="4630.6">8164 1707 343 0,'0'-5'409'0,"0"1"-29"0,2 2-21 0,-2 2-40 16,-2-5-36-16,2 5-31 0,0-6-36 0,0 6-29 15,0 0-27-15,0 0-42 0,0 0-7 0,0 0-4 16,-4 25-18-16,1-5-10 0,1 10-6 0,-1 1-9 16,-3 4 4-16,3 1-20 0,-2 9 1 0,1-10-7 15,-1 11 0-15,0-12-4 0,2 0-9 0,-2 1 6 16,2-2-4-16,0-2-1 0,2-2 3 0,-2-3-14 16,3-6 4-16,-1-4-3 0,2 2 6 0,-2-9-2 15,-1 3-8-15,2-7 3 0,0 2-10 0,-1-1 5 16,1-2-3-16,1 2-2 0,-1-6 2 0,-1 6 3 15,1-6 3-15,0 0 1 0,0 0 13 16,0 0-56-16,0 0-54 0,0 0-53 0,-2-16-47 16,0 4-46-16,1-3-56 0,1-5-278 0,-4 3-607 0,2-3 269 15</inkml:trace>
  <inkml:trace contextRef="#ctx0" brushRef="#br0" timeOffset="4889.03">7983 2046 67 0,'-5'-2'182'0,"1"1"-14"0,4 1 6 15,-5-4-3-15,5 4-7 0,-6-3-15 0,6 3-8 16,0 0-1-16,0 0-12 0,-6 0-8 0,6 0-10 16,0 0-5-16,0 0 4 0,0 0 5 0,0 0-1 0,26 7 1 15,-4-7 2-15,5 3-15 0,3-3-11 0,4 0-5 16,-1-3-10-16,-1 4-3 0,-4-3-11 16,-5 2-2-16,-2-3-5 0,-1 2-7 0,-2 2-3 15,-4-2-2-15,-6-1 7 0,-2 1 9 0,3 0 3 16,-9 1 0-16,10 0-3 0,-10 0 4 0,0 0-10 15,11 0-9-15,-11 0-22 0,0 0-20 0,0 0-22 0,0 0-19 16,-15-7-23-16,15 7-25 0,-10-1-36 16,10 1-47-16,-14 0-39 0,14 0-52 0,-19 4-172 15,14-3-470-15,5-1 208 0</inkml:trace>
  <inkml:trace contextRef="#ctx0" brushRef="#br0" timeOffset="5480.54">8418 1998 382 0,'0'0'384'0,"0"0"-27"0,0 0-32 0,1-6-22 16,-1 6-38-16,0 0-28 0,0 0-26 0,0 0-26 16,0 0-15-16,0 0-19 0,4-1-33 0,-4 1-35 15,0 0-5-15,0 0-11 0,9 10-19 0,-8-8-9 16,3 3-16-16,1-1-15 0,-2 1-10 0,-1-3-9 15,2 3-6-15,4-3-7 0,-6 2 2 0,5 0-3 16,-1-2 7-16,-2 0-3 0,3-1 6 0,-1 1-1 16,-1 0 6-16,3-3-1 0,-8 1 7 0,15-4 0 15,-9 0 13-15,3 0 5 0,-2 0 12 0,1-3 2 16,1 5 8-16,0-5 11 0,-1 2 5 0,2-2-3 16,-5 4 10-16,1-1-16 0,-1 1 0 15,2 0-10-15,-3 1-8 0,-4 2-1 0,6-2-4 0,-6 2-12 16,9 3 0-16,-2 1-4 0,0 5-11 0,1 2 2 15,0 6 3-15,-2 1 1 0,6 7-7 0,-3 6 11 16,-3 1-3-16,5 14 1 0,-8-1-1 0,-3-10-1 16,-3 15 22-16,-4-4-14 0,1 2 1 0,-5 0-1 15,2-16-1-15,-1 2 1 0,-4-5-1 16,4 0 4-16,-3-1-6 0,0-4 4 0,-1-7-2 16,5-1 6-16,-5-5-2 0,5-3 17 0,-1 0 14 15,-1-4 13-15,0-1 23 0,1-1 28 0,-1-4 28 16,0-1 25-16,6-2 16 0,-3-4 2 0,1-3 3 0,2-3-8 15,4-9-13-15,3-8-20 0,7 0-14 0,9-15-16 16,9-3-13-16,5-4-9 0,20-20-12 16,-14 27-10-16,20-22-7 0,-17 26-5 0,1 5-8 15,-5 4-4-15,-9 11-4 0,-1 0 3 0,-4 3 10 16,-3 1 0-16,-3 9 4 0,-5-1 13 0,-2 4-2 16,-1 1-9-16,-4 1-5 0,0 1-9 0,-1 1-11 15,-2 0-20-15,2 2-32 0,-4 1-50 0,3-5-52 0,-3 5-64 16,0 0 2-16,0 0-12 0,-13 7-47 15,4 1-48-15,-8 0-49 0,2-2-90 0,-3 2-340 16,-1-1-836-16,6-3 370 0</inkml:trace>
  <inkml:trace contextRef="#ctx0" brushRef="#br0" timeOffset="8718.2">10148 1985 19 0,'0'-4'233'0,"-4"1"-15"16,0-2-19-16,4 5-13 0,-3-3-18 0,-1 1-15 15,-3-2-16-15,7 4-9 0,-14-1-17 0,14 1-12 16,-13 1-14-16,2 5-5 0,1 0-10 0,-2 1-11 16,-3 5-6-16,1 2-3 0,-4 6-6 0,3-1-5 15,-6 2-1-15,15-3-11 0,-4 4 4 0,3-1-10 16,2-1-1-16,1-1 1 0,3-2 1 16,-2-1-2-16,7 0-3 0,-1-4 1 0,-2-1-2 15,3-1-2-15,1-2 3 0,-1 1 2 0,5-6 18 16,-3 2 26-16,3-2 21 0,5-6 15 0,3-3 4 0,2-3-7 15,-2-1-3-15,6-7 11 0,-6-3 0 16,1 2 0-16,-2-3-10 0,-5-1-5 0,3-2-14 16,-5-1-29-16,-5 2 16 0,0 2 6 0,-3-3-17 15,-2 5-7-15,-3 0-4 0,-1 1-4 0,-2 1-5 16,-3 0-16-16,0 2-24 0,-3 3 10 0,-3 1-15 16,0 4-10-16,-2 2-16 0,1 3-12 0,-1 1-21 15,0 1-20-15,1 5-15 0,3-2-19 0,0 1-19 16,0 1-26-16,4 0-33 0,-1 2-16 0,4-2-11 15,1 4-178-15,3-3-443 0,3 0 197 0</inkml:trace>
  <inkml:trace contextRef="#ctx0" brushRef="#br0" timeOffset="9129.79">10347 1724 148 0,'4'-5'295'0,"-3"0"-27"0,2 4-29 0,-2-2-24 16,2 1-25-16,-3 2-22 0,3-3-28 0,-3 3-45 16,0 0-18-16,0 0-9 0,3 12-4 0,-4 2-11 15,2 6-2-15,-2 7-3 0,-3 7-8 0,-1 1-3 16,-4 9-3-16,1 4 0 0,0-2-3 0,1 3-2 16,-1-15-5-16,5 2 5 0,-1 12-3 0,4-16-4 15,2 1 1-15,-2 1 0 0,4-6-3 0,1 0-2 16,3-4 0-16,-3-7 2 0,1-2-5 0,-1-6-2 15,-1 0 0-15,0-3 3 0,0-1 20 0,0-1 14 16,-1-3 5-16,4-1 0 0,-7 0-3 0,10-8-3 16,-3 0-2-16,-5-1-4 0,5-7 1 0,-6 1-13 15,-2-6 0-15,-2 2-13 0,-6-8-6 0,0 0-10 16,-5 2 0-16,0-1-4 0,-5 2 4 0,4 3 11 16,-3 1 3-16,2 7 9 0,2-2 14 0,3 3 10 15,-3 2-3-15,6 3 14 0,2-2-4 0,2 7-1 16,0-4-9-16,-1 2-7 0,1 2-14 0,4 2 1 15,9-5-7-15,8-2-17 0,16 2-26 16,24-5-40-16,10 5-42 0,32-7-53 0,-7 2-58 0,3-3-63 16,-34 2-187-16,3 4-505 0,-1-8 224 0</inkml:trace>
  <inkml:trace contextRef="#ctx0" brushRef="#br0" timeOffset="9678.09">12182 1698 90 0,'-3'-17'292'16,"0"2"-12"-16,2-2-8 0,-2 7-2 0,3 1-19 15,-1-2-29-15,0 6-20 0,1 1-23 0,0-1-19 0,0 1-25 16,0 4-41-16,0 0-41 0,0 0-6 0,0 0-4 15,-2 13-6-15,0 5-1 0,-1 3-9 0,-1 11 0 16,1 2-3-16,-5 12 5 0,0-9-8 16,-1 12 0-16,0-4 1 0,4-10-2 0,0-3 0 15,2 2 0-15,2-5-4 0,-3 0-20 0,3-3-22 16,1-3-17-16,-3-6-24 0,3 0-30 0,0 2-35 16,3-7-57-16,-3-1-203 0,5-2-425 0,4-2 187 0</inkml:trace>
  <inkml:trace contextRef="#ctx0" brushRef="#br0" timeOffset="9996.94">12208 2153 3 0,'-8'0'274'16,"0"2"-13"-16,8-2-23 0,-12 0-21 0,12 0-25 15,-8 2-18-15,8-2-16 0,0 0-17 0,-6 0-12 16,6 0-18-16,0 0-5 0,0 0-18 0,0 0-1 16,38 0-12-16,-7-6-4 0,5 2-10 0,4 0-7 15,14-2-4-15,0-3-5 0,1 4-4 0,-3-2-3 16,-15 3-2-16,-5-1-7 0,-1 1-5 0,-3 2-2 16,-11 2 1-16,-5-2-7 0,-3 1 4 0,-1 0-3 15,1-2-3-15,-3 1 3 0,-2 2 3 0,1-1 5 16,-5 1-5-16,0 0-6 0,0 0-14 15,0 0-18-15,0 0-20 0,-32 6-18 0,15-4-23 16,0 0-18-16,-1 1-40 0,1 0-39 0,5-1-209 0,-1 1-418 16,5-2 185-16</inkml:trace>
  <inkml:trace contextRef="#ctx0" brushRef="#br0" timeOffset="11014.13">12891 2135 149 0,'-3'3'304'0,"3"-3"-20"0,0 0-28 0,0 0-19 16,0 0-16-16,0 0-25 0,-7 0-14 0,7 0-21 15,0 0-13-15,0 0-16 0,0 0-14 0,26-3-15 16,-12-2-9-16,5 3-9 0,0-5-11 0,3 5-5 15,-3-8-2-15,8 4-12 0,-8 1-8 0,-1-2-3 16,1-2-4-16,-2 2-4 0,-6 1-1 0,3-5-7 16,-3 4 0-16,0-2 10 0,-4-2 11 0,1 2 1 15,-3 0 0-15,1-2 2 0,-2 1 1 0,-2-1 0 16,-2 3 0-16,0-2-6 0,-4 3-1 16,0-1-9-16,-1-1-11 0,-9 5-6 0,3 0-11 15,-8 3 4-15,-1-2-2 0,-8 3-5 0,-1 4-3 16,1 4 5-16,6-3-5 0,-6 5 0 0,1 2-3 0,2-2-2 15,7 2 3-15,1 0-2 0,4 2-6 0,-1-1-18 16,4 3-7-16,5-1-13 0,1-3 7 16,7 4-4-16,3 0 6 0,6 1-1 0,11 1 3 15,9-3 6-15,19 0-2 0,6-1 1 0,7-9-2 16,2-3-1-16,32-2 0 0,-8-7 1 0,-23 1 5 16,26-5 3-16,-31 4-2 0,1-5-2 0,-3 0 6 15,-6-3 4-15,-6-2-5 0,-12 2 7 0,-4 1 2 16,-5-2 0-16,-4 3 7 0,-8 1 14 0,-3 5 19 0,-4-4 8 15,-2 3 10-15,-3-2-7 0,-5 0 0 16,-2 1-6-16,-5 3-3 0,-2-1-4 0,-8 0-6 16,-3 3-1-16,-6 1-2 0,-3-1-3 0,5 7 3 15,-4-2-7-15,-1 2 1 0,6 1-1 0,3 3-1 16,2 0-3-16,-1 1 2 0,7-1-8 0,-4 3-16 16,8-4-11-16,0 1-11 0,0-1-9 0,6 1 4 15,1-1 0-15,1 1 8 0,2-3 1 0,4 2 6 16,1-2 0-16,2-1 6 0,6-3 6 0,1 1-1 15,4-5-1-15,0 0 4 0,0-2 1 0,1-2 2 16,-1-3 5-16,-3 4 7 0,0-7 12 0,1 3-1 16,-2-5-1-16,-1 2 5 0,-2 1 1 0,3-1 14 15,-5-2 2-15,0 4 10 0,0 1 6 0,-4 4 12 16,0 2-5-16,-1 0 4 0,-3 0-17 0,2 0-11 16,2 3-19-16,-5 2-24 0,5-3-26 0,-5 3 6 15,0 0 4-15,1 13 0 0,2-1 5 0,-3 6 1 16,0 10 5-16,-4 1 1 0,4 4 5 0,0 2 0 15,0 15-2-15,0 3 10 0,-4-2-2 0,4 3 0 16,0-4 1-16,0-4 3 0,4 3 2 16,-4-15 0-16,0 1 1 0,1-3 0 0,-2-3 2 0,-3 0-4 15,3-3 1-15,-4-8 0 0,-1-1 3 16,0-7-2-16,0 1 1 0,-5-2 5 0,0-3 7 16,-6-1 1-16,1-2 2 0,-4-4 5 0,-2-4-2 0,1-2-2 15,-8-2 13-15,-3-5-10 0,5 1 4 0,-1-4 6 16,-1 0 7-16,1-3 13 0,2-1 10 0,8 2 3 15,-1-7 5-15,6 1-5 0,3-5-11 16,6 1-6-16,3 1-10 0,9 0-7 0,3 3-2 16,5 2-1-16,3-3-7 0,5 4-3 0,4 0-2 15,5 1 0-15,17 1-3 0,2-3-6 0,1 5-1 16,2 1-1-16,0 1-1 0,-3 3 1 0,-16 6-3 16,-1-2 0-16,-5 3-1 0,-3 2 5 0,-12-1-1 0,-2 2 0 15,-3 0-7-15,-1 2 7 0,-4-2-7 16,3 3 7-16,-8 0-10 0,10-2-2 0,-10 2-12 15,5-3 0-15,-5 3-20 0,0 0-12 0,-2-4-18 16,2 4-6-16,0 0-22 0,-22 2-19 0,13-2-19 16,-1 0-28-16,-2 1-24 0,3 0-36 0,1-1-30 15,1 0-207-15,7 0-497 0,-11 1 219 0</inkml:trace>
  <inkml:trace contextRef="#ctx0" brushRef="#br0" timeOffset="12206.98">14208 2064 233 0,'0'0'237'0,"0"0"-12"0,0 0-11 0,0 0-6 16,0 0-19-16,0 0-14 0,0 0-15 0,0 0-18 15,0 0-17-15,0 0-9 0,16-9-14 0,-5 5-10 16,0-1-10-16,3 2-6 0,2-5-10 0,4 2 0 15,-5-2-12-15,6-1-6 0,-5 0-6 0,1 1-1 16,-2-2-4-16,-1-2-2 0,-5 3-8 0,3 1 2 16,-5-2-2-16,0 3 11 0,-1-1 4 0,-1 1-1 15,-2 0 1-15,-1 3 5 0,-2-3-7 0,2 3-5 16,-4 0-7-16,-2 2-6 0,-1-1-7 0,-3 0 4 16,-3 2-10-16,0 3 2 0,-7 3 4 0,-4 0-7 15,4 0-4-15,-2 3 2 0,-2 1-5 0,4 0 1 16,0 4 0-16,2-4 7 0,0 7-22 0,5-5-10 15,1 4-6-15,3-6-6 0,2 5-2 0,4-2 5 16,2 0 0-16,0-2 1 0,7 4 1 16,5-1 8-16,2-4-1 0,9 3-6 0,2-4-4 0,5-1-5 15,-2-2-6-15,3-5 3 0,0-1-1 0,1 0 8 16,-3-9 1-16,-1 4 8 0,-1-3 11 0,-2-3 16 16,-8 4 15-16,-1-3 25 0,5-4 19 15,-9 2 14-15,0 2 20 0,-1-3 18 0,-1 1 16 0,0 0 9 16,-6 2 23-16,3 2 16 0,-3 1 15 15,-1 3-4-15,-3 0-5 0,3 0-15 0,-2 1-22 16,1 1-12-16,-2 0-22 0,-1 3-18 0,4-1-11 0,-4 1-22 16,4-5-39-16,-4 5-39 0,0 0-19 15,0 0 2-15,1 9-2 0,2-4 10 0,-6 4-1 16,3-1 4-16,-1 6 9 0,1 1 1 0,0 0-2 16,-2-1 0-16,0 3-16 0,2 0-9 0,0-5 2 15,0-2-7-15,-1 1 8 0,2-5-3 0,-1-1-2 16,0 2 11-16,0-3 4 0,0 0 13 0,0-4 20 0,0 0 33 15,0 8 29-15,0-8 20 0,0 0-1 0,0 0-12 16,0 0-10-16,13-13-5 0,-8 5-6 16,4-1-8-16,-1-2-6 0,2-3-5 0,0 2-5 15,-1-2-7-15,1-1-7 0,-1 6 1 0,-1 0-5 16,-2 0-1-16,0 1-2 0,-3 3-4 0,0-1-5 16,2 3-3-16,-4 1-11 0,2-3-20 0,-1 3-23 15,-2 2-26-15,4-5-26 0,-4 5-18 0,0 0 14 16,0 0 18-16,11 6 5 0,-6 0 7 0,3-1-2 15,1 1-4-15,3 0-1 0,5 4 5 0,4-3-3 16,5 4-5-16,5-3 0 0,-2 1-1 0,10-4-3 16,-1 2-3-16,13-1 12 0,-13-3-2 0,3-3 9 15,-2-3-8-15,-3 3 9 0,-1-2 4 0,-2 0 16 16,0-3 4-16,-6 0 6 0,-8-3 18 0,-2 1 26 16,-1-3 15-16,-1 1 13 0,-6-1 4 0,1 0 5 15,-4-4 0-15,-1 4 9 0,-3-2 2 0,-2 0 3 16,0 2-6-16,-4-2 1 0,0 3-3 0,-4-1-6 15,-2 0-4-15,-2 5-4 0,-4-4-7 0,-2 5 3 16,-1-1-6-16,1 4-1 0,-4 1-2 0,0 3 1 16,4 0-1-16,1 1-8 0,0 3-2 0,-1 0 0 15,4 3 3-15,4 0-3 0,-3 2 2 0,4-3-3 16,1 3-12-16,6-1 2 0,-1 3 5 0,2-2-9 16,4 1 2-16,-1-1-1 0,7 4 8 0,1-4-9 15,3-1-1-15,4 0-9 0,1-1 0 0,1-3-2 16,1-2-5-16,2-3 1 0,6 1 3 0,-6-3 2 15,-1-3 4-15,-1-3 3 0,-2 0 4 0,-2-4 6 16,2 1 14-16,-4-3 11 0,-2-1 14 0,-1-3-2 16,3-1 2-16,-5-8-3 0,0-4 0 0,0 0-6 15,-8-5 2-15,4-1 4 0,4-13 3 0,-5 1 5 16,-1-2 6-16,-3 1 13 0,0 1 18 0,0 12 24 16,0 3 4-16,-3 1 16 0,2 3-7 0,-2 8-1 15,-2 5 6-15,5 3-8 0,0 0-16 0,-4 4-7 16,3 2-9-16,1-1-35 0,0 2-36 15,0 2-40-15,0 3-54 0,0 0 6 0,0 0 11 0,-10 13 5 16,2 4 8-16,1 8 8 0,-2 4 5 0,1 3 10 16,-1 11 0-16,3-6 7 0,-1 9-8 0,5-10 6 15,2 11-2-15,0-13 5 0,5 1 6 0,1-3-6 16,-1-1 1-16,0-4 4 0,4-3 1 0,-5-5-7 16,3-2-10-16,-4-6-20 0,4 2-11 15,-2-4-28-15,-4 0-21 0,4-2-15 0,-1-3-16 0,-3 1-18 16,3-4-69-16,-4-1-170 0,0 0-443 0,0 0 197 15</inkml:trace>
  <inkml:trace contextRef="#ctx0" brushRef="#br0" timeOffset="12534.52">15772 1731 62 0,'0'0'181'16,"6"0"-19"-16,-6 0-21 0,7 5-11 0,-4-1-10 0,5 4-9 15,-2-1-7-15,2 2 0 0,-3 4-16 0,3 2 3 16,-3 2-14-16,1 2-10 0,1-2-5 0,-2 2-6 16,-4 1-4-16,6 3 1 0,-5-5-9 15,-2 1-2-15,0-7-8 0,1 2 1 0,-2-5-7 16,0 0 7-16,2-2-8 0,-2-1-2 0,1-2 26 16,0 1 36-16,-1-1 41 0,1-4 31 0,0 0 30 15,-4 5 31-15,1-3 26 0,3-2 19 0,0 0-2 0,0 0-27 16,0 0-24-16,0-13-20 0,4 5-18 15,-1-1-17-15,-1-3-16 0,6-3-22 0,-3 0-22 16,3-3-31-16,1 0-21 0,1 1-29 0,0 2-26 16,3 1-42-16,-1-1-51 0,4 5-42 0,0-1-40 15,1 3-29-15,2 4-37 0,-1-2-23 0,-4 5-16 16,3 1-39-16,-4 4-195 0,-2-1-567 0,2-1 251 16</inkml:trace>
  <inkml:trace contextRef="#ctx0" brushRef="#br0" timeOffset="12927.78">16099 1970 28 0,'-1'3'233'0,"1"-3"12"0,0 0 15 0,0 0 2 15,0 0 2-15,0 0-14 0,0 0-25 0,0 0-21 16,0 0-21-16,17-9-20 0,-6 4-12 0,4-3-11 16,0-4-17-16,3 4-16 0,-2-5-10 0,0 2-11 15,5-6-6-15,-1 1-11 0,2-3-10 0,-3-2-1 16,-5-1-8-16,4 2-6 0,-8 5 1 0,-3 1-5 15,-1 2 5-15,-3 2-3 0,0 0-3 0,-3 2-10 16,-1 2 1-16,-4-1-8 0,2 2 0 0,-6 1-4 16,-2 1-9-16,-7 3-2 0,-1 4 3 0,1 1-5 15,-1 2-3-15,0 3-2 0,-8 5 0 0,10-2-3 16,-2 4 2-16,5 5 0 0,1 0 1 0,6-2 11 16,4-1-10-16,3 5 4 0,5-4-2 0,8 1 5 15,4-2-8-15,6 1 9 0,3-3-2 0,10-3 2 16,13 0 3-16,1-6-2 0,5 0 10 15,2-4-16-15,-3 1 5 0,-15-4-7 0,-3 1 4 16,-5-4 5-16,-11 2 29 0,1 0 33 0,-9-1 23 16,1 1 5-16,-4-1 3 0,-1 1 3 0,-8 0-4 0,11-1-5 15,-4 1-11-15,-7 0-17 0,6-3-36 0,-6 3-47 16,5-4-64-16,-5 1-64 0,0 3-79 0,0 0-90 16,-9-11-360-16,7 8-727 0,-2-2 322 0</inkml:trace>
  <inkml:trace contextRef="#ctx0" brushRef="#br0" timeOffset="13861.29">17779 1562 164 0,'3'-17'226'0,"-3"6"3"16,-3-7-13-16,6 3-10 0,-6-1-6 0,3 8 1 15,0-5-6-15,0 9-6 0,0-4-17 0,0 2-14 16,0 1-11-16,-1 2-26 0,1 3-17 0,0-7-17 16,0 7-39-16,0 0-8 0,0 0-7 0,0 0-6 15,-3 25-2-15,-3-7-1 0,2 8-2 0,-1 2-3 16,1 3-1-16,-1 3-4 0,1 12 0 0,-5-11-1 15,3 10 3-15,0-11-2 0,-1-1 0 0,3 0-2 16,-1-4-1-16,4-2 1 0,-2-1 0 0,2-8-1 16,1 0 0-16,0-4-1 0,0-4 1 0,0 0-2 15,0-2 1-15,-2 0 4 0,0-4 7 0,2 1 17 16,-1-1 23-16,1-4 35 0,1 3 36 0,-1-3-15 16,0 0-20-16,0 0-8 0,-2-19-13 0,2 6-9 15,-2-5-32-15,-1-8-9 0,1 0-16 0,-2-8-25 16,2 1-11-16,-1-20-14 0,-5 3-12 0,5-5-10 15,0-3 4-15,2-1 7 0,-3 6 9 0,2 0 2 16,-1 6 27-16,-1 14 18 0,-1 4 16 0,0-1 18 16,3 11 19-16,-1 0-9 0,0 3 23 0,1 4 0 15,-1 2-5-15,2 0-13 0,0 3 2 0,1 2-6 16,-2 0-10-16,2 2-20 0,0 3-23 0,0-8-25 16,0 8-1-16,0 0 3 0,12 2 1 0,-3 4-3 15,4-2-3-15,5 5-3 0,5 5-5 0,2 2 1 16,-2 0-9-16,5 2 5 0,2-1-3 0,-6 6-2 15,2-4-1-15,-7 4 3 0,1-2-3 0,-3-2-4 16,-6-2 1-16,-2 0 1 0,-4-2-1 0,-1 3 3 16,-4-7 1-16,-4 5 10 0,-5 0 9 15,-9 2 7-15,3-3 0 0,-13-1 5 0,4 1 1 0,-3-3 5 16,-4 0 0-16,-1 0 2 0,0 0 0 16,2-5 2-16,-1 3 4 0,0-2-3 0,2 1-1 0,1-2 4 15,6-1-3-15,4-1 3 0,2 0-4 0,5-1-33 16,1-1-47-16,2 1-55 0,3-2-30 0,1 3-17 15,6-2-43-15,-2-3-133 0,13 2-394 16,1-4 175-16</inkml:trace>
  <inkml:trace contextRef="#ctx0" brushRef="#br0" timeOffset="14244.42">18118 1705 193 0,'-12'3'191'0,"2"1"-14"15,-1-2-20-15,-2 6-16 0,1-1-17 0,-2 4-12 16,3 1-14-16,-2 0-8 0,2 4-9 0,0-1-9 16,2 1-3-16,-1 1-7 0,5 0-4 0,1-5 2 15,4 5-5-15,0-6 1 0,1 2-3 0,3-1-5 16,4 1 6-16,6-1-6 0,-1-1-1 0,2-4 4 15,4 1 5-15,1-5-2 0,8 3-1 0,-2-8 2 16,2 0 11-16,-9-3 14 0,1 0 12 0,-4 0 13 16,1-7 5-16,0 4 1 0,-4-6-14 0,-1-1-2 15,-2 1 3-15,1-10-18 0,1 1-10 0,-6-2-13 16,-3-2-10-16,-1 1-10 0,-4-1-6 0,-1 4-5 16,-4-2-6-16,0 10-5 0,-4 0-6 0,0 1-7 15,-4 0-9-15,-5 3-10 0,-3 0-1 0,0 6-11 16,-3 0-14-16,5 5-19 0,-7 0-24 0,7 3-17 15,1-2-31-15,-2 4-34 0,6 1-48 0,3-2-231 16,0 1-484-16,8 0 214 0</inkml:trace>
  <inkml:trace contextRef="#ctx0" brushRef="#br0" timeOffset="14580.45">18486 1393 142 0,'1'-17'387'0,"0"5"10"0,2 0 6 0,0 4-15 15,-2-2-25-15,0 6-30 0,0 1-38 0,-1-4-30 16,0 7-28-16,2-7-34 0,-2 7-46 0,0 0-51 16,1-6-60-16,-1 6-40 0,0 0 1 0,0 0-7 15,-1 20 9-15,-3-2-5 0,0 10 0 0,-1 4 0 16,0 15 4-16,-3 0 0 0,1 1 1 0,0 1-1 15,3-1 2-15,-1-13-2 0,5-1 0 0,-4 1 0 16,4-3-2-16,0-1 5 0,-1-5 0 0,1-8 3 16,1-1-7-16,-1-4 3 0,0-2-5 0,0-1 1 15,0-3 3-15,0-1 2 0,0 0-3 0,0 0 4 16,0-6-1-16,0 6 4 0,0-6 7 0,0 5-11 16,0-5 5-16,-4 4-10 0,4-4-17 0,0 0-66 15,0 0-74-15,0 0-68 0,0 0-78 0,0-16-247 16,3 6-588-16,-2 0 260 0</inkml:trace>
  <inkml:trace contextRef="#ctx0" brushRef="#br0" timeOffset="15205.97">18679 1607 72 0,'1'-4'367'0,"2"-1"-21"15,-3 5-15-15,2-8-37 0,-2 8-28 0,0-5-27 16,0 5-25-16,4-4-18 0,-4 4-36 15,0 0-29-15,0 0-36 0,0 0-22 0,0 0-2 16,0 0-11-16,3 15-10 0,-2-9-7 0,1 5-4 0,1-2-9 16,1 1-7-16,0 0-4 0,1-2-3 0,2 1-9 15,0 0 0-15,-1-3-3 0,1 1 1 16,-2 0-1-16,1-3 4 0,0 0-3 0,1 0 2 16,-3-2 4-16,-4-2-4 0,12-1 18 0,-12 1-10 15,13-5 13-15,-5-1 4 0,2 0 9 0,-3-2 6 16,2 0 5-16,0-1-3 0,2 0 1 0,-5 0 10 15,2 0 6-15,-3 1-3 0,0 4 4 16,0-2-1-16,-1 4-13 0,-4 2-6 0,4-6-8 0,-4 6-24 16,5-4-22-16,-5 4-27 0,0 0-8 0,0 0 1 15,8 15-1-15,-7-2 0 0,1 6 0 0,-4 8 8 16,2 2 0-16,0 5 5 0,-6 2 4 0,1 10 4 16,-3 0 0-16,-1 0 3 0,-4 0 5 0,0-2 2 15,3-9-1-15,-4 11-1 0,0 0 7 0,5-14 0 16,-2-1 6-16,3-4-6 0,-2 0 7 0,2-8 0 15,0 0-3-15,1-6 8 0,2-4-5 0,1 1 4 16,0-5 6-16,-1 0 9 0,1-1 8 0,4-4 3 16,-15 0 0-16,15 0 2 0,-17-7 4 0,3 0 20 15,1-5 19-15,-2 0 22 0,2-2-5 0,4-6 11 16,0-4-8-16,4-3-13 0,1-2-13 0,6-4-16 16,5-1-10-16,11-11-19 0,-1 2-5 0,3 0-5 15,6 3-14-15,-5 12 10 0,0-1-6 16,1 5-1-16,1-1-2 0,2 6 1 0,-2-3 2 15,0 5-4-15,0 0-1 0,-6 9 10 0,-2 0-7 16,-1-2 2-16,-4 5 0 0,-5-1 8 0,1 2 0 0,0-1-8 16,-2 4 3-16,2-3-3 0,-6 4-5 0,7-2 9 15,-7 2-17-15,6-5-18 0,-6 5-22 0,0 0-28 16,4-1-8-16,-4 1-31 0,0 0-14 16,0 0 14-16,0 0 3 0,0 0 6 0,0 0-18 15,0 0-14-15,-12 11-22 0,12-11-31 0,-11 5-20 16,7-3-46-16,-4-2-204 0,8 0-498 0,0 0 220 15</inkml:trace>
  <inkml:trace contextRef="#ctx0" brushRef="#br0" timeOffset="15963.25">19205 1630 176 0,'0'0'386'0,"0"0"-7"16,0-3-39-16,0 3-29 0,0 0-31 0,0-8-30 16,0 8-26-16,0 0-34 0,0 0-30 0,0 0-41 15,0 0-26-15,0 0-20 0,0 0-5 0,0 20-9 16,-2-9-3-16,0 2-5 0,-3 4 4 0,0 1-17 16,0 7 2-16,-1 0-8 0,-2 1-5 0,-1 1 1 15,1-2-2-15,1-1-2 0,2-7-1 0,-2 0 6 16,4-5-14-16,0-2-3 0,-1-3 4 0,4-1 1 15,-2 0 1-15,-1 0 19 0,3-6 20 0,-1 6 35 16,1-6 41-16,-3 4 34 0,3-4 17 0,0 0-21 16,0 0-20-16,0 0-13 0,9-18-12 0,0 8-10 15,-1-5-14-15,3 1-9 0,2-7-11 0,1-2-18 16,3-1-6-16,-1 0-11 0,-3 4-5 0,-3 4-7 16,0 4-5-16,-2 3 0 0,-3 1-7 0,2 0-2 15,-4 3-6-15,1 1-23 0,0 2-22 0,-4 2-44 16,4-7-24-16,-4 7-23 0,4-4-27 0,-4 4 18 15,0 0 8-15,0 0 17 0,11 12 8 0,-7-4 12 16,1 1 5-16,2 1 12 0,-1 0 2 0,8 2 4 16,0 0-3-16,1 2 3 0,2-4-1 0,7 0 1 15,3 0-3-15,1-3-2 0,-3 0 3 16,-5-4 1-16,3-1 2 0,-1-2 5 0,6-3 5 0,-10-1 7 16,4-1 5-16,-3-4 10 0,-3 1 14 15,0-1 18-15,-1-1 15 0,-4-2 10 0,-3 3 13 16,2-4 7-16,-2 0 8 0,-2 4 13 0,-2-3 17 15,0 4-7-15,0 1 1 0,-4 1-2 0,1 0-17 0,-1 0 4 16,0 1-13-16,0 5-3 0,-4-6-13 0,4 6-17 16,-9 0-3-16,9 0-2 0,-24 7 0 15,8 3-2-15,0 1 3 0,-3 2-4 0,2 4 0 16,-2 3-1-16,6-6 2 0,-2 7-10 0,4-4-23 16,2-1-13-16,1 0-2 0,4-1 3 0,-1-2 2 15,5-2 4-15,3 1 7 0,-1 0 3 0,2-4 9 16,5-1 1-16,0 0 3 0,1-2-1 0,5 0 4 15,-2-3 3-15,6-2 6 0,-6-1 1 0,4-3 14 16,-4 1 11-16,3-3 5 0,-3-2-2 0,-3 0-1 16,3-4-3-16,-3-2-13 0,0 0 1 0,-1-5-6 15,-1 2-4-15,1-7-6 0,-4 6-11 0,-3-1-8 16,0 2-2-16,-4 3-6 0,1 2-12 0,-5-3-14 16,2 4-9-16,-5 0-15 0,4 4-6 0,-9-1-18 15,5 4-9-15,0-3-22 0,-5 6-25 0,3-3-27 16,0 2-38-16,-1 0-176 0,3 1-435 0,9 1 193 15</inkml:trace>
  <inkml:trace contextRef="#ctx0" brushRef="#br0" timeOffset="16813.72">20000 1642 204 0,'0'0'347'0,"0"-5"-28"0,0 5-41 0,0 0-22 0,0 0-35 16,3-5-24-16,-3 5-26 0,0 0-32 0,0 0-17 15,0 0-11-15,-3 14-13 0,0-4-7 0,-3 2-9 16,1 4-4-16,-1 1-11 0,-1 1-8 0,-2 7-6 16,-1-6-4-16,1 5-4 0,4-5-5 0,-3-2-18 15,2-2-2-15,2-3-2 0,0-2-4 16,3-1 2-16,-2-3-5 0,2 0 2 0,-1-2 3 15,0 0 14-15,2-4 32 0,-1 7 28 0,1-7 39 0,0 5 30 16,0-5 15-16,0 0-21 0,0 0-15 0,0 0-11 16,14-20-13-16,-5 10-12 0,0 1-15 15,4-6-7-15,1-1-8 0,5-6-8 0,0 2-8 16,-1 1-7-16,-4 6-7 0,-2 2-3 0,-1 1-5 16,-3 4-3-16,-2-1-13 0,-2 3 2 0,2-1-2 15,-1 3 0-15,-1-1-45 0,-4 3-12 0,6-4-31 16,-6 4 0-16,0 0 4 0,0 0 5 0,11 12 7 0,-9-7 4 15,4 4 5-15,-3 3 3 0,3 2-8 16,-3-2 4-16,1 4-8 0,2 0-8 0,-3-1 4 16,1-3-8-16,-3-2 9 0,2 0-4 0,-2-3 8 15,0 0 2-15,3-2 13 0,-4-1 13 0,0 1 3 16,0-5 37-16,4 5 30 0,-4-5 29 0,0 0-2 16,0 0-11-16,0 0-7 0,13-10-11 0,-8 3 5 15,3 0-9-15,-2-4-1 0,8-2-9 0,-5-3 0 16,5 0-2-16,-2-1-4 0,2-4-3 0,-2 4-6 15,-3 5 2-15,0 0-4 0,1 4-2 0,-2 1 0 16,1 1 1-16,-5 0-9 0,1 2-1 0,0 1-6 16,0 0-12-16,-5 3-28 0,4-2-2 0,-4 2-2 15,0 0-4-15,14 5 1 0,-5-1-18 0,-1 2-8 16,-2 1-9-16,3 2-13 0,4-1-9 0,-3 1-21 16,3 1-8-16,-2-3-15 0,0 1-6 15,1-1-5-15,0-3 9 0,1-2-1 0,-3 3 18 0,0-4 2 16,3-1 23-16,-4-2 5 0,1-1 27 0,2-2 13 15,-3 0 30-15,2 0 22 0,-5-2 29 0,3-3 25 16,-1 1 22-16,0-1 13 0,-1 0 18 0,-3 2 16 16,4-3 12-16,-3 2 15 0,0 1 6 0,4-1 6 15,-5 1 1-15,0 2-6 0,-2 2-19 0,2 2-7 16,-3-3-19-16,-1 5-12 0,0 0-8 16,7-5-31-16,-7 5-22 0,0 0-26 0,0 0-19 0,0 0 7 15,0 0-3-15,6 12 3 0,-6-5 0 0,-2 3 5 16,0 3-3-16,1-1 2 0,1 5 3 15,-1-1 5-15,-2 1-3 0,2-4-2 0,1 4 7 0,-1-4-3 16,-1 0 6-16,2-3-2 0,2 0 8 0,-4-3 1 16,2 1-11-16,0-3-15 0,0-1-2 15,0-4 1-15,-1 8 1 0,1-8-3 0,0 6 9 16,0-6-3-16,-1 0-15 0,1 0-58 0,0 0-36 0,-3-11-21 16,2 4-27-16,0-6-28 0,-2 0-53 0,1-8-188 15,-2-6-477-15,4 1 212 0</inkml:trace>
  <inkml:trace contextRef="#ctx0" brushRef="#br0" timeOffset="16955.68">20656 1462 236 0,'0'-6'286'0,"0"1"1"15,0 5-4-15,-2-10-26 0,2 10-17 0,0-6-28 16,0 6-20-16,0 0-20 0,2-4-21 0,-2 4-24 16,0 0-22-16,0 0-37 0,2-2-36 0,-2 2-17 0,0 0-33 15,0 0-38-15,0 0-55 0,14 12-46 0,-10-7-56 16,0 0-139-16,-1 0-380 0,0-1 168 15</inkml:trace>
  <inkml:trace contextRef="#ctx0" brushRef="#br0" timeOffset="18028.4">21430 1650 111 0,'-13'-6'198'0,"-1"1"-15"16,-5-2-21-16,-2 7-11 0,-7 0-16 0,-2 7-16 15,-1 0-16-15,-1 3-5 0,5 1-21 16,-3 5 0-16,5 1-7 0,0 2-6 0,4 0-11 0,1 3-2 16,5-1-3-16,-1 0 2 0,7-4-6 0,4-1-1 15,0 0-3-15,5-3 0 0,-1-1-1 0,2-3-4 16,2 2 11-16,1-4 11 0,2 0 14 16,-1-4 16-16,3 1 1 0,3-4 7 0,1 0 9 15,1-2 0-15,0-3 10 0,3 0 11 0,2-4-6 16,0 1 13-16,-1-3-10 0,-4 1-4 0,3-2-10 15,-1-2-6-15,-1-1-14 0,-1 3-3 0,-2-1-9 0,-2 1 8 16,2 4-10-16,-3 0-12 0,-1 3-3 16,-3 0-13-16,-1 2-2 0,3-1-8 0,-4 1-8 15,-2 3-8-15,6-2-25 0,-6 2-8 0,7 0 4 16,-7 0-9-16,11 5-5 0,-2-1-2 0,3 0-3 16,-2 4-3-16,3-2 0 0,-2 1-4 0,2-3-4 15,-1 4 1-15,-1-3 10 0,3-1-4 0,-4-1 5 16,3 0 4-16,-3-4 1 0,3 1 7 0,-2-3 1 15,0-3 5-15,0-1 1 0,3-3 2 0,-2-3 10 16,-2-1 13-16,3-3 5 0,-3-1 21 0,2-4 1 16,-3-3 11-16,2-1-9 0,-4 0 4 0,3-5 1 15,1 2-3-15,-3-1 9 0,-1-3 2 0,2 4 4 16,-1-2 6-16,1 3 24 0,-1 3 17 0,-6 8 12 16,2 5 9-16,-1-1 2 0,1 6-11 0,-3-2-15 15,-1 4-9-15,1 0-16 0,-1 0-12 0,3 3-23 16,-3 2-27-16,1-5-31 0,-1 2-43 0,0 3-40 15,0 0-48-15,0 0 7 0,0 0 15 0,-4 18 14 16,-1-4 12-16,0 3 8 0,-8 9 8 0,7 3 11 16,-5 1 9-16,5 5 5 0,-3-3 6 0,4 0 8 15,-3-1-1-15,3 1 11 0,0-3 0 0,2 3 5 16,1-3 3-16,-2-1 8 0,2-4 5 0,2-7 10 16,0 1-3-16,-2-2 2 0,2-6 3 0,0 2 9 15,-1-2-7-15,1-5 1 0,0 2 8 0,0-2-9 16,0 0 5-16,0-5 0 0,0 7 14 0,0-7 2 15,0 5 0-15,0-5 8 0,3 4 5 0,-3-4 7 16,2 5 17-16,-2-5 4 0,0 0-2 0,18-2-8 16,6-1-8-16,12-2-19 0,23-6-80 0,4-7-103 15,31-13-139-15,-7-8-433 0,5 5-784 0,-3-8 347 16</inkml:trace>
  <inkml:trace contextRef="#ctx0" brushRef="#br0" timeOffset="25710.96">6624 4473 24 0,'1'-14'235'16,"0"1"-4"-16,-2 2 18 0,2 0 3 0,-1 1-6 16,-1 1-11-16,0 2-6 0,1 1 1 0,-3 0-7 0,3 1-12 15,0 2-19-15,0 3-19 0,0-7-23 0,-1 4-20 16,1 3-23-16,-1-4-29 0,1 4-41 15,0 0-15-15,0 0 4 0,-9 15-10 0,-1 3 1 16,-5 14-3-16,-2 14-2 0,-14 34 2 0,9-24 0 16,-2 28 1-16,-3-1-5 0,5 1 1 0,9-27 4 15,-3 24-4-15,6-22-3 0,5 3 1 0,-6 23-3 0,8-3 7 16,-3-24 1-16,1 0-1 0,3 0-1 16,-2-2 1-16,1-4-2 0,2-17-2 0,1 2 1 15,0-8-2-15,-5-1-3 0,0-3 5 0,2-8-4 16,2-4 2-16,0-3 2 0,-3 1 31 0,3-5 17 0,-1-1 21 15,-2 0 12-15,-2-4-4 0,-8-2-8 0,-5-6-12 16,-7-2-1-16,-2-3 2 0,-2-1-27 0,-1-1 24 16,1-2 5-16,4 3 12 0,-2-2 3 15,7 6-6-15,6 1-3 0,-3 2-11 0,5 0-7 0,-1 3 2 16,3 0-16-16,-2 0-10 0,1 2-9 0,2 4-24 16,-3 1-21-16,2 2-26 0,0 1-41 0,-1 3-40 15,2 5-36-15,-3-1-29 0,5 2-35 16,0 9-55-16,5-8-53 0,0-1-255 0,3 1-638 15,0-6 282-15</inkml:trace>
  <inkml:trace contextRef="#ctx0" brushRef="#br0" timeOffset="26175.84">5816 6237 71 0,'-10'-1'243'0,"5"-1"-13"0,-3 4-15 0,8-2-9 16,-15-2-12-16,11 2-17 0,4 0-16 0,-9-2-15 0,9 2-17 16,-8 0-12-16,8 0-7 0,0 0-7 0,-7-1-12 15,7 1-9-15,0 0-5 0,0 0-1 0,0 0-10 16,38 0-3-16,-10-2-6 0,7 0-1 16,2-3-7-16,15 0-6 0,-1 0-2 0,0 1-6 0,-11-1-3 15,-1 1-5-15,-1 1-1 0,-6 0-4 0,-3 1 0 16,-9-1-5-16,-2 1 0 0,-4 2 0 0,-1-2 0 15,-5 2-9-15,-3 0 1 0,3-1-4 0,-8 1-1 16,6 0-8-16,-6 0-1 0,0 0-7 0,0 0-10 16,-9 8-9-16,-2-4-11 0,-2 0-14 0,-5 1-12 15,2-1-8-15,0 3-26 0,3-5-19 0,-1 2-25 16,5 0-25-16,0 0-42 0,0-1-119 0,4-1-360 16,1 1 159-16</inkml:trace>
  <inkml:trace contextRef="#ctx0" brushRef="#br0" timeOffset="26380.53">6557 6109 359 0,'3'-6'381'0,"-1"2"-9"0,1 1-12 16,0 1-24-16,-3 2-25 0,5-3-27 0,-5 3-37 15,0 0-27-15,3-4-30 0,-3 4-43 0,0 0-19 0,3 9-16 16,-3 4-9-16,-1 5-6 0,-1 5-11 15,0 6-4-15,1 2-19 0,-2 5-45 0,-1-4-33 16,3 4-43-16,1-4-43 0,1-1-45 0,1-3-74 16,4-3-95-16,2-10-193 0,-2-4-548 0,0-8 243 15</inkml:trace>
  <inkml:trace contextRef="#ctx0" brushRef="#br0" timeOffset="27071.7">6901 4051 159 0,'1'-9'291'0,"2"2"5"16,-3 2-1-16,0 0-15 0,0 0-23 0,0 1-30 16,0 4-22-16,2-4-21 0,-2 4-25 0,0 0-34 15,3-4-29-15,-3 4-10 0,0 10-5 0,-3 4-3 16,-3 5-14-16,1 8 1 0,-3 5-6 16,1 1-8-16,-4 13-12 0,5-10-43 0,-3 10-40 0,1-1-46 15,1-10-65-15,6 2-90 0,-2-1-182 0,2-4-462 16,-1-6 204-16</inkml:trace>
  <inkml:trace contextRef="#ctx0" brushRef="#br0" timeOffset="32910.15">7567 4792 168 0,'1'-17'200'16,"2"8"-3"-16,-2-1-5 0,0-4-7 0,3 4-4 15,-3-4-8-15,3 3-9 0,-4 1-12 0,0 1-7 16,0-1-2-16,4 3-11 0,-4 2-8 0,0-2-16 15,4 2-12-15,-4 2-13 0,1-1-17 0,-1 4-18 16,0 0-5-16,0 0-8 0,4 12-2 0,-8 3-6 16,3 7 0-16,-7 6-1 0,3 6-5 0,-4 12 1 15,0 3-4-15,4-3-5 0,0-12 5 0,-3 4-5 16,2-5 0-16,2 2-2 0,1-3 0 0,0-1-3 16,0 1 4-16,-1-7-1 0,0-5-2 0,2 0-1 15,2-3 1-15,0-2-4 0,-1-4 3 0,-1 0-4 16,1-5 4-16,2 1-2 0,-1-2 0 0,0-5 6 15,0 8-5-15,0-8 7 0,-1 6 11 0,1-6 6 16,-2 3 4-16,2-3 4 0,0 0 3 0,0 0-3 16,0 0-2-16,0 0-21 0,0 0-37 0,0 0-31 15,0 0-28-15,-9-22-26 0,6 13-33 0,2-3-37 16,-1-5-36-16,2 0-204 0,0 2-450 0,3-4 199 16</inkml:trace>
  <inkml:trace contextRef="#ctx0" brushRef="#br0" timeOffset="33308.87">7502 4491 188 0,'-3'-7'258'16,"-1"1"-4"-16,0 2-14 0,3-2-18 0,0 4-22 15,-1-3-19-15,2 5-21 0,-3-4-20 0,3 4-17 16,-4-4-16-16,4 4-8 0,0 0-11 0,0 0-11 15,0 0-7-15,28 8-8 0,-14 1-8 0,4 1-4 16,6 2-3-16,7 7-5 0,-4-2-4 0,0 3-5 0,1 0-3 16,-3 4 1-16,-2 1-4 0,-1-1-2 15,-3 2-2-15,-1-2-1 0,-5 2-3 0,-3-3-4 16,-3 0 0-16,-5-3 0 0,-3 6-3 0,-7-5 0 16,-1 2 6-16,-6-2-3 0,-6 0 5 0,-3-3 0 15,-1-1 1-15,-2-1 4 0,-1-1-2 0,-3-2 3 16,3 1-4-16,-3-2-1 0,4-5 2 0,0 4 0 15,7-4 0-15,0 0-2 0,3-3 2 0,4 0-5 16,2-2-3-16,2 2-1 0,1 0 0 0,0-3-1 16,2 1 0-16,2-2-4 0,4 0-9 0,-5 3-2 15,0-2-5-15,5-1-8 0,0 0-8 0,0 0-23 0,0 0-27 16,0 0-36-16,0 0-42 0,32-3-42 16,-17 2-48-16,-2-1-183 0,5 0-458 0,-4 1 203 15</inkml:trace>
  <inkml:trace contextRef="#ctx0" brushRef="#br0" timeOffset="34009.37">7880 5116 315 0,'0'0'324'0,"0"0"-9"0,-2-7-12 0,2 7-11 16,0 0 2-16,0 0-39 0,0 0-25 16,2-5-24-16,-2 5-5 0,0 0-42 0,0 0-17 15,0 0-14-15,0 0-20 0,0 0-13 0,0 0-24 16,0 0-9-16,0 0 2 0,0 0-19 0,0 17-10 15,0-10 3-15,-2 3-5 0,-1 2-5 0,2 2-1 0,-1 3-3 16,-2 0-6-16,1 1 3 0,-4 7 3 16,5-7-7-16,-4 1 3 0,4-2-4 0,-3-2 0 15,1 0-1-15,4-6-3 0,-3 1-4 0,3-3 2 16,-1-1 2-16,0 0-1 0,0-3 2 0,1 1 17 16,0-4 46-16,1 4 17 0,-1-4 28 0,1 4 33 0,-1-4 20 15,0 0-11-15,0 0-18 0,4-15-17 0,0 5-12 16,6-6-13-16,-4 1-8 0,2-3-13 15,1 5-8-15,1-7-8 0,-2 6-7 0,-2 3-9 16,1 2-2-16,0 0-7 0,-4 2-7 0,1 2-3 16,0 0-8-16,-2 1-4 0,-1 1-2 0,-1 3-13 0,4-5-25 15,-4 5-21-15,3-3-20 0,-3 3-17 16,0 0 12-16,0 0 4 0,9 7 9 0,-8-1 3 16,0-1 5-16,3 2 1 0,0 3 10 0,-4 0 1 15,3 2 5-15,-1-1-11 0,2 1-8 0,-3 0 1 0,1-2 2 16,-2 0 4-16,3-6-4 0,-3 2 12 0,0 0-2 15,0-6 8-15,1 8-7 0,-1-8 24 0,3 4 20 16,-3-4 29-16,0 4 27 0,0-1 26 16,0-3 5-16,0 0-10 0,7-12-12 0,-4 1-8 15,4 0-5-15,-2 0-7 0,4-4-11 0,-3-1 1 0,2 2-7 16,5 1-3-16,-7 2-5 0,-1 3-2 0,-1 0-6 16,0 3-3-16,0 0-7 0,-3 1-2 0,4 1-7 15,-5 1-3-15,0 2-17 0,5-3-17 16,-5 3 2-16,0 0-6 0,10 3 4 0,-6-1-11 0,-4-2-11 15,12 6-6-15,-6-2-28 0,0 1-11 0,2 2-23 16,2-4-12-16,-2 4-32 0,1 0-30 0,-3-4-41 16,0 1-46-16,1-1-54 0,-3-1-304 0,2 0-698 15,-6-2 309-15</inkml:trace>
  <inkml:trace contextRef="#ctx0" brushRef="#br0" timeOffset="34458.6">8402 4824 7 0,'3'-3'320'0,"-2"3"-28"0,-1 0-38 0,4-4-27 16,-4 4-21-16,9-1-25 0,-3 1-16 0,6 1-11 15,-3 3-19-15,1-1-14 0,2 4-10 0,-2 1-9 16,0 1-11-16,3 3-10 0,-1 1-6 0,-1 1-10 15,-2 1-2-15,-3-1-9 0,2 0-6 0,-4 2-5 16,-2 0-5-16,-2 0-3 0,-1-3-3 0,1-1-2 16,-3-2-6-16,-2 0-2 0,2-1 4 0,-3-1-4 15,0 1 0-15,2-4 1 0,0-1 3 0,2 1 14 16,-3-2 9-16,1 1 27 0,3-1 25 0,1-3 33 16,0 0-16-16,0 0-2 0,-8-7-17 0,8 7-12 15,0-10-4-15,1-1-12 0,4 0-5 0,4-6-3 16,0 2-15-16,-2-2-4 0,2 1-5 0,3 0 0 15,-3 1-8-15,0 5 6 0,0 0-17 0,0 3-5 16,-2-1 2-16,-4 4 2 0,3 0-20 0,1 0 0 16,2 2-5-16,-4 2-1 0,-5 0 0 0,14 2-7 15,-5 3 1-15,-1 1-5 0,1 0-6 0,0 2-2 16,-3 1-2-16,3 3-8 0,-1-3-18 16,-2 4-14-16,0-1-20 0,2 1-26 0,-4-2-28 0,0 0-36 15,1 0-30-15,-1-4-41 0,-3 3-68 0,-1-4-168 16,-1 0-526-16,1-6 234 0</inkml:trace>
  <inkml:trace contextRef="#ctx0" brushRef="#br0" timeOffset="34688.58">8904 4722 91 0,'2'-2'314'0,"-2"2"-34"0,5-3-33 15,-5 3-25-15,0 0-22 0,0 0-18 0,13 6-15 16,-9-1-15-16,3 3-13 0,4 2-8 0,-2 5-15 16,0-1-9-16,2 11-10 0,-3-6-7 0,-2 4-7 15,-1 5-11-15,0-2-5 0,-5 1-23 0,-3-3-13 16,-4 3-20-16,-2-1-15 0,-5-3-15 0,-1 0-20 16,-4-3-24-16,-3 2-34 0,-4-3-49 0,-2-5-74 15,0 1-157-15,-4-1-406 0,-3-6 180 0</inkml:trace>
  <inkml:trace contextRef="#ctx0" brushRef="#br0" timeOffset="34973.87">8327 4556 194 0,'-8'1'197'0,"-2"2"-17"0,0 2-25 15,1 4-15-15,1 1-18 0,-6 12-12 0,2 0-10 16,0 7-11-16,1 0-9 0,3 5-6 0,4 0-6 16,0 12-4-16,4-10-5 0,8 0-2 0,1-2 0 15,13 7-3-15,-2-9-2 0,14 4-3 0,6-7-1 16,1 0-4-16,5-7-20 0,-10-8-43 0,16 1-72 15,-16-5-90-15,1-6-107 0,0-1-312 0,4-3 138 16</inkml:trace>
  <inkml:trace contextRef="#ctx0" brushRef="#br0" timeOffset="35341.81">9374 4688 141 0,'-2'-3'332'0,"2"3"-17"16,0-6-20-16,0 1-22 0,0 5-19 0,0-3-25 15,0 3-26-15,0 0-24 0,0 0-24 0,0 0-15 16,-1-4-20-16,1 4-13 0,0 0-15 0,0 0-5 15,3 19-15-15,-2-7-6 0,0 7-10 0,0-2 1 16,2 12-9-16,-3 3-4 0,-1 1-4 0,1 3-2 16,-3-1-4-16,2-1-4 0,0 1-4 0,-1-1 1 15,1-2 1-15,1-3-3 0,0 0-3 0,-1 0 3 16,1-5-6-16,0 1 3 0,0-6 0 0,0-2-26 16,0-7-17-16,-2 2-21 0,2-3-9 0,2-1-18 15,-2 0-19-15,-2-4-6 0,2 1 1 0,0-1 6 16,0-4-14-16,-2 3-71 0,2-3-101 0,0 0-149 15,-6-15-456-15,4 6 202 0</inkml:trace>
  <inkml:trace contextRef="#ctx0" brushRef="#br0" timeOffset="35678.01">9399 4565 1956 0,'-9'-17'144'0,"0"0"8"0,0 2-17 16,-2 1-6-16,6 4-9 0,0 1-7 15,0 4-4-15,1 0-8 0,1-1-21 0,-1 2-7 16,2 0-3-16,-2 1-14 0,4 3-8 0,-4-6-9 16,4 5-5-16,0 1-3 0,0 0-5 0,0 0-2 15,27 8 0-15,-7 1-5 0,7 3 0 0,4 2-1 16,1 5-6-16,11 6 1 0,-11-5-4 0,-1 3 2 16,0 0 1-16,-3 0-2 0,-1 4-2 0,-6 1-3 15,-3-3-1-15,0 1-6 0,-9-1 0 0,-5-6-3 16,-3 1 0-16,-5-1-7 0,-1 0 4 0,-6-2 9 15,-9 1-4-15,-1 1 6 0,-2-3 0 0,-4-1 4 16,-3-3-1-16,0-1 2 0,-2-1 0 0,-5 2-1 16,2-1 4-16,0-2-3 0,0-1-4 0,6-1 2 15,-2-2-2-15,9-1 0 0,7 3-3 0,-3-1-26 16,5-3-37-16,3 3-28 0,-3-1-49 0,4-3-37 16,4 3-21-16,4-1-19 0,2 0-242 0,-1-4-495 0,10 3 220 15</inkml:trace>
  <inkml:trace contextRef="#ctx0" brushRef="#br0" timeOffset="36177.28">9656 5158 176 0,'-1'-3'344'0,"1"3"-12"0,0 0-20 15,0 0-12-15,0-5-30 0,0 5-37 16,0 0-29-16,0 0-21 0,0 0-14 0,0 0-28 16,0 0-14-16,0 0-16 0,0 0-22 0,0 0-9 0,0 0-8 15,0 0-9-15,1 18-4 0,-2-10-7 0,0 1-3 16,-1 4-7-16,-3-2-4 0,1 1 0 15,0 4-10-15,2 1 8 0,-2 0 8 0,0 0-23 16,2-3-5-16,-1-4 3 0,1-2-3 0,0-1-1 16,0 0-2-16,2-1 3 0,-2 0 1 0,1-3-1 0,1 1 10 15,0-4 35-15,0 0 40 0,-1 8 25 0,1-8 28 16,0 0-13-16,0 0-16 0,0 0-11 16,13-20-12-16,-7 13-16 0,4-7-3 0,1 1-5 15,0-3-13-15,8-4-13 0,-10 6-3 0,5 2-7 16,-5 2-6-16,-1 0-1 0,-2 3-4 0,-1 2-7 0,-1 1-7 15,4-1-4-15,-4 2-12 0,-3 1-19 16,-1 2-11-16,0 0 4 0,13 0-2 0,-13 0-8 16,9 5-3-16,-3 0-6 0,1 2-6 0,-1 0-4 15,-1-2-10-15,0 3-21 0,3 1-20 0,-3 0-26 16,2 0-30-16,-3-1-30 0,0 4-42 0,0-3-44 0,0-1-64 16,-3-4-226-16,3 0-612 0,-4-4 271 15</inkml:trace>
  <inkml:trace contextRef="#ctx0" brushRef="#br0" timeOffset="36707.78">10291 4736 186 0,'-1'-4'307'0,"1"4"-32"0,0 0-26 0,0 0-30 15,2-5-22-15,-2 5-22 0,11 1-18 0,-11-1-15 16,20 4-11-16,-8 0-19 0,5 2-12 0,0 2-8 16,0 3-12-16,-2-1-10 0,-2 3-6 0,-3 3-8 15,1-2-8-15,-3 2-3 0,-1 1-5 0,-3 0-6 16,-2 0-1-16,-3 1-7 0,-3-1-2 0,-2 0 0 15,-2-3-7-15,-1 1-1 0,-4-1-1 0,0 1-1 16,2-6 0-16,-1-2 0 0,-3 4-3 0,6-5 9 16,-3-1-1-16,2 0 8 0,5 0 14 0,0-3 19 15,-1 2 16-15,2-3 31 0,1 1 40 0,3-2-8 16,0 0-17-16,-10-8-6 0,9 3-16 0,1-3-12 16,2-1-10-16,2-2-7 0,5-4-12 0,0-2-7 15,1 1 0-15,8-3-11 0,-5 3-7 0,1 1 10 16,0 2-34-16,0 1 15 0,-1 0-6 0,2 3 4 15,-3 1-3-15,-4 3-8 0,2 0-6 0,-4-1-1 16,0 6-7-16,1-1-4 0,0 1 2 0,-7 0-6 16,12 4-16-16,-4 4 1 0,2-2-1 0,-4 2-3 15,-1 1-6-15,-1 2 10 0,0 0-5 0,-1 1 9 16,3 2 1-16,-6-2-13 0,4 1-11 0,-3 2-24 16,0-2-25-16,-1-2-18 0,0-1-27 0,0 0-31 15,-1-2-39-15,1-1-40 0,0-3-52 0,-1 1-189 16,1-5-528-16,0 3 233 0</inkml:trace>
  <inkml:trace contextRef="#ctx0" brushRef="#br0" timeOffset="36957.44">10783 4675 94 0,'1'-2'361'0,"-1"2"-29"0,3-2-38 15,-3 2-35-15,5-3-30 0,-5 3-26 0,0 0-21 16,0 0-22-16,9 11-14 0,-4-2-13 0,4 0-12 16,0 7-9-16,1 6-12 0,3 1-7 0,1 2-3 15,-6 1-11-15,2 1-7 0,-5 1-2 0,-1-1-9 16,-4 0-5-16,-1 0-6 0,-7-1-23 0,2-2-10 16,-3 1-18-16,-8-3-17 0,3-1-16 0,-8-2-13 15,-2-2-17-15,-3-3-33 0,-1 1-38 0,1-2-51 16,-5-7-76-16,-2 2-155 0,-2-4-450 0,1-4 199 15</inkml:trace>
  <inkml:trace contextRef="#ctx0" brushRef="#br0" timeOffset="37292.62">10282 4495 224 0,'-4'-7'344'16,"-2"2"-16"-16,5 0-19 0,-3 0-20 0,0 0-31 16,1 3-29-16,2-1-28 0,1 3-25 0,-5-2-18 15,5 2-21-15,-11 7-16 0,0 8-12 0,-3 9-10 16,-5 7-13-16,-5 11-9 0,1 6-6 0,-3 3-7 15,2 4 0-15,2-1-8 0,-2-1-4 0,6-2-5 16,14-2-1-16,2-14-8 0,7 11 5 0,5-14-5 16,4 0-3-16,14 6-5 0,9-4-17 0,3-6-33 15,5-6-46-15,7-5-77 0,8-7-126 0,4-7-272 16,0 1-586-16,1-4 260 0</inkml:trace>
  <inkml:trace contextRef="#ctx0" brushRef="#br0" timeOffset="38917.68">11260 5004 156 0,'0'0'277'0,"0"0"-10"0,0 0-13 0,0 0-15 0,-7-2-9 16,7 2-25-16,0 0-18 0,0 0-24 0,0 0-18 16,26-9-11-16,-12 7-16 0,5-1-19 0,3 0-23 15,10-1-24-15,2-1-22 0,-1 0-35 0,2 3-35 16,-2-4-47-16,0 2-57 0,-2-1-58 0,-3 4-157 16,-6-1-390-16,-3-2 173 0</inkml:trace>
  <inkml:trace contextRef="#ctx0" brushRef="#br0" timeOffset="39087.68">11363 5096 42 0,'-4'3'253'0,"2"-2"-14"0,2-1-12 16,-5 3-14-16,5-3-13 0,0 0-14 0,15 0-17 15,4 0-22-15,9-1-15 0,8-1-20 0,0-1-50 16,19 1-66-16,-1-2-96 0,-1 0-213 0,-16 2-340 15,-1-4 151-15</inkml:trace>
  <inkml:trace contextRef="#ctx0" brushRef="#br0" timeOffset="40709.19">12766 3975 47 0,'-2'-2'150'0,"-1"-1"-7"0,3 3 7 0,-1-7-13 16,1 7-6-16,0-3-7 0,0 3-4 15,-3-4-6-15,3 4 0 0,0 0 0 0,-1-3-1 16,1 3-4-16,0 0-1 0,0 0-6 0,0 0 0 16,0 0-3-16,0 0 0 0,-1-5-4 0,1 5-2 15,0 0 0-15,0 0-4 0,0 0-1 0,0 0-1 0,0 0-5 16,0 0-4-16,0 0-5 0,0 0-8 15,0 0-1-15,0 0-9 0,0 0-2 0,0 0-4 16,2-4-5-16,-2 4-8 0,0 0-1 0,0 0-6 16,0 0 8-16,0 0-15 0,0 0-1 0,0 0 1 15,0 0-4-15,0 0-1 0,0 0-4 0,0 0-3 0,0 0-3 16,0 0 1-16,0 0-10 0,0 0-3 16,0 0-9-16,0 0-9 0,0 0-13 0,0 0-18 15,0 0-12-15,0 0 1 0,0 0 7 0,-1 17 8 16,1-7 6-16,0 6 0 0,-1 4 5 0,-2 6 5 15,2 8 5-15,-3 1-1 0,-1 14 5 0,-4 2 3 16,-4 4 5-16,0-1-4 0,-6 29 7 0,-5-3 9 16,7-21 2-16,-7 19 0 0,5-22 3 0,-4-1 0 15,4-2 4-15,-4 0-4 0,1-3 2 0,-1-3 3 16,1-4-7-16,5-11 2 0,-3-1 4 0,1-4 3 16,4-2-2-16,-4-1-3 0,2-5 4 0,4-3 2 15,3-1-3-15,0-7 4 0,1 0-3 0,1 0-2 16,-2-3 7-16,6-1 23 0,0 2 23 0,1-4 18 15,1-1-7-15,2-1-11 0,0 0-10 0,-11-9-5 16,7 3 0-16,3-1-6 0,-1 2-7 0,1 0 2 16,1-3-4-16,3 2-9 0,-2 0 0 0,0 0-13 15,5 1 6-15,0-2-11 0,0 3 0 0,1 3-5 16,5-2-1-16,-3 3-4 0,4 5 1 0,1 3 0 16,3 0-3-16,-3 8 5 0,2 7-3 0,0 4-1 15,0 18 4-15,1 4 1 0,-12 6 5 0,-1 5-4 16,-7 29 1-16,-3-4 4 0,-7 1 2 0,-5-1 2 15,-3 1 0-15,-9 4 2 0,7-4 7 0,-6 0 6 16,-1-5-7-16,7-25 0 0,-11 25 2 0,9-30 0 16,-1 0-1-16,0 0 9 0,-1 0-1 0,-2 0 3 15,4-3 14-15,0-8 2 0,8-8-4 0,5-3 0 16,0 0 0-16,6-4-7 0,2-6 10 0,3 0-5 16,6-1-6-16,4-2-2 0,12 0-2 0,8-2-6 15,20 0-17-15,6-6-16 0,7-4-36 0,28-7-39 16,1-2-47-16,2-11-78 0,6-6-349 0,1-3-611 15,-6-8 270-15</inkml:trace>
  <inkml:trace contextRef="#ctx0" brushRef="#br0" timeOffset="41523.5">14072 4167 85 0,'-1'-4'193'0,"-3"0"-10"16,3-1-3-16,-2 0-7 0,2 2-8 0,-1-1-12 16,0-1 4-16,1 0-7 0,1 5-17 0,-4-4-10 15,1 0-14-15,2 2-10 0,1 2-12 0,-4-4-12 16,4 4-4-16,-11 2-15 0,3 0-8 0,-1 3-7 16,-9 5-2-16,4 2-5 0,-7 6-3 0,-1 3-3 15,3 2-3-15,-4 1-4 0,5 1-3 0,1 0-3 16,-1 1 1-16,8 2-2 0,-3 0 0 0,4-4-1 15,4 2 0-15,3-7 7 0,3 1-10 0,2 4 5 16,6-2 0-16,2-3 5 0,-1-4 9 0,4-1 7 16,7-2 8-16,3 0 6 0,7-4 5 0,1-4 1 15,1-3 2-15,0-4-2 0,0-2 19 0,3-3-3 16,-2-2 8-16,-8-4 4 0,2-3 1 0,-2-1-7 16,-1-5-3-16,-3 0-7 0,-3-4-6 0,-1-4-3 15,-5 1-7-15,0-3-11 0,-7-1-2 0,-1-2-7 16,-3 3-6-16,-4 2 4 0,-7 0-4 0,-1 1-4 15,-5 4-9-15,-1 4-2 0,-7 3-11 0,-1 3-10 16,-3 3-20-16,-2 5-16 0,-3 4-22 0,-4 4-30 16,4 3-30-16,-4 3-34 0,8 6-48 0,4 2-44 15,2 3-255-15,11-2-550 0,4-1 243 0</inkml:trace>
  <inkml:trace contextRef="#ctx0" brushRef="#br0" timeOffset="42457.88">15967 4118 191 0,'0'-4'280'0,"0"4"-8"0,0-5-9 16,0 1-13-16,0 4-23 0,2-3-20 0,-2 3-22 15,0 0-22-15,0-6-17 0,0 6-16 0,0 0-20 16,0 0-15-16,0 0-16 0,0 0-5 0,2 13-10 16,-2-5-4-16,0 4-7 0,0 5-8 0,-2 0-6 15,0 3-3-15,0 6-1 0,-3 0-4 0,3 0-3 16,-3-2-2-16,-1-3-1 0,5 3-2 0,-3-5-4 15,2-4-2-15,-1 1 0 0,0-5 1 0,0-2-5 16,3-2 1-16,-1 0 1 0,2-1-1 0,1-2-1 16,-5 0 21-16,2 0 30 0,1-4 59 0,-1 3 36 15,1-3 22-15,0 0 7 0,0 0-25 0,0 0-15 16,10-15-15-16,-4 3-16 0,6-3-11 16,-1 0-14-16,2-9-4 0,4 2-11 0,3-3-16 0,-3 2-2 15,2 1-5-15,-2 3-7 0,-5 6-7 0,-4 4 0 16,0 0-9-16,-3-1-2 0,1 7-5 0,-2-1-4 15,0-2-11-15,-2 4-28 0,-2 2-29 0,7-4-26 16,-7 4 8-16,0 0 12 0,6 12-3 0,-2-6 17 16,-2 2-8-16,2 4 10 0,-4 2 1 0,2 1 3 15,-1 2-5-15,0 0 1 0,2-1 16 0,-5 1-9 16,2-2 3-16,0-5-1 0,0-1 2 0,0 1 4 16,-2-4-1-16,2-2-3 0,-1 1 13 0,1 0 22 15,0 0-1-15,0-5 32 0,1 3 11 0,-1-3 6 16,0 0-7-16,0 0-3 0,10-10-8 0,-3 2 4 15,1-1-10-15,1-2 8 0,2-3-15 0,0-2-18 16,3 1 16-16,-5-1-8 0,5 3-5 0,-6 2-7 16,1 1 10-16,0 4-4 0,-3-2-7 0,-2 4 2 15,-3 0-3-15,3 0 0 0,0 1-11 0,2 2-11 16,-6 1-9-16,13 1-4 0,-6 3-18 0,4 0-8 16,-1 3-34-16,0 1-22 0,7 0-24 0,-2 2-27 15,3 1-33-15,-4 0-31 0,4-2-41 0,1 1-41 16,-5-3-242-16,4 1-600 0,-1-2 265 0</inkml:trace>
  <inkml:trace contextRef="#ctx0" brushRef="#br0" timeOffset="42989.3">17062 4166 5 0,'0'0'214'0,"-11"0"-15"0,11 0-11 16,-9 0-18-16,9 0-6 0,-6 0-6 0,6 0-20 15,0 0-16-15,-7-3-6 0,7 3-14 0,0 0-3 16,0 0-3-16,0 0-12 0,0 0 5 0,0 0-1 16,0 0-4-16,-8 0-5 0,8 0-8 0,0 0-4 15,0 0-1-15,0 0-8 0,0 0-3 0,0 0-2 16,0 0-1-16,0 0-2 0,0 0-6 0,0 0-1 16,0 0-6-16,0 0-3 0,0 0-4 0,0 0-2 15,0 0-3-15,0 0-2 0,0 0-4 0,0 0-5 16,0 0 0-16,0 0 0 0,0 0-5 0,0 0 3 15,0 0-2-15,0 0-3 0,0 0 4 0,0 0-3 16,0 0-1-16,28 3 0 0,-11-3 4 0,6 1-6 16,5-2 2-16,4 2-2 0,1-1-2 0,5 0 2 15,1-1-1-15,16-2-3 0,-4 3 0 0,-11 0 3 16,-1 0-1-16,-2 0 2 0,-1-1 0 0,-5 1-4 16,-3-3 0-16,-10 3 2 0,0 0-2 0,-7 0-3 15,0 0-12-15,-5-1-21 0,0 5-13 0,1-7-16 16,-7 3-26-16,0 0-2 0,0 0-25 0,0 0-18 15,0 0-32-15,0 0-24 0,-25 4-172 0,11-1-392 16,-1-2 174-16</inkml:trace>
  <inkml:trace contextRef="#ctx0" brushRef="#br0" timeOffset="43306.67">17052 4400 42 0,'-4'2'204'0,"-2"-1"-4"0,1 1-7 16,5-2-15-16,0 0-4 0,-9 1-5 0,9-1-3 16,0 0-11-16,-4 0-8 0,4 0-14 0,0 0-11 15,0 0-7-15,0 0-10 0,14-3-12 16,0 0-9-16,4 0-5 0,10-2-10 0,4 1-9 0,3-1-5 15,2-2-5-15,0 2-1 0,1-2-5 0,13-2-2 16,-14 4-1-16,0-3-7 0,-3 4 0 0,-4-1-3 16,-2 2-3-16,-10 1-5 0,-1-1 1 0,-6 2-3 15,-2-2-3-15,0 2-13 0,-1-1-22 0,-3 1-22 16,-5 1-21-16,4-1-55 0,-4 1-54 0,0 0-36 16,-12-5-192-16,2 2-431 0,-3 1 191 0</inkml:trace>
  <inkml:trace contextRef="#ctx0" brushRef="#br0" timeOffset="43574.77">17273 4071 174 0,'0'-7'356'0,"2"2"-5"16,-2-3-17-16,0 4-6 0,2-1-21 15,-2 1-27-15,0 4-28 0,0-5-33 0,0 5-24 0,1-3-28 16,-1 3-17-16,0 0-42 0,0 0-42 0,0 0-10 16,0 0-5-16,-5 21-8 0,-1 4-3 0,-2 4-3 15,-3 0 1-15,-1 17-6 0,-1-12 0 0,1 9-5 16,3-8 0-16,2 1-24 0,2-1-14 16,0-1-26-16,0-2-23 0,1 2-30 0,3-5-34 0,-1 0-42 15,1-8-42-15,2-2-289 0,-1-1-537 0,2-6 238 16</inkml:trace>
  <inkml:trace contextRef="#ctx0" brushRef="#br0" timeOffset="44274.49">18133 4074 238 0,'2'-3'285'0,"-2"3"-31"0,0 0-25 16,2-3-29-16,-2 3-21 0,0 0-27 0,0 0-12 16,0 0-17-16,-4 15-10 0,0-5-13 0,1 6-13 15,-3 3-5-15,-3 6-10 0,-2 2-3 0,3-2-7 16,-1 5-5-16,2-7-7 0,2 1-5 0,0-5-6 15,3-3-4-15,0 0 0 0,0-3-1 0,-2-3-3 16,4-2-3-16,-2-1-1 0,2 0-3 0,0-1 3 16,0-2 28-16,0 0 38 0,0-4 39 0,0 5 32 15,0-5-11-15,0 0-22 0,18-9-7 0,-5 2-16 16,1-3-9-16,5-2-11 0,2-2-9 0,5-6-5 16,1 2-9-16,1-1-9 0,-1 1 5 0,-2-2 6 15,0 5-1-15,-10 5-2 0,2 1-2 0,-6 2-8 16,-4 0-9-16,0 6-8 0,-2-3-13 0,0 3-25 15,-5 1-12-15,12 5 8 0,-6 3-9 0,2 4-10 16,-2 2 0-16,1 6-2 0,-5-2-4 0,1 8-21 16,2 0-33-16,-4 1-43 0,-2 4-56 0,-3-1-59 15,4-4-75-15,-1 1-280 0,-3-10-645 0,0 1 285 16</inkml:trace>
  <inkml:trace contextRef="#ctx0" brushRef="#br0" timeOffset="46441.96">13801 5434 63 0,'-5'-4'115'0,"5"4"9"0,-3-4 0 16,3 4-3-16,-2-2 5 0,2 2-3 0,-2-5 0 0,2 5 0 16,-2-7 6-16,2 4-5 0,2-2-14 0,0 3-13 15,-2-4-5-15,2 1-7 0,-1-1-9 0,6 1-9 16,-3-2 1-16,3 0-15 0,2 0 3 16,3 1-2-16,-3 2-9 0,3-1-4 0,2 1-5 15,-1-1-7-15,-1 2 3 0,1 0-7 0,1 1 0 0,0 2-4 16,-2 5 5-16,0-2-6 0,0 3 0 0,1 2 0 15,0 2-3-15,-2 5-3 0,-5 3 2 0,0 1-3 16,-3 8 1-16,-4 0-3 0,-3 4 0 0,-2 1 0 16,-6-1-4-16,-2 3 3 0,-2 0-1 0,-10 7-3 15,7-11 1-15,-4-2 0 0,0 0 2 0,0-1-1 16,1-4-1-16,-1-2-3 0,2-3 3 0,5-4-3 16,1-5 0-16,5-1 13 0,1-3 9 0,1 0 11 15,3-1 29-15,0-1 28 0,1-3 39 0,0 2 39 16,4-2 9-16,0 0-22 0,-10-5-22 0,10-1-7 15,0-1-20-15,6-2-17 0,-2-3-14 0,4-2-3 16,2-1-8-16,3 1-10 0,-3-1-1 0,0 1-11 16,0 7-2-16,-1-1-13 0,-1 1 2 0,0 1-9 15,-4 2-2-15,1 1-12 0,1 2-18 0,-1 1-8 16,4 2-1-16,0 3 8 0,0 1-7 0,0 5 7 16,1 0-2-16,-1 4 0 0,0 2 9 0,3-2-11 15,-3 0-12-15,-3 1 3 0,4-1 6 0,-1-1 1 16,-2-2-6-16,2 0-6 0,-2-3-7 0,-2 1 4 15,-1-5-3-15,1 2 6 0,-2-4 4 0,-1 0 4 16,2 1 4-16,2-2-1 0,-6-2 2 0,15-6 5 16,-4 3 6-16,-1 1-4 0,3-6 1 0,-4 1-2 15,6-2 1-15,-3-2-1 0,-1 1 13 0,1-3-19 16,-2 1-14-16,0 3-13 0,-2 1-9 0,4 0-19 16,-5 2-30-16,1 0-35 0,1 1-46 0,-3 3-51 15,0 0-60-15,-6 2-187 0,7 0-516 0,-7 0 228 16</inkml:trace>
  <inkml:trace contextRef="#ctx0" brushRef="#br0" timeOffset="47040.08">13058 6131 170 0,'-12'-1'255'16,"2"-1"-24"-16,4 2-25 0,-1-1-19 0,7 1-10 16,-13-2-8-16,13 2-7 0,-7 0-8 0,7 0 1 15,-7 0-17-15,7 0-8 0,0 0-9 0,0 0-11 16,0 0-12-16,0 0-6 0,-9 0-12 0,9 0-8 15,0 0-9-15,0 0-6 0,0 0-5 0,0 0-5 16,0 0-2-16,0 0-6 0,0 0-5 0,0 0-5 16,-5 0-1-16,5 0-4 0,0 0-1 0,0 0-7 15,0 0 2-15,0 0-2 0,0 0-1 0,0 0-4 16,0 0-2-16,0 0 1 0,0 0 0 0,0 0-3 16,0 0 0-16,0 0-1 0,0 0-2 0,0 0 0 15,0 0 1-15,0 0-3 0,0 0 1 0,0 0-1 16,0 0 5-16,0 0-6 0,0 0 0 0,0 0-2 15,0 0 5-15,0 0-2 0,17 6-1 0,2-7 1 16,-1 3 4-16,20-1-6 0,13-1 3 0,8 3 2 16,9-2-5-16,30 0 3 0,3-1 1 0,6 0-2 15,11 2 9-15,0 0-10 0,8-2 1 0,-2 1 3 16,0-7 0-16,-4 5 4 0,-5-2 3 0,-1 6 1 16,-7-6 2-16,-6 2 11 0,-9-3-14 0,-28 4 8 15,-4-1 2-15,-1 1 0 0,-5 1 0 0,-16-2-2 16,-1 2-4-16,-6-1 2 0,-11-1-4 0,-1-1-3 15,-7 5 0-15,-1-4 1 0,-2 2 2 0,-1-2-1 16,-3 1-2-16,0 1 10 0,-5-1-13 0,9-1-5 16,-9 1-9-16,0 0-14 0,6 1-19 0,-6-1-8 15,0 0-21-15,0 0-23 0,-20 8-38 0,-2-3-60 0,-6-1-71 16,-4-1-216-16,0 2-515 0,-1-1 228 16</inkml:trace>
  <inkml:trace contextRef="#ctx0" brushRef="#br0" timeOffset="47607.44">13481 6299 191 0,'-3'-2'267'0,"2"-2"-22"0,1 4-27 15,-2-3-23-15,2 3-16 0,3-7-19 0,-3 7-18 16,8-3-16-16,-3 1-13 0,1 2-12 0,1 0-13 16,2 0-13-16,0 2-2 0,-2-1-9 0,1 1-10 15,1 5-6-15,1 0-5 0,-2 0-4 0,-1 4-5 16,1 2-4-16,0 4-8 0,-5 3-6 0,1 3 6 16,-8 3 3-16,-1 0-7 0,-5 0-2 0,-4 1-2 15,-2 1 1-15,-7 0 0 0,1 0-3 0,-1-3 0 16,-3 1-1-16,1-4-1 0,-2-2 0 0,2-2 0 15,4-1-1-15,4-7-2 0,6-4 3 0,0 1 9 16,3-1 20-16,1-3 22 0,2-2 28 0,1-1-4 16,4 0-7-16,-5-6-7 0,5 2 3 0,1-4-18 15,2 1-1-15,3-1-9 0,2-2-9 0,2 2 5 16,3-3-10-16,3 5-2 0,1-1 3 0,0-1-12 0,-1 3-9 16,6 3-2-16,0 0 15 0,-3 4-17 15,4 0-3-15,4 3-1 0,1 3 2 0,-1 0-1 16,-2 3 0-16,-5-4-5 0,9 7-19 0,-2-1-24 15,0-1-31-15,-2 0-48 0,-1 0-61 0,-3-5-74 16,-1-1-242-16,-2-1-539 0,-2-1 239 0</inkml:trace>
  <inkml:trace contextRef="#ctx0" brushRef="#br0" timeOffset="48091.71">14122 6544 135 0,'-5'-1'366'0,"5"1"-29"0,0 0-29 0,-5-1-32 16,5 1-25-16,0 0-32 0,0 0-19 0,0 0-18 16,0 0-22-16,-8-1-11 0,8 1-19 0,0 0-18 15,0 0-12-15,0 0-7 0,0 0-12 0,0 0-12 16,0 0-9-16,0 0-5 0,0 5-10 0,-1 0-6 15,1 2-2-15,-4 2-3 0,4 4-1 0,-5-3-5 16,4 3-2-16,-6 5-1 0,2-1-5 0,0-1-1 16,-4 2 0-16,4-1-3 0,-4 0-3 0,5 0-2 15,-1-5 4-15,0 0-7 0,0-3 1 0,2 0 3 16,2-3 0-16,-1 0 1 0,0-1-1 0,2-1 6 16,0-1 33-16,-4 1 42 0,4-4 37 0,0 0 19 15,0 0-14-15,0 0-16 0,0 0-13 0,13-16-7 16,-4 8-9-16,0-4-9 0,0-2-13 0,2-1-4 15,2 0-7-15,5-6-4 0,-1 3-5 0,-3 2-5 16,-1 4-10-16,1 2 1 0,-8 2-10 0,-1 2-5 16,-1 1 3-16,1 2-7 0,-1-1-6 0,-1 1-11 15,0 0-8-15,1 2-15 0,-4 1 0 0,0 0-1 0,10 9-10 16,-6-2-4-16,0 1 2 0,1 1 0 16,0 3 12-16,0 3-5 0,1-3-17 0,1 4-14 15,0-3-23-15,0 3-30 0,0-2-26 0,-4-1-31 16,4-3-33-16,-6 0-35 0,4 0-44 0,3-6-47 0,-6-1-221 15,2 1-597-15,0-3 264 0</inkml:trace>
  <inkml:trace contextRef="#ctx0" brushRef="#br0" timeOffset="48371.97">14540 6622 174 0,'-18'6'243'0,"18"-6"-10"16,0 0-16-16,0 0-7 0,-5 1-20 0,5-1-13 16,0 0-8-16,0 0-10 0,0 0-6 0,0 0-12 15,0 0-8-15,0 0-8 0,0 0-6 0,0 0-11 16,0 0-10-16,0 0-3 0,0 0-9 0,19 0-2 16,-7-1-11-16,7 1-7 0,4-1-4 0,6-2-7 15,3 1-4-15,1 0-7 0,-1-1-5 0,-1 1-7 16,-3-1 1-16,-10 1-17 0,2 1-13 0,-5-1-32 15,-2 2-27-15,-1-3-32 0,-3 2-38 0,-3 0-36 16,1-1-65-16,-5 0-223 0,-2 2-488 0,-1-5 216 16</inkml:trace>
  <inkml:trace contextRef="#ctx0" brushRef="#br0" timeOffset="48580.85">14684 6534 119 0,'0'0'360'15,"-4"-5"5"-15,4 5-18 0,-1-2-14 0,1 2-21 16,-5-3-32-16,5 3-33 0,0 0-21 0,0 0-43 16,0 0-4-16,0 0-44 0,0 0-10 0,0 0-22 15,0 18-6-15,-2-6-14 0,0 5-4 0,1 0-11 16,0 9 1-16,-1 0-9 0,1 1-1 0,-1-1-7 0,0 1-9 16,2-8-34-16,0 8-26 0,2 0-30 15,-2-9-34-15,0 0-41 0,2-1-46 0,-2-7-61 16,3 0-70-16,-2-4-196 0,2 0-537 0,1-1 237 15</inkml:trace>
  <inkml:trace contextRef="#ctx0" brushRef="#br0" timeOffset="48823.74">15179 6521 199 0,'1'-4'475'0,"2"2"6"0,-2-4-2 16,-1 2-19-16,0 4-26 0,0-5-38 0,0 5-39 16,0 0-35-16,0-4-37 0,0 4-34 0,1-2-30 0,-1 2-46 15,0 0-48-15,0 0-20 0,0 0-12 0,-1 19-11 16,0-3-6-16,-7 4-12 0,3 5-13 0,-4 4-25 16,4 4-37-16,-2-2-40 0,5 1-40 0,-2 0-44 15,1 1-46-15,2-2-57 0,1-4-86 0,1-6-371 16,2-5-751-16,-2-5 332 0</inkml:trace>
  <inkml:trace contextRef="#ctx0" brushRef="#br0" timeOffset="49973.96">16897 5932 124 0,'0'-3'261'0,"0"-1"-6"15,3-1 0-15,-2-1-11 0,2 1-7 0,-2 0 6 16,-1 1-21-16,3 0-15 0,-3 4-17 0,2-5-25 16,1 2-17-16,-3 3-13 0,0 0-18 0,1-2-20 15,-1 2-14-15,0 0-15 0,0 0-11 0,7 7-8 16,-6 3-7-16,-1 0-3 0,0 6-3 0,0 1-5 15,-4 1-5-15,0 1-1 0,4 9-5 0,-9-1 4 16,0 0-3-16,-1 1-5 0,2-5 1 0,2 2-3 16,-1-7-2-16,6-6 0 0,-5 1 2 0,2-4-4 15,2-2 4-15,0 0-2 0,0-4 7 0,0 3 12 16,1-2 20-16,-1-2 32 0,2-2 39 0,-2 5 30 16,2-5 2-16,0 0-20 0,0 0-9 0,13-12-11 15,-6 2-6-15,1 0-14 0,5-4-9 0,0-2-6 16,2-4-12-16,3 0-4 0,0-4-7 0,-1 4-6 15,-4 4-7-15,-1 4-6 0,0 0 0 0,-6 7-7 16,-1-5 0-16,2 5-8 0,-4 3-10 0,0-2-1 0,1 0-7 16,-3 3-32-16,-1 1-9 0,5-3-29 15,-5 3 9-15,0 0 3 0,4 7 6 0,-3 0 1 16,-1 3 12-16,2 1 7 0,-2 1 2 0,-2 4-5 16,1 0 4-16,2-1 1 0,-2-2 3 0,1 1 3 0,0-5 0 15,1-1-6-15,-2 0 8 0,1-4 3 0,0 1-3 16,1-2 16-16,-1 1 1 0,0-4 12 0,0 5 14 15,0-5 31-15,3 1-5 0,-3-1 0 16,0 0-4-16,15-8-4 0,-6 0 1 0,1-2 1 0,3-2-5 16,-2 0-7-16,2-2-3 0,3-1-3 0,-1 1-4 15,-2 2-5-15,-3 4 0 0,-1 0-3 0,0 3-1 16,-1-3-2-16,-1 5-7 0,0-2 2 0,-2 1-6 16,3 1-5-16,-3 2 0 0,4 1-16 0,1 1-16 15,-1 1-16-15,3 1-20 0,1 0-27 0,1 1-25 16,3 3-34-16,2-2-41 0,-2 4-45 0,1-3-55 15,-3 0-73-15,4 0-235 0,-5-4-655 0,-1 1 290 16</inkml:trace>
  <inkml:trace contextRef="#ctx0" brushRef="#br0" timeOffset="50322.77">17848 5929 33 0,'0'0'288'0,"0"0"-20"15,0 0-22-15,-4-3-19 0,4 3-17 16,0 0-18-16,0 0-14 0,0 0-15 0,0 0-6 16,0 0-9-16,0 0-8 0,0 0-6 0,0 0-1 0,0 0-6 15,0 0 6-15,0 0-11 0,0 0-15 0,0 0 1 16,0 0-23-16,0 0-6 0,11-2-8 15,-5-1-1-15,7 3-8 0,1 0-7 0,6-1-6 16,8-4-1-16,3 3-10 0,1 1-3 0,1-1-2 0,2 1 1 16,-2 2-8-16,-2-2-5 0,-2 0 0 0,-1 1-3 15,-5-3-4-15,-4 2 1 0,-7 2-12 0,-2-2-12 16,-1 1-19-16,-3 0-22 0,1 0-21 16,-2-1-27-16,-5 1-21 0,0 0-24 0,0 0-24 0,0 0-37 15,0 0-16-15,0 0-244 0,-29 5-503 0,18-4 223 16</inkml:trace>
  <inkml:trace contextRef="#ctx0" brushRef="#br0" timeOffset="50839.11">17915 6114 152 0,'-12'2'243'16,"1"0"-8"-16,3 0-7 0,0 0-11 0,2-2-13 16,2 3-8-16,4-3-13 0,-10 0-11 0,10 0-3 15,-6 2-23-15,6-2-11 0,0 0-11 0,0 0-8 16,-7 1-10-16,7-1-5 0,0 0-4 0,0 0-5 16,-4 2-4-16,4-2-5 0,0 0-4 0,0 0-3 15,0 0 1-15,0 0-4 0,0 0-5 0,0 0-6 16,0 0-4-16,0 0-5 0,0 0-10 0,0 0 0 15,0 0-8-15,0 0-7 0,0 0 10 0,0 0-8 16,0 0 0-16,0 0-11 0,0 0 2 0,0 0-2 16,0 0-4-16,0 0 4 0,0 0-8 0,0 0 3 15,0 0-5-15,0 0 1 0,-6 1-7 0,6-1 0 16,0 0 4-16,0 0-1 0,0 0 1 0,0 0-1 16,0 0 0-16,0 0-4 0,0 0 9 0,0 0 3 15,0 0 4-15,0 0-10 0,27-3-2 0,-13 2-4 16,4-3 9-16,5 1-4 0,6-1 0 0,8 2-2 15,0 1-7-15,16-2 5 0,0-1 1 0,0 1 1 16,-14 1-1-16,12-2-1 0,-14 3-4 0,-1-2 3 16,0-2 1-16,-3 3-5 0,0-2 5 0,-11 3-2 0,-1-1 2 15,-5 0 6-15,-3 1 2 0,-3-3-7 0,-1 3 4 16,-3 0-2-16,0 1-1 0,-6 0-11 16,9 0-5-16,-5-3-18 0,-4 3-23 0,0 0-18 15,8 0-24-15,-8 0-22 0,0 0-27 0,0 0-26 0,0 0-31 16,0 0-25-16,0 0-46 0,-19-3-201 0,19 3-511 15,-8-4 226-15</inkml:trace>
  <inkml:trace contextRef="#ctx0" brushRef="#br0" timeOffset="51522.6">18800 5870 68 0,'2'-4'285'16,"0"-1"-5"-16,-2 1-8 0,5 1 5 0,-5-1-1 16,0 4 3-16,5-5-18 0,-5 2-13 0,0 3-5 15,4-5-17-15,-4 3-18 0,0 2-18 0,4-4-17 16,-4 4-17-16,1-3-24 0,-1 3-11 0,0 0-20 15,0 0-6-15,0 0-25 0,0 0-5 0,0 0-14 16,0 0-23-16,0 0-7 0,0 0-11 0,4 10 4 16,-4-3-3-16,-4 2 0 0,3 3-2 0,-3 5-3 15,0 0-1-15,-1 0 9 0,0 4-8 0,-3 2-1 16,5-6 2-16,-3 2 0 0,1-2-3 0,1 1 7 16,2-4-5-16,-2-2-4 0,3 0 0 0,0-3 5 15,-2 0-6-15,2-1 3 0,-2-5 3 0,3 4 6 16,-1-2-2-16,1-5 6 0,-1 3 37 0,1-3 30 15,-2 4 25-15,2-4 27 0,0 0 19 0,0 0-11 16,0 0-15-16,11-8-16 0,-3-3-10 0,5-1-9 16,0 0-12-16,8-9-2 0,4 1-14 0,2-4-11 15,9-8-9-15,-7 10-3 0,9-9-6 0,-9 9-4 16,-4 2-4-16,-1 3 1 0,-7 5-5 0,-2 3-5 16,-4 2-5-16,-1 0 1 0,-4 3-1 0,-1 1-7 15,2-1-10-15,-3 2 3 0,-1 0-35 0,2 0-31 16,-5 2 7-16,8 6 2 0,-4 1 5 0,1 2 6 15,0 2 3-15,0 7-4 0,0 1 3 0,2 7 5 16,-1 0 4-16,-2 1-1 0,-1 0 5 0,-2 4 3 16,1-4 4-16,0-3 4 0,-1 1-4 0,1-6 10 15,0-2-2-15,-1-3 3 0,-1-4 2 0,0 2 7 16,0-6-3-16,1 1 0 0,-1-3 1 0,0 1 4 16,0-1 5-16,0 0-2 0,0 0 1 0,0-4 3 0,1 2 21 15,-1-2 14-15,0 0 3 0,0 5 1 16,0-5-5-16,0 5 6 0,0-5-7 0,0 0-4 15,0 0-1-15,0 0-4 0,0 0 1 0,0 0-13 0,0 0-19 16,0 0-13-16,0 0-36 0,0 0-82 0,0 0-89 16,4-12-85-16,0 7-86 0,0-5-380 15,-1 5-834-15,1-7 369 0</inkml:trace>
  <inkml:trace contextRef="#ctx0" brushRef="#br0" timeOffset="50572.94">3848 8451 133 0,'0'0'168'0,"0"0"7"16,0 0-4-16,4-5-5 0,-4 5-10 15,0 0-13-15,0 0-8 0,0-4-11 0,0 4-12 16,0 0-9-16,0 0-7 0,0 0-10 0,0 0-7 16,0 0-2-16,0 0-8 0,0 0-3 0,0 0 0 0,0 0-7 15,0 0-3-15,0 0-2 0,0 0 2 0,0 0-4 16,0 0-2-16,0 0-4 0,0 0 4 15,0 0-9-15,0 0-3 0,0 0-4 0,0 0 0 16,0 0-1-16,0 0-3 0,0 0 3 0,0 0-3 0,0 0 1 16,0 0 1-16,0 0 1 0,0 0 3 0,0 0-2 15,0 0 11-15,0 0-7 0,0 0 1 0,0 0 14 16,0 0-8-16,0 0-6 0,0 0-1 16,0 0 1-16,0 0-5 0,0 0-3 0,0 0-4 0,0 0-2 15,0 0-11-15,0 0-2 0,0 0-22 0,0 0-16 16,0 0-26-16,0 0-21 0,5 9 8 0,-5-1 3 15,3-2 6-15,-6 7 5 0,2 6 6 0,-3 7 6 16,-1 3 1-16,1 1 6 0,-2 3 6 0,-3 16-1 16,2-3 6-16,2-13 2 0,0 2-1 0,2-2 1 15,-1-1 4-15,0-1 1 0,1-6 5 0,2-6-3 16,0 6 4-16,-1-7 4 0,1-6-6 0,1 0 2 16,-1-2 1-16,1 0 1 0,0-5 0 0,-1 4 2 15,1-4 3-15,1 0 0 0,-2-2 1 0,1 1-3 16,1-1 6-16,-1-3 3 0,0 0 1 0,0 5 14 15,0-5 10-15,0 4 5 0,0-4 7 0,0 0 5 16,0 0-3-16,0 5 8 0,0-5-1 0,0 0-1 16,0 0 1-16,0 0-4 0,0 0-4 0,0 0-4 15,0 0-6-15,0 0-1 0,0 0 1 0,0 0-11 16,0 3 0-16,0-3-18 0,0 0-13 0,0 0-19 16,0 0-13-16,0 0-21 0,0 0-27 0,0 0-32 15,0 0-31-15,0 0-60 0,0 0-240 0,0 0-488 16,0 0 216-16</inkml:trace>
  <inkml:trace contextRef="#ctx0" brushRef="#br0" timeOffset="51630.61">4307 8811 167 0,'-8'0'165'0,"2"-2"-5"16,-2 2-2-16,8 0-10 0,-6-1 0 15,6 1-8-15,0 0-14 0,0 0-8 0,-9 0-9 16,9 0-13-16,0 0-8 0,0 0-10 0,0 0-8 0,0 0-10 15,0 0-5-15,-8-2-4 0,8 2-3 0,0 0-1 16,0 0 3-16,0 0 4 0,0 0-1 16,0 0-1-16,0 0-3 0,0 0-2 0,0 0-2 15,0 0 0-15,0 0-3 0,0 0-4 0,0 0 0 0,0 0-4 16,0 0 0-16,0 0-2 0,0 0-3 0,0 0 0 16,0 0-4-16,0 0 2 0,0 0 2 0,0 0 8 15,0 0-7-15,0 0 2 0,0 0 3 16,0 0-1-16,0 0-2 0,0 0 2 0,0 0-2 0,0 0-2 15,0 0-1-15,0 0 4 0,0 0-11 0,0 0 7 16,0 0-1-16,0 0-1 0,0 0-4 0,0 0 2 16,0 0-2-16,0 0-1 0,0 0-6 0,0 0 0 15,0 0 7-15,0 0-10 0,0 0 0 0,0 0-1 16,0 0-3-16,0 0 1 0,0 0 0 0,0 0-2 16,0 0 0-16,0 0-2 0,0 0-1 0,0 0 4 15,0 0 0-15,0 0 0 0,0 0 2 0,0 0 2 16,0 0 0-16,0 0 2 0,0 0-1 0,0 0 2 15,0 0-3-15,0 0-2 0,0 0 1 0,0 0 7 16,0 0-9-16,0 0-2 0,0 0-2 0,0 0 3 16,0 0-2-16,0 0 0 0,0 0-4 0,0 0 1 15,0 0 1-15,0 0 1 0,0 0-2 0,0 0-2 16,0 0 1-16,0 0-3 0,0 0 2 0,0 0 0 16,0 0-4-16,0 0 2 0,0 0 3 0,0 0-3 15,0 0-1-15,0 0 3 0,0 0-4 0,0 0 3 16,0 0 2-16,0 0-6 0,0 0-1 0,0 0 3 15,0 0-2-15,0 0-2 0,0 0 10 0,23-2-9 16,-9 4 3-16,3-5 1 0,14 1-1 0,-1 0 1 16,5 0 10-16,-1-1-12 0,5 0 4 0,-1 2 8 15,13-4 4-15,-16 2 3 0,-1 2 4 0,-1-2 2 16,-2 0-5-16,-2 0 4 0,-7 1-5 0,-1 0 0 16,-7-1-3-16,-1 2 4 0,-2 0-4 0,-5-1 2 15,1 2 3-15,-2-1-2 0,0 0 15 0,-5 1-19 16,9-1 1-16,-9 1 0 0,5-2-5 0,-5 2-3 15,6 0-9-15,-6 0-31 0,0 0-1 0,0 0-35 16,0 0-33-16,0 0-30 0,0 0-34 0,0 0-44 16,0 0-53-16,4-3-245 0,-4 3-552 0,9-2 244 15</inkml:trace>
  <inkml:trace contextRef="#ctx0" brushRef="#br0" timeOffset="53039.5">5101 8526 84 0,'1'-5'185'0,"-1"5"-10"16,0 0-12-16,1-5-15 0,-1 5-10 0,3-2-12 16,-2-4-8-16,-1 6-11 0,4-2-14 0,2 0-8 15,-6 2-10-15,7-3-9 0,-2 1-8 0,1 2-3 16,1 0-8-16,0 0-6 0,2 0-4 0,1 2 3 16,3-1-12-16,0 4-5 0,-3-1-3 0,4 0 4 15,-1 4-8-15,5 0-3 0,-4 1 0 0,-1 3-1 16,0-1-1-16,0 3-6 0,-2 0 2 0,-1 1 7 15,0-1-9-15,-3 2 0 0,-2 1 2 0,1 1-4 16,-5 1-3-16,-1-4 1 0,-1 2 0 0,-3 0 2 16,0-3 0-16,-1 3-2 0,-3-2 1 0,0-1-3 15,-3 1 2-15,1-1-3 0,1-6 4 0,-1 5-2 16,-2-2 2-16,4-2-1 0,-1-3 6 0,1 1-9 16,-2 0 3-16,6-3 3 0,-1 1-5 0,1-2 5 15,-1 2-3-15,1-3 4 0,0 0-3 0,4-2 3 16,-6 4-2-16,2-3 2 0,4-1 17 0,0 0 15 15,-4 4 16-15,4-4 15 0,0 0 16 0,0 0 14 16,0 0 4-16,-1 3 18 0,1-3 5 0,0 0 14 16,0 0-5-16,0 0-1 0,0 0-25 0,5-13-14 15,-2 5-4-15,3 0-14 0,-1-1-4 0,3-1-14 16,2-6-4-16,0 2-9 0,2-2-1 0,3-4-7 16,2-1-1-16,0 2-6 0,0-1-3 0,2-1-3 15,-5 6-3-15,4-4-4 0,-1 0 1 0,-3 6 2 16,-4-3-7-16,4 2 3 0,-5 1 4 0,3 1 4 15,-4 0 14-15,2 3-7 0,-4 0 6 0,0 1 14 16,-1 2-1-16,0 1-2 0,-1 0-3 0,-1-1-7 16,-1 3-8-16,1 0 4 0,-3 3-12 0,4-4-22 15,-4 4-23-15,2-3-36 0,-2 3-21 0,0 0-17 16,0 0 7-16,2 9 8 0,-5 1 12 0,-1 0 2 0,2 5 6 16,-3 4 9-16,-3 5 4 0,-1 3 5 0,3-3 7 15,-2 1 1-15,3 3 3 0,0-4 2 16,1-4 5-16,0-2 2 0,3 2 2 0,1-2 1 15,0-2 3-15,0-3 3 0,2 3 3 0,1-6 4 16,2 0 6-16,0 0 0 0,3-1 6 0,0-2 13 0,3 0-10 16,6-1 3-16,3 1-3 0,9-5-22 0,2 1-56 15,-2-3-86-15,10-3-110 0,-5-2-242 0,3-7-550 16,-1 1 244-16</inkml:trace>
  <inkml:trace contextRef="#ctx0" brushRef="#br0" timeOffset="53946.23">5590 8258 153 0,'1'-1'266'0,"2"-4"-12"0,-3 5-15 0,4-6-12 15,-3 3-19-15,0 0-17 0,3 0-16 0,0 0-17 16,-4 3-16-16,5-5-17 0,-1 4-16 0,1-1-11 16,-1 1-9-16,-4 1-13 0,10-1-4 0,-10 1-11 0,9 2-10 15,-4 0-4-15,3 1-10 0,-2 0-8 0,0 3-1 16,-3-1-7-16,1 2 9 0,2 2-15 16,-3-1-3-16,2 2-6 0,-3 0 0 0,0 2 0 15,-1-2-1-15,0 1-2 0,-2-1 1 0,1 0 0 0,-3 2-2 16,0-2 1-16,-1 0-2 0,0-1-1 0,1 0 0 15,1-3 0-15,-2 0 1 0,3-2 1 0,-1 1-1 16,1-1 3-16,0-1 3 0,0 1-6 16,1-4 1-16,-3 5 4 0,3-5 0 0,0 0 1 0,0 4 1 15,0-4 11-15,0 3 13 0,0-3 1 0,0 0 5 16,0 0 0-16,0 0 3 0,0 0 0 0,0 0 0 16,-1 7-3-16,1-7-1 0,0 0-1 0,0 0-2 15,0 0-3-15,0 0-2 0,0 0-2 0,0 0-1 16,0 0-2-16,0 0-9 0,0 0 4 0,-3 4 2 15,3-4-2-15,0 0 0 0,0 0-2 0,0 0-2 16,0 0-1-16,0 0 1 0,0 0-3 0,0 0-5 16,7 1 2-16,-7-1 4 0,0 0-4 0,10 0-3 15,3-2-2-15,5 0 6 0,3 2-5 0,6-2 7 16,2 2 7-16,3-1 1 0,3-4-3 0,-3 5 11 16,-1 0-14-16,-2-1 1 0,-6 1 1 0,-5-3-4 15,1 1 12-15,-9 1 4 0,3 1 4 0,-7 1 10 16,2-1 1-16,-3 1 4 0,-5-1 3 0,13-2 1 15,-9 2-5-15,-4 0-6 0,6-3 1 0,-6 3-10 16,4-1 2-16,-4 1-6 0,0 0-5 0,4-1-4 16,-4 1-6-16,0 0-11 0,0 0-11 0,0 0-15 15,0 0-13-15,0 0-22 0,0 0-11 0,0 0-16 16,0 0-9-16,5-2-17 0,-5 2-12 0,0 0-12 16,0 0-14-16,0 0-17 0,0 0-18 0,0 0-9 0,0 0-23 15,0-4-44-15,0 4-171 0,0 0-467 16,0-8 207-16</inkml:trace>
  <inkml:trace contextRef="#ctx0" brushRef="#br0" timeOffset="54486.12">6073 8124 255 0,'0'-6'317'0,"0"6"-17"16,0 0-15-16,0 0-23 0,3-4-17 0,-3 4-26 15,0 0-22-15,0 0-23 0,0 0-25 0,2-2-23 16,-2 2-20-16,0 0-13 0,0 0-12 0,14 10-10 16,-5 0-7-16,3 1-12 0,3 4-7 0,0 8-6 15,3 3-8-15,0 4 0 0,0 14-8 0,-1 5-1 16,-5 4 1-16,1 3-2 0,-8 26 0 0,-6-24-3 16,-3 2 0-16,-5-1-4 0,4-1 0 0,-13-3-1 15,2-6-5-15,-3-1 3 0,-5-4 0 0,-1-2 0 16,3-12-3-16,2-1 1 0,-2-5-3 0,-1 2 2 15,0-1 0-15,0-3-2 0,2-3 3 0,-2-2 2 16,7-4-6-16,1-1 4 0,-1-2-4 0,6-3 0 16,1 0-1-16,-1-2 0 0,5-1 5 0,0-1 1 15,-2 1-6-15,2-1 5 0,5-3 12 0,-4 3 13 16,-2 0 11-16,6-3 5 0,-4 1 15 0,4-1-3 16,-1 4 23-16,1-4 1 0,0 0-12 0,0 0 0 15,0 0-5-15,-7 0-2 0,7 0-7 0,0 0-7 16,0 0-17-16,0 0-18 0,0 0-31 0,0 0-28 15,0 0-32-15,0 0-38 0,0 0-31 0,0 0-94 16,0 0-395-16,0 0-683 0,3-13 303 0</inkml:trace>
  <inkml:trace contextRef="#ctx0" brushRef="#br0" timeOffset="55338.16">3497 8179 95 0,'0'-1'206'0,"0"1"-5"0,4-6-4 16,-4 6-4-16,2-4-11 0,-2 4-18 0,2-4-13 15,-2 4-14-15,0 0-16 0,2-4-16 0,-2 4-13 16,0 0-16-16,0 0-22 0,0 0-6 0,0 0-5 15,-14 13-3-15,0-1-5 0,-9 7-7 0,-1 5-2 16,-13 8-1-16,-3 7-5 0,1 4 2 0,-20 23-6 16,19-18 3-16,-16 21-4 0,21-19-4 0,3 3-2 15,3-2-2-15,2 1 0 0,8-1 2 0,5-1-2 16,2-5 2-16,5-11 0 0,7 2 0 0,2-5 1 16,3 1 2-16,4 0 2 0,3-3-3 0,6-3 2 15,0 0-3-15,3-2 9 0,8-2 15 0,-1-5 7 16,2 0 8-16,1-5 6 0,1 0 8 0,-1-3 2 15,-5-1-2-15,-7-3 3 0,0-1 6 0,-7 0 6 16,-3-1 12-16,1-2 13 0,-4 2 7 0,1-2 23 16,-2-1 8-16,-1 0 4 0,-4 0 3 0,9 1 2 15,-9-1-11-15,0 0-9 0,5 0-9 0,-5 0-8 0,0 0-14 16,0 0-12-16,9 0-9 0,-9 0-18 16,0 0-32-16,0 0-40 0,0 0-33 0,5-1-70 15,-5 1-82-15,9-1-63 0,4-4-68 0,0-1-336 16,7 2-719-16,2-2 318 0</inkml:trace>
  <inkml:trace contextRef="#ctx0" brushRef="#br0" timeOffset="57838.81">6822 8507 29 0,'-2'-8'258'0,"2"6"-6"0,0-5-6 0,-1 2-11 0,0 1-16 16,2 0-9-16,-1-1-12 0,0 5-11 0,-1-4-18 15,1 4-18-15,0-5-19 0,0 5-14 0,0 0-14 16,0 0-9-16,-1-4-18 0,1 4-27 0,0 0-21 15,0 0-7-15,0 0-1 0,0 13-2 0,-3-3 2 16,1 7-6-16,0 0-3 0,1 10-2 0,-1-3-12 16,-1-5 2-16,3 9 2 0,-4-1-3 0,0-2 1 15,2 2-4-15,0-3 4 0,2-5 3 0,0 1-3 0,0-3 2 16,2 0-1-16,-1-1-1 0,0-4 0 16,1 1 8-16,-1-4-6 0,0 0 2 0,2-3 2 15,-2-1 4-15,2 0 4 0,-1-1 13 0,1 1 19 16,3-3 19-16,-2-1 18 0,2-1 11 0,2-1 6 0,3-1-6 15,2-3-4-15,0-6-2 0,4 1 1 0,-2-3-2 16,0-2-14-16,8-4-5 0,-3-1-4 0,-1-3-13 16,0-1 1-16,-3 2-5 0,2 2-14 15,-8 3 12-15,1 1 3 0,0 2 8 0,-4-1 12 0,-1 3-1 16,-1 2 4-16,1 0-2 0,-3 2 11 0,2 0-6 16,-4 2-1-16,2 2-11 0,0-1-7 0,-1 1-5 15,-2 2-6-15,1-2-7 0,-1 4-21 0,3-3-25 16,-3 3-31-16,1-4-28 0,-1 4-29 0,0 0 10 15,0 0 11-15,-1 17 6 0,-2-5 2 0,2 0 12 16,-3 3 2-16,0 3 5 0,3 2 7 0,-3-3 4 16,2 3 17-16,0-4-15 0,2 1 6 0,3-1 1 15,-3 0 9-15,1-4 0 0,1-2 8 0,0 0-1 16,2-1 1-16,1 1 5 0,-1-6 3 0,1 3 5 16,4-1 2-16,0-4 1 0,6 2 1 0,3 0 6 15,9-2-7-15,4-4-16 0,-1-2-40 0,1-1-62 16,4 1-79-16,-5-8-96 0,6-2-295 0,-5-1-631 15,-2-2 279-15</inkml:trace>
  <inkml:trace contextRef="#ctx0" brushRef="#br0" timeOffset="58345.06">7475 8189 218 0,'1'-3'283'0,"-1"3"-12"16,3-4-20-16,-3 4-20 0,0 0-21 15,0 0-19-15,0 0-25 0,0 0-15 0,0 0-20 16,0 0-16-16,0 0-11 0,0 0-17 0,0 0-7 16,0 0-12-16,-9 12-8 0,5-7-8 0,-3 4-4 0,2-1-5 15,-4 2-5-15,4-1-3 0,-4 4-1 0,-1-1-4 16,3 2-4-16,0-2-2 0,-2 1-1 16,4-2-6-16,-4 1-18 0,4-3-9 0,-3 1-21 15,3-2-26-15,-1 1-18 0,3-2-21 0,1-1-25 0,-1 1-16 16,2-2-16-16,-3-1-23 0,4-1-179 0,0-3-386 15,0 0 171-15</inkml:trace>
  <inkml:trace contextRef="#ctx0" brushRef="#br0" timeOffset="58692.92">7738 8112 205 0,'0'-4'292'15,"0"4"-29"-15,0 0-24 0,0-4-30 0,0 4-28 16,0 0-16-16,0 0-22 0,0 0-14 0,0 0-12 16,-8 11-14-16,3-2-17 0,0 0-3 0,-1 2-9 15,-1 3-8-15,-2 2-5 0,-1-1-7 0,1 0-5 16,0 1-4-16,2-1-7 0,-2 1-2 0,1 0-3 15,-1-2-6-15,4 2-2 0,0-5 5 0,0-1-10 16,0 0 3-16,1 1-9 0,0-5 3 0,0-2-3 16,-1 3 2-16,5-2-2 0,-1-1-2 0,-3 1 2 15,4-2 0-15,0-3 1 0,-4 5 1 0,4-5 1 16,0 1-1-16,0-1-1 0,0 0 2 0,0 0-11 16,0 0-27-16,0 0-43 0,0 0-40 0,0 0-57 15,0 0-78-15,14-9-165 0,-11 4-438 0,2 1 193 16</inkml:trace>
  <inkml:trace contextRef="#ctx0" brushRef="#br0" timeOffset="61252.16">8308 8758 84 0,'-8'0'174'0,"8"0"-6"16,-7 0-7-16,7 0-11 0,0 0-5 0,0 0-9 15,-5-2-8-15,5 2-10 0,0 0-7 0,0 0-8 16,0 0-6-16,0 0 0 0,0 0-3 0,0 0-1 16,0 0 4-16,0 0 3 0,0 0-1 0,0 0 0 15,0 0 3-15,0 0 0 0,0 0-4 0,0 0 6 16,0 0-15-16,0 0-8 0,0 0-6 0,0 0-6 16,-7 3-7-16,7-3 0 0,0 0-11 0,0 0-3 0,0 0-8 15,0 0-4-15,0 0-4 0,0 0-2 0,0 0-3 16,0 0-4-16,0 0-5 0,0 0 4 15,0 0-9-15,0 0 6 0,0 0-2 0,0 0-3 0,0 0 1 16,0 0 3-16,0 0-1 0,0 0-5 0,0 0 1 16,0 0-1-16,0 0 1 0,0 0-4 0,0 0 0 15,0 0 3-15,0 0 0 0,0 0-5 0,0 0 5 16,0 0-1-16,0 0 1 0,0 0-4 0,0 0 2 16,0 0 0-16,0 0-3 0,0 0 6 0,16-6-8 15,-13 4-2-15,4 0 5 0,-1 0-7 0,4-1 2 16,-1 1 1-16,4 0-3 0,1 0 0 0,3-2 2 15,3 1-8-15,-2 1-6 0,4-1 8 0,-2 1-12 16,9 0 5-16,-1 0 2 0,0-1-1 0,-2-1 3 16,5 4 1-16,1-3-2 0,0 1-3 0,5 1 4 15,-5-2 3-15,0 2-1 0,0 0 1 0,-3-3-1 16,0 3 1-16,-8 0 2 0,2 0 0 0,-4-1-6 16,-1 1 8-16,-4-1-1 0,-2 2-3 0,-5-3 7 15,2 1 1-15,-1 2-5 0,-2-2-1 0,0 2 4 16,0-1 5-16,-6 1-5 0,6-1 3 0,-6 1-3 15,5-2-14-15,-5 2-17 0,0 0-23 0,7-1-22 16,-7 1-29-16,0 0-41 0,0 0-45 0,0 0-48 16,0 0-236-16,0 0-509 0,0 0 226 0</inkml:trace>
  <inkml:trace contextRef="#ctx0" brushRef="#br0" timeOffset="64205.73">9370 8424 100 0,'0'0'168'0,"0"0"-13"16,0 0 0-16,0-7-10 0,0 7-9 0,0 0-7 15,-2-4-8-15,2 4-15 0,0 0 2 0,0 0-7 16,0 0-15-16,-1-3 1 0,1 3-13 0,0 0-4 16,0 0-9-16,0 0-7 0,0 0-4 0,0 0-9 15,0 0-1-15,7-3-1 0,-1 3-7 0,1 0-4 16,0 0-6-16,6 0-1 0,1 0-1 0,1 0 0 15,3 1-3-15,1 3 1 0,3 2-3 0,1 0 0 16,3-1-3-16,-6 2-3 0,2 1 0 0,2 4-4 0,-7 0 0 16,-1 0-2-16,-3 2 3 0,1 0-9 15,-6 4 0-15,-1-1-3 0,-3 2 4 0,-2 1 0 16,-5 4-4-16,-7 2-2 0,-5 1 4 0,-1-1-1 16,-6-1 2-16,-2-3 1 0,-4 2-2 0,0-4 3 15,2 1-1-15,-2-3 2 0,0 0-1 0,-1-1 0 16,2-3-1-16,1 1 1 0,2-3-7 0,6-2 7 15,-1-1-3-15,5-1 7 0,-4-1 0 0,9-2-1 16,-1-3-4-16,2 2 3 0,3 0 2 0,-1-2 1 0,3 0 10 16,-2 1 10-16,5-3 12 0,-6 0 16 0,6 0-1 15,-5 2 2-15,5-2-3 0,0 0 0 0,0 0-9 16,0 0 0-16,0 0 2 0,25-2-9 0,-9-3-1 16,5 0 2-16,10 3-5 0,3-3-4 0,5 0 0 15,13-2-2-15,-1 2 0 0,-11 1-3 0,11-1-4 16,-13 2-3-16,-3 1 2 0,-2 0-4 15,0-1-2-15,-6 2 0 0,-7 1 0 0,-3-1-2 0,-5 1 0 16,-1 0 0-16,-3 0-3 0,-2 0-1 0,-1 0-2 16,-5 0-1-16,9-1 1 0,-9 1-2 0,8 0-1 15,-8 0 0-15,0 0 5 0,0 0-4 0,0 0-3 16,0 0 0-16,0 0-3 0,0 0-1 0,0 0-5 16,-19 3-9-16,19-3-16 0,-11 0-8 0,11 0-18 15,-11-1-24-15,11 1-31 0,-9-1-48 0,9 1-77 16,-5-3-133-16,5-2-407 0,0 5 180 0</inkml:trace>
  <inkml:trace contextRef="#ctx0" brushRef="#br0" timeOffset="65152.9">10024 8516 22 0,'0'-5'216'0,"1"2"-21"0,2-3-21 0,3 3-18 15,1 1-12-15,-1-3-12 0,3-1-11 0,2 5-12 16,0-2-12-16,0 1-13 0,5-1-8 0,-4 4-7 16,10-1-1-16,-3 2-8 0,-1 0-6 0,1 2-4 15,2 7 4-15,-2-6-15 0,-1 8-5 0,-4 0-6 16,1 1 0-16,-5 1-7 0,3 7-1 0,-3 0 1 16,-6-3-1-16,0 8-6 0,-4 0-1 0,-4 1 2 15,-3-4-1-15,-5 3-4 0,1 1 2 0,-2-3-3 16,-5 0 3-16,1-2 2 0,-2-2-8 0,-1-2 4 15,1-2 2-15,3-5-4 0,-2 0-2 0,6 0 0 16,-4-6 3-16,6 2-3 0,1-1 2 0,3-4-1 16,-1 2 1-16,1 0 15 0,1-4 28 0,1 2 29 15,4-3 34-15,-5 1 32 0,5-1 12 0,0 0-11 16,0 0-20-16,0 0-6 0,5-17-13 0,3 6-14 16,6-3-7-16,4-7-19 0,3-1 0 0,2-3-9 15,2 3-6-15,-1-4-5 0,4 1-14 0,-1 2 5 16,-2 1-8-16,1-2-3 0,-2 2-1 0,-2 5 1 15,-2-2-7-15,-3 4 0 0,-3 1-8 0,0 2 2 16,0-1-1-16,-6 5 6 0,0 0-1 0,-1 0-2 0,-2 3-2 16,-2 1-2-16,1 0-3 0,-2 1-8 0,1 0-1 15,-1 0-18-15,-2 3-4 0,0 0-2 16,0 0 1-16,0 0 2 0,-16 15 3 0,2-3-2 16,-4 5 5-16,-3 5 2 0,2 0 0 0,1-1-1 0,-1 2-1 15,4 3 1-15,-1-4 4 0,4 0-1 0,3-3 2 16,4-1 1-16,-1-2 0 0,5-1 1 15,1-1 2-15,4-2 2 0,1-2 3 0,9 0 2 16,2 1 0-16,13-1 1 0,3-4 2 0,6-2-7 0,15-1-19 16,0-2-31-16,3-2-46 0,-2-3-59 0,0-3-62 15,-2 2-106-15,-16-4-192 0,2-1-558 0,-3-5 248 16</inkml:trace>
  <inkml:trace contextRef="#ctx0" brushRef="#br0" timeOffset="65904.67">11149 8494 98 0,'0'0'248'16,"0"-4"-3"-16,0 4-23 0,-2-5-19 0,2 5-20 0,0 0-20 15,0 0-17-15,0 0-22 0,0 0-16 16,0 0-10-16,0 0-12 0,0 0-10 0,-5 12-10 16,3-1-5-16,-2 1-8 0,0-1-3 0,-1 6-9 0,-3 3-6 15,2 4-3-15,-1 2-9 0,0 3-2 0,0-2-1 16,1 3-3-16,1-3-5 0,1-2 0 16,0 1 2-16,-1 0-2 0,5-8-4 0,0-1 4 15,0 0-1-15,1-5-2 0,2-2 2 0,-2 1 14 16,3-3 6-16,-4 0 14 0,4-3 14 0,-3-1 22 0,3 1 26 15,-1-2 37-15,0-1 16 0,4-2 12 0,-7 0 1 16,15-3-11-16,-5-3-15 0,3 0-3 16,0-4-14-16,1-1-8 0,0-2-17 0,1-1-4 0,1 1-16 15,4-8-2-15,-6 1-18 0,4-2-1 0,-4 1-6 16,-4 4-4-16,2 1-6 0,-3 0-9 0,1 0 8 16,-2 0-13-16,-2 2 3 0,-1 2 7 0,0 0-3 15,-1 4-3-15,0-2 6 0,-2 6-8 0,1-3-3 16,0 2-5-16,-2 0-4 0,0 1-4 0,0 1 2 15,-1 3-14-15,3-5-10 0,-3 5-10 0,1-6-19 16,-1 6-30-16,0 0-13 0,2-2-18 0,-2 2-2 16,0 0 4-16,0 0 13 0,-2 13 7 0,0-2 6 15,-2-1 8-15,1 3 5 0,-2 3 2 0,3 0 8 16,-2 2 5-16,0-1 4 0,0 0 4 0,2-2 3 16,0 0 0-16,2-1 5 0,-1-1 3 0,1-4 0 15,0 1 6-15,0 1-1 0,-1-4 7 0,2-1-4 16,-1 1-1-16,0-2 6 0,1 0 1 0,1-1 9 15,0-1 3-15,3 1 13 0,0-1 3 0,2-1 6 16,6-1 4-16,6 1-2 0,10-4 1 0,3 0-14 0,1-3 1 16,6-1-40-16,0-3-62 0,11-6-91 15,-1-6-121-15,3-6-363 0,-7-1-710 0,-1-4 314 16</inkml:trace>
  <inkml:trace contextRef="#ctx0" brushRef="#br0" timeOffset="66373.05">11798 8136 280 0,'0'0'303'0,"1"-4"-15"0,-1 4-25 16,0 0-28-16,0 0-25 0,0 0-25 0,0-4-21 15,0 4-21-15,0 0-12 0,0 0-31 0,0 0-12 16,0 0-1-16,-5 12-16 0,-1-4-12 0,-2 1-15 15,1 2-21-15,-4 3-17 0,2 1-28 0,-3 2-35 0,-1 6-33 16,0-2-42-16,2-4-79 0,1-2-151 16,5 2-391-16,0-6 173 0</inkml:trace>
  <inkml:trace contextRef="#ctx0" brushRef="#br0" timeOffset="67223.7">12499 8719 166 0,'-9'1'174'0,"9"-1"-10"15,-9 0-7-15,9 0-7 0,-5 0-12 0,5 0-6 16,-6 1-8-16,6-1-9 0,0 0-8 0,0 0-10 0,0 0-7 15,0 0-4-15,0 0-7 0,-10-1-5 0,10 1 1 16,0 0-4-16,0 0 0 0,0 0 1 16,0 0-2-16,0 0-7 0,0 0 1 0,0 0-7 15,0 0-6-15,0 0-5 0,0 0-3 0,0 0-5 0,-4 2-5 16,4-2-2-16,0 0-4 0,0 0-1 0,0 0-4 16,0 0-2-16,0 0-2 0,0 0 0 0,0 0-5 15,0 0 2-15,0 0 1 0,0 0 0 0,0 0 12 16,0 0-5-16,0 0 2 0,0 0-4 0,0 0 3 15,0 0-3-15,0 0 1 0,0 0-3 0,0 0-4 16,0 0 3-16,0 0-5 0,0 0 0 0,0 0-1 16,0 0-1-16,0 0 2 0,0 0-3 15,0 0-2-15,0 0-5 0,0 0 12 0,0 0 2 0,0 0 4 16,0 0 0-16,0 0 1 0,0 0-2 0,0 0 5 16,0 0-2-16,0 0-4 0,0 0-1 0,0 0-2 15,0 0 0-15,0 0-1 0,0 0-5 0,0 0 5 16,0 0-8-16,0 0 1 0,0 0-1 0,0 0-1 15,0 0 6-15,0 0-3 0,0 0-1 0,0 0-1 16,0 0-4-16,23-2 0 0,-12 1 1 0,8-1-1 16,3-1 2-16,6-1 0 0,2 1-3 0,-1 0-1 15,7-1 1-15,0 0-2 0,2 3 6 0,13-7-8 16,0 3 1-16,-11 1 2 0,-4 0 4 0,-2-1-3 16,-1 1-1-16,-2 0-2 0,-9 0-6 0,-2-1-17 15,-2 0-14-15,-5 5-17 0,-2-5-19 0,-2 0-25 16,-2 3-27-16,-4-1-47 0,-1 1-58 0,-2 2-216 15,-9-8-483-15,-3 6 215 0</inkml:trace>
  <inkml:trace contextRef="#ctx0" brushRef="#br0" timeOffset="67467">12778 8547 122 0,'-3'-4'369'0,"3"1"-8"0,0-2-9 0,-1 1-10 16,-2-1-13-16,3 5-30 0,-1-6-29 15,1 6-40-15,0-5-15 0,0 5-38 0,0 0-16 0,0 0-46 16,0 0-28-16,0 0-22 0,-4 14 1 0,4 2-3 16,-5 3-5-16,4 9-9 0,-3 2-9 0,0 2-15 15,3 2-30-15,-2-1-22 0,2-1-37 0,-3 2-45 16,4-3-43-16,0 3-68 0,-4-6-317 0,3-9-581 15,1 0 257-15</inkml:trace>
  <inkml:trace contextRef="#ctx0" brushRef="#br0" timeOffset="70237.6">13638 8514 34 0,'-3'-6'229'0,"3"2"-2"0,0-3-11 16,3 4-7-16,-3-6-6 0,1 5-9 0,0 0-4 15,2-3-12-15,-3 2-6 0,0 3-11 0,0 2-14 16,5-7-11-16,-5 7-17 0,1-5-14 0,-1 5-15 16,0-2-9-16,0 2-19 0,0 0-3 0,0 0-13 15,5 10-2-15,-2-1-12 0,-2 3-3 0,2 0-5 16,-3 4 0-16,-3 4-2 0,3 4-5 0,0-4 1 16,0 5 0-16,0 0-15 0,-4 0-2 0,4-6 6 15,-1 2-7-15,1-1 1 0,-4-3 2 0,4-1 2 16,0-5 0-16,-1-1-3 0,1-1 0 0,0-1 2 15,-4-1 1-15,4-2-1 0,0 2 4 0,0-5 2 0,0 1 39 16,0-3 38-16,-1 7 41 0,1-7 39 16,0 0 12-16,0 0-19 0,0 0-15 0,11-12-17 15,-4 1-16-15,-1 1-11 0,3-5-7 0,4 0-14 0,-2-1-5 16,6-7-10-16,-5 9-11 0,-1-1 0 0,-1 1-4 16,-2 3-10-16,1 5-1 0,-3-4-4 0,-2 5-8 15,0 3 0-15,0-1-9 0,-2-2-2 0,2 3-10 16,-1 0-29-16,-3 2-12 0,7-3-4 0,-7 3 4 15,7 8 12-15,-3-1-13 0,-1-2 2 0,1 4-7 16,0-1 4-16,2 4 9 0,-2-1 6 0,1 4-8 16,-1 2 8-16,-2-5 7 0,4-1-2 0,-5 0 6 15,3-1 0-15,1-1 1 0,-1 1 3 0,-3-4 1 16,2-1-7-16,-2-1 22 0,-1 0-9 0,1-2 4 16,2 1 4-16,-3-3 21 0,1 5 27 0,-1-5 32 15,0 0-1-15,0 0-9 0,0 0-4 0,13-13-12 16,-3 5-13-16,2-5 0 0,-1-3-4 0,2-1-2 15,2-3-6-15,2-2-9 0,-1 3 0 0,-4 5-8 16,-2 2 5-16,-1 2-6 0,0-1-7 0,-2 5 5 16,-4 1-2-16,3 0-6 0,-4 0-5 0,3 3-14 15,-4-1-15-15,3 1-25 0,-4 2 3 0,0 0-13 16,9 1-10-16,-5 3 4 0,1 3 0 0,1 0-3 16,2 2 2-16,-4 2-6 0,5 3 7 0,0-2-15 15,-3 2-9-15,2 1-19 0,-3-5-12 0,2 1-24 16,-1-1-14-16,-1-1-19 0,-1 0-14 0,0-4-24 15,1 2-33-15,0-5-77 0,1 3-166 0,-2-5-532 16,-4 0 236-16</inkml:trace>
  <inkml:trace contextRef="#ctx0" brushRef="#br0" timeOffset="70621.38">14608 8274 221 0,'0'-6'291'0,"1"1"-24"0,-2 2-25 0,1 3-25 16,-2-7-22-16,2 7-26 0,0-3-20 0,0 3-20 0,0 0-12 16,-11 8-15-16,0 4-8 0,-5 4-10 0,-2 12-10 15,-10 14-5-15,-3 3-10 0,8 2-5 0,-2 2-6 16,1 0-4-16,2-1-5 0,6 0-3 15,6-12-4-15,3-3-5 0,4 0 1 0,3 1 0 0,5-3-2 16,4-2-1-16,1-2 7 0,6-1 5 0,5-4-1 16,2 0 3-16,2-5 3 0,5-1-4 0,-2-1-4 15,3-4-3-15,-2-2-2 0,-2-2-4 0,-5 0 0 16,0-2-6-16,-5-1 2 0,0-1-3 0,-4-2 1 16,-3 1 1-16,-1 0 11 0,-4-2 26 0,4 2-5 15,-5-2 4-15,-4 0-1 0,9 0-4 0,-9 0-6 16,5 0-3-16,-5 0-9 0,4-2-19 0,-1-1-23 15,-3 3-39-15,0-6-48 0,0 6-64 0,-4-8-52 16,1 1-102-16,-2 0-174 0,1-1-529 0,-1-2 233 16</inkml:trace>
  <inkml:trace contextRef="#ctx0" brushRef="#br0" timeOffset="71256.92">14819 8582 265 0,'0'0'339'0,"-2"-7"-21"15,1 4-18-15,1 3-28 0,-1-4-29 0,1 4-23 16,1-5-25-16,-1 5-25 0,0 0-21 0,0 0-28 15,0 0-29-15,0 0-13 0,0 0-9 0,0 0-10 0,0 0-8 16,1 17-3-16,1-7-11 0,-2 1 1 16,1 6 1-16,-2-3-12 0,-1 5-3 0,0-1 1 15,-1 1-5-15,-1 0-2 0,2-1-1 0,-1-1 1 16,2-1-4-16,-2-4 0 0,1-1-5 0,2-3 1 0,-1 2 2 16,1-6 0-16,-3 4-4 0,3-5 5 0,0 1 11 15,0-1 37-15,0-3 42 0,-1 5 27 0,1-5 28 16,0 0-1-16,0 0-15 0,0 0-18 0,11-11-10 15,-6 0-10-15,2 4-15 0,3-9-9 0,1 0-13 16,2 2-3-16,0-1-9 0,-3 0-3 0,2 1-8 16,-1 2-2-16,-2 2-9 0,-4 3-1 15,-1 2-7-15,0-2-1 0,2 5-8 0,-5-3 0 16,2 3-24-16,1-2-24 0,-4 4-30 0,5-1 1 0,-5 1 5 16,5 6 10-16,0 0-1 0,-2-2 6 0,-1 4 2 15,2 4 1-15,-4 0-7 0,3 3 11 0,-2 1-13 16,0 1-2-16,-1-5 0 0,0 0 16 0,3-2-15 15,-2 2 1-15,-1-7 6 0,0 2 0 0,0-2 18 16,3-1-2-16,-3 0 11 0,1 1 32 0,-1-5 24 16,3 2-7-16,-3-2-1 0,11-6-5 0,-3 1-4 15,-2-4 3-15,4 0-5 0,2-3-4 0,1-3-10 16,1 1 7-16,-2 0-3 0,1-1-2 0,1 1-2 16,0 1-4-16,-4 3 11 0,-2 1-7 0,1 2-5 15,1-2-5-15,-2 5-3 0,-2 1 21 0,5-3-24 16,-1 3-12-16,0 1-11 0,-2 2-16 0,3 0-17 15,2 0-25-15,1 2-23 0,-4 0-28 0,7 5-33 16,-2 0-43-16,2 1-48 0,-2-3-318 0,-2 0-629 16,4 0 278-16</inkml:trace>
  <inkml:trace contextRef="#ctx0" brushRef="#br0" timeOffset="71702.59">15696 8636 182 0,'-10'0'191'0,"10"0"-19"0,-5-1-15 0,5 1-10 15,0 0-14-15,0 0-12 0,-9 1-9 16,9-1-10-16,0 0-12 0,-5 1-8 0,5-1-9 0,0 0-5 15,0 0-6-15,0 0-5 0,0 0 11 16,0 0 0-16,0 0 3 0,0 0 2 0,0 0 2 0,0 0-1 16,0 0-3-16,0 0-1 0,0 0-9 0,0 0-5 15,0 0-2-15,0 0-9 0,0 0-4 0,0 0-2 16,0 0-6-16,0 0-1 0,0 0-3 16,0 0-4-16,0 0-6 0,0 0-2 0,0 0 2 0,0 0-2 15,0 0-4-15,0 0-2 0,0 0 2 0,0 0-2 16,0 0 2-16,0 0 0 0,0 0 0 0,0 0 0 15,0 0 1-15,0 0-2 0,0 0 5 0,0 0-4 16,0 0 0-16,0 0-4 0,31 0 1 0,-14-1-2 16,12 0 2-16,1-2-2 0,2 2 1 0,8-2-5 15,-3 2 3-15,15-4 0 0,1 1-2 0,-1 0 1 16,1 1-3-16,-16 1 3 0,-4 1-4 0,1-4 0 16,-7 3-7-16,-4-2-21 0,-4 0-16 0,-6 3-25 15,-3-2-28-15,-1 0-51 0,-5-1-60 0,-1-1-208 16,-6 2-449-16,0-2 198 0</inkml:trace>
  <inkml:trace contextRef="#ctx0" brushRef="#br0" timeOffset="71970.25">15958 8424 244 0,'0'-5'338'0,"0"0"12"15,0 1-15-15,-2 1-12 0,2-3-4 0,0 6-30 16,-2-6-4-16,2 6-30 0,-1-5-23 0,1 5-24 16,0-4-30-16,0 4-18 0,0 0-27 0,0 0-49 15,0 0-30-15,0 0-15 0,0 0-8 0,-2 11-5 16,2 2 2-16,0 4-4 0,-1 4-9 0,-2 8 3 16,0 0-7-16,3 0-10 0,-2 0 0 0,2 3-17 15,-2-1-29-15,1-5-23 0,1 4-24 0,0-2-32 16,-1-4-31-16,1-6-38 0,1 2-28 0,2-3-75 15,-2-5-167-15,3 0-499 0,-1-6 221 0</inkml:trace>
  <inkml:trace contextRef="#ctx0" brushRef="#br0" timeOffset="72330.52">16536 8439 177 0,'0'-4'356'15,"0"-2"-16"-15,0 2-13 0,0 4-33 0,-1-6-31 16,1 6-13-16,-2-5-42 0,2 5-16 0,2-4-28 16,-2 4-17-16,0 0-33 0,0 0-14 0,0 0-17 15,0 19-1-15,0-9-13 0,1 2-9 0,-1 5-5 16,-1 0-5-16,1 2-5 0,-2 1-5 0,1-2-2 15,0 2-9-15,1 0-2 0,0-1 3 0,0 0-5 16,1-3 0-16,-2-1-7 0,1-1 2 0,1-3-3 16,-1-2-8-16,0-1 20 0,1-1-14 0,-1-2-2 15,0 0 2-15,0-1-2 0,-1 1 1 0,2-2 12 16,-1-3-1-16,0 4-13 0,0-4 1 0,0 0 0 16,0 5-11-16,0-5 0 0,0 0-40 0,0 0-52 15,0 0-44-15,2-14-66 0,0 4-64 0,1-4-256 16,1-3-564-16,3-8 250 0</inkml:trace>
  <inkml:trace contextRef="#ctx0" brushRef="#br0" timeOffset="72648.08">16684 8122 177 0,'-4'-3'289'0,"4"3"-26"0,-1-5-26 15,1 5-25-15,0 0-28 0,0 0-16 0,0 0-19 0,0 0-16 16,14 12-15-16,-2 1-15 0,-1 4-8 16,7 6-10-16,2 6-10 0,8 8-6 0,-3 4-8 0,-1 5-1 15,0 4-8-15,-2-1-3 0,-4 1-4 0,-5 0-6 16,-7-4-5-16,-2 4-4 0,-4-4-1 16,-4-11-1-16,0-2-3 0,-6-1-2 0,-3-2-4 15,-1-1 7-15,-5-4-9 0,1-2 1 0,-4-2-5 0,1-4 4 16,-1 0-1-16,0-3 1 0,3-2 3 0,1-3-5 15,-1 2 6-15,4-6-9 0,-2 3 3 0,3-2-1 16,3-1-3-16,2 0 0 0,-1-1-2 16,2-1-3-16,3 1-25 0,-1-1-26 0,3-3-35 0,-1 3-39 15,0 0-45-15,4-3-283 0,0 0-485 0,0 0 214 16</inkml:trace>
  <inkml:trace contextRef="#ctx0" brushRef="#br0" timeOffset="73569.73">17179 8411 234 0,'1'-6'303'0,"-1"-2"-10"0,2 3-17 0,-2 0-11 0,3 0-26 16,-3 2-26-16,0 3-21 0,1-6-21 0,-1 6-20 15,2-4-20-15,-2 4-34 0,0 0-7 16,0 0-12-16,0 0-10 0,0 21-6 0,0-6-4 0,0 4-12 16,-2-2-4-16,2 7-2 0,-2 3-6 0,-1-4 0 15,3 5-18-15,-1-2 0 0,2-2-1 0,2 1-2 16,1 2 5-16,-3-8-5 0,2-2-4 0,0-2 0 16,1-3 0-16,-1-3 0 0,-1 0-1 0,-1-1 3 15,1-2 12-15,0-2 21 0,0 0 22 0,-1 1 31 16,0-2 41-16,-1-3 24 0,7 0 4 15,-7 0 1-15,11-8-5 0,-3 1-15 0,3-3-10 16,3-2-15-16,-1-3-10 0,6-6-10 0,-2 2-13 0,3-4-8 16,-2-3-8-16,0 4-10 0,2 1-6 0,-5-1-4 15,-3 5-2-15,0 0-4 0,-3 5-1 0,2-1-3 16,-4 3 0-16,-2 1-5 0,1 2 1 0,-1 2-3 16,-1 1-7-16,1-1-5 0,-4-2-8 0,1 2-7 15,0 2-21-15,-2 3-22 0,4-3-37 0,-4 3-20 16,0 0 10-16,0 0 6 0,0 18 15 0,-2-6 1 15,-1 3 3-15,-1 4 15 0,0-1-8 0,2 2 6 16,-1 0 3-16,1 4 11 0,1-5-2 0,-1 1 5 16,5-3 4-16,-1 1 2 0,1-2 6 0,-2-4 4 15,2 0 0-15,2-2 10 0,1-1 8 0,1 0-13 16,5-1 8-16,1 1-6 0,6-4-1 0,8-1-19 16,1-2-41-16,2-2-52 0,-2-1-52 0,-3-3-63 15,5 0-84-15,-1-6-345 0,-1 1-713 0,2-5 317 16</inkml:trace>
  <inkml:trace contextRef="#ctx0" brushRef="#br0" timeOffset="74054.16">18345 8486 185 0,'0'0'236'0,"-5"-1"-10"16,5 1-11-16,0 0-4 0,0 0-17 0,-4-3-12 16,4 3-10-16,0 0-3 0,0 0-7 0,0 0-11 15,0 0-10-15,0 0-9 0,0 0-10 0,0 0-11 16,0 0-9-16,0 0-15 0,11-2-6 0,-3 0-11 16,4 1-4-16,7-4-7 0,9 1-8 0,0 1-2 15,-2 2-10-15,7-3-3 0,-3 4-1 0,-1-4-5 16,-1-1 1-16,-9 3-6 0,3 0 0 0,-4 1-8 15,-7-2 3-15,2 2-3 0,-1 0 1 0,-3 1-2 16,-3-2-3-16,-1-1 10 0,-5 3-12 0,10 0-3 16,-6-1-7-16,-4 1-28 0,6 0-23 0,-6 0-25 15,0 0-20-15,7 1 7 0,-7-1-2 0,0 0-9 0,-5 8-23 16,1-3-47-16,1-3-16 0,-3 3-63 16,2-1-135-16,-1 1-412 0,1 0 182 0</inkml:trace>
  <inkml:trace contextRef="#ctx0" brushRef="#br0" timeOffset="74378">18455 8636 5 0,'0'0'220'0,"-5"0"-2"16,5 0-5-16,-5 3 2 0,5-3 4 0,0 0 1 15,-9 2-10-15,9-2-10 0,0 0-14 0,0 0-20 16,0 0-7-16,19 0-14 0,0 0-14 0,3 0-14 16,8-2-11-16,4 2-7 0,6-3-12 0,12-1-5 15,0 3-7-15,1 0 0 0,-1-1-6 0,-2 1 1 16,-9-4-8-16,-5 3-2 0,-4 0-1 0,-2-2-8 16,-12 3 3-16,-3-2-1 0,-3 2 1 0,-1 0-3 15,-3-1-2-15,-3 2-5 0,3 0-5 0,-2-3-3 16,-6 3-1-16,8 0-12 0,-8 0-17 0,0 0-12 15,5-2-27-15,-5 2-29 0,0 0-34 0,0 0-38 16,0 0-31-16,-13-4-39 0,7 3-44 0,-2-1-255 16,3 1-544-16,5 1 241 0</inkml:trace>
  <inkml:trace contextRef="#ctx0" brushRef="#br0" timeOffset="74850.98">19783 8346 196 0,'-3'-6'247'0,"1"3"-21"0,-2-2-23 0,4 5-19 15,-3-4-18-15,3 4-20 0,-5-1-11 0,5 1-19 16,-5-2-13-16,5 2-11 0,-9 0-10 16,2 3-10-16,-1-1-8 0,-1 0-6 0,-4 6-7 15,4-1-7-15,-5 3-5 0,0-2-5 0,-1 8-2 0,1-2-7 16,0-1 1-16,1 3-3 0,-1 7-6 0,3-7 1 16,1-1-1-16,1 4-4 0,2-3 1 0,2 0-2 15,0 1 1-15,1-1 1 0,5-1 21 0,-1 2 12 16,5-2 15-16,1-4 17 0,5 4 16 0,2-3-1 15,3-1 13-15,10-1 3 0,0-3 3 0,2-3 5 16,3-2 6-16,0-5 11 0,1-2-3 0,-2-3 3 16,0 0-11-16,-1-4-8 0,-2-2-3 0,-4-2-10 15,0-1-1-15,-4-2-14 0,-1-3-15 0,-1-2-3 16,-4 2-6-16,-6 2 3 0,0-1-4 0,-5 2-4 16,-3 0-11-16,-3 2-22 0,-3-1-13 0,-10-1-27 15,-5 2-44-15,-1 1-39 0,-5 2-48 0,-4 5-40 16,-1 2-46-16,0 5-80 0,2-1-349 0,4 1-714 15,9 4 316-15</inkml:trace>
  <inkml:trace contextRef="#ctx0" brushRef="#br0" timeOffset="76185.25">21132 8565 134 0,'0'0'144'0,"0"0"-7"0,0 0-10 0,-6 0-12 0,6 0-8 16,0 0-11-16,0 0-5 0,0 0-12 15,-4-2-6-15,4 2 2 0,0 0-3 0,0 0-2 0,0 0 3 16,0 0 3-16,0 0 3 0,0 0-1 0,0 0-1 16,0 0-2-16,0 0 3 0,0 0-4 0,0 0-3 15,0 0 2-15,0 0-6 0,0 0-4 0,0 0-6 16,0 0-7-16,0-5-4 0,0 5-7 0,13-3-6 16,1 1-1-16,15-3-3 0,3 0-2 0,5 2-2 15,16-6-5-15,0 2 0 0,6-2 4 0,5 2 1 16,2 5-4-16,0-5 1 0,-4 0-1 0,-4 0 0 15,-7 3-3-15,-10 1-2 0,-7 2-1 0,-2-2-3 16,-1 1 0-16,-12 0-3 0,0 0 0 0,-5 4 2 16,-6-4-3-16,0 2-4 0,-1 0-5 0,0 0-15 15,-1 0-11-15,-6 0-2 0,0 0 1 0,4 2-2 16,-4-2-14-16,0 0-21 0,-18 7-21 0,12-6-18 16,-5-1-30-16,2 2-33 0,-2-1-184 0,2 0-378 15,1 2 167-15</inkml:trace>
  <inkml:trace contextRef="#ctx0" brushRef="#br0" timeOffset="76569">21922 8281 175 0,'-4'-4'286'15,"4"4"-18"-15,-4-3-20 0,4 3-26 0,-1-2-19 16,1 2-25-16,-1-5-19 0,1 5-19 0,0 0-16 16,0 0-11-16,0 0-15 0,0 0-11 0,19 3-9 15,-9 2-8-15,3 0-7 0,1 0-5 0,4 2-8 16,9 4-2-16,-9-3-5 0,8 5-6 0,-8-5-1 16,8 7-4-16,-6 3-5 0,-3-5 4 0,-2 2-5 15,-2 0-6-15,-2 1-2 0,-2-4-3 0,-2 3-1 16,-3-1-4-16,-2-1 2 0,-4 3-1 0,-3-2-4 15,-2 1 3-15,-5 0-2 0,-4-1 2 0,-7 2-4 16,4-2 2-16,-7-2 1 0,8-3-2 0,-6 2-1 16,5-3 3-16,-1 0-4 0,1-2 1 0,2 3 0 15,-1-5 0-15,1 5-3 0,6-3 2 0,-1-5-8 16,6 3-17-16,-3 1-19 0,5-3-20 0,-1 0-5 0,5-2-10 16,0 0-33-16,0 0-37 0,0 0-50 15,28-4-208-15,-6-4-434 0,6 1 192 0</inkml:trace>
  <inkml:trace contextRef="#ctx0" brushRef="#br0" timeOffset="76971.07">23137 8232 228 0,'0'-4'300'0,"2"1"-9"0,-2 3-21 15,2-6-22-15,-4 2-22 0,2 4-23 0,2-4-19 16,-2 4-17-16,1-3-20 0,-1 3-3 0,0 0-28 16,0 0-18-16,0 0-10 0,0 0-14 0,0 0-9 15,0 0-9-15,0 0 5 0,0 0-17 0,-1 16-7 16,-1-6-5-16,0 1-1 0,-3 1-5 0,1 5-3 15,0-1 0-15,-1 8-5 0,-2 2 0 0,2-8 0 16,1 2 7-16,-1-2-12 0,-1 0-2 0,4 0-2 16,-3-6 12-16,2 0-11 0,1-3-2 0,0 1 1 15,0-3-1-15,2-3-1 0,-1 2 1 0,-1-1 0 16,1-3 0-16,1 3 1 0,0-5 3 0,-3 4 4 16,2-1-3-16,1-3-4 0,0 0 7 0,-2 4-4 15,2-4 5-15,0 0 9 0,0 0-38 0,0 0-38 16,0-13-29-16,0 8-39 0,0-2-45 0,2-5-55 15,-1 2-261-15,2-2-518 0,-2 0 229 0</inkml:trace>
  <inkml:trace contextRef="#ctx0" brushRef="#br0" timeOffset="77451.12">23037 8044 198 0,'-10'-4'189'16,"3"0"-16"-16,0 3-13 0,-2-2-18 15,4 0-13-15,-4 2-12 0,-1 1-16 0,1 1-7 0,-4 2-14 16,4 2-5-16,-5 0-3 0,0 5-12 0,-1 1-3 16,0 1-4-16,-6 6-8 0,1 1-2 0,-1 1-7 15,2 4 6-15,-3 1-8 0,3 2-3 0,0-1-7 16,1 3 3-16,0 0-3 0,3 2-4 0,0 2-3 15,4-2 1-15,0-1 2 0,3 1-9 0,0-2 3 16,3-2 2-16,1 2 22 0,4-1 6 0,3-3 4 16,1 2 4-16,2-3 3 0,6 0 7 0,-1 0 0 15,6-2 0-15,3-3 10 0,2-1 2 0,2-1-2 16,3-3 6-16,1-3 5 0,3 0-3 0,1-4-2 16,1 0 0-16,0-3-5 0,-1-1 5 0,3-3 9 15,-2 0 5-15,-1-2 5 0,0-3 9 0,3-2 19 16,-5 0-10-16,2-5 12 0,-1 0-10 0,1-2-1 15,-2-5 6-15,0-1-17 0,-1-4-3 0,9-11-6 16,-3-4-10-16,-3 1-5 0,-5-4-10 0,-2-3-4 16,-3-3-4-16,-5 0-5 0,-5 0-9 0,-3 2-2 15,-5 13-8-15,-5-4-4 0,-9 2-7 0,-2 1-12 16,-11-9-9-16,-1 14-12 0,-12-3-25 0,-10 3-26 16,-8 5-31-16,-4 9-46 0,-9 4-47 0,-32 6-42 15,0 11-73-15,-2 1-432 0,5 7-786 0,36-7 348 16</inkml:trace>
  <inkml:trace contextRef="#ctx0" brushRef="#br0" timeOffset="79002.08">3408 10226 256 0,'0'-7'301'16,"2"0"-13"-16,-2 1-15 0,0 0-12 0,0 0-24 16,0 2-16-16,1 0-10 0,-1 0-20 0,3 0-22 15,-3 4-15-15,0-4-28 0,0 4-11 0,0-3-33 16,0 3-32-16,0 0-15 0,0 0 3 0,0 11-7 15,-4 1-5-15,4 5-3 0,-5 9-4 0,1 2-5 0,-1 3 1 16,2 1-6-16,-1 1-1 0,1 1 14 16,-4 0-16-16,6-1 4 0,1-1-2 0,-4-2-2 15,4 1 0-15,-1-6-1 0,2 1-3 0,-1-6 5 16,0-8-2-16,0-2 0 0,2 2-2 0,-2-3 1 0,0-4 3 16,0 3-4-16,0-4 1 0,0 2 3 15,2-3 1-15,-2-3 4 0,0 6-3 0,0-1 2 16,0-5 1-16,0 4 1 0,0-4 1 0,0 0 7 15,-2 4-20-15,2-4-9 0,0 0-24 0,0 0-35 0,0 0-92 16,0 0-74-16,0 0-245 0,0 0-518 16,2-13 230-16</inkml:trace>
  <inkml:trace contextRef="#ctx0" brushRef="#br0" timeOffset="79532.23">3869 10560 158 0,'-9'0'182'0,"1"0"-7"15,0 1-12-15,1-1-3 0,7 0-13 0,-10-1-11 16,10 1-8-16,-7 0-5 0,7 0-9 0,0 0-11 16,-9 0-2-16,9 0-5 0,0 0-4 0,0 0-5 15,0 0-5-15,0 0-10 0,-9 1-3 0,9-1-9 16,0 0-6-16,0 0-5 0,0 0-1 0,0 0-6 16,0 0-6-16,0 0-2 0,-5-1-3 0,5 1-4 15,0 0-1-15,0 0-2 0,0 0-5 0,0 0-1 16,0 0-1-16,0 0-1 0,0 0-2 0,0 0-4 15,0 0 3-15,0 0 1 0,0 0 0 0,0 0 3 16,0 0 2-16,0 0 8 0,0 0-2 0,0 0 0 16,0 0 4-16,0 0-3 0,0 0 0 0,0 0-2 15,0 0-2-15,0 0-1 0,0 0-4 0,0 0 0 16,23-3-3-16,-10 1 0 0,10-2-1 0,5-2 1 16,4 3-6-16,6-3 11 0,-2 1-14 0,2-2 1 15,-2 2 2-15,3 1 1 0,-4-1-1 0,-3-2 3 16,-1 4-2-16,-4-3 1 0,-7 5 2 0,-7-2 4 15,-2 1-1-15,1 0-3 0,-4 1 3 0,-2 0-4 16,-1 0 2-16,0-1-2 0,-5 2 0 0,8-1-12 16,-8 1-14-16,0 0-19 0,0 0-25 0,0 0-28 0,0 0-20 15,0 0-34-15,-18 8-33 0,9-7-40 0,4 0-200 16,5-1-448-16,-5 3 199 0</inkml:trace>
  <inkml:trace contextRef="#ctx0" brushRef="#br0" timeOffset="80117.87">4473 10355 110 0,'0'-6'235'0,"0"6"-25"0,5-5-20 15,-5 5-24-15,7-1-20 0,-1 1-9 0,-6 0-19 16,19 2-9-16,-6 2-16 0,-3 2-5 0,8-1-12 16,-2 4-9-16,0 1-13 0,-3 2-2 0,3 4-2 15,-3-2-9-15,1 2-1 0,-7 2-4 0,0 0-6 16,-3 2-2-16,1 6-1 0,-6-1-1 0,-3 2-3 16,-2-1-2-16,-2 3-3 0,-2-7-2 0,-4 4 2 15,0-4-2-15,0 4-3 0,-4-4-1 0,4-7 1 16,1-1-2-16,-2-1 1 0,2 1 0 0,4-7 9 15,-2 0-1-15,4-2 2 0,-1 0 3 0,3-1 18 16,-1 0 12-16,2 0 26 0,2-1 31 0,-2-3 38 16,4 0 25-16,0 0 19 0,0 0-19 0,0 0-20 15,0-11-19-15,6 2-16 0,-1-3-12 0,7-5-7 16,3-2-6-16,4-5-19 0,-1 6 1 0,5-8-10 16,1 0-14-16,-1 2-3 0,2 0-5 0,-2-1-4 15,0 0-5-15,-3 3 1 0,-1-1-9 0,0 1-7 16,-1 3 8-16,-5 4 5 0,0 4 0 0,-3-2 6 15,-4 3-1-15,1 1-5 0,2 2-1 0,-5 0-2 16,-1 4 2-16,0-3-15 0,0 4-12 0,-2 0-12 16,-1 2-25-16,4-4-44 0,-4 4-5 0,0 0 10 15,0 0 6-15,-4 14 7 0,-3-3 3 0,1 4 6 16,-4 2 6-16,1 0 5 0,-5 7-1 0,4 0 5 0,-2 1 5 16,2 3 0-16,5-10 4 0,-2 8 1 15,6-9 2-15,-3 3 0 0,3-1 10 0,1-2 3 16,5-1-1-16,0 1 5 0,3-3 1 0,6-1 3 15,0-2 0-15,12 0-27 0,0-3-33 0,4-1-50 16,0-6-61-16,1 2-75 0,1-7-344 0,-5 1-638 0,1-6 283 16</inkml:trace>
  <inkml:trace contextRef="#ctx0" brushRef="#br0" timeOffset="80702.03">4887 10169 91 0,'1'-3'331'0,"1"-2"-21"16,-1 0-19-16,0 0-28 0,2 1-25 0,2 0-21 16,1-1-20-16,2 2-26 0,1-2-17 15,0 1-16-15,5 0-3 0,-5 3-25 0,6-2-11 0,-3 3-14 16,2 0-4-16,-4 3-8 0,3 1-14 0,-3 0-3 16,2 2-7-16,-3 1-7 0,1 1-6 0,-4 1-5 15,-1 0-4-15,0 4-5 0,-2-4 0 0,-2 8-4 16,-1-2 0-16,-2-2-4 0,-2 3-2 0,-4-2-4 15,2 0 6-15,-2-3-3 0,2-2-5 0,-1 1 0 16,0-2 3-16,0-1-4 0,-3 0 1 0,9-2 1 16,-7-1 1-16,4-1 2 0,3 2-1 0,-3-2 10 15,-1-1 15-15,5-2 19 0,-1 4 17 0,1-4 6 16,-4 3 20-16,4-3 6 0,0 0-12 0,0 0-3 16,0 0-14-16,14-7-4 0,-3 1 0 0,6-1-15 15,0 1-1-15,4-2-13 0,5 1-2 16,2 2-4-16,1-4-5 0,2 1-1 0,0 1-2 0,-2 2-7 15,-2-1 6-15,-9 2-10 0,-4 0 1 0,-3 1 2 16,0 2-6-16,-3-1 2 0,-1 0 13 0,-1 0 1 16,-2 1 1-16,-4 1-7 0,9-2-5 0,-4 0 1 15,-5 2-4-15,0 0-4 0,8 0-19 0,-8 0-12 16,0 0-26-16,0 0-28 0,0 0-40 0,0 0-31 16,0 0-28-16,0 0-25 0,0 0-29 0,0 0-35 15,-18-3-34-15,18 3-260 0,-6-2-603 0,3-1 267 16</inkml:trace>
  <inkml:trace contextRef="#ctx0" brushRef="#br0" timeOffset="80985.34">5469 9989 102 0,'0'0'280'0,"1"-4"-19"0,-1 4-32 0,0-5-23 15,0 5-24-15,0 0-19 0,0 0-23 0,0 0-14 0,0 0-19 16,13 17-6-16,-8-5-13 0,4 3-9 16,5 9-3-16,-3 4-7 0,3 2-1 0,-1 3-8 15,0 13-3-15,3 2-7 0,-7-2 0 0,2 1 0 16,-10-11-3-16,0 12-5 0,-3-12-6 0,-6-2-2 0,-4 0 0 16,1 1-4-16,-7-4 1 0,-7 11-4 0,2-12 4 15,-11 7-1-15,-1-2-3 0,-4-5-2 16,-7-1-3-16,-1-2-6 0,-4-1-28 0,-4-4-45 15,-6-1-63-15,-1-3-77 0,-30 2-235 0,28-9-468 0,-2-8 207 16</inkml:trace>
  <inkml:trace contextRef="#ctx0" brushRef="#br0" timeOffset="81533.45">3024 10108 17 0,'0'0'242'0,"0"0"-8"0,-5-5-23 0,5 5-17 16,0-3-24-16,0 3-18 0,0 0-18 0,0 0-19 16,0 0-13-16,-9 10-14 0,4 0-10 0,-3 5-11 15,-3 11-7-15,-2 3-10 0,-6 14-4 0,2 5 12 16,-3-1-7-16,3 1-3 0,2 3 0 0,5-4-5 15,1-2 1-15,9 0-3 0,5-8-4 0,1-2 1 16,10 8-4-16,3-11-2 0,14 4-1 0,9 0 1 16,8-9-1-16,34 6 1 0,7-9-10 0,-2-8-71 15,9-6-111-15,-32-6-236 0,26-1-428 0,-31-6 189 0</inkml:trace>
  <inkml:trace contextRef="#ctx0" brushRef="#br0" timeOffset="82569.2">6007 10254 45 0,'0'-5'287'0,"2"0"-16"0,-2 1-10 16,1-1-7-16,3-1-10 0,-4 3-13 0,4-1-15 15,-4 4-14-15,0-6-17 0,1 4-18 0,-1 2-19 16,3-4-21-16,-3 4-15 0,0 0-12 0,5-3-16 15,-5 3-11-15,0 0 7 0,2 10-25 0,1-3-2 16,-3 5-8-16,1 1-5 0,2 5-7 0,-3 0-1 16,1 3-2-16,-2-1-3 0,2 5-5 0,3 0 1 15,-4-6-4-15,1 7-1 0,-1-7 0 0,3 1-6 16,-2-4 0-16,3-2 1 0,-4 1-3 0,4-4-1 16,-3-1 1-16,3-1 0 0,-3-1-1 0,2-2 2 15,-2 1-3-15,-1-3 4 0,4 0-1 0,-3-1 6 16,3 1 21-16,0-1 15 0,1-3 16 0,5 0 7 0,3-2 15 15,1 0-10-15,4-7-8 0,1 4 3 16,0-5-11-16,8-2-10 0,0-3-2 0,0 1-5 0,-3-1-12 16,2-2-4-16,-2-1 3 0,2-2-2 0,-5-2-4 15,0 2-2-15,-6 1-1 0,1-2 0 0,-4 6 11 16,-3-2 0-16,1-2-1 0,-2 2 6 0,-3 2-5 16,4 1 2-16,-8-1 9 0,3 5 6 0,-4-2-10 15,1-1-7-15,-1 1-3 0,-1 3-4 0,-2 0-7 16,2 1-4-16,-4 1-5 0,4 3-5 0,-4-1-8 15,2 2-12-15,-2-2-8 0,0 5-10 0,-4 0-6 16,9 0-10-16,-13 5-2 0,8-2 10 0,-3 2-9 16,2 2 2-16,0 0-2 0,1 0-6 0,2 0 6 15,0 1-2-15,1-1 1 0,2 0 12 0,1 2-1 16,3-1 3-16,1 1 4 0,4-1-1 0,2-1-22 16,8 1-40-16,2-4-37 0,6-1-49 15,-4 1-52-15,5-3-66 0,0-6-291 0,1 3-635 0,2-1 282 16</inkml:trace>
  <inkml:trace contextRef="#ctx0" brushRef="#br0" timeOffset="83099.08">6984 9857 90 0,'0'-3'253'0,"0"3"-11"0,0 0-8 0,1-5-10 16,-1 5-6-16,0 0-9 0,0-5-13 0,0 5-13 15,0 0-11-15,0 0-17 0,0 0-14 0,0 0-16 16,0 0-11-16,0 0-15 0,0 0-11 0,0 0-15 16,0 0-8-16,0 0-8 0,0 0-5 0,-16 8-6 15,7 1-5-15,1-1-4 0,-1 1-3 0,-5 3-4 16,4 2-1-16,-2 3-7 0,1-2 3 0,-1-1-24 16,2 1-4-16,3-4-3 0,0-2-11 0,-1 0-5 15,3 1-10-15,-2-3-13 0,2 3-12 0,1-3-18 16,0-2-26-16,1 1-12 0,2-2-2 0,0-2-13 15,1-2-31-15,0 4-238 0,0-4-431 0,0 0 191 16</inkml:trace>
  <inkml:trace contextRef="#ctx0" brushRef="#br0" timeOffset="83317.14">7140 9855 89 0,'4'-3'344'0,"-4"3"-17"0,4-3-21 0,-4 3-31 16,0 0-31-16,0 0-27 0,5-2-23 0,-5 2-27 16,0 0-26-16,0 0-23 0,0 0-7 0,0 0-16 0,0 12 3 15,-3-3-17-15,-2 1-9 0,0 5-16 0,1 2-16 16,-2 7-33-16,-5 0-36 0,4 1-33 16,-6 2-51-16,0-4-66 0,3 1-255 0,2 0-469 15,5-6 208-15</inkml:trace>
  <inkml:trace contextRef="#ctx0" brushRef="#br0" timeOffset="83938.78">7974 10382 33 0,'-17'1'214'0,"4"0"-14"0,0 0-11 16,3 3-14-16,3-4-9 0,0 0-12 0,2 1-10 16,5-1-5-16,-11 0-6 0,11 0-5 0,-7 1 1 15,7-1-2-15,0 0 2 0,0 0 4 0,-9-1-3 16,9 1-4-16,0 0-2 0,0 0-8 0,-5 1 10 15,5-1-21-15,0 0-4 0,0 0-8 0,0 0-5 16,0 0-4-16,0 0-14 0,0 0 12 0,0 0-22 16,0 0-4-16,0 0-6 0,0 0-3 0,-5 2-11 15,5-2-2-15,0 0 0 0,0 0-4 0,0 0-3 0,0 0-2 16,0 0-2-16,0 0-1 0,0 0-3 16,21-3-9-16,-1 2 3 0,10-5-1 0,7 2-4 15,4 2 4-15,13-3-4 0,3 0-2 0,1-1 13 16,3 0-11-16,-1 3-5 0,1-4-2 0,2 2 16 15,-3-2 2-15,-1 0-2 0,-8 0 7 0,-18 2 1 0,-2 2 4 16,-9-1 14-16,-5 2 6 0,-5-1-1 16,0 1 10-16,-2 1-7 0,-4 1-2 0,1-2-8 15,-2 1-15-15,-5 1-25 0,4-4-54 0,-4 4-43 0,0 0-36 16,-17-2-43-16,3 4-63 0,1-1-69 0,-6 0-277 16,2 2-630-16,2-1 278 0</inkml:trace>
  <inkml:trace contextRef="#ctx0" brushRef="#br0" timeOffset="85000.26">9582 9978 116 0,'-4'-2'163'0,"4"2"-7"0,-5-3-7 16,5 3-5-16,-5-5-2 0,5 5-4 0,-4-1-6 16,4 1-5-16,-2-2-3 0,2 2-4 0,0 0-4 15,-4-3-7-15,4 3-9 0,0 0-5 0,-3-4-9 16,3 4-11-16,0 0-8 0,0 0-6 0,0 0-8 16,0 0-8-16,0 0-3 0,23 1-4 0,-14-1-3 15,6 4-3-15,5 0-5 0,-3-3-2 0,4 4-5 16,-1-1 0-16,7 4-3 0,-8-1-5 0,3 0 3 15,-3 3-3-15,-2-4-2 0,-1 5-1 0,5 7 1 16,-8-5 0-16,-2 2-5 0,-1 2 1 0,-5-2-1 16,1 2 0-16,-5 1-3 0,-2 0 5 0,-5 1-3 15,-3 4 2-15,-4 0 1 0,-4-2 0 0,-6 1-6 16,0-2 3-16,-4-3 1 0,0 0-1 0,1 0 1 16,-3-1 0-16,4-2 1 0,-2 1-1 0,0-5 1 15,4 3-1-15,4-4 2 0,2 0-5 0,7-3 1 16,-4-1-1-16,5 1-1 0,1-1-1 0,2-2 1 15,1 0 1-15,2 2 2 0,2-1 3 0,-2-2 5 0,3-2 2 16,4 6 3-16,4-5 6 0,6 0 6 16,4-1 0-16,13 3 3 0,1-4-4 0,3-1 6 15,2 1 1-15,3-3 2 0,-2 2-3 0,2 1 2 16,-3-1-7-16,-2-1 0 0,-9 1-4 0,-3 0 0 0,-5 0 1 16,0-1 4-16,-5 3 8 0,-6-3 0 0,1 3 1 15,0 0 4-15,-3 0-4 0,-1-4 4 0,-4 4-4 16,9 0-8-16,-9 0-5 0,6 2-15 0,-6-2-14 15,0 0-20-15,0 0-35 0,0 0-27 0,0 0-29 16,0 0-40-16,0 0-22 0,0 0-49 0,-19-4-244 16,14 1-509-16,5 3 225 0</inkml:trace>
  <inkml:trace contextRef="#ctx0" brushRef="#br0" timeOffset="85567.31">10185 10144 203 0,'0'-4'244'0,"0"1"-24"15,4-1-24-15,1 2-20 0,0 0-17 0,3-1-19 16,1 0-14-16,1 3-12 0,2 2-14 0,0-1-13 15,1 3-10-15,5-1-5 0,-1 4-5 0,-2 0-4 16,-1 3-8-16,1 1-7 0,-2-1-2 0,-3 2-5 16,3 4-9-16,-5 0 1 0,-6-1-4 0,2 2-2 15,-1 2 1-15,-6 0-5 0,-2 0-2 0,-4 6 2 0,0-1-1 16,-5-2-3-16,1-1 4 0,1-4-2 16,-5 2-4-16,3-4 1 0,-2-2 2 0,1 0 3 15,1-3 2-15,3-2 2 0,0 1-6 0,1-4 3 16,0 1-3-16,4-2-1 0,-1 1 2 0,3-3 6 0,-1 1 29 15,4-2 39-15,1-1 38 0,-4 3 25 0,4-3 24 16,0 0-2-16,0 0-15 0,0 0-19 0,8-14-9 16,-2 4-18-16,7-4-14 0,4-6-11 15,7-2-13-15,0-2-3 0,13-10-17 0,1 2-10 0,2 4-8 16,-10 4 0-16,-2 4-5 0,-3-2-1 0,-1 3-9 16,-1 3-2-16,-7 3 1 0,-2 4-6 0,-4 1-3 15,-4 1-3-15,1 2 1 0,-1 3-7 0,-1-1-15 16,-1 1-21-16,0 0-31 0,-4 2-10 0,0 0 19 15,0 0-5-15,-3 12 0 0,-2 0 2 0,-3 2 6 16,-3 3 8-16,2 2 5 0,-6 6 5 0,5 0 5 16,1 0-6-16,0-7 2 0,4 7-10 0,2-8 2 15,3 1-7-15,3-1-6 0,4 0-3 0,3-3-13 16,5-1-27-16,10-1-36 0,2-1-52 0,5-1-63 16,2-5-99-16,5-1-188 0,0-1-572 0,15-4 253 15</inkml:trace>
  <inkml:trace contextRef="#ctx0" brushRef="#br0" timeOffset="86300.24">11112 10123 71 0,'2'-3'281'0,"1"1"-3"16,-2-1-10-16,2-1-11 0,-3 4-13 0,3-3-13 16,-3 3-23-16,3-4-18 0,-3 4-15 0,2-3-15 15,-2 3-26-15,0 0-15 0,0 0-18 0,4-1-12 16,-4 1-12-16,0 0-6 0,1 8-7 0,-2-1-8 15,1 3-8-15,-1 0-8 0,0 6-1 0,-2 0-4 16,-2 3-3-16,3 0-4 0,-2 0-3 0,-1 8-2 16,2-3-2-16,0-5 1 0,1 1-5 0,2-1-5 15,0-1 0-15,-2-2-2 0,2 0 1 0,2 1-3 16,-2-5 1-16,0-1 2 0,1-1-4 0,-1 1 0 16,3-6-1-16,-2 1 3 0,0 0 2 0,2 0 2 15,1-2 3-15,-3-1 30 0,3 1 31 0,1-2 32 16,-1-1 17-16,-4-1-3 0,11 0 12 0,-3-3 0 0,3 1-3 15,1-3-16-15,-1-2-8 0,9-1-10 16,-3-1-12-16,0-3-7 0,10-5-9 0,-3-1-12 16,3-3-1-16,-4 2-7 0,-3-1-6 0,1 2-3 15,-1-2-6-15,-8 7-4 0,-1-3-1 0,2 3-5 0,-4-2 2 16,0 2-5-16,-3 3-1 0,-1-2 2 0,-1 4 6 16,1-1 4-16,-2 2 2 0,-2 2 1 0,2-2 0 15,-2 2-10-15,-1-3 1 0,0 6-6 0,0 2-4 16,-1-7-6-16,-3 5-16 0,4 2-5 0,-5-3 2 15,5 3-20-15,-12 2-9 0,6 0-8 0,2 1-6 16,-1 0-5-16,1 1-4 0,-1 1-2 0,1 0-11 16,2 0-10-16,-2 0 15 0,3 2 3 0,1-1-2 15,1 0 14-15,6 1-4 0,1 0-12 0,5 1-28 16,6-4-45-16,9 2-54 0,2-2-63 0,3-1-87 16,-5-5-285-16,3 1-683 0,-2-2 301 0</inkml:trace>
  <inkml:trace contextRef="#ctx0" brushRef="#br0" timeOffset="86717.83">11860 9894 226 0,'2'-4'334'0,"0"0"-16"0,-1-1-14 16,2 0-15-16,-3 2-8 0,1-2-18 16,1 2-19-16,0-1-16 0,-2 2-15 0,0 2-21 15,4-5-21-15,-4 5-16 0,0-4-17 0,0 4-21 0,0 0-12 16,0 0-50-16,0 0-12 0,0 0-6 0,0 0-2 15,-8 14-2-15,3-5-9 0,-1 1 0 0,-4 5 0 16,3 1-6-16,-4 2-4 0,1 0 0 0,2-1 1 16,-1-1 3-16,1 0-7 0,1 0 2 0,0-3-3 15,1-3 0-15,2-1-1 0,1-1-1 0,1-3 0 16,0 1 2-16,-1 0-3 0,1-2 1 0,0-1 2 16,-2 0-1-16,4 1-2 0,0-4-2 0,-3 3-9 15,3-3-14-15,0 0-32 0,7 4-44 0,-7-4-53 16,9-2-71-16,-3 2-122 0,1-2-191 0,-1-1-576 15,3-1 255-15</inkml:trace>
  <inkml:trace contextRef="#ctx0" brushRef="#br0" timeOffset="87717.84">12598 10232 17 0,'0'0'190'0,"-7"-1"-19"0,7 1-16 0,-5-3-12 15,5 3-12-15,0 0-12 0,-6-1-9 0,6 1-9 16,0 0-6-16,0 0-13 0,0 0-8 0,0 0-6 16,0 0-5-16,0 0-7 0,0 0-4 0,0 0 3 15,0 0 0-15,0 0 2 0,0 0 0 0,-4-3-5 16,4 3-1-16,0 0 2 0,0 0 3 0,0 0-5 15,0 0-3-15,0 0-1 0,0 0-4 0,0 0-2 16,0 0-3-16,0 0-3 0,0 0-5 0,0 0 1 16,0 0-6-16,0 0 0 0,0 0-3 0,0 0-4 15,0 0-2-15,0 0 1 0,0 0-5 0,0 0-1 16,0 0 2-16,0 0-3 0,0 0-2 0,0 0 1 16,0 0-4-16,0 0 1 0,0 0-1 0,0 0 3 15,0 0-4-15,0 0 1 0,0 0 0 0,0 0-1 16,0 0-1-16,0 0 0 0,0 0 0 0,0 0-1 15,0 0 1-15,0 0 0 0,0 0 3 0,0 0-1 0,0 0-2 16,0 0 7-16,0 0 11 0,0 0 5 16,35 2 4-16,-14-4-2 0,11 0 0 0,7-1 4 15,15-5-1-15,5 3 0 0,4-2 3 0,3 1-4 0,3 1-2 16,-6-1-5-16,-1 2-1 0,-7-2-2 0,-3 1 0 16,-18 2-1-16,-1 0-5 0,-6-2-16 0,-6 1-19 15,-5 2-31-15,-2-1-29 0,-5 0-24 16,-3 3-43-16,-2-2-48 0,-4-1-226 0,0 3-456 0,-10-4 202 15</inkml:trace>
  <inkml:trace contextRef="#ctx0" brushRef="#br0" timeOffset="87999.49">12973 10074 326 0,'-3'-9'352'0,"0"0"-10"0,0 0 1 15,2 2-3-15,1 2-8 0,-2-2-16 0,2 0-22 16,-2 0-16-16,2 4-31 0,-1-1-24 0,1 4-25 16,-3-6-25-16,3 6-33 0,0-4-43 0,0 4-30 15,0 0-21-15,-1 13-9 0,-2-2-1 0,3 8-6 16,-1 7 1-16,-1 4-3 0,-2 5-2 0,4 10 1 15,-3 1-15-15,6-10-33 0,-2 0-25 0,-1-2-45 16,5 2-40-16,-4-1-54 0,-1-1-78 0,-1-3-338 16,5-5-651-16,-4-6 288 0</inkml:trace>
  <inkml:trace contextRef="#ctx0" brushRef="#br0" timeOffset="88864.21">14104 9977 174 0,'0'-6'267'0,"0"2"-5"0,0-4-15 0,0 5-9 0,0-3-13 16,0 1-11-16,3 1-14 0,-3 4-14 16,0-4-20-16,0 4-23 0,0-4-16 0,0 4-17 0,0 0-26 15,0 0-11-15,0 0-13 0,0 0-7 0,-3 20-4 16,2-5-4-16,-3 2-1 0,-1 2-2 0,1 8-5 15,-2 2-7-15,-2 0 0 0,3 3-3 0,-4-1-4 16,0 1-14-16,3-2-1 0,-2-3-3 0,3 0 5 16,-1-7-3-16,4-2-1 0,-2-1 0 0,3-6-1 15,1-2 0-15,-2 1 4 0,0-3 1 0,2-2 23 16,0-1 21-16,0-1 47 0,0 1 55 0,0-4 40 16,0 0 11-16,0 0-21 0,0 0-16 0,13-12-17 15,-8 3-19-15,7-6-11 0,-1 1-14 0,7-8-12 16,-1-1-11-16,2 2-11 0,1-3-10 0,-2 0-7 15,0 2-11-15,-4 8-5 0,-1 2-7 0,-2-2 0 16,-3 7-9-16,2-1-7 0,-6 4-8 0,1-1-14 16,-1 2-26-16,1 1-17 0,-5 2-3 0,8 1 4 15,-2 3-8-15,-1 1-5 0,3 4 11 0,-3 1-5 16,9 1 10-16,-10 2-6 0,4 2 4 0,-2 1 6 16,4 1-4-16,-3 0 4 0,-1-2-12 0,2-1 2 15,-4-3-31-15,3 0-22 0,-3 0-13 0,1-2-9 16,-1 0-16-16,-1-2-13 0,1-2-9 0,-4 2-8 0,1-2-3 15,1-1 8-15,-2 0 0 0,0-4-27 0,-2 4-51 16,2-4-217-16,0 0-496 0,0 0 219 16</inkml:trace>
  <inkml:trace contextRef="#ctx0" brushRef="#br0" timeOffset="89267.8">15004 9795 19 0,'-1'-4'241'0,"-2"2"-20"15,3 2-26-15,-4-3-26 0,4 3-14 0,-13 3-21 0,2 3-10 16,-6 5-11-16,-5 8-16 0,-2 3-5 15,-13 12-8-15,5 7-8 0,-1 2-12 0,-3 3 1 16,4 0-8-16,-1 1-7 0,9 0-3 0,2-1-6 16,8-12-2-16,5 0-6 0,3-2-5 0,2-3 1 15,4-3-1-15,1-2-2 0,2-5 9 0,3-1 9 16,5-1 5-16,7 2 3 0,4-4 8 0,5-3 7 16,1-2-1-16,4-2 3 0,3 0-4 0,-2-3-6 15,0-1-3-15,-5-3-10 0,-5 2 1 0,-6-2-1 16,-1 1 4-16,-3-1 6 0,-3-2 2 0,-2 1 2 15,0 1 2-15,-2-2 5 0,-6 1-1 0,10 0-10 16,-10 0-4-16,8-2 2 0,-8 2-27 0,5-1-43 16,-5 1-45-16,3-4-40 0,-3 4-62 0,0-8-68 15,-3 3-273-15,2 0-546 0,0 1 241 0</inkml:trace>
  <inkml:trace contextRef="#ctx0" brushRef="#br0" timeOffset="89785.25">15248 10039 7 0,'-1'-4'354'0,"2"0"-17"0,-1 4-24 16,0-7-16-16,0 5-31 0,0 2-28 0,-1-5-19 16,1 5-32-16,0 0-25 0,1-6-28 0,-1 6-35 15,0 0-16-15,0 0-8 0,0 0-8 0,-3 20-6 16,1-8-10-16,-1 0-6 0,2 5-5 0,-3 2-1 16,-2 7-5-16,-2 0-4 0,-1 0-2 0,-1 2-4 15,0-1-1-15,1-2-3 0,1-6-1 0,3 0-2 16,-4-4-1-16,5-3 1 0,0-2-2 0,3-1-1 15,-2-3 3-15,2-1 7 0,1 0 28 0,-1-1 27 16,-2 0 50-16,2-1 37 0,1-3 33 0,0 0-12 16,0 0-21-16,0 0-15 0,9-12-16 0,-4 3-17 15,9-4-7-15,-2-3-15 0,4-6-9 0,2-1-9 16,1-2-6-16,0 1-11 0,-1 1-7 0,0 3-7 16,-5 6-1-16,0 2-6 0,-3 0-4 0,-1 4-1 0,-4 2-5 15,0 2-6-15,-1-2-9 0,-1 3-4 0,0 1-20 16,0-1-20-16,-3 3-12 0,0 0 3 15,13 5-5-15,-8-1-7 0,1 4-2 0,2 2-4 16,0-1-13-16,3 6-10 0,-2-1-18 0,0 2-22 0,2 0-30 16,-2 0-28-16,0 3-40 0,2-3-27 0,-5-2-30 15,2 0-39-15,-4-5-278 0,1 0-639 16,2-1 284-16</inkml:trace>
  <inkml:trace contextRef="#ctx0" brushRef="#br0" timeOffset="90115.07">15845 10222 205 0,'0'0'251'0,"0"0"-13"15,-7-3-30-15,7 3-21 0,-4-2-16 0,4 2-21 16,0 0-13-16,0 0-15 0,0 0-11 0,0 0-11 15,0 0-12-15,0 0-10 0,0 0-6 0,0 0-8 16,0 0-10-16,0 0-1 0,0 0-5 0,-6-1 2 16,6 1 7-16,0 0 6 0,0 0 9 0,0 0 9 15,0 0 4-15,0 0-2 0,0 0-2 0,0 0-9 16,0 0-11-16,18-6-4 0,-8 3-4 0,11 1-10 16,-1-1-1-16,12-2-8 0,0-2-2 0,1 3-1 15,3 0-4-15,1-2-1 0,2 1-5 0,-3 1-11 16,-2 1-21-16,-4-1-25 0,-2-2-19 0,-11 2-31 15,2-2-36-15,-7 5-36 0,-2-5-58 0,-5 2-240 0,-1 0-494 16,-4 0 219-16</inkml:trace>
  <inkml:trace contextRef="#ctx0" brushRef="#br0" timeOffset="90366.46">16022 10043 115 0,'0'-4'392'0,"-1"1"-4"0,-2-2 4 0,2 2-10 16,1-2-24-16,-3 1-15 0,3 4-26 0,0 0-22 16,-2-5-36-16,2 5-27 0,0-3-24 0,0 3-26 15,-2-4-29-15,2 4-23 0,0 0-47 0,0 0-49 16,0 0-4-16,0 0-6 0,2 14-8 0,-4-4 9 16,0 6-9-16,2 1-1 0,0 1 13 0,0 10-11 15,0-5-5-15,0 1-14 0,0-3-25 0,2 4-23 16,0-6-32-16,0 5-27 0,1-3-28 15,-3-3-38-15,0-1-44 0,4 0-46 0,-3-1-72 0,-1-4-171 16,4-2-549-16,1-2 243 0</inkml:trace>
  <inkml:trace contextRef="#ctx0" brushRef="#br0" timeOffset="90684.12">16560 10057 251 0,'-2'-5'424'0,"4"-2"-7"15,-2 5-26-15,-2-3-40 0,2 5-29 0,2-6-33 0,-2 6-31 16,0-4-29-16,0 4-30 0,0 0-15 16,0 0-63-16,0 0-30 0,0 0-11 0,0 0-11 15,0 0-9-15,-4 20-1 0,4-11-11 0,-2 8-1 16,1 0-12-16,-2-2 1 0,0 4-5 0,1-2 0 0,-1 1-8 15,2 0 0-15,-2-2-1 0,2 1 0 0,0-2-2 16,0-1-2-16,1-3-7 0,-2-2 1 16,2 1-1-16,-1-2-23 0,1-1-12 0,-1-2-16 0,-2 1-7 15,3-2-20-15,0 0-1 0,0-4 4 0,-1 6 2 16,1-5 3-16,0-1-6 0,0 0-3 0,0 0-74 16,0 0-86-16,0 0-83 0,-2-17-177 15,3 6-529-15,0-2 233 0</inkml:trace>
  <inkml:trace contextRef="#ctx0" brushRef="#br0" timeOffset="91000.78">16666 9774 115 0,'-1'-2'316'0,"1"2"-24"15,-3-5-30-15,3 5-31 0,0 0-31 0,0 0-19 16,0 0-18-16,0 0-20 0,23 10-16 0,-7 2-9 15,4 7-8-15,8 1-3 0,-2 2-18 0,-4 4-8 16,12 12-2-16,-7 1-7 0,-11-11-4 0,1 2-10 16,-4 3-4-16,-3 0-6 0,-3 0-9 0,0-3 3 0,-7 1-6 15,-4-2-5-15,-2-1 0 0,-7 0-2 16,-1-3-1-16,-4-1 11 0,-1-1-12 0,-1-3-6 16,-3-1 2-16,-3-2-1 0,1-2 1 0,-2-1-3 15,1 0 0-15,-2-4-4 0,10-3 1 0,-4 0-3 0,4-2 3 16,2 1-11-16,3-1-19 0,3-3-22 15,2 2-26-15,2-1-24 0,-1-1-31 0,2 0-27 16,5-2-83-16,0 0-230 0,0 0-494 0,16-6 218 16</inkml:trace>
  <inkml:trace contextRef="#ctx0" brushRef="#br0" timeOffset="91783.21">17388 10006 177 0,'-1'-5'349'0,"1"-2"-10"16,0 2-15-16,0 1-19 0,0 0-12 15,0 4-23-15,0-8-31 0,0 8-21 0,0-5-26 16,0 5-26-16,0 0-17 0,0 0-24 0,0 0-15 0,0 0-12 16,0 0-14-16,0 0-6 0,-1 14-13 0,1-4-8 15,0 0-1-15,0 3-5 0,-3 4-9 0,-2 0-2 16,4 3 3-16,-2 0-14 0,-2 3-3 15,4-3-4-15,-2-1-1 0,1 2 9 0,-1-3-16 0,-1 2 3 16,3-4-3-16,-2-1-1 0,2 0-18 16,1-3 0-16,0-2 5 0,0-1-2 0,0-2 4 0,0 0-6 15,1-2 11-15,-1 0 1 0,3 1-8 16,-3-2 10-16,1-1 3 0,-1 1 0 0,0-4 13 0,4 3 35 16,-4-3 18-16,8-1 3 0,-8 1-8 0,16-6-3 15,-5 0-7-15,4-3-2 0,0-3-8 0,8-3-7 16,0-6-4-16,4 0-7 0,-3-4-9 0,6-1-13 15,-6 1-7-15,0-4-1 0,1 4 0 0,-7 1 4 16,3-1-8-16,-7 0 0 0,2 3 3 0,-2 0-2 16,-7 3 2-16,0 5 3 0,0-4 2 0,1 3 13 15,-7-1 2-15,3 4 11 0,1 2-12 0,-5 0-1 16,-1 1 7-16,-3 4-11 0,3-3-2 0,2 3-6 16,-2 1-6-16,-2 0-7 0,2 1-12 0,1 3-4 15,-9-2-12-15,9 2-5 0,0 0 6 0,-16 5-1 16,9-1-4-16,1-1 5 0,1 3 10 0,-1-1-11 15,1 0-1-15,-1 3-9 0,1 0 9 0,2-1-4 16,1-3 5-16,2 5 11 0,1-4-5 0,3 5 0 16,1-3 7-16,4 3-7 0,5 0-30 0,6-3-29 0,7 4-39 15,0-3-48-15,-6-5-62 0,8 1-78 16,-1 0-289-16,0-4-650 0,0-1 288 0</inkml:trace>
  <inkml:trace contextRef="#ctx0" brushRef="#br0" timeOffset="92103.6">18408 9967 8 0,'0'0'344'16,"0"0"-22"-16,0 0-27 0,0 0-29 0,0 0-26 16,9-8-24-16,-4 5-25 0,0 0-20 0,3 1-17 15,3 1-15-15,2-1-16 0,6-1-15 0,0 1-30 16,10-2-30-16,-9 4-33 0,2-2-37 0,-2 1-45 0,8-1-51 15,-5 1-60-15,-5-4-212 0,-1 4-421 0,-3 0 188 16</inkml:trace>
  <inkml:trace contextRef="#ctx0" brushRef="#br0" timeOffset="92285.68">18445 10111 89 0,'-9'4'216'0,"5"-1"6"0,-1 0-1 0,4-1-4 15,-2 1 0-15,3-3 1 0,0 0-9 0,13 4-18 16,1-3-18-16,7 0-13 0,7-1-19 0,6-2-15 16,-1 1-10-16,3-2-26 0,4 0-33 0,0 2-39 15,12-3-40-15,-15-2-45 0,2 4-49 0,14-9-73 16,-15 1-193-16,-1-1-412 0,-1 2 182 0</inkml:trace>
  <inkml:trace contextRef="#ctx0" brushRef="#br0" timeOffset="92665.08">19389 9799 156 0,'-5'-3'242'16,"4"-2"-25"-16,-3 3-23 0,4 2-18 0,-9 0-18 15,4-2-12-15,5 2-19 0,-14 4-12 0,4 0-12 16,-2 1-6-16,-7 1-8 0,5 3-12 0,-4 3-3 15,-1-1-6-15,0 7-2 0,-2 0-5 0,7-3-9 16,-2 6-2-16,4-5-4 0,-2 9-5 0,4-3-3 16,2-6-3-16,4 1-1 0,1 0-5 0,1-1 4 15,6 1 33-15,-1-4 16 0,0-4 2 0,8 4 22 0,0 2 11 16,6-6 14-16,3-2 2 0,8 0 7 16,-2-5-6-16,2-3-11 0,0-2-5 0,-1-1-3 15,2-1 1-15,1-3-20 0,-6-6-7 0,0 4-11 16,-2-7-15-16,0-2 0 0,-3 0-12 0,-5-2-1 0,1-2-6 15,-4-1-6-15,-5 4-7 0,-1-1-13 0,-1 3 1 16,-4 0-18-16,-6 0-18 0,-1 1-21 16,-2 1-19-16,-11-1-16 0,-7 2-20 0,-5 3-28 15,-4 3-30-15,-1 1-31 0,-3 3-48 0,2 3-48 0,2 2-287 16,3 4-613-16,4-3 271 0</inkml:trace>
  <inkml:trace contextRef="#ctx0" brushRef="#br0" timeOffset="93700.11">20647 9994 5 0,'-12'0'186'16,"12"0"-14"-16,-4 0-12 0,4 0-12 0,0 0-7 0,0 0-10 15,-10-1-7-15,10 1-9 0,0 0-11 0,0 0-4 16,-5 1-3-16,5-1-4 0,0 0-6 15,0 0-2-15,-4-4-7 0,4 4-3 0,0 0-3 0,0 0-5 16,0 0-6-16,0 0-3 0,0 0 1 0,0 0-5 16,0 0-3-16,0 0-3 0,0 0-6 0,0 0-3 15,0 0-2-15,0 0-3 0,0 0-1 0,0 0-5 16,0 0-1-16,0 0-3 0,28-3 1 0,-6-1-3 16,11 1-3-16,17-2 2 0,10-3 5 0,4 3 5 15,29-1 9-15,-1-1 4 0,0-1 4 0,-28 4-1 16,27-1-5-16,-30 1-4 0,1 0-5 0,-5 1 5 15,-4-1-2-15,-2-1-3 0,-17 3-6 0,-2-1-1 16,-4 0-2-16,-9 3 0 0,-3-1-2 0,-5 0-1 16,-2 1 4-16,0-3 7 0,0 2-2 0,-4 0 2 15,-5 1-4-15,8-2-3 0,-8 2-4 0,2-1-11 16,-2 1-13-16,0 0-15 0,0 0-15 0,0 0-15 16,0 0-17-16,0 0-15 0,-19-1-19 0,19 1-17 15,-11 1-31-15,6 0-19 0,-2-1-33 0,7 0-227 0,-14-1-460 16,14 1 203-16</inkml:trace>
  <inkml:trace contextRef="#ctx0" brushRef="#br0" timeOffset="94049.95">21725 9724 20 0,'-2'-3'261'0,"2"3"-13"0,-2-5-29 0,2 5-24 16,0 0-18-16,3-5-19 0,-3 5-17 0,0 0-17 15,10 3-13-15,-10-3-10 0,18 2-9 0,-8 3-9 16,3-2-6-16,1 1-1 0,3 3-10 0,1 2 0 16,-2 1-13-16,2-2-6 0,-3 4-3 0,-2 1-8 15,0 0-3-15,-3-2-3 0,-1 3-2 0,0 0-1 16,-5-3 0-16,1 0 0 0,-6 2-1 0,-4-1-1 15,-4 4 3-15,-3 1 0 0,-7 0-1 0,-3 0-3 16,3-2-1-16,-8 2-4 0,4-2 0 0,-2-1-1 16,-1-2-1-16,2-2-2 0,2-2-16 0,3 3-13 15,5-5-14-15,-4 2-23 0,5-3-24 0,3 2-29 16,-1-2-27-16,4 0-21 0,3-3-49 0,4 0-146 16,0-2-375-16,7 4 166 0</inkml:trace>
  <inkml:trace contextRef="#ctx0" brushRef="#br0" timeOffset="94666.85">22470 9701 22 0,'0'0'242'0,"0"0"-19"0,0 0-23 16,0 0-22-16,4-7-16 0,-4 7-16 15,13 0-16-15,-2-1-14 0,1 0-9 0,3-1-9 0,4 2-10 16,2 2-4-16,-1-2-6 0,11 1-2 0,-3 0-10 15,-6 2-7-15,-2 1-7 0,1 0-2 0,-4 1-5 16,0-1-7-16,-8 1-9 0,2 2 3 16,-3-2-7-16,-4 4-5 0,1 1-3 0,-5 0 1 0,-1 2-4 15,-7 2 0-15,-2 1 1 0,-12 2-1 0,-1 2-3 16,-2 0-1-16,-2-1 0 0,-1 1-6 0,0-1 5 16,-3 0-3-16,1-2-1 0,2 1-1 15,2-6-1-15,-1 1 2 0,3-3 2 0,4-1-3 0,4 1 2 16,4-5-3-16,-1 3 2 0,3-3 1 0,5-2-3 15,-4 1 5-15,4-2 15 0,1 2 24 0,-1-2 21 16,4 2 12-16,1-3 2 0,-4 1 1 0,4-1 3 16,0 0-12-16,0 0-11 0,19-2-5 0,2 2-1 15,7-2-10-15,2-3-4 0,6 5-2 0,4-5-5 16,12 3 0-16,2 1 3 0,-3-3-1 0,-13 3 1 16,-2-2-3-16,0-1-3 0,-4 4-4 0,-4 0 8 15,-9-1-6-15,-1 0-6 0,-7 1 8 0,0 0 0 16,-3-3-3-16,0 3 3 0,-3-1 14 0,-5 1-18 15,8 0 0-15,-3-1 1 0,-5 1-14 0,6-2-3 16,-6 2-9-16,0 0-5 0,0 0-16 0,8-1-10 16,-8 1-17-16,0 0-15 0,0 0-18 0,0 0-19 15,0 0-15-15,-16-4-21 0,16 4-26 0,-9 0-25 16,5-3-33-16,-1 1-64 0,1-2-169 0,-1 1-487 16,2-2 215-16</inkml:trace>
  <inkml:trace contextRef="#ctx0" brushRef="#br0" timeOffset="95182.52">22778 9461 7 0,'-14'-8'176'0,"-4"3"-13"0,0-3-10 0,2 3-10 16,-2-2-11-16,-1 3-21 0,0 1 0 0,2 0-12 15,-2 1-9-15,-3 1-6 0,4 1-8 0,-5 4-9 16,0 1-4-16,-5 3 1 0,-1 3-10 0,-2 1-5 16,-1 5-2-16,0 2-3 0,0 3-4 0,-8 8-2 15,3 1-5-15,8-5-2 0,-4 10-3 0,7-7-6 16,-6 7 4-16,12-6-9 0,-7 10-4 0,10-8 1 15,2 2 32-15,0 10 5 0,7 2-1 16,4-11 17-16,2-3-2 0,4 2 3 0,2 2 7 0,6-5 5 16,0 4 5-16,8-5 5 0,0 0-4 0,5-3 8 15,13 5 4-15,-4-9 11 0,14 2 4 0,0-4 5 16,9-3 4-16,-4-3 4 0,6-5-11 0,2-4 11 16,1-4-3-16,2 3-4 0,-6-7-7 0,0-1 8 15,-1-4-3-15,-1-2 2 0,-5-4 3 0,-13 1 0 16,0-2-5-16,9-12-13 0,-14 6-4 0,8-12-11 15,-2-5-6-15,-5-1-13 0,0-5-12 0,-5-4-13 16,-4-1-8-16,-8-3-3 0,-2 1-11 0,-9 0-3 16,-5 1-10-16,-10 3-4 0,-3 0-10 0,-10 5-14 15,-8 2-21-15,-6 4-30 0,-11 4-10 0,-9 3-61 16,-40 1-27-16,-1 10-32 0,-10 10-46 0,-3 7-67 16,4 2-398-16,8 8-769 0,7-2 341 0</inkml:trace>
  <inkml:trace contextRef="#ctx0" brushRef="#br0" timeOffset="101304.67">4407 11947 47 0,'0'0'152'0,"0"0"-15"16,-5-4-17-16,5 4-12 0,0 0-11 0,-19 7-2 16,7-5-15-16,-5 3-5 0,-2 0-9 0,0 4-7 15,-4 1-8-15,-4-2-5 0,-2 4-4 0,-1-1-1 16,0-1-3-16,-2 3-3 0,-1-1-4 0,-3 1 3 15,4 0-6-15,1 0 0 0,2 1-6 0,-1 0-1 16,1-2-5-16,1 5 4 0,5-5 5 0,1 0-9 16,4-3-1-16,4 4-6 0,-2-5 2 0,7-1 5 15,0 0-7-15,0 0 5 0,4-2-1 0,0 0-8 16,2 2 4-16,3-2-3 0,0 2 4 0,3 0-7 0,3 3 3 16,5-3 2-16,6 2 3 0,7 2 1 15,4 3 5-15,3-4-3 0,1-3 2 0,4 8-1 16,2-4 1-16,0 0-7 0,-3 1-1 0,-3 2 0 15,1 1 7-15,-2-1-6 0,-6-2-5 0,-9-1 5 0,0 2-3 16,-5-1-3-16,-4-2 8 0,0 3-7 0,-5-4-2 16,-7 2 1-16,-5 2 5 0,-3 1-10 15,-10 1 12-15,-4-1 0 0,-6-4 5 0,-4 2 1 16,-9 3-1-16,-4-3 0 0,13-2 0 0,-2-5 3 16,-15 3-3-16,5-2 16 0,9-3 3 0,0-2 2 15,3 2-3-15,2 0 5 0,3-1 4 0,4-2 14 16,10 0 8-16,5 0 10 0,2 0 0 0,3 0-4 15,1 0 3-15,0 0 5 0,7 0 4 0,-10-2-14 16,10 2-7-16,-5-2-10 0,5 2-2 0,0 0-8 0,0 0-7 16,11-5-14-16,-4 5-16 0,0-3-19 15,2 1-22-15,4-1-25 0,-1 0-32 0,0 2-29 16,0 0-38-16,2-1-41 0,0 1-200 0,-1 0-435 16,6 1 192-16</inkml:trace>
  <inkml:trace contextRef="#ctx0" brushRef="#br0" timeOffset="101814.32">4840 12431 95 0,'4'-2'165'0,"-4"2"-12"15,0 0-20-15,0 0-15 0,0 0-11 0,-12-4-8 16,6 4-9-16,6 0 3 0,-13 1-21 0,3 2-5 16,1 0-1-16,0-1-7 0,-5 2-3 0,1-1-6 15,-5 4-1-15,4 0-1 0,-4-2-3 0,4 6-5 16,-4-6 0-16,4 6 0 0,-1-4-7 0,3 3-5 15,0-5-5-15,0 5-2 0,1 4-4 0,-2 0 0 16,6-6-3-16,0 3-5 0,-2 1-1 0,5-2 5 16,2 0-8-16,-1 0 4 0,3 2 14 0,0-5 1 15,3 5 1-15,-1-5 4 0,2 1 8 0,5-2 8 16,0 0 7-16,1-1 4 0,8 0 1 0,2-3-1 16,7-2 3-16,3-2-2 0,-1-3-2 0,2 2-6 15,1-5-1-15,-2 2-3 0,1-7 2 0,-3 1 4 16,-1 0 6-16,-3-2 2 0,-6 2 1 0,0 1 12 15,-3-3-6-15,-3 1-3 0,-3 0 7 0,-3 3 1 16,-1-2 5-16,-1 0 2 0,-4 2-7 0,-1 1-6 16,-3-3-12-16,-1 3 1 0,-5 1-12 0,-2 3-13 15,-6-2-13-15,-1 2-1 0,-1 2-12 0,-9 1-14 16,7 3-20-16,1 1-15 0,-1 0-30 0,1 3-40 16,-1-1-43-16,9 1-58 0,-5 0-88 0,8-2-155 15,5 2-497-15,1-2 219 0</inkml:trace>
  <inkml:trace contextRef="#ctx0" brushRef="#br0" timeOffset="102348.07">5406 12025 66 0,'0'-3'291'0,"0"-2"-5"0,0 0-7 0,1-2-19 16,-1 6-23-16,0 1-18 0,0-6-25 0,0 6-25 0,0-5-19 15,0 5-15-15,0 0-39 0,0 0-23 0,0 0-12 16,0 0-5-16,-1 17-7 0,1-5-6 0,-5 8-4 16,-3 7 1-16,-2 5-9 0,1-1-5 0,-4 18-2 15,1-3-4-15,-1 0 2 0,0-1-1 0,5-12-5 16,1 1-2-16,1-4-1 0,3-2 5 0,-1 1-7 15,3-10-4-15,1 0 0 0,0-2 2 0,0-6 0 16,0 1-2-16,0-2-2 0,0-4-2 0,0 0 10 16,0 0 13-16,1-2 3 0,-1 1 12 0,1-3 10 15,-1-2 9-15,0 7 9 0,0-7 3 0,3 3 1 16,-3-3-7-16,0 0-4 0,0 0-5 0,0 0-4 16,-3 6-9-16,3-6-5 0,0 0-22 0,0 0-24 15,0 0-31-15,0 0-35 0,0 0-33 0,0 0-42 16,-5-12-54-16,5 12-35 0,0-9-258 0,-1 5-535 15,3-1 236-15</inkml:trace>
  <inkml:trace contextRef="#ctx0" brushRef="#br0" timeOffset="102950.74">5498 12395 197 0,'1'-3'304'0,"-1"3"-16"0,2-5-17 15,-2 5-27-15,1-4-24 0,-1 4-29 0,0 0-19 16,0 0-21-16,0 0-21 0,0 0-21 0,0 0-11 16,0 0-14-16,0 0-4 0,2 14-9 0,-3-7-9 15,0 4-4-15,-2 0-4 0,1 1-9 0,-2 5-1 16,0 0-8-16,1 2-6 0,0-4 2 0,1 2-6 16,-1-5-5-16,0 0 1 0,3-2-2 0,0-1 11 15,0-1-10-15,0-2-1 0,1-2-4 0,-2 0 4 16,2-1-5-16,3 2 6 0,-4-5 9 0,9 0 2 15,-3-3 6-15,5 1 1 0,0-3 0 0,-1-2-3 16,4-3 0-16,1 0-7 0,-3-2-2 0,5-2 10 16,-3 0-14-16,8-1-3 0,-7 0-5 0,-1 1 0 15,0 3-5-15,-1 2 4 0,-5 2-6 0,-2 2-2 16,0 0 0-16,-1 3-11 0,-1-2-7 0,1 3-3 16,2 0-5-16,-1 1-1 0,1 2 0 0,-1 0 0 15,0 2-3-15,2 1 2 0,2 2 3 0,-2 1-2 16,2-2 2-16,0 2 1 0,2 4-2 0,-1-3 4 15,3 2-6-15,-1-1 1 0,1-3 0 0,2 0-4 16,1 0-5-16,-4-5-4 0,1-1-4 0,6 3-3 16,-7-4 5-16,2-4 7 0,2 1-1 0,-1-2 8 15,0-3 0-15,-4 1 1 0,2-4 5 0,-4-4 12 16,3-2-1-16,-3 0 5 0,-1-5 1 0,0 0 2 16,0-4 0-16,-3-4 0 0,2 0 1 0,1-2 4 15,-1 1-2-15,-2-3 3 0,1 4 16 0,-1 2 7 16,1 1 15-16,-4 10 10 0,0 5 5 0,-1 1 2 15,1 1-11-15,-2 3-3 0,0 1-8 0,1 2-14 16,-1 0-27-16,-1 4-1 0,0 0 0 0,0 0-4 16,-5 15 5-16,2-2-2 0,-2 4 1 0,-1 7-1 15,-2 5 1-15,2-1 0 0,1 4 0 0,-2-2 3 0,1 3-2 16,-1 0-28-16,1 0-21 0,1-6-10 0,-3-1-17 16,6-1-17-16,-6-7-23 0,4-1-8 15,2-2-33-15,-1-4-28 0,-2-1-74 0,1-5-131 16,4-2-422-16,-4-1 186 0</inkml:trace>
  <inkml:trace contextRef="#ctx0" brushRef="#br0" timeOffset="103254.05">5898 12315 137 0,'-6'2'191'0,"0"-1"-10"0,6-1-15 0,-7 0-17 16,7 0-17-16,-6 2-9 0,6-2-13 0,0 0-1 16,0 0-4-16,0 0-8 0,21 2-8 0,-2-2-7 15,9-1-7-15,4-3-11 0,4-1-5 0,1 3-6 16,19-5-4-16,-3 0-6 0,-1 4-5 0,-14-2-5 16,2 3-4-16,-4-4 1 0,-3 2-5 0,-2 0-5 15,-3 2-1-15,-8-1-2 0,-7 1 1 0,1 3 0 16,-5-2-3-16,-1 0-3 0,-1 1 2 0,-3-2-8 15,-4 2-13-15,9-2-6 0,-9 2-27 0,0 0-18 16,0 0-26-16,0 0-12 0,0 0-27 0,0 0-65 16,0 0-96-16,-24 5-307 0,24-5 137 0</inkml:trace>
  <inkml:trace contextRef="#ctx0" brushRef="#br0" timeOffset="103531.36">6700 12271 197 0,'0'0'313'0,"3"-4"-18"16,-3 4-19-16,0 0-25 0,0 0-25 0,0 0-25 16,-3-5-22-16,3 5-20 0,0 0-21 0,0 0-17 15,0 0-14-15,0 0-12 0,0 0-10 0,0 13-8 16,-1-6 0-16,1 2-12 0,-1 5-11 0,-2-4-2 0,2 2-7 15,1 7-8-15,-4-2-1 0,3-2-1 16,-2 1-5-16,2-3-1 0,1-1-28 0,-5 1-13 16,5-2-20-16,-4 1-23 0,4-4-26 0,-1 1-18 15,-2-4-11-15,2 2-18 0,-2-2-1 0,3-5-71 16,-3 0-190-16,3 0-421 0,0 0 186 0</inkml:trace>
  <inkml:trace contextRef="#ctx0" brushRef="#br0" timeOffset="103691.71">6635 12039 30 0,'-3'-7'282'0,"1"0"-23"15,1 3-27-15,1 0-23 0,-1-1-27 0,1 1-17 16,0 4-28-16,-2-4-20 0,2 4-17 0,0 0-26 16,0 0-29-16,13 4-35 0,-8 1-33 0,2 1-38 0,3 0-44 15,0 1-171-15,-5 2-298 0,8 1 131 0</inkml:trace>
  <inkml:trace contextRef="#ctx0" brushRef="#br0" timeOffset="104096.48">7117 12172 92 0,'-9'3'164'0,"-2"1"-14"0,-1 2-16 0,1 1-10 16,-4 2-7-16,-1 3-16 0,2 0-7 16,0 0-9-16,0 3-1 0,0-2-18 0,2 4-5 15,0-2-3-15,1 0-6 0,5 0 0 0,-2 0-11 0,3-2 20 16,1 0-4-16,3-3-4 0,0 0-1 0,2 2 1 16,4-1 3-16,4-2-1 0,1 0 0 0,3 0-3 15,6-4 1-15,8 5-6 0,-4-8-7 16,6-2-1-16,1 0 0 0,-1 0-7 0,-1-6 1 0,-1 0 4 15,-6 1 9-15,-2-3 23 0,-3-2-2 0,1 0-2 16,-3-3 3-16,-3 1-4 0,1-4-8 0,-3-2 5 16,1 1-14-16,-7-5-2 0,-1 3-9 0,-2 1 1 15,0 0-8-15,-4 1-4 0,-1 2 0 0,-5 1-4 16,-3 1-9-16,-2 2 2 0,0 3-1 0,-3 1-9 16,-4 0-8-16,3 2-8 0,-3 5-15 0,2 0-11 15,2 0-18-15,-3 5-23 0,6-2-27 0,-2 1-14 16,5 3-31-16,2 0-12 0,0-1-48 0,3 0-144 15,3 1-384-15,3 1 171 0</inkml:trace>
  <inkml:trace contextRef="#ctx0" brushRef="#br0" timeOffset="104447.09">7458 12225 277 0,'0'0'257'16,"5"-2"-26"-16,-5 2-26 0,0 0-24 0,0 0-20 16,7 3-15-16,-7-3-12 0,2 6-15 0,0-1-9 15,-4 5-13-15,2-2-8 0,0 3-6 0,-2 2-8 16,-5 4-12-16,2-1-4 0,-2-1-6 0,3 4-3 16,-3-4-8-16,2-5 1 0,1 2-5 0,2-2-6 0,-1-5-1 15,2 2 0-15,0-2 0 0,-3-1 44 16,3-1 46-16,1-3 5 0,0 0-7 0,0 0-14 15,0 0-9-15,17-15-4 0,-5 5-13 0,2-4-3 16,4-4-13-16,-1 4 1 0,0-6-4 0,0 9-7 16,-2-1-8-16,-2 0 7 0,-1 4-7 0,-2 1-7 15,-1 0-6-15,0 3-5 0,1 1-6 0,0 1-1 16,-2 4-10-16,5 0-7 0,-2 1-2 0,6 3-8 16,-2 4-10-16,2 3-22 0,5 3-32 0,-1 1-51 15,0 1-58-15,-5 1-60 0,-2-5-325 0,-1-2-610 0,1-2 270 16</inkml:trace>
  <inkml:trace contextRef="#ctx0" brushRef="#br0" timeOffset="105415.84">8974 12129 21 0,'0'-4'201'0,"0"-1"-17"16,-2 1-11-16,1 2-6 0,-3-3-15 0,2 1-9 16,2 4-11-16,-5-4-17 0,1 3-11 0,4 1-12 15,-13 0-5-15,3 3-12 0,-3 1-10 0,-3 4-2 16,-1 3-8-16,-6 4-6 0,0 2-9 0,1 0-1 15,2 2-6-15,1 1-2 0,3 1-3 0,2-2-5 16,4-2-4-16,2 0-3 0,1 0 0 0,3 0 0 16,2 0-1-16,4-5 1 0,2 0-4 0,2-2 6 15,2 0 10-15,3-3 6 0,7 0 4 0,1-4 5 16,4-2 0-16,9-4-2 0,0-2 0 16,-2-3-5-16,-5-1 2 0,2-2-1 0,-4-1 2 0,-8 0 0 15,2-4 7-15,-2 1-3 0,-1 1-2 0,-5-2-1 16,0 0-7-16,0-1-1 0,-4 0-5 0,-4 1-5 15,2-1-1-15,-7 0-11 0,0 2-9 0,0 4-4 16,-2 0-8-16,-3 4-7 0,0-3-9 0,-5 5-2 16,1 0-12-16,-4 3-5 0,4-2-18 0,-3 3-12 15,5 2-21-15,1-1-15 0,1 0-15 0,1 2-19 16,4 0-9-16,4-2-39 0,0 0-111 0,0 0-330 16,0 0 146-16</inkml:trace>
  <inkml:trace contextRef="#ctx0" brushRef="#br0" timeOffset="105847.19">9288 11901 254 0,'4'-9'278'16,"0"3"-21"-16,-3-1-7 0,3 0-8 0,-3 3-31 16,4-1-28-16,-5 0-20 0,3 2-21 0,-3 3-24 15,1-1-21-15,-1 1-12 0,0 0-8 0,5 14-11 16,-2-2-8-16,-6 6 1 0,2 9-12 0,-3 3-5 15,0 4-5-15,-2 2-6 0,-2 11 0 0,-1 1-3 16,0 0-1-16,0-1-3 0,6-14-3 0,-1 1 0 16,1-1-4-16,3-2 1 0,4-4-5 0,-3-2 1 15,1-7-2-15,0-1 0 0,-1-7 2 0,2 2-4 16,-2-3 4-16,1-1-3 0,1-4 5 0,1 2 7 16,-3-1 9-16,3-3 12 0,-4-2 4 0,9-2-3 15,-4-1-1-15,3-4-3 0,-3 2-6 0,-5-3-8 16,4-1 2-16,-4-3-9 0,-4-5-17 0,0 2-11 15,-6-2-8-15,-2-6-4 0,-3 0 1 0,1 0 0 16,-6 3 3-16,2 1 2 0,-3-1-2 0,2 8 2 16,4 1 3-16,-3 1 2 0,8 3 1 0,-2 0 5 15,2 2 0-15,4 1 0 0,-1 0 4 0,2 2-5 16,0-1-4-16,4 0 3 0,1 3 2 0,0 0 0 16,14-4-2-16,1 2 2 0,17-1 2 0,9 0-8 15,16 1-23-15,6-3-18 0,30 1-11 0,3-3-10 16,4-1-14-16,-2 3-35 0,-3-4-49 0,-29 6-262 15,26-4-467-15,-29 0 207 0</inkml:trace>
  <inkml:trace contextRef="#ctx0" brushRef="#br0" timeOffset="106248.72">10935 11972 78 0,'0'0'295'0,"0"-7"-5"0,0 2-15 0,2 2-6 16,-2 3-18-16,2-7-14 0,-1 4-21 0,-1 3-16 15,-1-5-12-15,1 5-26 0,0 0-14 0,0-5-22 16,0 5-14-16,0 0-12 0,0 0-18 0,0 0-16 15,0 0-11-15,0 0-7 0,0 0-2 0,3 17-7 16,-5-6-2-16,2 0-5 0,-1 6-5 0,0 2-5 16,-2 0-1-16,2 1-1 0,-3 3-3 0,3-5 0 15,-2 0-5-15,1 1-1 0,0-2 1 0,1-1-1 16,0-3 1-16,-1-1-2 0,4-2-1 0,-5-2-1 16,3 0-2-16,-1-3 5 0,1 2-2 0,0-2 1 15,0 0 1-15,0-3 2 0,0-2-2 0,0 4 2 16,0-4 6-16,0 0-4 0,0 0-1 0,0 0-2 15,-1 4-28-15,1-4-55 0,0 0-40 0,-9-10-32 16,6 5-40-16,3-3-53 0,-2-1-256 0,4-3-531 16,2-4 236-16</inkml:trace>
  <inkml:trace contextRef="#ctx0" brushRef="#br0" timeOffset="106713.93">10899 11715 135 0,'-6'0'171'0,"-2"-1"-7"0,-1 0-15 16,-1 0-13-16,0 2-5 0,-3 1-13 0,0 1 1 15,-1-2-15-15,-1 6-5 0,-3 1-13 0,0 0-5 16,-7 5-8-16,3 3-8 0,-1 3-6 0,0 3-4 15,-1 2-7-15,1 2-3 0,-3 1-8 0,3 2-7 16,-5 8-2-16,7-6-5 0,2 1 6 0,3-2-1 16,0 4-2-16,1 0-2 0,5-4 2 0,2 3 22 15,3-3 0-15,4-1-1 0,1 0 6 0,4 0-7 16,3-4 8-16,6-3 5 0,1 0-2 0,7-1 4 16,4-4 6-16,6-3 6 0,2 1 2 0,17-4 4 15,1 1-1-15,0-7 0 0,4-1-4 0,-4-5 7 16,3 0-2-16,-2-3 7 0,2-1-4 0,-3-9 0 15,-15 4 17-15,15-7-10 0,-4-2 8 0,-1-6-2 16,-15 4-9-16,6-11-2 0,1-1-5 0,-8-4-23 16,-3 0-3-16,-2-4-20 0,-5-5-9 0,-8 2-10 15,-6 8-5-15,-6-16-2 0,-6 1 2 0,-7 4-15 16,-6 3-1-16,-9 4-5 0,-9 4-1 0,-8 4-6 16,-7 6-8-16,-10 5-14 0,-3 9-17 0,-27-1-21 15,0 6-20-15,28 9-30 0,-27 7-33 0,30 4-46 16,2 1-78-16,6 0-245 0,17 1-575 0,4-3 254 15</inkml:trace>
  <inkml:trace contextRef="#ctx0" brushRef="#br0" timeOffset="107381.06">12766 11926 126 0,'-2'-3'339'0,"2"-1"-11"0,0 4-18 15,-4-4-31-15,4 4-26 0,0-4-30 0,0 4-29 16,0 0-19-16,-3-4-18 0,3 4-22 0,0 0-17 0,0 0-13 16,0 0-12-16,-1 14-11 0,1-5-9 0,0 1-8 15,0 2-4-15,0 4-7 0,0 2-9 0,-4 0 0 16,3-1-6-16,1 1-4 0,-3-2 1 0,2 0-8 16,-1-1 0-16,0-3-4 0,2 2 2 0,-1-3-4 15,-3 2-5-15,4-6 2 0,0 4-3 0,-2-5-1 16,2 1 1-16,-3-2-10 0,1-1-6 0,2 1-9 15,-2 0-10-15,2-5-1 0,-1 6 2 0,-2-6-29 16,3 0-45-16,0 0-33 0,0 0-48 0,-14-7-64 16,8-3-238-16,0 0-514 0,3-2 227 0</inkml:trace>
  <inkml:trace contextRef="#ctx0" brushRef="#br0" timeOffset="107539.08">12766 11754 2085 0,'4'-17'180'0,"-4"6"-10"0,4 0-12 0,-3 1-5 15,-1 1-25-15,0 2-18 0,0 1-25 0,3 2-16 16,-3-4-13-16,1 5-10 0,-1-1-1 0,0 4-27 16,1-6-30-16,-1 6-22 0,4-3-15 0,-4 3-17 15,0 0-24-15,14 7-23 0,-10-2-31 0,5-1-24 16,-3 4-30-16,0-2-208 0,1 2-438 0,1 1 194 0</inkml:trace>
  <inkml:trace contextRef="#ctx0" brushRef="#br0" timeOffset="107979.52">13257 11805 8 0,'0'0'268'0,"0"0"-26"15,5 0-25-15,-5 0-19 0,0 0-27 0,0 0-17 16,0 0-19-16,0 5-13 0,0-5-10 15,-4 8-11-15,-1-4-12 0,0 4-8 0,-1 0-17 0,-2 1-5 16,0-1-8-16,-2 4-1 0,0 0-7 0,1-2-6 16,0-1-5-16,0 6-3 0,0-5 2 0,3 0-7 15,-2-1-1-15,3 2-5 0,1 0-1 0,4-2-3 16,-2 4-1-16,0-6-2 0,4 4 1 0,0-2-3 16,3 0 3-16,4 0-2 0,-3-1-1 0,6 1 1 15,2 1 3-15,0 0-4 0,3 0 4 0,-2-2-1 16,2 0-2-16,-3 2-2 0,-2-4 1 0,-1 1-3 15,-1 1 0-15,-1-3-1 0,-3 3-2 0,1-3 4 16,-3 0-3-16,-1 1 2 0,-1-5 0 0,-1 4 2 16,-2 2 4-16,-6-3 0 0,0 1-2 0,-7 1 1 15,-2 1-5-15,-3-4 5 0,0 3-3 0,-4-1 0 16,-4 0 0-16,4-3-1 0,-5 1 1 16,7-2-3-16,2 3-1 0,0-4 5 0,6 0-4 0,1 1 0 15,3 1 0-15,4-1-6 0,-2-1-23 0,7 0-16 16,0 0-40-16,0 0-50 0,0 0-41 0,10-8-211 15,9 3-414-15,2 1 184 0</inkml:trace>
  <inkml:trace contextRef="#ctx0" brushRef="#br0" timeOffset="108579.3">14419 11901 97 0,'0'0'282'15,"0"-8"-12"-15,0 8-20 0,2-4-23 0,-1 1-21 16,-1 3-15-16,0-5-25 0,0 5-17 0,0 0-22 15,0 0-13-15,4-2-16 0,-4 2-10 0,0 0-10 16,3 10-8-16,-1-2-8 0,0 1-6 0,-2 3-3 16,2 5-2-16,-2-1-9 0,0 1-1 0,-2 2-9 15,2-1-3-15,0-1-4 0,0 5-3 0,0-3-1 16,2 0-2-16,1-1 0 0,0-3-2 0,1 2-2 16,0-6 0-16,1 1 0 0,1 3-1 0,-3-9 1 15,6 4-1-15,-4-4 3 0,3 0 17 0,1-3 15 16,0-1 9-16,1-2 2 0,4-2 0 0,4-1 3 15,0-3 8-15,-4-1-4 0,4-3 2 0,0 0-2 16,4-4-3-16,-2-3-7 0,-1-2-5 0,0 1-2 16,-1-5-5-16,0 0-8 0,1 1 0 0,-6-2-1 15,4 0 12-15,-6 2 6 0,-1 5 5 0,-2-1 12 0,0 4 7 16,-3 0 2-16,-1 5 19 0,-2 3-16 16,2 1-4-16,-3-2-9 0,2 3-12 0,-1-1-12 15,0 3-4-15,-2 2-23 0,2-3-43 0,-2 3-25 0,0 0 3 16,0 0 3-16,0 0 4 0,-5 17 8 15,1-7-3-15,-2 5 6 0,1 2 1 0,0-1-1 16,-2 2 5-16,1 0 2 0,1 2 1 0,0-3 12 16,2-1-11-16,1 0 4 0,2 0 1 0,0-4 4 0,1-1 3 15,0 0 10-15,2 1-5 0,1-4-1 0,2 1-3 16,2-2 9-16,1 1 3 0,3-3-1 0,5-1 2 16,3 1-12-16,3-5-29 0,3 5-38 0,2-5-46 15,0 0-55-15,-1 0-54 0,6-5-77 0,-2 0-274 16,-3-3-625-16,0 3 277 0</inkml:trace>
  <inkml:trace contextRef="#ctx0" brushRef="#br0" timeOffset="108973.23">15491 12005 153 0,'0'0'227'0,"-8"0"-4"0,8 0-7 0,0 0-3 15,0 0-11-15,0 0-3 0,-4 0-25 16,4 0-16-16,0 0-16 0,0 0-14 0,0 0-11 16,23-4-16-16,-11 3-9 0,5-2-8 0,5 2-8 15,6-4-16-15,3 5-21 0,1-2-24 0,1-1-31 0,2 3-31 16,-5-5-27-16,-3 0-38 0,1 2-43 15,-7 1-215-15,-5-1-399 0,-3-1 177 0</inkml:trace>
  <inkml:trace contextRef="#ctx0" brushRef="#br0" timeOffset="109164.1">15501 12160 17 0,'-5'2'325'0,"1"1"-11"0,0-1-10 16,4-2-34-16,0 0-32 0,0 0-25 0,20-3-22 16,1 1-19-16,10-2-20 0,3 1-20 15,7 2-48-15,11 0-65 0,-2-2-88 0,-13-1-114 0,-1-1-181 16,-4 1-393-16,-4-1 174 0</inkml:trace>
  <inkml:trace contextRef="#ctx0" brushRef="#br0" timeOffset="110031.08">16610 11626 247 0,'1'-8'271'0,"1"-2"-12"0,-2 5-7 0,2-1-20 16,-2-1-15-16,0 3-16 0,2 0-16 0,-2 1-19 15,2 0-23-15,-2 3-14 0,0-7-18 0,0 7-22 16,0 0-15-16,0 0-9 0,0 0-7 0,-1 21-7 16,-2-3-5-16,-2 9-5 0,0 5-6 0,-2 2-4 15,-4 13-13-15,1-2-2 0,1 1-1 0,-1-9-3 16,1-3 1-16,2 0-4 0,0 1 0 0,0-2-2 16,2-3 1-16,3-3 0 0,-1 1-3 0,0-9 0 15,3 2-1-15,-1-3 2 0,0-2-1 0,1-5 2 16,-1-1-1-16,1-1-1 0,0-1 2 0,0-2-1 15,0-3 2-15,0 2-2 0,-3-1 4 0,6-1 0 16,-3-3-1-16,0 6 0 0,0-4 11 0,0-2-10 16,0 0-5-16,0 0-28 0,0 0-52 0,0 0-34 15,0 0-35-15,-7-11-34 0,7 3-30 0,0-1-196 16,3-7-438-16,-2 1 193 0</inkml:trace>
  <inkml:trace contextRef="#ctx0" brushRef="#br0" timeOffset="110413.51">16593 11514 104 0,'-1'-5'225'0,"0"0"-11"16,-2 2-14-16,3 3-25 0,-1-4-21 0,1 4-13 15,0-6-19-15,0 6-14 0,0 0-12 0,8-2-13 16,-8 2-5-16,16 3-9 0,-2 2-5 15,3 2-4-15,3 1-2 0,10 2-2 0,-2 3-7 0,1 3-2 16,2 1-5-16,0 1 0 0,-1 3-7 0,-3 0 0 16,0 3-3-16,-8 0-7 0,2 1 0 0,-3-1-1 15,-4-1-6-15,-3 1 2 0,-6-5-3 0,-1-2-4 16,-4 0-1-16,-4-1 3 0,-2 1-1 0,-4 0 3 16,-4-1 1-16,-8 0-1 0,-4 0-4 0,-1-2 2 15,-1 0 0-15,-2-3-3 0,-1 0-2 0,0 0-1 16,2-4-1-16,1 3 0 0,1-3-1 0,5-2-1 15,0 0 0-15,3-1 2 0,4 1-1 0,1-2-3 16,2-1-1-16,3 2 0 0,2-1-20 0,0-3-15 16,4 3-1-16,0 1 2 0,3-4-10 0,1 5-16 15,-1-5-26-15,12 3-37 0,2-2-52 0,-1-1-174 16,6 0-374-16,2 0 166 0</inkml:trace>
  <inkml:trace contextRef="#ctx0" brushRef="#br0" timeOffset="111079.93">17000 12155 143 0,'1'-2'300'0,"-1"2"-19"15,0 0-18-15,0 0-24 0,1-7-26 0,-1 7-21 0,0 0-13 16,0 0-27-16,2-3-22 0,-2 3-12 16,0 0-17-16,0 0-12 0,0 0-9 0,0 0-7 0,0 0-11 15,1 12 1-15,-1-5-16 0,0 2-2 0,-1-1-9 16,-1 4 0-16,1 3-6 0,-2 4-3 15,2-3-3-15,-3 1 1 0,-1 1-9 0,0-1 12 16,1 0-13-16,2-5-1 0,-1-2 0 0,1-1-3 0,2-2 3 16,-3-1-2-16,2-1 6 0,2-1-3 0,-2 1 3 15,1-2 21-15,0-3 22 0,0 0 22 0,1 4 2 16,-1-4 3-16,0 0-28 0,9-7-4 0,-4 0 0 16,3 1-6-16,-1-3-5 0,1 0-4 0,2-3-5 15,-1-3-7-15,2 1-2 0,1 4 9 0,-3 0-15 16,-4 1-2-16,3 4-5 0,-4 0-2 0,2 1-5 15,-2-1 0-15,-3 4-4 0,3-2 0 0,-4 3-5 16,4-4-8-16,-4 4-15 0,0 0 2 0,0 0 0 16,0 0 2-16,9 7 4 0,-8-3-3 0,3 0 3 15,-3 5 11-15,-1-4-10 0,0 1-2 0,0 2 0 16,3 0 14-16,-3-3-12 0,1 3 1 0,-1-4 16 16,1 1-15-16,-1 0 4 0,0-1 0 0,3-4 4 15,-3 0 3-15,1 5 4 0,-1-5 17 0,0 4 30 16,0-4 6-16,0 0-13 0,0 0 5 0,13-9-6 15,-5 5-8-15,-2-4-2 0,6-5-2 0,-1 7-1 16,-2-3-4-16,3 0 0 0,3 1-9 0,-5 1-1 16,0 0-1-16,3 3-9 0,-3-3 2 0,-1 2 3 15,3 0-7-15,-2 2 3 0,-1 1-8 0,1 0-17 16,-1 1-3-16,5 2-25 0,-4 1-20 0,2-1-27 16,2 0-27-16,-4 2-30 0,3-1-35 0,-2 1-35 15,-2-2-37-15,-2 0-236 0,0 0-535 0,-1 1 237 16</inkml:trace>
  <inkml:trace contextRef="#ctx0" brushRef="#br0" timeOffset="111563.03">17650 11807 120 0,'6'-3'184'0,"1"1"-20"0,-1 2-20 16,2-1-13-16,1 3-14 0,-3 0-5 0,7 3-15 15,-3 1 0-15,-1 1-13 0,0 3-6 0,0-2-10 16,0 5-4-16,-4 1-8 0,3 0-5 0,-3 2 5 16,0 0-11-16,-4 0-4 0,-1-4-5 0,0 4-5 15,-1-3 3-15,-4 2-3 0,0 2-3 0,1-6 4 16,0-3-1-16,-4 4 6 0,2-4-2 0,1 1 5 15,1-4-1-15,-1 0 3 0,1 0 0 0,0 0 8 16,3-3 14-16,-3 1 24 0,4 1 27 0,0-4 26 16,-6 2 20-16,6-2-19 0,0 0-16 0,-1-11 0 15,3 5-23-15,3-3-18 0,4 0-12 0,-5-3-3 16,6-2-8-16,3-4-7 0,1-6-1 0,4 4-8 16,-1-2-6-16,-1 3-4 0,-4 4-6 0,2 1-10 15,-1 1 9-15,-6 4-6 0,3-3-7 0,-2 8-4 16,-3-1 4-16,1-2-8 0,0 4-6 0,-2 1-4 15,1-1-10-15,-5 3 8 0,7 2-18 0,-3 1-1 16,0 0 11-16,1 5-15 0,0 0 1 0,-1 4 3 16,1-2 3-16,-1 6-1 0,1-2 6 0,-1 2-4 15,2-1-7-15,2 2 0 0,-3-1-19 0,0-1-19 16,-1-1-27-16,0-4-21 0,2 2-12 0,-2-3-32 0,0-1-29 16,1-3-29-16,-2-1-235 0,2-1-486 15,0-1 215-15</inkml:trace>
  <inkml:trace contextRef="#ctx0" brushRef="#br0" timeOffset="111829.14">18158 11690 226 0,'0'-3'259'0,"2"1"-26"0,-2 2-28 0,1-4-24 0,-1 4-18 16,9 0-17-16,-9 0-12 0,13 6-10 0,-4 0-12 15,1 2-4-15,3 3-10 0,2 2-9 0,-2 1-5 16,7 4-7-16,-4 5-5 0,-2-2-4 0,-5-3-6 16,2 3-6-16,-5-1-2 0,-2 6-9 0,-1-7-3 15,-3 1-7-15,-3-1-9 0,-4 1-11 0,-3 4-6 16,-4-2-7-16,-6-1 1 0,-4-4-20 0,-1 0-24 16,-5-2-28-16,0-2-35 0,0-3-42 0,0-3-55 15,-1-2-158-15,-1-3-388 0,0 1 172 0</inkml:trace>
  <inkml:trace contextRef="#ctx0" brushRef="#br0" timeOffset="112130.63">17667 11485 25 0,'-4'-6'243'0,"3"2"-24"0,-2 1-22 15,3 3-23-15,-10 0-22 0,10 0-17 0,-15 8-13 16,-2 8-13-16,0 5-13 0,-4 5-9 0,-9 15-11 16,2 1-4-16,-3 5-6 0,5 5-2 0,0-5-10 15,7 1-3-15,4 0 0 0,9-15-8 0,4 1-2 16,4-3-1-16,10 1-3 0,5-5-1 0,4 1 10 15,11-5-1-15,14 4-3 0,8-4 0 0,5-6-12 16,1-2-36-16,-1-2-72 0,2-8-91 0,-4-2-188 16,-2 0-387-16,-18-6 171 0</inkml:trace>
  <inkml:trace contextRef="#ctx0" brushRef="#br0" timeOffset="113901.46">19760 11657 83 0,'0'-7'240'0,"0"-1"-13"0,-1 2-14 0,1 2-11 16,0-2-18-16,0 3-15 0,0 3-15 0,-2-5-15 15,2 5-20-15,-5-3-12 0,5 3-13 0,-19 9-9 16,1 2-9-16,2 0-11 0,-7 7-7 0,-2 3-7 16,7-1-4-16,-6 4-5 0,2 0-4 0,2-1-6 15,2 2-6-15,4 0-1 0,-4-3-2 0,10-3-2 16,1-1-3-16,-1-2-3 0,4-1 2 0,3-3-2 15,-3-3-1-15,4 1 2 0,1-4 4 0,-1 0-4 16,4-1 7-16,0 0 12 0,5-3 13 0,1-3 8 16,8-1-4-16,0-4-3 0,4-1-7 0,1-5 5 15,-4 2 1-15,4-4 1 0,0-1 3 0,-4-2-2 16,2-1 0-16,0 3-8 0,-3-5-4 0,-4 4-4 16,3 1-2-16,-5 3 2 0,0-1 2 0,-4 4 1 15,2 1 3-15,-2 2 12 0,-3-1-17 0,-1 2-4 0,0 1-8 16,-2 2 10-16,1-1-16 0,0-1-9 15,-3 4-22-15,5-3-14 0,-5 3 0 0,0 0 5 16,7 7 4-16,-5-2-1 0,1 2 4 0,1 0 1 16,0 1-2-16,3 2 5 0,-2-1-1 0,3 1 2 15,1 3-3-15,1-2-1 0,3 0-1 0,1 0-1 16,-1-1 2-16,-3-4-4 0,4 0 8 0,0-1 2 16,0-3-2-16,-1 0 2 0,5-1 1 0,-5-1 3 15,2-3 6-15,-3 1-3 0,-1-3 11 0,2-1 8 16,-3 0 15-16,1-2 6 0,1 1 7 0,-3-3 9 0,-2 3 16 15,4 0 15-15,-6 1-10 0,-1 1 10 16,0 0 11-16,1 0-23 0,0 2-3 0,-4 0-13 16,3-1-3-16,-3 2-7 0,-1 2-8 0,4-3-13 0,-4 3-5 15,0 0-22-15,0 0-19 0,0 0-2 0,0 0 1 16,0 0-2-16,5 12 2 0,-5-8 20 0,-1 7-10 16,0-1 0-16,-2 2 1 0,3-1-2 15,-1 4 4-15,-2-6 2 0,3 4 3 0,0-1-4 0,0-3 0 16,0-1 2-16,0-1-1 0,0-2-3 0,0 1-3 15,0-2 5-15,0 0-5 0,3-1 10 0,-3-3 6 16,0 7 20-16,0-7 9 0,0 0-2 0,0 0-6 16,0 0 6-16,15-10-7 0,-10 5-3 0,5-2-2 15,-2-1-3-15,4-2-2 0,-3-3 3 0,2 0-4 16,2-3-7-16,-2 2-3 0,2-2 2 0,-1 4 2 16,-5 3-5-16,1 1-2 0,2 1 5 0,-5 2-8 15,-1 0-10-15,1 2-12 0,-3-1-13 0,4 1-17 16,-5 2-13-16,-1 1 12 0,0 0 4 0,14 4-2 15,-9 1 10-15,6 0-4 0,-1 2-3 0,3 4-4 16,2-2-8-16,2 4 0 0,6 0-12 0,3 2-8 16,4-6-6-16,2 5-1 0,5-3 6 0,1-2 6 15,16 0 6-15,-3-3 2 0,0-1 3 0,-10-3 4 16,-1 1 6-16,-2-4 5 0,1-1 7 0,-2-2-2 16,-2-2 10-16,-4 1 5 0,-6-2 4 0,2-3 6 15,-11 3 9-15,-3-2 6 0,-2 1 15 0,-4 1 7 16,1-2 5-16,-4 1 4 0,-2-2-3 0,-3 1 0 15,-3 0-7-15,-3 2-4 0,-4-2 1 0,-3 2 1 16,-5 1-2-16,-1 1-4 0,-2 4 2 0,-9-3-2 0,1 5-3 16,-3 2 2-16,1 0-3 0,0 2 0 15,-3 1 0-15,3 2-2 0,4 0 0 0,11 1-2 16,-2 0 0-16,5 1-2 0,-1 0-3 0,6 0-1 16,-1-1 4-16,5 0-4 0,-1-1 5 0,5 5 0 0,4-4-1 15,1 1 1-15,6-3 3 0,1 0 2 0,7-1-1 16,0-2 1-16,5 0 0 0,5-1-1 15,0-3-1-15,-1-5 1 0,-4 1-2 0,3-3 3 16,-1-2 1-16,-7-3-2 0,0 1 6 0,1-7 15 16,0-1 18-16,-6 3 12 0,0-8 5 0,1-1 5 0,-2-2 2 15,-1 0 6-15,-3-4 6 0,1-5 9 0,1-10-5 16,-4 13 6-16,1-1 2 0,-2 0 7 0,-3 0 15 16,3 2-8-16,2 6 5 0,-4-1-2 15,0 10 0-15,1 0 5 0,-3 4 2 0,2 3-9 0,-2 1-8 16,-1 2-13-16,0 1-14 0,0 1-4 0,1 2-30 15,-1-1-40-15,4 2-40 0,-4 2-26 0,0 0 0 16,0 0 8-16,-6 13 2 0,2-1 7 0,1 8 6 16,-3 6 5-16,-3 6 3 0,3 2 10 0,-5 13 4 15,-1-1 3-15,0 4-5 0,2-3 9 0,0 0 1 16,2-1 0-16,4-13 5 0,-1-1-2 0,4-1 5 16,2-2 3-16,-2-3 3 0,1-6 0 0,0-3-6 15,1-6 4-15,-1 0 18 0,0-3-4 0,0 1 5 16,3-3 4-16,-3-2 7 0,0 2 14 0,0-2 18 15,1-1 3-15,-1-3 21 0,1 6 3 0,-1-6-1 16,7 0-9-16,2-2-6 0,8-1-4 0,5-2-9 16,10-2-4-16,5-3-24 0,18-6-58 0,1 2-69 15,2 0-85-15,3-2-97 0,-2-1-435 0,6 4-776 16,-5-4 343-16</inkml:trace>
  <inkml:trace contextRef="#ctx0" brushRef="#br0" timeOffset="114995.47">23259 11429 124 0,'0'0'213'0,"1"-6"-17"0,-1 6-17 0,0-4-17 16,0 4-17-16,0 0-18 0,0 0-12 0,0 0-14 15,0 0-8-15,-17 3-10 0,7-2-12 0,0 5-8 16,-7 0-7-16,-1 1-3 0,-1 2-4 0,-6 1-10 16,-1 2-1-16,7-5-4 0,-8 5-8 0,3 1 0 15,7-1-4-15,1 0-2 0,-1-3-2 0,0 3-2 16,3-2-2-16,0 2-5 0,5-2 0 0,1-2 0 16,2 0-3-16,1 1 2 0,1-1-4 0,2 2-1 15,4 0 3-15,0-3-1 0,5 2 14 0,5-1-15 16,3 1 1-16,4 2 1 0,-1-3-4 0,8 3 2 15,-6-1-4-15,6 1 4 0,-1-1-5 0,-7-3 2 16,1 3 0-16,-3-3 2 0,-4-2 0 0,-1 2-4 0,0-3 2 16,-6 1-4-16,0-1-1 0,-1 1 3 15,0-2-1-15,-3 1 4 0,-5 0-1 0,-1 2 5 16,-5-1 2-16,-7 2-2 0,-3-1 0 0,-11 1-1 16,2 1-1-16,-2-3 1 0,-2 0-2 0,0-2 1 0,-2-1-2 15,2 1 1-15,1-2 1 0,3 1 0 0,-2-1-1 16,8-1-1-16,5 0 4 0,-4 0-2 15,9 0-3-15,2 0 3 0,0 0-13 0,3-3-24 16,2 2-37-16,6 1-40 0,0-5-40 0,6-2-166 0,4 2-342 16,8-3 152-16</inkml:trace>
  <inkml:trace contextRef="#ctx0" brushRef="#br0" timeOffset="115412.12">23652 11548 73 0,'-4'-5'259'16,"3"1"-24"-16,-3 0-20 0,0 3-22 0,4 1-21 16,-6-3-19-16,-3 3-16 0,9 0-15 0,-13 4-15 15,3 0-11-15,-3 4-9 0,0 3-11 0,-2-1-7 16,2 3-8-16,-2 0-4 0,2 2-8 0,-1 1-6 15,4 1-5-15,-2-1-3 0,4-2-4 0,0 2-4 16,4-3-2-16,0 0-2 0,4-1-3 0,0 1 2 16,3-4-4-16,1 2-4 0,2-2 1 0,4-1 7 15,6 1 3-15,1-3-1 0,1-3 5 0,10 0-2 16,3-2 1-16,-3-5-4 0,0-1 3 0,-1-1 6 0,-4-1 12 16,-5 2 7-16,0-2 1 0,-3-3-2 15,1 0-1-15,-2-2 0 0,0-1-5 0,-3-3-7 16,-2-2-2-16,-3 1-4 0,2-8-6 0,-8 7 1 15,1 0-8-15,-2 1-11 0,0-1-5 0,-6 1-4 16,0 1-9-16,-3 7-7 0,-3-4-8 0,-4 4-15 16,2 2-16-16,-2 3-13 0,1-1-23 0,-4 4-23 15,3 1-19-15,3 1-25 0,0 0-34 0,1 3-197 16,2-1-421-16,5-1 186 0</inkml:trace>
  <inkml:trace contextRef="#ctx0" brushRef="#br0" timeOffset="115745.43">24039 11330 157 0,'0'-7'358'0,"0"-1"-19"0,0 1-19 0,0 2-20 0,0 0-26 15,0 0-27-15,0 1-30 0,0 4-31 0,0-5-25 16,0 5-44-16,0-4-24 0,0 4-16 0,0 0-4 15,2 12-11-15,-2-3-8 0,-2 8-6 0,2 0-4 16,-4 2-1-16,1 11-5 0,0 1-6 0,-4 2-3 16,1 4 0-16,1 8-6 0,1-11-1 0,4 0-1 15,-2-4-2-15,0 0-3 0,2-3-4 0,2-2 3 16,0-6 2-16,-2-8-3 0,0 3-2 0,0-4-4 16,2-1 4-16,0-2-2 0,-2-2 2 0,0 0 0 15,0-1 0-15,1 0 0 0,-1 0 0 0,0-4 13 16,0 5-2-16,0-5 5 0,0 0-8 0,0 3 2 15,0-3-32-15,0 0-27 0,0 0-25 0,0 0-40 16,0 0-50-16,0 0-66 0,-1-16-298 0,1 11-559 16,0 1 247-16</inkml:trace>
  <inkml:trace contextRef="#ctx0" brushRef="#br0" timeOffset="116396.18">24350 11539 174 0,'0'0'327'0,"-3"-4"-22"0,2 2-23 15,1 2-31-15,-1-4-29 0,-2 1-23 16,3 3-23-16,0 0-22 0,-9 8-13 0,4 0-16 16,-1 2-6-16,-1 5-21 0,-2-1-8 0,2 2-8 0,-1 1-8 15,0 1-7-15,2 0-6 0,-1-1-5 0,1 0-13 16,2-5-6-16,3-3-9 0,-1 3 5 0,0-4-12 15,1-2-1-15,-2 0 4 0,3-1-6 16,-1-1 12-16,1-2 18 0,0-2 17 0,4 3-8 0,-4-3 2 16,0 0 0-16,10-4 2 0,0-3-1 0,-2 2-4 15,1-3-7-15,4 0-8 0,-2-3-7 16,1 0 5-16,2-1-9 0,-1 0-2 0,1 3-2 16,-5-1-6-16,0 3-3 0,-1 0 4 0,-1 3-8 0,-1 0 0 15,0 0-13-15,-4 0 7 0,3 2-14 0,0 1-5 16,-5 1-4-16,12 1-3 0,-6 1-2 0,4 2 1 15,-1 3-1-15,0 0 4 0,4 1-4 16,0 1 3-16,-3 1-4 0,5 0-2 0,-2 0 8 0,1 1-8 16,0-1-2-16,3-1-1 0,-7-2 1 0,0-1-2 15,4-3 1-15,-2 1 7 0,-1-3-2 0,1-2 2 16,-1 1 4-16,2-3 1 0,-4-3-2 0,0 1 4 16,1-6 1-16,-1 2 1 0,3-6 4 0,-5 0 0 15,2-3 0-15,-2 0 0 0,-1-6 9 0,3-5 9 16,-4 3 16-16,3-4 0 0,-2-3-1 0,3 1 5 15,0-1-3-15,-3 1-3 0,2-1-4 0,1 2 13 16,-3 3 7-16,0 5 11 0,-3 7 10 0,0 0 4 16,0 6-2-16,-1 1-2 0,2 4-13 0,-4-2-8 15,2 2-20-15,-2 0-38 0,2 3-26 0,-2 2-2 16,0 0 8-16,0 0 4 0,-4 15 2 0,0-2 14 16,0 4-10-16,-3 8 1 0,1 3 3 0,0 4 4 15,-3 0 4-15,4 4 1 0,-3 11 3 0,1-1 2 16,0-12 1-16,5 0 3 0,-2-2 1 0,3-4-23 15,1-3-8-15,-3-6-18 0,3-2-13 0,-2-2-14 16,0-5-13-16,2 0-14 0,0-3-15 0,-1 0-15 16,1 0 4-16,-1-2 7 0,-2-3-21 0,3-2-299 15,0 0-483-15,0 0 213 0</inkml:trace>
  <inkml:trace contextRef="#ctx0" brushRef="#br0" timeOffset="116574.76">24742 11469 275 0,'0'0'296'0,"-4"-1"-16"15,4 1-16-15,0 0-29 0,0 0-24 0,0 0-22 16,0 0-17-16,30-6-21 0,-4 5-11 0,8-3-13 16,4 1-28-16,14 0-42 0,2 0-45 0,-17 1-49 15,0 0-47-15,-1 0-62 0,-4-1-228 0,1-1-405 16,-6-1 180-16</inkml:trace>
  <inkml:trace contextRef="#ctx0" brushRef="#br0" timeOffset="116895.58">25377 11417 100 0,'-9'-5'348'0,"9"5"0"0,0 0-14 0,0-5-14 16,0 5-24-16,0 0-29 0,-1-4-28 0,1 4-22 16,0 0-26-16,0 0-22 0,0 0-20 0,0 0-16 15,0 0-18-15,0 0-20 0,0 0-28 0,0 0-6 16,0 0-9-16,1 12-5 0,-1-5-7 0,0 1-5 16,-1 1-4-16,2 5 9 0,-2 2-15 0,1 1 2 15,1 1 2-15,-2-1-11 0,-2 4-2 0,3-5-6 16,0 1-19-16,0 0-9 0,0-4-18 0,0 0-18 15,-5-3-13-15,5-1-17 0,-1-2-16 0,1 0-11 16,0-3-5-16,0 1 3 0,-1 2 6 0,1-5 14 16,0-2 10-16,0 0-38 0,0 0-70 0,0 0-229 15,-10-12-454-15,8 1 201 0</inkml:trace>
  <inkml:trace contextRef="#ctx0" brushRef="#br0" timeOffset="117044.5">25390 11247 304 0,'0'-5'310'0,"0"-2"-20"16,0 2-22-16,0 1-25 0,4 0-23 0,-3-1-25 16,-1 2-32-16,0 3-39 0,4-3-48 0,-4 3-20 15,0 0-31-15,0 0-25 0,8 6-29 0,-6 0-37 16,3 2-39-16,0 1-51 0,0-3-164 0,1 3-347 16,-1-1 154-16</inkml:trace>
  <inkml:trace contextRef="#ctx0" brushRef="#br0" timeOffset="117430.09">25849 11357 19 0,'-8'0'200'16,"-1"2"-16"-16,4 0-14 0,-5 1-21 0,-2 0-10 15,2 5-16-15,-4 1-15 0,1 3-12 0,-3-1-11 16,4 0-9-16,2 3-6 0,0 0-8 0,-1 2-7 16,2 0-7-16,2-1 0 0,2 3-3 0,2-3-4 15,1-3-6-15,2 2-1 0,2-1-2 0,1-2 4 16,6-1 5-16,-2 1 8 0,5-1-1 0,4-2 5 16,1-2 0-16,2-3 1 0,-1-1 2 0,4-2 3 15,-2-1 9-15,-2-2 2 0,0-1-2 0,0-5 5 16,-1 1 0-16,-5 3-6 0,1-7-2 0,-3-4 0 15,4 0-13-15,-7-2-4 0,3 1-9 0,-2-7-3 16,-5 5-4-16,1 2-3 0,-2 0-4 0,-4-1-4 16,2 3-6-16,-7 1 6 0,-1 0-9 0,2 2-7 15,-3 2-7-15,-5 0-7 0,0 0-17 0,-3 3-10 16,-1 2-17-16,-2 2-22 0,-1 3-24 0,2 0-45 16,0 1-48-16,2 0-228 0,3 1-454 0,5 2 201 0</inkml:trace>
  <inkml:trace contextRef="#ctx0" brushRef="#br0" timeOffset="117811">26108 11344 209 0,'3'-4'356'0,"-1"1"-14"0,1 1-33 0,-3 2-31 0,6-5-32 15,-6 5-29-15,3-1-24 0,-3 1-29 0,0 0-29 16,0 0-16-16,0 0-13 0,6 7-10 0,-6-1-9 16,1 2-6-16,-1 3-15 0,-1 3-7 0,0 1-3 15,-2 2-5-15,-1 1-5 0,-1 8-5 0,2-1-6 16,-1-8-5-16,2-3-7 0,0 0-7 0,-2-4 1 16,3-2-3-16,-1 0 0 0,1 0 1 0,0-5 2 15,0 2 21-15,-1-1 25 0,2-4 21 0,0 0-11 16,0 0-8-16,0 0-4 0,21-14-11 0,-7 3 19 15,0-2-26-15,4 1-2 0,3-5-4 0,-6 4-3 16,1 2-5-16,-3 3 1 0,-3 0 0 0,0 1-6 16,-2 1-1-16,-3 2-4 0,2 0-1 0,0 1-13 15,0 3 3-15,0 0-19 0,0 0-9 0,4 7 0 16,-1-2-19-16,-1 2-24 0,1 3-32 0,2 5-35 0,4 7-42 16,-5-7-52-16,-1 1-106 0,2 1-200 15,-3-2-574-15,0-7 254 0</inkml:trace>
  <inkml:trace contextRef="#ctx0" brushRef="#br0" timeOffset="118660.43">27742 11392 36 0,'-1'-3'215'0,"1"3"-12"0,0-8-20 16,-4 6-18-16,4 2-21 0,-5-4-12 0,-1 1-14 15,-2 2-14-15,-3 2-11 0,-5 2-10 0,-2 1-14 16,-2 2-1-16,0 5-13 0,-5-2-6 0,4 5-5 15,3-4-6-15,2 1-4 0,1 3-5 0,2 0 2 16,1 1-7-16,5-1-1 0,-1 0 0 0,3 1-1 16,3-3 0-16,2 1 0 0,2-1 8 0,3-2 14 0,3 1 18 15,2-3 6-15,8-2 5 0,1-1 2 0,2-3 0 16,1-2-2-16,-1-4-2 0,6 0 9 0,-8 0 3 16,2-3 2-16,-2 0-5 0,-4-3 2 15,0-1 2-15,1-5-10 0,-6 3 1 0,3-4-12 0,-7 1 1 16,5-1-12-16,-5 0-14 0,-4-1-9 0,-2 1-11 15,0 0-12-15,-1 3-11 0,-3 1-10 0,-2-3-7 16,-2 6-11-16,-1 0-18 0,-1 3-15 16,0-1-10-16,-6 2-14 0,3 2-13 0,2 0-13 0,-3 4-22 15,1-4-10-15,2 3-36 0,-1 1-51 0,3 0-138 16,2 0-402-16,7 0 178 0</inkml:trace>
  <inkml:trace contextRef="#ctx0" brushRef="#br0" timeOffset="119081.46">28038 11071 203 0,'5'-9'302'0,"-1"3"-13"0,-2 0-24 16,1 0-31-16,1 3-14 0,-2-3-37 0,1 3-28 15,-1 1-41-15,-2 2-12 0,0 0-11 0,4 13-13 16,-3-4-7-16,1 11-7 0,-6 6-6 0,0 2-1 15,-2 6-12-15,-2 0-9 0,-5 12 1 0,-5 0-1 16,9-10-5-16,-5 9-5 0,5 5 2 0,-1-2-2 16,2-13 3-16,3-1-9 0,1-1 0 0,3-2-3 15,1-3-2-15,0-3-1 0,4-7 3 0,-3-2-3 16,3-4 3-16,1 1-3 0,0-5 3 0,0 0-1 16,2-3-1-16,-1-1 6 0,1-3 14 0,0 2 13 0,0-5 8 15,0 0-1-15,0-2 0 0,-1-1 1 0,-2-2-2 16,-2-2 8-16,-2-5-28 0,-1-3-11 15,-6-3-8-15,-1-4 5 0,-4-3-19 0,-3 0 3 16,2-1-1-16,-6 1-1 0,1 5-1 0,0-2 0 0,4 12 2 16,0-3-5-16,1 1 2 0,2 1 2 0,2 5 5 15,4 2 4-15,-2-1 0 0,5 2-4 0,-1 1-3 16,5 0-14-16,7-3-14 0,9 2-12 16,3 1-20-16,11-1-23 0,5 1-32 0,21 4-37 0,-2-3-24 15,9-2-36-15,29-3-16 0,0 4-193 0,3 1-450 16,-2-1 199-16</inkml:trace>
  <inkml:trace contextRef="#ctx0" brushRef="#br0" timeOffset="119746.92">29372 11180 169 0,'0'0'237'16,"1"-2"-18"-16,-1 2-5 0,1-5-14 0,-1 5-9 15,3-4-11-15,-3 4-3 0,0 0-19 0,1-4-12 0,-1 4-13 16,0 0-1-16,1-3-19 0,-1 3-12 16,0 0-13-16,0 0-2 0,0 0-14 0,0-4-6 15,0 4-6-15,0 0-9 0,0 0-5 0,0 0-2 16,0 0-8-16,0 0-4 0,0 0 1 0,0 0-6 0,0 0-4 16,0 0-2-16,0 0 2 0,0 0-3 0,0 0-3 15,0 0-1-15,0 0-5 0,0 0 2 16,0 0-6-16,7-1 2 0,-7 1-3 0,0 0-3 15,15 1 1-15,-10-1-1 0,3 2-3 0,0-1 0 0,-1 1 1 16,3 0-4-16,3 4 0 0,-1-2-1 0,-1 1-1 16,-2 2-2-16,4 3-2 0,-4-3-1 15,0 3 2-15,0 1-4 0,-4-1-1 0,-1 3 1 16,-2 3 1-16,-3 0 3 0,-3 2 0 0,-7 5 0 0,-2-2 4 16,-5 1-3-16,-3 0 3 0,-1 0 0 0,-3-1 6 15,-1-2-4-15,-1-2 0 0,2-2 0 0,1 2 1 16,5-6 1-16,1-2-2 0,1 0 3 15,4-4-1-15,2-1 2 0,3 0-3 0,3 0 19 0,0-1 23 16,-2-2 31-16,3 0 25 0,4-1 35 0,-7 0 1 16,7 0-19-16,0 0-1 0,0 0-15 0,4-12-5 15,6 6-15-15,-3-3-2 0,4 2-17 0,3 0-6 16,0 1-2-16,4-2-13 0,4 1 1 0,0 1-7 16,3 0 0-16,-2 3-13 0,4-3-1 0,-6 5 0 15,7 1-11-15,-7-2 10 0,1 4-14 0,-4-2-2 16,0 4-19-16,-5-4-21 0,2 0-28 0,-3 3-24 15,-2-1-32-15,2 3-25 0,-5-3-29 0,1-2-30 16,-3 3-28-16,1-1-23 0,-6-2-264 0,8 0-566 16,-8 0 250-16</inkml:trace>
  <inkml:trace contextRef="#ctx0" brushRef="#br0" timeOffset="120210.98">29498 10960 140 0,'-15'-10'174'0,"3"3"-15"0,3 2-17 0,-3 1-17 0,1 0-12 15,-1 3-14-15,0 1-11 0,-1 2-5 0,-3 3-7 16,-3 5-7-16,-6 4-17 0,0 3-7 15,-2 3-3-15,0 6-2 0,-7 9-8 0,0 4 28 16,-2 0-7-16,6 0 1 0,-2 3-4 0,4 1-5 0,6-14-2 16,-5 12 0-16,13-7-4 0,-4-2-8 0,4-6 1 15,5 6-3-15,3-1-3 0,3 1 7 0,3-3 21 16,3-2 14-16,2 1 17 0,5-3 13 16,6 2 7-16,5-4 8 0,2-2 3 0,7 0 1 0,4-4 3 15,19 1-1-15,0-3 8 0,7-5-9 0,2-3 0 16,2-6 10-16,-4-1-19 0,-3-1 3 0,-1-8 12 15,-5 1-2-15,-15-2-6 0,1-2 10 0,8-8-9 16,-12 2-15-16,0-2 0 0,5-14-15 0,-1-1-11 16,-5-4-17-16,-3-5-7 0,-5 0-12 0,-8-1-9 15,-4-2-14-15,-7-3 0 0,-5 1-8 0,-7-1-1 16,-7 0-4-16,-7 5-4 0,-7 4-8 0,-9 2-1 16,-10 5-24-16,-9 2-27 0,-29 1-39 0,-5 13-32 15,-5 12-39-15,-7 6-46 0,3 14-76 0,2 3-361 16,8 5-707-16,25-7 313 0</inkml:trace>
  <inkml:trace contextRef="#ctx0" brushRef="#br0" timeOffset="121912.55">3568 14162 289 0,'0'0'290'0,"2"-8"-14"0,-2 5-12 0,1 1-15 16,-1 2-10-16,0-7-16 0,0 7-20 15,0-3-20-15,0 3-17 0,-1-3-24 0,1 3-15 16,0 0-17-16,0 0-8 0,0 0-37 0,0 0-13 16,0 0-7-16,0 0-8 0,-4 18-9 0,3-4 0 15,-1 2-4-15,0 2-4 0,-1 9-6 0,1-6 0 0,-2 4-1 16,1 2-2-16,-1-1 1 0,2-2-2 16,-2 3-3-16,0-6 2 0,3-2 2 0,-1-4 1 15,2 2-2-15,-2-2-4 0,1 2 4 0,1-7-3 16,-1-3 2-16,1 2 1 0,-2-4-1 0,1-1 5 15,1 1-3-15,0-5 4 0,-1 3 4 0,1-3 4 16,0 7 1-16,0-7 8 0,0 0-1 0,0 0-31 16,0 0-39-16,-5-14-40 0,1 7-45 0,1-4-45 15,1-5-46-15,0-3-68 0,1-5-150 0,1-1-469 16,0-4 208-16</inkml:trace>
  <inkml:trace contextRef="#ctx0" brushRef="#br0" timeOffset="122066.37">3556 13943 266 0,'-2'-9'280'0,"2"1"-4"0,0-1-6 0,0 4-16 16,0-3-21-16,0 4-26 0,0 0-22 0,2-2-19 15,-2 3-15-15,0 3-21 0,0-4-14 0,0 4-35 16,0 0-39-16,0 0-52 0,0 0-16 0,0 0-21 0,0 0-34 16,0 0-24-16,12 9-42 0,-8-1-18 15,0-3-181-15,1 4-376 0,2 0 167 0</inkml:trace>
  <inkml:trace contextRef="#ctx0" brushRef="#br0" timeOffset="122628.09">4182 14030 30 0,'0'0'260'0,"0"0"-21"15,0 0-24-15,0 0-22 0,0 0-21 0,0 0-17 16,0 0-18-16,-7-1-17 0,7 1-9 0,-10 4-13 0,5-3-12 16,-1 3-9-16,1 1-8 0,-6 2 0 15,4-1-14-15,-5 2-8 0,-2 1-3 0,4 1-4 16,-4 0-6-16,1 2-4 0,2 0-3 0,3-4-2 15,-1 4-7-15,3 0 0 0,0-3-1 0,1 3-4 16,3-2-1-16,-1 2 0 0,3 0-1 0,3 0-2 16,-1-2 0-16,3 2-1 0,4 1 1 0,4-2 1 15,5 2-4-15,0-2 0 0,0-1 0 0,10 1 0 16,1 0-3-16,0 4-3 0,-1-7 2 0,1 2 1 16,0 1-2-16,-2-1 0 0,-5 3-3 0,-3-7-15 15,-5 5-1-15,-2-5-6 0,-3 3 0 0,-1-3 3 0,-2 1-4 16,-4 0 6-16,-2 1 7 0,-5-1 0 15,-4 2 10-15,-6-1 4 0,-4 2-1 0,-3-4 5 16,-9 4 5-16,6-1 4 0,-6-1 9 0,3-2 9 16,-2-1 7-16,1 1 11 0,1-1 8 0,0-1 8 15,5-2 0-15,5 1 2 0,4-1-16 0,2-1 0 0,2 1-8 16,3 0-7-16,0-1 0 0,1-1-5 16,1 1-3-16,5-1 3 0,0 0 5 0,-12-1 9 15,12 1-3-15,-5 1-3 0,5-1-2 0,0 0 0 16,0 0-6-16,0 0-3 0,0 0-3 0,-8-1-21 15,8 1-17-15,0 0-23 0,0 0-31 0,0 0-39 16,0 0-61-16,15-6-79 0,-10 2-227 0,5-1-511 0,0 2 226 16</inkml:trace>
  <inkml:trace contextRef="#ctx0" brushRef="#br0" timeOffset="123847.81">5857 14128 160 0,'3'-9'301'0,"-2"-2"-14"0,2 3-13 0,-3-3-15 15,0 5-20-15,0-3-15 0,1 4-17 0,0 2-15 16,-1-1-22-16,0-1-17 0,3 2-18 0,-3 3-17 16,0-4-15-16,0 4-23 0,0 0-19 0,0 0-10 15,0 0-9-15,1 14-1 0,-1-5-4 0,-1 7-5 0,-2 3-5 16,2 1-5-16,-3-1 0 0,3 7-2 16,-3 1-3-16,0-3-3 0,0 3 3 0,4-3-5 15,-1-5-2-15,-2-1 12 0,3 0-14 0,0-1 2 16,0 0-3-16,0-2 0 0,3-3 1 0,-2 0 1 0,2-2-3 15,-2-3-1-15,0-2 3 0,2 2 0 0,-2-2 1 16,2-3 3-16,1 3 6 0,-2-3 14 16,-2-2 5-16,18-1 2 0,-7-2 6 0,9-2-7 15,-1-3 0-15,8-2 9 0,-2-4-12 0,2 0-3 0,0 2-7 16,-3-5 34-16,3-2-2 0,-4 1-13 0,1-3 11 16,0 1-17-16,-1-3-12 0,-5 0 10 0,2 2-3 15,-3-1-10-15,-1 0 6 0,-2-1-4 16,-8 6 3-16,2 2-1 0,-3-2-1 0,0 1 4 15,-5-1-3-15,0 4 11 0,0 1-2 0,0 2 0 0,-5-1-14 16,1 2-5-16,-1 0-3 0,-4 0 0 0,0 3-11 16,0 0-3-16,-1 2 0 0,-4 3-4 0,1 0 2 15,-6 2-7-15,5 1-4 0,0 2-9 0,2 1-13 16,0 2 7-16,1 1-30 0,1 1 9 0,1 0-1 16,4 2-1-16,0 3 0 0,4-2 3 0,2 4-11 15,7 2-3-15,2-3-16 0,4 0-34 0,9 3-44 16,8-3-70-16,4-3-78 0,1-4-223 0,17-1-570 15,-15-5 252-15</inkml:trace>
  <inkml:trace contextRef="#ctx0" brushRef="#br0" timeOffset="124444.06">7204 14201 138 0,'-9'0'167'0,"3"3"-10"0,-1-2-13 0,0 0-15 16,0-1-6-16,2 1-6 0,5-1-11 0,-9 0-2 16,9 0-2-16,-6 2-4 0,6-2-7 0,-5 0 1 15,5 0-2-15,0 0-3 0,-7 3-2 0,7-3 0 0,0 0 2 16,0 0-1-16,0 0 0 0,0 0-4 16,0 0 0-16,0 0-1 0,0 0-2 0,-5 0-3 15,5 0-6-15,0 0 7 0,0 0-15 0,0 0-2 16,0 0-9-16,0 0-3 0,0 0-3 0,23-5-3 0,-10 2-5 15,9-1-2-15,6-1-7 0,0-1-7 16,5 0 4-16,0 2 4 0,3-1-12 0,-4-1 0 0,-1 1-3 16,-3 0 0-16,-8 3-4 0,-2 0 12 15,-4-1-13-15,-4 2-1 0,-1-2 1 0,0 2 0 16,-4 0-3-16,0 0 0 0,-5 1-25 0,8 0-23 0,-8 0-14 16,0 0-21-16,0 0-30 0,-13 10-40 15,1-6-58-15,-13 6-244 0,5-3-487 0,1 1 216 16</inkml:trace>
  <inkml:trace contextRef="#ctx0" brushRef="#br0" timeOffset="124826.63">7131 14423 84 0,'-9'4'211'0,"3"-4"-11"0,-1 1-19 0,2 0-16 16,5-1-13-16,-9 1-19 0,4 1-14 0,5-2-14 15,-5 2-8-15,5-2-7 0,0 0-12 0,-8 0 0 16,8 0 2-16,0 0-8 0,0 0-4 0,0 0-3 16,0 0 10-16,0 0 9 0,0 0 0 0,27 0-2 15,-5-2-10-15,6-2-6 0,7-1-7 0,2 1-4 16,12-2-3-16,4-2-5 0,3 1 4 0,5 0 9 15,2 2 4-15,-3 1 6 0,-4-2-2 0,-2 1-6 16,-16 2-6-16,-2 2-5 0,-5-4 1 0,-12 5-7 16,0-3-4-16,-10 3-2 0,3-1-1 0,-5-1 11 15,0 1 3-15,-2 1-10 0,-5 0 6 0,9 0-3 16,-9 0-11-16,6 0-21 0,-6 0-29 0,0 0-25 16,0 0-32-16,0 0-41 0,-26 7-45 0,14-1-51 15,1-3-83-15,-1-1-162 0,0 1-493 0,7-3 219 16</inkml:trace>
  <inkml:trace contextRef="#ctx0" brushRef="#br0" timeOffset="125577.54">8423 14054 154 0,'2'-12'248'0,"1"0"-5"0,1 3-8 16,-3-1-12-16,2 0-9 0,-2 1-11 16,0 1-8-16,2 4-16 0,-3-1-13 0,0 0-19 0,1 1-17 15,-1 4-9-15,0-5-23 0,0 5-13 0,0 0-35 16,0 0-3-16,0 0-6 0,0 0-10 0,-4 23 1 16,2-3-3-16,-2 9-6 0,-5 2 0 0,0 3-6 15,0 13-3-15,0-12-2 0,-5 11 0 0,5-10-5 16,0-1 7-16,-1 10-7 0,2-13 0 0,1-2 1 15,0 0-2-15,2-5-3 0,0 1 2 0,4-7 1 16,-3-1-4-16,1-2 1 0,2-3 3 0,-2-3 0 16,3-2-1-16,-2-2 3 0,2 0-1 15,0-3 2-15,-1 2 1 0,1-2 1 0,0-3 1 0,0 8 2 16,-2-6 2-16,2-2 5 0,0 0-1 0,0 0-5 16,0 0-20-16,0 0-31 0,-7-11-32 0,4 4-42 15,1-4-44-15,0-1-41 0,4-4-47 0,-5-3-157 16,4 1-432-16,2-7 193 0</inkml:trace>
  <inkml:trace contextRef="#ctx0" brushRef="#br0" timeOffset="125943.04">8314 13771 201 0,'-4'-7'225'0,"1"2"-6"0,1-3-5 16,0 4-12-16,-1 1-20 0,2-2-19 0,1 5-18 15,-2-5-18-15,2 5-15 0,-3-4-3 0,3 4-20 16,0 0-10-16,0 0-8 0,0 0-10 0,16 3-5 16,-4-1-5-16,6 3-9 0,2 2 2 0,7 1-9 15,4 4 0-15,2 0-3 0,-1 2 0 0,2 1-3 16,-2 0-5-16,2 3 1 0,-2 3-3 0,-2 0-3 16,-4 0-1-16,-4 2-7 0,-2 2 3 0,-7-2-9 15,-2-1 5-15,-6 3-2 0,-6-5-2 0,-3 5 6 16,-8-2-4-16,-4 0 7 0,-5-2 4 0,-6 1-2 15,-3-4 4-15,1 0 5 0,-3-3-1 0,-3 1-1 16,2-1 0-16,0-2-3 0,0-3-2 0,-2-1 1 16,3 0-5-16,0 1 2 0,4-2-2 0,9-3-4 15,0 1 0-15,6-2-3 0,3 0-4 0,0 0-25 16,1 0-22-16,1 0-11 0,4-2-11 0,3 2-8 16,1 0-20-16,1 1-38 0,8-3-54 0,0 0-213 0,9 1-430 15,4-2 190-15</inkml:trace>
  <inkml:trace contextRef="#ctx0" brushRef="#br0" timeOffset="126560.06">8751 14543 78 0,'0'0'306'0,"2"-4"-20"15,-2 4-27-15,0 0-26 0,0 0-25 0,1-4-24 16,-1 4-18-16,0 0-22 0,0 0-21 15,0 0-15-15,0 0-16 0,0 0-10 0,0 0-9 0,-4 18-8 16,3-10-7-16,-2 3-7 0,1 4-4 0,-3 2-4 16,-1 0-6-16,-1 0-3 0,3 2-4 0,-2-1-5 15,0-2-4-15,3 0 0 0,0-3 18 0,0-2-4 16,2-2 0-16,-1-2-7 0,-2-2-3 0,4 0 4 16,-1-1-1-16,1 1-1 0,-3-2 40 0,3-3 36 15,0 5 29-15,0-5 31 0,0 0-6 0,0 0-15 16,0 0-12-16,0 0-18 0,11-16-8 15,-4 6-8-15,1-1-16 0,2-7-6 0,3 2-6 16,3-5-4-16,2 1-27 0,-6 3 14 0,7 0-11 0,-9 3-1 16,0 4-4-16,-1 2-2 0,-5 1-6 0,1 4-6 15,-1-2-6-15,1-1-1 0,-4 4-10 0,3-1-15 16,-4 3-17-16,5 0 1 0,-5 0-3 16,8 5-3-16,-7 3 5 0,3-1-2 0,0 2-2 0,-2 3 6 15,2-2 4-15,0 3 3 0,-1 3-1 0,-1-2 7 16,-2-2-1-16,3-1-2 0,-2 2-7 0,-1-5 17 15,0 4-4-15,3-7 1 0,-2 4 2 0,-1-3-11 16,0 1-7-16,0-4-5 0,3 1 3 0,-3-4 2 16,-3 7 2-16,3-7-1 0,0 5 4 15,0-5-9-15,0 0-4 0,0 3-16 0,0-3-15 0,0 0-8 16,0 0-59-16,0 0-75 0,0 0-69 0,0 0-288 16,0-15-609-16,0 10 270 0</inkml:trace>
  <inkml:trace contextRef="#ctx0" brushRef="#br0" timeOffset="127110.73">9348 14013 156 0,'9'-2'179'0,"0"0"-17"16,-1 1-18-16,2 2-15 0,3 1-4 0,-1 1-12 16,0 1-10-16,5 4-8 0,-2 3-8 0,0 2-5 15,-2-1-7-15,1 3-4 0,-5 1-7 0,0 2-5 16,-3 8-1-16,-2-2-4 0,-3-5-3 0,-3 7-3 15,-6 1-2-15,-1-5 2 0,-4 2-1 0,0-1-2 16,-3-2 0-16,-3-3 0 0,5-5 0 0,-3 1 1 16,2-3 8-16,0-1-5 0,2 1-1 0,1-6 3 15,2 1 2-15,1 1 9 0,3-5 16 0,1 1 24 16,-3 1 28-16,7-3 40 0,-3 0 24 0,4-1-18 16,0 0-20-16,-5-9-14 0,6 6-17 0,3-9-7 15,2 3-12-15,2-8-23 0,6 0 3 0,4-5-10 16,4-2-10-16,1 2-3 0,-2-3 4 0,2-3-21 15,2 6-2-15,-1-2-6 0,-1 4-6 0,-4 1-7 16,-5 4-13-16,-1 3 18 0,2 1 2 0,-7 3 3 16,0 3-7-16,-3-2-4 0,1 3-8 0,-3 0 2 15,0 0-13-15,1 3-15 0,-4 1-29 0,7-2-2 16,-7 2-3-16,1 6 4 0,-1-1 4 0,-1 3 7 16,-1 3-2-16,0 6 0 0,-2 0 3 0,0 2-5 15,2-1 15-15,-1 2-5 0,2-2 3 0,1 0-5 16,1 0 0-16,0 1-11 0,3-2-32 0,0 0-18 15,1-3-31-15,3 1-36 0,2-3-51 0,0-2-71 16,-1-4-300-16,8-1-624 0,-4 1 277 0</inkml:trace>
  <inkml:trace contextRef="#ctx0" brushRef="#br0" timeOffset="127393.04">9871 13939 133 0,'2'-3'216'0,"-2"3"-25"0,0 0-12 0,16 5-20 0,-5 0-16 16,-2 4-7-16,5 2-13 0,-1 3-3 15,1 2-21-15,0 9-5 0,3 1-1 0,-7 1-9 16,0 4-5-16,-2 0-5 0,-4-1-7 0,-7 4-9 0,-1-1 0 15,-7 1-6-15,-7 7-5 0,1-9 0 0,-11 7-8 16,-3 1-24-16,5-14-29 0,-11 8-47 16,5-13-73-16,-17 5-216 0,7 0-379 0,6-11 168 15</inkml:trace>
  <inkml:trace contextRef="#ctx0" brushRef="#br0" timeOffset="127916.31">9416 13730 14 0,'-4'-1'188'0,"-2"-2"-17"0,-1 3-16 15,-4 3-17-15,-1 1-14 0,-4 3-16 0,-5 8-10 16,-6 6-5-16,3 4-6 0,1 3-14 0,-13 14-4 16,8 1-3-16,-1 3-1 0,1 2 0 0,2-1-1 15,4 3 0-15,3-4 1 0,5 0-5 0,7-13 2 16,4-1 3-16,6 0-1 0,0-3 1 0,6-2-2 16,3-4 1-16,4 2 3 0,1-4 2 0,6-3-1 15,2-3 6-15,4-3 5 0,1-3 3 0,0-3 3 16,-4 0 0-16,-4-1 2 0,-1-3 6 0,-5 1 0 15,-3-3 4-15,-1 0 3 0,-5 2 4 0,2-2 3 16,-4 0 9-16,-5 0-1 0,11 0-9 0,-6 3-2 16,-5-3-8-16,7-3-12 0,-7 3-3 0,0 0-11 15,8 0-25-15,-8 0-39 0,0 0-57 0,5 3-46 16,-5-3-56-16,0 0-79 0,0 0-390 0,4-5-673 16,-4 5 297-16</inkml:trace>
  <inkml:trace contextRef="#ctx0" brushRef="#br0" timeOffset="137161.24">12766 14110 14 0,'0'0'61'0,"0"0"5"0,0 0-6 15,0 0-2-15,0-5 13 0,0 5 12 0,0 0-5 16,0 0 10-16,0 0-2 0,0 0-5 0,0 0 0 15,1-5 15-15,-1 5 1 0,0 0-4 0,0 0-1 16,-1-7-8-16,1 7 1 0,0-4-4 0,0 4-5 0,0 0 3 16,-2-5-8-16,2 5 5 0,0 0 2 15,2-5 2-15,-2 5 5 0,0-5 3 0,0 5-8 16,0 0 0-16,0-5-3 0,0 5-2 0,0 0-6 16,0 0-7-16,4-2-8 0,-4 2-4 0,0 0-7 0,0 0-8 15,0 0-9-15,0 0-4 0,0 0-4 16,0 0-4-16,0 0-3 0,-9 21 0 0,4-4-2 15,0 1 5-15,-7 8-9 0,2 0-1 0,1 3-1 16,-1-2-1-16,0 2-2 0,2 0 0 0,2-2 0 16,-3 0 1-16,0-2 2 0,4 0-4 0,1-4 1 0,0-3 0 15,2 0-1-15,-1-2 1 0,-1-4 0 16,3-2 1-16,-2-1-1 0,2-1 0 0,1-1 0 16,-1-1 2-16,1-3 12 0,-1 2 7 0,1-2 10 15,0 2 8-15,-2-3 7 0,2-2 3 0,0 0 8 0,-1 7 5 16,1-7-1-16,0 0 3 0,0 0-7 15,0 0-3-15,1 3-3 0,-1-3-3 0,0 0-5 0,0 0-3 16,0 0-5-16,2 4-4 0,-2-4 0 16,0 0-6-16,0 0-13 0,0 0-35 0,0 0-42 0,0 0-36 15,2-12-33-15,2 9-37 0,0-3-43 0,-2-2-49 16,2 1-197-16,0 0-498 0,0-3 220 0</inkml:trace>
  <inkml:trace contextRef="#ctx0" brushRef="#br0" timeOffset="137725.9">12604 13900 107 0,'-13'0'140'0,"-1"2"-4"0,1 1-5 0,-3 1-5 15,-1 1-15-15,-2-1-3 0,0 7-3 0,-4 1-8 16,-3 4-14-16,3 0-3 0,0 6-7 0,3 1 0 16,-2 4-7-16,2 0 1 0,0 3-4 0,0 1-7 15,2 0 4-15,5 5-5 0,-1-6 1 0,3 2-7 16,1 1 3-16,1-2-4 0,1 1-1 0,3-2-6 15,1 1 1-15,5-5 6 0,2 0-4 0,1-5 2 16,5 3-1-16,0 0 3 0,2-1-8 16,2-5 14-16,4 1 3 0,4 0 0 0,3-2 4 0,3-2 6 15,-1 0 0-15,6-5 6 0,-5-1-6 0,3-3-3 16,1-1-3-16,1-1-6 0,1-1-3 0,-1-3-1 16,0 0-2-16,0-2 0 0,0-2 2 0,-4 0 4 15,4-3 7-15,-4 0 8 0,-1-4 8 0,-1 0 8 16,-2-4 15-16,0-2-11 0,-1-1-5 0,1-6-5 15,-2-2-7-15,-3-5-6 0,9-11-17 0,-2 0-8 16,-8-3-6-16,0-2-2 0,-5-4-9 0,-3 2-5 16,-3-1 1-16,-7 1 14 0,-1 16 2 0,-5-4-8 15,-2 3 8-15,-3 1-7 0,-2 2-2 0,-4 5-7 16,-3 0 1-16,-5 2-6 0,1 6-14 0,-3 2-10 16,-2 9-6-16,-2-2-18 0,-3 6-25 0,3 3-19 15,-4 7-31-15,4 3-22 0,-5 3-35 0,5 5-24 0,-1 6-30 16,4 0-33-16,8 1-40 0,-1 1-222 15,7 3-555-15,9-3 245 0</inkml:trace>
  <inkml:trace contextRef="#ctx0" brushRef="#br0" timeOffset="138377.16">13846 14200 90 0,'0'0'214'0,"0"-5"-14"0,0 5-1 15,1-4-13-15,-1 4-8 0,3-6-9 0,-3 6-12 16,0-2-16-16,0 2-14 0,0 0-15 0,1-4-13 15,-1 4-15-15,0 0-21 0,0 0 0 0,0 0-8 16,-10 12-8-16,1-3 1 0,-5 0-9 0,-3 4-2 16,-4 4 0-16,-2 2-8 0,-2 2 0 0,4 1-3 15,-5-2-6-15,3 1 0 0,-1 1-3 0,3-1 1 16,-3 2-5-16,1-2 2 0,3-1-3 0,0-1 6 16,0-2-5-16,6-2-4 0,0-6 0 0,1 3-2 15,3-3 3-15,5 0-3 0,-3 0-10 0,4-4-15 16,-1 0-10-16,1 2-15 0,-1-3-14 0,3-3-21 15,-2 2-4-15,0 2-13 0,1-3-16 0,3-2-33 16,0 0-45-16,0 0-107 0,-1-10-318 0,1 4 140 16</inkml:trace>
  <inkml:trace contextRef="#ctx0" brushRef="#br0" timeOffset="138693.24">13501 14260 228 0,'-1'-10'257'0,"2"-1"-3"0,-1 5 0 0,3-1-8 15,-3 3-14-15,0-1-23 0,0 0-20 0,0 2-23 16,0 3-22-16,1-5-7 0,-1 5-27 0,0 0-12 16,0 0-11-16,5 10-10 0,1-2-6 0,1 6-10 15,3 3-7-15,3 5-1 0,3 3-4 0,0 1-4 16,4-1-3-16,-1 7 0 0,4-7-8 0,2 4-2 16,-1-2-2-16,0 0-2 0,2 0-3 0,-4-4 0 15,2 4-4-15,-1-6-2 0,-3 1-1 0,-6-9 1 16,-1 1-5-16,1-2 3 0,-6-4-6 0,1-2 1 15,0 1 4-15,-4-2-6 0,-1-2 3 0,-2 1 3 0,2-1-1 16,0 0 8-16,-4-3 13 0,5 2 12 16,-5-2 11-16,4 2-5 0,-4-2-2 0,0 0-6 15,4 2-2-15,-4-2-5 0,0 0-23 0,0 0-22 16,0 0-29-16,3-10-25 0,-3 5-28 0,0 0-32 0,0-1-44 16,0 1-41-16,2-2-39 0,-2 0-253 0,0-1-536 15,2-1 238-15</inkml:trace>
  <inkml:trace contextRef="#ctx0" brushRef="#br0" timeOffset="139292.18">14332 14263 25 0,'2'-6'270'0,"1"3"-2"16,-2-1-20-16,-1-2-13 0,3 1-12 0,-3 5-13 16,1-4-15-16,-1 4-21 0,4-5-18 0,-4 5-17 15,1-4-19-15,-1 4-15 0,0 0-15 0,0 0-6 16,0 0-13-16,0 0-7 0,2 10-7 0,-2-5-7 15,2 7-4-15,-1-3-3 0,-1 4-5 0,-1 2-7 16,1 2 1-16,1 0-6 0,-2 1 0 0,2-1-3 16,-1 0-1-16,4 3-7 0,-3-2 4 0,2-2 0 15,-2 1-9-15,2 0 4 0,1-5 0 0,-2 0-6 16,3-3 7-16,-1 3-2 0,0-3-2 0,1-1 2 16,-1-1-3-16,1-2 4 0,1-2 5 0,4 1 19 15,-2-1 9-15,4-1 1 0,2-2 0 0,-1-2 8 16,6-3-5-16,2 0-8 0,-4-3 5 0,6 0-5 15,2-5-7-15,2-1-1 0,-1-2-11 0,1-2 8 16,-2-3-6-16,-2 1-3 0,4-3-8 0,-4-1 2 16,-2 3 4-16,-5 2 1 0,-3-5 7 0,4 2 5 15,-10 5 9-15,1 0 3 0,-1 0 31 0,-1 0-10 16,-3 5 8-16,0 0-6 0,-2 1-2 0,-1 1-10 16,0 0-8-16,-2 2-6 0,0 1-5 0,-1 0-5 15,-3 2-6-15,0 1-14 0,-3 0 0 0,-1 3 2 16,-4 1-10-16,1 2-7 0,-1 1-4 0,0 1-5 15,-1 3-13-15,3-1-6 0,2 1-2 0,0 2-12 16,0-1 12-16,1 2 1 0,2 1 2 0,2-2-6 16,0 3-1-16,4-3 8 0,3 4 9 0,7-1-17 15,4-1-16-15,6 0-27 0,13 3-44 0,5-3-59 16,14 0-55-16,2-3-80 0,-1-4-243 0,-15-1-604 16,-1-3 267-16</inkml:trace>
  <inkml:trace contextRef="#ctx0" brushRef="#br0" timeOffset="140023.73">15667 14342 141 0,'-9'0'208'0,"1"0"-11"0,1 0-15 0,-1 0-9 15,8 0-12-15,-9 0-3 0,9 0-7 0,-5 0-3 16,5 0-6-16,0 0-8 0,-9-1 12 0,9 1-9 15,0 0-14-15,0 0-7 0,0 0-6 16,-8 1-8-16,8-1-4 0,0 0-6 0,0 0-2 0,0 0-1 16,0 0-5-16,0 0-4 0,0 0-1 0,0 0-8 15,0 0-4-15,0 0-4 0,0 0-4 0,0 0-3 16,0 0-2-16,0 0-3 0,0 0-4 0,0 0 1 16,0 0-4-16,0 0 11 0,-2-4-22 0,2 4-2 15,0 0 4-15,0 0 7 0,0 0-5 0,0 0-6 16,0 0-3-16,0 0-3 0,0 0-3 0,0 0 2 15,0 0 6-15,0 0-14 0,0 0 0 0,0 0 0 16,0 0 4-16,0 0 4 0,0 0 11 0,0 0-18 16,0 0 2-16,14-4-5 0,1 3-3 0,6 1-1 15,9-3-1-15,5 6-5 0,3-6-1 0,-1 3 1 16,17-2-3-16,1 0 4 0,0 0 2 0,1 3 2 16,-5-2-10-16,4 1 10 0,-17 0-5 0,3-3-1 15,-5 2-8-15,-4-1 16 0,-4 0-4 0,-10 2 12 16,-4 0 6-16,-2-3 12 0,-3 2 3 0,-1 1 1 15,-2-1-8-15,-1-1-6 0,0 1-8 0,-5 1-13 16,6-1-32-16,-6 1-52 0,0 0-51 0,0 0-43 16,0 0-42-16,0 0-54 0,-28 2-96 0,19 0-196 15,1-1-607-15,-1-2 269 0</inkml:trace>
  <inkml:trace contextRef="#ctx0" brushRef="#br0" timeOffset="141453.37">17248 13995 48 0,'-5'1'105'0,"5"-1"-11"15,0 0-12-15,0 0-7 0,0 0-12 0,0 0 2 16,0 0-6-16,-6 1-10 0,6-1 0 0,0 0 2 15,0 0-12-15,0 0 2 0,0 0-3 0,0 0 2 16,0 0-1-16,-1 4-3 0,1-4 1 0,0 0 2 16,0 0-10-16,0 0-7 0,0 0 7 0,0 0 7 15,0 0-2-15,0 0-5 0,0 0 4 0,0 0-4 16,0 0 2-16,0 0-1 0,0 0-2 0,0 0 0 16,0 0 2-16,0 0-4 0,0 0-5 0,0 0 1 15,0 0 1-15,0 0 4 0,0 0 21 0,0 0 9 0,14 0-2 16,-9 3 6-16,7-6-6 0,-1 6-5 15,7-3-3-15,0 0-5 0,1 2-4 0,4-1-3 16,8 1-8-16,-2 2 5 0,1-1-6 0,-2 2-1 16,1-1-3-16,-2 1-1 0,0 2-5 0,-8-2 1 15,-1 0-4-15,-1 2 0 0,-2 1-6 0,-4-2 0 0,-2 3-1 16,0 0-1-16,-2 3-2 0,0 2 2 16,-3 2-1-16,-2 1-4 0,-4 2 1 0,-7 4 5 15,-1 2-6-15,-5-3 0 0,-1-1 2 0,-2 1 3 16,-3 1-3-16,0-5-1 0,-3 2 4 0,-2-3-2 0,5-1 1 15,3-4-1-15,-1-4 9 0,1 4-7 16,1-2 1-16,1-4 1 0,4-2-9 0,2 2 10 16,0-1 0-16,2 0 1 0,0-3-5 0,3 1 4 15,0-2 13-15,0 1 12 0,5-2 12 0,-5 4 11 0,5-4 6 16,-4 1 5-16,4-1-3 0,-4 2 10 0,4-2-12 16,0 0 1-16,-5 3-7 0,5-3-4 15,0 0-4-15,0 0-8 0,0 0 0 0,0 0-1 16,0 0-7-16,0 0-6 0,-7 0 8 0,7 0-10 15,0 0-5-15,0 0-4 0,0 0 0 0,0 0-2 0,0 0 2 16,0 0-5-16,0 0 2 0,0 0 1 0,0 0 5 16,0 0-3-16,0 0 4 0,0 0-8 15,0 0-3-15,17-3 0 0,-8 1-3 0,5 0 4 0,4-2-6 16,10 2 3-16,-6 0-1 0,9-1-5 0,-2 0 4 16,3-1 11-16,0-1-14 0,-1 3-1 0,-2-1 1 15,-1 1-5-15,-6 0 3 0,-4 1 1 0,-4-1 1 16,-1 1 2-16,-1 1 10 0,-3-1-15 0,-1-1 7 15,-3 2-5-15,0-3 1 0,-5 3 2 0,9 0 2 16,-9 0 2-16,9 0-2 0,-9 0-1 0,5 0 0 16,-5 0 0-16,0 0-2 0,0 0 1 0,0 0-5 15,9 0-9-15,-9 0-2 0,0 0-4 0,0 0-5 16,0 0-11-16,0 0-5 0,0 0-12 0,0 0-11 16,0 0-13-16,0 0-10 0,0 0-18 0,5-1-17 15,-5 1-14-15,0 0-26 0,0 0-35 0,0 0-225 16,0 0-453-16,0 0 201 0</inkml:trace>
  <inkml:trace contextRef="#ctx0" brushRef="#br0" timeOffset="142493.4">17444 13764 87 0,'-8'-5'100'0,"-3"5"-7"0,2-3-9 0,-2 1 1 15,1 2-16-15,-2 0 4 0,-2 1-8 0,1 3-3 16,-3 1-10-16,-4-2-2 0,1 4-2 0,-5 3 0 16,-3 2-6-16,0 3 6 0,3 1-6 0,-2 4 0 15,0 1-7-15,0 4-6 0,2 3 0 16,-11 9-6-16,7 2 6 0,7-8 12 0,-10 12 0 15,2-1 13-15,0-1-3 0,2 2 2 0,7-11-1 0,4 0-10 16,1-1 7-16,4 1 5 0,1 2 3 0,5-6-3 16,-1 4 4-16,6-1-4 0,2-2-4 0,3-2-1 15,3 2-2-15,4-5-2 0,2 4 3 0,4-3-1 16,4 0-1-16,1-2-4 0,4-3 3 16,2 1 0-16,2-4 6 0,2-1 1 0,5-2 25 0,12 0-3 15,4-5 0-15,-3 0 0 0,-2-2-2 0,3-7-3 16,0 0-4-16,-13-3 3 0,-2 3-8 0,1-4 1 15,-1-1 2-15,-4-3 12 0,3-1-2 0,-1-1 4 16,1-4 2-16,-5-2-4 0,4-4-3 0,-2-1-7 16,4-10-1-16,0-1-3 0,-5-3 0 0,0-3-15 15,-4-1-7-15,-4-3-2 0,-3-2 1 0,1-3-4 16,-8-3-9-16,-5 1-2 0,-4-2-2 0,-5 3-4 16,-5 1 11-16,-4 13-6 0,-8-10 4 0,-2 12-4 15,-8-6-9-15,0 13 0 0,-17-11-11 0,-6 5-11 16,-9 7-9-16,-27-1-18 0,22 12-22 0,-32 0-27 15,30 12-30-15,0 1-41 0,3 5-49 0,8 5-67 16,3 5-291-16,17-1-609 0,7-1 270 0</inkml:trace>
  <inkml:trace contextRef="#ctx0" brushRef="#br0" timeOffset="144512.09">18428 13934 53 0,'0'0'217'16,"-1"-7"-17"-16,1 7-35 0,0 0-13 0,0 0-19 15,0 0-16-15,-9 14-12 0,5-4-10 0,-5 4-13 16,3 1-10-16,-3 4-8 0,1 3-5 0,-2 4-11 0,2-1-2 16,2-1-8-16,2 3-6 0,-1-3 6 15,3-5-1-15,2 0-10 0,0 2-4 0,2-3-2 16,-2-1-2-16,5 0-1 0,-4-5 0 0,2 0 9 16,2-2 15-16,0 0 10 0,-1-1 23 0,0-4 9 15,2 2 11-15,2-4 4 0,1 1 4 0,0 0-4 16,1-3 4-16,0-1-4 0,4-2 2 0,-1-1-6 15,5-3-4-15,-1-2 9 0,1-1-9 0,-2-4-3 16,3-6-2-16,2 2-5 0,-2-2-7 0,1-3-3 16,2 0-4-16,-8 1-3 0,5-2 0 0,-3 2 18 15,-5 6 3-15,-1-2 11 0,-1 0 9 0,-1 0-7 16,1 0-4-16,-3 3-2 0,0 2 1 0,-3 2 1 16,1 0 4-16,0 3-4 0,0 0-7 0,-2 3-9 15,1-1-9-15,-1 2-6 0,0-1-10 0,0 1-7 0,-2 3-6 16,2-6-8-16,-2 6-7 0,2-4-25 15,-2 4-28-15,0 0-17 0,0 0-22 0,0 0-22 16,0 0 4-16,0 0 17 0,0 0 0 0,-1 17 7 16,0-8 6-16,-3 2 2 0,0 5 6 0,-1-1 4 15,-3 1 7-15,4 1 0 0,-2-1-1 0,-1 3 9 0,4-1 6 16,-4 0-11-16,6-1 14 0,0 0 0 16,0-1 0-16,-2-3 2 0,0 0 2 0,3-2 6 0,-1 1 1 15,1-2-5-15,3 1 22 0,-2-3-11 16,2 2 2-16,3-3 3 0,0 2-1 0,2-3 4 0,4 1 4 15,8 0 5-15,7 1 0 0,7-4-4 0,6-4 3 16,11 0-2-16,1-4-29 0,-2-4-54 0,1-1-67 16,4-4-112-16,-2-8-410 0,-1-4-713 15,3-6 317-15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7T09:07:24.71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3332 2848 236 0,'0'-4'286'0,"0"4"-4"0,-1-5-8 0,1 5-11 15,-2-8-9-15,2 8-14 0,3-6 2 0,-3 3-5 16,-1-2-9-16,-2 1-9 0,6 0-10 0,-2 0-4 15,-1 4-20-15,3-5-17 0,-3 5-21 0,0-4-14 16,0 4-11-16,0 0-17 0,0 0-25 0,0 0-32 16,0 0-42-16,0 0-44 0,0 0-18 0,0 0 0 15,-3 14 6-15,0-1 4 0,1 12 11 0,-4 1 4 16,1 3 4-16,1 2 3 0,-1 3 4 0,1 0 4 16,0-2 2-16,0 1-6 0,2-1 9 0,-1-4 10 15,3 1-4-15,-4-4 1 0,3-6 0 0,1-2-1 16,0 3 4-16,-1-11 1 0,-2 3 0 0,3-3 3 15,0-1-2-15,0-3 1 0,-1 0 1 0,1-1 33 16,0-1-3-16,0-3 13 0,-2 5-15 16,2-5 23-16,0 0 3 0,0 0-10 0,0 0 2 15,0 0-5-15,0 8 3 0,0-8-25 0,0 0 17 16,0 0-28-16,0 0-41 0,0 0-31 0,0 0-28 0,-2-13-31 16,2 13-33-16,1-12-40 0,0 7-41 0,2-3-49 15,0 1-229-15,2-2-554 0,1 1 246 0</inkml:trace>
  <inkml:trace contextRef="#ctx0" brushRef="#br0" timeOffset="700.33">3756 3088 106 0,'-18'3'225'15,"7"-3"-16"-15,0 2-6 0,2-1-16 0,1-1-16 16,3 2-13-16,1-2-15 0,-2 4-15 0,6-4-7 16,-7 0-10-16,7 0-1 0,0 0 1 0,0 0-10 15,-9 0-7-15,9 0-7 0,0 0-6 0,0 0-7 16,0 0-5-16,0 0-4 0,0 0-4 15,0 0-4-15,-8 0-4 0,8 0-1 0,0 0-4 16,0 0-1-16,0 0 2 0,0 0-10 0,0 0-1 0,0 0-5 16,0 0-1-16,0 0-7 0,0 0 2 0,0 0-3 15,0 0-6-15,0 0-1 0,0 0 1 0,0 0-3 16,-6 1-3-16,6-1 3 0,0 0 0 16,0 0-2-16,0 0-2 0,0 0-5 0,0 0 2 15,0 0 1-15,0 0 3 0,0 0-1 0,0 0 2 16,0 0 8-16,0 0-7 0,0 0 0 0,0 0 0 15,0 0-3-15,0 0 0 0,0 0 1 0,0 0-3 0,0 0-3 16,0 0 2-16,0 0-1 0,0 0-3 16,0 0 1-16,0 0 7 0,0 0-9 0,23-1 3 15,-9 1-1-15,8-4 4 0,10 1-4 0,6-2 2 16,12-3 0-16,10 2 0 0,-5-2 0 0,2-1-1 16,-2 0 3-16,-1 5-6 0,-4-2 3 0,-13 1 0 15,-5-1 5-15,1 4-10 0,-7-3 5 0,-11 5-2 16,-2-1 1-16,-3-2-3 0,-1 3 3 0,-4-1-3 15,3-1 5-15,-8 2-4 0,10-1 0 0,-10 1-23 16,6-2-19-16,-6 2-20 0,0 0-28 0,0 0-31 16,0 0-35-16,0 0-38 0,-33 4-38 0,18-3-225 15,2 0-490-15,4 2 217 0</inkml:trace>
  <inkml:trace contextRef="#ctx0" brushRef="#br0" timeOffset="1299.22">4551 2788 189 0,'8'-4'191'0,"-3"2"-19"16,2 1-15-16,4 0-19 0,-3-2-11 16,3 3-13-16,-1 3-11 0,0-1-10 0,6 0-10 0,-5 3-11 15,2 2-2-15,0 2-18 0,1 1 5 0,1 5-12 16,-2-3-1-16,-3 2 2 0,0 1 0 16,1 4-4-16,-4 5 0 0,-3-1 0 0,0 3 2 15,-5 0-3-15,-2 0 4 0,-7-1 0 0,1-1-4 16,0 3 2-16,-5-5-3 0,-1 3 4 0,1-9-1 15,1-2 4-15,-2 0-4 0,0-1-3 0,8-5-2 16,-3 1 4-16,1-1-5 0,2-2 1 0,2-2-2 16,1 0 4-16,2-1 13 0,-3 1 28 0,1-2 35 15,4-2 25-15,-5 3 45 0,5-3 28 0,0 0-18 16,0 0-23-16,0-15-26 0,5 4-14 0,5-6-9 16,1-5-19-16,7 0-26 0,3-7 1 0,2-1-12 15,10-7-8-15,-13 12-3 0,2-3-6 0,4 3-4 16,-7 3-8-16,0 0-4 0,-2 1-2 0,-7 6 5 15,0 1 1-15,-1 6 4 0,0-1 4 0,-4 5 0 16,0-1-4-16,-2 2-6 0,1 0-10 0,-1-2 0 16,-3 5-15-16,6-3-28 0,-6 3-30 0,0 0-29 15,0 0-1-15,0 0 10 0,1 14 2 0,-5-2 11 16,-1 6-1-16,-2 7 18 0,-1-2-1 0,0 4 4 16,3 1 4-16,-2-3 1 0,2 2 12 0,3-5 3 15,3 2-1-15,-1-4 6 0,1-2 3 0,2-5-13 16,-2-1-4-16,3-1 11 0,4 0 3 0,1-4-10 15,2 2-22-15,1-6-43 0,8 4-58 0,-5-7-66 16,7 0-113-16,5-8-300 0,-4 1-669 0,1-5 296 16</inkml:trace>
  <inkml:trace contextRef="#ctx0" brushRef="#br0" timeOffset="1900.26">5053 2608 376 0,'0'0'387'16,"0"0"-52"-16,3-3-13 0,-3 3-28 0,0 0-30 15,0 0-24-15,0 0-34 0,5-2-21 0,-5 2-23 16,10 2-11-16,-1-4-18 0,4 6-12 0,-2-3-17 16,2 4-11-16,0 1-5 0,3 0-15 0,-4 0-5 15,-2 2-20-15,2 1-5 0,-2 1-17 0,-1-1-3 16,0 4-3-16,-4 1-1 0,-1-2-10 0,-3 2-5 15,-3-3-1-15,-1-1-1 0,-1 4-2 0,-6-2 3 16,5-2 0-16,-7 5 2 0,1-3-4 0,2-3 0 16,-3 0 2-16,4-1 3 0,1-2 3 15,-1 0-3-15,3-1 0 0,0-1-2 0,0-1 1 0,1-1-2 16,2 2 6-16,2-4 19 0,-5 4 23 0,5-4 5 16,0 0 9-16,-6 4 1 0,6-4-4 0,0 0-1 15,0 0-7-15,0 0-10 0,22-3-2 0,-9 1-10 16,10-2 3-16,5 0-9 0,-1 2-1 0,3-2 3 15,0 1-8-15,1-1-7 0,-4-1 2 16,2 4 2-16,-9-1-4 0,2-1 6 0,-5 2-12 16,-6 1-1-16,2-3-2 0,-4 3 6 0,0-2 3 0,-4 2-3 15,-5 0-7-15,0 0 8 0,13 0 1 0,-13 0 3 16,0 0 0-16,10-3-3 0,-10 3-11 0,0 0-5 16,4-1-19-16,-4 1-14 0,0 0-24 15,0 0-35-15,0 0-39 0,0 0-27 0,-18-3-40 16,18 3-31-16,-14-3-45 0,5 1-310 0,4-1-636 15,-3 1 282-15</inkml:trace>
  <inkml:trace contextRef="#ctx0" brushRef="#br0" timeOffset="2183.55">5489 2481 205 0,'3'-2'358'0,"-3"-2"-37"0,0 4-35 0,0 0-38 16,0 0-18-16,0 0-39 0,0 0-20 0,12 9-24 15,-5 1-11-15,3 6-15 0,3 8-9 0,3 2 0 16,1 5-5-16,1 3-1 0,5 11-6 0,-4 1-8 16,-5 2 4-16,-2-14-15 0,-1 16-1 0,-6-4-6 15,-1 2-5-15,-4-13-1 0,-6 11-7 0,-4-12-2 16,-3 1-1-16,-10 5-8 0,-8-2-1 0,-5-1-2 15,-6-5-22-15,-4 0-29 0,-5-6-46 0,-3-2-53 16,-7-1-67-16,-27 5-89 0,-7-8-287 0,-1-4-591 16,2-8 261-16</inkml:trace>
  <inkml:trace contextRef="#ctx0" brushRef="#br0" timeOffset="2714.39">2944 2608 90 0,'0'0'263'0,"-2"-3"-22"0,2 3-19 0,0 0-22 16,0 0-20-16,-2-4-24 0,2 4-23 0,0 0-14 15,-12 16-12-15,1 3-13 0,-5 8-10 0,-10 14-10 16,-1 7-9-16,-4 6-6 0,-6 23-7 15,1 4 0-15,17-25-2 0,4 3-1 0,7-4 12 0,4 2 4 16,7-2 0-16,6-7-5 0,6-1 0 16,3-16-5-16,14 7 0 0,9-6-3 0,9-1-1 15,10-8-8-15,33-3-34 0,10-4-61 0,4-6-103 0,0-10-289 16,5-5-480-16,-6-3 213 0</inkml:trace>
  <inkml:trace contextRef="#ctx0" brushRef="#br0" timeOffset="3765.84">6076 2314 199 0,'0'-4'246'0,"0"4"-21"0,0 0-21 0,-3-3-20 15,3 3-19-15,0 0-23 0,0 0-13 16,0 0-17-16,0 0-12 0,0 0-15 0,-1 19-5 0,2-2-9 16,2 10-9-16,-3 6-3 0,1 19-4 0,-2 3-3 15,-2 3 0-15,-1 22-1 0,-2-24 1 0,-3 29 2 16,1-3 9-16,3 1 11 0,-3-24-3 16,2 22 9-16,-3-21-8 0,1-3 16 0,3-1 0 15,1-3 3-15,-1-6-11 0,2 2 3 0,0-16-8 16,3 1-5-16,-3-1-6 0,2-3-4 0,0-1-5 15,0-3 0-15,1-6-4 0,0-2-7 0,0 2-6 16,-2-2 0-16,1-7-5 0,0 1-1 0,-1 1 0 16,2-4-11-16,-1-1 3 0,1-4-3 0,0-4 5 15,0 9-9-15,0-9-15 0,0 9 13 0,0-9 2 16,0 7-4-16,0-7 4 0,0 0-3 0,0 0-1 16,-2 7-1-16,2-7 3 0,0 0-3 0,0 0 1 15,0 0-19-15,0 5 17 0,0-5 0 0,0 0-7 16,0 0 6-16,0 0-6 0,0 0-16 0,0 0 17 15,0 0 2-15,0 0-2 0,0 0-2 0,0 0 3 16,0 0-3-16,0 0-5 0,0 0 4 0,0 0 2 16,0 0 0-16,0 0 2 0,0 0-3 0,0 0 5 15,0 0-4-15,0 0 3 0,0 0 8 0,0 0-1 16,0 0-3-16,0 0 4 0,5 5 2 0,-5-5-4 16,0 0 4-16,38-8 3 0,-6 3-7 0,22-4 2 15,3-6-29-15,3 3-47 0,3-2-88 0,-7-4-120 16,-2-4-367-16,-2-3-688 0,-1-5 305 15</inkml:trace>
  <inkml:trace contextRef="#ctx0" brushRef="#br0" timeOffset="4270.85">6081 2386 36 0,'0'0'231'0,"0"0"-9"0,0 0-6 16,0 0-8-16,0 0-14 0,0 0-9 0,0 0-19 16,0 0-16-16,0 0-16 0,0 0-11 0,0 0-14 15,38-4-9-15,-4 2-27 0,19-1-38 0,2-4-63 16,5 0-85-16,4-1-228 0,-4-1-368 0,31-3 163 15</inkml:trace>
  <inkml:trace contextRef="#ctx0" brushRef="#br0" timeOffset="4965.64">6730 2798 45 0,'-3'-5'330'0,"3"-2"-16"0,0 2-22 0,0 0-14 15,0 1-20-15,0-1-21 0,0 5-24 0,-2-3-24 16,2 3-23-16,0-6-18 0,0 6-20 0,0 0-17 16,0 0-13-16,0 0-16 0,0 0-9 0,2 16-13 15,-2-4-4-15,0 3-3 0,0 2-10 0,0 2-2 16,0 8-4-16,0 0-4 0,4 4-2 0,-1 1-2 15,-1-4-1-15,2 2-3 0,0-4-2 0,1-1-1 16,-1-4-5-16,1-4 4 0,0 0-3 16,1-3 1-16,0-2 1 0,-1-1-5 0,-1-3 7 0,1-1-2 15,0-2 14-15,-1-2 17 0,1 1 19 0,0-3 20 16,4-1 14-16,-2-2 8 0,4-3-10 16,0-2-3-16,3 1-15 0,-1-5 9 0,2-2-3 15,2-10-9-15,1 1-4 0,-3-2-3 0,-1-3-10 0,4 0-7 16,-4 3-7-16,-2-4-3 0,0 5-4 0,-3 6 9 15,-2 0 7-15,0-2-1 0,-2 5 17 0,-1 4 7 16,-1 1 11-16,1 2 22 0,-2 3-8 16,0-3-5-16,-1 4-13 0,0-1-10 0,1-1-13 15,-1 3-15-15,-1 2-19 0,0-5-22 0,0 5-30 16,0 0-43-16,0 0 0 0,0 0 2 0,0 0 15 0,-5 19 3 16,1-8 8-16,-3 6-1 0,1 0 3 15,-2 3 7-15,1 7 1 0,0-1 4 0,3-1-2 16,0-9 1-16,2 2 9 0,1 1 0 0,2-3 1 15,-1 2 5-15,0-6 3 0,2 0-1 0,1-2 2 16,1-1 1-16,0-2 2 0,2 1 7 0,6-3 1 16,6 2 1-16,11-2-2 0,3-5 2 0,6-3-11 0,2 3-30 15,0-5-45-15,9-4-71 0,0-3-102 16,-12-5-116-16,12-4-414 0,2-9-844 0,-7 1 374 16</inkml:trace>
  <inkml:trace contextRef="#ctx0" brushRef="#br0" timeOffset="5388.35">7440 2446 144 0,'0'-6'320'0,"0"6"-30"0,0 0-26 0,0-2-22 16,0 2-29-16,0 0-25 0,0 0-22 15,0 0-22-15,0 0-12 0,0 0-17 0,0 0-13 0,0 0-6 16,-4 13-9-16,2-7-12 0,-1 4-12 0,1 0-13 16,-6 5-24-16,3 1-29 0,-3-2-23 0,2 3-19 15,-2-3-31-15,-2 3-28 0,1-2-51 0,0-5-59 16,0 0-135-16,4-1-379 0,1-3 168 0</inkml:trace>
  <inkml:trace contextRef="#ctx0" brushRef="#br0" timeOffset="5583.07">7652 2426 118 0,'0'0'351'0,"3"-3"-34"0,-3 3-33 15,0 0-34-15,0 0-28 0,0 0-24 0,0 0-19 16,-10 18-15-16,2-6-16 0,-2 4-14 0,-3 6-17 16,-2 0-20-16,2 4-55 0,-1-1-42 0,2 1-57 15,6 1-67-15,-3-1-80 0,4-9-169 0,0 3-404 16,-2-6 179-16</inkml:trace>
  <inkml:trace contextRef="#ctx0" brushRef="#br0" timeOffset="6601.78">7932 2831 315 0,'0'-4'323'0,"0"4"-9"0,0-4-3 0,0 4-8 16,0 0-3-16,-2-3-19 0,2 3-18 0,0 0-13 15,0 0-28-15,0 0-20 0,0 0-15 0,0 0-29 16,0 0-6-16,0 0-27 0,0 0-17 0,-3-5-20 15,3 5-28-15,0 0-7 0,0 0-4 0,-2 12-4 16,0-4-9-16,1 3-23 0,-2-1 22 0,1 3-14 16,-1 5 4-16,-1 0-4 0,1 1 1 0,0-1-2 15,2 7 0-15,-2-5-1 0,2-1-5 0,1 0 1 16,0-1-4-16,1-2-4 0,-1-1 16 0,2-2-4 16,-1-4-3-16,2 1-3 0,-2 0-7 0,1-4 6 15,-1-1 1-15,3-2 7 0,0 2-1 16,0-1 14-16,1-1 8 0,2-3 8 0,3 0 1 0,1-3-5 15,7-4-4-15,-4 0-2 0,5-2-3 0,7-11-2 16,-3 4-2-16,1-2-3 0,-1-4-6 0,3-2-1 16,-2 0 0-16,-1-1-2 0,-2 1-4 0,-1 0-6 15,-2 2 0-15,-3-1 2 0,-2 8 8 16,-5-2 18-16,2 0 13 0,-5 2 4 0,1 1 8 0,-2 2 7 16,-2 2 2-16,-1-2-9 0,0 3 1 0,0-2-12 15,-2 6 3-15,0-2-12 0,-3 0-7 0,1 4-14 16,1-2-5-16,-3 3-14 0,-1-1-11 0,-1 2-9 15,7 1-2-15,-18 2-2 0,9 3-7 16,-1 0-11-16,1-1-12 0,1 2-11 0,-1 1-11 0,4 0-11 16,0 3-4-16,1-3 11 0,3 2 7 15,1 2 1-15,1-2 2 0,7-2-8 0,3 3-22 0,6-3-53 16,14 3-57-16,-1-4-68 0,5-2-100 0,-1-3-270 16,7-2-697-16,-5-2 308 0</inkml:trace>
  <inkml:trace contextRef="#ctx0" brushRef="#br0" timeOffset="7183.53">9081 2907 91 0,'-13'2'235'0,"3"1"-9"15,1-1-13-15,0 1-13 0,1 0-11 0,2-2-19 16,-2 0-14-16,5 1-17 0,3-2-13 0,-8 2-9 16,8-2-5-16,-8 0 3 0,8 0 3 0,0 0 0 15,-6 0 1-15,6 0-4 0,0 0 0 0,0 0 2 16,0 0-5-16,0 0-5 0,-8 0 5 0,8 0-1 16,0 0-8-16,0 0-33 0,0 0 35 0,0 0-21 15,0 0-7-15,0 0-2 0,-5 1-12 0,5-1 4 16,0 0-7-16,0 0 2 0,0 0-1 0,0 0-11 15,0 0-1-15,0 0-3 0,0 0 8 0,0 0-8 16,0 0 0-16,0 0 4 0,0 0 3 16,0 0 3-16,0 0-9 0,0 0 1 0,0 0-10 15,37-6-6-15,-9 2-6 0,4-1 2 0,7 2-13 16,10-6-12-16,5 7 25 0,-1-4-11 0,3 5-23 16,-3-2 20-16,1 2 4 0,-14-4-8 0,-2 3 6 15,-7 0-5-15,-2 0-5 0,-9-1 4 0,-2 3 2 16,-6 0-7-16,-3-2 6 0,-2 2 3 0,0 0-2 15,-1 0-2-15,-6 0-13 0,9 0-14 0,-9 0-20 16,5-1-44-16,-5 1-51 0,0 0-52 0,0 0-62 0,-22 1-84 16,5-1-322-16,4 2-704 0,1-1 312 15</inkml:trace>
  <inkml:trace contextRef="#ctx0" brushRef="#br0" timeOffset="8249.94">10608 2721 173 0,'0'0'275'0,"0"-3"-17"0,0 3-13 15,0-5-10-15,0 5-17 0,0 0-25 0,0 0-20 0,0 0-20 16,0-6-20-16,0 6-22 0,0 0-8 0,0 0-11 16,0 0-10-16,-1 14-8 0,-2-5-5 0,3-1-7 15,-1 9-6-15,-2-1-3 0,2 1-5 0,1 3-1 16,-4-1-8-16,3 7-6 0,1-2 4 15,-3 2-4-15,3-2-3 0,3 4-2 0,-2-10-5 16,3 1 0-16,0-2-3 0,0 0 0 0,1-2 0 16,-4-1 1-16,3-7-3 0,-3 3 3 0,2-3 0 15,-2-2 20-15,3-1 10 0,0 0 12 0,-4-4 25 0,11 2-3 16,-3-2 14-16,-8 0 12 0,23-5-8 16,-13 0-1-16,4-5-1 0,3-1-14 0,0-2 6 15,2-7-11-15,1-1-8 0,-2-1-7 0,-1-2-24 16,3 0 12-16,-6-1-9 0,4 3 1 0,-8 6 0 15,0-1 11-15,-2 0 10 0,-2 2 1 0,1 3 1 16,-2 3 18-16,0-1 15 0,0 2 8 0,-1 4 2 0,-2-4-8 16,2 6-9-16,-2-2-11 0,0 1-10 15,-2 3-10-15,3-7-6 0,-1 5-6 0,-2 2-21 16,0 0-16-16,0 0-15 0,0 0-17 0,0 0-13 16,0 0-20-16,0 0-12 0,0 0 1 0,0 0 8 15,0 0 2-15,-13 14 5 0,7-5 8 0,0 1 5 16,1 0-5-16,0 2 10 0,-2 2 0 0,0 3 7 15,-2-2 4-15,2 2-3 0,2 1 2 0,1 2 7 16,3 0-3-16,-4-3 2 0,5 2-2 0,0-2-2 16,4-5 6-16,-2 4 3 0,2 0 5 0,1-3 2 15,3-2-2-15,-3 0 3 0,9 0 1 0,0 1 1 16,4-2 2-16,2-3 0 0,6 1 2 0,3-1-16 16,3-5-35-16,4 0-72 0,1-2-104 0,-1-5-127 15,16-6-424-15,1-5-834 0,-1-3 369 0</inkml:trace>
  <inkml:trace contextRef="#ctx0" brushRef="#br0" timeOffset="9168.54">11427 2732 22 0,'-2'-4'344'0,"2"4"-3"0,0 0-21 15,-2-5-13-15,2 5-16 0,0 0-20 0,-1-3-18 16,1 3-20-16,0 0-25 0,0 0-28 0,-2-2-21 15,2 2-17-15,0 0-26 0,0 0-8 0,0 0-30 16,0 0 11-16,5 9-18 0,-4-1-2 0,3-2-14 16,-2 6 3-16,2-1-11 0,1 6 5 0,-1 0-15 15,0 2 3-15,-2 0-7 0,2 0-2 0,1 0-25 16,-1 1 17-16,0 0 2 0,0-2-3 16,-2 1-2-16,1-3-3 0,1-1 0 0,-3-3-19 0,2-2 15 15,-2-2-1-15,-1-2 10 0,0-3-13 16,1 4 11-16,3-3 31 0,-4-4 32 0,1 6 47 0,-1-6 45 15,0 0 36-15,0 0 31 0,0 0-25 0,0 0-27 16,13-17-17-16,-4 5-15 0,1-5-18 16,2-5-13-16,3-2-16 0,-1-2-12 0,4-4-10 15,-3 0-4-15,1 0-17 0,0 0-6 0,0 4-8 16,-5 0-3-16,-1 2-2 0,-1 7-6 0,-4 2-1 16,3 0-9-16,-4 5 0 0,1 2-1 0,-2 2-10 15,-1-1-5-15,-1 2-7 0,3 1-23 0,-4 1-30 16,0 3-52-16,4-5-51 0,-4 5-54 0,3-3-59 15,-3 3-8-15,0 0-29 0,0 0-31 0,1 13-39 16,-1-13-35-16,-4 12-357 0,4-5-820 0,0-2 363 16</inkml:trace>
  <inkml:trace contextRef="#ctx0" brushRef="#br0" timeOffset="9486.27">12005 2480 78 0,'0'-5'358'0,"2"2"-19"0,-2 3-16 16,1-3-22-16,-1 3-22 0,0 0-29 15,0 0-28-15,0 0-23 0,0-5-22 0,0 5-32 0,0 0-19 16,0 0-18-16,0 0-24 0,0 0 8 0,-12 15-13 16,7-7-1-16,0-1-11 0,-3 5-10 0,-1 1-12 15,0 2-34-15,0-1-18 0,2 2-24 0,-4-2-33 16,2 3-28-16,-1-3-32 0,1 3-33 16,5-5-42-16,-1-2-36 0,0-2-184 0,1-1-453 15,4-1 201-15</inkml:trace>
  <inkml:trace contextRef="#ctx0" brushRef="#br0" timeOffset="9696.43">12179 2488 226 0,'1'-2'385'15,"-1"2"-32"-15,0 0-44 0,0 0-31 0,0-6-32 16,0 6-30-16,0 0-18 0,0 0-25 0,0 0-18 15,-5 12-17-15,1-3-8 0,0 0-15 0,0 4-10 16,0 3-11-16,-2 0-34 0,2 0-31 0,-1 1-32 16,4 2-37-16,-2 0-42 0,-2-1-51 0,5-2-71 15,-5-1-254-15,0-5-497 0,1-1 220 0</inkml:trace>
  <inkml:trace contextRef="#ctx0" brushRef="#br0" timeOffset="10735.49">12262 2135 67 0,'-2'-4'350'0,"1"1"-22"0,1 3-23 0,-3-7-24 15,3 7-22-15,-1-2-48 0,1 2 3 0,-2-3-27 16,2 3-36-16,0 0-7 0,0 0-9 0,0 0-26 15,0 0-21-15,0 0-15 0,0 0-5 0,0 0-5 16,11 7 4-16,-4-1-18 0,5 2 2 0,-1-3-3 16,5 5-12-16,-2-3-14 0,5 1 0 0,-2-1-11 15,1 3-1-15,-4-5-5 0,6 2-2 0,-7-5-4 16,5 3-2-16,-6 0 3 0,1-3-5 0,-3-2 13 16,0-2-2-16,1 2 16 0,-2-2 15 0,-2 1 11 15,4-3 22-15,-6 1 18 0,-1-2-5 0,1-3 7 16,-1 3-9-16,1-1 7 0,-1 1 6 0,-3 0-2 15,4-1 0-15,-2 1-3 0,-2 0-2 0,-1 5 6 16,4-10-4-16,-3 10-15 0,2-3 2 0,-3 3-8 16,1-5-7-16,-1 5-4 0,3-4-9 0,-3 4-3 15,0 0-8-15,0 0-10 0,1-5-14 0,-1 5-17 16,0 0-23-16,0 0-19 0,0 0-37 0,0 0-9 16,0 0 1-16,0 16 14 0,-1-5 9 0,-3 16 8 15,-4 6 5-15,-2 13 9 0,-3 5 5 0,-1 4 5 16,-13 26 5-16,4-3 8 0,7-23 1 0,2 2 0 15,-2-2 1-15,6 0 6 0,1-2 4 0,4 0 6 16,1 0 1-16,3 0 3 0,-3-7-3 0,2-10 1 16,2-1 5-16,1 0 1 0,-1-1 6 0,1 0 1 15,-2-5 3-15,2 1 5 0,-1-2-9 16,1 0-2-16,-2-10 3 0,2 1 0 0,-2-2 2 16,1 0-10-16,0-1 6 0,0-4 3 0,-1-3-23 0,2 4 22 15,-2-4-2-15,0-2 3 0,1 1 3 0,0-2-7 16,-3 0-1-16,3 0-3 0,0-6 1 0,0 9 1 15,0-5 2-15,0-4-1 0,0 7-4 0,0-7 6 16,-1 4-3-16,1-4 3 0,0 0-5 16,0 0 6-16,0 0 5 0,1 6 18 0,-1-6-5 15,0 0 8-15,0 0 0 0,0 0 4 0,0 0 3 0,0 0 5 16,0 0 6-16,0 0 3 0,0 0 1 0,0 0 7 16,0 0 0-16,0 0-3 0,0 0 0 0,0 0-1 15,0 0 4-15,0 0-2 0,0 0-3 16,0 0-7-16,0 0 9 0,0 0 0 0,0 0-2 15,0 0 1-15,0 0 2 0,0 0 0 0,0 0 3 16,0 0-1-16,0 0-6 0,0 0-3 0,0 0-6 16,0 0-5-16,0 0-6 0,0 0-7 0,-23-3-10 15,5 2 0-15,-10 0-5 0,-9 1 2 0,-16-1-3 0,-4-1-4 16,1 2-2-16,-4 2 2 0,20-1-5 16,2 0 1-16,3 0 0 0,2 2-5 0,12-1-17 0,2 2-11 15,1-2-14-15,3 2-12 0,4-2-21 16,1-1-16-16,2 2-1 0,8-3-17 0,-12 1-13 15,12-1-2-15,-9 3-3 0,9-3 11 0,0 0 11 16,0 0 7-16,0 0 16 0,0 0 7 0,-10 2-9 0,10-2 23 16,0 0 5-16,0 0 8 0,0 0 4 0,0 0 10 15,0 0 1-15,0 0-20 0,0 0 7 16,0 0-22-16,0 0-92 0,0 0-101 0,-2-9-116 16,2 9-246-16,0 0-673 0,11-16 298 0</inkml:trace>
  <inkml:trace contextRef="#ctx0" brushRef="#br0" timeOffset="13480.85">13199 2835 48 0,'0'0'143'16,"-6"1"-8"-16,6-1-11 0,-7 0-11 0,7 0-10 15,0 0-13-15,0 0-2 0,-9 0-10 0,9 0-7 16,0 0 0-16,0 0-14 0,0 0-2 0,-6 1 4 16,6-1-3-16,0 0 1 0,0 0-9 0,0 0 0 15,0 0 0-15,0 0-3 0,0 0-2 0,0 0-2 16,0 0-4-16,0 0 0 0,0 0 5 0,0 0-4 15,0 0 5-15,0 0-2 0,0 0-2 0,0 0-3 16,0 0 0-16,0 0 1 0,0 0-3 0,0 0-1 16,0 0 0-16,0 0-6 0,0 0 4 0,0 0-4 15,0 0 2-15,0 0-5 0,0 0 1 0,0 0-9 16,0 0 2-16,0 0 0 0,0 0-1 0,0 0 0 16,0 0-3-16,0 0 0 0,0 0-1 0,0 0-6 15,0 0 5-15,0 0-8 0,0 0 1 0,0 0 1 16,0 0-1-16,0 0 1 0,0 0 27 0,0 0-8 15,0 0 3-15,0 0-5 0,0 0-3 0,0 0-3 16,0 0 0-16,0 0-3 0,0 0 0 0,0 0-1 16,0 0 1-16,0 0-1 0,0 0-2 0,0 0 2 15,0 0-2-15,0 0-3 0,0 0 3 0,0 0-5 16,0 0 2-16,15 2-1 0,-15-2-2 0,0 0 1 16,0 0-3-16,0 0 0 0,0 0 0 0,0 0 2 15,7 3-3-15,-7-3 2 0,0 0-3 0,0 0 3 16,0 0-3-16,0 0 4 0,0 0-6 0,0 0 1 15,0 0 1-15,0 0 1 0,0 0-2 0,0 0 1 16,0 0-3-16,0 0 1 0,0 0-1 0,0 0 1 16,0 0 1-16,0 0 0 0,0 0-1 0,0 0-1 15,0 0 3-15,13-3 1 0,-9 6 2 0,5-6 0 16,5 6 2-16,6-6 1 0,12 3 2 0,4-2-1 16,16 1-2-16,-2-1-2 0,9-2 3 0,-3 1-5 15,8 1 3-15,-4-1 1 0,3 2-2 0,-6-5-1 16,-2 4 3-16,-14-1-5 0,-4 2 4 0,-4 1-5 15,-3-1 0-15,-9-2 3 0,-3 3 0 0,-5-1 0 16,-2 1 3-16,-3-1-1 0,0 1 4 0,-3-2-7 16,-5 2 7-16,11-1-1 0,-11 1-5 0,8-2-5 15,-8 2-27-15,0 0-18 0,0 0-24 0,0 0-22 16,0 0-35-16,0 0-30 0,-21-4-45 16,21 4-163-16,-11-2-396 0,6-1 175 0</inkml:trace>
  <inkml:trace contextRef="#ctx0" brushRef="#br0" timeOffset="14079.54">14178 2514 8 0,'0'0'212'0,"0"0"-22"16,0 0-16-16,0 0-21 0,4-1-15 0,-4 1-12 15,7-3-15-15,-7 3-13 0,11 0-4 0,2 0-13 16,2 0-5-16,-1 3-10 0,0-2-5 0,6 2-5 15,6 0 0-15,6 2-2 0,-6 0-4 0,4 1-5 16,-3 2-4-16,-1 0-4 0,-7 0-2 16,0 2-2-16,4 3-4 0,-5-4-4 0,-1 4-2 15,-6 1-8-15,1 1 4 0,-6-1-3 0,0 2-3 0,-3 1-2 16,-8 1-2-16,0 3 3 0,-10 0 3 16,-1 4-7-16,-6-3-3 0,-1 3 4 0,0-6-1 15,-5 2 0-15,-1-3 1 0,1 3 5 0,-3-3-1 16,3-1 6-16,0 0 0 0,-2-2 1 0,6 1 0 15,6-7-1-15,-2-1 0 0,8-2-4 0,0 0 2 16,3-1-2-16,0 0-1 0,2-3-4 0,1 2 0 16,1-3 6-16,5-1 7 0,-8 5 5 0,8-5 4 0,-4 5 3 15,4-5 14-15,0 0 16 0,0 0 10 0,0 0-3 16,26 1-2-16,-11 0-9 0,4-3 0 16,7-2-1-16,3 0 7 0,2 2-13 0,1 0-4 15,-1-2-4-15,-10 2-11 0,9 1 1 0,-3-2-6 16,-6 3-2-16,-1-3-2 0,-3 3-5 0,-4 0 2 15,1 0-4-15,-5-3-3 0,0 3-2 0,-9 0 0 16,13-1 2-16,-13 1-18 0,6-1-12 0,-6 1-12 16,0 0-23-16,11 0-6 0,-11 0-38 0,0 0-41 15,0 0-42-15,0 0-69 0,0 0-223 0,-12-13-505 16,12 13 225-16</inkml:trace>
  <inkml:trace contextRef="#ctx0" brushRef="#br0" timeOffset="14632.74">14729 2648 224 0,'4'-4'240'0,"2"2"-22"0,3-1-29 16,3 2-14-16,-1 0-21 0,2 2-12 0,2 0-10 15,3 6-18-15,-4-2-15 0,4 2-10 0,-1 0-8 16,-2 5-2-16,-1-2-15 0,-1 4-3 16,-4-1-8-16,5 3-5 0,-9 1-5 0,3-2-4 15,-7 3-3-15,0 0-3 0,-3-1-3 0,-5 3-1 0,-2 4-2 16,-1-9-3-16,-4 9 0 0,-4-5-2 0,-1 1 0 16,-1-4-2-16,4-6 3 0,-7 7-2 0,7-8 6 15,-1-1 1-15,-1-1 5 0,3-1 3 16,2-2 8-16,4 0 13 0,1-1 20 0,2-3 25 15,1 5 25-15,5-5 33 0,-9 1 23 0,9-1-10 16,0 0-22-16,0-12-19 0,6 1-12 0,7-1-12 16,1-3-7-16,8-4-17 0,5-2-12 0,-1-2-7 15,4-3-9-15,11-3-9 0,-3 0-1 0,-7 7-10 0,-7 1-2 16,4 1-2-16,-6 3-8 0,-1-1-3 16,-6 6 6-16,-5 1-6 0,3 0 6 0,-6 5 2 15,2-1 13-15,-5 2-1 0,0 0-4 0,0-1 0 16,2 4-9-16,-6 2 1 0,4-4-19 0,-4 4-11 15,5-3-35-15,-5 3 7 0,0 0 2 0,-11 13 2 16,-1-2 1-16,-2 2 9 0,0 3-1 0,-4 3 4 16,2 4 0-16,1 2 4 0,-1 0 2 0,8 0-7 15,-1 0-8-15,3 2 11 0,5 0-5 0,8-2 4 16,-3-5 8-16,9 1-3 0,-4-4 3 0,17 3-2 16,3-5-8-16,5-4-25 0,16 1-61 0,8-4-65 15,-2-2-92-15,5-6-134 0,-2-2-244 0,0-3-687 16,-8-2 305-16</inkml:trace>
  <inkml:trace contextRef="#ctx0" brushRef="#br0" timeOffset="15430.92">15621 2329 42 0,'0'-9'240'0,"0"2"-10"0,1-1-10 15,-1 1-9-15,3 0 0 0,-2 1-9 0,2 1-5 16,-2-2-15-16,0 4-10 0,-1-1-19 0,3-1-22 15,-3 1-11-15,0 4-12 0,4-1-14 0,-4 1-9 0,0 0-12 16,11 14-8-16,-8-1-6 0,-1 11-7 16,2 5-5-16,-3 8-1 0,-3 13-3 0,-3 4-3 15,-4 1-2-15,-3 1-3 0,-3 2-6 0,1-6 0 16,2 2 1-16,-3-5-7 0,6-3-1 0,-4-2-4 16,8-8 6-16,-3 12-3 0,3-17 2 0,1 1-8 15,1-3 2-15,0-2-5 0,-1 0 2 0,3-9-3 16,0 2 0-16,0-6-2 0,1 0 0 0,-2-2-1 15,4-3 3-15,-2 0-6 0,-2 0 1 0,2-4-1 16,0 2-1-16,0-2 3 0,0-2-17 0,0-3 16 16,-2 8 4-16,2-8-6 0,0 5 3 0,0-5-3 15,0 0-1-15,0 0 5 0,0 4-2 0,0-4-9 16,0 0 9-16,0 0-1 0,2 5-1 0,-2-5 3 16,0 0 2-16,0 0 1 0,0 0 4 0,5 5 12 15,2-3 9-15,4-2 1 0,-1 2 4 0,12-4-5 16,10 2 2-16,5-3-9 0,16-2-1 0,1-3-2 15,5 0-2-15,4 1-38 0,-6-3-62 0,2-3-91 16,-5-5-128-16,-3-2-256 0,-3-1-596 0,-3-4 265 16</inkml:trace>
  <inkml:trace contextRef="#ctx0" brushRef="#br0" timeOffset="15868.21">15708 2273 173 0,'0'0'217'0,"0"0"-9"0,0 0-18 0,-5 3-16 15,5-3-16-15,0 0-16 0,0 0-11 0,0 0-18 16,33-3-6-16,-4 1-14 0,8 2-7 0,15-5-25 0,3-2-39 16,1 1-54-16,5-3-71 0,-3 1-187 0,-1-1-315 15,-1 2 140-15</inkml:trace>
  <inkml:trace contextRef="#ctx0" brushRef="#br0" timeOffset="16600.84">16427 2536 270 0,'0'-5'344'0,"0"1"-12"0,0 0-20 16,0 0-20-16,0 4-29 0,0-6-18 0,0 6-27 16,0-3-31-16,0 3-20 0,0 0-16 0,0 0-18 15,0 0-29-15,0 0-6 0,0 0-16 0,0 0-20 16,-1 20 7-16,-2-8-4 0,2 5-8 0,-1 0-5 16,0 5-7-16,0 4-3 0,-1-2-4 0,-1 1-6 15,4 0-1-15,0-5 1 0,0 0-6 0,-3-1-5 16,6 0-4-16,-1 1 2 0,0-2 0 0,2 0 1 15,1-1 0-15,-1-4-2 0,1-4 2 0,-1 2-1 16,2-2-5-16,-4-1 2 0,1-2-1 0,1-2 5 16,4 1 16-16,-3-2 8 0,5-1 2 0,-2-2 13 15,-8 0 9-15,23-7 5 0,-12 2-5 0,0 0 14 16,4-7-4-16,-3 2-3 0,1-1-7 0,0-5-5 16,1 0-7-16,2-7-2 0,0 1-8 0,-3-3-11 15,1 1 4-15,-1 2-7 0,0-1 1 16,-6 5 10-16,1 1 7 0,-3 0 15 0,-1 2 3 0,1 5-3 15,0-3 7-15,-1 6 2 0,-1-1-2 0,-2 3-7 16,0 2-14-16,-1-2-1 0,3 1-10 0,-2-1-14 16,-1 5-28-16,3-1-34 0,-3 1-33 0,0 0-27 15,0 0 10-15,0 0 10 0,-4 18 7 0,0-6 14 16,-1 5-5-16,-3 0-7 0,2 2 24 16,-2 5 7-16,-1 1-2 0,0-2 12 0,3-3 2 15,-1 5-1-15,2-6 7 0,4-2 2 0,-2 2 4 0,2-5-1 16,1-2 5-16,0-1 2 0,0-2 9 15,0 1-2-15,4-3 9 0,-1-1 4 0,4 3 3 0,1-3 7 16,11 2 0-16,3-4 2 0,7 1 2 16,7-5-6-16,2 1-1 0,16-2-36 0,-17 0-34 15,17-5-63-15,-17-3-81 0,14-3-97 0,-4-5-133 16,-11 0-246-16,12-5-724 0,-17 3 321 0</inkml:trace>
  <inkml:trace contextRef="#ctx0" brushRef="#br0" timeOffset="17001.22">17120 2253 31 0,'0'-2'348'0,"0"2"-29"0,0-5-30 16,0 5-29-16,0 0-30 0,0 0-27 0,0-5-28 0,0 5-14 15,0 0-18-15,0 0-13 0,-7 13-15 0,2-2-8 16,-1 0-14-16,-2 4-6 0,1 3-42 16,0 0-33-16,-5 6-41 0,1-2-47 0,-3 2-64 15,8-3-72-15,-1-4-171 0,1-1-412 0,1-3 182 16</inkml:trace>
  <inkml:trace contextRef="#ctx0" brushRef="#br0" timeOffset="17498.07">17452 2607 207 0,'0'0'354'0,"0"0"-19"0,1-14-24 16,-1 14-18-16,0 0-17 0,4-2-21 0,-4 2-22 16,0 0-19-16,0 0-26 0,0 0-24 0,0 0-24 15,0 0-15-15,0 0-4 0,0 0-25 0,0 0-7 16,0 0-14-16,9 11-2 0,-6-6-10 0,0 2-6 15,0 1-6-15,2 4-10 0,-2-2-4 0,3 6-4 16,-2 1-4-16,1-2 5 0,1 3-10 16,-2 0 1-16,4 1 0 0,-5 0-4 0,3-3 4 15,-2 0-7-15,-1-5 4 0,0 1-3 0,2-3-10 0,-2-3 7 16,-2 0-5-16,0 0 0 0,2-2 2 0,-3-4 20 16,1 7 44-16,2-4 36 0,-3-3 44 15,1 2 37-15,-1-2 29 0,0 0-14 0,0 0-20 16,14-12-24-16,-9 4-14 0,4-6-15 0,3-1-11 15,-2-2-21-15,4-6-6 0,4-2-12 0,-4-4-14 16,4 0-15-16,0-4-8 0,6-7-14 0,-5 9-15 16,-5 4-1-16,2 3-3 0,0 1-5 0,-7 7-19 0,-1 2-19 15,-3 5-8-15,0 1-27 0,-1 3-29 0,-2-2-51 16,2 3-46-16,0 2-69 0,1 0-31 16,-5 2-29-16,0 0-32 0,13 10-49 0,-7-4-321 15,-1 0-778-15,1 2 344 0</inkml:trace>
  <inkml:trace contextRef="#ctx0" brushRef="#br0" timeOffset="17838.73">18097 2720 121 0,'-3'0'285'0,"3"0"-22"0,-7 1-23 0,7-1-15 16,-5 0-15-16,5 0-8 0,0 0-11 0,0 0-11 15,-7 0-8-15,7 0-2 0,0 0-20 0,0 0 11 16,0 0-9-16,0 0-12 0,0 0-5 16,0 0-15-16,0 0-15 0,0 0-8 0,21-1-16 0,-2-3-5 15,3 2-4-15,6-2-9 0,0 1-6 0,3 1-6 16,2-1-6-16,2 2-19 0,-2-4 14 0,-1 3 9 15,-2 0 9-15,0-1 0 0,-11 0-4 16,0 2 10-16,-8 0-2 0,2-1 3 0,-5 1-15 16,-1 0 5-16,-7 1-13 0,10 0-5 0,-6 0-30 15,-4 0-41-15,0 0-59 0,7-3-41 0,-7 3-69 16,0 0-76-16,0 0-336 0,0 0-666 0,0 0 295 16</inkml:trace>
  <inkml:trace contextRef="#ctx0" brushRef="#br0" timeOffset="18731.53">18965 2526 56 0,'0'-6'281'0,"0"0"-7"16,0 1-10-16,0 1-9 0,0 4-14 0,0-7-5 16,1 3-19-16,-1 4-28 0,2-6-8 0,-2 6-30 15,0-4-13-15,0 4-31 0,0 0-3 0,0 0-15 16,0 0-5-16,0 0-8 0,0 17-16 0,1-8-5 15,-2 3-16-15,1 5 9 0,0 0-8 0,-2 3-2 16,1 7-4-16,1-6-4 0,0 3-1 0,-1-5-5 16,2 6-1-16,2-6-1 0,-1 7-1 0,-1-10-1 15,3 2 2-15,1-2-5 0,1 0 2 0,0-6-4 16,0 2 4-16,-3-6-7 0,3 2 4 16,-2-1 2-16,-1-1 8 0,4-3 33 0,-2 1 18 15,3-4 13-15,2 0 5 0,4 0 6 0,-2-6-1 0,7-1-7 16,-7 0-5-16,4-2-2 0,1-4-14 0,3-6-1 15,-1-2-7-15,-1 1-5 0,0-5-6 0,0-1-12 16,1 1-5-16,0-1-5 0,-2 0 0 16,-2 0 9-16,-2 3 16 0,-4 7 11 0,-1 0 5 15,-2 2 7-15,-1 2 7 0,-1 3 14 0,0-1 2 16,-1 5-5-16,-1-1-12 0,0 3-11 0,0-2-11 16,-1 2-15-16,-1 3-26 0,1-4-28 0,-1 4-34 15,0 0-35-15,0 0-22 0,0 0 9 0,0 0 17 16,-2 17-1-16,-2-5 12 0,-1 7 7 0,-2-3 7 15,1 2 1-15,0 8 4 0,-2-4-3 0,4-3 12 16,-1-1 5-16,4 1 4 0,-2-2 3 0,3-1 11 16,4 1-4-16,0-6 9 0,5 6-3 0,1-3 3 15,6-2 8-15,3-3-4 0,9 3-20 0,6-6-36 16,3-2-76-16,1-1-88 0,15-4-93 0,-12-3-390 16,13-4-761-16,-15 2 337 0</inkml:trace>
  <inkml:trace contextRef="#ctx0" brushRef="#br0" timeOffset="19795.55">19826 2498 247 0,'0'0'334'0,"0"0"-22"0,0-5-23 0,0 5-24 16,0 0-34-16,0 0-23 0,0 0-21 0,0-4-20 15,0 4-22-15,0 0-16 0,0 0-19 0,0 0-13 0,0 0-14 16,0 0-10-16,4 17-9 0,-4-6-3 0,0 2-11 15,3 3 2-15,-2 1-8 0,-1 1-5 0,0 2-5 16,1 0-3-16,1-2-3 0,0 2-1 0,2-2-3 16,-3 1 4-16,-1 1-9 0,1-1-3 15,1-4 0-15,-1-3 0 0,0 2-4 0,1-4 0 16,0 0-2-16,-2-2 1 0,1-2-1 0,1-2 3 16,-2 0 0-16,0 1 36 0,0-5 25 0,2 4 30 15,-2-4 30-15,2 4 24 0,-2-4 28 0,0 0 25 16,1 3 23-16,-1-3 15 0,0 0-4 0,0 0-37 15,11-12-21-15,-4 3-12 0,4-6-20 0,1 1-23 16,3-10-7-16,4 2-12 0,-2-1-13 0,1 2-13 16,-3-1-8-16,2 1-8 0,-3 0-9 0,-4 4-2 15,3 2-8-15,-4 2-7 0,1-2-5 0,-2 4-1 16,-3 1-5-16,0 3-8 0,-3 0 1 0,3 2-3 16,-1 0-6-16,-3 0-1 0,1 2-11 0,-1 0-19 15,-1 3-29-15,5-4-35 0,-5 4-40 0,0 0-31 16,0 0-43-16,4-4-42 0,-4 4-46 0,0 0-31 15,0 0-5-15,0 0-23 0,0 0-34 0,0 11-44 16,0-11-281-16,0 8-756 0,0-8 335 0</inkml:trace>
  <inkml:trace contextRef="#ctx0" brushRef="#br0" timeOffset="20229.03">20419 2326 328 0,'0'0'357'0,"0"-4"-26"0,0 4-23 0,0 0-22 16,0 0-25-16,0 0-26 0,3-3-17 0,-3 3-31 0,0 0-21 16,0 0-8-16,0 0-30 0,0 0-34 15,0 0-26-15,0 0-3 0,0 0-12 0,-7 10-2 16,0-4-9-16,-1 5-2 0,0-2-4 0,-2 5-1 16,1 1-4-16,0 2 2 0,-5-4-8 0,5 4-3 15,0-5-7-15,-1 3 2 0,1 1-12 0,3-6 12 16,-1 0-3-16,3-1-4 0,-2-2 0 0,1-2 2 15,4 2-2-15,0-3-1 0,-1 0 3 0,0-3 1 16,0 3 5-16,2-4 0 0,-2 2 1 0,2-2 3 16,-1 5-1-16,1-5 2 0,0 0-6 0,-4 2 0 15,4-2-8-15,0 0-21 0,0 0-27 0,0 0-34 16,0 0-42-16,0 0-53 0,0 0-110 0,0 0-253 16,0 0-574-16,0 0 255 0</inkml:trace>
  <inkml:trace contextRef="#ctx0" brushRef="#br0" timeOffset="21315.59">20364 2002 236 0,'0'0'234'0,"0"0"-20"0,0-4-22 0,0 4-17 15,0 0-23-15,0 0-11 0,-5-2-19 0,5 2-12 16,0 0-14-16,0 0-6 0,0 0-7 0,18 4-8 16,-8-2-13-16,-1 1-2 0,3-1-8 0,3 1-3 15,0 1-6-15,-1-1-8 0,4-1 0 0,2 1-4 16,-3 1-2-16,-5-3-34 0,1 1 7 16,1-4-1-16,-3 4-1 0,2-4 3 0,-7 1 12 15,2 1 26-15,-3-2 19 0,4 0 24 0,-9 2 12 16,9 0 2-16,-5-1-7 0,-4 1 0 0,8-2 11 0,-6 0-3 15,-2 2 3-15,4 0-7 0,-4 0 3 16,0 0-16-16,8-3-6 0,-8 3-18 0,0 0 0 16,0 0-8-16,0 0-16 0,5-1 5 0,-5 1-11 15,0 0-2-15,0 0-9 0,0 0-20 0,0 0-19 16,0 0-24-16,4 6 5 0,-4-1-1 0,1 5 5 16,-2 4 2-16,1 3 6 0,0 12 2 0,0 6 4 15,-3 15 4-15,-1 3 2 0,-2 3 6 0,1 4-2 16,0 24 3-16,2-30 2 0,3-1 2 0,-1-1 2 15,2-1 8-15,-2-6-9 0,2-9 6 0,-1-2-2 16,3 0-2-16,-2-3 3 0,0-1 0 0,-1-2 1 16,-1-1-2-16,0-2 4 0,-2-6-3 0,3-2 5 15,-1 2 1-15,-2-3-5 0,2 0 1 0,-2-5-1 16,2-1 1-16,0 0 1 0,-2 2-1 0,2-4 1 16,-2-2 1-16,2-1-2 0,1 3 2 0,-5-3-3 15,4 1 5-15,-2 0 15 0,2-2 0 0,-4 2 7 16,2 0 5-16,-2-3 6 0,-3 2-1 0,-2 0 1 15,-3-1-2-15,-6 3-5 0,-11-2-2 0,-5 0 1 16,-16-5-4-16,-5 0-39 0,-7-1-53 0,-2 0-75 16,0-2-81-16,4-4-115 0,6 0-183 0,20 0-560 15,6-6 248-15</inkml:trace>
  <inkml:trace contextRef="#ctx0" brushRef="#br0" timeOffset="26411.93">21297 2735 24 0,'-9'0'163'0,"3"-3"3"0,6 3-26 15,-12 0-6-15,12 0-13 0,-4-1 4 0,4 1-21 0,0 0-2 16,-10 0-13-16,10 0-9 0,0 0-2 0,0 0-10 16,0 0-8-16,0 0-6 0,0 0-4 0,-9 0-7 15,9 0-2-15,0 0-11 0,0 0-2 0,0 0 1 16,0 0 12-16,0 0-1 0,-5 1 4 0,5-1 7 16,0 0-1-16,0 0 5 0,0 0 0 15,0 0-3-15,0 0-1 0,0 0-4 0,0 0 0 0,0 0-3 16,0 0-4-16,0 0 1 0,0 0-4 0,-4 3-3 15,4-3-5-15,-9 2-1 0,9-2-4 0,-2 1 2 16,2-1-6-16,-4 2 2 0,4-2-10 0,0 0 4 16,0 0-2-16,0 0 6 0,0 0 5 15,0 0-3-15,0 0 2 0,0 0-2 0,0 0-1 16,32-2-3-16,-4-4 32 0,8 1-7 0,2-1-3 0,12-1-5 16,6 0-6-16,0 2-1 0,-1 0-2 0,-1-3-4 15,-16 5 0-15,1-2-4 0,-3 4-4 16,-6-4-32-16,-9 3-22 0,-3-2-33 0,-6 3-30 15,-1 0-42-15,-4-1-46 0,-4 1-57 0,-3 1-137 16,0 0-418-16,0 0 185 0</inkml:trace>
  <inkml:trace contextRef="#ctx0" brushRef="#br0" timeOffset="26663.36">21407 2605 157 0,'0'-10'338'16,"1"2"0"-16,1-3-3 0,-2 5 2 0,2 0-21 16,-2-1-12-16,0 3-15 0,2-1-35 0,-2 5-29 15,0-6-20-15,0 6-29 0,0 0-32 0,0-6-48 16,0 6-26-16,0 0-11 0,-2 16-5 0,-2 0-2 16,0 1-3-16,-1 3-1 0,0 6-6 0,-5 2 2 15,2 0-7-15,3 3-27 0,0-1-29 0,1-2-26 16,3 2-32-16,0-4-39 0,1 5-43 0,3-4-74 15,1-8-88-15,0-2-181 0,3 0-544 0,3-10 242 16</inkml:trace>
  <inkml:trace contextRef="#ctx0" brushRef="#br0" timeOffset="27515.58">22322 2081 196 0,'0'-4'253'15,"0"0"-21"-15,0 4-18 0,1-5-28 0,-1 5-17 16,0-4-24-16,0 4-17 0,0 0-17 0,0 0-12 16,5 17-12-16,-7 0-9 0,4 11-7 0,-7 6-8 15,0 16-1-15,-4 8-5 0,-5 26-8 0,-3 1-1 16,-2-3-7-16,6-1 1 0,-2-22-7 0,-4 20 0 15,6-21-2-15,-5 23 17 0,7-21 5 0,2-5 2 16,-1 2 1-16,-3-3 7 0,5-2-5 0,3 0-4 16,1-6-4-16,-1-10-3 0,4 0 0 0,-3-4-5 15,4 0-2-15,5 0-3 0,-6-5-4 0,2-2-2 16,-1 0-4-16,0-7-2 0,1-2-2 0,-2-2 1 16,1-2-5-16,0 0-3 0,0-5 2 0,0 3-7 15,0-5 0-15,0-5 1 0,0 12-1 0,0-7-1 16,0-5 1-16,-1 5-1 0,1-5 0 0,0 0 4 15,0 0-4-15,0 0-3 0,0 9-4 0,0-9 6 16,0 0-2-16,0 0-6 0,0 0 2 0,0 0 1 16,1 7-2-16,-1-7 1 0,0 0 0 15,0 0 0-15,0 0-3 0,0 0-2 0,0 0 4 0,0 0 2 16,0 0 8-16,0 0 2 0,0 0 6 16,0 0 9-16,0 0-2 0,0 0-3 0,21-3-3 0,-1-1-1 15,12-4-22-15,4-1-9 0,16-2-41 0,3-7-63 16,-1 3-87-16,2-10-361 0,0 4-608 15,-5-8 269-15</inkml:trace>
  <inkml:trace contextRef="#ctx0" brushRef="#br0" timeOffset="27946.31">22354 2085 78 0,'0'0'199'0,"0"0"-2"16,0 0-12-16,0 0-15 0,0 0-22 15,0 0-10-15,0 0-14 0,0 0-6 0,27 2-13 16,2 0-7-16,22-2-11 0,9 0-10 0,4 0-28 16,29-5-42-16,-32 2-62 0,33-5-65 0,-35 5-148 15,0 0-290-15,-2-1 128 0</inkml:trace>
  <inkml:trace contextRef="#ctx0" brushRef="#br0" timeOffset="28681.77">22768 2585 253 0,'1'-2'328'0,"-1"2"-20"15,0-7-24-15,0 4-26 0,0 3-26 0,0 0-29 16,3-3-20-16,-3 3-22 0,1-2-23 0,-1 2-24 15,0 0-19-15,0 0-8 0,0 0-13 0,5 15-4 16,-5-7-10-16,0 6 0 0,0-2-12 0,3 5-3 0,-6 0-4 16,-1 0-3-16,3 1-6 0,-3 1 5 15,0-1-10-15,3 1-1 0,-3-2-2 0,0 0 1 16,3-4-6-16,-3 1 4 0,3-4-5 0,1-5-4 16,-2 2 4-16,2-2-5 0,0 0 5 0,0-5 20 15,-2 7 36-15,2-7 32 0,0 0 38 0,-1 5 29 16,1-5-11-16,0 0-21 0,0 0-16 0,15-17-14 15,-6 9-10-15,3-4-13 0,-1-2-4 0,1 0-8 16,2 1-10-16,-5 2-5 0,1 0-8 0,-1 2-7 16,-3 3-7-16,-1 1-7 0,0 1-6 0,-1 1-1 15,0 1-1-15,1-2-15 0,-5 4-23 0,5-3-21 16,-5 3-1-16,0 0 11 0,9 10-2 0,-6-4-19 16,-1 2 26-16,2-1 3 0,-4 6-2 0,0-1 8 15,2-3-3-15,-4 6 4 0,4-3-1 16,0 3-7-16,-3-3 3 0,1-5-3 0,0 0 2 0,-1-2-5 15,-1 1 14-15,2-6-4 0,0 0 3 0,0 11 23 16,0-11 26-16,0 5 29 0,0-5 23 0,0 0-13 16,0 0-4-16,14-11-9 0,-5 3-6 0,0 0-9 15,5-6-10-15,-1 2 2 0,1-2-5 0,-1-1-8 16,2 2-5-16,2 1-4 0,-2 1-3 16,-6-1-2-16,3 6 0 0,-2-2-8 0,-1 1 0 0,-2 2-1 15,4 0-19-15,-4 1-9 0,4 1-17 0,-1 3-11 16,-1 0-12-16,2 1-20 0,1 0-22 0,-3 1-20 15,2 2-31-15,-1 0-28 0,2 2-27 0,-6-2-37 16,7 3-35-16,-3-2-49 0,-3-4-295 0,-1 2-675 16,4-2 298-16</inkml:trace>
  <inkml:trace contextRef="#ctx0" brushRef="#br0" timeOffset="28927.93">23579 2257 103 0,'0'-8'347'0,"2"1"-32"0,0 2-39 15,-2 5-34-15,0-6-35 0,0 6-25 0,0 0-14 16,-18 23-18-16,3-1-17 0,-4 11-13 0,-9 9-14 16,-2 8-12-16,2 1 0 0,0 3-16 0,1 0-6 15,0 2-6-15,8-5 1 0,4-3-4 0,5-1 2 16,8-11 5-16,8 10-9 0,4-13-5 0,5-2-3 15,7 2-3-15,15 3-9 0,-8-14-29 0,3-2-48 16,15 2-66-16,-10-8-87 0,14-7-305 0,-12 0-536 16,-1-5 238-16</inkml:trace>
  <inkml:trace contextRef="#ctx0" brushRef="#br0" timeOffset="29579.28">23733 2573 214 0,'2'-4'264'0,"1"-2"-8"0,1-1-7 15,-1 2-5-15,4-2-5 0,-2 2-10 0,0-2-6 16,0 5-6-16,-2-2-7 0,1 0-23 0,-2 0-21 16,3 1-19-16,-3 1-15 0,-2 2-20 0,0 0-28 15,0 0 16-15,0 0-22 0,12 10-27 16,-12-1 9-16,0 3-6 0,0 3-1 0,-4 2-4 16,0 2-5-16,-2 7-5 0,1 1 1 0,-1-2-7 15,-1 1-3-15,1-1 2 0,0-6-2 0,0 0-8 16,1-1-4-16,0-2 6 0,3-6-2 0,0-1-5 0,0-1-4 15,0-1 10-15,2-3 2 0,-2 1 15 0,2-2 26 16,0-3 29-16,-1 2 24 0,1-2-14 16,0 0-6-16,10-9-19 0,-2 4-1 0,2-4-11 15,3-3-8-15,1-3-5 0,7-3-1 0,2-3-5 16,-5 3-8-16,5-4-5 0,-1 3-5 0,-8 4-5 16,1 3-1-16,-2 3-8 0,-4 2-11 0,-3 2 8 15,-2 0 1-15,3 0-5 0,-5 1-4 0,3 1-14 16,-5 3-24-16,7-2 0 0,-7 2-1 0,0 0 7 15,4 10 1-15,-3-3 3 0,1 3 0 0,0 1 5 16,-2 2 5-16,0-1-2 0,1 0 3 0,-1 0 5 16,1 2-7-16,-2-4 5 0,2 2-2 0,-1-6 2 15,0 2 2-15,2-3 3 0,-2 0-4 0,0-5 15 16,1 8 11-16,-1-8 25 0,1 4 27 0,-1-4-13 16,8-2-4-16,-1-2-2 0,2-2-5 0,0-1-7 15,7-4-6-15,0 3-2 0,1-4-6 0,-2 2-4 16,3 2-3-16,-4-1-5 0,1 1 0 0,1-1-11 15,-2 4 2-15,-1 0 1 0,-1-2-4 0,5 5-11 16,2-1-14-16,-5 0-29 0,5 3-35 0,0 0-48 16,1 1-48-16,-1 2-67 0,-1 1-66 0,0-4-101 15,1 0-252-15,-1 3-723 0,1-3 320 0</inkml:trace>
  <inkml:trace contextRef="#ctx0" brushRef="#br0" timeOffset="29879.78">24641 2622 108 0,'0'0'289'16,"0"0"-25"-16,0 0-24 0,-9-1-24 0,9 1-21 15,0 0-21-15,0 0-18 0,-5 1-16 0,5-1-8 0,0 0-7 16,0 0-8-16,0 0-6 0,0 0-5 0,0 0-10 15,0 0-6-15,0 0-5 0,0 0 2 0,0 0 0 16,0 0 6-16,0 0-5 0,0 0-1 0,24 2-17 16,-8-5 4-16,3 1-9 0,9 0-6 15,0-1-4-15,7-1-6 0,-1 4-2 0,2-1-5 16,-4-1-16-16,-2 0-16 0,0-2-22 0,-11 2-23 16,0-2-29-16,-6 1-35 0,0-1-42 0,-7 3-47 15,1-5-59-15,-6 1-220 0,-1 5-505 0,-7-7 224 0</inkml:trace>
  <inkml:trace contextRef="#ctx0" brushRef="#br0" timeOffset="30083.73">24723 2489 53 0,'-1'-2'394'0,"1"2"0"16,0 0-5-16,0 0-21 0,-7-6-26 0,7 6-36 15,0 0-30-15,0 0-31 0,0 0-31 0,0 0-22 16,0 0-25-16,0 0-19 0,0 0-14 0,0 0-20 15,4 20-10-15,-4-4-9 0,4 1-14 0,2 2-11 16,3 4-17-16,-5-1-37 0,4 2-28 0,1 2-39 16,-3-1-40-16,2-6-52 0,-3 5-47 0,0-5-58 15,3-1-84-15,-6-7-183 0,3 0-558 0,0-2 248 16</inkml:trace>
  <inkml:trace contextRef="#ctx0" brushRef="#br0" timeOffset="30361.09">25219 2532 3225 0,'4'-9'193'15,"-2"-1"29"-15,1 3-9 0,-1-1-29 0,1 2 2 16,-3 1-37-16,1-1-35 0,0 4-28 16,1-2-21-16,-2 4-10 0,1-5-10 0,-1 5-20 15,0 0-12-15,0 0-11 0,0 0-1 0,1 16 6 16,-1-4 0-16,-1 3-4 0,1 2 0 0,-1 2 3 15,-1 6 3-15,1-6-5 0,1 7 5 0,0-2-2 0,0-7 5 16,3 3-11-16,-3-2 6 0,1-1-1 16,3-1-1-16,-3-5-26 0,0 2-13 0,-1-8-18 15,0 4-17-15,1-3-21 0,-1 0-17 0,2 0 0 16,-2-6-10-16,0 7 0 0,0-7 1 0,0 0-49 16,0 0-79-16,0 0-70 0,0 0-239 0,-15-14-597 15,11 4 265-15</inkml:trace>
  <inkml:trace contextRef="#ctx0" brushRef="#br0" timeOffset="30593.47">25390 2224 15 0,'4'-4'303'16,"-4"4"-38"-16,0 0-24 0,0 0-17 0,0 0-20 15,18 19-10-15,-6-5-9 0,3 12-9 0,2 5-7 16,1 14-6-16,1 6-6 0,-2 0-7 0,-4 5-12 15,-2 0-31-15,-7 0-1 0,-4-1 4 0,-4-4-6 16,-5 2-12-16,-6-7-3 0,-4-2-10 0,-8 1-1 16,7-15-13-16,-10 6-19 0,-7-5-18 0,7-9-31 15,-16 4-46-15,1-3-56 0,-5-7-79 0,1-6-341 16,12-9-568-16,-2 3 251 0</inkml:trace>
  <inkml:trace contextRef="#ctx0" brushRef="#br0" timeOffset="31276.84">26150 2809 37 0,'0'0'197'0,"-6"0"-18"0,6 0-21 0,-9 0-12 16,9 0-7-16,-8-1-6 0,8 1-4 0,-10 0 0 15,10 0-7-15,-8 2-7 0,2-3-17 0,6 1-8 16,-9 1-10-16,9-1-5 0,-9 0-11 0,9 0-4 16,-6 3-6-16,6-3-7 0,-5 1-7 0,5-1 0 15,0 0-2-15,0 0 2 0,-8-1 3 0,8 1 5 16,0 0 3-16,0 0 6 0,0 0-1 0,-6 2 3 16,6-2 3-16,0 0-7 0,0 0 5 0,0 0 37 15,-3 3-1-15,3-3-6 0,0 0-3 0,0 0 3 16,0 0 1-16,0 0-6 0,0 0 12 0,0 0-10 15,0 0-17-15,0 0 5 0,19-4-13 0,0 3-6 16,9-2-4-16,9-2 2 0,22 0-14 16,0 1-3-16,1 1-3 0,1-2 0 0,-7 3-5 15,-12 0-3-15,-6-1 0 0,1 2-5 0,-7-2-2 0,-2 2-1 16,-8 0 4-16,-10-2-25 0,-2 2 19 0,2 1 6 16,-2 0-18-16,-3 0-38 0,-5 0-17 15,8-2-25-15,-8 2-40 0,0 0-39 0,0 0-51 16,0 0-77-16,-31 1-270 0,18-1-598 0,0 1 265 15</inkml:trace>
  <inkml:trace contextRef="#ctx0" brushRef="#br0" timeOffset="32068.71">27156 2535 21 0,'-1'-5'299'0,"2"0"-6"0,0-3-20 16,-1 4-13-16,0 0-16 0,0 4-18 0,0-7-22 15,0 7-18-15,0-4-24 0,0 4-19 0,0 0-21 16,0-4-12-16,0 4-24 0,0 0-1 0,0 0-20 16,0 14-9-16,0-7-3 0,0 8-8 0,-1-1 3 15,-4 3-8-15,1 3-6 0,0 4-3 0,-1 2 0 16,-1-1-6-16,-1 0 0 0,1 1-6 0,1-5 4 16,1-2-1-16,0 0-2 0,0-3 3 0,0-4-5 15,3-3-4-15,-4 1 0 0,5-5-1 0,-1 2 7 16,-2-2 16-16,3-1 34 0,-1-1 32 0,-2-1 52 15,3-2 25-15,0 0 12 0,0 0-24 0,0 0-15 16,14-12-15-16,-5 0-15 0,4 1-15 0,1-4-11 16,-1 0-9-16,5-7-9 0,5 1-10 0,-4-3-9 15,5 4-5-15,-3 2-9 0,-1 0-6 0,-8 8-5 16,-1 0 0-16,-2 4-6 0,-4 2-7 0,0 0-6 16,2 0-6-16,-5 0-28 0,2 2-25 0,-4 2 0 15,13 3-4-15,-8 4 1 0,0-2 10 16,4 4-9-16,-1 3 3 0,-2 1 0 0,2 1 1 0,0 2 4 15,0 0-10-15,1 0-14 0,-1-3-16 0,1 3-15 16,1-3-20-16,-2-1-22 0,2 0-26 0,0-3-31 16,-5-1-39-16,2-1-43 0,-1-2-37 0,-2-5-237 15,2 2-594-15,-6-2 262 0</inkml:trace>
  <inkml:trace contextRef="#ctx0" brushRef="#br0" timeOffset="32359.79">27971 2147 216 0,'0'-4'258'15,"0"-1"-30"-15,0 5-22 0,0 0 1 0,-13 10-20 0,-1 6-19 16,-7 8-10-16,-13 15-21 0,-5 4-10 0,-2 4-9 15,-13 21-17-15,0 2-9 0,19-20-8 0,2 1-5 16,6 0-9-16,4 2-4 0,5-6 8 16,13 3-4-16,2-14 0 0,8-2-5 0,8 1-2 15,14 10-4-15,9-4 2 0,8-5-7 0,11-5-3 16,0-5-22-16,7-3-56 0,-2-3-72 0,5-10-120 16,-4-3-241-16,-2-3-496 0,-8-4 220 0</inkml:trace>
  <inkml:trace contextRef="#ctx0" brushRef="#br0" timeOffset="32843.33">28086 2526 17 0,'2'-6'282'0,"-1"0"-1"0,1 1 4 16,0-1-3-16,1 1-8 0,-1 3-11 0,-1-2-16 16,0 0-24-16,-1 4-17 0,3-4-34 0,-3 4-15 15,0 0-17-15,2-3-19 0,-2 3-28 0,0 0-8 16,0 0-13-16,2 10-7 0,-2-3-5 0,-2 5-7 15,0 5-1-15,-3 0-10 0,-3 9-3 0,2-8 0 16,-1 10-2-16,1-10-6 0,1 2 2 0,0-1-8 16,0 0-1-16,2-9 1 0,0 1-2 0,1-3-4 15,-1 1 11-15,3-4-21 0,-1 0 14 0,0-2 7 16,-1 4 24-16,2-7 30 0,0 0 4 0,0 0-3 16,11-2-12-16,-2-5-1 0,3 3-9 0,4-8-10 15,0 2 0-15,1-2-7 0,2-2-7 0,2 0-5 16,-2 3-4-16,-3 2-6 0,1 0-1 0,-7 2-11 15,3 2-1-15,-2-2 13 0,1 2 23 0,-3 3-15 16,4 1-15-16,-3 1-3 0,0 1-8 0,3 1-26 16,-2 2-24-16,3 1-22 0,-3 2-29 0,4 1-36 15,0 1-41-15,1 0-48 0,0 2-74 0,1-4-80 16,-4-2-198-16,4 2-619 0,-4-4 275 0</inkml:trace>
  <inkml:trace contextRef="#ctx0" brushRef="#br0" timeOffset="33080.46">28646 2609 1 0,'0'0'362'0,"0"0"-10"0,-8 0-16 0,8 0-26 15,0 0-7-15,0 0-45 0,0 0-1 16,0 0-28-16,0 0-22 0,0 0-29 0,0 0-22 15,27-2-45-15,-5 0 4 0,7-1-25 0,3 2-30 16,3-5-26-16,1 4-26 0,0 0-27 0,0-1-24 16,-3 0-34-16,-4-4-27 0,-9 5-27 0,-1-4-35 15,2-1-31-15,-10 0-37 0,-2 2-166 0,-3 0-432 16,-3 0 191-16</inkml:trace>
  <inkml:trace contextRef="#ctx0" brushRef="#br0" timeOffset="33282.92">28799 2435 253 0,'-4'-3'344'0,"4"3"-2"16,-6-6-12-16,2 6-16 0,4 0-24 0,-4-5-29 15,4 5-25-15,0 0-32 0,-2-1-37 0,2 1-12 16,0 0-20-16,0 0-31 0,-3 12 14 0,3-3-21 16,0 3-9-16,-2 5-12 0,2 2-6 0,-2 5-11 15,2 2-13-15,0-2-27 0,0 1-13 0,0 1-35 16,4-1-30-16,-2-4-38 0,-1-4-47 0,1 3-46 15,4-4-63-15,-6-5-238 0,3 2-531 0,6-7 235 16</inkml:trace>
  <inkml:trace contextRef="#ctx0" brushRef="#br0" timeOffset="33579.3">29317 2477 3422 0,'1'-10'232'16,"-1"0"-31"-16,0 3-44 0,0-2 10 0,0 5-36 16,0-1-2-16,1-1-25 0,-1 6-31 0,0-6-15 15,0 5-13-15,0 1-21 0,0 0-30 0,0 0 1 16,0 0-2-16,0 0 4 0,0 19 0 0,0-2 0 16,-1 0-1-16,1 4-15 0,0 3 16 0,-4 3 4 15,4-1 4-15,3-1-5 0,-2-3 4 0,2-5-3 16,-2 3-17-16,0-2-4 0,-1-3-5 0,0-4-11 15,3 1-7-15,-6-2-18 0,3-3-3 0,3 1-14 16,-3-5-9-16,0 2 9 0,0 2 5 0,0-5 9 16,0-2 8-16,0 0-7 0,0 0-59 0,0 0-53 15,0 0-50-15,-8-10-45 0,4 6-255 0,0-6-567 16,2 2 251-16</inkml:trace>
  <inkml:trace contextRef="#ctx0" brushRef="#br0" timeOffset="34076.69">29425 2068 102 0,'7'-4'234'0,"-2"3"-26"16,1 1-23-16,-1 2-13 0,8 1-15 0,1 6-13 16,0 1-13-16,9 9-11 0,-4 5-8 0,6 4-11 15,-1 16-1-15,0 1-8 0,-3 9-1 0,-5 1-2 16,-6 27-5-16,-11-26-4 0,-5 3-13 0,-4 1 0 15,-6-3 1-15,-3 0-13 0,-6-7-3 0,-1 3-3 16,0-10-6-16,-7 3 0 0,11-17-5 0,-2-2-2 16,1-1 2-16,-2-1-1 0,3-3 5 0,-1-3-4 15,3-2 16-15,4-9-2 0,1 1 2 0,3-1-8 16,2-3-5-16,5-1 1 0,0 1 11 0,-1-1 23 16,0-1 11-16,6-3 19 0,-5 5 8 0,5-5 3 15,0 0 6-15,-6 3-5 0,6-3-10 0,0 0-7 16,-4 4-8-16,4-4-6 0,0 0-11 0,0 0-1 15,0 0-12-15,0 0-1 0,0 0-38 0,0 0-32 16,0 0-43-16,0 0-16 0,19-12-48 16,-14 7-49-16,3 2-60 0,1-5-55 0,0 3-82 0,-3-3-202 15,3 0-611-15,-1-1 271 0</inkml:trace>
  <inkml:trace contextRef="#ctx0" brushRef="#br0" timeOffset="35231.41">29659 1920 91 0,'0'0'226'0,"0"0"-20"0,0 0-15 16,0 0-21-16,-2-3-16 0,2 3-14 0,0 0-15 16,0 0-12-16,0 0-12 0,0 0-12 0,0 0-9 15,0 0-8-15,15 5-2 0,-9-4-10 0,7 1-4 16,-4 0-7-16,6-2-1 0,-2 4-8 0,8-4 5 16,-5 1-9-16,3-1-9 0,-1 0 4 0,-5-1-10 15,2 1 4-15,-4-4-3 0,0 4-2 0,3-4-3 16,-3 1 12-16,-1 1 8 0,-4-1 12 0,-1 1 10 15,0-3 8-15,3 3 0 0,-4-2-3 0,3 3 1 16,-3-4 9-16,0 2-3 0,0 0-11 16,-4 3-3-16,5-5 3 0,-1 4-2 0,-4 1 2 15,5-4-10-15,-5 4 1 0,1-3-5 0,-1 3-12 16,3-2-2-16,-3 2-4 0,0 0 0 0,0 0-7 16,0 0-1-16,0 0-7 0,2-4 2 0,-2 4-4 0,0 0-6 15,0 0 1-15,0 0-10 0,0 0-7 0,0 0-6 16,0 0-9-16,0 0-10 0,0 0 0 15,4 10 6-15,-4-5-4 0,4 7 8 0,-3 4 5 16,1 11-2-16,0 3-1 0,1 7 2 0,-6 18 2 16,3 25 12-16,-1 7-2 0,0-3 0 0,-7 6 10 15,5-1 3-15,-2-2 0 0,-1-4 3 0,2-25 0 16,0 25 1-16,3-25 1 0,-2 0 4 0,2-1-3 16,-3-1-1-16,3-1 4 0,-3-6 1 0,0-2-4 15,-1-14 3-15,1 1-2 0,-1-4 2 0,0-2-4 16,1-3 0-16,-1-6 2 0,0-2-8 0,3-5 6 15,0-1 0-15,1 0 0 0,-3-2-1 0,2-2-2 16,0-2 3-16,0 0-5 0,2-1 15 0,0-4 12 16,2 8 4-16,-2-8 6 0,-4 4 6 0,4-4-3 15,-1 3 6-15,1-3 15 0,0 0-11 0,0 0-5 16,-2 7-1-16,2-7-3 0,0 0-7 0,0 0-2 16,0 0 0-16,0 0-8 0,0 0 2 15,0 0-9-15,-4 3 2 0,4-3 12 0,0 0 7 0,0 0-2 16,0 0 3-16,0 0-3 0,0 0-3 0,0 0 3 15,0 0-12-15,0 0 0 0,0 0-6 0,0 0-5 16,0 0 1-16,0 0-1 0,0 0-5 0,0 0 1 16,0 0 13-16,0 0-14 0,-37-4-5 0,15 0-15 15,-10-1-18-15,-5-2-29 0,1 3-32 16,-3-4-39-16,-12-1-45 0,2-3-39 0,12 4-48 16,5 1-93-16,5-6-196 0,2-2-594 0,9 4 262 15</inkml:trace>
  <inkml:trace contextRef="#ctx0" brushRef="#br0" timeOffset="36609.87">30322 2396 142 0,'0'-7'277'15,"4"2"3"-15,-4 1-14 0,0-1-9 0,2 2-9 16,0-1-8-16,-2 4-12 0,1-5-19 0,-1 5-17 16,4-4-13-16,-4 4-23 0,0 0-26 0,0-3-38 15,0 3 10-15,0 0-24 0,0 0-21 0,0 0 7 16,2 12-10-16,-2 0-5 0,-2 0-3 0,2 5-5 15,-5 11-4-15,1-3-1 0,0 2-2 0,-1-1-20 16,3 5 7-16,2-4 3 0,-2 2-2 0,0-1-2 16,-1-2 0-16,8-2 2 0,-5-5-2 0,4 5-3 15,0-7 0-15,1-2-1 0,-1-3-12 0,0-3 15 16,1 2 4-16,-4-4 8 0,7-1 17 0,-3-1 16 16,0-1 24-16,0-3 14 0,4-1 5 0,3 0 2 15,-2-2-13-15,1-3 3 0,0-2-3 0,-1 0-5 16,5-6-11-16,1 1-2 0,3-9-7 0,-1 2-16 15,1-2 0-15,-3-2-10 0,-3-4-8 0,6 0 0 16,-2 1-9-16,-2-3 1 0,-2 5-5 0,0 2 1 16,-4 5 2-16,-4 1-3 0,0 4 4 0,-2 1 8 15,2 2 7-15,-3 4-1 0,2-4-2 0,-3 1-5 16,2 5-3-16,-2 0-7 0,0-3-16 16,-1 6-15-16,0 0-19 0,0 0-25 0,0 0-13 0,0 0 10 15,0 0-4-15,-12 12 8 0,3-1 11 0,-4 0-6 16,0 5-8-16,-1 6 18 0,-1-2 9 0,2 3 7 15,1 0-6-15,1 1 9 0,3-5-1 0,3 0 5 16,1 1-15-16,0-3 27 0,3 1 2 16,1-2-7-16,1-4 11 0,7 3-3 0,-3 1 4 15,7-1 3-15,4-3 1 0,11-2 4 0,4 5-12 16,6-6-20-16,0-1-43 0,1-4-53 0,2 0-66 16,-3-3-61-16,-1-2-74 0,-4-3-375 0,0-6-746 0,-1-1 330 15</inkml:trace>
  <inkml:trace contextRef="#ctx0" brushRef="#br0" timeOffset="37161.14">30970 2394 329 0,'0'0'334'0,"0"-5"-10"0,0 5-23 0,0-7-22 16,0 5-22-16,0 2-29 0,0 0-23 0,0 0-18 16,0-7-27-16,0 7-18 0,0 0-16 0,0 0-16 15,0 0-14-15,0 0 3 0,0 0-25 0,4 16-6 16,-4-7-8-16,5 4-5 0,-4 4-2 15,-1 2-9-15,2 5-5 0,-2-3-8 0,2 5 4 0,-2 0-9 16,0 1 3-16,-2 1-3 0,4-2-6 0,-2-7 2 16,2 0-3-16,0-1 0 0,-1-1-1 0,2 0-1 15,-6-5-2-15,6-1 0 0,-3-4-3 0,1 3-1 16,-1-6 3-16,0 3-1 0,0-3 25 16,4-2 41-16,-4-2 36 0,-2 4 54 0,4 0 40 15,-2-4 33-15,0 0 18 0,0 0-13 0,0 0-28 16,0 0-17-16,10-14-25 0,-1 3-19 0,0-4-14 15,3-4-7-15,4-3-26 0,-1-2-5 0,1-3-18 0,2-1-6 16,0-2-11-16,0 3-7 0,0 1-5 16,-2 2-5-16,-7 7-5 0,0 2 0 0,-3 6-13 15,0 1-1-15,0 1-6 0,-3 2-3 0,0 0-2 16,1-1-6-16,0 3-6 0,-3 2-20 0,0-3-37 16,-1 4-45-16,4-5-50 0,-4 5-52 0,3-2-33 15,-3 2-14-15,0 0 2 0,9 12 4 0,-8-8-38 16,3 4-25-16,-1-1-33 0,-1 5-44 0,3-1-46 15,-4-4-269-15,1 0-744 0,0 0 329 0</inkml:trace>
  <inkml:trace contextRef="#ctx0" brushRef="#br0" timeOffset="37493.33">31756 2519 184 0,'0'0'348'16,"0"0"-27"-16,-6-6-25 0,6 6-29 0,0 0-31 16,4-7-18-16,-1 4-25 0,3 1-17 0,1 2-27 15,3-3-9-15,3 3-25 0,6-2-16 0,4 2-40 16,-2 0-36-16,8 0-34 0,-2-2-55 0,1 4-47 16,-1-2-63-16,-5-2-48 0,-6 1-149 15,5 0-403-15,-3 0 179 0</inkml:trace>
  <inkml:trace contextRef="#ctx0" brushRef="#br0" timeOffset="37664.21">31812 2622 28 0,'-2'3'228'0,"0"-1"-1"0,2-2-10 15,10 4-16-15,3-1-24 0,5 1-11 0,9 1-22 16,8-2-12-16,-2 2-24 0,5-2-34 0,-1-1-43 15,-1 1-38-15,1 1-53 0,4-4-60 0,-6 0-138 16,0-3-279-16,-5-2 123 0</inkml:trace>
  <inkml:trace contextRef="#ctx0" brushRef="#br0" timeOffset="38127.75">32680 2322 141 0,'-4'-2'216'0,"4"2"-20"0,0 0-20 15,0 0-19-15,-2-3-19 0,2 3-17 0,0 0-13 16,0 0-10-16,0 0-8 0,0 0-13 0,-13 3-7 15,8 2-9-15,-4 1-10 0,0 1 6 0,-1 1-12 16,1 1-7-16,0 1-1 0,-3 5-10 0,0-1 1 16,1 1-1-16,0 2-6 0,-2 7 0 0,1-7-6 15,7 2 1-15,-5-2 4 0,5 2 0 0,0-2-2 16,-2 1-2-16,6-1 12 0,1 1 3 16,1-2 12-16,6 2 12 0,-2-7 11 0,0 3 17 15,9 0 13-15,-2-2 8 0,4-2 2 0,1 0 6 16,5-4-4-16,-1-2 9 0,7 2 3 0,-8-6 2 0,7 1 1 15,-6-5-4-15,-21 4-12 0,51-13-3 16,-28 3 1-16,-2 0-4 0,-3-2-8 0,3-5-6 16,0-4-15-16,-3-3-3 0,-2-1-7 0,-7-1-9 15,1-1-11-15,-6-2 4 0,-4 3-16 0,-4-1-19 16,-3 2-30-16,-7-2-25 0,-5 4-42 0,-6 3-40 16,-7 2-40-16,-5 2-53 0,-9-5-77 0,9 13-299 15,6-1-643-15,10 4 285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8T03:42:26.89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2743 5748 79 0,'0'0'100'15,"0"0"2"-15,0 0-15 0,-2-2-12 0,2 2-3 16,0 0-9-16,0 0 3 0,0 0-13 0,0 0 4 15,0 0-12-15,0 0-2 0,0 0-4 0,0 0 2 16,0 0 2-16,0 0-5 0,0 0-1 0,0 0-2 16,0 0 5-16,0 0 1 0,0 0-8 0,-11 0 6 15,11 0 2 1,0 0 6-16,-8 0-1 0,8 0 5 0,0 0-14 16,0 0 3-16,-8 0-10 0,8 0 4 0,0 0-2 0,0 0-4 15,-7 1-4-15,7-1-1 0,0 0 0 0,0 0-3 16,0 0-4-16,0 0 4 0,-7 0-6 15,7 0-3-15,0 0-2 0,0 0 2 0,0 0-4 16,0 0-3-16,0 0-7 0,0 0 4 0,0 0 5 16,0 0-8-16,0 0 3 0,0 0 6 0,12 6 0 0,-2-5 3 0,2-1 1 15,8 0 4-15,7 0 0 0,4-1-4 0,2-2 7 16,2 0-2-16,1 1 0 0,2-2 2 0,0-1 4 16,2-1-18-16,-4 4 11 0,-1-2 3 0,-1 1-2 15,-5-1-3-15,-6 2 3 0,-3-2-2 0,-3 2-6 16,-3 2 3-16,-1-2 0 0,0 2-6 0,-7-3-4 15,-1 3-12 1,3 0-11-16,-4-1-8 0,-4 1-11 0,0 0 0 0,10 1-5 16,-10-1-13-16,-4 5-15 0,4-5-22 0,-8 10-30 15,2-5-133-15,-3-1-280 0,3 1 124 0</inkml:trace>
  <inkml:trace contextRef="#ctx0" brushRef="#br0" timeOffset="415.98">2849 5971 76 0,'-6'4'141'16,"3"-4"-15"-16,3 0 7 0,0 0-7 15,0 0 6-15,-6 3-9 16,6-3-6-16,0 0-10 0,0 0-12 0,0 0-11 0,0 0 1 16,28-3-17-16,-9-1-1 0,9 1-5 15,3-2-5-15,2 3-9 0,3-1-4 0,-3-6-3 16,5 6-1-16,2 0-1 0,-6 1-3 0,1-3-9 15,-6 1 1-15,-6 3-5 0,-3-1 1 0,-3 0-5 16,-5 2 0-16,1-1-3 0,-6 1 1 0,-1 0-5 16,-6 0 3-16,12-1-4 0,-12 1-4 0,8 0-6 0,-8 0-1 0,0 0-5 15,0 0-12-15,0 0-10 0,0 0-17 0,-27 4-20 16,15-1-11-16,-1-1-27 0,0 0-10 0,0 0-33 16,3 1-102-16,-3-3-265 0,-1 1 118 0</inkml:trace>
  <inkml:trace contextRef="#ctx0" brushRef="#br0" timeOffset="1033.15">3138 5592 204 0,'0'0'195'0,"0"0"-22"0,0 0-21 0,0 0-21 16,0 0-9-16,0 0-17 0,0 0-12 0,0 0-7 0,0 0-8 0,0 0-10 15,9 12-6-15,-2-8-7 0,1 5-1 0,1 1-6 16,6 2-8-16,1 0-2 0,8 3 2 0,-5-4-5 15,-2-1-6-15,2 2-7 0,1-2 3 16,0-2-1-16,0-1 0 0,-1-2-2 0,-1 0-5 16,-4-1-1-16,-1-1-6 0,2-2 7 0,-6 2-3 0,3-3 3 15,-1 0 9 1,-3 0 16-16,0-3 21 0,-2 2 23 0,2 1 5 16,-3-3 5-16,-1 1 6 0,-1-1 5 0,0 0 10 15,2 1-18-15,-5 2 3 0,6-4-10 0,-6 4-9 16,3-3-14-16,-3 3-12 0,0 0-24 0,0 0-35 15,0 0 2-15,0 9-5 0,-9 2 0 0,-1 6 2 16,-8 9 1-16,0 6-1 0,-10 14-1 0,-4 4 0 16,1 1 1-16,-11 27 4 0,14-25-1 0,1-4-2 0,3 3 2 0,-3-4-2 15,2-4 2-15,9 0 8 0,1-13-11 0,3-4 3 16,1-2-2-16,3-6-1 0,0-3-1 0,3-4 4 16,0-2 6-16,0-2-9 0,4-1 6 0,-3-2 16 15,3-1 16-15,0 0 21 0,1-4 23 0,-4 6 25 16,4-6 20-16,-2 4 13 0,0-2 13 0,2-2 4 15,0 0 1-15,0 0-11 16,0 4-5-16,0-4-9 0,0 0-17 16,0 0-8-16,0 0-12 0,0 0-8 0,0 0-7 15,0 0-13-15,-1 5-20 0,1-5-29 0,0 0-23 16,0 0-38-16,0 0-36 0,0 0-83 0,0 0-79 0,0 0-73 16,15-13-66-16,-5 9-292 0,-1-1-728 0,3-2 323 15</inkml:trace>
  <inkml:trace contextRef="#ctx0" brushRef="#br0" timeOffset="2673.9">5189 5910 50 0,'5'-2'137'0,"0"-3"-1"15,-2 1 11-15,3 0 3 0,-2 0-4 0,-3-1 0 16,3 2-3-16,-3-2 12 0,2 1-8 0,-2 0-7 0,-1 4-10 15,-4-9-16-15,3 5-10 0,-4-1-19 0,-4 0-13 16,-4 0-8-16,-6-1-9 0,1 2-3 0,-9 0-12 16,-2 3-1-16,-1-1-3 0,2 4-5 0,-1-1-4 15,1 1-1-15,5 1-6 0,2 0-1 0,-7 3-1 16,6 0 1-16,2 0-10 0,-7 6 0 0,9-4 0 16,2 1-2-1,3 1 0-15,-1 0 2 0,4 1-5 0,2 0-3 16,3-4 0-16,1 7 2 0,4-2-2 0,0-1 2 15,4 1 3-15,1 2-1 0,8 0 1 0,1-2 0 0,3-1-1 16,5 2 1-16,4-3-1 0,2-2-3 0,0-4 4 16,-9-4-2-16,11 0 0 0,-2 0 2 0,-1-8 0 15,-7-1 0-15,8-3 15 0,-2-2 4 16,-3-3 8-16,1-4 5 0,-3-1 12 0,-2 0 9 0,-1-3-4 0,-2-4 0 16,-3-2 1-16,6-13 0 0,-6-6-2 0,-5 2-5 15,-1-1-3-15,-3 0 0 0,-1-2-2 0,-2 3 2 16,-1 0 7-16,0 14 2 0,0 1 6 0,-1 4 9 15,-2 1 0-15,-1 2 1 0,1 8 9 0,0-1 6 16,0 5 3-16,1 4 5 0,1-2-12 0,-1 5-4 16,2-1-2-16,-1 4-8 0,0-3-8 0,-1 4-11 0,1-1-5 0,1 4-4 15,0-5-36-15,0 5-35 0,0 0-32 0,-1-3-30 16,1 3 5-16,0 0 8 0,0 0 9 0,1 15 9 16,0-3 3-16,1 8 10 0,-2 6 6 0,1 3 3 15,-1 2 6-15,-1 3 1 0,-1 0 7 0,-1 13 1 16,0-2 2-16,0-9 4 0,-4 10 2 0,6-12 0 15,-2 2 4-15,3-4 0 16,-1 0 1-16,-1-2 2 0,1-1-1 16,0-1 5-16,1-2 1 0,0-6 6 0,1-1-6 0,-1-2-2 15,0 2 9-15,-1-5-5 0,2-2-2 0,-2 0 2 16,1-4 1-16,0 1 2 0,1-3-2 0,-1 0-3 16,0-1 6-16,0-2 0 0,0 2 0 0,0-5 2 15,0 5 20-15,0-5 10 0,1 4 8 0,-1-4 13 16,0 0 6-16,-1 5 8 0,1-5-4 0,1 2-11 0,-1-2 3 0,0 0-9 15,0 0-5-15,0 0-2 0,0 0-2 16,0 0-6-16,2 4-5 0,-2-4 23 0,0 0-27 16,0 0-13-16,0 0 12 0,0 0-7 0,0 0-1 15,0 0 0-15,0 0-2 0,12-1 6 0,6-1-8 0,12-3-27 16,4 1-52-16,20-2-78 0,-3-2-89 0,4-5-137 16,-5 4-229-1,-12-2-650-15,-2-4 288 0</inkml:trace>
  <inkml:trace contextRef="#ctx0" brushRef="#br0" timeOffset="3460.47">4641 6357 5 0,'0'0'161'0,"-8"0"-4"0,8 0 4 16,0 0-1-16,-8 0-9 0,8 0-2 15,0 0-6-15,-6 1-11 0,6-1-3 0,0 0-10 16,0 0-9-16,0 0 7 0,0 0-9 0,0 0-11 16,0 0-8-16,0 0-7 0,0 0-9 0,0 0-3 0,0 0-6 15,0 0-5-15,0 0-5 0,0 0 1 16,0 0-5-16,0 0 0 0,0 0-4 0,0 0 0 0,0 0-2 0,0 0-2 16,0 0-4-16,0 0-6 0,0 0-2 0,0 0-4 15,0 0-1-15,0 0-6 0,0 0-2 0,0 0 1 16,0 0-4-16,0 0 1 0,0 0-2 0,0 0-2 15,0 0 0-15,0 0-1 0,32-5-2 0,-4 0-2 16,1 1 2-16,11-2-2 0,11-3 10 0,9 1 5 16,4 1 6-16,28-8 6 15,-25 8 7-15,31-5-2 0,-8 3 2 0,-27 2-3 16,1 1 0-16,-4-3-2 0,-1 6 4 0,-21-1-3 16,2-2-5-16,-7 4 0 0,-2-3-6 0,-10 3 1 15,-3 0-5-15,-6 1-2 0,-1-1-4 0,-3 2-1 16,-2-1-16-16,0 1-25 0,-6 0-30 0,7-1-39 15,-7 1-30-15,0 5-7 0,-6-1-46 0,-10 4-78 16,-1 1-199-16,-2-6-494 0,-10 2 219 0</inkml:trace>
  <inkml:trace contextRef="#ctx0" brushRef="#br0" timeOffset="4462.6">5345 6829 174 0,'-9'-8'184'0,"-7"0"-22"0,1 0-15 0,-4 3-12 16,-8-4-20-16,6 4-7 0,-8 1-6 0,2 1-17 15,1 3-8-15,-3-1-2 0,3 2-10 0,4 1-5 0,4 0-7 16,-2 1 1-16,-2 4-11 0,3-1-9 0,-2 2-2 15,2 2-1-15,5-2-8 0,-3 4-2 0,5 0-4 16,5-1-2-16,-2-1 1 0,4 2 1 0,1-2-4 16,2 2-2-16,0 0 6 0,6 0-1 0,2-1-3 0,2 0 0 15,1-1-2-15,3-3 6 0,4 1 0 0,1-1 5 16,1-3 5-16,1-2 1 0,-1-1 14 16,5-1 6-16,4-5 6 15,-6-1 15-15,-1-2 8 0,0 0 12 0,3-5 8 16,-5 0 11-16,1-6 5 0,-3 0 16 0,-1-6 0 15,-2 1-1-15,-1-3-9 0,-3 0 15 0,-2-4-23 16,-2-2-10-16,4-16 3 0,-8 15-19 0,2-15-5 16,-5 14-5-16,1 0 19 0,-2 5 6 0,1 0 1 15,-2 3-5-15,2 6 8 0,-2 4 3 0,3 4-8 16,-2 1-5-16,0 3-3 0,2-1-13 0,1 4-15 0,-1 2-10 0,0-1-41 16,-2 1-34-16,3 1-45 0,0 3-48 0,0 0 7 15,0 0 14-15,0 16 9 0,4 2 5 0,-3 7 9 16,3 6 7-16,1 1 9 0,0 2 5 0,1 1 5 15,0 0 4-15,0 0 9 0,-1-1 2 0,3-2 1 16,-1 2 1-16,-3-3 5 0,4-5 1 0,-2 1 5 16,-2-7 3-16,1-3-3 15,-1-3 5-15,-1-2-2 0,-1-3 3 0,0-3 5 16,0 4 3-16,-1-6 1 0,1 3 2 0,-2-4 4 16,1 1 1-16,0-1 2 0,-1-3-1 0,2 6 3 15,-2-6-1-15,-2 4-10 0,2-4-9 0,0 0-12 16,2 2-14-16,-2-2-20 0,0 0-20 0,0 0-25 15,0 0-84-15,0 0-75 0,0 0-266 0,-13-7-571 16,10 2 253-16</inkml:trace>
  <inkml:trace contextRef="#ctx0" brushRef="#br0" timeOffset="5079.22">5558 6645 127 0,'7'-2'179'16,"-5"-1"-20"-16,3 1-13 0,-5 2-14 0,6-2-22 0,-6 2-18 16,8 0-1-16,-4 2-6 0,1 1-6 0,-1 2-5 15,1 2-11-15,-1 1-4 0,-2 2 0 0,1 1-3 16,-3 6-12-16,0-1 1 0,0-3-6 16,-4 4-3-16,0-1-8 0,-2 4-2 0,1-3 2 0,-2 0-3 15,1 0 0-15,-3 0-6 0,0-1-1 0,4-4-1 0,-3-1-4 16,3-2 0-16,-1-2 4 0,3 1-5 0,1-1-1 15,-1-4 24-15,2 2 18 0,0-3 32 0,1-2 30 16,-2 5 26-16,2-5 24 0,0 0 20 0,0 0-3 0,0 0-22 16,0 0-12-16,6-18-11 0,0 5-18 15,7-3-13-15,-3-1-10 0,9-4-11 0,-2 0-13 16,2-2 1-16,-1 2-15 0,-3 2-3 0,-1 3-6 0,-1 1-5 0,1 2-3 16,-1 0-1-16,-4 4-4 0,1-2-3 0,-1 2-5 15,-1 0 6-15,-1 2 5 0,-1 1 1 0,0 2-2 16,-3 0-6-16,0 0-11 0,0 2-1 0,-1-3-3 15,2 3-7-15,-4 2-25 0,4-3-19 0,-4 3-20 16,0 0 8-16,0 0-5 0,1 12 5 0,-3-4 8 16,0 4 1-16,-1 5 0 15,-3 0 10-15,1 0 1 0,0 7 3 0,-2-4 5 16,1 6-2-16,4-7-3 0,-1 8 10 0,2-9 3 16,2 3-2-16,1-3 5 0,1 0-2 0,3 2 4 15,0-6 2-15,1-1 5 0,0-2-2 0,1 1 6 16,3-5 1-16,3 3 3 0,4-5 12 0,0 0 6 15,4-3 6-15,1 0 9 0,3-5 5 0,-5 2 2 16,-1-1 16-16,-1-1 9 0,-6 0 6 0,1 1 6 0,-1 0 19 16,-4-1 0-16,0 2 3 0,-4 0 1 0,0 0-6 0,-5 1-2 15,9-2-11-15,-9 2-8 0,8 0-9 0,-8 0-10 16,6-2-7-16,-6 2-7 0,0 0-15 0,4 0-21 16,-4 0-35-16,0 0-40 0,0 0-52 0,0 0-41 15,0 0-49-15,5 2-43 0,-5-2-61 0,0 0-42 16,3 5-12-16,-3-5-275 15,0 7-689-15,0-7 305 0</inkml:trace>
  <inkml:trace contextRef="#ctx0" brushRef="#br0" timeOffset="6529.89">6523 5336 217 0,'0'-4'228'0,"0"-1"-8"16,0 0-10-16,1 0-3 0,-1 5-9 0,0-7-13 15,0 7-15-15,0-3-12 0,0 3-14 0,0 0-15 16,0-7-10-16,0 7-13 0,0 0-17 0,0-3-10 16,0 3-12-16,0 0-21 0,0 0-24 0,0 0 2 15,0 0-9-15,-2 23-2 0,2-6 1 0,0 12-6 16,-3 3-2-16,-1 4 5 0,-1 16-5 0,3 4 1 0,-2-1-1 16,1 1 0-16,-1 0 0 0,2-1 1 0,2 2-2 0,-3-2-3 15,3 5 2-15,-1-1 1 0,2-1 4 0,-1 0 0 16,-1-5-2-16,2 3-2 0,2-1 2 15,-2-4 3-15,0-1 2 0,2-4 11 0,-3-11-6 16,1-4 3-16,2-2-1 0,-2 0 0 0,-1-2-2 16,5-2-2-16,-5-6 1 15,5 0-3-15,-6 0-3 0,-3 1 2 0,9-3-5 16,-5 0-2-16,-1-1 1 0,2-1 7 0,-1 4-5 16,0-4 1-16,-1-3-1 0,1 2-1 0,1-2-1 15,-1-3-3-15,-1 2 4 0,2-2-1 0,-2-1 0 16,1-2-3-16,1-1 1 0,-2 2 1 0,1-2 1 15,0 0 2-15,-4 1-10 0,4-6 4 0,4 5 1 16,-4-3-2-16,0-2 3 0,0 5-3 0,0-5 0 0,0 6 1 0,0-6-1 16,0 0 1-16,-4 2 4 0,4-2-4 0,0 0-1 15,0 0 0-15,0 0 0 0,0 0 2 0,0 0-4 16,0 0 3-16,0 0 0 0,0 0 1 0,-1 4-2 0,1-4 0 16,0 0 0-16,0 0 1 0,0 0-1 15,0 0 3-15,0 0 1 0,0 0-1 0,0 0-2 16,0 0 2-16,0 0-1 15,0 0 0-15,0 0 2 0,0 0-2 0,0 0 6 16,0 0 1-16,0 0-1 0,0 0-1 0,0 0-2 16,0 0 0-16,0 0 0 0,0 0-4 0,0 0 6 15,0 0-4-15,0 0 1 0,0 0 3 0,0 0-5 16,0 0 0-16,0 0 0 0,0 0-3 0,0 0 3 16,0 0-3-16,0 0 5 0,0 0-4 0,0 0-1 15,0 0 0-15,0 0 0 0,0 0 1 0,0 0 0 0,0 0 2 0,0 0-2 16,0 0 0-16,0 0-3 0,0 0 2 15,0 0 2-15,0 0-1 0,0 0-1 0,0 0 0 0,0 0 1 16,0 0 1-16,0 0-5 0,0 0 0 0,0 0-11 16,0 0-1-16,1 7 5 0,-1-4-4 0,0-3 10 15,0 5-6-15,0 0 4 0,0 0-6 0,0-1 7 16,0 3-3-16,4-2 5 16,-4 0-2-16,0 0 1 0,1 2 2 0,-1-2-4 15,0-1 3-15,0 1 1 0,0-2 0 16,0 2 1-16,0-1-1 0,0 1 1 0,0-5 2 15,3 6-4-15,-2-5 0 0,-1-1 5 0,0 0-5 16,0 5 3-16,0-5 3 0,0 5-4 0,0-5 11 0,0 0 5 16,0 0 3-16,0 0-1 0,0 0 5 0,0 3-3 15,0-3-1-15,0 0-1 0,0 0-1 0,0 0 1 0,0 0 6 16,3 2-9-16,-3-2-3 0,0 0-1 0,0 0-4 16,0 0 7-16,0 0-8 0,0 0 0 0,0 0 0 15,0 0 1-15,0 0-2 0,0 0-1 0,0 0 2 16,0 0-2-16,0 0 0 0,0 0 0 0,0 0 3 15,0 0 7-15,0 0 2 0,0 0 8 0,0 0 3 16,0 0-4-16,0 0-1 0,0 0 4 0,0 0 4 0,0 0-3 0,0 0-9 16,15-5 2-16,8 1-5 0,4-3-14 0,7-1-25 15,21-4-48-15,0 0-65 0,3-1-96 0,0-6-303 16,-3-2-580-16,-1-1 258 0</inkml:trace>
  <inkml:trace contextRef="#ctx0" brushRef="#br0" timeOffset="7246.35">6582 5411 143 0,'0'0'153'0,"-2"-4"1"0,2 4-3 0,0 0 0 0,-1-4-3 16,1 4-4-16,0 0-4 0,0 0-6 0,0 0-3 16,-1-4-2-16,1 4-6 0,0 0-9 15,0 0-6-15,0 0-11 0,0 0-2 0,0 0-8 0,0 0-8 0,0 0-3 0,0 0-3 16,0 0-7-16,0 0 2 0,0 0-8 15,0 0-8-15,0 0-6 0,0 0-7 0,0 0-4 16,0 0-2-16,16 5-1 0,6-6-10 0,10-4-28 16,23-1-54-16,4 2-70 0,3-3-87 0,-2-1-195 0,-3-2-446 15,-19-1 198-15</inkml:trace>
  <inkml:trace contextRef="#ctx0" brushRef="#br0" timeOffset="9735.5">7410 5900 205 0,'0'0'214'16,"1"-4"-3"-16,-1 4 3 0,3-8-4 0,-2 4 3 15,0-1-4-15,-1 0-3 0,3 0-6 0,-2 0-11 16,0-2-7-16,2 3-5 0,-6-1 3 0,6 2-20 0,-3 3-5 16,1-8-20-16,-1 4-10 0,0 4-19 15,0 0-6-15,0 0-17 0,0-5-12 0,0 5-21 16,0 0-33-16,0 0-31 0,0 0 0 0,0 0 3 15,-1 17 0-15,-3-5 3 0,4 5 1 0,-3 0-2 0,0 9 1 0,-4 3 1 16,5 2 3-16,-2-1 1 0,1 1 1 0,3-2 3 16,0 0-4-16,4-3 5 0,0-3 5 0,-3-4-5 15,0-2-6-15,2-3 4 0,0-2-1 0,-1-2 0 16,-1 0 2-16,1-3 0 0,-2-2 2 0,1 2 0 16,-1-4-2-16,0 2 5 0,0 0-2 0,0-5 7 15,1 4-1-15,-1-1-2 16,0-3-1-16,0 0 2 0,0 0 0 0,3 3-1 15,-3-3-6-15,0 0-11 0,0 0-15 0,0 0-13 16,0 0-16-16,0 0-23 0,-5 4-54 0,5-4-44 16,0 0-32-16,0 0-40 0,-4-10-196 0,4 10-477 15,1-9 212-15</inkml:trace>
  <inkml:trace contextRef="#ctx0" brushRef="#br0" timeOffset="10251.37">7941 6049 6 0,'-13'-1'151'0,"13"1"-2"16,-9 1-13-16,9-1-12 0,-6 0-5 0,6 0-7 15,0 0-14-15,-9 0-4 0,9 0-15 0,0 0-12 16,0 0 3-16,-6-1-12 0,6 1-9 0,0 0 0 0,0 0-2 16,-4 2-8-16,4-2-5 0,0 0-5 0,0 0-1 15,0 0 2-15,0 0-12 0,0 0 5 0,0 0-1 16,0 0-16-16,0 0 18 0,0 0-2 0,0 0 5 15,0 0 2-15,0 0-3 0,0 0-6 0,0 0 3 0,0 0-3 16,0 0 4-16,0 0-2 0,0 0-5 0,0 0-3 16,0 0 2-16,0 0 5 0,0 0 5 0,0 0-8 15,0 0 0-15,0 0 3 0,0 0 3 0,0 0 4 16,0 0 0-16,27-2 6 0,-7 0-6 0,8-1-2 16,-2 2 5-16,10 0-3 0,-2-4-4 0,4 2-2 15,-2-1 1-15,1 1-1 16,3-2-1-16,-7 5-2 0,-1-1-6 15,-1-2 1-15,-11 2-3 0,-1-1 0 0,-1-2-2 16,-5 3 0-16,1 1 1 0,-5-2-4 0,0 2-7 0,-4 0-18 16,1 0-14-16,-6 0-33 0,8 0-20 0,-8 0-27 15,0 0-33-15,0 0-188 0,0 0-361 0,0 0 159 16</inkml:trace>
  <inkml:trace contextRef="#ctx0" brushRef="#br0" timeOffset="10836.7">8681 5848 152 0,'4'-1'163'0,"4"-1"-21"0,-1 2-16 0,0 2-14 16,3 0-16-16,-1 1-7 16,4 2-2-16,1 3-12 0,2 1-4 0,-3 1-5 15,0 5-8-15,-2-1 4 0,2 2-15 0,-1 6-2 16,-5-3-9-16,1 6-2 0,-1-1 6 0,-3-1-12 16,-4-2-2-16,-1-3 4 0,-2 2-8 0,-4 7 3 15,2-8-3-15,-3-2-5 0,-1 1 3 0,-1-1-2 16,-2-1 7-16,2-4 3 0,-2 0 3 0,0-2 5 15,4 0 3-15,-1-5 2 0,3 0-1 0,2 1 7 0,-1-1 10 0,1-3 5 16,2 1 19-16,-2 1 20 0,4-4 25 0,-4 2 21 16,4-2 19-16,0 0-13 0,0 0-26 15,-3-10-10-15,6 0-15 0,1 0-12 0,3-5-11 0,1-2-6 16,6-8-3-16,2 0-9 0,0-1-7 0,5-2-8 16,-1 0-1-16,4 1-9 0,-3 2-4 0,-1 1-6 15,1 3-2 1,-6-1-2-16,0 8-2 0,-2-1 5 0,-5 7-2 15,2-2 12-15,-4 3 2 0,-1 3-19 0,-1-2-8 0,-1 1-4 16,1 1-19-16,-3 3-20 0,-1 1-12 16,0 0 8-16,0 0 0 0,6 13-3 0,-6-3 4 15,-2 7-1-15,-3 0 6 0,1 9-1 0,1 2 7 16,-1-2 4-16,2 3-1 0,-2-2 4 0,3 3 1 0,1-3 3 16,1 0 0-16,0-8 4 0,3 1-1 0,1-3 7 0,2 0-1 15,2-3 5-15,0 1-4 0,-2-5-22 0,9 1-29 16,-1-4-44-16,1-2-56 0,9-2-66 0,4-5-281 15,-8 0-542-15,8-3 240 0</inkml:trace>
  <inkml:trace contextRef="#ctx0" brushRef="#br0" timeOffset="11491.14">9149 5643 275 0,'0'-6'273'0,"1"3"-12"0,0-2-16 16,-1 5-19-16,3-3-23 0,-3 3-23 0,2-4-25 0,-2 4-17 15,8-2-5-15,-1 3-21 0,-1 2-14 16,1-1-8-16,4 1-9 0,-2 5-9 0,-1 1-8 16,0-2-7-16,-1 4-7 0,0 0-7 0,-1 1-6 15,1-1 3-15,-4 5-5 16,1-2-9-16,-2-1 11 0,-2-1-14 0,0 0-1 15,-2 2-3-15,0-2-2 0,2-2-1 0,-4 0-1 16,0-2-1-16,2-2-3 0,2 4-2 0,-4-4 0 16,4-2-2-16,-1 0 2 0,0 1 0 0,-1-2-1 15,2-3 0-15,-1 4 1 0,1-4 1 0,0 4 11 16,0-4 1-16,0 0 10 0,0 0 6 0,-2 5 5 16,2-5 8-16,0 0-2 0,0 0 14 0,0 0-9 0,0 0-5 0,2 4 4 15,-2-4 2-15,0 0-4 0,0 0 3 0,0 0-4 16,0 0 5-16,0 0-2 0,0 0-6 0,0 0 0 15,0 0-1-15,0 0 8 0,0 0-19 0,0 0-3 16,11-3-3-16,-1-1-6 0,2 2-2 0,2-2-3 16,3 0-3-16,5 1 2 0,-2 1-3 0,1-2-8 15,0 1 6 1,1 0-9-16,-3-1 4 0,0 2-1 0,-1-2 7 0,-5 3-6 16,0-2-1-16,-6 3-8 0,2-1 11 0,-1-1-6 15,-4 2 4-15,-4 0-6 0,10-1-1 0,-10 1 5 16,8-1 0-16,-8 1-16 0,5-2-19 0,-5 2-16 15,0 0-21-15,5-1-20 0,-5 1-18 0,0 0-18 16,0 0-23-16,0 0-15 0,0 0-18 0,0 0-5 16,0 0-25-16,0 0-36 0,0 0-227 0,0 0-512 0,0 0 227 0</inkml:trace>
  <inkml:trace contextRef="#ctx0" brushRef="#br0" timeOffset="11776.6">9660 5465 74 0,'0'0'255'0,"0"-5"-29"16,0 5-29-16,1-2-22 0,-1 2-14 0,0 0-22 16,10 10-15-16,-1 6-8 0,4 7-7 0,1 7-11 0,9 14-10 15,-5 7-6 1,1 3-3-16,-6 3-5 0,4 3-7 0,-5 23-3 15,-6-23-7-15,0 1 1 0,-5-3-7 0,-1 2-6 16,-5-7-2-16,-3 0 2 0,-4-1-9 0,-10-4-2 16,-2-3 0-16,-7 4-2 0,-11-5-3 0,-22 12 0 15,14-20-9-15,-2-2-38 0,-25 9-48 0,18-14-50 16,-29 9-73-16,-8-9-187 0,8-9-406 0,24-13 179 16</inkml:trace>
  <inkml:trace contextRef="#ctx0" brushRef="#br0" timeOffset="12393.4">7374 5678 243 0,'0'0'241'0,"1"-4"-12"0,-1 4-19 16,0 0-17-16,3-3-25 0,-3 3-16 0,0 0-24 0,0 0-12 15,0 0-9-15,-8 20-11 0,-7 3-10 0,-2 4-8 16,-14 11-9-16,-3 8-4 0,-2 4-6 0,-15 26-8 15,10-2-5-15,5 0-5 0,17-24-4 0,0 1-7 0,5 3-1 16,4-1 3-16,8-2 15 0,5-3-2 16,10-2-1-16,7-4 0 0,11 0 2 0,10-5-7 15,7-3 4-15,35 5-4 16,12-9-35-16,3-7-66 0,10-5-91 0,0-10-288 16,1-3-477-16,-8-7 211 0</inkml:trace>
  <inkml:trace contextRef="#ctx0" brushRef="#br0" timeOffset="13111.24">10626 5549 6 0,'1'-7'222'0,"-1"1"-6"0,0 0-10 0,3 0-17 16,-3 1-4-16,0 2-9 0,0 0-15 0,0 3-17 0,0-9-16 15,0 9-16-15,-3-3-6 0,3 3-20 0,0 0-11 0,-15 13-8 16,-6 6-7-16,-2 5-9 0,-10 12-3 0,-1 7-6 16,-3 3-2-16,-4 2-7 0,4 1-2 0,2 3-5 15,8-2-3-15,3 1-1 0,7 0 0 0,2-2-1 16,10-14 0-16,5 3-4 0,0-3 0 0,7-4-2 15,5 2 6-15,5-3-1 16,7-3 0-16,5-5 0 0,21 5-17 0,4-6-42 16,5-4-57-16,7-7-82 0,-2-3-213 15,0-6-421-15,-1-5 187 0</inkml:trace>
  <inkml:trace contextRef="#ctx0" brushRef="#br0" timeOffset="14198.57">11155 5753 10 0,'2'-5'244'0,"-2"2"-10"15,0 3-3-15,0-7-10 0,-2 3-9 0,2 4-12 16,0-8-14-16,0 8-17 0,2-2-19 0,-2 2-21 16,0 0-13-16,2-3-17 0,-2 3-11 0,0 0-21 15,0 0-5-15,-4 13-8 0,3-4-6 16,-2 5-7-16,1-1-1 0,-1 3-6 0,0 6-4 0,2-3-4 0,0 4 7 0,-2-2-12 16,3 5 3-16,3 1-5 0,1-5-4 15,0-2 2-15,0 0-5 0,0-3 2 0,3 0-1 16,1-1 0-16,-2 1-3 0,-1-8 2 0,3 0 1 15,-2-1-1-15,-1-1 6 0,3 1 9 0,2-3 4 0,-1-1 18 16,4-2 23-16,1-6-11 0,-1 2 12 0,3-4 6 16,1-3 5-16,1 0 1 0,-4-3-1 0,4-1 8 0,1-4-10 15,1-1-8-15,-2-2-2 0,0 0-11 0,0-4-10 16,0 2 4-16,-4 1-2 0,-5 5-4 0,4 0 7 0,-7 2-1 31,3 0 2-31,-5 2-9 0,3 3 1 0,-1-2 7 0,-4 6 5 0,1-2-10 0,-1 2 2 0,1 2-11 16,0 1-11-16,-2-1-15 0,-1 3-23 0,2-7-26 15,-2 7-33 1,0 0-18-16,0 0 11 0,0 0 11 0,0 13 8 16,-2-2 1-16,2-1 1 0,-1 5 7 0,1-1 7 15,1 3 4-15,1 0 7 0,6-1 9 0,-2 2-5 16,5-2 2-16,-1 0 8 0,3 1-1 0,-1-1 2 16,10-1-11-16,-3-3-22 0,4 1-22 0,4-4-31 15,-1 0-37-15,0-5-43 0,-4-1-34 0,7-3-44 16,-9-3-245-16,1-3-542 0,1 1 239 0</inkml:trace>
  <inkml:trace contextRef="#ctx0" brushRef="#br0" timeOffset="14514.17">11937 5371 151 0,'3'-5'296'0,"-2"2"-3"0,-1-2-16 0,0 5-20 16,0-5-24-16,0 5-29 0,1-4-25 0,-1 4-22 15,0 0-28-15,0 0-18 0,0 0-13 0,0 0-8 16,-9 19-10-16,4-5-8 0,-5 11-5 0,-3-1-8 16,0 5-14-16,-2 3-22 0,-2 0-37 0,2 1-28 0,3-2-35 0,-7 12-29 15,9-11-38-15,-3-5-52 0,3-2-178 0,5-7-405 16,1-1 179-16</inkml:trace>
  <inkml:trace contextRef="#ctx0" brushRef="#br0" timeOffset="15014.91">12278 5782 81 0,'3'-6'281'0,"-3"6"1"0,2-4-10 0,-2 4-9 16,0-5-15-16,0 5-21 0,0 0-23 0,0 0-24 15,1-4-19-15,-1 4-17 0,0 0-20 16,0 0-20-16,0 0-9 0,0 0-13 0,0 0-2 0,8 9-18 16,-4-4-5-1,-1 2-8-15,3 5-7 0,0-4-5 0,2 7-3 16,-2 1-2-16,2-1-6 0,-3 2 10 0,4-1-7 15,-1 0-11-15,-3 0-2 0,0-2-2 0,4 3 9 16,-4-5-8-16,-1-4-2 0,0 3-3 0,0-3-3 16,-3-2 1-16,2 0 0 0,-2-1 2 0,0-3 3 15,0 4 34-15,-1-6 38 0,3 2 48 0,-3-2 41 16,1 3 37-16,-1-3 39 0,0 0 22 0,0 0-28 0,8-8-25 0,-6 1-22 16,5-3-19-16,1-5-20 0,0-1-17 0,1-1-15 15,4-10-16-15,2 0-8 0,1 0-18 0,0-3-12 16,1 1-18-16,1 2-11 0,-3-1-8 0,2 5-7 15,-2 2-11-15,-6 6-21 0,-4 5-21 0,2 0-37 16,-2 2-36-16,1 2-43 0,-2 0-51 0,1 4-56 16,0 0-31-16,2 2-19 0,1 2-29 0,0 5-31 0,0 3-41 0,0-2-257 15,-1 3-711-15,3 2 314 0</inkml:trace>
  <inkml:trace contextRef="#ctx0" brushRef="#br0" timeOffset="15415.65">13049 5997 46 0,'-5'1'206'0,"5"-1"-13"0,0 0-9 0,0 0-9 0,0 0-11 15,-4 1-10-15,4-1-9 0,0 0-14 0,0 0-4 16,0 0-5-16,0 0-11 0,0 0-6 0,0 0-7 16,0 0-7-16,0 0-1 0,0 0-6 0,0 0-4 15,0 0-4-15,0 0 0 0,0 0-9 0,0 0 6 0,0 0 1 16,0 0-1-16,0 0 3 0,0 0 2 0,0 0-4 16,0 0-6-1,0 0-9-15,0 0-7 0,19-8 5 0,-4 4-17 16,5 0-6-16,0 1-1 0,7 0-4 0,2-4-1 15,-1 1-7-15,4 3 1 0,0 1-3 0,3-4-2 0,-3 2-2 16,-2 1 1-16,2 0 2 0,-1 1 3 0,-11-3 2 16,3 1-1-16,-5 3 20 0,0-1-11 0,-6 0-3 15,-2 1-3-15,-1 0 0 0,-3-3-4 0,-1 4-9 16,0-1-22-16,-5 1-34 0,8 0-38 0,-8 0-49 0,0 0-53 16,0 0-57-16,0 0-270 0,0 0-551 0,-17 4 244 15</inkml:trace>
  <inkml:trace contextRef="#ctx0" brushRef="#br0" timeOffset="16517.03">14031 5738 243 0,'0'-4'246'0,"0"0"-16"16,0 4-10-16,0-6-16 0,0 6-24 0,0-3-16 15,0 3-24-15,0 0-22 0,3-4-20 0,-3 4-21 16,0 0-9-16,0 0-5 0,-6 16-6 0,4-6-7 0,-3 6-4 15,1 1-6-15,-1 1-4 0,0 6-3 0,0 0 0 0,4-4-2 16,1 0-6-16,-2 6 0 0,2-7-6 0,3 0 0 16,0 1 2-16,0-3-5 0,4 3 1 0,-1-4-3 15,3-1-3-15,-5-6 6 0,6 1 11 0,-4-1 10 16,2-1 5-16,5-7 7 0,-3 4 1 0,2-2 1 16,2-3 5-16,-1-2 8 15,3 0 0-15,2-6 3 0,0-2 4 16,-3 2 6-16,3-5-6 0,-5 1 3 0,4-3-4 15,-5 1-6-15,6-10 1 0,-5 0-6 0,2 4-9 16,-2-4-8-16,-3 0 2 0,-1 7 5 0,-5 0 10 16,4 2 0-16,-4 3 10 0,-3 3 10 0,4-4 5 15,-4 9 2-15,-1-6-2 0,3 5-9 0,-2 2-8 16,-1-1-7-16,3-1-15 0,-3 2-7 0,0 3-31 0,0 0-22 0,2-5-31 16,-2 5-40-16,0 0 4 0,0 0 5 0,0 0 9 15,-5 19 6-15,4-9 6 0,-1 1 4 0,0 6 9 16,-3 1 5-16,5-2 2 0,0 2 5 0,4 0 3 15,1 1 4-15,1-2 4 0,3 1 15 0,4-3-10 16,1 7 6-16,5-4-2 0,-2-7-17 0,3 0-12 16,3 2-46-1,5-5-38-15,-10-3-49 0,14 0-64 0,-10-2-296 0,5-4-574 16,-6-2 254-16</inkml:trace>
  <inkml:trace contextRef="#ctx0" brushRef="#br0" timeOffset="17002.32">14835 5779 259 0,'0'0'312'0,"1"-5"-13"0,-1 5-1 15,3-7-10-15,-2 3-24 0,-1 4-16 0,1-5-20 16,-1 5-26-16,2-4-18 0,-2 4-27 0,1-1-23 16,-1 1-10-16,0 0-19 0,0 0-20 0,0 0 0 15,0 0-22-15,7 11-10 0,-5-3-7 0,2 1-4 16,2 4-10-16,-2 3 2 0,0 2-6 0,1-1-3 16,0 2-4-16,-1-1-2 15,2 0 0-15,-2 2-1 0,1-2-5 0,-1-1-1 16,1-2-2-16,-3-2 2 0,1-1 2 0,0-3-3 15,-2 1-2-15,4-3 3 0,-5-3-1 0,1 0 2 16,2 1 12-16,-3-3 66 0,4 0 32 0,-4-2 46 16,0 5 47-16,0-5 13 0,0 0-20 0,5-7-22 15,4-3-19-15,0 1-16 0,1-8-17 0,3 2-13 16,4-9-11-16,2-5-15 0,-4 5-11 0,3-3-15 0,-1 0-11 16,-3 1-11-16,1 1-3 0,-2 3-11 0,-4 5-3 15,0 3-2-15,-3 2-13 0,0 0-10 0,-1 6-12 0,-2-2-21 16,1 3-26-16,-3 1-34 0,3 0-41 0,-4 0-46 15,4 1-53-15,-4 3-51 0,0 0-4 0,0 0-8 16,0 0-15-16,4 11-29 0,-3-5-57 0,-2 1-220 16,-2-2-661-1,3 3 293-15</inkml:trace>
  <inkml:trace contextRef="#ctx0" brushRef="#br0" timeOffset="17349.23">15433 5438 298 0,'0'0'304'0,"2"-4"-5"0,-2 4-15 15,3-5-18-15,-3 5-20 0,0-4-24 0,0 4-24 16,0 0-23-16,0 0-21 0,0 0-18 0,0 0-26 16,0 0-24-1,0 0-15-15,0 0 2 0,0 0-6 0,-10 16-18 16,5-7 0-16,-3 5-7 0,-3 3-4 0,3 1-3 0,-5 6-28 15,-2 0-22-15,2 0-23 0,4 1-27 0,-5 1-44 16,3-2-50-16,-1 0-55 0,3-6-222 0,0-2-470 16,5-6 208-16</inkml:trace>
  <inkml:trace contextRef="#ctx0" brushRef="#br0" timeOffset="17887.29">15722 5269 201 0,'0'0'196'0,"0"0"-17"0,0 0-23 0,0 0-10 16,9 10-19-16,2 3-12 0,3 12-6 15,2 2-9-15,-1 4-5 0,3 18-11 0,-4 2-7 16,-1 2-7-16,-3 3-1 0,-5 4-8 0,-5-2 0 0,0-2-7 0,0-1-12 31,-5-6 5-31,0-2-6 0,0-10-5 0,-7 8-1 0,3-12-2 0,-1-2 3 0,-4-4 3 0,3 4 1 31,-5-7 10-31,2-4 3 0,3-2 5 0,0-5 9 0,1 2 1 0,0-6 5 0,1 0 0 0,1-1-1 32,2-1-3-32,0 0 7 0,2-4-17 0,-1 0-4 15,0 1-8-15,2 1-3 0,0-3-4 0,1-1 0 0,2-1-7 16,-4 3 4-16,4-3-3 0,-5 2-2 0,5-2-3 0,0 0-3 15,0 0 1-15,-2 3-1 0,2-3-10 0,0 0-12 16,0 0-13-16,0 0-25 0,0 0-22 0,0 0-71 16,0 0-79-16,0 0-95 0,13-15-153 15,-5 5-493-15,2-3 218 0</inkml:trace>
  <inkml:trace contextRef="#ctx0" brushRef="#br0" timeOffset="18882.16">15980 5044 42 0,'0'0'205'0,"0"-5"-18"0,0 5-16 0,0 0-13 0,-2-4-16 16,2 4-15-16,0 0-13 0,0 0-16 0,-3-3-8 16,3 3-13-16,0 0-13 0,0 0-7 0,0 0 0 15,0 0-7-15,0 0-10 0,16 7-2 0,-8-4 0 16,1 3-5-16,4-2-1 0,1 1-5 0,0-1 1 16,-1-1-9-16,-3-1 2 0,4 1-2 0,-1-1-2 15,0 0 0-15,-3 0 0 0,0-2-5 0,2 0 4 0,-3 0 2 0,-3-1 6 16,3 1 13-16,-3-1 26 0,-2-2 8 15,3 2 6-15,-2-2 8 0,-1 0-6 0,2-1 2 0,-2 1 1 16,2-1 2-16,-5 1-3 0,3-1 7 0,0 1-7 16,0 0 1-16,-3 0-1 0,-1 3-1 0,5-2-2 15,-1-1-6-15,-4 3-7 0,0 0-5 16,4-2-9-16,-4 2-2 0,0 0-8 0,0 0-8 0,1-4-13 0,-1 4-27 0,0 0-33 16,0 0-11-16,0 0 5 0,4 14 2 15,-3-2 7-15,-1 6-1 0,0 9 3 0,-1 7 7 16,-3 20 0-16,-4 3 9 0,-3 31 2 0,-2 3 5 15,-2-1 1-15,2-4 5 0,4-1 1 0,3-28 0 0,3 28 1 16,1-27 0-16,3 24 0 0,0-24 4 16,1-3 1-16,0-1-1 15,4 0-3-15,-2-4 7 0,-1-1-3 0,1-12 4 16,0-4-1-16,-2 0 5 0,2-3 3 0,-3 1 4 16,-1-4 0-16,2-8-2 0,-2-1 0 0,-2-2 0 15,4-1 3-15,-4-2-4 0,4-4-1 0,-2 4-1 16,-3-3-1-16,3-2-3 0,-1-1 2 0,1 2 0 0,-3 2-2 0,4-5 0 0,-2 2-2 15,1-3 3-15,0 0-2 0,0-1-1 16,0 3 0-16,0-3 1 0,0 0 2 0,-2-2-4 16,2-2 2-16,-2 7 1 0,2-7-6 0,0 4 3 15,0-4 3-15,0 4-1 0,0-4 1 0,0 0-7 16,2 4 2-16,-2-4 4 0,0 0-1 0,2 2-3 16,-2-2 6-16,0 0-4 0,0 0 14 0,0 0 2 15,0 0 6-15,0 0-2 0,0 0 17 0,0 0-12 16,0 0 4-16,0 0 4 15,0 0 8-15,0 0 2 0,0 0-3 0,0 0 4 16,0 0 10-16,0 0-2 0,0 0-12 0,0 0 21 16,0 0-6-16,0 0-2 0,0 0-1 15,0 0-5-15,0 0-6 0,0 0 1 0,0 0-5 0,0 0-4 16,0 0 1-16,0 0-5 0,0 0-20 0,0 0 13 16,0 0-1-16,0 0-5 0,0 0-3 0,0 0 2 15,0 0-6-15,0 0-5 0,0 0-5 0,0 0-3 0,0 0 1 16,0 0-3-16,0 0-5 0,-18-1-1 0,3 0-2 15,-7 1-8-15,-12 1-22 0,-6-4-19 0,-15 3-18 16,-4-2-27-16,1-2-31 0,-1 0-19 0,0 0-17 16,6 4-48-16,13-3-74 0,4-2-291 0,1 1-633 15,10-1 281-15</inkml:trace>
  <inkml:trace contextRef="#ctx0" brushRef="#br0" timeOffset="32178.98">17162 5903 52 0,'-6'1'142'0,"6"-1"-2"0,-7 0-3 0,7 0 0 15,0 0-2-15,0 0-14 0,-9-1-3 0,9 1-8 16,0 0-11-16,0 0-10 0,0 0-7 0,0 0-11 15,0 0-1-15,0 0-6 0,0 0-4 0,0 0-6 0,0 0-4 16,-6 1-2-16,6-1-2 0,0 0-4 0,0 0-6 16,0 0 2-16,0 0-9 0,0 0-3 0,0 0 2 15,0 0-1-15,0 0-1 0,0 0-2 0,0 0 0 16,0 0-4-16,0 0-3 0,0 0 4 0,0 0-3 16,0 0-3-16,0 0 0 0,0 0-2 0,0 0 0 15,0 0-3-15,0 0 1 0,0 0-3 0,0 0 0 0,0 0 0 0,-4 4-1 16,4-4-1-16,0 0 4 0,0 0 3 0,0 0-5 15,0 0 2-15,0 0-4 0,0 0 3 0,0 0-2 16,0 0 2-16,0 0-3 0,0 0 3 0,0 0 1 16,0 0-4-16,0 0-1 0,0 0 4 0,0 0 0 15,0 0-4-15,0 0-3 0,0 0 3 0,0 0 0 16,0 0-2-16,0 0 2 16,0 0-2-16,0 0-3 0,0 0 0 0,0 0 6 15,0 0-2-15,18-5-2 0,-6 5 0 0,7 0-2 16,9-3-2-16,1 0 5 0,8 2-2 0,-1 0-4 15,5-2 4-15,10 2 0 0,3-2 1 0,-1 1-2 16,-16 2 1-16,17-3-4 0,-18 1 1 0,1 0 5 16,-3 1-2-16,1-2 1 0,-6 2-1 0,-7-2-1 15,-3 2 2-15,-2 0-3 0,-5-1 2 0,-1 1-6 0,-3 0-12 0,-1 1-15 16,-2 0-6-16,-5 0-13 0,5-3-28 0,-5 3-13 16,0 0-16-16,0 0-17 0,0 0-14 0,-24-3-31 15,11 3-103-15,-6-2-295 0,0 2 130 16</inkml:trace>
  <inkml:trace contextRef="#ctx0" brushRef="#br0" timeOffset="32449.56">17492 5692 165 0,'-3'-4'286'0,"1"-1"-15"0,-1 3-16 16,0-1-18-16,3 3-24 0,-1-7-20 0,1 7-24 16,-4-2-19-16,4 2-24 0,0 0-15 0,0 0-12 15,0 0-11-15,-7 13-13 0,4-3-8 0,3 5-7 16,-4 2-4-16,2 2-5 0,1 9-5 0,2-3-3 16,1 0-3-16,2 2-3 0,-1-1-4 0,3 0-32 15,-1-6-25-15,0 6-34 0,4-1-38 0,-5 2-32 0,2-1-62 0,-4-9-206 16,2 1-429-16,-2-5 189 0</inkml:trace>
  <inkml:trace contextRef="#ctx0" brushRef="#br0" timeOffset="37673.15">18734 5626 107 0,'1'-5'202'0,"0"1"-5"16,-1 0 3-16,0 4-8 0,2-5-7 15,0 1-6-15,-2 0-2 16,2 0-3-16,-2 4-4 0,1-5-13 0,-1 5-13 16,1-3-8-16,-1 3-18 0,4-4-12 15,-4 4-11-15,0 0-13 0,0 0-14 0,2-3-17 16,-2 3-17-16,0 0-18 0,0 0-2 0,0 0-5 15,2 15 1-15,-4-3-1 0,4 0 0 0,-2 4 0 0,0 2 0 16,-2 2-2-16,1-2-2 0,0 9 1 0,-1-3-2 16,2-5 1-16,0 0 0 0,0-1-1 0,0 1-1 0,2-1 1 15,-2-4-1-15,0 2 0 0,-2-4 0 0,4-2 0 16,-2 2-2-16,0-4-1 0,0-4 3 0,-2 1 1 16,4-1 2-16,-2 1 0 0,0-2-2 0,0 0 10 15,0-3 27-15,0 0 29 16,2 6 31-16,-2-6 32 0,0 0 33 0,0 0-14 0,0 0-19 15,5-11-14-15,1-1-10 0,0 0-11 0,3-3-8 0,0-3-15 0,2-7-1 0,3 1-14 16,1-1-4-16,2 0-6 0,-4-1-2 0,5 2-7 16,-4 2-7-16,-1 5-1 0,-3 4-3 0,-2 4-6 15,0 0 0-15,-2 2-15 0,-2 0 0 0,-1 2-2 16,3 2-4-16,-4 0-21 0,1 2-26 0,-3 1-12 16,9 0 2-16,-9 0 9 0,9 6-8 0,-4 2 14 15,1 1-7-15,-2 3 4 16,5 2-3-16,0 2 6 0,-3-2 3 15,1 6 18-15,0-3-13 0,-3 1 2 0,2 2 10 0,-2-3-2 16,0 1 3-16,0-2-10 0,0-3-12 0,-2-3 8 0,-2-1-5 16,2-1 2-16,0-3-2 0,-1 2 9 15,-1-3 3-15,3 1 13 0,-2-4 22 0,-1 3 32 16,3-1 29-16,-3-3 16 0,0 0-11 0,0 0-11 0,10-13 0 16,-1 1-16-16,0-3-1 0,3-1-3 0,0-7-11 15,6-1 4-15,1-1-9 0,-2 0-3 0,-2 3-8 16,-3 5 2-16,-2 5-4 0,-2 3 2 0,-3 1-8 15,1 1 1-15,-2 2-4 0,2 2-7 0,-4 0-24 0,1 0-27 16,-3 3 8-16,0 0-7 0,12 6-8 0,-9 0 12 16,1 3-5-16,4 3 2 0,-4-2 6 0,1 6 0 15,3 0 3 1,-3-1 0-16,1 2 2 0,2-2-21 0,-3 2-14 16,2 0-25-16,-1-3-25 0,0-3-35 0,-2 0-23 0,3 1-42 15,2-2-33-15,-5-3-220 0,2-2-514 16,3-2 227-16</inkml:trace>
  <inkml:trace contextRef="#ctx0" brushRef="#br0" timeOffset="38427.69">19788 5765 36 0,'-18'0'163'0,"5"2"-4"0,1-2-4 15,0 0-5-15,4 0-8 0,3 0-5 16,-4 0-4-16,9 0-3 0,-10 3-8 0,10-3-7 0,-5 0-6 16,5 0-8-16,0 0-5 0,-11 0-7 0,11 0-10 0,0 0-3 15,0 0-10-15,0 0 2 0,0 0-2 0,-7 1-2 16,7-1-6-16,0 0 1 0,0 0-7 0,0 0-2 15,0 0-4-15,0 0-5 0,0 0-2 0,0 0-8 16,-6-1 2-16,6 1-2 0,0 0 1 0,0 0-6 16,0 0 1-16,0 0 2 0,0 0 2 0,0 0 2 15,0 0-2-15,0 0 1 16,0 0 3-16,0 0 3 0,0 0-5 0,0 0 1 16,0 0 0-16,0 0 0 0,0 0-3 0,0 0-4 15,0 0-3-15,0 0 9 0,0 0-14 0,0 0 1 16,0 0-3-16,0 0-1 0,0 0-2 0,0 0-1 15,0 0-2-15,0 0-3 0,0 0 2 0,0 0-3 0,0 0-1 16,0 0 0-16,0 0-1 0,0 0 1 0,0 0 1 16,0 0-3-16,0 0-2 0,0 0 2 0,0 0 1 0,0 0 0 15,0 0-1-15,0 0 0 0,0 0 0 0,0 0 1 16,0 0-5-16,0 0 4 0,0 0-4 0,0 0 2 16,0 0-1-16,0 0 4 0,20-3-3 0,-7 1-1 15,3 0-1-15,5 1 1 0,11-2 1 0,0 2-2 16,2-3 0-16,1 0-3 0,-1 1 3 0,2 1 2 15,-4-2-1-15,1 1 2 16,-2 1-2-16,-9 0 0 0,-1 1 8 0,-1-2-9 16,-6 2 0-16,-3 0-3 0,-2 1 0 0,1-2-2 0,-5 1-13 0,-5 1-10 15,8 0-12-15,-3-1-12 0,-5 1-22 0,0 0-13 16,9 0-25-16,-9 0-15 0,0 0-4 0,0 0 6 16,0 0-4-16,0 0-14 0,0 0-11 15,0 0-40-15,-14 9-152 0,10-8-373 0,4-1 166 0</inkml:trace>
  <inkml:trace contextRef="#ctx0" brushRef="#br0" timeOffset="39006.8">20409 5603 38 0,'0'-6'266'0,"0"2"-13"0,3 2-3 0,-2-3-10 0,1 0-10 16,-2 5-6-16,2-6-14 0,-2 2-19 0,0 4-21 31,1-4-20-31,-1 4-16 0,0 0-13 0,0 0-22 16,0 0-22-16,0 0-21 0,0 0-4 0,0 0-6 0,4 11-8 16,-4-1-9-16,1 2-1 0,0 5-3 0,-1 0-1 15,0 1-2-15,2 0-2 0,-4 2-3 0,4-1 3 16,-2 0-5-16,1-1-5 0,-2 1 2 0,1-2-2 15,0-2 2-15,1-1-3 0,-1-2 1 0,0-3-4 16,1 1 9-16,-2-3-8 0,2-2 1 0,-2 0 2 16,2-2 0-16,-1 1 21 0,0-4 40 0,1 5 26 0,-1-5 39 0,0 0 29 15,0 0-3-15,0 0-18 0,0 0-21 0,8-14-7 16,-3 2-7-16,4-2-17 0,-1-1-11 16,1-2-4-16,7-5-16 0,-3-2 2 0,-3 7-13 0,1 0 0 15,-2 1 0-15,3 1-12 0,-7 5-8 0,1 2-5 16,-3 1-2-16,1 1 2 0,0 1-8 0,-3-1-5 15,2 6-7 1,2-4-5-16,-5 4-23 0,1-3-30 0,-1 3 3 16,0 0-4-16,12 7-1 0,-10 4 3 0,6-2 4 0,-2 2 2 0,2 2-10 15,-3 1 14-15,4 2 0 0,-1 0 3 0,-2-2 7 16,2 0-1-16,0 1 9 0,-1-3-3 0,-2-4 8 16,-1 3 0-16,1-5 0 0,-2 1 6 0,1-2 3 15,-3 0-3-15,2-1 2 0,-2-1 3 0,0 0 6 16,0-1 3-16,-1-2-3 0,4 3-4 0,-4-3 24 15,3 2-19-15,-3-2-10 0,0 0-1 0,1 4-5 16,-1-4-7-16,0 0-10 0,0 0-1 0,0 0-13 16,0 0-24-16,0 0-44 0,0 0-33 0,0 0-39 15,1-9-27-15,0 4-34 0,1-2-263 0,2-1-554 16,-1-3 246-16</inkml:trace>
  <inkml:trace contextRef="#ctx0" brushRef="#br0" timeOffset="39260.35">20915 5398 223 0,'0'0'203'0,"0"-6"-29"0,0 6-9 0,0 0-24 16,6 12-9-16,-2-3-5 0,4 8-11 0,0 10-2 15,3 2-9-15,2 16-9 0,-2 2 1 0,1 1-8 0,-5-3-5 0,-3 3-6 16,-2-2-8-16,-4 2-7 0,-2-16 0 15,-7 14-7-15,-1-12-5 0,-3-1-1 0,-4-4-2 0,-13 9-5 16,-6-4-2-16,-2 0-3 0,-5-9-18 16,-4-1-22-16,-5-1-38 0,-2-4-57 0,-7-5-76 15,-26 1-190-15,22-8-392 0,-25-7 173 0</inkml:trace>
  <inkml:trace contextRef="#ctx0" brushRef="#br0" timeOffset="39761.93">18515 5266 192 0,'0'0'213'0,"0"0"-29"16,0 0-17-16,0 0-20 0,-16 12-17 0,5 5-3 15,-6 12-9-15,-8 13-10 0,1 4-12 0,-2 5-8 16,2 4-10-16,-8 23-3 0,14-25-6 0,2 1-11 0,7-3-2 0,5-1-4 15,5-1-5-15,7-2-2 0,7-1-3 0,10-1 0 16,9-7-2-16,8 3-1 0,11-8 0 0,30 11-1 16,5-10-20-16,1-8-49 0,3-6-72 0,5-9-260 15,-1-2-393-15,-1-3 175 0</inkml:trace>
  <inkml:trace contextRef="#ctx0" brushRef="#br0" timeOffset="40410.08">21619 5192 104 0,'0'-3'214'0,"0"-1"-6"16,0 4-14-16,0-6-15 0,0 6-14 0,0-5-21 16,0 5-15-1,0 0-16-15,0 0-15 0,-19 8-10 0,1 2-11 16,-6 12-6-16,-12 13-10 0,-4 7-1 0,-2 4-8 15,-14 21-3-15,7 4-3 0,16-21-6 0,-10 22-4 16,16-23-8-16,5 0 3 0,3-3-5 0,9-1 3 0,7-10-3 16,3-2 2-16,9 1 1 0,4-2 5 0,14 8-4 15,11-3 2-15,6-9-2 0,5 0 4 0,10-6-20 16,5-6-33-16,0-6-45 0,27 3-58 0,-29-9-92 16,-2-4-133-16,-2-4-376 0,-18 3 167 0</inkml:trace>
  <inkml:trace contextRef="#ctx0" brushRef="#br0" timeOffset="41164.68">21890 5571 45 0,'0'0'270'15,"4"-6"-11"-15,-3 3-5 0,-1 3-9 0,0-5-16 16,0 5-15-16,3-3-13 0,-3 3-26 0,0 0-18 16,0 0-19-16,0 0-17 0,0 0-16 0,0 0-19 0,0 0-18 0,0 0-7 31,0 0-10-31,7 9-5 0,-7 2-8 0,0 1-3 16,3 2 1-16,-2 3-7 0,2 2-2 0,-3 1-3 15,1 1-1-15,-2-3-2 0,2 2-2 0,0-2-1 16,2-1-3-16,-3 0-3 0,1-5 1 0,-1-2-1 15,0-2 1-15,0 1-4 0,0-2 1 0,0-4 1 0,0 4 2 16,3-3 1-16,-2-3 36 0,-1 3 34 0,0-4 29 16,0 0 22-16,0 0-18 0,0 0-13 0,11-8-5 0,-7-2-12 15,3 2-6-15,2-2-18 0,1-7-10 0,0 2 7 16,2-2-11-16,5-2-7 0,-4 3 2 0,0 1-9 16,-3 1 7-16,-1 6-15 0,1-1-7 15,-6 6 1-15,1-4-2 0,-1 3-7 0,0 0-9 16,-1 2-2-16,-1-1-31 0,-2 3-12 0,6-1-6 0,-6 1 5 0,0 0 4 15,8 10 1-15,-7-3 5 0,3 2 3 0,-1 1 2 16,-2 0-3-16,4 2 6 0,-5 0 2 0,4 0-3 16,0 0 10-16,-3-2-1 0,0 1 1 0,2-6 10 15,-2 3-3-15,-1-3 0 0,0-1 0 0,3-1 5 16,-2 1 3-16,-1 1 12 0,0-5 10 0,5 1-1 16,-5-1-7-16,12-6 5 15,-3-1-3-15,0 4 1 0,0-8 2 0,2-1-3 16,1-3-6-16,-1 1 3 0,4 1-7 0,-3 0 4 15,2 2-2-15,-6 2 6 0,-2 1 2 0,-1 4 2 16,0-2-4-16,0 2-5 0,-1 0-3 0,-1 1-2 16,-1 0-11-16,-2 3-13 0,8 0-7 0,-8 0-5 15,10 0-4-15,-3 6-14 0,0 2-11 0,5-2-25 16,-1 3-32-16,5 2-32 0,-1 1-46 0,-1-1-36 0,5 1-58 0,-5-4-193 16,4-1-523-16,-1-1 231 0</inkml:trace>
  <inkml:trace contextRef="#ctx0" brushRef="#br0" timeOffset="41649.43">22866 5613 69 0,'0'0'122'0,"0"0"-15"0,0 0-11 0,0 0 12 16,0 0-5-16,0 0-2 0,0 0 3 0,0 0-3 16,0 0-5-16,0 0-5 0,-19 2-10 0,14 0 3 15,5-2-8-15,0 0-8 0,-8 0 0 0,8 0-4 16,0 0-7-16,0 0-3 0,0 0 2 0,0 0-4 0,0 0-1 15,-5 0-2-15,5 0-5 0,0 0 1 0,0 0-3 16,0 0 4-16,0 0 2 0,0 0 0 0,0 0 3 16,0 0 2-16,0 0 4 0,0 0-1 0,0 0 1 15,0 0-1-15,0 0-1 0,0 0-2 0,0 0 2 16,21-2 0-16,-11 0-17 0,12-1-2 0,6 1-5 16,2-1-3-16,6 2 3 15,4-3-10-15,-2 2-2 0,15 2-2 16,-13-1-3-16,-3-3-3 0,-1 4 0 0,-3-2 9 0,-4 2-7 15,-7-5-1-15,-2 2-1 0,-2 0-6 0,-5 2-15 16,-3 1-14-16,-3-1-8 0,1 1-19 0,-3-2-12 16,-5 2-32-16,1-2-36 0,-1 2-17 0,-9-5 2 15,0 2-13-15,-4 0-8 0,-6 1-162 0,-1 0-356 16,0-3 158-16</inkml:trace>
  <inkml:trace contextRef="#ctx0" brushRef="#br0" timeOffset="41834">23132 5513 143 0,'-4'-6'169'16,"-2"1"8"-16,1-1 15 0,-2 0 8 0,4 0 5 15,-3-1 12-15,4 4-6 0,-1-3 3 0,1 1-2 0,-2 2-4 0,3 1-8 16,-1-2-20-16,2 4-11 0,-3-6-3 0,3 6-34 16,-3-3-16-16,3 3-18 0,0 0-19 0,0 0-32 31,0 0-12-31,0 0-11 0,-3 13 2 0,2-3 0 16,1 6-4-16,1 1-3 0,1 7-1 0,0 3-4 0,3-1 0 0,-1 1 0 0,3 0-18 0,0 1-36 15,0-2-23-15,-1-8-30 0,2 8-37 0,-2-6-62 31,1-3-42-31,1-2-232 0,-3-3-503 0,3-4 223 16</inkml:trace>
  <inkml:trace contextRef="#ctx0" brushRef="#br0" timeOffset="42797.31">23751 5442 221 0,'0'0'261'0,"-2"-4"-2"0,2 0-21 0,0 4-18 0,0 0-18 16,0-5-13-16,0 5-20 0,0 0-22 0,0 0-15 15,-2-4-14-15,2 4-16 0,0 0-18 0,0 0-19 16,0 0-8-16,0 0 0 0,0 16-14 0,1-9-3 16,-2 3-3-16,1 7-5 0,-2 0-4 0,1-1-1 15,0 1-4-15,-2 10-1 0,2-8-2 0,1 6-1 16,-1-6-5-16,1 2 0 0,-2-1-1 0,1-3 0 0,0 1-4 15,0-5 2-15,1 2 6 0,-2-5-9 0,1-1 1 0,1-2-4 16,-1 1 0-16,1-3 1 0,0-1 3 16,0 1 1-16,0-5 16 0,-2 7 35 0,2-7 32 15,0 3 35-15,0-3 28 0,0 0 12 0,0 0-1 16,0 0-19-16,0 0-17 0,15-17-16 0,-5 5-7 0,1-4-12 16,7-4-12-1,0-2-10-15,1 0-9 0,-1 0-10 0,1 0-3 16,-2-2-8-16,2 5-9 0,-7 4-1 0,2 2-4 15,-4 5-4-15,0-1-5 0,-1 1-3 0,-3 0-2 16,0 4-4-16,-1-1-9 0,1 0 0 0,-3 2-28 16,0 1-24-16,3 2 4 0,-6 0-2 0,7 9 1 15,0-3-2-15,1 3-3 0,0 6 4 0,1-1 2 16,0 3-2-16,-4 3 1 0,2-1 8 0,0 5 6 0,-2-5 0 0,4 6 8 16,-5-8 1-16,0 0-5 0,0-1 9 0,0-1-4 15,-3-1 10-15,3-6 2 0,-3 3-3 0,3-6 5 16,-4 3 5-16,2-3-4 0,0-3 5 0,-2 1-4 15,2 1 17-15,-2-4-13 0,0 7 9 0,0-7 0 16,3 3 3-16,-3-3 1 0,0 0-2 0,1 3 3 16,-1-3-7-16,0 0 7 15,0 4-4-15,0-4-3 0,0 0-37 0,0 0-37 16,0 0-27-16,0 0-32 0,5-9-34 0,-1 6-40 16,0-3-51-16,1 1-292 0,1 1-591 0,1-7 261 15</inkml:trace>
  <inkml:trace contextRef="#ctx0" brushRef="#br0" timeOffset="43250.53">24507 5598 84 0,'0'0'186'0,"-9"0"-12"0,9 0-6 0,0 0-14 15,0 0-3-15,0 0-17 0,0 0-8 16,-5 0-8-16,5 0-8 0,0 0-10 0,0 0-8 16,0 0-4-16,0 0-8 15,0 0-7-15,-3 2-8 0,3-2-4 0,0 0-3 16,0 0-3-16,0 0-7 0,0 0 1 0,0 0-3 15,0 0-2-15,0 0 0 0,0 0-3 0,0 0-7 16,0 0-1-16,0 0 0 0,0 0-1 0,0 0 7 16,0 0 0-16,0 0 3 0,0 0-7 0,0 0 1 15,0 0-3-15,0 0-1 0,0 0-3 0,0 0-1 16,23 0-4-16,-10 0-1 0,15-3-3 0,0 2-3 0,3 0-3 0,2-1 1 16,3 0 0-16,-3 2-3 0,3 0 2 0,1-5-3 15,-2 5-1-15,-2-3 1 0,-4 0-3 16,-11 2-1-16,1 0-1 0,-6-1 5 0,0 1-8 0,-4 0-16 15,-3 1-15-15,2 0-11 0,-4-3-22 0,-4 3-34 16,0 0-33-16,0 0-21 0,-21-4-18 0,6 3-27 0,-7-2-164 31,-1 2-386-31,0-2 171 0</inkml:trace>
  <inkml:trace contextRef="#ctx0" brushRef="#br0" timeOffset="43498.34">24577 5507 166 0,'-5'-5'249'0,"4"1"-4"0,-2-4 4 16,5 2-3-16,-4-1-6 0,2 2 3 0,0-2 4 0,0 1-18 16,-1 1-5-16,2-1-6 0,-1 3-4 0,2-1-12 15,-2 4-16-15,0-5-21 0,0 0-20 0,0 5-14 16,0 0-26-16,0-5-35 0,0 5-32 0,0 0-18 0,0 0-6 16,5 12 3-16,-4-2-3 0,1 2 3 0,1 5-19 15,0 4 5-15,-3 5-2 0,4 0-2 16,-2-1-17-16,2 4-16 0,1-4-20 0,1 0-12 0,-2-1-23 0,3 1-9 0,0-7-18 15,-3 2-21-15,4-3-36 0,-3-1-29 16,1-6-57-16,-1 2-183 0,3-5-479 0,2 0 213 16</inkml:trace>
  <inkml:trace contextRef="#ctx0" brushRef="#br0" timeOffset="43931.92">25215 5445 89 0,'1'-4'306'16,"-1"1"-14"-16,1-4 2 0,1 4-14 0,0-1-7 15,-2 4-15-15,2-7-15 0,-1 4-32 0,-1 3-12 16,0 0-23-16,1-5-22 0,-1 5-18 0,0 0-30 0,0 0-29 16,0 0-19-1,0 0-6-15,0 0-3 0,3 21-7 0,-3-9-4 16,1 4-4-16,-1 3-5 0,1 6-2 0,3 1-3 16,-1-1 0-16,-1 1-6 0,1 0-4 0,0-2 0 15,0-4 5-15,0 0-4 0,-1-1-2 0,2-3-5 16,-1 1 2-16,-1-5 0 0,1-3 0 0,-2-1-1 15,0 0-2-15,1-3 1 0,-1-1 0 0,-1 1 0 16,2 0 3-16,-2-3-4 0,0-2 7 0,2 3 0 0,-2-3-4 0,2 6 0 16,-2-6 3-16,1 4-1 0,-1-4-1 0,0 0-3 15,0 0 1-15,0 0 1 0,0 0-3 0,0 0-3 16,0 0-12-16,0 0-10 0,0 0-74 16,0 0-50-16,0 0-28 0,-2-13-34 0,2 8-36 0,0-2-245 15,2-3-526-15,0-1 234 0</inkml:trace>
  <inkml:trace contextRef="#ctx0" brushRef="#br0" timeOffset="44415.14">25340 5185 12 0,'0'0'216'16,"-4"-4"-21"-16,4 4-22 0,0 0-20 0,0 0-17 15,0 0-11-15,0 0-16 0,13 8-7 0,-4-1-11 16,6 4-3-16,7 6-7 0,0 4 0 0,2 5-2 15,8 12-7-15,-4 2-6 0,0 3-2 0,-5 1-5 16,-1-1-6-16,-3 3-4 0,-5-1-7 0,-6-10-4 16,-2 2-2-1,-2-4-2-15,-1-1-5 0,-3 2 1 0,-3-3-5 0,1-4-2 16,-5 1-1-16,-2-5 1 0,0-4 13 0,-4 3 1 16,2-9 6-16,2 3 6 0,-4-4-1 0,-1 0 0 15,5 0 1-15,-2-4 0 0,-1 1 0 0,3-4-10 16,-1 2-6-16,0-1 2 0,4-2-7 15,0 0-1-15,1-1-5 0,1-1 2 0,-1 1-4 0,3 0 2 16,-1-1-4-16,3-2 1 0,-4 4 0 0,4-4-3 0,-3 3 2 16,3-3-15-16,0 0-4 0,0 0-6 0,0 0-13 15,-6 2-16-15,6-2-25 0,0 0-42 0,0 0-56 16,0 0-65-16,21-7-184 0,-12 4-442 0,1-4 196 0</inkml:trace>
  <inkml:trace contextRef="#ctx0" brushRef="#br0" timeOffset="45416.99">26088 5399 47 0,'1'-3'248'0,"0"-1"-13"0,-1 4-18 15,0 0-23-15,3-4-23 0,-3 4-18 0,2-2-19 0,-2 2-15 0,0 0-19 16,0 0-15-16,0 0-6 0,0 0-8 0,4 14-8 15,-3-3-6-15,-1 2-6 0,2 4-9 0,-1 1 5 16,-1 7-11-16,3 1-2 0,-1-1-7 0,2-1 6 16,0 3-7-16,2-3 0 0,-1-5-6 0,2 1-1 15,-2 0-2-15,3-3 0 0,0 1-1 0,1-3 1 16,-2-1-1-16,-1-5-4 0,2-1 3 0,-2 0-1 0,-3-2 14 0,4 1 20 16,-1-3 14-16,1-2 15 0,-2 0 13 0,4-4 8 15,-9 2 4-15,19-2 10 0,-7-3 8 0,3-6 1 16,-2 0-16-16,-1-1-10 0,2-4-2 0,1-5-11 15,1-3-9-15,-4-2-11 0,3 1-3 0,-2-3-11 16,0 2 0-16,-2-2-6 0,-2 5 0 0,4 0 5 16,-6 4 2-1,0 2 2-15,-3 3-10 0,1 2 14 0,-1 2-1 0,-3 2-4 16,3 1-7-16,-3 2 1 0,2 0-12 0,-2 1-1 16,2 0-25-16,-3 4-27 0,1-4-29 0,-1 4-30 15,0 0-1-15,0 0 10 0,0 0 9 16,0 15 3-16,-4-6 7 0,3 6 11 0,-3 1 0 15,0 1 5-15,3 3 1 0,-3 0 3 0,4-3 7 0,4 4 1 16,-3-1 2-16,3-3 5 0,1 1 4 0,3 2 2 0,-3-5 1 16,5 1 1-16,-1-3 4 0,3-1-1 0,2-2 5 15,0 2-27-15,4-4-21 0,0-2-40 0,3 1-41 16,0-2-52-16,8-4-56 0,-11 2-270 0,5-4-551 0,-4-3 244 16</inkml:trace>
  <inkml:trace contextRef="#ctx0" brushRef="#br0" timeOffset="45887.18">26929 5434 253 0,'0'0'333'0,"0"0"-20"15,0-5-24-15,0 5-23 0,0 0-23 0,0 0-25 16,0 0-19-16,0 0-20 0,0 0-18 0,0 0-7 16,0 0-31-16,0 0-16 0,0 0-18 0,0 0-6 15,0 0-11-15,6 12-10 0,-2-7-3 0,1 6-8 16,0 2-10-16,1 3-5 0,1 2 6 0,1 6-13 0,-1 0 10 16,-1-1-14-16,0-3-4 0,0 5-3 0,-1-6 2 15,3-1-5-15,-3-1-1 0,0-1-4 0,-1-2 0 16,-2-2 0-16,2-2 1 0,-2 0-3 0,-1-4 4 0,2 0-1 15,1-1-2-15,-4 0 2 0,2-4-4 16,-2 3 31-16,0-4 34 0,3 4 45 0,-3-4 30 0,0 4 35 16,0-4 32-1,0 0 31-15,0 0-8 0,8-8-25 0,-4-2-19 16,1-1-20-16,5-5-19 0,1-6-8 0,0-4-19 16,4-1-21-16,3-3-11 0,0 0-10 0,1-2-10 15,-2 1-5-15,0 2-8 0,-2 5-7 0,-1 3-6 16,-5 5-4-16,-1-1-4 0,-1 7-6 0,0-1 1 15,-2 3-10-15,1 1-6 0,-3 2-13 0,-1 0-29 16,0 1-31-16,1 2-45 0,1-1-52 0,-4 3-63 0,1-3-51 0,-1 3-12 16,0 0-3-16,0 0-10 0,13 11-9 0,-9-3-19 15,1 1-33-15,-1-1-335 0,-2 2-742 0,5 0 329 16</inkml:trace>
  <inkml:trace contextRef="#ctx0" brushRef="#br0" timeOffset="46235.04">28030 5462 143 0,'0'0'200'15,"0"0"-1"-15,0 0-5 0,0 0 2 0,0 0-11 16,0 0-3 0,0 0-12-16,0 0-16 0,0 0-14 0,0 0-9 15,0 0-12-15,13 2-17 0,-13-2-7 0,11 0-11 16,2-1-9-16,4 1-7 0,2 1-8 0,10 2-11 0,-1-3-13 15,4 3-18-15,-1-3-20 0,0 2-29 0,-2-4-28 16,2 2-21-16,-3 2-29 0,1 0-40 16,-10-6-58-16,3 4-121 0,-3-3-354 0,-2-1 157 0</inkml:trace>
  <inkml:trace contextRef="#ctx0" brushRef="#br0" timeOffset="46457.21">28162 5657 26 0,'-4'2'272'0,"2"0"-9"0,2-2-10 16,-6 2-14-16,6-2-23 0,0 0-24 0,0 0-20 16,0 0-19-16,28-3-19 0,-6 2-24 0,9-4-29 15,2 3-38-15,3-1-38 0,2 2-43 0,2-1-47 16,16-2-48-16,-18-1-185 15,1 2-343-15,10-5 152 0</inkml:trace>
  <inkml:trace contextRef="#ctx0" brushRef="#br0" timeOffset="47058.68">29382 5307 50 0,'-1'-9'154'0,"-2"6"-7"0,2 0-19 0,-2 2-10 15,1-4 0-15,-2 2-20 0,4 3-3 0,-6-4-15 0,2 0-5 0,-3 3-4 16,2-2-6-16,-4 3-10 0,-1-2 3 0,-3 4-10 16,-1-2-6-16,-1 0-2 0,1 3-2 0,-2 1-6 15,-3 4-1-15,6-2-2 0,-6 4-8 0,4-3 5 16,0 4-6-16,0 3-4 0,0 0 0 0,2-1 0 0,1 1-2 15,-5 6 0-15,4-4 2 0,-1 6-9 0,4-5 0 16,5 1-1 0,-3 0 3-16,3 2-4 0,1-2 3 0,0 0-2 15,4-1 3-15,-1 2-3 0,2-1 7 0,2 0 3 16,0 3 18-16,4-3 5 0,2-1 11 0,1-1 14 16,8 5 24-16,-4-7 4 0,8 3 7 0,1-5-4 15,-5-2 0-15,0 1 0 0,2-5-2 0,-1-1 3 16,2 2 8-16,-1-2 2 0,3-3 12 0,-2-2-2 0,1 0 5 15,-1 0-5-15,0-4 3 0,4-6 3 0,3 3-5 16,-1-6-3-16,-4-2-13 0,0-2-10 0,-1-2-7 16,1-5-10-16,-3 0-8 0,-2-5 1 0,-1 3 5 15,-1-2 10-15,-3 1-6 0,-4-1 1 0,-5 1-8 16,0-1-7-16,-7 1-11 0,-2 4-14 0,-1-2-18 16,-3 8-30-16,-5-5-35 0,-7 1-40 0,-4 3-45 15,-10 3-38-15,-15 1-58 0,-1 2-69 0,3 7-367 0,11 1-719 0,2 3 318 16</inkml:trace>
  <inkml:trace contextRef="#ctx0" brushRef="#br0" timeOffset="52353.43">4141 9570 114 0,'0'0'184'0,"-5"-2"-8"0,5 2-6 0,0 0-10 0,0 0-8 15,0 0-8-15,0 0-12 16,0 0-13-16,0 0-6 0,0 0-15 16,0 0-11-16,0 0-5 0,0 0-10 0,0 0-14 15,0 0-1-15,0 0-6 0,0 0-8 0,19-3 0 0,-5 2-7 16,5 1-3-16,0-3-3 0,2 2-21 0,7-2-21 15,0 2-22-15,-5 1-28 0,-1 0-32 16,6-1-26-16,-9 0-188 0,-1-1-331 0,-4 2 146 16</inkml:trace>
  <inkml:trace contextRef="#ctx0" brushRef="#br0" timeOffset="52532.24">4037 9803 38 0,'-1'1'139'0,"1"-1"-12"16,0 0-6-16,0 0 10 0,0 0-10 0,10 2 5 15,4-4-12-15,3-1-9 0,6 1-10 0,-1-2-11 16,10-2-16-16,-2 4-45 0,2-1-40 0,0-4-55 16,-1 1-129-16,-3 0-217 0,0-2 96 0</inkml:trace>
  <inkml:trace contextRef="#ctx0" brushRef="#br0" timeOffset="53070.67">4307 9493 155 0,'0'0'228'0,"0"-4"-15"0,0 4-21 0,-1-3-24 16,1 3-15-16,0 0-18 0,-3-4-16 0,3 4-13 15,0 0-13-15,0 0-6 0,13 1-11 16,-8 2-11-16,4 0-13 0,3 0-8 0,-2 4-10 0,8-2-4 16,-3 2-9-16,2 0-8 0,-3 1 2 0,2-2-5 15,1 1 0 1,-7-2 2-16,2 0-4 0,0-2-3 0,-3-1 3 16,-1 0-1-16,2-1 6 0,-5 1 1 0,3-2 14 15,-3 0 5-15,-5 0 6 0,9-3 1 0,-1-1 14 0,-3 1 14 16,-1 1 5-16,0-2 3 0,-2 0 11 0,1 0 0 15,1 4-10-15,-4 0-7 0,3-5-8 16,-3 5-8-16,3-3-15 0,-3 3-25 0,0 0-30 16,0 0-33-16,0 0 2 0,-2 12 4 0,-2-2 5 0,-4 6 1 0,-5 9 5 15,-1 7 1-15,-7 11 3 0,1-2 1 0,-2 3 1 16,2 2 4-16,-2 1 0 0,3-1 3 0,1-2 5 16,5-10 0-16,2-2 6 0,-1 0-2 0,2-3-3 15,4-2 6-15,-2-4-2 0,3-7-2 0,1-4 4 16,3-3-2-16,0 0 26 0,-2-1 9 0,2-4 10 15,-2 1 16-15,2-2 17 16,1 2 13-16,0-5 13 0,-3 5 15 0,2-2 13 16,1-3 7-16,0 0 12 0,0 4 2 0,0-4 8 15,0 0-8-15,0 0-5 0,0 0-14 0,0 0-4 16,0 0-8-16,0 0-12 0,0 0-9 0,0 0-19 16,0 0 4-16,0 0-13 0,0 0-3 0,0 0-11 15,0 0-10-15,0 0-34 0,0 0-43 0,0 0-43 16,0 0-49-16,0 0-88 0,0 0-88 0,13-3-79 0,-8 1-230 0,1 0-664 15,2-2 294-15</inkml:trace>
  <inkml:trace contextRef="#ctx0" brushRef="#br0" timeOffset="58564.81">6993 9437 6 0,'3'-5'238'0,"-3"-3"3"16,2-1-6-1,-2-1-4-15,1-1-11 0,-1 2-9 0,2 1-11 16,-2-1-3-16,1 4-14 0,0-2-14 0,-1 4-14 16,1-2-9-16,-1 1-13 0,2 1-16 0,-2 3-15 0,-2-5-14 15,2 5-23-15,0 0-32 0,2-4-33 0,-2 4-30 16,0 0 4-16,0 0 1 0,6 14-1 16,-3-4 4-16,1 6 5 0,1 1 0 0,0 8 0 15,0-1 3-15,-1 4-2 0,-2-5 6 0,2-3-1 0,3 6-1 0,-5-7 3 16,4 0 2-16,-2-2 3 0,0 3-1 0,-1-6 2 15,-1-1 0-15,2-2 2 0,-3-5 0 0,2 0 1 16,-2 2-1-16,1-4 2 0,0 1 5 0,-1-1 33 16,3 0 39-16,-4-4 36 0,0 4 34 0,0-4 19 15,0 0-9-15,0 0-12 0,10-12-19 0,-4 3-13 16,5-3-14-16,-2-5-8 0,0 0-4 0,6-7-12 0,-2 0-14 0,0-1 2 16,2 4-17-16,-7 4 1 0,1 4-8 0,0-1-1 15,-3 4-7-15,1 3-3 0,-1-2 9 0,-1 4-21 16,-3 2-3-16,2-2-14 0,-1 3-10 0,-2-1-27 15,0-1-28-15,-1 4-22 0,0 0 9 0,0 0 1 16,12 7 10-16,-9-2 10 0,-1 1 1 0,4 5 5 16,0-2 1-16,0 6-1 15,-1 0 1-15,2 2 1 0,-3-3 6 0,2-2 13 16,-4 0-7-16,2-3 5 0,0-1 5 0,-1-1 1 16,-1-2 3-16,-1 0 8 0,2-3 9 0,-3 3 31 15,1-1 34-15,-1-4 24 0,0 0-19 0,0 0-2 16,14-11-14-16,-6 1 0 0,1-4-1 0,1 0-7 0,-1-3-5 15,7-4-3-15,-3-2-3 0,-1 6-1 0,-1 2-5 16,0 1 13-16,-4 3-22 0,1 2-2 0,-2 0-4 16,1 1 6-1,-3 4-11-15,1 0-5 0,-3 0-16 0,3 4-2 0,2 0-15 0,-7 0-7 0,15 4-13 16,-4 3-7-16,1-2-16 0,3 6-16 0,-2 3-21 16,5-1-30-16,0 6-23 0,0 0-33 0,1-2-48 15,-4-4-248-15,-2-2-538 0,1 1 238 0</inkml:trace>
  <inkml:trace contextRef="#ctx0" brushRef="#br0" timeOffset="59165.5">8115 9508 3 0,'-6'0'150'16,"0"0"-7"-16,6 0-5 0,-10 0-7 0,10 0-16 0,-7 1-1 16,7-1-9-16,-5 1-2 0,5-1-17 0,0 0-10 15,-6 1-6-15,6-1-2 0,0 0-10 0,0 0-6 16,0 0 1-16,0 0-4 0,0 0 0 0,0 0 0 15,0 0 1-15,0 0-2 0,0 0 3 0,-7 0-1 16,7 0-2-16,0 0-1 0,0 0-6 0,0 0 1 0,0 0-11 16,0 0 0-16,0 0-2 0,0 0-4 0,0 0 1 15,0 0-6-15,0 0 1 0,0 0-6 0,0 0 3 0,0 0-5 16,-7 2 1-16,7-2-4 0,0 0 0 0,0 0 0 16,0 0-1-16,0 0-4 0,0 0 0 0,0 0 4 15,13 4 3-15,-4-3 3 0,4-2 3 0,5 1-1 16,3-2 4-1,10 1-1-15,1-3 4 0,3 2-3 0,-2-2 2 16,-1 1-1-16,1 1 1 0,-2-1-4 0,-1-1 2 16,-3 1-4-16,-4 0-4 0,-5 1 1 0,0 0-2 15,-4 1-1-15,-2-3-1 0,-2 4 0 0,-1-1-4 16,-2-1-14-16,-2 2-11 0,-5 0-14 0,12 0-27 16,-12 0-30-16,0 0-8 0,0 0-32 0,0 0-51 15,0 0-156-15,0 0-365 0,0 0 162 0</inkml:trace>
  <inkml:trace contextRef="#ctx0" brushRef="#br0" timeOffset="59765.75">8750 9325 157 0,'0'-3'276'0,"1"0"-17"16,-1 3-18-16,0-7-17 0,0 7-17 0,0-5-23 15,0 5-18-15,2-4-19 0,-2 4-15 0,0 0-17 0,0 0-14 16,0 0-13-16,0 0-15 0,0 0-6 0,7 12-10 16,-4-5-12-16,-1 3 4 0,2 1-8 0,0 2-1 15,1 2-6-15,-1 1-1 0,0-1-3 0,1 2-5 0,-3-1-4 16,2 2-1-16,0-2-2 0,-3-3-7 0,1-2 2 15,-1 2 1-15,2-2 0 0,-1-2-1 16,-2-3-6-16,2 1 2 0,-2-2 0 0,2 0 4 0,-2 0-1 0,0-2 0 16,0-3 18-16,1 4 43 0,-1-4 35 0,2 3 23 15,-2-3 7-15,0 0-14 0,7-8-8 0,-3 1-14 16,1-2-13 0,0-1-17-16,4-7 4 0,1-2-7 0,2 2-12 0,-1-6 4 0,2 7-13 0,-2 1 5 15,0 1-12-15,-6 2-4 0,3 3-2 0,-2 1-7 16,-1 0-5-1,0 4-4-15,-1-1-14 0,-1 1-4 0,-1 1-2 16,-2 3 4-16,9-2-5 0,-9 2-1 0,13 6-2 0,-5-1-6 0,-1 3-12 16,1 1 3-16,0 2 1 0,3 1-1 0,-2 1 2 0,0 4-2 15,0-3 6-15,0 1-5 0,1-5 14 0,-4 5-12 16,5-1 5-16,-6-3 3 0,-1-3-1 0,2 1 1 16,-2-2 4-16,-3-2-3 0,2-1 2 0,-2 1 2 15,3-1-2-15,0 0 0 0,-4-3 6 0,0-1 2 16,1 4 3-16,2-1-7 0,-3-3-1 0,1 4 6 15,-1-4-9-15,0 0-3 0,0 0 0 0,0 0-7 16,1 4-7-16,-1-4-42 0,0 0-27 0,0 0-35 16,0-12-36-16,0 5-39 0,5-3-48 0,-2-2-299 15,1-5-593-15,2 2 264 0</inkml:trace>
  <inkml:trace contextRef="#ctx0" brushRef="#br0" timeOffset="59997.74">9283 9104 249 0,'1'-2'224'0,"-1"2"-27"0,0-5-18 15,0 5-22-15,4-3-17 0,-4 3-21 0,0 0-7 0,9 13-13 0,-5-2-2 16,6 3-8-16,-1 8-5 0,0 5-6 16,4 2-2-16,-4 3-3 0,4 12-6 0,-2 2-5 15,-5-10-2-15,1 10-5 0,-6-11-3 0,-1 14-4 16,-5-15-8-16,-2 0-1 0,-9 11 1 0,3-12-7 0,-3-2 0 15,-4-5-6-15,0 1-3 0,-9-1-12 0,-10 6-37 16,-3-3-30-16,-8-2-52 0,-2-3-86 0,-11-4-172 0,-1-2-394 16,-25 0 175-16</inkml:trace>
  <inkml:trace contextRef="#ctx0" brushRef="#br0" timeOffset="60466.97">6842 9053 157 0,'0'0'209'16,"-3"-2"-21"-16,3 2-17 0,0 0-15 0,0 0-27 15,-12 5-15-15,3 3-19 0,-2 6-7 0,-6 10-12 0,-10 19-8 0,1 4-3 16,1 3-12-16,2 7-1 0,-11 22-9 0,15-22-3 16,2 0-3-16,9-2-2 0,4 1-7 0,4-6-3 15,10-6 4-15,5 2 0 0,10-3-2 0,8-7 1 16,13-2 1-16,10-2-2 0,35 6 1 0,2-8-1 15,8-8-55-15,3-3-94 0,-4-6-196 0,2-8-343 16,-6-9 152-16</inkml:trace>
  <inkml:trace contextRef="#ctx0" brushRef="#br0" timeOffset="61050.07">9978 9010 190 0,'0'-5'218'0,"0"2"-5"0,0-1-12 15,0 4-18-15,-1-5-14 0,1 5-20 0,0-6-16 16,0 6-17-16,0 0-13 0,0 0-13 0,-18 8-10 15,9 2-6-15,-9 9-13 0,-4 4-9 16,-6 15-4-16,0 8-5 16,-1 2-5-16,2 3-2 0,4 4-7 0,0-1 0 15,5 1-9-15,1 3-5 0,8-7 2 0,8-2-5 16,1-2 0-16,1-12 4 0,8-1-1 0,8-1-1 0,1-3-2 16,5-1 3-16,13 6-1 0,10-4-19 0,-2-2-44 15,6-10-68-15,5 0-77 0,-4-9-148 0,3-6-371 16,-2-1 164-16</inkml:trace>
  <inkml:trace contextRef="#ctx0" brushRef="#br0" timeOffset="61700.78">10244 9347 156 0,'0'-6'297'16,"0"1"-16"-16,2-2-10 0,0 2-14 0,-2 2-16 15,1-2-16-15,-1 1-27 0,0 4-22 0,0-7-20 16,0 7-20-16,0 0-19 0,0 0-34 0,0 0-16 15,0 0-6-15,0 0-4 0,4 16-6 0,-4-6-2 16,0 1-10-16,0 7-5 0,0 0-5 0,0 1 8 16,-2 5-23-16,4 3 0 0,-2-8-3 0,1 0 1 15,0-1-6-15,-1-1 5 0,2 0-3 0,0-6 0 0,-1 1-1 0,1-3 0 16,-2-3 2-16,1 1-1 0,-1-3 0 0,1 2 1 16,-1-1 21-16,2-3 47 0,-2-2 33 0,2 4 10 15,-2-4-3-15,0 0-14 0,10-14-14 0,-3 6-10 16,0-8-6-16,2 1-5 0,3-4-4 0,2-3-10 15,2 0-6-15,0-1-7 0,-1-2-6 0,-1 4-1 16,0 7-6-16,-6 2 4 16,1 1-12-16,-4 4-11 0,3 2 8 0,-3 0-7 15,-1 1-1-15,1 1-6 0,-1-1-25 0,-3 3-18 16,-1 1 1-16,0 0-1 0,13 3 5 0,-8 1 5 16,-1 4 3-16,2 0-2 0,-1 1 4 0,1 3 2 15,1 2-2-15,-2-1-1 0,0 1-3 0,0 1 1 16,0 1 2-16,0-4 1 0,-1-2-1 0,0 0 3 15,-1-5 2-15,-1 2 4 0,0-2 2 0,0 0 6 0,-1-1 4 0,-1-1 27 16,0-3 20-16,0 0-2 0,10-2-11 0,-10 2 9 16,12-10-5-16,-3 2-3 0,1-1 0 0,3-4-12 15,-4-1 5-15,5 4 0 0,-1-1-2 0,-2-2-11 16,-1 6 1-16,-1 0-4 0,-1-1-2 0,1 4 2 16,0-3-1-16,0 2-6 0,4 2-17 0,-3 1-14 15,4-1-21-15,-1 6-14 0,7-3-40 0,-2 2-37 0,1 4-51 16,9 0-57-16,-11-2-311 0,5 1-608 0,-2-1 268 0</inkml:trace>
  <inkml:trace contextRef="#ctx0" brushRef="#br0" timeOffset="62018.02">11280 9405 163 0,'-9'-2'186'0,"9"2"-12"0,0 0-12 0,0 0-11 0,0 0-14 0,0 0-12 16,0 0-9-16,0 0-8 0,0 0-1 0,-9 0-5 16,9 0-3-16,0 0-6 0,0 0-8 0,0 0-9 15,0 0-4-15,0 0-9 0,0 0-6 0,0 0-5 16,0 0-6-16,0 0-3 0,26-2-5 0,-13 2-4 15,4-2-2-15,6 0-4 0,7-1 2 0,0 2-6 16,5-3-1 0,1 0-2-16,1 1-2 0,0-1-4 0,2 1-5 15,-4 1-15-15,-3-1-16 0,-4-2-23 0,-5 4-35 16,-5-2-55-16,0 0-86 0,-5-1-112 0,-7 1-358 16,0-1 158-16</inkml:trace>
  <inkml:trace contextRef="#ctx0" brushRef="#br0" timeOffset="62248.06">11414 9221 267 0,'-4'-3'319'0,"3"-1"-12"0,-3 0-13 16,2 0-6-16,2 4-35 0,-3-2-22 0,3 2-24 16,-3-3-28-16,3 3-19 0,0 0-19 0,0 0-13 15,0 0-39-15,0 0-8 0,0 0-14 0,3 17-6 0,1-7-9 0,2 6-13 16,2 1-2-16,0 9-8 0,2 1-13 0,0-2-9 15,-1 1-21-15,1 3-14 0,-1 0-27 0,-1-2-22 16,2-5-32-16,-2 6-28 0,-3-10-39 0,-1 2-80 16,1-4-144-16,-1-6-434 0,2-1 192 0</inkml:trace>
  <inkml:trace contextRef="#ctx0" brushRef="#br0" timeOffset="62718.12">12001 9199 185 0,'1'-6'317'0,"1"2"-20"0,1-1-12 0,-2 1-15 0,-1 4-17 16,2-5-27-1,-2 2-19-15,0 3-18 0,2-3-25 0,-2 3-21 16,0 0-15-16,0 0-27 0,3-3-19 0,-3 3-9 16,0 0-8-16,4 13-7 0,-2-3-8 0,2 0 5 0,-1 6-5 15,1 1-7-15,-2 2-7 0,3 0 1 0,-1 1-7 16,-1 0-4-16,-1 1-3 0,-1-2-15 0,1-1-1 16,-1-1 2-16,0-5 0 0,1 0-6 0,0-3 3 15,-2-1-1-15,0-1 1 0,0-3 1 0,0 2 4 0,0-2 2 16,0-1 3-16,0-3 43 0,1 4 32 0,-1-4 19 15,0 0 34-15,3 3-9 0,-3-3-7 0,0 0-15 0,6-14-10 16,-2 7-14-16,1-5-5 0,2-3-7 0,3 0-15 16,4-7-3-16,-5 6-11 0,1 1-2 0,0 1-5 15,-2 6 1-15,-3-3-19 0,2 5 6 0,-4-1-5 16,1 2 2-16,0 0-15 0,-1 2-28 0,-1 2-34 16,-2 1-9-16,8 0 6 0,-8 0-1 0,9 6-15 15,-4 4-5-15,2-2-5 0,3 6-2 0,-2 3-13 0,0-2-21 16,4 6-19-16,-6-1-22 0,4 3-32 0,-2 0-22 0,-2-4-26 15,-2 0-96-15,-1-6-171 0,2-2-545 0,1-2 241 16</inkml:trace>
  <inkml:trace contextRef="#ctx0" brushRef="#br0" timeOffset="64336.24">12738 9410 143 0,'-7'0'183'0,"7"0"-5"0,0 0-1 0,0 0-15 0,0 0-9 15,-7-3-12-15,7 3-9 0,0 0-8 0,0 0-16 16,0 0-2-16,0 0-8 0,0 0-9 16,0 0-3-16,-6-1-9 0,6 1-6 0,0 0-2 15,0 0-9-15,0 0-5 0,0 0-3 16,0 0-5-16,0 0-3 0,0 0-4 15,0 0-6-15,0 0-1 0,0 0-3 0,0 0-2 16,-5-3 3-16,5 3 3 0,0 0-3 0,0 0 4 16,0 0-3-16,0 0-2 0,0 0-4 0,0 0 0 0,0 0-3 15,0 0 3-15,0 0-6 0,11-4-2 16,1-1-1-16,0 3-3 0,7-5-2 0,7 2-1 16,7-3-3-16,-1 1 3 0,1 2-4 0,3-2 0 0,0 0-3 0,0 0-2 0,-4 2 2 15,-4 0-6-15,-5 2-13 0,-3-1-20 16,-2 1-19-16,0 1-29 0,-8 1-30 0,3-1-28 15,-7 2-33-15,2-2-43 0,-8 2-136 0,0 0-382 16,0 0 169-16</inkml:trace>
  <inkml:trace contextRef="#ctx0" brushRef="#br0" timeOffset="64582.37">12940 9222 267 0,'0'-4'341'0,"0"0"-14"16,0 0-18-16,-2-2-11 0,2 1-14 0,0 5-19 16,0-7-20-16,0 4-31 0,0 3-23 0,0-5-14 15,0 5-32-15,-2-4-18 0,2 4-34 0,0 0-44 16,0 0-19-16,0 0-5 0,0 0 2 0,4 18-5 16,-4-6-4-16,4 5-4 0,-4 0 3 0,4 4-12 15,-2-1-16-15,2 5-7 0,0 1-14 0,-1-2-31 16,3 1-16-16,-1-5-21 0,-1-1-18 0,3 0-24 15,0 2-15-15,-2-3-31 0,3 0-67 16,-1-5-134-16,0-4-419 0,2-1 186 0</inkml:trace>
  <inkml:trace contextRef="#ctx0" brushRef="#br0" timeOffset="64921.93">13509 9180 222 0,'1'-6'367'16,"2"1"-16"-16,-2 0-25 0,0-2-22 0,0 3-28 15,1 1-23-15,-1 0-28 0,-1 3-23 0,0 0-31 16,1-7-19-16,1 4-39 0,-2 3-33 0,0 0-10 16,0 0-12-16,4 11-6 0,-1-2-3 0,0 3-7 0,-1 5-2 0,2 0-9 15,0 1-1-15,0 1-2 0,-2 0-2 0,5 0-6 16,-4 1-3-16,3 4-1 0,-4-5 3 0,2-2-3 15,1 1-1-15,-3-6-4 0,0-1 1 0,1 1-4 16,0-2 3-16,1 1 0 0,-4-3 0 0,0 0-9 16,3-3-16-16,-2-1-8 0,0 3-9 0,-1-4 0 15,0 1-7 1,0-4-1-16,2 3-6 0,-2-3-4 0,2 5-4 16,-2-5-6-16,0 4-13 0,0-4-26 0,0 0-32 0,-9 0-43 15,9 0-37-15,-18-9-220 0,9 4-464 0,3-7 206 16</inkml:trace>
  <inkml:trace contextRef="#ctx0" brushRef="#br0" timeOffset="65207.23">13608 8865 152 0,'13'6'152'0,"0"2"-12"0,11 7-14 0,-1 5-16 16,5 2-3-16,7 13-8 0,-1 4-12 0,2 7-4 16,-4 7-8-16,-1-2-3 0,-7 4-11 0,-5 3-5 15,-7 2-8-15,-6 0-5 0,-6 0-2 0,-4-5-6 16,-3-3-4-16,-10-5 1 0,-1-3-1 0,-5-3-2 16,1-12-1-16,-2-2-8 0,-12 7-1 0,-5-5 2 15,11-7-4-15,-16 5-7 16,-3-2-20-16,-3-4-52 0,-6-5-214 0,5-2-298 15,0-6 131-15</inkml:trace>
  <inkml:trace contextRef="#ctx0" brushRef="#br0" timeOffset="67057.89">15139 9005 245 0,'0'-10'250'15,"0"2"-6"-15,0 2-13 0,0 0-7 0,-2-1-2 16,2 3-15-16,0-2-14 0,0 1-22 0,0 5-18 0,0-6-18 0,0 6-20 15,0-5-33-15,0 5-21 0,0 0-5 0,0 0-4 16,0 0-5-16,0 22-12 0,2-10-2 0,-2 5-1 16,0 0-7-16,0 9-3 0,4-2-1 0,1 1-4 15,-1 5 0-15,1-2-1 0,0-2 0 0,4 2-2 0,-1-3-1 16,2 0 0-16,0-7-2 0,-1-1 0 0,-1-2-2 16,-2-5 1-16,2 0 0 0,-2-1 1 0,1-1 3 0,-2-1-4 15,0-4 3-15,3 3 9 0,-2-3 14 0,4-3 13 16,2 0 20-16,-1-2 12 0,-2-5 10 0,5 2 2 15,-5-3 3-15,5-6-3 0,-1 0-11 0,-4-3-4 16,6-4-1-16,-2-5-16 0,0 0-7 0,-3 1-7 16,-1-3-5-1,4 3-5-15,-6 1-5 0,2-1 1 16,-3 8-7-16,-1 1 5 0,-2-1 19 0,0 5-7 0,1 1 2 16,-2 1-2-16,0 4 6 0,-1-3-12 0,-1 4-10 0,1 3-4 15,-1-6 0-15,2 4-1 0,-2 4-11 0,1-4-24 16,-1 4-28-16,1-1-25 0,-1 1-10 0,0 0 4 15,0 0-10-15,0 0 21 0,-4 17-5 0,2-5 6 0,-1 5 9 16,1-1 4-16,0 4 0 0,1 5 4 0,1-6 9 16,3 10 1-16,-1-3 7 0,5 0 1 0,-2-8 6 15,5 1 1-15,-3-2 4 0,6-2 4 0,1 1 2 16,9-2 0-16,-1 1-28 0,5-5-34 0,-3-2-39 0,-1-1-47 16,6-2-40-16,-2-4-53 0,-9-2-239 0,1-2-529 15,-2-2 233-15</inkml:trace>
  <inkml:trace contextRef="#ctx0" brushRef="#br0" timeOffset="67512.03">15847 9027 245 0,'0'-3'332'0,"0"3"-7"0,0-7-11 0,0 3-23 0,0 4-10 16,0-6-20-16,0 2-17 0,0 0-23 16,0 4-22-16,0 0-18 0,0-5-21 0,0 5-16 15,4-2-17-15,-4 2-16 0,0-5-19 0,0 5-18 16,0 0-25-16,0 0-3 0,6 8-10 0,-3-3-8 0,3 2-2 16,1 2-9-16,2 2 4 0,-3 4 8 0,3-1-17 0,-3 3-9 15,3 2 2-15,0-2-1 0,1 9 3 0,1-3 1 16,-5-5-2-16,2-1 2 0,-2-1 2 0,-1-4-7 15,-1-1 2-15,0-3 3 0,-1 1 4 0,-1-4-4 16,3 1 2-16,-5-1-3 0,1-2 4 0,1-1 28 16,0 2 44-16,-2-4 41 0,0 0 41 0,0 4 25 15,0-4 6-15,0 0-16 16,4-10-19-16,-1 2-18 0,1-3-16 0,3-8-14 16,3-8-9-16,3-1-14 0,0-2-11 0,1-4-9 15,-1 5-9-15,1 0-11 0,-3 1-6 0,3 3-1 16,-3 1-9-16,-4 9-4 0,1 1-2 0,-3-1-4 15,0 6-3-15,0 0-17 0,-2 3-24 0,1 1-32 0,-3 0-46 16,2 0-51-16,-3 3-71 0,0 2-30 0,0 0-3 16,12 5-13-16,-8 2-15 0,1 4-13 0,-1 1-26 0,0 4-344 15,-3 0-719-15,5 1 318 0</inkml:trace>
  <inkml:trace contextRef="#ctx0" brushRef="#br0" timeOffset="68174.56">17038 9043 207 0,'-1'-4'218'0,"0"-1"-22"15,-5-2-18-15,4 2-17 0,-2 0-19 0,-1 0-14 31,-5 0-9-31,-1 1-17 0,-1 3-6 0,-7-3-13 16,-3 4-9-16,-9 1-10 0,1 3-7 0,0 0-8 16,-2 3-4-16,4 1-5 0,1-1-5 0,3 3-4 15,5 0-7-15,1 0-1 0,1-1-3 0,3 5-4 16,1-3-3-16,4-3-9 0,1 2-1 0,1 0 0 0,3 2 3 0,0-1-4 16,3 0 1-16,1 0 0 0,1-1 1 0,1-2 3 15,4 0 5-15,-1 1-7 0,4-2 11 0,0-2 17 16,0-3 14-16,0 1 18 0,5-3 5 0,-1-3 12 15,1 1 13-15,0-5 10 0,4-2 15 0,-3-2 8 16,-1-4-4-16,0-1-4 0,2-4 8 0,-4-4-15 16,1-2-7-16,-4 0-7 0,0-4-2 0,1-2-10 0,-5-4-3 0,4-11-7 15,0 0-8-15,-5 0-3 0,-4 12-14 0,4 3-3 16,-4 0-6-16,0 1 5 0,-4 5-3 0,4 7 5 0,-5 2-7 16,5 4-2-16,0 1-5 0,-2 3-3 0,0 4-8 15,2-2-18-15,2 2-43 0,-4 2-40 16,2 3-32-16,0 0 9 0,0 0 9 0,-5 12 11 0,1 8 5 15,-1 6 13 1,-2 6 6-16,1 1 6 0,1 1-1 0,0 0 10 16,3 0 2-16,2 2 8 0,-2-2-1 0,4 0 1 15,0-2-13-15,3-1-7 0,-1 1-24 16,1-5-16-16,-3-1-14 0,1-8-20 0,-3-1-11 0,1-1-24 16,2 0-6-16,-2-3-35 0,2-2-215 0,-2-4-449 15,-1-2 199-15</inkml:trace>
  <inkml:trace contextRef="#ctx0" brushRef="#br0" timeOffset="68637.56">17116 8891 16 0,'0'0'206'16,"4"-2"-19"-16,-4 2-22 0,5 0-16 0,-5 0-16 15,9 3-10-15,-3 1-10 0,-2 1-13 0,1 2-13 0,2 0-8 16,-2 5-8-16,-1-2-3 0,2 6-9 0,-4 0-8 15,1 1-3-15,-3 0-5 0,0 1-4 16,-1-3 1-16,-2 3-8 0,1-1-1 0,-1-1-4 16,-2-4-2-16,1 4-5 0,-1-3-1 0,1-4 0 0,2 4-3 15,-1-8 0 1,2 4-5-16,-2-4 3 0,2 0-2 0,1-2 16 16,-1 1 33-16,-3 1 38 0,4-2 33 0,0-3 39 15,0 0 32-15,-1 3 29 0,1-3-24 0,0 0-16 16,10-18-22-16,-1 6-18 0,0-5-13 0,9-5-18 15,2-2-8-15,1-2-10 0,3 2-16 0,0-1-8 0,0-2-17 16,0 0-3-16,1 4-3 0,-6-2-4 0,-1 4-12 0,1 1-1 16,-8 6 0-16,-3 4-4 0,0 2-4 0,-3-1-4 15,2 2 11-15,-3 2-16 0,-1 1-9 0,0-1-8 16,-1 2-14-16,1 1-28 0,-3 2-30 0,0 0-29 16,0 0 11-16,0 0 11 0,-3 17 8 0,-5 0 6 15,-3 4 0-15,-2 3 6 0,1 1 8 0,3 1 4 16,0-1 6-16,-1 3 1 0,3-1 1 0,7-2 7 15,0 3 0-15,5-3 2 16,5 1 7-16,2-1 4 0,6-4 4 0,4-2-1 16,8-1-1-16,7-3-40 0,17-2-64 0,0-3-84 0,-1-5-121 0,2-5-212 0,-4-5-576 15,-12 0 255-15</inkml:trace>
  <inkml:trace contextRef="#ctx0" brushRef="#br0" timeOffset="69528.45">14780 8470 36 0,'-2'-7'183'0,"-1"-3"-11"0,2 4-9 16,-3-2-3-16,3 1-7 0,-2 1-6 0,1 2-6 15,-1 0-10-15,3 0-12 0,0 4-10 0,-1-6-13 16,-2 5-12-16,3 1-13 0,-1-6-34 0,1 6-25 16,0 0-8-16,0 0-1 15,-4 16 0-15,-1 0-1 0,-3 10-1 0,-2 9-2 16,-1 13 3-16,-1 7 0 0,-5 26-2 0,4-1 1 15,2-22 4-15,-6 27-5 0,6 1 4 0,3 0 3 16,3-2 2-16,4-26 1 0,1 1 1 0,2 3-2 16,1-5-3-16,5-2-1 0,-2-2 3 0,3-5-7 15,-4-12-1-15,2-2 5 0,-2 0-2 0,-3-2 2 16,0-6-4-16,0 2-1 0,-2-10 3 0,-2-1 2 0,-1 0-2 0,0-7 6 16,0 2 9-16,-1-2-4 0,-1-1 5 0,-3-1 6 15,0-1 8-15,-3-2 4 0,-2-1 10 0,0-1 7 16,-6-3 5-16,1-2 3 0,-1-1 1 0,1 0 3 15,0-1 5-15,-1-1-7 0,6-2-4 0,-4 4-7 16,6-3-8-16,-2 1 6 0,2 1-17 0,2 0 0 16,1 0-4-16,2 1-9 0,1 1-29 0,0 1-43 0,5 1-37 0,-9 3-27 15,4 0-26-15,-2 1-26 0,4 1-222 0,0-1-420 16,-1 1 186-16</inkml:trace>
  <inkml:trace contextRef="#ctx0" brushRef="#br0" timeOffset="69929.61">14421 10365 164 0,'0'0'148'16,"0"0"-7"-16,0 0-12 0,0 0-11 0,0 0-10 16,0 0-7-16,0 0-5 15,-5 2-9-15,5-2-9 0,0 0-7 0,0 0-7 16,0 0-3-16,0 0-11 0,0 0-2 0,0 0 0 15,0 0 1-15,14 2 8 0,-3-2 0 16,2 0 6-16,6-2-1 0,2 1-3 0,7-3-1 0,0-1-7 16,3 3-7-16,-4-1-1 0,1-1-3 0,-9 1-3 15,0 1-1-15,2-1-6 0,-4 2 1 0,-1 0-4 16,-2-2-3-16,-4 2-3 0,3 0-2 0,-3-1-14 0,-2 2-16 0,-2 0-36 16,1-1-27-16,-7 1-36 0,10 0-23 0,-10 0-5 15,5 1-164-15,-5-1-328 0,0 0 146 0</inkml:trace>
  <inkml:trace contextRef="#ctx0" brushRef="#br0" timeOffset="70161.25">15097 10224 270 0,'0'0'335'15,"0"0"-18"-15,3-5-29 0,-3 5-32 0,0 0-28 16,0 0-24-16,0 0-25 0,3-3-27 0,-3 3-36 0,0 0-21 16,0 0-15-16,2 11-10 0,0-1-7 0,-2 2-8 15,1 4-10-15,2 2-17 0,0 0-19 0,1 7-29 16,-2 0-33-16,-1-2-37 0,1 3-34 0,-2-1-35 16,-3-6-232-16,1-2-423 0,0-4 186 0</inkml:trace>
  <inkml:trace contextRef="#ctx0" brushRef="#br0" timeOffset="70916.3">15082 7993 26 0,'-2'-4'259'0,"2"-4"-14"15,0 4-10-15,0-1-5 0,0 5-20 0,0-7-22 16,0 7-22-16,0-3-22 0,0 3-17 0,0 0-16 0,0 0-14 0,0 0-11 0,-3 17-6 16,1-5-10-16,2 7-5 0,-1 7-10 15,1 2-2-15,0 0-7 0,1 2-18 0,4 4-10 16,-1-1-28-16,3-1-26 0,-1 14-42 0,4-10-36 16,-1 10-57-16,0-9-184 0,0-6-386 0,0-5 171 15</inkml:trace>
  <inkml:trace contextRef="#ctx0" brushRef="#br0" timeOffset="71664.84">19066 9089 23 0,'0'0'261'0,"0"0"-22"0,4-4-11 16,-3 1-19-16,2 1-21 0,-3 2-22 0,6-7-15 15,-1 3-16-15,3-1-15 0,2 0-10 0,4 0-17 16,7-1-29-16,5 2-26 0,4-1-45 0,1 2-45 16,3-2-56-16,-3 0-202 0,-2 3-335 0,2-1 147 15</inkml:trace>
  <inkml:trace contextRef="#ctx0" brushRef="#br0" timeOffset="71818.19">19290 9251 186 0,'-3'2'187'0,"2"1"-16"0,1-3-17 16,0 0-18-16,10 4-16 15,9-4-9-15,11 0-25 0,5 0-58 0,19-3-65 16,1-3-154-16,4-1-206 0,-3-1 91 0</inkml:trace>
  <inkml:trace contextRef="#ctx0" brushRef="#br0" timeOffset="72704.53">21519 8816 136 0,'2'-5'269'0,"-1"-3"-6"15,2 2-1-15,-2-2-17 0,1 1-15 0,0 0-11 16,-1 0-12-16,0-1-8 0,1 4-22 0,-1-1-12 0,0 1-13 15,1 0-24-15,-2 4-17 0,3-5-11 0,-3 5-31 16,1-3-33-16,-1 3-27 0,0 0-2 0,0 0-1 0,3 18-3 16,-2-6 1-16,-1 5-2 0,2 10 3 0,-1 0 1 15,-1 0-6-15,2 1 5 0,2-1-1 0,-2 2-2 16,-1-1 4-16,3 0-2 0,-2-2-20 0,1-2-14 16,0-5-29-16,1-1-13 0,-2-1-17 0,0 0-16 15,-1-1-14-15,1-3-28 0,-1 0-6 0,3-3-52 16,0 0-135-1,2-4-367-15,0-2 162 0</inkml:trace>
  <inkml:trace contextRef="#ctx0" brushRef="#br0" timeOffset="73089.89">22070 9002 39 0,'-8'0'192'16,"1"-2"-8"-16,1 1-11 0,6 1-9 0,-13 0-11 15,9-1-12 1,4 1-11-16,0 0-13 0,-10-1-8 0,10 1-11 0,-5-2-7 15,5 2-10-15,0 0-11 0,0 0-5 0,0 0-10 16,-7-1-1-16,7 1-7 0,0 0-6 0,0 0-3 0,0 0 0 16,0 0-3-16,28 0 0 0,-14 0-3 15,4-1 1-15,3 0 7 0,3-1 0 0,4-1 4 16,5-1 4-16,2 2-1 0,-1-3 0 0,3 0-5 16,-2 0-7-16,-6 4-7 0,2 0-3 0,-9-2-1 15,-4-1-1-15,-4 3-4 0,-2 1-3 0,-2-2-20 0,-2 1-25 16,-1 1-27-16,-2-1-28 0,-5 1-1 0,0 0-22 15,0 0-22-15,0 0-40 0,0 0-170 16,0 0-367-16,-27 1 164 0</inkml:trace>
  <inkml:trace contextRef="#ctx0" brushRef="#br0" timeOffset="73553.72">22656 8724 112 0,'6'-5'237'0,"-2"-1"-18"0,1 3-16 0,0-2-21 16,-1 3-19-16,1-3-21 0,0 4-12 0,3 0-20 16,-8 1-10-16,14 4-12 0,-3 3-3 0,-2-1-9 15,0 5-14-15,1 1-2 0,4 3-4 0,-5-1-9 0,3 6-5 0,-2 3-2 16,-2 0-4-16,-3-4-1 0,0 5-7 0,-4-5-2 15,0-1-2-15,-3 2-4 0,-1-2-3 0,0 2 1 16,0-4-3-16,-2 1 1 0,0-2-2 0,1-5-1 16,0 1-2-16,0-6 0 0,-1 3 0 0,4-5-1 15,-2 3 8-15,2-3 25 0,0-1 21 0,1-2 32 0,-3 4 48 16,3-4 29 0,0 0-19-16,0 0-16 0,0 0-19 0,8-18-19 15,1 3-4-15,0 0-25 0,1-3 0 0,6-4-14 16,4-3-6-16,-4 1-6 0,5 2-3 0,-3 2 1 15,-2 4-9-15,-5 2-11 0,-2 4 13 0,1 2-15 16,-3 1-3-16,-2 3-3 0,-1-1 4 0,5-1-13 16,-4 4-30-16,-1 0 0 0,1 2-7 0,3 3-7 15,-3 4 1-15,4 0-2 0,-1 2-5 0,-2 2-1 0,4 3-5 0,-2 1 1 16,0 2 3-16,-1-1-22 0,2 1-11 0,-2 0-20 16,0-1-25-16,-2 0-22 0,1 0-18 0,0-5-19 15,-4 0-17-15,1-1-245 0,-2 0-481 0,1-5 213 16</inkml:trace>
  <inkml:trace contextRef="#ctx0" brushRef="#br0" timeOffset="73973.7">23181 8491 205 0,'2'-9'259'0,"2"5"-18"16,-3 0-9-16,3-2-16 0,0 3-25 0,0 1-21 15,0-2-18-15,2 1-16 0,-1 3-11 0,3-3-16 0,-8 3-13 16,18 6-15-16,-11-2-9 0,4 1-8 0,-1 2-9 16,-3 0-5-16,2 5-4 0,-2-2-7 15,0 2-3-15,-2 5-4 0,-1-2-4 0,-2 4-1 0,-2-2-3 0,-2-2-3 16,0 1 0-16,-2 1-5 0,3-5-1 0,-4-2 0 15,1 1-4-15,1 0-2 0,-1-4 1 0,3 0 1 16,0-2-4-16,0 2 0 0,-2-4 1 0,2 0 1 16,-1 1-1-16,2-4 2 0,2 7-1 0,-2-7 1 0,9 2 3 15,1-1-4-15,3-2 5 0,0 1 5 16,6 0-1-16,2-2 0 16,-3-2 1-16,1 2-5 0,2 0 0 0,-2-2 0 15,-1 1-3-15,-5 2 0 0,-1-2-2 0,-1 0 0 16,-4 3-1-16,0-1 1 0,0 0-7 0,-3 1-12 0,1-2-16 15,-5 2-17-15,7-1-19 0,-7 1-22 0,0 0-35 16,0 0-28-16,0 0-41 0,-13-7-215 0,5 4-436 16,2 0 193-16</inkml:trace>
  <inkml:trace contextRef="#ctx0" brushRef="#br0" timeOffset="74239.75">23628 8378 105 0,'0'0'244'0,"5"-3"-22"0,-5 3-25 0,0 0-25 15,0 0-18-15,0 0-20 0,6 12-11 0,2 2-19 16,-3 4 0-16,9 9-11 0,-5 5-3 0,4 13-4 16,-2 0-5-16,-2 7-7 0,-3-1-6 0,-4-1-7 15,-3-1-5-15,-4 0-4 0,-6-3-6 0,0-10-4 16,-6 6-2-16,2-9-4 15,-3-1-1-15,-10 7-7 0,-7 3-12 0,0 0 0 16,-4-6-19-16,-7-2-27 0,-5-3-31 0,-5-4-41 16,0-1-56-16,-4-8-197 0,-2-2-383 0,-1-4 170 15</inkml:trace>
  <inkml:trace contextRef="#ctx0" brushRef="#br0" timeOffset="74760.16">21104 8443 152 0,'-1'-4'243'0,"2"-3"-22"0,1 4-18 0,-1-1-21 0,-1 4-24 16,1-5-22-16,-1 5-17 0,0 0-13 0,0 0-14 31,-8 26-8-31,1-2-4 0,-5 12-5 0,3 13-5 0,-5 6-6 15,-4 25-1-15,5-23-9 0,6-1-5 0,0 5 0 0,7-3-7 0,4 2-5 16,13 21 2-16,-2-25-1 0,6-1-1 0,8-7-3 16,4-1-16-16,11-2-21 0,4-6-43 0,29 9-67 15,-22-21-268-15,6-5-412 0,2-6 182 0</inkml:trace>
  <inkml:trace contextRef="#ctx0" brushRef="#br0" timeOffset="77076.84">24360 8356 14 0,'-9'-2'149'16,"9"2"-14"-16,-14 4-9 0,0 1-11 0,-3 5-9 16,-7 5-6-16,-1 7-8 0,-1 4-7 0,-6 8-3 15,0 4-10-15,11-6-6 0,-4 9-9 0,1 1-1 0,7-7-9 0,4-3-6 16,7 2 13-16,-3 0-18 0,5-3-5 0,7 0 6 16,2-1-10-16,9 0 4 0,4-2-2 0,4-1 1 15,18 3-5-15,7-5-12 0,4-5-31 0,7-3-67 16,-6-6-175-16,3-3-279 0,-2-6 123 0</inkml:trace>
  <inkml:trace contextRef="#ctx0" brushRef="#br0" timeOffset="77700.17">24801 8571 21 0,'2'-7'253'0,"0"1"-5"0,-2 1-6 16,2-1-10-16,-2 2-12 0,2-1-13 15,-1 2-20-15,0-1-21 0,-1 4-18 0,3-5-17 16,-3 5-18-16,0 0-14 0,0 0-11 0,0 0-14 0,1 12-7 16,-1-3-7-16,0 7-6 0,-1 3-6 0,0 0-7 0,1 8-1 15,0-2-7-15,1 3-1 0,-1-9-3 0,5 6-12 16,-3-6-2-16,0 0-3 0,1-1 0 0,1-2-2 15,1 1 0-15,-1-6 1 0,1-1 2 0,0-1-1 16,1 0-1-16,-4-4 3 0,3 1-3 0,-2-1 1 16,3-2 0-16,-2-1 28 0,6-1 17 0,-5-1 9 15,7-1 18-15,-2-4-11 0,0-1 6 0,-1 0-1 0,4-3-4 0,0-4 2 16,-3-1-19-16,4-1 0 0,2-6-8 0,-1-1-7 16,-4 0-2-16,-2 5-4 0,0 1-5 0,-1 1-2 15,-3 3-3-15,1 4 2 0,-3-1-2 0,2-2 1 16,-3 5 1-16,1 3-11 0,0-2-2 0,-1 1-11 15,0 1-15-15,-2 3-23 0,2-4-16 0,-2 4-7 16,0 0 7-16,0 0 2 16,0 0 8-16,0 19 1 0,0-8 8 0,0 0-2 15,1 2 4-15,1 3 6 0,3 1 2 0,0-1 1 16,1 2 2-16,3-2 7 0,3 1 1 0,-1 0 0 16,2-2 5-16,2-4-9 0,2 0-19 0,-2-1-25 15,2 1-32-15,2-5-28 0,0 0-32 0,-2-1-38 0,1-4-34 16,-7-2-234-16,3 1-493 0,-5-3 219 0</inkml:trace>
  <inkml:trace contextRef="#ctx0" brushRef="#br0" timeOffset="78000.75">25373 8242 60 0,'0'-2'260'0,"0"2"-19"15,0-8-17-15,0 8-26 0,3-4-21 0,-3 4-20 16,0 0-21-16,1-3-13 0,-1 3-15 0,0 0-10 15,-6 12-11-15,2-3-8 0,0 3-14 0,-2 4-22 16,-2 0-21 0,0 12-28-16,1 0-22 0,-5 2-34 0,7-1-30 15,-4 2-52-15,2-4-147 0,0 1-316 0,3-8 140 16</inkml:trace>
  <inkml:trace contextRef="#ctx0" brushRef="#br0" timeOffset="78501.85">25639 8647 128 0,'0'0'246'0,"0"0"-15"0,0 0-16 16,-1-5-11-16,1 5-15 0,0 0-14 0,0 0-13 16,5-6-14-16,-5 6-13 0,0 0-15 0,0 0-14 0,0 0-11 15,5-4-10-15,-5 4-10 0,0 0-12 0,0 0-7 16,0 0-7-16,7 9-2 0,-6-5-8 16,3-2-2-16,-2 3-5 0,4 2 0 0,0-1-6 0,-1 4 4 15,0 0-10 1,0 1-11-16,4 4 1 0,-3 0 1 0,-1 0-5 15,2 0 3-15,-1-1-1 0,2 1-2 0,-2-3 0 16,1 2-6-16,-1-5 2 0,-1 2 4 0,0-2 0 16,-4-4-1-16,3 2-4 0,-4-2 4 0,4-2 1 0,-3 1 2 15,2-1 53-15,-2 1 33 0,-1-4 45 16,3 3 44-16,-3-3 31 0,0 0-9 0,0 0-28 16,15-12-11-16,-7 2-12 0,1 0-20 0,2-4-11 0,2-10-16 0,4 2-9 15,-3-1-10-15,2-2-12 0,1-2-3 0,1 5-15 16,-3-2-9-16,2 0-8 0,-8 7-7 0,1 3-10 15,-4-2-13-15,-1 3-25 0,-1 5-24 0,0 0-26 16,1 2-26-16,-3-1-29 0,0 4-39 0,-2-2-37 0,1 2-51 16,-1 3-5-16,0 0-6 0,0 0-19 15,0 0-299-15,4 15-624 16,-4-10 277-16</inkml:trace>
  <inkml:trace contextRef="#ctx0" brushRef="#br0" timeOffset="78934.89">26426 8703 181 0,'-9'-3'275'0,"9"3"-14"0,0 0-21 0,0 0-17 15,0 0-12-15,0 0-14 0,-5 0-17 0,5 0-12 0,0 0-16 0,0 0-11 32,0 0-18-32,0 0-10 0,0 0-11 0,0 0-14 15,0 0-8-15,0 0-8 0,0 0-8 0,0 0-7 16,0 0-3-16,0 0-7 0,0 0-5 0,0 0-2 16,0 0-6-16,-5-3-2 0,5 3-5 0,0 0-2 0,0 0-2 0,0 0-4 0,0 0-3 0,0 0 2 31,16-2-1-31,-2 0-3 0,6-1-5 0,-1 0 1 0,9-3-12 0,4 3 3 15,2-1 1-15,6-5-2 0,-3 5-3 0,17-4 0 16,-14 4-2-16,-2-1 4 0,-3 0-4 0,-3 1 3 16,-11 1 1-16,1-1 1 0,-7 3 2 0,-1-2 2 15,-3 1-2-15,-4 0-4 0,1 2 7 0,-3 0-3 16,-5 0 0-16,8 0 0 16,-3-2-8-16,-5 2-16 0,0 0-7 0,6 0-16 0,-6 0-11 0,0 0-23 0,0 0-28 0,0 0-27 15,0 0-43-15,0 0-37 0,0 0-200 0,0 0-449 16,0 0 198-16</inkml:trace>
  <inkml:trace contextRef="#ctx0" brushRef="#br0" timeOffset="79520.73">27364 8468 67 0,'0'-4'282'0,"0"-1"-14"0,3 2-5 0,-3 3-8 16,0-7-20-16,2 5-12 0,-2 2-29 0,0-5-20 16,0 5-17-16,3-3-15 0,-3 3-23 0,0 0-12 15,0-4-20-15,0 4-32 0,0 0-5 0,0 0-6 16,1 11-3-16,-1-4-8 0,0 3-1 0,-1 1-5 15,2 6-2 1,-1 0-3-16,0 1-2 0,0 2 0 0,3-2-3 0,-1 7-3 16,1-6-2-16,-1 1 9 0,1-1-8 0,0-1-4 15,0 0 0-15,2-4 2 0,0 2 0 0,-2-5 7 16,0-3-9-16,-1 0-4 0,1-2 6 0,-2-1-1 16,0 0 4-16,2-2 37 0,-2-1 29 0,-1-2 28 15,5 4 28-15,-5-4 4 0,0 0 1 0,14-9-8 16,-9 4-8-16,3-3 5 0,0-1-18 0,3-4-17 0,-2-1 3 15,3-3-14-15,-1-7-9 0,2 0-18 0,2 0 2 0,-3 7-6 16,2-5-5-16,-1 0-4 0,-2 0-9 16,-3 3 1-16,-2 5-6 0,-1 2 0 0,-1 2 1 15,0 2-1-15,0 4-3 0,-3-1 1 0,2 1-4 0,-1-2-4 16,-1 4-2-16,-1-3-16 0,0 5-14 0,3-7-30 16,-2 4-28-16,-1 3-36 0,0 0-17 0,0 0 11 0,0 0 11 15,0 12 10-15,-1-4 9 0,0 4 9 0,-2 0 6 0,3 5 8 16,-1 0 3-16,0 0 6 0,1 2 10 0,2-2 3 15,1 0 6-15,2 0 3 0,0 0 3 0,3-3 5 16,3 1 1-16,1-1 1 0,2-4-16 16,0 0-20-16,2-1-29 0,1-3-27 0,1 0-26 0,-7-3-30 15,3-1-33 1,-1-2-45-16,1-3-243 0,-1 1-527 0,-1-4 234 16</inkml:trace>
  <inkml:trace contextRef="#ctx0" brushRef="#br0" timeOffset="79953.83">27966 8432 10 0,'0'0'324'16,"0"-6"-12"-16,0 6-16 0,0 0-6 0,0 0-29 15,0 0-21-15,5-2-27 0,-5 2-20 0,0 0-19 0,0 0-20 16,0 0-22-16,0 0-18 0,0 0-2 15,0 0-25-15,0 0-7 16,0 0-9-16,10 12-13 0,-7-6-4 0,1 3-4 16,2 3-6-16,1-1-8 0,0 2-6 0,1 7 1 15,-2-2-5-15,1 0 0 0,0-1-1 0,0 0-3 16,-1 2-4-16,3-2 6 0,-1 0-15 0,-3 0-4 16,0-3 5-16,-1-2 3 0,1-3-4 0,-1-1-1 15,-3-2 2-15,2 0 0 0,-1-1 10 0,-1-1-11 0,1 0 1 16,0 0 49-16,-2-4 40 0,1 5 45 0,-1-5 33 0,0 0 28 15,0 0-10-15,0 0-22 0,11-12-16 0,-5 2-20 16,4-5-12-16,-1-1-11 0,4-8-12 0,5-3-16 16,-5 1-12-16,3-4-15 0,-3 3-11 0,1 1-2 15,0 0-2-15,-1 2-4 0,-7 7-6 0,2 3-5 16,-4 2-1-16,1 2-4 0,1 0 2 0,-3 5-9 16,-1-1-3-16,2 2-17 15,-2-1-19-15,0 1-32 0,0 1-33 0,-2 3-45 16,2-6-49-16,-1 4-33 0,-1 2-36 0,0 0-13 15,0 0-15-15,10 6-17 0,-7-2-38 0,-3 1-295 16,0-1-679-16,0 2 300 0</inkml:trace>
  <inkml:trace contextRef="#ctx0" brushRef="#br0" timeOffset="80423.85">28501 8136 140 0,'3'-4'275'0,"-3"4"-6"0,0 0-29 16,1-3-19-16,-1 3-24 0,0 0-23 0,3-4-16 15,-3 4-23-15,0 0-12 0,0 0-25 0,0 0-16 16,0 0-4-16,0 0-7 0,-8 15-12 0,3-6-6 16,1 2-2-16,-3 2-10 0,-1 1 0 0,-1 2-6 15,0-1-4-15,0 0-3 0,3-1-2 0,-1 1-2 16,1 0-2-16,-2-3-2 0,3-2-3 0,0-1-1 0,1 1-7 0,0 0 8 15,0-6-4-15,3 3-2 0,-1-2-6 16,-1-2 6-16,3 1 0 16,-1-1-1-16,-2 1 2 0,3-4 0 0,-1 3 1 15,1-3 0-15,0 0 2 0,0 0-2 0,0 4 0 16,0-4-2-16,0 0-3 0,-2 3 4 0,2-3-17 16,0 0-16-16,0 0-35 0,0 0-53 0,0 0-73 15,0 0-246-15,0 0-461 0,6-11 204 0</inkml:trace>
  <inkml:trace contextRef="#ctx0" brushRef="#br0" timeOffset="80842.72">28655 7990 18 0,'0'0'224'0,"1"-4"-24"0,-1 4-23 0,0 0-21 0,12 5-13 16,-4 3-14-16,4 7-9 0,3 7-3 0,3 3-10 0,3 6-10 15,2 12-3-15,-1 4-10 0,-1 4-7 0,-3 5-4 16,-5 4-4-16,-7 22-3 0,-3-23-5 0,-6-3-9 16,-2 1-3-16,-4 1-5 0,-3-5-5 0,-1-3-3 15,-4 0-4-15,-2-7-3 0,2-14-3 0,2 0-3 16,-3-2-4-16,3-5 3 0,-3-1-4 0,6-6 1 15,0-2 15-15,1-1 6 16,2-1 3-16,-1-5 5 0,2 0 1 0,3-1 9 16,1-2 4-16,2 0 8 0,-1 1 7 0,-2-2 1 15,2 1 9-15,1-2-2 0,2-1 6 0,-4 4 11 16,4-4 7-16,0 0 1 0,0 0 1 0,0 0 16 0,-1 4-24 16,1-4-3-16,0 0 1 0,0 0-14 0,0 0-8 15,0 0-2-15,0 0-19 0,0 0-12 16,0 0-17-16,-4 3-25 0,4-3-39 0,0 0-43 0,0 0-29 15,0 0-39-15,0 0-45 0,0 0-46 0,0 0-379 0,0 0-666 16,0 0 295-16</inkml:trace>
  <inkml:trace contextRef="#ctx0" brushRef="#br0" timeOffset="92277.21">20441 8285 173 0,'0'-5'161'0,"0"5"-17"0,-1-6-15 15,1 6-13-15,-2-4-9 0,2 4-25 0,0 0-12 16,0 0-5-16,-7 16-7 0,2 1-12 0,-3 10-1 15,-2 21-1-15,-2 5-3 0,-4 30-9 0,3-1-3 16,-4 1 5-16,8-22-4 0,-5 24 5 0,5-24-7 16,2 21-5-16,4-23 4 0,0 23-1 0,2-26-4 0,1-1-1 15,0-2-1 1,1 0-7-16,1-2 4 0,-2-4 0 0,2-14 2 16,-2 2 0-16,6-2 4 0,-4-3-2 0,1-3 2 15,-1-2-1-15,-2-8-2 0,3 0 2 0,-1 0-6 16,-2-7 2-16,0 2-2 0,0-2-4 0,0-1-1 15,1-2 1-15,1-2-1 0,-2 0-3 0,2 1 4 16,-2-2-1-16,0-2-1 0,0-2 0 0,0 7 4 16,0-7-4-16,0 5 0 0,0-5 4 0,0 0-2 0,0 3 1 0,0-3-2 15,0 0-16-15,2 4-30 0,-2-4-40 0,0 0-58 16,0 0-169-16,0 0-326 0,0 0 145 0</inkml:trace>
  <inkml:trace contextRef="#ctx0" brushRef="#br0" timeOffset="93633.42">29282 7870 134 0,'0'-5'198'16,"3"1"-11"-16,-2 1-14 0,0 1-3 0,2-5-10 15,-3 7-10-15,1-6-5 0,2 3-7 16,-2 2-9-16,-1 1-8 0,1-6-11 0,-1 6-12 0,3-3-9 15,-3 3-10 1,0 0-6-16,1-3-9 0,-1 3-11 0,0 0-17 16,0 0-21-16,0 0-26 0,0 0-24 0,0 0 0 15,3 12 8-15,-1-2 0 0,-3 15 2 0,1 1 0 16,0 7 5-16,-1 15 2 0,-3 3-2 0,1 3 1 0,1 4 6 16,-1 27 2-16,-1-1 12 0,4 1 6 15,0-3 2-15,3-22 2 0,-2 23-1 0,-1-23 5 16,5-3 3-16,-1 0-2 0,0-6-2 0,2 0 0 0,-2-3-2 0,3-3-5 15,-5-11 2-15,3 1 3 0,2 1-6 0,-1-2 2 16,-1-5 3-16,0 2-6 0,-2-2 1 0,-1-10 2 16,1 1-5-16,-2-3 0 0,1-1-6 0,-1-3 6 15,-1-1-1-15,1-3 2 0,-1 1-4 0,0-4 6 16,1 0 3-16,-1-1-8 0,2 0 4 0,-4-2 27 16,4 1 16-16,-2-4 16 15,1 6 11-15,-1-6 8 0,2 4 0 0,-2-4 1 16,2 2-2-16,-2-2-4 0,0 0-3 0,0 0-1 15,0 0-9-15,0 0 1 0,0 0-11 0,0 0 5 16,1 4-14-16,-1-4-15 0,0 0-29 0,0 0-34 16,0 0-43-16,0 0-49 0,0 0-74 0,9-10-61 15,-5 7-189-15,0 0-484 0,0-1 214 0</inkml:trace>
  <inkml:trace contextRef="#ctx0" brushRef="#br0" timeOffset="94513.43">29206 9702 2 0,'-4'2'97'16,"4"-2"-6"-16,0 0-15 0,0 0-1 0,0 0-4 0,0 0 3 15,0 0-7 1,0 0 5-16,0 0 2 0,0 0 0 0,0 0 4 16,0 0-6-16,0 0 5 0,0 0 2 0,0 0 1 15,11 5 8-15,5-5 1 0,5-2-5 0,10 4-8 0,2-1-1 16,4 0 0-16,16-1 1 0,-3-1-3 16,3 2-3-16,-2-2 1 0,-11 0-8 0,12-2-4 15,-12 2 1-15,-3-2-6 0,-4 0-5 0,-2 1-7 16,-3-1-2-16,-8-1-4 0,-2 1-1 0,0-1-2 0,-9 2-5 0,3-1-2 15,-3 0-3-15,-3 0-7 0,0 1-5 0,-1 0-8 16,-5-1-19-16,0 3-35 0,3-5-28 0,-3 5-14 16,-6-6-12-16,2 3-21 0,-3 0-24 0,2-1-166 15,0 1-342-15,-3 1 152 0</inkml:trace>
  <inkml:trace contextRef="#ctx0" brushRef="#br0" timeOffset="94751.23">30151 9450 38 0,'3'-5'333'0,"-3"0"-17"0,0 2-26 0,1-1-29 15,-1-1-27-15,0 5-28 0,0 0-25 0,0-5-27 0,0 5-29 16,0 0-14-16,0 0-17 0,-1 17-8 0,-2 0-8 15,3 9-5-15,0 2-10 0,4 3-12 0,-4 1-17 16,6 1-44-16,-3 1-40 0,1 0-47 16,2-2-50-16,1 0-70 0,-2-4-152 15,4-4-398-15,0-9 177 0</inkml:trace>
  <inkml:trace contextRef="#ctx0" brushRef="#br0" timeOffset="95632.55">29867 7474 112 0,'0'0'188'0,"0"0"-27"0,0 0-11 0,0 0-21 16,0 0-20-16,0 0-7 0,-3 15-13 0,1-4-8 15,2 8-4-15,0 5-6 0,0 6 1 0,-2 3-9 16,4 11-7-16,-4-8-6 0,6 11 0 0,-2 2-22 16,-2-2-51-16,5 1-39 15,-1 0-45-15,-2-12-126 0,3-6-253 0,2-3 113 0</inkml:trace>
  <inkml:trace contextRef="#ctx0" brushRef="#br0" timeOffset="98506.19">8270 11769 135 0,'0'-12'241'0,"-2"2"-13"0,1 0-5 0,0-1-6 15,0 4-8-15,1 2-15 0,0-1-11 0,0 1-20 16,0 0-15-16,0 5-19 0,-3-6-15 0,3 2-15 15,0 4-25-15,0 0-31 0,0 0-8 0,0 0-4 16,0 0-6-16,-4 22-3 0,4-2-3 0,-2 8 2 0,-1 5-3 16,3-1-4-16,3 3-7 0,-1 0-5 0,-2 0 2 15,3-1-1-15,-2-3 1 0,2 1-4 0,-2 1 5 16,1-5-5-16,1 0 3 0,2-3 1 0,-3-9-1 0,1 4 0 16,-2-6-2-16,2-2 2 0,0 1 2 15,-2-4-2-15,0 0-1 0,0-4 1 0,1 2 2 16,-1-1 1-16,-1-2-3 0,3 0-12 15,-3-2-4-15,0-2-1 0,1 6 1 16,-1-6-5-16,-3 4 4 0,3-4-17 0,0 0-32 16,0 0-29-16,-18-10-40 0,8 2-21 0,0-6-27 15,-3 1-141-15,-1-11-347 0,5 2 154 0</inkml:trace>
  <inkml:trace contextRef="#ctx0" brushRef="#br0" timeOffset="98807.57">8135 11596 94 0,'-3'-14'216'0,"3"4"-3"0,-2-2-13 0,1 7-8 16,1-3-19-16,0 0-17 0,0 4-18 0,0-1-14 16,3 1-14-16,0 1-12 0,5 0-12 0,2 1-6 0,3 1-6 15,4 5-10-15,2-3-5 0,0 6-6 16,-1-1-5-16,9 7-8 16,-2 3-1-16,0 0-9 0,-2 2 2 0,-2-1-7 15,-5-2-5-15,0 6 1 0,-3-4-4 0,-3 0-2 16,-2 3 0-16,-3-3-1 0,0 0-9 0,-5-1 7 15,-5 0 1-15,-5 0 0 0,-3-1 2 0,-1 1-1 16,-8 0-6-16,-2 0 0 0,0-3 2 0,0-1-2 16,4-3 0-16,0-2-1 0,-7 3-1 0,9-2 0 0,2-1-3 15,-1-2 4-15,5-1 0 0,2 1-3 0,0 0-25 0,4-2-35 16,0 1-29-16,3 1-13 0,1-2 0 0,2 1-10 16,5 0-38-16,1-3-186 0,6 2-358 0,6-3 158 15</inkml:trace>
  <inkml:trace contextRef="#ctx0" brushRef="#br0" timeOffset="99477.59">8649 12048 51 0,'0'-2'316'0,"0"2"-9"0,-5-7-15 0,5 4-7 16,0 3-17-16,-4-6-21 0,4 6-16 0,0-5-26 0,0 5-19 15,0 0-24-15,-1-3-21 0,1 3-15 0,0 0-21 16,0 0-29-16,0 0-22 0,0 0-4 0,0 0-3 16,0 0-7-16,1 17-5 0,0-8 5 0,2 3-13 15,-3 4-1-15,0 0-1 0,0 0-6 0,0 1-1 0,1-1-2 16,-1-3-5-16,3-2-8 0,-2-1-2 0,-1 0-1 15,1-4 1-15,2 0 7 0,-3-2-5 0,0 0 2 16,0-4 10-16,1 5 26 0,2-2 19 0,-3-3 0 0,0 0-15 16,11-9 5-16,-4 2-5 0,-1-3-8 0,6-2-5 15,-1-3 4-15,2-2-5 0,1 3-10 16,-1-1 9-16,0-1-18 16,-2 3 6-16,1-1-4 0,-5 4-2 0,5 2-6 15,-6-1 0-15,3 1-5 0,1 2-11 0,-5 1 7 16,4 2-21-16,-1 0-2 0,2 5-10 0,-1-2 0 15,3 1-3-15,-1-1 5 0,2 7-1 0,1-4-4 16,-1 4 0-16,3 0 0 0,-2 2 6 0,3 0-10 16,-3-1-6-16,-1 0 3 0,2-2 4 0,-2 0-1 0,-2-1 4 15,-2 0 5-15,-1-3 3 0,2 1 6 0,-5-2 4 0,2 0 0 16,-2-1 6-16,0-4 9 0,4 0 8 0,-4-5 14 16,0 2 6-16,-1-5 10 0,1 0 6 0,-2-1 10 15,2-1 5-15,-4-6 0 0,4-6 2 0,-2 0 4 16,-2-1-2-16,-1-2-5 0,4 0-5 0,-2-1-2 15,0-1-1-15,-1 1-7 0,2 3-8 0,-3 10 20 16,0 1-7-16,1 4 9 16,-2 3-5-16,2 4-7 0,-1-3-9 0,0 3-2 15,0 1-46-15,0 4-32 0,0-4-15 0,0 4 3 16,0 0 3-16,5 17 5 0,-4-3 6 0,0 5 6 16,2 7 2-16,-1 2 4 0,1 1 6 0,-2 0 4 15,2 2 3-15,2-5 3 0,-1 4 4 0,0-4-2 16,2-1 6-16,-3-7-1 0,-2-2-16 0,1 0-21 15,0-4-13-15,-4-2-23 0,4 0-24 0,-1-3-23 0,0 1-26 0,1-2-8 16,-2-3 4-16,0 2 3 0,1-3-6 16,-1-2-209-16,0 0-405 0,0 0 179 0</inkml:trace>
  <inkml:trace contextRef="#ctx0" brushRef="#br0" timeOffset="99794.07">9038 11951 18 0,'-3'2'176'16,"3"-2"-6"-16,-9 2-9 0,9-2-8 0,-4 2-18 0,4-2-5 16,0 0-19-16,0 0-11 0,-5 2-12 0,5-2-4 0,0 0-8 15,0 0 10-15,18 1-3 0,-4-1 1 0,6-2-9 16,15-2-9-16,0-2-1 0,3 0-1 0,16-3-7 15,-2 0-1-15,0 0-4 0,-15 4-3 0,0-1-4 0,-2-1-5 16,-4 2-4-16,-5-1-2 0,-5 1-2 16,-8 4-2-16,-3-2 1 0,0 2-8 0,-2-3-1 15,-3 4-1-15,1 0-8 0,-6 0-13 0,10-3-11 0,-10 3-8 0,0 0-10 16,0 6-10-16,0-6-27 0,-10 9-38 0,4-4-50 16,-3-2-187-16,4 2-370 0,0-1 165 0</inkml:trace>
  <inkml:trace contextRef="#ctx0" brushRef="#br0" timeOffset="100439.01">10352 11809 13 0,'-1'-5'302'15,"-1"-1"-8"-15,0-1-4 0,2 2-11 16,0 1-13-16,-1-2-19 0,1 6-21 0,0-7-17 15,0 6-27-15,0 1-15 0,0-5-18 0,0 5-23 16,0 0-13-16,-3-6-20 0,3 6-30 0,0 0-15 16,0 0-7-16,0 0-7 0,4 11-1 0,0-1-6 15,-4 3-3-15,4 3-1 0,-3 2 8 0,2 3-11 16,3 2-6-16,-1-3 0 0,0 0-1 0,6 4 0 16,-5-6-5-16,3 0 3 0,-1-1-3 0,2 0 3 0,-1-5 1 0,-2-2-1 15,1 0-3-15,0-2 5 0,1-3-2 0,-2 3 1 16,2-4 1-16,2 0 18 0,0-4 10 0,1 0 19 15,0-3 15-15,1 0 32 0,-4-4-10 0,5 2 0 16,-1-5 0-16,-3-1-2 0,3-1-1 0,-3-4-2 16,4 0-8-16,-6-3-10 0,5-6-8 0,-2 2-8 15,-1-2-5-15,1-2-3 0,-5 8-5 0,0 1-4 0,-2 3-8 0,1-1 5 16,-2 7-2-16,0-1-2 0,0 4 2 0,-2 1-9 16,1-1-2-16,-1 2-10 0,2 1-7 0,-3 0-16 15,0 3-25-15,1-4-37 0,-1 4-32 0,0 0 6 16,0 0 9-16,0 0 6 0,4 19 9 0,-4-8 6 15,1 6 7-15,0 0 6 0,1 1 3 0,0 3 8 16,1-1 1 0,3 4 6-16,-2-5-1 0,1-3 5 0,1 0 13 0,0 0-4 15,3-1 3-15,-2-4 5 0,2-2 6 0,-2 2-6 16,5-5 8-16,1 1 5 0,6-2 2 0,-1 2 1 16,5-5-38-16,-1-2-37 0,6-1-44 0,-9-2-48 15,2-2-62-15,-2 2-75 16,0-3-215-16,0-2-560 0,-6-1 248 0</inkml:trace>
  <inkml:trace contextRef="#ctx0" brushRef="#br0" timeOffset="100913.67">11285 11820 213 0,'0'0'283'0,"0"0"-11"0,0 0-9 16,0 0-19-16,-5-2-12 0,5 2-16 0,0 0-19 16,0 0-19-16,0 0-11 0,0 0-17 0,0 0-19 0,8-6-14 0,-3 4-15 15,4-1-24-15,1-2-24 0,8 3-29 0,1-2-35 16,3-1-35-16,4-1-32 0,-3 4-36 0,-2-1-37 16,6 1-38-16,-9-2-203 0,1 2-421 0,0-1 187 15</inkml:trace>
  <inkml:trace contextRef="#ctx0" brushRef="#br0" timeOffset="101051.19">11455 11898 127 0,'-1'5'153'16,"1"-5"8"-16,0 0-9 0,11 2-12 0,2-2-12 16,9-1-24-16,9-2-30 0,1-1-76 0,-2-1-172 15,5-1-187 1,-2 0 84-16</inkml:trace>
  <inkml:trace contextRef="#ctx0" brushRef="#br0" timeOffset="102673.93">12532 11476 90 0,'-1'-8'227'0,"-1"-3"-13"0,2 2-11 15,-2 1-3-15,2 3-6 16,-1 0-10-16,1 0-16 0,-3-1-16 0,3 4-17 16,0 2-17-16,-2-7-14 0,2 7-22 0,0 0-19 15,0 0-10-15,0 0-8 0,0 15-5 0,-2 0-1 16,2 10-4-16,-2 6-6 0,4 2-4 0,-2-2-1 16,2 5 0-16,3 0-8 0,-4 0-1 0,1 1-2 15,0 6-2-15,2-9 1 0,0-2-1 0,-2 0-1 16,1-6 0-16,2 0-1 0,0-6 1 0,-1-3-5 0,-3-1 1 0,2-1-3 15,-1-5 5-15,-2 1-3 0,3-5-1 0,-2 4 1 16,-1-5 1-16,0 0 2 0,0-1 4 0,3 1-5 16,-3-2-1-16,0-3 2 0,0 5 2 0,0-5-1 15,-3 4-3-15,3-4 0 0,0 0 2 0,0 0-4 16,0 0-25-16,0 0-40 0,0 0-58 0,-14-12-56 16,9 3-212-16,-3-4-417 0,2-4 185 0</inkml:trace>
  <inkml:trace contextRef="#ctx0" brushRef="#br0" timeOffset="103016.65">12405 11321 163 0,'0'-10'220'0,"-3"2"-7"0,3 2-12 15,-1-1-6-15,1 2-13 0,-3 1-16 0,3 4-23 0,0-8-23 16,-1 7-11-16,1 1-12 0,4-5-9 0,1 3-13 15,0 1-7-15,7 1-13 0,0 1-3 0,1 3-10 16,6-1-5-16,4 7-3 0,8 1-5 16,-3 0-4-16,4 3-4 0,-2 3 0 0,-2-1-4 0,0 4 0 0,-5 2 0 15,2-3-4-15,-7 5-3 0,-3 0 1 0,-2-4-3 16,-4 0 0-16,-4-3-2 0,-5 1 1 0,-1 0 0 16,-6 1-4-16,0-2 4 0,-6-1 2 0,-9 2-3 15,0-1-1-15,-3 0 2 16,-3-3 3-16,1 0-5 0,-2-2 2 0,-1-1 2 15,2-1 1-15,1-3 0 0,8-2-2 0,1 1-6 16,4-3 4-16,3 1 1 0,2 1 2 0,-2-2-5 16,4-1 2-16,-1 0-8 0,4 0-13 0,-2-1-21 0,5 2-11 15,1-3-15-15,0 0-15 0,0 0-47 16,16 3-53-16,-3-6-168 0,6-1-373 0,0 1 165 16</inkml:trace>
  <inkml:trace contextRef="#ctx0" brushRef="#br0" timeOffset="109771.51">12848 11928 16 0,'0'0'260'0,"-1"-4"-7"0,1 4-6 0,1-6-7 15,-1 6-19-15,1-4-16 0,-1 4-18 0,0-4-23 0,0 4-16 16,0 0-15-16,0 0-17 0,0 0-11 15,0 0-13-15,0 0-23 0,0 0-19 0,0 0-13 16,0 0-10-16,0 0-5 0,0 0-2 0,0 0-1 0,3 18-1 16,-3-10-9-16,1 3 8 0,-1 0-5 0,2 1-2 0,0 1-2 15,-2 2 1-15,1 0-1 0,-2-3-2 0,1 0-1 16,1-2-1-16,-1 1-2 0,0-4 4 0,-1-1-7 16,2 1 7-16,-1-2-1 0,0-1 3 0,1-1 0 15,-1 0 0-15,0-3 28 0,2 5 30 0,-2-1 35 16,0-4 30-16,0 0 32 0,0 0 20 0,0 0-8 15,0 0-29-15,5-11-21 0,-2 5-8 0,0-6-13 16,1 3-7-16,3-7-13 16,0 2-10-16,0-1-9 0,-1 1-9 0,-1 6-4 15,2-2-15-15,-2 2 1 0,-3 0-3 0,2 3-21 16,-1 1-18-16,-1 0-25 0,-1 1-24 0,-1 3-27 16,4-3-2-16,-4 3 7 0,0 0 3 0,9 6 6 15,-4-2 2-15,-1 2-4 0,-3 1 2 0,5 1 6 16,-4 2 6-16,2 2 6 0,-1 0 6 0,-1-2-3 15,2 2 2-15,1-3 2 0,-4 2 9 0,3-4-3 0,-4 0 5 0,1 0 4 16,2-2 2-16,-2-2 4 0,-1 2 6 0,0-1 5 16,0-4 25-16,3 5 25 0,-3-5 29 0,0 3 19 15,0-3 15-15,0 0-18 0,0 0-7 0,6-13-12 16,2 6-6-16,-3-2-3 0,0-2-12 0,4-3-1 16,-4 2-7-16,5 2-8 0,-3-1 1 0,-1-2-10 15,1 6 2-15,-4 0-4 0,2 2-10 0,-1 2 2 0,-1-4-21 0,1 4-21 31,-3 1-14-31,1 0-18 0,-2 2 5 0,0 0-5 16,0 0-6-16,17 6-10 0,-14-2-8 0,2 3-14 16,-1-2-9-16,2 5-19 0,-2-1-12 0,0 2-16 15,1-1-18-15,-3 2-25 0,1-2-22 0,-2 0-228 16,0-4-488-16,1 2 216 0</inkml:trace>
  <inkml:trace contextRef="#ctx0" brushRef="#br0" timeOffset="110253.05">13410 11535 33 0,'9'-4'176'0,"5"-1"-9"0,2-1-19 0,-3 3-9 16,3 0-13-16,-2 1-11 16,4 1-4-16,-2 4-17 0,1 4-9 15,0 1-8-15,-2-2-9 0,-5 5-2 0,3 1-11 16,-4 2-2-16,1 3-7 0,-2-1-6 0,-4 2-4 0,-3 2-5 16,0 5 0-16,-2 0-5 0,-3-5 2 0,-1-2-8 15,1 2 0-15,-6-3-1 0,2 0-2 0,-2 0 1 16,3-7-2-16,0 1 0 0,1-1 7 0,3-4 1 15,-1 1 10-15,2-3 21 0,-1 1 16 0,2-2 35 0,0-1 38 16,1-2 34-16,-5 4 20 0,5-4-22 0,0 0-20 16,0-12-14-16,1 3-14 0,5-1-15 0,-1-7-13 0,3 2-11 15,1-3-6-15,1 0-10 0,-1 1-3 0,1 0-12 16,3 3-4-16,-4 0-7 0,-1 4-6 0,-3 2-4 16,1 2-7-16,-2 0-10 0,1 2-4 15,-2 2-5-15,1-1-3 0,-4 3-9 16,11 0-10-16,-11 0-9 0,12 3-8 15,-6 1-8-15,3 4-1 0,0-2-2 0,-4 5-4 16,4-2-7-16,-3 3-7 0,4 2-19 0,-4 2-18 0,1 1-28 16,0-1-11-16,-1-2-16 0,-3 2-16 0,0 0-15 0,-1-5-33 15,-1-1-239-15,-1-2-488 0,0-5 216 16</inkml:trace>
  <inkml:trace contextRef="#ctx0" brushRef="#br0" timeOffset="110487.64">13878 11483 167 0,'4'-7'214'0,"0"2"-14"15,1-1-19-15,0 3-20 0,0 1-19 0,4 2-5 0,1 2-13 16,3 4-14-16,1 1-6 0,4 5-11 0,1 8-5 16,-1 2-3-16,-1 0-13 0,-2 3-5 0,0 2-5 15,-4 3-8-15,-4-1-1 0,-1 2-6 0,-6 1-16 16,0-2-7-16,-6 2-12 0,-4-3-5 0,-6 2-7 15,-4-6-8-15,-4 1-23 0,-4-1-28 0,-12 3-40 16,8-10-43-16,0-3-174 16,-1-6-343-16,-3 1 152 0</inkml:trace>
  <inkml:trace contextRef="#ctx0" brushRef="#br0" timeOffset="110804.12">13468 11285 83 0,'-3'-3'188'0,"3"3"-18"15,0 0-24-15,0 0-11 0,0 0-16 0,-10 7-17 16,4 5-13-16,-1 2-6 0,-2 10 1 16,-2 4 0-16,2 5-7 0,-4 15-4 0,5 1-3 0,2-3-8 15,3-9 2-15,2 9-6 0,5 0-8 0,1-13-2 16,4 4-6-16,4-5-8 0,1-1 5 0,5-2 1 16,4-3-1-16,5-1-5 0,1-5-43 0,3-1-67 0,4-6-101 0,1-3-116 15,16-5-315-15,-15-5 140 0</inkml:trace>
  <inkml:trace contextRef="#ctx0" brushRef="#br0" timeOffset="111689.29">15755 11417 183 0,'0'-5'238'16,"0"1"-14"-16,0-1-14 0,0 5-8 0,1-6-15 0,-1 5-13 16,0 1-18-16,2-6-12 0,-1 2-15 0,-1 4-16 0,0 0-16 15,1-2-8-15,-1 2-16 0,0 0-18 0,0 0-9 16,8 6-4-16,-4 0-9 0,-2 0-4 0,2 7-5 0,0 4-3 15,1 9-1-15,-4 1-1 0,7 2-3 0,-3 0-4 16,-4 0 1-16,3 0-4 0,1 2-1 16,3-4-1-16,-4 1 2 0,1-1-1 0,4-2-7 0,-4-8 0 15,0 1-3-15,4-2 2 0,-5-2 1 0,2-2 2 0,-2-2 3 16,1 0-1-16,-1-6 2 0,-1 3 2 0,1-2 22 16,2-2 27-16,0 0 26 0,-1-3 19 0,-5 0 10 15,12-4 8-15,-2-3-4 0,-2-1-7 0,2-1-13 16,1-5-1-16,-2-2-7 0,6-6-10 0,-2 0-15 15,4-3-3-15,-3-3-10 0,-1-2-2 0,2 1-4 16,1 0-5-16,-1 3-1 16,-3 0-8-16,-2 2 0 0,-3 6-9 0,1 2-1 15,-2 0 0-15,-3 5 1 0,1 2-1 0,1 0-5 16,-4 2-1-16,2 2-4 0,-1-1 4 0,0 3-4 16,-1-2-7-16,0 2-4 0,0-1-17 0,-1 4-15 15,3-4-39-15,-3 4-4 0,0 0 1 0,0 0 9 16,3 16 5-16,-3-7 9 0,-2 8 7 0,0 3 1 15,-1 7 5-15,1-1 4 0,0 4 4 0,0-2 1 0,2 0 4 0,-2-1 2 16,4 1 4-16,0-5-2 0,1-3-1 0,1-3 16 16,0 0-9-16,1 0 2 0,0-3 5 0,0-1 2 15,1-3 3-15,-1-1 1 0,3-2 2 0,2 1 2 16,4-2 0-16,4 0 1 0,0-2 4 0,5-4-19 16,5-2-32-16,0 0-42 0,-1-3-60 0,1-2-68 0,-7-1-286 15,8-2-541 1,-5-2 240-16</inkml:trace>
  <inkml:trace contextRef="#ctx0" brushRef="#br0" timeOffset="112567.71">15897 11569 111 0,'-1'-5'238'0,"-1"1"-20"16,1 2-17-16,1 2-25 0,-1-6-18 0,1 6-20 16,-4-4-27-16,4 4-7 0,0 0-15 0,-9 7-10 15,4 0-7-15,-3 0-8 0,-4 5-6 0,0 4-2 16,2 1-12-16,1-1-7 0,1 1 1 0,0 3-6 0,2-4-2 16,1 1-4-16,1-2-3 0,4 1-2 0,0-3-3 15,4-1-1 1,1 0 1-16,4 0-1 0,5-2-4 0,13 1 1 15,2-4 0-15,5-3-5 0,5-4 6 0,16 0-5 16,-2-5-1-16,-1-4 3 0,-15 3-2 0,1-3-4 16,-2-2-4-16,1-3 7 0,-2 0-4 0,-6 0 1 15,-1-2 0-15,-5-2-1 0,0 1 1 0,-8-4-3 16,-6 3-17-16,-1 1-14 0,-4-1-14 0,-7-1 8 16,-3 2 5-16,-7 3-4 0,-10-5 3 0,-4 6-3 0,-5 4 5 15,-2-1-2-15,-3 7 9 0,-3-1-1 0,-11 4 2 16,10 0 3-16,-10 5 4 0,0 2-4 0,-1 4 6 0,2 3 5 15,12-2-2-15,-10 2-1 0,2 3 2 0,9-1 2 16,4 0 1-16,2 3-2 0,2-1 5 0,2 0-2 16,4-3-4-16,9-2 3 0,0-2 1 0,5-2 1 15,1-2 2-15,-1 1-2 0,4-1-2 0,0-4 11 0,1 2 0 0,0-3 1 16,3 2 15-16,-1-1 7 0,2-3 8 16,-3 4 4-16,3-4-4 0,0 0-3 0,14 0-1 15,0-2-4-15,8 0-1 0,9-3-2 0,4 2-4 0,2-1-6 16,18-3 1-16,-1 1-1 0,7-1 1 0,3 1-3 15,27-2 8-15,-23 3 4 0,21-6 2 0,-24 7-5 16,0 3-1 0,26-4 0-16,-36 2-5 0,-5-1-1 0,-10 2-4 15,-5 1 1-15,-3-1-2 0,-1 2-1 0,-11-3-1 0,-7 3 0 16,0 0-2-16,-3-2-5 0,-2 0-5 16,-3 2-10-16,0-1-10 0,4 1-3 0,-9 0-21 15,0 0-17-15,0 0-37 0,0 0-33 0,-23 5-73 16,5-1-123-16,0-2-354 0,-1 0 157 0</inkml:trace>
  <inkml:trace contextRef="#ctx0" brushRef="#br0" timeOffset="113468.62">17466 11398 19 0,'0'-5'316'0,"0"-3"-21"0,0 4-12 0,2-1-8 15,-1-2-11-15,1 5-13 0,-1-4-17 0,1 0-12 0,-1 1-22 0,-1 2-20 16,1 0-19-16,-1 3-16 0,2-5-21 0,-2 5-15 16,2-4-17-16,-2 4-34 0,0 0-14 0,0 0-10 15,0 0-1-15,9 12-8 0,-5-4 0 16,1 4-5-16,1 4-3 0,3 8-5 0,-1-6 2 0,1 8 3 16,1 3-3-16,-1-2-5 0,0-1-1 0,0-1 4 15,4-1-2 1,-8-5-1-16,8 3 3 0,-4-4-5 0,0-1-3 15,0-3 2-15,-3-2 3 0,-1 0 0 0,2-3-1 0,-2 0 1 16,3-1 2-16,-4-3 4 0,1-1-5 0,1 1 15 16,-1-4 18-16,2-1 14 0,0 0 20 15,2-3 6-15,1-5 4 0,3 1-2 0,-2-7 2 16,4 1-12-16,2-8-5 0,0-3-10 0,-2-1-5 0,4-1-2 16,-2-3-8-16,3-3-3 0,-3 1-3 0,-3 0-9 0,-1 2 0 15,-2 2-2-15,0-1-6 0,-1 1-5 0,-4 1-1 16,-1 8 4-16,-3 1 22 0,1 2 13 0,0 4 0 0,-3 0-7 15,0 2-8-15,0 0-3 0,-3 2-3 0,3-1-11 16,-1 3 1-16,-1-2-12 0,0 5-10 16,-3-1-21-16,-1 1-20 0,6 2-8 0,-18 5-6 0,6-3 0 15,0 5-4-15,-4 1-7 0,4 0-14 0,0 1 4 0,3 0 1 16,-1-1 2-16,2 1-9 0,2 0 1 0,1-1-3 16,2-1-3-16,-2 3 0 0,5-2 8 0,0-1 5 15,8 3 5-15,-3 0-15 0,6-3-31 0,6 1-53 16,1-2-61-16,11 3-89 0,1-6-183 0,0-3-540 15,1 0 240-15</inkml:trace>
  <inkml:trace contextRef="#ctx0" brushRef="#br0" timeOffset="113737.73">18573 11446 185 0,'0'0'306'15,"-7"0"-26"1,7 0-26-16,0 0-26 0,0 0-26 0,0 0-19 15,0 0-28-15,13-10-25 0,-8 9-35 0,7-2-34 16,1 1-37-16,-1 1-59 0,9-3-23 0,-2 1-39 16,-1 3-223-16,0-3-344 0,-5 3 152 0</inkml:trace>
  <inkml:trace contextRef="#ctx0" brushRef="#br0" timeOffset="113876">18602 11615 33 0,'0'0'229'0,"14"3"-9"0,0-3-27 0,18-3-20 16,0 1-16-16,4-3-35 0,2 2-71 15,16-5-94-15,-3 0-147 16,-14 3-204-16,0-6 90 0</inkml:trace>
  <inkml:trace contextRef="#ctx0" brushRef="#br0" timeOffset="114469.06">19789 11209 137 0,'0'-9'299'0,"0"3"-23"0,0-2-16 15,-1 2-13-15,1 0-9 0,0 1-15 0,0 0-13 16,1 1-16-16,-1 0-26 0,0 4-17 0,0-5-20 16,0 5-17-16,0-5-25 0,0 5-31 0,0 0-23 0,0 0-8 0,0 0-4 15,2 17-1-15,-2-1-5 0,1 2 7 0,-2 11-12 16,-1 0 0-16,1 1-3 0,0 3 0 0,-2-4-2 15,3 7 0-15,0-1 1 0,0 0-4 0,0-3 2 16,0 0 0-16,4-2 1 0,-1-1-1 0,0-2 8 16,-1-8-9-16,2 0-3 0,-2-2 1 0,1-5 5 15,-2-1-4 1,3-2 1-16,-3 2 2 0,0-7-2 0,0 3 3 16,-1-2-3-16,0-3 0 0,2 4 2 0,-2-6 5 0,0 4 0 15,0-4 1-15,0 0 2 0,0 0 2 16,-2 5-1-16,2-5 1 0,0 0-25 0,0 0-50 15,-8-20-56-15,4 2-48 0,0-8-56 0,-4-1-225 16,2-5-480-16,3-3 213 0</inkml:trace>
  <inkml:trace contextRef="#ctx0" brushRef="#br0" timeOffset="114771.67">19738 10950 209 0,'-5'-12'230'0,"4"0"-7"0,-3 0-7 15,1 3-8-15,-1 1-13 0,3 4-17 0,0-4-16 16,1 3-19-16,-4 4-17 0,4 1-17 0,0-5-17 15,0 5-10-15,5-3-6 0,-5 3-9 0,13 7-7 0,2-5-10 16,5 8-4-16,6-1-6 0,4 6 0 0,3-1-5 16,0 1-4-16,3 3-5 0,-4 2-3 0,1 0-2 15,-5 6-3-15,-2-3-10 0,-2 0-3 0,-4 1-7 16,-5-2-1-16,-1 2-7 0,-8-7 6 0,-5 2-5 0,-1-1-1 16,-7-1 0-16,-7 4 2 0,-2-1 2 15,-8-3 1-15,-4-3-4 16,-4 1 6-16,0-1 0 0,-3-3-1 0,0 0 10 15,-2-1 3-15,4-3-4 0,2 3-2 0,1-5 4 16,4 2 0-16,6 0-1 0,3-5-2 0,6 2-2 16,-1-1-6-16,5-2-35 0,1 2-21 0,3-1 9 15,-1 3-6-15,6 0-24 0,3-1-47 0,6 1-85 16,11-3-129-16,6 1-370 0,5-3 164 0</inkml:trace>
  <inkml:trace contextRef="#ctx0" brushRef="#br0" timeOffset="115271.64">20252 11538 5 0,'2'-4'310'0,"-2"4"-26"0,3-4-16 0,-3 4-30 16,0 0-27-16,0 0-23 0,3-1-23 0,-3 1-18 16,0 0-20-16,0 0-15 0,0 0-13 0,0 0-15 15,6 9-6-15,-5-1-10 0,2 1-7 0,-3 3-6 16,2 0-4-16,-2 3-7 0,2 0-3 0,-2 2-3 15,1 0-4-15,-1 0-3 0,0 2-4 0,0-2-2 0,-1-5 0 0,1-1-5 32,0 0-1-32,0-2-3 0,-2-2 3 0,2-2-4 15,2 0 4-15,-1 0 0 0,-1-1 21 0,0 0 42 0,0-4 43 0,0 0 37 0,0 5 21 0,0-5 12 16,0 0-16-16,0 0-17 0,6-9-18 0,-3 2-17 16,1 0-7-16,3-4-15 0,0 2-21 0,0-3 0 31,4 1-12-31,-3 3-4 0,0-2-9 0,-3 4-10 0,0 1 2 15,-1 1-16-15,3-1-5 0,-5 2-10 0,2 0-19 0,0 1-24 16,-4 2-11-16,9 0-14 0,-9 0-20 0,11 5-11 16,-3 0-9-16,0 2-18 0,1-1-20 0,-2 5-24 15,2-2-37-15,3 3-43 0,-3-3-30 0,0 1-57 16,-2-3-251-16,0-2-614 0,-1 0 271 0</inkml:trace>
  <inkml:trace contextRef="#ctx0" brushRef="#br0" timeOffset="115779.25">20860 11193 158 0,'8'-1'187'16,"-2"-1"-19"-16,3 2-15 0,1 2-20 0,2 2-15 0,-1-3 3 15,1 6-17-15,1 1-16 0,3 2-5 0,-2-1-5 16,-3 3-11-16,1 2-9 0,-3-2-4 16,0 3-8-16,-4-1-4 0,0 2-8 0,-1-1 0 15,-3 3-3-15,-2-3-5 0,-3-1-1 0,-2 3 2 0,1-3-7 16,-3 1 3-16,0-5-4 0,-2 2 7 0,1-1-5 15,2-2 7 1,-3-4 1-16,2 2-2 0,1 0 6 0,1-4 15 16,2 2 18-16,-2-3 23 0,3 2 27 0,1-1 26 0,2-3 8 15,0 0 9-15,-7-8-20 0,7 3-18 0,2-2-8 16,0-2-10-16,2-4-11 0,5-1-8 16,0-1-14-16,0-1-11 0,2 0-3 0,2 3-2 15,-3-4-3-15,4 5-13 0,-6 4-3 0,1 0 2 0,1-1-9 16,-5 4 0-16,2 1-11 0,-2 1-6 0,0-2 16 0,1 4-23 15,1 0-4-15,-1 2 0 0,2 1-6 16,-2 2-11-16,3 1 1 0,0 2-8 0,-1 2 0 16,1-1-5-16,-2 4 1 0,1 1-13 0,1 0-13 15,0 2-14-15,0-1-25 0,-3-2-32 0,-2 4-27 16,2-1-34-16,-4-4-37 0,0 0-68 0,-2-4-147 16,1-1-473-16,-1-1 211 0</inkml:trace>
  <inkml:trace contextRef="#ctx0" brushRef="#br0" timeOffset="116014.45">21287 11155 34 0,'4'-4'205'0,"2"0"-20"0,0 3-17 15,0 1-15-15,1 2-7 0,5 3-15 16,-2 3-10-16,3 3-10 0,2 2-9 0,3 6-11 15,-3-1-7-15,-2 6-5 0,1-1-9 0,-5 2-11 16,0 0-3-16,-3 2-3 0,-2-2-7 0,-4 1-3 0,-5 2-13 16,-4-2-16-16,-1 3-4 0,-3-4-13 0,-5 1-8 0,-5-5-26 15,-3-1-46-15,-1-2-51 0,0-3-154 0,-9-2-311 16,5-5 139-16</inkml:trace>
  <inkml:trace contextRef="#ctx0" brushRef="#br0" timeOffset="116480.99">20869 10946 164 0,'-2'-3'205'0,"2"3"-23"0,-4-4-18 16,4 4-17-16,-9-1-16 0,9 1-15 0,-12 2-15 16,-2 5-2-16,1 3-17 0,-10 7-11 0,-1 3-7 0,-1 7-6 0,-1-1-9 31,-5 15-4-31,-1-2-5 0,3 3 4 0,6 3-11 15,5-13-4-15,-1 11 3 0,7-13-7 0,7 2 2 0,3 1-3 0,4 2-1 0,2-3-3 0,5-3 33 32,9 2 13-32,2-6 16 0,5 1 9 0,4-3 9 15,4-4 6-15,15 1-4 0,-13-7 3 0,1 0-4 0,1-4-9 16,-2-1-3-16,-5-4-6 0,-9-2-6 0,-1 4 11 16,-6-6 13-16,-1 2 7 0,-4-2 11 0,1 2-3 0,-5-1 10 15,0-1-7-15,2 0-3 0,-7 0-3 0,6 0-10 16,-6 0-8-16,0 0-19 0,9 0 0 0,-9 0-12 0,0 0-31 15,8-1-35-15,-8 1-49 0,0 0-48 0,0 0-55 0,0 0-81 16,0 0-97-16,0 0-285 0,0 0-669 16,0 0 295-16</inkml:trace>
  <inkml:trace contextRef="#ctx0" brushRef="#br0" timeOffset="118621.65">30950 8465 115 0,'0'0'125'0,"0"0"-8"0,-3-2 8 16,3 2 4-16,0 0-3 0,0 0-2 0,0 0 1 0,0 0-3 15,0 0-3-15,0 0-1 0,0 0 0 0,0 0-3 16,0 0 7-16,0 0-8 0,0 0-2 0,0 0-4 16,0 0-8-16,0 0-4 0,0 0-6 0,0 0-14 15,0 0-7-15,0 0-6 0,0 0-7 0,9-4-10 16,-4 4-9-16,4-6-17 0,5 4-13 0,-1 0-17 15,6 1-20 1,-1-4-27-16,3 3-30 0,-2-3-29 0,-1 5-26 0,1-3-63 16,-5 1-137-16,0 1-369 0,-3 1 163 15</inkml:trace>
  <inkml:trace contextRef="#ctx0" brushRef="#br0" timeOffset="118783.8">30961 8603 244 0,'-4'3'252'0,"4"-3"-7"0,0 0-13 0,0 0-12 16,-3 3-17-16,3-3-19 0,0 0-22 0,25-6-15 15,-6 2-21-15,13 1-32 0,3-1-35 0,3 1-57 16,13 0-64-16,0-4-72 0,-15 2-195 0,0 0-357 16,0 0 157-16</inkml:trace>
  <inkml:trace contextRef="#ctx0" brushRef="#br0" timeOffset="119231.62">31939 8224 64 0,'0'0'231'15,"0"0"-25"-15,0 0-21 0,-3-5-16 0,3 5-19 16,0 0-21-16,0 0-13 0,0 0-14 0,-9 1-13 16,9-1-9-16,-11 6-9 0,3 0-6 0,-2 2-2 15,-8 3-15-15,-5 3-3 0,9 0-3 0,-8 4-7 16,4 3-2-16,2-2-2 0,0 5-4 0,2-2-1 15,4-5-1-15,2 1 2 0,1 0 0 0,2-1-2 16,2 0 6-16,2 3-5 0,2-2 5 0,1-1 14 0,3-2-3 0,2 0 18 16,3-3 14-16,5-2 7 0,4-1 11 0,9 2 5 15,-1-5 3-15,5-1-2 0,2-4 1 16,-3-1 16-16,-2-3 25 0,-1-2 11 0,0-4 16 16,-8 3 15-16,-3-3-2 0,1-1-3 0,-4 0-4 0,-2-4-1 15,-2 0-6-15,0-8-14 0,-6-5-24 0,0 3-30 16,-4-5-27-16,-5 3-22 0,-4-1-33 0,-9 0-61 0,-3 3-68 15,-10 2-65-15,-19 0-59 0,-4 6-90 0,-7 4-377 16,1 6-763-16,2-2 337 0</inkml:trace>
  <inkml:trace contextRef="#ctx0" brushRef="#br0" timeOffset="121034.83">10749 13254 45 0,'0'0'191'0,"2"-3"-16"0,-2 3-10 0,2-5-13 16,-2 5-5-16,0 0-14 0,0-4-3 0,0 4-10 15,0-5-5-15,0 5-7 0,1-5-4 0,-1 5-3 0,0-4-2 16,0 4-6-16,0-3 4 0,0 3-9 0,0 0 0 15,0 0-7-15,1-5-2 0,-1 5-12 0,0 0-7 16,0 0-5-16,0 0-6 0,0-4-9 0,0 4-3 16,0 0-10-16,0 0-14 0,0 0-18 0,0 0-19 0,0 0-27 15,0 0 0-15,0 0 2 0,-1 12 5 0,2-1 9 16,-1 0-4-16,0 5-2 0,1 10 14 0,-1-2 3 0,2 3 1 16,-1-2 1-16,0 1 2 0,2-2 9 0,-1 5-6 15,-2-11 3-15,1 0-1 0,-1 2 4 0,2-2 3 16,0-2-3-16,0-3 1 0,0-1 3 0,-2-2 9 15,0 1-4-15,1 0 0 0,2-4 1 0,-3-1-2 16,0-1 3-16,0-1 1 0,1-1-1 0,1 2 2 16,-2-5 4-16,0 5 0 15,0-5 2-15,0 3 1 0,0-3 2 0,0 0-5 16,2 4 4-16,-2-4 2 0,0 0-6 0,0 0-59 16,0 0-86-16,0 0-192 0,-9-10-356 0,4 2 158 15</inkml:trace>
  <inkml:trace contextRef="#ctx0" brushRef="#br0" timeOffset="121219.42">10586 13176 97 0,'-1'-12'238'0,"1"2"-16"0,-4 0-15 16,4 4-20-16,0-4-25 0,1 3-15 0,3-3-14 15,4 4-14-15,-3-2-13 0,8 2-21 0,-3 2-21 16,9-3-27-1,-1 5-31-15,0 3-26 0,3 2-29 0,-1 2-28 0,-1 2-25 16,-2 5-30-16,-2 0-107 0,-1 3-258 0,-3 2 114 16</inkml:trace>
  <inkml:trace contextRef="#ctx0" brushRef="#br0" timeOffset="121366.75">10710 13687 130 0,'0'0'176'0,"0"0"-15"0,13 0-12 0,0 0-17 16,2-4-14-16,8 3-13 0,-3-4-13 0,11 0-53 16,5-4-47-16,1 1-75 0,-2-1-86 0,-1-1-183 15,-2 0 82-15</inkml:trace>
  <inkml:trace contextRef="#ctx0" brushRef="#br0" timeOffset="122086.32">11426 13075 53 0,'0'-13'231'0,"0"4"-17"16,-3-1-1-16,2 3-7 0,1 2-19 0,0 0-17 0,-2-1-16 16,0 2-23-16,2 4-13 0,0-5-20 0,0 5-32 15,0 0-11-15,0 0-10 0,0 0-4 0,-2 18-2 16,0 7-8-16,0 4-3 0,-1 6 1 0,-2 12-4 0,1 4-8 16,-1 1 2-16,4 2-6 0,1-1 0 0,-3-1-2 15,5-3 3-15,0-15 2 0,3 2-3 0,-1-2-3 16,1 0-2-16,0-2-3 0,1-3 1 0,0-3 6 15,0-6-6-15,-5-3 0 0,2-5-1 0,-3 0-2 16,1-3 3-16,-1-1 14 0,2-2 7 0,-2 0 12 0,0-1 4 16,-2 1 1-1,-2-3-3-15,-2 0-2 0,1-3 2 0,-7 0-11 16,2 0 0-16,-6-1-1 0,3-3-7 0,0 2 2 0,0-3-2 16,-2 2 1-16,1-4-6 0,0 0-6 0,5 4-9 15,-4-6-26-15,3 4-23 0,2-5-37 0,2 4-40 16,-1-6-48-16,4 3-223 0,-1-3-429 0,4 0 190 15</inkml:trace>
  <inkml:trace contextRef="#ctx0" brushRef="#br0" timeOffset="122391.08">11207 13508 106 0,'0'0'234'0,"-7"0"-14"0,7 0-14 16,-7 0-10-16,7 0-28 0,0 0-12 0,0 0-20 0,0 0-15 16,0 0-15-16,0 0-6 0,0 0-5 0,27-1-14 15,-5-1-10-15,11-2-8 0,7 2-5 0,15-6-3 0,-2 5-6 16,5-6-9-16,1 2-2 0,-4-1-2 0,-2 1-3 15,-3 0-6-15,-18 4-2 0,0 1-5 0,-5 0-10 0,-7 1-10 16,-8-1-17-16,2-1-19 0,-5 3-14 16,-2 0-11-16,2 0 0 0,-9 0-4 0,5 2 2 0,-5-2-12 15,0 0-16-15,0 0-19 0,-15 6-38 16,6-4-132-16,0 1-301 16,0-2 134-16</inkml:trace>
  <inkml:trace contextRef="#ctx0" brushRef="#br0">12564 13326 92 0,'3'-4'234'16,"-3"4"-5"-16,0-7-7 0,1 4-6 0,-1 3-16 16,0-5-17-16,0 5-21 0,0 0-17 0,3-3-17 15,-3 3-17-15,0 0-12 0,0 0-13 0,0 0-11 16,0 0-7-16,5 13-9 15,-5-2-7-15,4 0-4 0,-3 5-6 0,3 1-9 16,-3 2 2-16,2 2-1 0,-2-3-5 0,0 7-3 16,2-6 1-16,-2-2-6 0,2 0-3 15,-1-4-1-15,1-1 0 0,-2-1-1 0,-1-1-1 0,0-2 0 16,0-4 1-16,0 1-5 0,3 0 8 0,-6-1 5 16,3-4 40-16,3 3 38 0,-3-3 22 0,0 0-2 15,0 0-13-15,0 0-10 0,10-12-13 0,-9 3-5 0,7-2-15 16,-1-3-1-16,1-1-8 0,2-2-9 0,1 0-5 0,4-7-3 15,-2 3-1-15,-4 6-11 0,2-1 2 16,-5 5-4-16,2 2-5 0,-4 4-4 0,-1-3-6 16,2 4-3-16,1 0-7 0,-5 1-21 0,3 2-2 15,1 0-1-15,-5 1 1 0,9 6-3 0,-4-1-7 0,-1 2 1 16,1 1 3 0,-1 4 2-16,1-2-5 0,-2 4 3 0,-2 1 14 15,3-2-22-15,-3 3-3 0,-1-5-1 0,5 0 3 16,-5 0 2-16,0-6 4 0,3 1 7 0,-2-1 0 0,-1-1 7 15,3 0 10-15,-3 0 26 0,0-4 13 16,0 0-3-16,0 0-2 0,11-6 1 0,-4-1 3 16</inkml:trace>
  <inkml:trace contextRef="#ctx0" brushRef="#br0" timeOffset="123440.05">13638 13380 26 0,'0'0'177'0,"-8"0"0"0,8 0-11 0,-8 0-4 0,8 0-16 16,0 0-13-16,0 0 0 0,0 0-9 0,0 0-14 15,0 0 2-15,-6-1-7 0,6 1-2 0,0 0-3 0,0 0 1 16,0 0-5-16,0 0-6 0,0 0-5 0,0 0-6 15,0 0-10-15,0 0-8 0,0 0-5 0,13-4-6 0,-4 1-2 16,2 2-7-16,5-2-3 0,3 0-7 16,4 0 5-16,5 1-14 0,5-1 2 0,4-1-3 15,-1 0-2-15,-3 1-4 0,2 0 0 0,-2-2-2 16,-4 1 1-16,-1 2-6 16,-6-1-1-16,-6 3-10 0,-3-3-19 0,-1 3-23 15,-2 0-26-15,-1 0-30 0,-5 0-24 0,-4 0-26 16,0 0-48-16,0 0-151 0,0 0-378 0,-13 6 167 15</inkml:trace>
  <inkml:trace contextRef="#ctx0" brushRef="#br0" timeOffset="123736.53">13617 13554 175 0,'0'0'201'0,"0"0"-6"16,0 0-4-16,-6 1-16 0,6-1-16 0,0 0-18 31,0 0-12-31,0 0-12 0,20-4-14 0,-8 4-9 0,10-5-10 0,-2 1-12 0,7-1-4 0,2 0-10 16,2-2-4-16,0 0-4 0,4 0-5 0,4-1-6 15,-1 1-5-15,2 0 3 0,10-3-3 0,-11 4 4 31,-3 0-7-31,-3 1-1 0,-4 0-5 0,-7-1-3 0,-5 5-6 0,-1-4-20 0,-4 3-11 0,-3 1-24 32,-2 1-29-32,-1-3-59 0,-4 1-41 0,-2 2-165 0,0 0-361 15,-12-4 160-15</inkml:trace>
  <inkml:trace contextRef="#ctx0" brushRef="#br0" timeOffset="124011.09">13844 13228 34 0,'0'-10'289'0,"0"4"-1"16,0-1-10-16,2 1-7 16,-2 0-22-16,0 2-16 0,0-1-26 0,0 5-24 15,0-5-12-15,0 5-28 0,1-3-17 0,-1 3-27 16,0 0-25-16,0 0-12 0,0 0 0 0,4 17-16 15,-4-2 0-15,3 4-9 0,-3 8-4 0,1 2 6 16,-2 0-7-16,-2 5-5 0,2-1-3 0,1 0 0 16,0-2-7-16,1 2-15 0,-1-4-20 0,3-2-37 15,-3-1-26-15,0-5-36 0,1 0-41 0,0-4-41 0,-1 0-213 0,4-7-445 16,1 1 196-16</inkml:trace>
  <inkml:trace contextRef="#ctx0" brushRef="#br0" timeOffset="125413.36">12879 13573 75 0,'0'0'147'0,"0"0"-17"0,0 0 2 0,0 0-10 16,0 0-5-16,0 0-13 0,0 0-11 16,0 0-4-16,0 0-6 0,0 0 1 0,0 0-2 15,0 0-4-15,0 0-6 0,0 0-8 0,0 0 19 16,0 0-6-16,0 0-9 0,0 0 4 0,0 0 1 0,0 0 2 15,0 0 1-15,0 0 7 0,0 0 4 0,0 0 5 16,0 0 8 0,0 0 11-16,0 0 18 0,0 0 7 0,0 0 13 15,0 0-19-15,2-7-5 0,0 0-11 0,0 2-12 16,4-4-11-16,0 1-8 0,-1-4-14 0,4-3-6 0,1 1-1 16,-2 0-11-16,-2 4 1 0,3-3-15 15,-2 1 6-15,1 2-9 0,0 3-3 0,1-5-10 0,-2 7-3 16,1-2-7-16,1 2 1 0,-1 3-1 15,1-2-5-15,-3 4-4 0,2-1-12 0,3 4-5 0,0 1-2 0,-1 1 0 16,5 5-2-16,1 2-3 0,-1 0 4 0,-2 0 7 16,-1 3-8-16,1-3 2 0,-3 3-3 0,3-1 6 15,-4 1-1-15,0-1 0 0,-3-4 3 0,-1-1 6 16,2 1-6-16,-3 0 0 0,-2-6 4 0,2 1-1 16,-1 2 2-16,-1-4 0 0,-2 2 2 0,4-5 0 15,-4 0 7-15,1 6-4 16,-1-6 5-16,3 3 1 0,-3-3 2 0,1 3-2 15,-1-3-4-15,0 0 3 0,0 0 3 0,3 2 4 16,-3-2 9-16,0 0-2 0,0 0-2 0,0 0 4 16,0 0-2-16,0 0 16 0,2 3-15 0,-2-3-1 15,0 0 0-15,0 0-2 0,0 0 4 0,0 0-9 0,0 0 2 16,0 0-3-16,0 0-22 0,0 0-25 0,0 0-103 16,0 0-92-16,12-6-77 0,-6 1-237 0,-1 0-591 0,3-1 262 15</inkml:trace>
  <inkml:trace contextRef="#ctx0" brushRef="#br0" timeOffset="126299.55">14821 13239 186 0,'1'-7'250'0,"1"2"-6"0,-1-1-7 0,0 2-8 0,1 0-13 0,-2 4-19 32,2-5-22-32,-1 2-19 0,-1 3-11 0,1-4-27 0,-1 4-16 15,0 0-9-15,0 0-14 0,0 0-7 0,6 17-8 16,-5-7-8-16,0 1-7 0,0 8-9 0,1-1-3 15,-2 3-1-15,0 3-5 0,0-4-2 0,1-1-6 16,-1 0-1-16,0 2 4 0,1-3-10 0,1-2 1 16,-1 0 0-16,0-4-2 0,-1 0 0 0,2-3 3 0,-1-1 0 15,0-1-4-15,-1-2 3 0,1-1 8 0,-1-1 43 16,3-1 40-16,-3-2 19 0,0 0-9 0,0 0-9 16,18-9-7-16,-9 0 2 0,5-3-15 0,1-3-9 15,4-2-1-15,0-7-3 0,1-1-22 0,3 2 1 16,1-1-3-16,-2-1-12 0,-3 5 4 0,-4 6-6 15,-3 2-8-15,-3 4 6 0,-3-1-7 0,0 4-4 0,-1 2-22 0,1-1-25 16,-3 4 5-16,5 0-6 0,-3 4-11 0,4 1-10 16,-3 4 4-16,2 4 5 0,2 4 4 0,2 7-2 15,-6-1-1-15,3 3-6 0,-1-1-16 0,-3 2-31 16,-1 1-40-16,0-1-44 0,-4 1-55 0,0-4-50 16,0 1-267-16,-4-4-588 0,1-4 262 0</inkml:trace>
  <inkml:trace contextRef="#ctx0" brushRef="#br0" timeOffset="127466.9">12093 15158 244 0,'0'0'275'15,"0"-5"-11"-15,0 5-18 0,0 0-17 0,0-6-20 16,3 3-20-16,0 0-20 0,2-1-18 0,3 0-16 16,1 0-14-16,6 1-11 0,5-3-13 0,0 1-11 0,9-1-26 0,2 2-29 15,-2 2-32-15,2-1-40 0,-3 3-33 0,-5 0-33 16,-2 2-37-16,-3-1-25 0,-7 1-26 0,-1 1-120 15,-2-2-340-15,-4 2 151 0</inkml:trace>
  <inkml:trace contextRef="#ctx0" brushRef="#br0" timeOffset="127618.59">12157 15378 6 0,'-4'1'191'0,"0"0"0"0,4-1-8 15,0 6-15-15,0-6-8 0,0 0-20 0,21 0-12 0,-10-3-14 16,9 0-14-16,2-1-43 0,0-1-45 0,0 0-59 16,3-2-59-16,-6 0-111 0,-1-1-233 0,0 1 103 0</inkml:trace>
  <inkml:trace contextRef="#ctx0" brushRef="#br0" timeOffset="128052.9">12351 14998 244 0,'-1'-2'265'0,"-2"-1"-26"0,3 3-22 0,-1-5-30 15,-2 3-19-15,3 2-22 0,0 0-19 0,0 0-9 16,0 0-15-16,0 0-9 0,9 11-14 0,-1-3-5 16,1-1-5-16,6 4-11 0,-2 2-5 0,4-3-5 15,-1 1-7-15,2-2-13 0,0 3-8 0,0-3-5 16,2-1-8-16,-3 0-1 0,-2-2-4 0,-2 0-6 0,0-2 3 15,-3-1 0-15,3 0 0 0,-4-2-3 0,-3 2 4 0,1-3 7 16,-2 0 12-16,1 1 17 0,-6-1 9 0,8 0 4 16,-8 0-3-16,0 0-8 0,9-1-1 15,-9 1-11-15,0 0-16 0,4 1-14 0,-4-1-2 0,-2 7-6 16,-2 1 2-16,-3 2 2 0,-2 10-3 0,-9 4 1 16,0 6-3-16,-4 10 3 0,-2 6 4 0,-2 1-3 0,5-1 0 15,1 1 1-15,-1-2-2 0,3-2-14 0,8-9 3 16,-2-2 4-16,2 1-1 0,1-6 4 0,5 2-4 15,-1-10 4-15,1 0 2 0,2-4 3 0,-2-4 16 16,4-1 5-16,-1-4 12 0,1-2 16 0,0 2 18 16,0-1 20-16,-3-1 25 0,3-4 20 0,0 5 7 15,0-5 4-15,3 4-13 16,-3-4 0-16,0 0-26 0,0 0-3 0,0 0-25 16,0 0-38-16,0 0-48 0,0 0-61 0,6-12-58 0,-6 12-88 15,5-6-78-15,-2 1-194 0,1 0-537 16,-2 2 238-16</inkml:trace>
  <inkml:trace contextRef="#ctx0" brushRef="#br0" timeOffset="129066.4">14378 14821 34 0,'-2'-17'225'0,"0"-1"-6"15,-3 1-13-15,2 2-12 0,-1 2-11 0,0 2-9 16,1 0-15-16,-3 0-9 0,5 6-9 0,-1-2-15 0,-2 2-12 0,3 0-12 15,-2 1-13-15,1 1-25 0,2 3-29 16,0 0-4-16,-7 7-2 0,6 7-5 0,-4 9-4 16,-3 8-3-16,-1 18-2 0,0 5-6 0,1 5 4 0,-3 23 3 15,6-26-9-15,-3 25 1 0,6-22-3 0,-1 26-1 16,3-2 3-16,-3-23 0 0,6 0-4 0,-2 23 4 16,-2-28-17-16,4-1-4 0,-3-2 2 0,2-5 3 0,-2-1 3 15,-2-15-3-15,2 2 2 0,-3-3 0 0,-1-3 0 16,2-7 4-16,-3-3-3 0,0-1 5 0,1-6-2 15,1 2 32-15,-5-2 9 0,3-3 12 0,-4-1 12 16,-1 0 1-16,0-2 10 0,-8-3-2 0,0 0 1 16,0-2-9-16,-2-2 1 0,3 1-12 0,-3-1-1 15,-1-1-10-15,7-1 0 16,-1 2-6-16,2 1-5 0,3 0-1 0,1 1-8 16,1 1-26-16,2-2-33 0,-1 1-40 0,7 1-40 15,-10 1-32-15,7 2-28 0,0 1-37 0,2 3-193 16,-1-2-442-16,4 2 196 0</inkml:trace>
  <inkml:trace contextRef="#ctx0" brushRef="#br0" timeOffset="129482.76">14039 16658 90 0,'0'0'177'0,"0"0"-17"0,-8 0-4 0,8 0-14 0,0 0-13 15,0 0-9-15,0 0-8 0,0 0-5 0,-7-2-5 16,7 2-9-16,0 0-9 0,0 0-9 0,0 0-1 16,0 0-8-16,29-1-6 0,-6-1-5 0,5-2-4 15,3-1-7-15,2-1-4 0,3 2-2 0,0-1-3 16,0-2-5-16,4 1-10 0,0 1 9 0,-7 0-4 0,0-1-3 16,-6 4-2-16,-6-1-3 0,-5 1 0 0,-2 0-4 0,-2 0-1 15,-6 2 0-15,3-1-1 0,-1-1-14 0,-3 2-16 16,-5 0-27-16,8 0-21 0,-8 0-1 15,0 0-16-15,0 0-20 0,0 0-51 0,-12 7-127 16,3-5-306-16,3 1 135 0</inkml:trace>
  <inkml:trace contextRef="#ctx0" brushRef="#br0" timeOffset="129704.77">14761 16470 59 0,'0'-5'369'0,"0"-2"11"16,0 1-9-16,0 2 1 0,0-3-29 0,0 7-33 0,3-5-28 15,-3 5-52-15,1-5-14 0,-1 5-20 0,0 0-26 16,0-3-43-16,0 3-16 0,0 0-33 0,5 17 16 0,-4-5-25 16,4 8-12-16,-1-3-22 0,4 9-42 0,0-2-36 15,0 2-49-15,1-1-48 0,-1-1-60 16,3 1-66-16,-5-7-255 0,0-2-563 0,-1-6 250 15</inkml:trace>
  <inkml:trace contextRef="#ctx0" brushRef="#br0" timeOffset="130438.13">14742 14351 22 0,'1'-4'211'0,"-1"-1"3"16,1 0 3-16,2 1-4 0,-2-1 1 0,-1 1-12 16,0-2-6-16,0 6-17 0,3-4-21 0,-3 4-13 15,0-3-19-15,0 3-15 0,1-4-17 0,-1 4-20 16,0 0-14-16,3 11-2 0,-6-1-5 0,3 3-8 16,-1 5-4-16,-2 9-5 15,-1 2-16-15,3 2-3 0,1 3-18 0,0 15-26 16,1-14-33-16,2 12-49 0,-2-15-52 0,3 1-231 15,0 2-423-15,-3-7 187 0</inkml:trace>
  <inkml:trace contextRef="#ctx0" brushRef="#br0" timeOffset="131344.34">15336 14875 84 0,'0'0'160'0,"-4"-2"-14"15,4 2-7-15,0 0-7 16,-5-1-14-16,5 1-6 0,0 0-7 0,0 0-3 16,0 0-19-16,-4-2-7 0,4 2-10 0,0 0-1 15,0 0-4-15,23-2-7 0,-6-3-6 0,6 4-1 16,9-3 3-16,5 0-12 0,15-3-4 0,1 1-4 16,-1-1-3-16,2-1-3 0,-5 3-3 0,-11 0 1 15,-4 1-8-15,-3 0-8 0,-11 1-6 0,-1 1-9 16,-3 0-24-16,-6 2-31 0,1 0-8 0,-6 0-6 0,-2 3-12 15,-3-3-22 1,0 0-123-16,-19 11-254 0,4-5 113 0</inkml:trace>
  <inkml:trace contextRef="#ctx0" brushRef="#br0" timeOffset="131710.01">15512 14912 32 0,'0'0'212'15,"0"-5"-6"-15,0 5-9 0,2-5-12 0,-2 5-18 16,0 0-15-16,0 0-21 0,2-4-17 0,-2 4-12 16,0 0-11-16,0 0-14 0,0 0-6 0,3 14-11 15,-2-5-1-15,2 8 1 0,-1 3-19 0,4 6-2 16,-3 4-1-16,0 5-1 0,-1-1-5 0,-2 12-1 0,0 2-3 0,0 4-4 16,0-2 0-16,0 2-2 0,-4-3 7 0,0 3-7 15,1-16-4-15,0-2-24 0,1 1 8 0,-1-2-2 16,1-3 0-16,-4-1 2 0,2-4-4 0,1-6 2 15,-3-2 2-15,2-2 4 0,-2-4 6 0,1-1 8 16,0 1 13-16,-1-3 17 0,1-3 5 0,-6 0-2 16,2-2 5-16,-1-3 8 15,-2 0 3-15,-1-2 5 0,-4-1 3 0,4-5-3 16,-6 0 4-16,5 0 0 0,-2-1-6 0,3-2 3 0,1 2-10 0,3 1-3 16,2-1-9-16,-1 3-2 0,2-5-6 0,2 7-5 15,0 0-6-15,0-2-14 0,0 1-36 0,0 2-28 16,2 1-41-16,-3 0-54 0,5 2-39 0,0 0-35 15,0 0-36-15,0 0-201 0,0 0-486 16,0 0 215-16</inkml:trace>
  <inkml:trace contextRef="#ctx0" brushRef="#br0" timeOffset="132258.6">15929 15601 163 0,'0'-5'239'15,"0"5"-12"-15,1-5-21 0,-1 2-19 0,0 3-23 16,0 0-16-16,1-5-18 0,-1 5-16 0,0 0-9 0,0 0-15 16,0 0-6-16,0 0-13 0,9 12-5 15,-6-4-7-15,-2 1-6 0,3 2 0 0,-1-1-12 16,2 6-3-16,-3 0-3 0,1 0-8 0,-3 3 1 0,1-7-3 0,0 5-2 16,3-5-3-16,-2 0 0 0,-2-3-4 0,0 1-2 15,0-5 0-15,0 2 2 0,2 0-5 0,-2-4 2 16,0 2 8-16,0-5 34 0,1 5 24 0,-1-5-2 15,0 0-8 1,0 0-8-16,13-11-5 0,-7 1-2 0,0 2-11 16,0-3 2-16,3-2-5 0,-3 3-8 0,3-5-1 15,-2 5-6-15,-1-1-4 0,-1 4 4 0,0-3-7 16,-1 3-1-16,3 5-1 0,-5-3-1 0,1 0-4 0,-2 2-6 16,2-1-2-16,-3 4-5 0,2-2 3 0,-2 2-10 15,0 0-1-15,5-1-4 0,-5 1 3 0,0 0 1 16,0 0 4-16,5 6-1 0,-3-5 0 15,-2 4 9-15,1 0-8 0,-1-5-2 0,1 3 5 0,-1-3-2 0,0 4-4 16,0 0-2-16,0-4-3 0,3 5-10 0,-3-5-9 16,2 3-11-16,-2-3-17 0,0 0-14 0,0 5-29 15,0-5-31-15,0 0-31 0,2 2-45 0,-2-2-179 16,0 0-422-16,0 0 187 0</inkml:trace>
  <inkml:trace contextRef="#ctx0" brushRef="#br0" timeOffset="132796.75">15886 14754 68 0,'0'0'168'0,"-3"-4"-19"16,3 4-21-1,0 0-12-15,0 0-9 0,-6 12-18 0,-2 5-7 16,-7 8-7-16,-6 18-8 0,-6 6-10 0,-10 26 17 16,-6 4-1-16,-1 3 0 0,-7-3-5 0,4 6-4 0,-2-2 1 15,2-4-6-15,5-4-1 0,14-20-15 0,2-5-8 16,3-2-4-16,9-2 0 0,0-15-10 15,3-1 3-15,-1-3 2 0,2-2 1 0,4-5-4 16,-1-4 2-16,2-4-3 0,1-2 0 0,3-4-2 0,-3 1-1 0,3-1 21 16,0-3 15-16,-1 0 12 0,0 1 2 0,0-2 8 15,2-2-7-15,0 0-6 16,0 0-16-16,0 0-39 0,0 0-33 0,0 0-42 16,-11-11-45-16,8 1-38 0,-1 0-62 15,-2-7-114-15,4 1-352 0,0-4 157 0</inkml:trace>
  <inkml:trace contextRef="#ctx0" brushRef="#br0" timeOffset="133114.01">15235 15027 3 0,'-1'-12'265'0,"-1"5"-15"0,2-1-27 0,-1 2-26 15,2 0-23-15,-1 3-20 0,4 2-16 0,-4 1-11 0,17 9-18 0,6 6-14 16,1 6-6-16,15 12-10 0,0 5-5 0,2 7-2 15,17 22-13-15,-19-20 1 0,17 30-1 0,-6-5-8 16,-13-21-2-16,-5 2-6 0,3-3-1 0,-1 0-6 16,2-3-4-16,-4-6-5 0,-3-3-4 0,-7-11 0 15,-3-1-2-15,-2-4-2 0,1-2-2 0,-7-5 2 16,1-1-5-16,-6-6 1 0,-1-2-2 0,-1-1 2 0,-1-2 2 0,3 1 22 16,-1 1 27-16,-5-2 17 0,0-3 13 0,5 4 1 15,-5-4 0-15,4 1-13 0,-4-1-10 0,0 0 2 16,0 0-36-16,0 0-33 0,0 0-40 0,1-13-36 31,-1 8-53-31,0-3-65 0,4-2-91 0,0-7-185 16,0-2-500-16,1 0 221 0</inkml:trace>
  <inkml:trace contextRef="#ctx0" brushRef="#br0" timeOffset="133666.79">16872 14986 250 0,'1'-10'239'0,"-1"1"-2"0,4 1-15 0,-3 4-21 16,2-1-18-16,-2 0-22 0,-1 5-16 16,0-7-24-16,0 7-11 0,0 0-14 0,0 0-9 15,0 0-13-15,4 24-5 0,-4-6-9 0,4 10-10 0,-3 1-5 16,-2 4-5-16,-2 2-4 0,3 10-6 0,-1 4 5 0,1 2-10 16,-2-4 3-16,2 1-6 0,2-1-4 0,-2-10-1 15,4-4-1-15,-3-1-1 0,4 2-2 0,-4-4-1 16,-1-5-3-16,7 0-20 0,-7-8 2 0,1-2 4 0,2-3 1 15,-2-2 2-15,-1-1 0 0,0-1-1 16,1-4 5-16,-1 4 2 0,3-4 3 0,-3-1-3 16,0 1 6-16,0-4-1 15,0 5 2-15,0-5 6 0,0 0-13 0,0 0-30 16,0 0-45-16,0 0-39 0,-8-17-50 0,3 5-55 0,-4-5-138 16,5-1-383-16,-1-7 170 0</inkml:trace>
  <inkml:trace contextRef="#ctx0" brushRef="#br0" timeOffset="133977.34">16837 14771 209 0,'0'-8'214'16,"2"-1"-15"-16,0 2-14 0,0 0-20 0,0 1-19 15,-1 3-16-15,8-3-12 0,4 4-11 0,-3 2-4 16,9 0-17-16,2 4-8 15,6 3-6-15,-2 1-7 0,6 8 0 0,-2-1-9 16,0 2-7-16,-4 5-8 0,-1 2-3 0,-2-1-5 0,-4 5 1 16,-4 0-6-16,-1 0-2 0,-6 1-1 0,-3-1-6 15,-5-2-2-15,-5 2 0 0,-3-6-2 0,-8 2-6 16,-2-4 2-16,-3 1 12 0,-5-3-1 0,-1-1 7 16,-2-3-3-16,-1 0-1 0,-2-5-1 0,1 2-1 15,1-2 1-15,-1-4-3 0,5 2-3 0,7-2-2 16,2-1 1-16,4-1 1 0,1-1-7 0,0 1-18 15,3 0-33-15,1-1-36 0,4 2-17 0,0 0-22 16,2 0-33-16,6 0-50 0,-3-4-132 0,10 5-358 16,6-2 158-16</inkml:trace>
  <inkml:trace contextRef="#ctx0" brushRef="#br0" timeOffset="134647.44">17225 15516 225 0,'1'-3'218'16,"-1"3"-14"-16,4-2-23 0,-4 2-24 0,2-2-14 0,-2 2-17 0,0 0-12 16,0 0-15-16,0 0-10 0,8 4-8 0,-7 2-9 15,2 2-11-15,-1 1-1 0,2 0-7 0,-2 3-4 16,-2 1-5-16,1 1-4 0,0 3-2 0,0-2-7 16,-1 2-5-1,3 0 0-15,-6-1-1 0,6-3-3 0,-3-1 1 16,0-3-6-16,-3-2 2 0,3-2-6 0,3 2 3 15,-6-2-2-15,6 0 28 0,-7-2 31 0,4-3 26 16,0 0-7-16,0 0-10 0,0 0-6 0,15-11-11 0,-7 2-2 16,-1-1-10-16,3-6-5 0,1 1-5 0,0-2-5 15,1 0-5-15,2-5-1 0,0 7-3 16,-2 1-7-16,-2 2 0 0,0 3-2 0,-3-1-3 16,-2 5-8-16,0 0 2 0,0 1-7 0,-1 1 1 0,1 2-3 15,-5 1-4-15,0 0 3 0,13 5-3 0,-8 1 4 0,1 1-7 16,-2 4 3-16,0-1 0 0,0 1-2 0,-3 5 4 15,0-4 0-15,2 4 0 0,-2 1-12 0,-1-2-2 16,0 0-3-16,0-5-5 0,1 2-1 0,1-3-1 16,-2-2 9-16,0-1-8 0,0-1 11 0,0 0 5 15,0-3 22-15,0-2 28 0,0 4 32 0,0-4-10 16,0 0-1-16,0 0-9 16,8-11-6-16,0 3-8 0,-4-2-4 0,2-1 0 15,2-4-9-15,2 1-1 0,-1 1-3 0,0 0-4 16,0 1-2-16,-1 4 0 0,-6-1 5 0,6 3-2 15,-3 2-11-15,0-2-9 0,-1 3 4 0,0-1 0 16,1 1-5-16,-1 2-8 0,1 0-2 0,3 1-8 16,-8 0-11-16,14 2-25 0,-4-2-24 0,-1 3-28 15,0 0-33-15,-1 0-36 0,2 0-55 0,-4 1-54 0,2-3-156 16,-3-1-474-16,-1 3 209 0</inkml:trace>
  <inkml:trace contextRef="#ctx0" brushRef="#br0" timeOffset="135548.96">17919 14991 55 0,'2'-3'154'16,"1"-2"-12"-16,2 1-13 0,1 1-15 0,-1-1-10 0,3 3-13 15,-2-2-8-15,3 3-9 0,0 2-13 0,0 0-3 16,4 2-8-16,-4 2 0 0,1 3-5 0,0 3-4 16,2 1 1-16,-4 2-2 0,2 3-2 15,-4-1-4-15,-1 0-3 0,0 2 0 0,1-2-6 16,-5 1 2-16,1 0-1 15,-2-1-3-15,-5 1-1 0,1-1 1 0,-1-4 1 16,-1 0-3-16,1-1-3 0,-2-4 9 0,2-2 3 16,0 2 9-16,3-3 7 0,-1-1 11 0,-1-1 13 15,3 1 17-15,1-4 24 0,-4 4 11 0,4-4-14 16,0 0-2-16,0 0-8 0,-4-12-1 0,4 4-6 16,3-2-2-16,-1-2-12 0,6-1-1 0,0-3-12 15,2-2-13-15,0 1-1 0,4-6-7 0,3 2-4 0,-3 0-5 0,2 2-2 16,-3 5-4-16,1 1 4 0,-5 4-15 0,-2 0-5 15,0 1 3-15,0 4 1 0,-1 1-7 0,-1-2-7 16,0 4-1-16,4 1-1 0,-9 0-7 0,14 6-8 16,-7-2-4-16,0 2-6 0,1 4 2 15,0-1 1-15,-2 3-8 0,3 2 0 0,0 1-4 16,-4-5-12-16,3 6-25 0,-3-2-29 16,0-2-22-16,-1 1-31 0,-2-2-40 15,2 0-37-15,-4-1-159 0,0-3-422 0,-1-2 188 16</inkml:trace>
  <inkml:trace contextRef="#ctx0" brushRef="#br0" timeOffset="135765.29">18450 14908 26 0,'5'-1'158'0,"2"1"-10"0,-1 2-15 16,5 4-12-16,-3 3-5 0,4 3-10 0,-1 2-6 15,-2 4-12-15,-1 0-4 0,2 8-7 0,-2 2-4 0,-3 1-4 0,-4-3-8 16,-4 4-8-16,-2-2 1 0,-4 5-4 0,-3-7-24 31,-6 3-25-31,-4 0-22 0,-1-5-47 0,0-2-41 0,-5-4-116 0,-3 2-243 0,3-5 108 16</inkml:trace>
  <inkml:trace contextRef="#ctx0" brushRef="#br0" timeOffset="136034.81">17968 14852 1354 0,'-4'-11'143'15,"-1"0"-10"-15,4 6-40 0,-6-2-28 0,4 3-28 0,-1-1-10 0,-2 4-9 16,6 1-12-16,0 0 0 0,-26 10 4 0,13 4 2 15,-3 9 6-15,-1 5-4 0,2 4-1 0,-6 12 3 32,5 2 9-32,-1-1-3 0,8 0 2 0,4-10-5 0,5 1 4 0,8 0-7 0,7 12 6 15,4-5-4-15,8-3 4 0,8-2 0 0,4-6-2 0,2-5-48 16,-5-9-76-16,14-3-241 16,-12-8-373-16,-1 2 165 0</inkml:trace>
  <inkml:trace contextRef="#ctx0" brushRef="#br0" timeOffset="136768.47">19005 14875 160 0,'2'-7'239'0,"-2"-2"-9"0,0 4-15 0,2-3-12 16,0 3-28-16,-2 0-21 0,0 2-18 0,0 3-18 16,0 0-14-16,0 0-12 0,10 10-13 0,-6 2-9 0,1 6-8 15,2 9-7-15,-1 3-5 0,0 3-9 0,-2 2 0 0,1 11-1 16,-1-10-2-16,0 10-2 0,-4-13-4 0,5 2-1 16,-2 1-3-16,-2 10-5 0,5-14 0 0,-3 2-4 15,1-7 0-15,-2-1-1 0,1-6-1 0,1-3 5 16,-3-2-5-16,0-3-5 0,1 1 2 0,-2-6-3 15,1 0 1-15,-1-1-2 0,1-3 4 0,-1 1 0 0,0-1 3 16,0-3 0 0,0 7-4-16,0-7-39 0,0 0-46 0,-13-9-39 15,8 2-39-15,-4-3-33 0,4 2-181 16,0-12-393-16,0 3 174 0</inkml:trace>
  <inkml:trace contextRef="#ctx0" brushRef="#br0" timeOffset="137082.65">19026 14676 11 0,'-4'-8'233'0,"3"-1"-4"0,-4 4-27 16,3 1-21-16,2 4-22 0,-3-5-18 0,3 5-15 16,5-5-12-16,-5 5-13 0,15 0-10 0,3 3-8 15,3 4-14-15,3 2-6 0,7 3-8 0,-2 3 1 0,2 4-13 0,0 1-1 16,-6 3-5-16,3 2-4 0,-5 2-6 15,-5 2 2-15,-3-1-4 0,-4 2 7 0,-5-2-15 0,-2-1 8 16,-5-1-14-16,-6 0 0 0,-4-4 0 0,-6-1-2 16,-1-1 1-16,-5-3 3 0,-2-3-1 0,-2 0 6 15,-1-3-5-15,1 1 2 0,-1-3-1 16,1 0-3-16,5-5-1 16,-5 2 1-16,8-1 1 0,-1 1-2 0,2-2-2 15,4-2-21-15,2 3-30 0,3-3-35 0,3 2-10 16,1 1-18-16,5-1-40 0,0-4-180 0,11 3-351 15,1-3 156-15</inkml:trace>
  <inkml:trace contextRef="#ctx0" brushRef="#br0" timeOffset="137551.75">19333 15314 8 0,'0'0'270'0,"5"-6"-8"0,-4 3-12 16,-1 3-21-16,2-3-23 0,-2 3-24 0,0 0-18 15,0 0-18-15,1-4-17 0,-1 4-13 0,0 0-17 16,0 0-11-16,0 0-4 0,7 7-15 0,-7-3-7 0,4 2-9 15,-2 4-4-15,-1-2-2 0,0 4-8 0,-2 3-3 0,2 1-3 16,-1 1-7-16,0-1-1 0,0 4-1 0,0-5-2 16,0 2-1-16,-1-2-3 0,1-4 1 0,-1 0-3 15,1-2 2-15,0-4-4 0,1-1 2 0,-2 3-3 16,1-2 8-16,0-1 14 0,1 0 37 0,-1-4 37 16,3 1 7-16,-3-1-15 0,0 0-9 0,14-11-11 15,-7 1-10-15,4 2-6 0,-1-6-9 0,4 2-15 0,-1-2 3 0,0 1-4 16,0-1-4-16,0 3 2 0,-3 3-7 15,-1 1-3-15,-1-1-4 0,-3 3-7 0,1-2 6 16,-2 4-19-16,3-1-11 0,-2 3-4 0,-5 1-5 16,0 0 0-16,18 11-5 0,-12-5-4 0,-2 2 1 0,4 2-6 15,1-2-9-15,-3 3-10 0,2 3-20 0,-2-4-27 16,4 2-31 0,-3 1-53-16,-1-5-62 0,-1 2-26 0,-1-6-195 15,-1 3-503-15,-1-3 223 0</inkml:trace>
  <inkml:trace contextRef="#ctx0" brushRef="#br0" timeOffset="138052.29">19977 14834 108 0,'7'-4'173'0,"0"3"-24"16,2 1-15-16,1 0-19 0,3 4-9 0,-1 0-13 16,2 5-8-16,1 2-7 0,-1 2 0 0,-1 4-15 15,-2 0 2-15,1 5-14 0,-2 2-3 0,-5-6-6 16,-1 2-5-16,0 0-1 0,-3-2-3 0,-2 2-7 15,-3-1 5-15,0-1 2 0,-1-1-5 0,-1-1 3 0,-2-2 3 0,-1-3 3 16,1 0 9-16,3-2 2 0,-5-2 13 0,6 0 11 16,-2-3 15-16,3-1 19 0,-2 2 18 0,3-2 31 15,-1-1 24-15,3-2-24 0,0 0-15 0,0 0-9 16,-6-12 1-16,9 7-30 0,1-6-3 0,3 0-11 16,2-1-11-16,2-5-1 0,5-4-15 0,1 1-4 15,0-1-9-15,-2 1 7 0,-2 3-6 0,4 4-17 0,-6-1 0 0,1 2-8 16,-3 5-4-16,-3-1 1 0,-1 2-6 0,0 3-6 15,2-1-11-15,-2 1 1 0,0 2-5 0,-5 1-3 16,9 5-13-16,-4-1-3 0,2 5-2 0,-1-1-10 16,-1 3 4-16,3 3-8 0,-1 1-8 15,-1 2-11-15,0 0-17 0,0-1-27 0,-1 1-25 0,-2 0-30 32,1 0-34-32,-2-5-37 0,3-1-239 0,-4-3-508 0,1-1 226 15</inkml:trace>
  <inkml:trace contextRef="#ctx0" brushRef="#br0" timeOffset="138268.37">20440 14797 8 0,'1'-4'265'16,"2"-1"-33"-16,-1 3-22 0,1-1-25 0,-3 3-19 15,0 0-19-15,15 9-15 0,-9 2-10 0,4 2-9 16,0 4-10-16,0 8-12 0,1 3-2 0,-1-1-12 15,-2 3-6-15,2 3-6 0,-6-1-2 0,-3 0-3 16,-1-3-10-16,-3 2-5 16,-4-2-4-16,2 0-20 0,-6 0-16 15,-3-3-10-15,-2 1-16 0,-3-8-11 0,-1 1-35 16,-6-3-29-16,-1-2-47 0,-1-1-191 0,1-8-360 16,-7-3 160-16</inkml:trace>
  <inkml:trace contextRef="#ctx0" brushRef="#br0" timeOffset="138569.12">19917 14578 67 0,'-15'5'169'0,"1"7"-20"0,-7 5-14 0,1 8-14 0,-1 5-9 16,-7 15-15-16,-2 4-7 0,7 4-4 0,-2 0-7 15,2-2-2-15,5 1-9 0,8-3-6 0,2-3-3 16,8-14-6-16,4 1-2 0,5-1-4 16,9-1-3-16,0 0-7 0,18 4 7 0,7-3-8 0,5-3 1 0,5-6-18 0,2-3-52 15,4-5-47-15,-3-6-79 0,4-4-86 0,0-2-265 16,2 0 118-16</inkml:trace>
  <inkml:trace contextRef="#ctx0" brushRef="#br0" timeOffset="139201.1">21288 15062 187 0,'4'-8'222'0,"0"1"-9"0,-3 1-22 15,0-1-16-15,-1 2-11 0,-1-1-19 0,-4-1-10 0,4 3-17 16,-4 0-10-16,-3 0-15 0,-4 0-9 0,1 2-10 16,-6 1-7-16,-6 4-10 0,-5 1-4 0,7 0-8 15,-6 2-3-15,6 2-3 0,1 1-10 0,3 1-3 16,2 0 0-16,-4 1-4 0,6 2-6 0,-4-2-8 16,7 3 1-16,2-1-2 0,3-1 1 0,0-2-1 15,4 2 2-15,1-1-3 16,1 0 2-16,4-3-1 0,0 5 0 0,3-6 9 15,1 0-8-15,5 0 1 0,-4-2-3 0,4-2 0 16,7-3 2-16,-2 1 1 0,-1-5-2 0,0 0 7 16,-1-1 8-16,0-7 5 0,-2 4 4 0,0-4-1 15,-1-5 7-15,-3 2 0 0,2-7 6 0,-3-4 7 16,-2 1 15-16,-3-3 2 0,0-6 4 0,-2 1 2 16,0-4 6-16,1-11 14 0,-4-1-8 0,3 3-16 0,-3 1 0 0,0 8 4 15,0 4-2-15,-3 0-3 0,3 7 0 0,-1 9 1 16,1 0 2-16,0 3-8 0,-3 5-11 0,3 0-5 15,0 2-3-15,0 0-32 0,0 4-49 0,0 3-44 16,0 0-6-16,0 0 7 0,0 0 7 0,-1 20 5 16,1 9 13-16,-5 2 4 0,5 3 7 0,-4 17 3 15,4-3 3-15,0 1 7 0,7-2 2 0,-5 0 4 0,7-1 5 16,-4-12 1-16,-1 0 8 0,5 0-17 0,-1-2-18 16,-5-3-24-16,3-2-30 0,-3-6-32 0,1-4-39 15,-2 1-34-15,-1-3-218 0,0-5-458 0,-1-1 204 0</inkml:trace>
  <inkml:trace contextRef="#ctx0" brushRef="#br0" timeOffset="139640.41">21454 14857 33 0,'5'-4'236'0,"-1"-2"-21"15,1 2-15-15,3 2-17 0,-2 0-20 0,1 2-19 0,3 2-11 0,0 3-16 16,2 1-11-16,-2 1-8 0,4 4-12 0,-1 5-9 16,-4-2-6-16,1 2-8 0,1 6-6 0,-3-3-7 15,-3 0-7-15,0 0-2 0,-3 1-4 0,-2 2-5 16,-2-5-1-16,-2 3-1 0,1-2-4 0,-6-1-4 16,1 3-4-16,2-5 1 0,-3 0-3 15,2-4-5-15,1-2 3 0,1-1 1 16,1-2 5-16,1 0 14 0,1-1 19 15,-2-1 20-15,0-1 23 0,3-2 28 0,1-1 36 16,-3 4 13-16,3-4 12 0,0 0-36 0,0 0 3 16,0 0-22-16,6-19-13 0,0 12-11 0,2-8-11 15,3-2 4-15,2 0-19 0,5-5-22 0,1-4-11 0,2 2-19 16,0-5-7-16,2 2-11 0,-4-1 2 0,-1 2 1 16,1 5-6-16,-6 7 1 0,-3 1 0 0,-2 4-5 0,-3 1-1 15,0 4-9-15,-1-2-18 0,0 2-35 0,0 3-4 16,-4 1-1-16,0 0 7 0,3 12 6 0,-4-1 7 15,-1 6 1-15,-2 1 4 0,-1 7 11 0,1-1-5 16,1-2 3-16,2 6 6 16,4-2 2-16,2 4 3 0,4-2 1 0,2-2 10 15,7 3-3-15,5-5-25 0,0 0-44 0,6-2-72 0,5-4-89 0,-1-5-305 0,4-3-590 0,0-2 261 32</inkml:trace>
  <inkml:trace contextRef="#ctx0" brushRef="#br0" timeOffset="140594.71">22806 14950 155 0,'0'0'205'0,"0"0"-8"0,0 0 1 0,0 0 2 0,0 0-12 16,0 0-10-16,0 0-12 0,0 0-20 0,0 0-16 0,12-9-13 15,-2 5-12-15,8 0-9 0,0 1-9 0,10-1-16 16,1-2-24-16,3 2-20 0,3 3-37 0,-1-2-27 15,2 0-48-15,0 2-50 0,-2 0-48 0,-6-2-128 16,-1 3-336 0,-6 0 149-16</inkml:trace>
  <inkml:trace contextRef="#ctx0" brushRef="#br0" timeOffset="140790.13">22990 15103 91 0,'0'0'217'0,"0"0"-19"0,0 0-20 0,18-1-22 15,1-1-11-15,12-1-18 0,3 1-13 16,18-3-14-16,1 1-29 0,6-2-27 0,0 1-49 16,-2-1-63-16,-3-1-160 0,-16 2-247 0,12 0 109 15</inkml:trace>
  <inkml:trace contextRef="#ctx0" brushRef="#br0" timeOffset="141383.16">24549 14604 50 0,'0'0'115'0,"-14"-2"-12"16,9 1 3-16,-3 0-16 0,-3 2-7 0,-1-1 3 15,3 3-7-15,-5 0-12 16,2-1-2-16,1 5-3 0,-8 0-2 0,1 0-9 16,0 4 1-16,-3 3-8 0,-1 2-9 0,3 0-4 15,-2 2-4-15,2 0 3 0,1 1-8 0,4 3-2 16,0 1-1-16,2-1-4 0,2-5-1 0,5 10 14 15,0-5-1-15,1-1 2 0,2-1 5 0,0 6-6 16,6-6 5-16,0 3 9 0,1-4 4 0,6 3 13 16,-1-6 12-16,5 1 5 0,0-2 12 0,10 2 13 0,-1-3 3 0,8-3 5 15,1-1 5-15,5-1-1 0,12-1-1 0,3-4 3 16,-2 1 0-16,-12-5 6 0,12-6 5 0,-15 1 10 16,3-2 5-16,-5-1-9 0,-2-6 6 0,0-1-5 15,-2 1 1 1,-4-4-12-16,0-6-11 0,-7-1-11 0,-1 0-13 15,-4-7-1-15,-4-1-31 0,-6-1-4 0,-4 0-15 16,-6 0-27-16,-6 0-26 0,-7 2-43 0,-19-3-49 16,-6 12-63-16,-12 5-90 0,-36 2-111 0,0 14-210 0,-4 0-631 15,32 2 279-15</inkml:trace>
  <inkml:trace contextRef="#ctx0" brushRef="#br0" timeOffset="143063.62">27720 13914 10 0,'-2'-7'184'15,"2"4"-12"-15,-2-1-15 0,2 4-16 0,0 0-14 16,-2-3-20-16,2 3-7 0,-11 5-14 0,-3 9-13 0,-8 6-9 15,-10 17-8 1,-5 11-4-16,-15 24-10 0,-3 3-6 0,2 4-2 16,1 0-6-16,3 2-1 0,9-1 4 0,4 2-11 15,9 1-2-15,1-2 0 0,7 0 12 0,13-25 7 0,1 2 16 16,6-2 4-16,7 2-4 0,4-5 6 0,7-7-6 16,3 3-5-16,8-7 0 0,4-2-4 0,2-4 1 0,0-4-3 15,5-3 1-15,-11-8-9 0,2-2 4 0,2 1-2 16,-4-8-25-16,0 1 1 0,-5-2-1 0,-7-1-1 15,-6-6 6-15,0 0 3 0,-2 0 14 0,-4 0 8 16,1-2 15-16,-3-1 11 0,4 0 19 0,-6 1-5 16,-2-2 3-16,7 2-1 0,-7-2 2 0,6 1-5 15,-6-1-5-15,5 0-11 0,-5 0-6 0,0 0-5 16,0 0-9 0,0 0-4-16,10 0-20 0,-10 0-29 0,0 0-21 15,0 0-26-15,0 0-28 0,0 0-27 0,0 0-26 0,0 0-34 16,4-3-302-16,1-1-511 0,4-2 226 0</inkml:trace>
  <inkml:trace contextRef="#ctx0" brushRef="#br0" timeOffset="144013.6">28400 14645 239 0,'3'-5'288'16,"-2"-2"0"-16,2-1-25 0,-2 1-13 0,-1 1-17 16,3 1-18-16,-2-1-15 0,-1 2-23 0,0 4-20 15,1-6-22-15,2 4-29 0,-3 2-25 0,1-5-22 16,-1 5-8-16,0 0-10 0,0 11-3 0,0 1-3 0,-1-1-5 0,-2 4-5 16,1 4 3-16,-2 5-3 0,0 2-5 0,0-3-1 15,2 3-3-15,-1-7 1 0,2 8-5 0,-2-7 0 16,2-1 0-16,1-2-3 0,0-6 1 0,0-2 1 15,-2 2 2-15,0-4-1 0,2-2 5 0,0-1 12 16,0 0 38-16,0-4 53 0,0 4 20 0,0-4 23 16,0 0-23-16,0 0-15 0,15-16-14 0,-7 8-11 0,5-6-8 15,1-1-10-15,0 1-16 0,5-8 3 0,1 0-11 16,0 1-11-16,-1 2-13 0,0 1 8 0,-5 4-2 16,-5 7-5-16,0-3-4 0,0 6-5 0,-4-4 1 0,0 5-9 15,1-3-11-15,-4 5-22 0,4-3-22 0,-3 2-28 31,-3 2 7-31,0 0-2 0,10 5 17 0,-6-1-3 16,-3 2 10-16,2 2 2 0,-2 1 0 0,-1 2 2 0,4 2-9 16,-3-1 3-16,3-2 4 0,-3 2 0 0,2-2 1 15,-2 0 1-15,0-3 4 0,1-1 5 0,-1 0 2 16,0-1 1-16,-1-2 5 0,0 2 9 0,4-2 20 16,-4-3-1-16,8 0 14 0,-8 0-15 0,20-8 9 15,-8 3-11-15,6-4 2 0,-6 1 4 0,5-1-7 16,-2-3-6-16,3 2 12 0,-2 0-6 0,1-2-3 0,0 4 5 0,-3-1-6 15,0 6-5-15,-2-1-12 0,-1 1-12 0,3-1-12 16,3 4-12-16,-2 0-23 0,2 1-16 0,-1 4-23 16,5-2-25-16,-1 2-33 0,-2 2-42 0,10 1-45 15,-10 1-255-15,3-4-551 0,-2-1 244 0</inkml:trace>
  <inkml:trace contextRef="#ctx0" brushRef="#br0" timeOffset="144365.32">29659 14600 55 0,'0'0'131'0,"0"0"2"0,-9-1-19 0,9 1-4 0,-6 0-4 16,6 0-1-16,0 0-8 0,0 0-4 0,0 0 0 16,-10 0-3-16,10 0 1 0,0 0-3 0,0 0-4 0,0 0 0 15,0 0 1-15,0 0 0 0,0 0-10 16,25-3-2-16,-4 1-3 0,-1 0-9 0,11 0-2 0,1-1-7 31,1 2-3-31,1-3-2 0,7 2-2 0,10-5-1 16,-11 6 1-16,-2-1-7 0,2 0-4 0,-4 1 1 0,-2-1-9 15,-6 2 1-15,-6-1-6 0,-3 1-15 0,-6-1-29 16,-3 1-37-16,-1 0-50 0,-2 1-34 0,-1-1-13 0,-3 3-170 16,-3-3-353-16,0 0 157 0</inkml:trace>
  <inkml:trace contextRef="#ctx0" brushRef="#br0" timeOffset="144650.1">29610 14883 93 0,'0'0'279'0,"-4"1"5"15,4-1-14-15,0 0-14 0,0 0-27 0,0 0-26 16,0 0-19-16,30-9-20 0,-11 4-18 15,13 2-12-15,0-5-13 0,3 2-13 0,2-2-14 16,2 2-10-16,15-3-5 0,-3 1-12 0,2 0-7 16,-15 1-4-16,-2 0-8 0,-2 0-5 0,-1 2-11 0,-2-3-17 15,-12 3-13-15,-1 0-21 0,-4 1-8 0,-2 1-19 16,-2-1-22-16,-5 2-22 0,-1-1-50 0,-3-1-78 0,-1 4-190 16,-13-9-441-16,4 5 196 0</inkml:trace>
  <inkml:trace contextRef="#ctx0" brushRef="#br0" timeOffset="144928.53">29880 14495 207 0,'0'-11'353'16,"2"2"-17"-16,-2 3-9 0,2 0-19 0,-2 1-7 15,0 1-24-15,0 1-44 0,0 3-22 0,0-6-30 16,0 6-39-16,3-4-56 0,-3 4-20 0,0 0-20 0,0 0-4 16,-3 23-1-16,1-7-9 0,-1 12-3 0,-3 4-1 0,2 3 0 15,1 2-8-15,-1 9 2 0,-2-11 0 0,4-1-6 16,-2 2-6-16,6-2-6 0,-2 1-33 16,2-4-39-16,2-2-38 0,0 2-47 0,0-4-55 15,1-3-260-15,1-10-506 0,1-2 224 0</inkml:trace>
  <inkml:trace contextRef="#ctx0" brushRef="#br0" timeOffset="145466.32">30609 14476 146 0,'2'-5'249'16,"2"2"-5"-16,1-2-4 0,-1 0-10 0,0 1-8 15,1 1-10-15,0-1-10 0,-2 2-11 0,-1-1-21 0,2 1-12 16,-4 2-20-16,5-3-18 0,-5 3-15 15,5-3-14-15,-5 3-30 0,0 0-7 0,0 0-8 16,3 10-6-16,-3-3-5 0,2 4-3 0,-2 1-6 16,0 5 0-16,-2 6-4 15,-1 3-2-15,-1 3 0 0,-2 1-3 0,1-3 1 16,0 1 2-16,-2-2-8 0,5-4-1 0,-1-4 2 16,-1 2-2-16,-1-3-3 0,5-6 5 0,-1-1-4 15,-1-5 3-15,0 4 0 0,2-4 6 0,-2 1 2 16,3-1 34-16,-2-4 39 0,1-1-1 0,0 0-28 15,0 0 3-15,20-6-8 0,-11-2-2 0,2-1 12 16,2-3-11-16,3-1-2 0,-2-3 0 0,0 2-12 0,6-6-4 0,-6 5-4 16,0 1-5-16,0 3-3 0,-3 2-1 0,-1 1-6 15,-4 1 4-15,3 3-14 0,-4 1-2 0,2-3-5 16,-2 5-5-16,-1 1-13 0,-4 0-3 0,16 5 3 16,-8 2-12-16,2-2-2 0,-1 3 0 0,0 0-12 15,2 5-5-15,1-2-14 0,-4 0-22 0,3 1-39 16,-5-2-21-16,4 4-33 0,-5-2-32 0,1-3-38 0,0 1-33 15,-6-3-187-15,2-2-501 0,-2 1 221 0</inkml:trace>
  <inkml:trace contextRef="#ctx0" brushRef="#br0" timeOffset="146050.88">30882 13984 160 0,'0'0'183'0,"3"-4"-16"0,-3 4-21 0,10 0-14 15,0 0-14-15,4 4-12 0,3 2-14 0,12 5-12 16,3 2 0-16,-1 6-18 0,16 14-6 0,-3 3-5 0,-5 4 2 16,3 7-22-16,3 26 5 0,-21-19-4 0,-1 26-7 15,-14 2 2-15,-13 4-2 0,-12-3 2 0,-11 1-8 16,-9-3-3-16,-1-6-3 0,5-24-1 0,-18 19-5 16,16-24 2-16,-1-3-6 0,-2-3 4 0,0-5 2 15,10-10-8-15,-3-2 4 0,0-1-7 0,2-2 6 0,0-3-3 16,5-3 13-16,1-2 24 0,4-3 18 0,4 2 11 0,0-9 12 15,5 2 8-15,4-2 11 0,-2 2 5 0,2 1 9 16,-1-4 8-16,6-1 16 0,0 0 12 0,-9 2 11 16,9-2 2-16,0 0-4 0,-7 2-22 0,7-2-12 15,0 0-7-15,0 0-3 0,0 0-11 0,0 0-13 16,0 0-22-16,0 0-37 0,0 0-45 0,0 0-64 16,0 0-76-16,0 0-107 15,10-14-337-15,-5 11-649 0,0-2 288 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8T03:45:04.16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3919 1880 56 0,'0'0'248'0,"0"0"-12"0,0-4-11 16,0 4-17-16,0-5-5 0,0 5-13 0,-3-4-9 0,3 4-14 0,0 0-12 16,0 0-18-16,0 0-10 0,0-4-14 0,0 4-14 15,0 0-10 1,0 0-14-16,0 0-8 0,0 0-10 0,0 0-11 15,0 0-17-15,0 0-20 0,0 0-10 16,4 14-4-16,-1-5-4 0,-3 3-21 0,2 3 3 16,2 3 0-16,-4 2 2 0,6 8 8 0,-2 0-1 0,-4-1 6 15,3 3 3-15,-6-5-4 0,7 6 6 0,-3-3 4 16,0 3 0-16,1-7 1 0,0-4-3 0,-2-2 4 16,3 0 2-16,-1-1 3 0,0-5-4 0,-2 1 6 15,2-4 0-15,0-2-3 0,0 1 7 0,-4-3 16 16,4-1 19-16,-2-4 26 0,0 7 34 0,0-7 35 15,0 0 44-15,0 0 31 0,0 0-11 0,0 0-21 16,0 0-25-16,4-20-12 0,-2 6-9 0,1-3-16 0,1-2-14 0,2-10-11 16,-1 4-11-16,4-3-8 0,-2-1-11 15,3 4-7-15,-2-3-11 0,-1 10-1 0,6-6-7 0,-8 10-1 16,2 1-9-16,0 4-6 0,-3-1-1 0,-1 5-4 16,-1-1-2-16,2 3-17 0,-3-1-28 0,-1 4-31 15,4-5-32-15,-4 5-1 0,0 0 0 0,13 6-5 16,-8-3 3-1,4 6 11-15,1 1 4 0,-1 4 10 0,0 0 9 16,4 2 0-16,-4 1 11 0,2 5 8 0,-1-5 11 16,-1 11-2-16,3-3 2 0,-2-1 6 0,-4-6 1 15,2-2 5-15,0 0 1 0,-4-6 0 0,1 0 4 16,-1-5 3-16,-2 4-1 0,1-4 11 0,-2 0 0 0,2-2 24 16,-3-3 26-16,3 4 48 0,-3-4 37 0,0 0 23 15,0 0-18-15,0 0-16 0,9-15-11 0,-5 4-12 0,1-8-13 16,0 1-4-16,3-1-13 0,1-10-8 0,1 1-14 15,2 0-10-15,2 0-6 0,-8 5-1 16,3 6-3-16,-2 2-6 0,0 5-2 0,-3 2-1 0,-1 0-6 16,0 1-8-16,0 5-23 0,0-3-36 0,-1 3-21 15,-2 2 7-15,9 2 2 0,-1 3-3 0,-1 2 0 16,1 3-2-16,2 2 9 0,-2 2-1 0,1 3 13 0,-1-2 0 16,-1 2 6-16,5 9 9 0,-5-3 1 0,2-5 8 15,-4-1-1-15,3-1 4 0,-4-6 4 0,1 2 1 16,-1-2-2-16,-3 0 5 0,4-5 1 0,-4 0-11 15,2 0 3 1,-3-1 5-16,4-1-2 0,-4-3 10 0,1 6 0 16,-1-6-3-16,0 6 4 0,0-6-8 0,0 0-8 15,4 3-22-15,-4-1-19 0,0-2-25 0,0 0-20 0,0 6-22 16,0-6-125-16,0 0-333 0,-8-16-636 0,8 16 281 16</inkml:trace>
  <inkml:trace contextRef="#ctx0" brushRef="#br0" timeOffset="620.14">4888 2060 45 0,'0'0'151'16,"-9"0"-11"-16,9 0-6 0,0 0-16 0,0 0 0 15,-8 3-14-15,8-3-11 0,0 0-1 0,0 0-15 16,0 0-4-16,0 0-10 0,-9 0 0 0,9 0-13 16,0 0 0-16,0 0-9 0,0 0-4 0,0 0 2 15,0 0 1-15,-4 1 1 0,4-1-4 0,0 0-1 0,0 0-7 16,0 0-1-16,0 0 5 0,0 0-3 0,24 4-2 16,-11-4 4-16,6 0 0 0,9 1-6 0,4-5 6 15,4 2-4-15,4-1-6 0,13 1 1 0,0-1-6 16,0-1 2-16,-14 1-5 0,0 1-5 0,-3 2 6 15,-4-2-3-15,-3 2 3 0,-7-1-5 0,-3 1-3 16,-6-1 3-16,0 1-1 0,-7-1-8 0,2 1-15 0,-3-2-15 0,-5 2-27 16,0 0 1-16,4 3-34 0,-4-3-43 0,-20 4-42 31,0-4-89-31,0 2-284 0,-1 2 126 0</inkml:trace>
  <inkml:trace contextRef="#ctx0" brushRef="#br0" timeOffset="965.97">4983 2234 158 0,'0'0'181'0,"0"0"-4"0,0 0-8 0,-5 5-10 16,5-5-10-16,0 0-11 0,0 0-5 0,0 0-9 16,0 0-8-16,41-9-12 0,-18 3-5 0,8 0-10 15,0 1-9-15,4-6-8 0,16 1-2 0,0-2-5 16,-13 6-3-16,13-5-9 16,-12 5-3-16,-3 0-2 0,-3 0-5 15,-2-1 0-15,-5 0-5 0,-5 5-3 0,-10 1-3 0,1-3-3 16,-3 4-4-16,-1-1 3 0,-3-1-6 0,1 1-1 15,-1 1-23-15,-5 0-19 0,6-2-27 0,-6 2-25 16,0 0-25-16,0 0-31 0,0 0-40 0,0 0-177 16,-30 0-374-16,30 0 166 0</inkml:trace>
  <inkml:trace contextRef="#ctx0" brushRef="#br0" timeOffset="1603.84">5885 1864 24 0,'0'0'249'0,"1"-1"-14"0,-1 1-21 16,0 0-19-16,0 0-19 0,0 0-19 0,0 0-19 16,0 0-14-16,0 0-23 0,0 0-16 0,0 0-10 15,0 0-9-15,2 12-8 0,-1-3-3 0,-1 1-9 16,0 3 0-16,4 3-4 0,-2 2 0 0,1-2-11 16,-2 6 2-16,2-3-3 0,-3 7-4 0,4-7-3 15,-2 6-5-15,-4-6 2 0,-2 0-2 0,9-1-1 0,-6-4-3 0,-3 7 5 16,4-8-4-16,0-4-3 0,0-1 1 15,-1-1-1-15,1-1 3 0,1 0 0 0,-1-1 42 16,0 0 30-16,0-5 38 0,0 0 56 0,5 4 28 16,-5-4 30-16,0 0-6 0,0 0-33 0,4-16-14 15,-2 8-21-15,2-4-13 0,1 2-18 0,2-7-17 16,-2 1-12-16,4-4-11 16,4-2-11-16,-1-2-12 0,-3 7-5 0,0 3-4 15,1-1-10-15,-2 3-8 0,1 3-4 0,-3 1-3 16,-2 1-9-16,1 0-3 0,-4 4-25 0,3 1-18 15,-4 2-35-15,0 0 20 0,12 1-18 0,-12-1-7 16,15 13 1-16,-7-3 0 0,2 5 5 0,3 1 6 16,-2 6 2-16,0 0-2 0,1 2 14 0,-3 3 0 15,2-3 10-15,-4-5-1 0,1 1 4 0,-2-6 0 0,2 3 8 0,-2-5-4 0,-2-4 1 16,-1 1-2-16,-1 0 10 0,0-4-2 0,0-2 1 16,-2-3-7-16,4 7 11 0,-4-7 8 0,3 8-3 15,-3-8 3-15,2 3-2 0,-2-3 6 0,0 0 1 16,0 0-3-16,0 0 1 0,0 0-1 0,1 9 5 15,-1-9 4-15,0 0-32 0,3 2-39 0,-3-2-38 16,0 0-41-16,0 0-50 0,0 0-45 0,0 0-64 16,0 0-304-16,0 0-645 0,0 0 287 0</inkml:trace>
  <inkml:trace contextRef="#ctx0" brushRef="#br0" timeOffset="2508.65">3699 2775 36 0,'0'0'180'0,"-4"1"-11"0,4-1-4 0,0 0-10 16,-9 1-7-16,9-1-9 0,0 0-13 0,0 0-7 0,0 0-11 15,0 0-7-15,0 0-10 0,-2 3-4 0,2-3-14 16,0 0-5-16,0 0-4 0,0 0-4 0,0 0 1 16,0 0 3-16,0 0-2 0,0 0 0 0,0 0-7 15,0 0 1-15,0 0-4 0,0 0-8 16,-7 1 4-16,7-1-13 15,0 0-4-15,0 0-4 0,0 0 1 0,0 0-7 16,0 0 0-16,0 0-1 0,0 0-4 0,0 0-4 16,0 0-1-16,0 0 1 0,0 0-3 0,0 0-1 15,0 0 0-15,0 0 1 0,0 0-1 0,0 0-3 16,0 0-1-16,0 0 1 0,0 0 4 0,0 0-8 0,0 0 5 16,0 0-7-16,0 0 6 0,0 0-7 0,0 0 6 15,17 1-1 1,-7-1 3-16,3 0-1 0,8-1 3 0,11 0-3 15,9-3 1-15,17 0-2 0,9 1 6 0,37-7-5 16,7 6 6-16,13-8 1 0,4 4-4 0,6-3-3 0,8 1 6 16,-4-2 10-16,5 4-2 0,1-5 3 0,3 5 2 15,-1-2-4-15,-18-2 9 0,-12-1 6 16,-6 5 16-16,-8-3 15 0,-10 0 16 0,-28 3 8 16,0-2 2-16,-3 1-4 0,-1-2-11 0,-2 0-4 0,-7 0-6 15,-14 4-2-15,-5 1 2 0,-5-2 15 0,-8 6 5 16,-5-1 3-16,-4 1 3 0,3 0 0 0,-8 1 4 15,3-1 0-15,-3 1-12 0,-5 1-5 0,10-1-19 16,-6 1 4-16,-4 0-8 0,5-3-10 0,-5 3-14 16,5-1-16-16,-5 1-16 0,0 0-20 0,0 0-47 15,8 0-6-15,-8 0-31 0,0 0-32 0,0 0-47 0,0 0-53 0,0 0-46 0,0 0-41 16,0 0-255-16,0 0-626 0,0 0 277 16</inkml:trace>
  <inkml:trace contextRef="#ctx0" brushRef="#br0" timeOffset="3555.26">9540 1954 118 0,'0'-6'234'15,"-3"-1"-8"-15,2 0 4 0,1 0 1 0,0 3 3 16,-1-2-14-16,-2 3-11 0,3 3-18 0,0-6-18 16,0 6-18-16,0-5-24 0,0 5-14 0,0 0-24 15,0 0-43-15,0 0-26 0,0 0-5 0,0 0-4 16,4 24 3-16,-3-5-8 0,3 11 6 0,-1 1-8 16,3 5 1-16,-6 13-1 0,1 7 4 0,2-3-1 0,-3-3-1 0,1 0 0 15,-1-15-2-15,5 14 3 0,-1-14-1 16,0-3 0-16,2 0-2 0,-2-2 1 0,4-2 0 15,-3-1-1-15,0-8 1 0,0-2 1 0,-1-2 0 16,1-4 3-16,-1 1 1 0,-2-1 6 0,2-2-11 16,-2-3 1-16,0 2-1 0,-1-4 2 0,2 1 0 15,-3-5 2-15,1 8 0 0,2-6 1 0,-3-2 2 0,4 6 0 0,-4-6-2 16,3 2 2-16,-3-2-2 0,0 0 0 0,0 0 1 16,0 0-8-16,0 0-49 0,0 0-51 0,0 0-33 15,-7-22-60-15,4 9-51 0,1-3-172 0,-1-11-441 16,1 1 195-16</inkml:trace>
  <inkml:trace contextRef="#ctx0" brushRef="#br0" timeOffset="3924.46">9482 1819 119 0,'-3'-6'213'0,"0"2"-16"0,-1 3-11 16,1-4-22-16,2 3-14 0,1 2-17 16,-4-4-13-16,4 4-19 0,0 0-7 0,0 0-16 15,0 0-4-15,21 5-8 0,-2 2-8 0,12 3-4 0,2 1-2 16,15 7 3-16,-1-2-11 0,-2 6 0 0,-10-3-5 0,-2 1-2 16,0 3-4-16,-6-1-2 0,-1 1 1 0,-3-2-7 31,-8 4-3-31,-6-8-5 0,0 2 0 0,-6-2-4 15,-3 3 5-15,-6-1-1 0,-8 7 6 0,-1-3 4 16,-7-2 2-16,-4-2 2 0,-5 0 7 0,-5-2 0 16,4-3 4-16,-5-2 2 0,0-1-1 0,1 1-1 15,-1 0-2-15,4-4-2 0,1-2-3 0,1 2-1 16,10-3-3-16,3-1-6 0,5 0-8 0,3 0 4 16,0-1-25-16,2-2-36 0,3 2-47 0,5-3-6 0,-8 5-13 0,7-3-19 15,1-2-66-15,0 0-186 0,22 5-406 16,-5-8 180-16</inkml:trace>
  <inkml:trace contextRef="#ctx0" brushRef="#br0" timeOffset="4509.75">9968 2525 281 0,'0'0'374'0,"1"-6"-11"0,-1 6-25 0,5-1-27 16,-5 1-24-16,0 0-33 0,0 0-26 15,0 0-27-15,0 0-31 0,0 0-21 0,0 0-17 0,0 0-33 0,0 0-24 16,0 0-6-16,0 12-9 0,4-3-4 0,-4 1-8 16,0 2 2-16,0 5-7 0,0 3-5 15,0-1-5-15,0 1 2 0,0 6-6 0,0-7-1 16,-1 1-6-16,2-2-19 0,-2 0 18 0,2-6 0 16,-2-2 0-16,2 1 3 0,-1-1-6 0,-1-4-5 0,2-1 3 15,-1-1 4 1,0-4 1-16,0 7 31 0,0-7 34 0,0 5 23 15,0-5 36-15,0 0 17 0,0 0-21 0,0 0-11 16,14-15-13-16,-7 6-13 0,7-5-10 0,-4-1-10 16,5-5-12-16,2-4-12 0,-1 5-4 0,7-3-11 15,-6 5-3-15,-5 5-5 0,-2 2-6 0,-3 3-4 16,-3 2-3-16,1-1-5 0,4 1-7 0,-8 2-20 16,3 3-18-16,3 0-5 0,-7 0 1 0,13 3-6 0,-7 3-4 0,4 1-3 15,-1 6-18-15,1-3 24 0,1 5-3 0,-2-2 2 16,2 2 10-16,-2 0-2 0,0-1 4 0,0 1 9 15,-3-5-6-15,1 2 2 0,-4-5-6 0,3 4-15 16,-3-6-13-16,0 3-32 0,3-4-11 16,-6 1-6-16,2-2-6 0,0-1-6 0,-1 3 5 15,-1-5 5-15,3 3-4 0,-3-3-70 0,0 0-68 0,0 0-66 0,0 0-246 16,-5-18-606-16,4 11 268 0</inkml:trace>
  <inkml:trace contextRef="#ctx0" brushRef="#br0" timeOffset="4825.52">10778 2236 244 0,'0'0'328'0,"0"0"-19"0,0 0-11 0,0 0-27 0,-6 1-9 16,6-1-26-16,0 0-39 0,0 0 4 15,0 0-33-15,0 0-16 16,0 0-15-16,22-5-18 0,-9 3-35 15,9-3-44-15,0 3-47 0,6-4-51 0,0 2-56 16,3 0-71-16,-2 1-80 0,-11 0-139 0,0 2-435 16,1 0 192-16</inkml:trace>
  <inkml:trace contextRef="#ctx0" brushRef="#br0" timeOffset="4978.29">10860 2452 48 0,'-9'5'252'0,"5"-2"-4"0,0 1-7 15,3-1-6-15,-3-1-10 0,4-2-22 16,0 0-17-16,19-2-22 0,-2-1-18 0,12-3-12 16,3 5-53-16,3-5-65 0,15-5-77 0,2 3-99 15,-16 0-167-15,-1 2-354 0,3-6 158 0</inkml:trace>
  <inkml:trace contextRef="#ctx0" brushRef="#br0" timeOffset="5494.3">12268 1727 226 0,'-3'-4'268'0,"2"2"-25"16,1 2-28-16,0 0-19 0,-1-7-27 0,1 7-24 0,0 0-22 15,0 0-18-15,0 0-13 0,-3 20-10 0,3-3-4 16,0 0-11-16,2 10-4 0,-2-1-6 0,1 4-7 15,1 0 2-15,1 2-4 0,2-3-4 0,0 5-2 16,1-5-5-16,-2 1 2 0,2-5-6 0,1 1 2 16,-2 0-22-16,2 0-32 0,-4-9-31 0,1-5-48 15,0 1-45-15,-3-2-65 0,2-4-126 0,-3 1-363 0,0-4 161 16</inkml:trace>
  <inkml:trace contextRef="#ctx0" brushRef="#br0" timeOffset="5942.61">11842 2409 124 0,'-3'0'220'0,"3"0"-22"0,-7 4-19 0,7-4-18 15,-5 1-16-15,5-1-15 0,-4 4-11 0,4-4-6 0,0 0-7 16,0 0-9-16,-5 1-9 0,5-1-3 0,0 0-10 16,0 0-3-16,0 0-5 0,0 0-2 0,0 0-8 15,0 0-4-15,0 0-6 0,0 0-3 0,0 0-5 16,0 0-3-16,15 1 0 0,-2-1-6 0,9 0-1 16,14-2-5-16,16-3-1 0,13-1-5 0,31 0 7 15,6-4-11-15,-2 6 1 16,5-3-4-16,2-1 11 0,2-4 13 0,2 5 8 15,5-2 8-15,0-4 6 0,1 2 10 16,-10 0 9-16,-7 2 5 0,-1-3 8 0,-36 6-5 16,-2-6 4-16,-6 6 10 0,-15-2 12 0,-4 3 13 15,-4-4 10-15,-11 6 16 0,-8 0 4 0,0-1 2 16,-3 2-9-16,-2-1-16 0,1 3-9 0,-4-2-16 0,-1 1-14 16,-4 1-36-16,0 0-53 0,10-2-51 0,-10 2-54 0,5 0-63 15,-5 0-54-15,0 0-8 0,0 0-28 0,-15 12-65 16,3-4-257-16,-3 2-626 0,0-3 277 0</inkml:trace>
  <inkml:trace contextRef="#ctx0" brushRef="#br0" timeOffset="6881.1">12120 2880 164 0,'0'-7'233'16,"0"7"3"-16,-3-4-19 0,3 4-6 0,0-4-7 15,0 4-11-15,0-6-13 0,0 6-17 0,0 0-21 16,0 0-13-16,0 0-16 0,0 0-18 16,0 0-13-16,0 0-9 0,0 0-11 0,0 0-3 0,9 14-13 15,-9-6 1 1,8 3-10-16,-6 5-3 0,2 5-4 0,3 6-1 16,-5-1-2-16,2 2-4 0,0 0 1 0,1 1-7 15,-4-2 4-15,2-3-4 0,-1 4-1 0,1-4-3 16,1 0 0-16,-3-6 1 0,2 0-1 0,-1-4-1 15,2-2 0-15,-4-1-3 0,5-1-1 0,-4-3 0 16,0-2 2-16,-1 0 1 0,2 0 3 0,-2 1 35 16,0-6 34-16,0 4 35 0,0-4 33 0,1 4 33 0,-1-4 28 0,0 0 17 15,0 0-30-15,0 0-20 0,6-17-17 0,-2 6-17 16,3-4-15-16,3-5-29 0,0-5-29 0,3-1-16 16,1-3-12-16,4 1-9 0,-3-1-5 0,-1 0 2 15,4 2-9-15,-5 3-1 0,1 4 0 0,-5 5-3 16,0 1-7-16,-3 5-2 0,2-1 0 0,-3 4-4 15,2 1-6-15,-4 0-7 0,4 0-16 0,-2 5-10 0,-5 0-4 0,13 5-2 16,-3 1-12-16,-3 4-5 0,6 5 2 16,-1 2 0-16,1 7 4 0,-3 2 6 0,4-1 2 15,-3-1 4-15,2 5 4 0,-4-2 9 0,0 1 4 16,1-1 0 0,-1-2 14-16,-4 1-9 0,-1-9 0 15,1 2 8-15,-1-4-7 0,0-3 6 0,0-1-1 0,-3-2 3 16,0-2 0-16,2-3 6 0,-2 3-4 0,2-4 13 0,-1 1 0 15,-2-4-2-15,0 6 13 0,0-6 17 0,0 0 13 16,2 5 7-16,-2-5-10 0,0 0 11 0,0 0-5 16,0 0-4-16,0 0-5 0,0 0-34 0,0 0-73 15,0 0-32-15,0 0-27 0,1-14-34 0,0 8-52 16,-2-1-45-16,2-4-65 0,-1 2-329 0,0-5-700 16,0 3 311-16</inkml:trace>
  <inkml:trace contextRef="#ctx0" brushRef="#br0" timeOffset="7120.34">12791 2863 238 0,'-3'-3'350'0,"3"3"-19"0,0-5-23 0,0 5-29 16,0 0-17-16,0-6-34 0,0 6-34 0,3-5-27 15,-3 5-15-15,0 0-22 0,0 0-12 0,0 0-23 16,7 15-8-16,-4-8-15 0,1 7-12 0,2 1-12 16,-2 4-19-16,1 10-22 0,1 3-26 0,-2-1-26 0,0 1-32 0,0 1-37 15,-2 2-38 1,0-2-53-16,-4 1-220 0,0 0-458 0,-2 1 203 16</inkml:trace>
  <inkml:trace contextRef="#ctx0" brushRef="#br0" timeOffset="7298.25">12787 3641 52 0,'-3'4'299'16,"3"0"-2"-16,0-4-2 0,-4 8-9 0,4-8-3 16,0 4-15-16,0-4-8 0,0 0-23 0,0 6-20 31,0-6-7-31,0 0-20 0,0 0-21 0,0 0-13 0,-1 6-22 0,1-6-5 0,0 0-18 0,0 0-22 16,0 0-39-16,0 0-53 0,0 0-70 0,0 0-62 15,0 0-84 1,19-13-95-16,-12 8-184 0,-1-4-540 0,0 1 239 15</inkml:trace>
  <inkml:trace contextRef="#ctx0" brushRef="#br0" timeOffset="7850.29">13334 2891 92 0,'6'-3'171'0,"7"2"-11"0,-3-4-15 16,4 3-11-16,0 0-4 0,4 5-14 0,-1-1-9 0,3 3-8 0,-2-1-11 15,-1 3-3-15,-1 1-4 0,0 5-6 0,-1-1-7 16,-5 5-6 0,3 5-4-16,-2 3 1 0,-6-1-2 0,-2 3-11 0,-4 0-4 0,-2 2 0 0,-8 0-11 15,-3 2 6-15,-7 0-5 0,-4 7-1 0,-6 0-11 16,5-11 5-16,1-1 0 0,-1-2-6 0,2-1 0 15,1-6-4-15,8-4-1 16,-2 0 2-16,4-1 10 0,4-7 8 0,-2 2 13 16,7-2 21-16,-1-1 22 0,1-1 25 15,1 0 16-15,0 0 13 0,3-3 12 0,-4 1-22 16,4-1-20-16,0 0-10 0,0 0-8 0,18-4-14 0,-4 1-2 16,4 1-14-16,2 0-10 0,2 0-4 0,4-2-6 15,-5 4-6-15,2-1-3 0,-1 1-3 0,6 0-3 0,-9-1-9 16,2 1 3-16,-3-2-2 0,2 2-1 0,-2 0-5 0,-5 0-15 15,-1-1-26-15,1 0-30 0,-3-2-41 0,3 3-40 16,-8-3-51-16,7 1-59 0,-7-2-64 0,1-1-200 16,-3-1-549-16,-2 1 244 0</inkml:trace>
  <inkml:trace contextRef="#ctx0" brushRef="#br0" timeOffset="8362.7">13774 2737 8 0,'2'-6'313'0,"0"0"-15"0,-2 2-2 0,3 3-11 0,-3 1-30 0,1-4-17 15,-1 4-31-15,3-5-19 0,-3 5-15 0,0 0-23 16,2-2-22-16,-2 2-13 0,0 0-19 16,0 0-8-16,6 11-7 0,-4-6-9 0,-1 8-8 15,2-1-8-15,-1 2-2 0,0 3-6 0,0 0-8 16,-2 3 3-16,0-1-6 0,1 7-5 0,1-7 1 15,-2 1-6-15,2-1-1 16,-2 1-3-16,-1-3-3 0,1-4-2 0,1-4 2 16,-1 0 0-16,2-1-13 0,-2-3 14 0,-2-1 12 15,2-4 47-15,2 8 33 0,-2-8 33 0,0 5 27 16,0-5 15-16,0 0-21 0,0 0-16 0,20-17-13 16,-11 9-14-16,4-5-14 0,1 0-11 0,-4 0-12 15,5 0-11-15,-2 0-11 0,1-2-2 0,-5 8-8 16,-1-2-6-16,0 2-7 0,-2 4-5 0,-1-1-5 0,0 1-9 0,-1-1-9 15,-4 4-15-15,9-1-10 0,-9 1-8 0,16 6-3 16,-9 0-3-16,3 5-11 0,-2-1-8 0,1 7-16 16,1-1-28-16,0 1-40 0,-1-1-41 15,0 1-56-15,1 0-53 0,-2-3-86 0,-3 1-333 0,0-3-753 16,-1-4 334-16</inkml:trace>
  <inkml:trace contextRef="#ctx0" brushRef="#br0" timeOffset="9534.2">15454 2005 84 0,'-6'-5'150'0,"0"-2"-16"16,-5 2-13-16,-5 0-11 0,-3 1-16 0,-9 3-8 16,7 1-4-16,-7 1-2 0,-2 3-13 0,-1 3 0 0,-1-1-8 0,5 3 1 15,-5 0-16-15,4 3 1 0,-3 1-8 0,2 4 3 16,2 0-10-16,4 1-7 0,0 3 1 0,4-2 0 16,8-2-2-16,-2 5 4 0,4 4 2 15,6-9-11-15,1 0-7 0,2-1 7 0,6 3 0 16,2-4 1-16,2 0 4 0,9-3 12 0,-2-2 3 15,3-1 4-15,8-1 3 16,-1-6 3-16,-4 0 3 0,5-6 3 0,-6 0 0 16,0-2 3-16,6-5 14 0,-4-4 3 0,2-3 4 15,-7-3 3-15,5 1 15 0,-6-4-5 0,-2 2 5 16,-4-2 2-16,1-5 11 0,-4 2-10 0,0-4 4 16,-3 0-6-16,-1-6-4 0,3 2 6 0,-4-13 1 15,-3 1 6-15,2 1-10 0,-2 11 11 0,-1 1-12 16,-1 4 1-16,-2 0 1 0,2 5 7 0,0 7 18 0,1 5-3 0,-3 2-11 15,3-1-6-15,-1 9-12 0,1-6-9 0,0 4-15 16,0-1-10-16,0 1-34 0,-3 4-30 0,3 1-52 16,0 0-45-16,0 0-6 0,0 0 8 0,0 0 8 15,0 27 14-15,0-2 5 0,0 1 10 16,0 9 12-16,3-1 4 0,-2 13 4 0,2-12 7 16,2 11 6-16,0-12-1 15,-1 2 11-15,1-1 1 0,-4 1 1 0,6-2 10 16,-2-4 4-16,-1 2-1 0,3-2-1 0,-3 2-1 15,2-4 13-15,-1 1-6 0,-1-5-3 0,-1-4 3 16,3-1 3-16,-2-2-3 0,0-3 1 0,-2-4 1 0,1 2 0 0,0-4 5 16,-2-1-2-16,0 0 1 0,0-1 5 0,2-2 21 15,-3-2 2-15,0-2 8 0,1 7 10 16,1-5 16-16,-2-2-5 0,3 3 15 0,-3-3-21 16,0 0-4-16,22-7-8 0,-2 0-51 0,12-4-59 0,0-2-85 15,3-2-109-15,-4-6-364 0,12-11-677 0,-3-2 300 16</inkml:trace>
  <inkml:trace contextRef="#ctx0" brushRef="#br0" timeOffset="10104.62">15598 1462 6 0,'1'-5'258'0,"-1"-1"-6"0,0 1-18 0,0 3-5 0,0-3-28 16,0 5-14-16,0 0-21 0,0-5-18 0,0 5-19 16,0-4-14-1,0 4-17-15,0 0-8 0,0 0-16 0,0 0-9 16,0 14-8-16,3-5-3 0,-2 2-6 0,-1 5-7 15,1 1 0-15,-1 2-6 0,-1-1-1 0,1 5 0 16,0-3-6-16,0 5-1 0,0-8-6 0,0-4 1 16,-1 0 0-16,1-4-3 0,-3-1-1 0,6-2 0 15,-3 0 1-15,0-1 20 0,-3-1 24 0,3-4 35 16,3 5 43-16,-3-5-26 0,0 0-14 0,6-12-11 0,2 3-11 0,6-4-10 16,-5 5 2-16,4-8-5 0,1 5-11 0,-4-3-3 15,3 0-4-15,-3 4 1 0,-2 2-8 0,-2-1-2 16,0 7-6-16,-2-4-13 0,0 2-8 0,1 2-3 15,-5 2-21-15,13 1-16 0,-13-1-11 0,15 12-8 16,-1-1-13-16,-1 11-11 0,1 1-30 0,0 5-34 16,-5 1-49-1,1 2-66-15,-2 2-276 0,1-4-570 0,-5 1 253 16</inkml:trace>
  <inkml:trace contextRef="#ctx0" brushRef="#br0" timeOffset="10636.66">14716 2675 158 0,'0'0'264'0,"0"0"-18"15,-5 2-22-15,5-2-18 0,0 0-19 0,0 0-18 16,0 0-16-16,0 0-16 0,0 0-11 0,-5 3-14 16,5-3-7-16,0 0-10 15,0 0-12-15,0 0-9 0,0 0-6 0,0 0-9 16,0 0-5-16,0 0-7 0,0 0-6 0,0 0-5 15,0 2-5-15,0-2-3 0,0 0-2 0,0 0-3 16,0 0-2-16,0 0-3 0,0 0-1 0,0 0-3 16,0 0 3-16,0 0 1 0,0 0 9 0,0 0 2 15,0 0 7-15,0 0 5 0,0 0 8 0,0 0 1 16,0 0-5-16,31-7-1 0,3 0 4 0,20-2-1 0,12-2-9 16,30-6 1-16,5 3-2 0,5 0 7 0,7-1 10 15,6 0 11-15,3 1-6 0,-3 1 23 0,-7 1-3 16,2 1-8-16,-12 1-1 0,-11-1-3 0,-32 5-22 15,-3 1 19-15,-18 2-12 0,-2-1 6 0,-9 1 2 16,-7 3 9-16,-7-1 2 0,0 0-5 0,-4-2 1 16,-3 3-11-16,1-2-3 15,-2 2-8-15,-5 0-43 0,7-2-32 0,-7 2-48 16,4-2-69-16,-4 2-82 0,0 0-98 0,-26 1-320 16,6 0-698-16,-6-2 308 0</inkml:trace>
  <inkml:trace contextRef="#ctx0" brushRef="#br0" timeOffset="11407.87">15422 3410 166 0,'0'-7'257'0,"-3"0"-10"16,3 4-14-16,-1-3-1 0,-2-2-24 0,2 3-16 15,-3-2-7-15,-1-1-19 0,0 1-14 0,0-1-13 16,-2 1-13-16,2 1-16 0,0 2-12 0,-5 0-14 15,1 0-7-15,1 2-18 0,-4 1-8 0,3 1-5 16,-2 1-9-16,0 3-7 0,-1 2-2 0,5 0-3 16,-3 3-10-16,2 1 5 15,-2 5-5-15,-2 0 1 0,6 1-4 16,2 2-2-16,1-1 0 0,1-2-4 0,2 2-1 0,1-1 2 16,3 1 2-16,2-3-1 0,2 1-2 0,1-5 3 15,-1-1-3-15,-2 3-4 0,4-7 1 0,-1 3 4 16,-4-4-1-16,2-2 5 0,-1 1 13 0,-1-1 19 15,0-2 3-15,2-5 13 0,-1 1 15 16,1-3 12-16,1-4 5 0,-3 1 7 0,3-8-3 0,-3 0 3 0,4-8-20 0,-4-1 0 16,3-6-5-16,-3-2-7 0,3-10-3 15,-2-4-18-15,-3 1-7 0,2-4 0 0,-1 2-6 16,1 0 8-16,-4 4 4 0,3 13 7 0,-4 6 5 16,1 2 17-16,1 8-1 0,0 5 2 0,-2 3-11 15,1 3-10-15,-1-3-13 0,0 6-43 0,0-1-45 16,0 4-45-16,0 0 9 15,0 0 5-15,0 18 11 0,-1 2 9 0,1 10 9 16,0 3 4-16,0 13 9 0,0 3 5 0,2-2-3 16,1 1 10-16,0-1 10 0,0-1-7 0,0-13 2 15,2 0 6-15,0-2 7 0,4-2-16 0,-1 1-14 16,0-6-9-16,-3-6-13 0,2-3-25 0,-2-2-20 16,-2 1-28-16,1-7-26 0,0 4-27 0,-2-7-19 15,2 3-20-15,-1-3-265 0,2-4-528 0,-5 0 233 0</inkml:trace>
  <inkml:trace contextRef="#ctx0" brushRef="#br0" timeOffset="11856.58">15833 3188 104 0,'0'0'222'16,"5"-1"-26"-16,-5 1-18 0,13 4-20 0,-7-2-17 15,5 3-11-15,-4 2-11 0,4 1-6 0,1 5-16 16,-1 3-9-16,-2 1-7 0,1 1-12 0,-1 6-1 16,-3-2-6-16,4 3-7 15,-5-1-7-15,-3 0 0 0,-2-3-5 0,-2 4-5 16,-2-5-3-16,-2-2-5 0,-2 0 0 0,1-2-3 16,2 0-3-16,-3-4-1 0,2-4 8 0,1 4 6 15,1-4 12-15,0-3 18 0,1 0 28 16,1-2 20-16,-1 1 37 0,2-2 38 0,1-2 36 15,-5 3 30-15,5-3 4 0,0 0-27 0,0 0-28 0,5-15-19 16,-1 8-19-16,1-4-19 0,1-3-14 0,5-4-16 0,-3-2-16 16,6-2-6-16,0 1-13 0,-3 4-9 0,-1 0-10 15,0 3-7-15,-4 4-5 0,0 0-3 0,-2 6-9 16,2-1-8-16,-3 0-11 0,1 2-24 0,-1 1-27 16,2-1-38-16,-5 3-37 0,0 0 18 0,0 0-8 15,12 8 16-15,-10 2 9 0,2-2 10 0,0 5 0 16,2 1 8-16,-2 4-1 15,0-3-13-15,1 5-18 0,-1-2-20 0,0 0-31 16,2-3-27-16,-2 0-23 0,-1-1-32 0,-1-4-32 16,2 0-32-16,-1-2-50 0,-2-4-168 0,0 1-540 15,-1-5 240-15</inkml:trace>
  <inkml:trace contextRef="#ctx0" brushRef="#br0" timeOffset="13025.35">16217 3071 1 0,'2'-2'318'0,"-2"2"-26"16,4-3-21-16,-4 3-29 0,0 0-23 0,1-7-28 15,-1 7-15-15,9 0-22 0,-9 0-16 0,9 2-17 16,-9-2-12-16,9 5-10 0,0 0-11 0,-3 1-9 15,3 4-7-15,-2-3-4 0,0 3-6 0,1 0-7 16,-3 6-3-16,2-2-8 0,-4 4-2 0,0-2-2 16,1 1-1-16,-6 0-9 15,2 0-3-15,-2-2 7 0,-1-3-9 0,2 0-5 16,-3 0 0-16,2 0-2 0,-1-2-2 16,2-2 0-16,-3-1 7 0,3-1-9 0,1-2-4 15,-3 0 2-15,3-1 2 0,-4 0 0 0,4-3 23 16,0 6 11-16,0-6 12 0,0 4 12 0,0-4 10 0,0 0 4 15,0 0 7-15,-2 3-2 0,2-3 2 16,0 0-7-16,0 0-11 0,0 0-1 0,0 0-12 0,1 5-4 0,-1-5-10 16,0 0 5-16,0 0-10 0,0 0-2 0,0 0-4 15,0 0-4-15,0 0 1 0,0 0-11 0,0 0-6 16,0 0 4-16,0 0-5 0,11-2-4 0,-3 2 6 16,5-1-1-16,-2-1-16 0,7 2 6 0,-1-1 2 0,1-1 2 15,-5 2-2-15,1-2 2 0,-2 0 7 0,0 2-13 16,-2-1 4-1,-2 1-4-15,-3-1-2 0,0-1-9 0,-5 2 10 16,10 0 2-16,-10 0 0 0,8-1-4 16,-8 1 2-16,5-1-1 0,-5 1 3 0,0 0-3 0,0 0 4 15,0 0-1-15,0 0 4 0,0 0-10 0,8 0 3 16,-8 0 0-16,0 0-1 0,0 0-1 0,0 0 1 16,0 0-2-16,0 0 1 0,0 0 3 0,6 1-5 15,-6-1-4-15,0 0-1 0,0 0 2 0,0 0 5 0,0 0-4 16,0 0 1-16,0 0 3 0,0 0-2 0,0 0 3 0,0 0 6 15,0 0-8-15,0 0-3 0,0 0 1 16,0 0 1-16,0 0-3 0,0 0 1 0,0 0 0 0,0 0-1 16,0 0 2-16,0 0-6 0,0 0 7 0,0 0-2 15,0 0-1-15,0 0-5 0,0 0-1 0,0 0 2 16,0 0 7-16,0 0-1 0,0 0 0 0,0 0 3 0,0 0-1 16,0 0-1-16,0 0 3 0,0 0-4 0,0 0 4 15,0 0-2-15,0 0-1 0,0 0-6 0,0 0 4 16,0 0 3-16,0 0 4 0,0 0-8 0,0 0 4 15,0 0-2-15,0 0 1 0,0 0 1 0,0 0-1 16,0 0-1-16,0 0 2 0,0 0 0 0,0 0 0 16,0 0-3-16,0 0 1 15,0 0 1-15,0 0-6 0,0 0 0 0,0 0 5 16,0 0-13-16,0 0 8 0,0 0-5 0,0 0 10 16,0 0-10-16,0 0 6 0,0 0-3 0,0 0-5 15,3-4 1-15,-3 4-5 0,0 0-7 0,0 0 12 16,0 0 0-16,0 0-6 0,0 0 5 0,0 0-4 15,0 0 5-15,0 0-2 0,0 0 6 0,0 0 0 16,0 0 6-16,0 0-3 0,0 0 3 0,0 0-2 0,0 0-1 16,0 0 12-16,0 0 4 0,0 0-15 0,0 0 2 15,0 0 2-15,0 0-3 0,0 0-5 0,0 0 10 16,0 0-4-16,0 0 1 0,0 0 4 0,0 0 8 16,0 0-15-16,0 0 4 0,0 0 2 0,0 0 3 0,0 0-5 15,0 0 1-15,0 0 3 0,0 0-7 0,0 0-1 16,0 0-2-1,0 0-8-15,0 0 7 0,0 0 2 0,0 0-3 16,0 0-6-16,0 0 9 0,0 0-1 0,0 0 5 16,0 0 2-16,0 0-8 0,0 0 1 15,0 0 6-15,0 0-4 0,0 0 3 0,0 0 2 16,0 0-3-16,0 0 10 0,0 0-17 0,0 0 6 0,0 0 3 16,0 0-1-16,0 0-2 0,0 0 5 0,0 0-11 15,0 0-6-15,0 0 2 0,0 0 1 0,0 0-1 0,0 0 5 16,0 0 0-16,0 0 2 0,0 0 1 0,0 0-1 15,0 0 1-15,0 0 1 0,0 0 3 0,0 0-1 16,0 0 0-16,0 0 2 0,0 0 0 0,0 0-3 0,0 0-3 16,0 0-15-16,0 0-6 0,0 0-16 0,0 0-16 15,0 0-15-15,0 0-15 0,0 0-15 16,0 0-16-16,0 0-14 0,0 0-15 0,0 0-74 0,0 0-73 0,-3-7-178 16,3 3-514-16,0 4 228 0</inkml:trace>
  <inkml:trace contextRef="#ctx0" brushRef="#br0" timeOffset="37410.82">16289 3096 1 0,'3'-2'136'0,"-3"2"-6"0,6-1-7 0,-3-3 2 0,-3 4-9 0,6-2 9 0,-3-1-4 15,-3 3-5 1,0 0 0-16,0 0-6 0,5-3-2 0,-5 3 0 16,0 0-1-16,5-2-2 0,-5 2 0 0,0 0-1 0,0 0 2 15,0 0-7-15,0 0-1 0,4-3-5 0,-4 3-4 16,0 0-6-16,0 0-4 0,0 0-6 15,0 0-4-15,0 0-6 0,0 0-6 0,0 0-6 16,0 0 2-16,0 0-11 0,0 0-7 0,0 0-5 0,0 0-5 0,0 0-8 16,0 0 1-16,0 0-7 0,0 0-15 0,0 0 0 15,4 8 1-15,-6-1-1 0,4-2 4 16,-4 7-2-16,4-2-1 0,-4 2 0 0,4 5 3 16,-2 0 0-16,0 2 5 0,0 1-7 0,1-1 1 15,0 1 2-15,-1 5-2 0,1-5 3 0,-1-1 0 16,2-2-1-16,-2 1 3 0,1-2 0 0,2-1-3 0,-2-5 2 15,0 3-6-15,-1-5 4 0,1-2 1 0,1-2-2 0,-2 3 5 16,0-4-3-16,1 1 5 0,0-1 14 0,-1-3 11 16,0 5 12-16,0-5 16 0,0 4 10 0,0-4 10 15,0 0 25-15,0 0 10 0,0 0 22 0,2 3 10 16,-2-3 3-16,0 0 15 0,0 0 3 0,0 0 1 31,0 0 0-31,0 0-3 0,0 0-31 0,0 0-21 16,6-17-10-16,-4 9-13 0,2-1-8 0,0-3-14 0,0 0-8 0,1 0-11 15,3-5-10-15,-1-1-12 0,1 0-8 0,4-7-8 16,2 1-9-16,-2 0-8 0,5 4 1 16,-8 2 2-16,6-3 3 0,-3 5-1 0,-2 1-4 0,4 1 1 15,-5-1 0-15,-1 6 2 0,-1 0 2 0,0 1-2 16,-2 1-3-16,-1 2 6 0,0 0-7 0,1 1 3 16,-2 0-2-16,0 3 1 0,-1-2-4 0,-2 3-4 0,0 0-3 15,6-3-5-15,-6 3-26 0,0 0-13 0,0 0 9 16,10 7 7-16,-4 1 3 0,1 0 1 0,2 5 3 0,0 3-4 15,-1-3 10-15,1 1 3 0,3 4 4 16,-6-1 1-16,5 0-4 0,-1 3 4 0,1 2 2 16,1-5-1-16,-6 1 3 0,3-3 10 0,0 2 2 15,-1-3-6-15,-3-3 2 16,0 0 4-16,-1 1-7 0,1-3 6 0,-4-3-4 16,4 1-2-16,-2-2 3 0,-2 3 0 0,0-4 7 15,1 0-8-15,-1 2 4 0,0-2-3 0,-1-4 0 16,2 3 6-16,-2-3-2 0,1 5 5 0,-1-5-3 15,1 3 2-15,-1-3 4 0,0 0 6 0,0 0 4 16,3 4-17-16,-3-4 11 0,0 0-5 0,0 0 3 16,0 0 2-16,0 0 0 0,0 0-1 0,0 0 0 0,0 0 1 15,0 0 10-15,0 0 4 0,0 0-4 0,2 2-1 0,-2-2 1 16,0 0 2-16,0 0-1 0,0 0-5 0,0 0-18 16,0 0-9-16,0 0-36 0,0 0-90 0,0 0-106 15,0 0-78-15,2-14-70 0,-1 7-260 16,-2 0-708-16,-2 1 313 0</inkml:trace>
  <inkml:trace contextRef="#ctx0" brushRef="#br0" timeOffset="38536.22">16381 3088 129 0,'0'0'215'0,"0"0"-10"16,0 0-11-16,0 0-14 0,0 0-14 0,0 0-16 0,1-4-13 0,-1 4-11 16,0 0-14-1,0 0-13-15,0 0-8 0,0 0-13 0,0 0-8 0,0 0-11 0,0 0-6 0,0 0-8 16,0 0-3-16,0 0-6 0,0 0-6 0,0 16-3 15,-1-10-1-15,0 2 1 16,-3 5-5-16,3-2-4 0,1 5 2 0,-1-1-6 16,-1 0 2-16,2 1-4 0,-1 1 2 0,1 0-6 15,-1 0 2-15,1-1-3 0,-1-1 1 0,-1-3 0 16,2 0 1-16,0 1 2 0,-1-2-5 0,1 0 0 16,0-2-1-16,0-2 4 0,1 0-3 0,1-1 0 15,-2 1-2-15,0-4 3 0,0 1 5 0,0 0 9 16,0 0 18-16,0-4 0 0,0 4 11 0,0-4 6 0,0 0 14 15,0 0 6-15,-2 4 6 0,2-4 5 0,0 0 6 16,0 0 2-16,0 0 9 0,3 4-3 0,-3-4 2 16,0 0 5-16,0 0-6 0,0 0 2 0,0 0 0 15,0 0-2-15,0 0-3 0,0 0 2 0,0 0-4 16,0 0 1-16,0 0-6 0,0 0 10 0,0 0 2 16,0 0-20-16,0 0-19 0,2-13-6 0,1 6-6 0,-2 1-5 0,4-2-8 15,-2-2 2-15,3-2-9 0,-2 1-4 0,4-5 2 16,1 1-10-16,0 1-8 0,2-1-12 0,1-2-11 15,3-4 3-15,-1 6-2 0,0 1 8 0,0-2-15 16,1 3 9-16,1 2-4 0,-3 0 3 0,-1-1-2 16,4 2 2-16,-7 0 3 0,2 3-3 0,-2 0 3 15,-1 0-2 1,0 2-3-16,-2 0 1 0,-2 3 4 0,-1 1-5 16,1-1-1-16,-4 2-38 0,8-2 6 0,-8 2 1 15,10 5 0-15,-5 2-9 0,0 2 3 0,2 2 1 0,-1 2 3 16,3 1 8-16,-1 3 4 0,-2-1 8 15,1 1-1-15,-2 1 1 0,2 0 2 0,0 1 2 16,-2-1 1-16,0 0 5 0,0-2 11 0,0-1-11 16,-2-2 2-16,-1-1 2 0,2 0 6 0,-3-2-3 0,3 0-2 0,-2-5 5 15,-1 4 0-15,0-5 1 0,0 0-5 0,-1 1 2 16,2-1 3-16,-1-2 0 0,-1-2 3 0,0 6 2 16,0-6-4-16,1 2-3 0,-1-2 8 0,3 4-1 15,-3-4 1-15,0 0 11 0,0 0-15 0,0 0 2 16,1 3 1-16,-1-3 3 0,0 0 6 0,0 0-4 15,0 0-8 1,0 0 5-16,2 2-1 0,-2-2 13 0,0 0 13 16,0 0 5-16,0 0-4 0,0 0 6 0,0 0-3 0,0 0-4 0,0 0-1 15,0 0-4-15,0 0-6 0,0 0 2 0,0 0-16 16,0 0-21-16,0 0-25 0,0 0-40 0,0 0-44 16,0 0-97-16,0 0-130 0,0-14-307 15,-2 11-715-15,2-2 316 0</inkml:trace>
  <inkml:trace contextRef="#ctx0" brushRef="#br0" timeOffset="40869.9">17788 1690 85 0,'0'0'221'0,"0"-5"-30"15,0 5-14-15,0-4-26 0,0 4-22 0,0 0-34 16,0 0-5-16,0 0-15 0,-14 15-3 0,0 8-10 15,-5 6-4-15,-7 18-7 0,-4 3-5 0,-11 24-5 16,0 2-11-16,6-1 6 0,7 5 4 0,9-25 21 16,1 4 0-16,4-2 4 0,8-1-2 0,3-1-1 15,6-3 3-15,6-6-11 0,2-12 9 0,5 1-3 16,8 4-3-16,-1-13 4 0,11 8-6 0,-4-12 4 0,12 1 2 16,-11-6-3-16,3-1-3 0,-2-4-6 0,0-2 0 0,-3 0-6 15,-2-4-2-15,-9 0-4 0,-2-4 3 0,-3 1-9 16,-5-3 0-16,-1 5 14 0,0-5 9 0,-2 1 10 15,-5-1 4-15,9 3-4 0,-9-3-1 0,0 0-6 16,9 0-2-16,-9 0-2 0,0 0-43 0,0 0-59 16,0 0-57-16,0-12-53 0,-4 5-63 0,-1 1-266 0,0-3-529 15,-3 0 233-15</inkml:trace>
  <inkml:trace contextRef="#ctx0" brushRef="#br0" timeOffset="41417.61">18313 2155 25 0,'3'-3'211'0,"2"-1"-21"0,0 1-17 16,2-2-23-16,-2 3-11 0,1 2-19 0,2-1-11 15,-2-1-14-15,-6 2-4 0,16 3-18 0,-4-1-4 16,-5 8-2-16,3-2-3 0,-4 6-5 16,3 0-2-16,-4 10-7 15,-2-4-4-15,-3 6-3 0,-3 1-5 0,-2-3-1 16,0 0-4-16,-4 1-4 0,0-1-5 0,0 0 1 15,-1-7-3-15,1 0-1 0,-1 0-1 0,0-3 0 16,3-3-6-16,3-2 3 0,-1-2-4 0,3-2 7 16,-1-1 25-16,0 1 22 0,1-2 38 0,0 1 42 15,2-4 41-15,-3 2 31 0,3-2 2 0,0 0-27 16,9-13-21-16,-1 3-20 0,3-5-14 0,8-4-9 0,0-5-15 16,-1 2-14-16,5-3-10 0,-1 1-10 0,1-1-13 15,-1 5-4-15,-1 0-7 0,-6 6-2 0,-2 0-16 16,-1 5 3-16,-2 0-14 0,-3 4 3 0,-2 1-12 0,1-1-33 15,-6 5-8-15,7 0-10 0,-7 0-5 0,12 10-8 16,-8-1-1-16,3 1 2 0,0 7 5 0,-3 0-3 16,6 7-10-1,-6-5 28-15,4 5-7 0,-2 1 9 0,-2-3 1 16,1 1 6-16,-1-3-20 0,0-1-22 0,0-2-27 16,-2-1-19-16,1-3-30 0,1-1-22 0,-2-2-31 15,0 1-51-15,-1-3-39 0,-1-5-222 0,2 2-539 16,-2-5 239-16</inkml:trace>
  <inkml:trace contextRef="#ctx0" brushRef="#br0" timeOffset="41770.97">18782 1855 106 0,'2'-3'268'0,"-2"3"-30"0,1-4-27 0,-1 4-21 15,0 0-25-15,10 7-11 0,-5-3-15 0,4 1-12 16,-2 5-14-16,2 2-10 0,-2 4-13 16,3 2-9-16,-6 1-7 15,1 5-10-15,-1 1-3 0,0 1-13 0,-8 3 3 16,-1-3-8-16,0-1-1 0,-3 2-7 0,3-2-3 15,0-7-2-15,1-2-4 0,-1-3-3 0,1-4 1 16,2-2-7-16,0-1 2 0,1 1-2 0,1-2 4 16,0-1 0-16,0-4 8 0,1 6 14 0,-1-6 1 15,18 2-4-15,0-2-5 0,14-3-4 0,-1-3-28 16,2-1-40-16,0-2-60 0,3 1-66 0,-3-2-265 0,-2-2-461 0,1 0 204 16</inkml:trace>
  <inkml:trace contextRef="#ctx0" brushRef="#br0" timeOffset="42134.06">19447 2353 171 0,'0'0'184'0,"0"0"-7"15,-6 2-14-15,6-2-12 0,0 0-6 0,0 0-15 16,0 0-4-16,0 0-4 0,0 0 4 0,0 0 6 0,0 0 0 0,0 0-9 15,0 0-8-15,0 0-11 0,0 0-7 0,19-3-12 16,-8 2-6-16,3-2-7 0,17 1-6 0,2-1-7 16,0 2-6-16,2-2-10 0,1-1-12 0,-1 0-34 15,1 0-34-15,-5-2-50 0,-2 2-63 0,-2 1-63 16,-10-2-153-16,-1-1-397 0,-4 0 175 0</inkml:trace>
  <inkml:trace contextRef="#ctx0" brushRef="#br0" timeOffset="42502.74">20088 2031 324 0,'-2'-2'363'0,"0"-2"-20"0,2 4-25 15,0-6-28-15,0 6-25 0,-2-2-26 16,2 2-28-16,0 0-25 0,0 0-22 0,0 0-39 16,0 0-42-16,0 0-7 15,0 0-15-15,4 14-2 0,-1 3-10 0,1 0-1 16,0 3-8-16,1 4-2 0,-1 5-4 0,0 0 1 16,-4-3-2-16,6 4-4 0,-2-2 5 0,-3-3-10 15,2 2-4-15,-2-6-2 0,1-3 0 0,0-2 1 16,-1-4-2-16,2 0 0 0,-3 0-4 0,0-5 1 15,1-1-4-15,3 1-3 0,-4-1 4 0,0-3-5 16,0 0 1-16,0 4 2 0,0-7-8 0,0 5-13 0,0-5-15 16,2 2-12-16,-2-2-20 0,0 0-10 0,0 0-19 15,3 3-4-15,-3-3-6 0,0 0-56 0,0 0-82 0,0 0-228 16,-14-12-503-16,9 2 222 0</inkml:trace>
  <inkml:trace contextRef="#ctx0" brushRef="#br0" timeOffset="42920.09">20170 1862 104 0,'0'0'249'0,"0"0"-31"0,0 0-21 0,0 0-23 16,0 0-14-16,0 0-20 0,14 5-15 0,-1 2-13 16,1 4-13-16,9 7-5 0,0 3-8 0,4 4-4 15,0-1-9-15,5 16-4 0,-2-1-4 0,-7-9-6 16,0 19-4-16,-5-1-5 0,-4 0 3 0,-7-11-12 0,-4 8-1 0,-1-11-5 16,-9 12-2-16,-2-12-2 0,-3 0-5 15,-6 10 1-15,-3-15-5 0,-2-2 1 0,-1-1 0 16,-7-2 8-16,5-4 2 0,-2-1 1 0,-1-2 0 15,0 0 2-15,3-3-1 0,7-6 2 0,1 0 7 16,5-2 2-16,1-1-8 0,2-1 0 0,3 1-2 16,1 0-1-16,0-5-1 15,1 3 16-15,5-3 11 0,-8 3 9 0,8-3 0 16,-7 1-6-16,7-1-3 0,0 0-13 0,0 0-17 16,0 0-17-16,0 0-29 0,0 0-47 0,26-1-69 15,-15-2-66-15,7 2-102 0,-8-5-175 0,4 0-513 16,-2 1 228-16</inkml:trace>
  <inkml:trace contextRef="#ctx0" brushRef="#br0" timeOffset="44377.07">20557 1764 29 0,'0'0'280'0,"2"-4"-13"0,-2 4-13 0,0 0-23 16,2-3-16-16,-2 3-23 0,0 0-22 0,0 0-18 16,0 0-22-16,0 0-3 0,0 0-25 0,0 0-22 15,0 0-14-15,0 0-7 0,0 0-6 16,4 15-8-16,-2-6-6 0,1 2-1 0,-2 6-5 16,3-2-2-16,-4 3-3 0,4-1-5 0,-3 0 5 15,2 0-8-15,-1 0 1 0,2-2-5 0,-1-1 0 0,-2-2 1 0,0-1-5 16,3 0 4-16,-4 0-5 0,1-5 9 0,-1 0-9 15,0-1 5-15,3-1-7 0,-3 0-1 0,0-4 16 16,1 5 44-16,-1-5 23 0,0 0 40 0,0 0 38 16,0 0 14-16,0 0-14 0,0 0-15 0,12-9-19 15,-6 1-19-15,2-2-7 0,2-7-19 0,4-2-1 16,4-5-11 0,0 3-9-16,0-1-9 0,1 1 2 0,-4 5-11 15,-3 3-10-15,-1 5 0 0,-6 1-10 0,3-3-2 16,-3 5-13-16,0 2 1 0,-1-2-9 0,-4 5-22 15,5-4-41-15,-5 4 3 0,0 0 19 0,15 9-10 16,-7-2-10-16,0 2 6 0,1 4 2 0,0 3-4 16,-3-2 11-16,3 2 2 0,-1 2 5 0,1-2 1 0,-3-1-21 15,-2-3-16-15,0 4-18 0,0-3-31 0,2 1-25 0,-6-2-41 16,1-1-61-16,-1-1-61 0,-1-2-227 0,1 1-574 16,0-4 255-16</inkml:trace>
  <inkml:trace contextRef="#ctx0" brushRef="#br0" timeOffset="52809.98">8491 5561 165 0,'0'0'228'0,"0"0"-5"0,0 0-11 0,-8 0-3 15,8 0-11-15,0 0-8 0,0 0-5 16,0 0-13-16,0 0-11 0,0 0-14 0,0 0-16 0,0 0-15 16,19-8-12-1,-5 4-9-15,5-3-14 0,12 0-9 0,2-3-18 16,8 3-28-16,-4-1-36 0,2 0-44 0,-4 2-45 15,0 3-50-15,-1-4-49 0,-7 2-179 0,-5 3-408 16,-3-1 181-16</inkml:trace>
  <inkml:trace contextRef="#ctx0" brushRef="#br0" timeOffset="52979.13">8657 5796 38 0,'-4'5'221'0,"4"-3"-15"0,-4 1-8 0,3 1-12 15,1-4-16 1,0 0-15-16,0 0-15 0,0 0-16 0,24-4-12 0,-7-3-15 16,3 4-6-16,7-7-39 0,1 1-53 0,1-1-82 0,0 1-202 0,-5-3-308 0,-5 2 137 0</inkml:trace>
  <inkml:trace contextRef="#ctx0" brushRef="#br0" timeOffset="53427.02">8833 5352 353 0,'-2'-1'333'0,"2"1"-28"0,-3-2-29 16,3 2-27-16,0 0-30 0,-6-3-28 16,6 3-20-16,0 0-20 0,0 0-17 0,0 0-13 15,0 0-14-15,15 12-5 0,0-4-14 0,-2-3-8 16,0 5-14-16,6-1-17 0,-1-1-16 0,0 1-9 0,2-3-16 0,7 5-11 15,-9-7-2-15,2 2-7 0,2 1-5 0,-3-5-1 16,2 2 0-16,-11-1-1 0,3-3 2 0,-3 3 2 16,0-2 2-16,-1 0 4 0,-1 1-4 0,-3-1 3 15,0-1 0-15,1 0 1 0,-1 1-2 0,-5-1-4 16,8 3 1-16,-8 0 4 0,-1 6 5 0,-3 1 8 16,-4 5 1-16,-4 9-1 15,-2 5 2-15,-7 0 1 0,-3 14-1 0,7-13 4 16,-10 13-2-16,3-2 1 0,9-9 2 0,-3-3 9 15,3 3 0-15,2-4-1 0,1 1 4 0,2-4-3 16,-1 3-2-16,2-5 2 0,1-7-1 0,3 1 0 16,1-5 1-16,0-1-4 0,3-5 6 0,-3 1 1 15,4-2 5-15,0 0 1 0,0-5 9 0,0 10 14 16,-1-8 15-16,1-2-5 0,0 0 6 0,0 9-5 0,0-9 13 16,0 0-23-16,-3 3-1 0,3-3-4 0,0 0-5 15,0 0-6-15,0 0-20 0,0 0-36 0,0 0-32 0,0 0-40 16,0 0-43-16,0 0-51 0,0 0-374 0,0 0-605 15,0 0 267-15</inkml:trace>
  <inkml:trace contextRef="#ctx0" brushRef="#br0" timeOffset="54419.21">10819 5307 229 0,'0'-4'223'16,"0"-2"-9"-16,0 6-9 15,0-6-4-15,1 3-9 0,-1-2-18 0,0 5-16 16,4-4-20-16,-4 4-14 0,0 0-17 0,0 0-10 16,0 0-12-16,0 0-12 0,5 13-10 0,-4 0 2 15,3 4-9-15,0 2-5 0,4 9-3 0,-7-1-3 16,3 3-6-16,2 2-2 0,-6-1-6 0,3-1-2 15,1 1 6-15,-3-3-11 0,3 1-1 0,-3-7-3 16,-2-2-5-16,2-1 3 0,-1-4-5 0,0-1-1 0,0-4 1 0,3-1-4 16,-3-1 4-16,0-2-1 0,1-2-3 0,-1 0 4 15,1 1 33-15,-1-1 28 0,1-1 30 0,-1-3 34 16,3 3 32-16,-3-3 26 0,0 0 23 0,0 0 9 16,0 0-28-16,0 0-22 0,8-17-16 0,-6 2-23 15,2-4-13-15,6-6-27 0,-2-6-21 0,3 2-18 16,1-2-11-16,1-1-14 15,-1-1-6-15,1 4 1 0,0 1-5 0,1 6-5 16,-3-4-3-16,1 9-1 0,-4 1-6 0,2 1 0 16,-5 4 5-16,0 2-10 0,-1 0-3 0,1 2-1 15,-2 2-4-15,-2 0-12 0,4 3 1 0,-5 2-1 0,0 0-11 16,14 9-5-16,-5-1-3 0,-1 7-2 0,1 1 2 16,-2 3 7-16,7 6-3 0,-5 4 1 15,0-5 3-15,-1 7 14 0,1-3-11 0,-3 1 3 0,-1 2 2 0,1-2-4 16,-4 1 18-16,2-4-15 0,-3 0 10 0,0-7-12 15,1 0 27-15,0-2-14 0,-2-2 2 0,2-3 3 16,-2-1-6-16,0-3 8 0,0-2-3 0,2 0 5 16,-2-1 7-16,0-2-9 0,0 1 6 0,0-4 0 15,1 5 5-15,-1-5 8 0,2 5 6 0,-2-5 1 16,0 0 2-16,1 3 4 0,-1-3 0 0,0 0-16 0,20-6-27 16,-3-3-45-16,7-1-67 0,3-5-74 0,2-1-94 15,2-3-120-15,9-11-256 0,-11 9-723 0,-1-3 320 0</inkml:trace>
  <inkml:trace contextRef="#ctx0" brushRef="#br0" timeOffset="54830.6">11681 5249 140 0,'0'-4'316'15,"0"0"-11"-15,-1 0-8 0,1-1-4 0,0 5-18 16,0-7-18-16,0 7-21 0,0 0-21 16,0-4-27-16,0 4-21 0,0 0-18 0,-2-3-24 15,2 3-17-15,0 0-22 0,0 0 11 0,6 11-26 16,-5 1-6-16,-1 0-11 0,5 13-1 0,-1 2-5 0,0 2-4 16,-1 0-2-16,0 0 6 0,1 4-17 0,0 0 1 15,1 3-6-15,-1-2-3 0,1-5-30 0,-1 2-24 0,5-2-18 16,-4 0-35-16,-1 0-26 0,0-5-30 0,0-3-23 15,1-3-34-15,0-2-29 0,-1 1-238 0,-2-7-503 0,3 3 222 16</inkml:trace>
  <inkml:trace contextRef="#ctx0" brushRef="#br0" timeOffset="54984.94">11831 5936 126 0,'1'3'246'0,"-1"-3"4"0,1 5 8 15,-1-5 10-15,0 0 9 0,0 2 12 0,0-2-6 16,0 0-10-16,2 3-18 0,-2-3-20 0,0 0-24 15,0 0-20-15,0 0-22 0,0 0-17 0,0 0-39 16,0 0-32-16,0 0-47 0,2 4-70 0,-2-4-66 16,0 0-87-16,0 0-95 15,0 0-233-15,0 0-560 0,0 0 248 0</inkml:trace>
  <inkml:trace contextRef="#ctx0" brushRef="#br0" timeOffset="55932.57">12499 5261 30 0,'0'-4'170'0,"3"1"-7"0,-1-2-24 0,3 1-4 0,1 0-14 16,2-2-6-16,4 2-9 0,-3-2-7 0,6 4-4 15,2-1-5-15,2 1-11 0,0 0-3 0,0 2-6 0,2 2-1 16,0 1-8-16,0 4 1 0,-1 0-5 16,0 3-4-16,4 2-5 0,-1 5-4 0,-1 2-3 15,-4 0-2-15,-3 5-3 0,-2-2-6 0,-2 2 0 16,-6 1 1-16,-5 2-6 15,-1-1 0-15,-4 1 0 0,-7 0-3 0,0 0 5 16,-5-2 2-16,-1 0 3 0,-1-6-3 0,-4 3 6 16,1-2-4-16,-1-1 3 0,-4 0 3 0,4-5 0 15,-1 1 2-15,7-5 1 0,0-1 0 0,0-1-4 16,4-1-3-16,7-2-3 0,-2-3 0 0,3 1-4 16,-4-1-1-16,4 0 9 0,1 2 17 0,4-4 3 15,-5 3-2-15,5-3-4 0,-3 1 0 0,3-1-4 0,0 0 1 0,13 1 1 16,1-2-2-16,3 0-5 0,7-1-1 0,6-3-6 15,2 3-7-15,1 0 3 0,3-2-1 16,-1 3-4-16,1 0-6 0,-1-2 3 0,-3 2-3 0,-3 1 20 16,-7-3-1-16,-4 3-4 0,-2 0 2 0,-6-2-4 15,-2 4-5-15,2-4-1 0,-2 2-2 0,-8 0 2 16,9-1 4 0,-4 1 0-16,-5 0-2 0,0 0 2 0,9-2-11 15,-9 2-5-15,0 0-25 0,1-3-31 0,-1 3-39 0,0 0-39 16,-19-1-50-16,6-2-67 0,1 1-76 0,-4-4-173 15,2 2-528-15,3-1 234 0</inkml:trace>
  <inkml:trace contextRef="#ctx0" brushRef="#br0" timeOffset="56601.38">13074 5013 294 0,'1'-6'282'0,"2"5"-4"0,-3 1-12 0,1-6-10 0,-1 6-23 0,0 0-22 0,3-3-25 16,-3 3-24-16,0 0-18 0,0 0-12 15,0 0-20-15,0 0-11 0,0 0-13 0,8 10-2 16,-7-3-14-16,2 2-6 0,0 2-9 0,1 0-8 16,-1 7 0-16,-1-3-5 0,2 3-6 0,-1 2 3 15,-2-1-8-15,1-1-6 0,0-1 1 0,0-2 2 16,1 1-9-16,-3-6 0 16,2 0-4-16,0-3-1 0,-2 1 3 0,1-2-4 15,-1-2 1-15,2 2-1 0,-2-1 18 0,2-3 36 16,-2-2 31-16,0 0 33 0,2 4 23 0,-2-4 18 15,0 0-9-15,0 0-16 0,8-6-16 0,-3-1-12 16,2-1-14-16,1-2-12 0,1 1-10 0,4-5-11 16,-4 4-6-16,0 2-7 0,-4 2-3 0,0 2-12 15,-1-1-12-15,4 1 0 0,-6 2-6 0,2-1-21 0,-4 3-8 0,9 0 1 16,-2 3-10-16,-1 0 2 0,1 5-13 0,1 1 2 16,0 0 0-16,2 3-2 0,-2 2-1 0,3 1 3 15,-2-1 3-15,-2 3-7 0,2-2-13 0,-3-3-6 16,1 3-31-16,-3-3-24 0,2-3-31 0,-3 0-22 15,1-3-25-15,-4-1-22 16,2 2-25-16,-2-2-21 0,0-5-24 0,3 7-13 16,-3-7-278-16,0 0-604 0,0 0 267 0</inkml:trace>
  <inkml:trace contextRef="#ctx0" brushRef="#br0" timeOffset="57151.64">13599 4773 219 0,'3'-2'207'0,"2"1"-18"0,-5 1-26 0,14 4-12 16,-5 2-10-16,4 6-6 0,6 8-11 0,3 7-3 15,-3 5-6-15,8 15-4 0,-3 6-2 0,0 3-3 16,3 24-1-16,-3 2-8 0,-9 3-5 0,-5-3-6 15,-13 0-8-15,2-22-4 0,-7 18-8 0,-1-23-4 16,-10 0 2-16,0-5-5 16,2-4-2-16,-7 2-1 0,-4-7-2 0,-5 1-4 15,-7-6-1-15,-2 1-5 0,-7-2-1 16,-26 14 2-16,-3-9-19 0,-9-5-58 0,-9-5-80 16,-8-2-124-16,-9-11-217 0,-1 0-491 0,-2-8 217 0</inkml:trace>
  <inkml:trace contextRef="#ctx0" brushRef="#br0" timeOffset="57705.4">10667 5146 171 0,'1'-5'197'16,"2"0"2"0,-2-1 8-16,0 2 4 0,-1 2-5 0,0 2-18 15,3-6-17-15,-3 2-18 0,0 4-18 0,0 0-16 0,0 0-18 0,0 0-11 0,0 0-9 16,-14 14-11-16,-3 8-10 0,-6 5-7 0,-9 24-6 0,-6 23 0 16,-2 4-4-16,4 1-5 0,5 0-4 0,5 0 0 15,13-22 0-15,5-2-5 0,6-2 12 16,7 2 3-16,5-6-2 0,11-1-2 15,8-1 1-15,9-8-3 0,11-2-2 0,30 5-22 16,9-13-41-16,8-7-80 0,17-10-121 0,-1-10-214 16,2-6-480-16,-3-3 213 0</inkml:trace>
  <inkml:trace contextRef="#ctx0" brushRef="#br0" timeOffset="58576.07">14661 4971 192 0,'-1'-2'272'0,"1"2"-13"16,0 0-20-16,0 0-25 0,0 0-16 16,0 0-27-16,0-6-18 0,0 6-18 0,0 0-22 0,0 0-11 15,0 15-11-15,0-2-9 0,0 3-5 0,-1 11-5 16,-2 3-9-16,2 5-5 0,-2 12-4 0,1 5-6 15,-2-4-3-15,6 6-2 0,-4-2-7 0,2 3 0 16,2-4-5-16,1-5-3 0,1 0 0 0,-3-10-4 16,2-5-3-16,3 1 1 0,-6-1-1 0,5-4-3 15,-1-1-2-15,-2-6-2 0,1-2 1 0,0-3-1 0,-1-4-1 0,0 2 4 16,0-4-7-16,-2-1 3 0,0-3-1 16,1 1 3-16,2-1-4 0,-3-1 6 0,1-1 4 0,-1-3-4 15,2 4 3-15,-2-4-1 0,0 0-20 0,0 0-45 16,0 0-37-16,0 0-48 0,-7-13-42 0,5 2-42 15,0-1-209-15,-2-5-459 0,0-3 203 0</inkml:trace>
  <inkml:trace contextRef="#ctx0" brushRef="#br0" timeOffset="58892.51">14594 5057 1872 0,'-4'-18'51'0,"-1"-1"8"0,0 2 14 15,2 2 13-15,0 1-2 0,0 2-3 0,0 3-13 0,0-2-2 0,2 4-7 16,1 0 1-16,-1 0-4 0,2 2-12 0,2 0-3 16,2 1-5-16,3-1-4 0,4 3-5 0,1 0-3 15,9 3-4-15,-1 0-2 0,10 3 6 0,1 5-3 16,-1-1-3-16,1 4 0 0,0 2 0 0,-3 2-1 16,-1 2-1-16,-3 1-4 0,-2-1-5 0,-2 1 2 0,-2 1 0 15,-6 1-9 1,-4-7 3-16,-2 3-3 0,-4-2 3 0,-3 2-4 15,-6 0 6-15,-3-2 3 0,-1 1 5 0,-7-2 1 16,-7 1 3-16,-2-1 5 0,-2-1 1 0,0 1 1 16,-1 1 1-16,-1-4-3 0,2-1-3 0,4 2-2 15,1-6-3-15,-2 5 6 0,5-3-1 0,2-1-4 16,4 3-40-16,-1-2-40 0,5-1-45 0,3-1-48 16,2 2-29-16,5-3-41 0,0 2-195 0,5-5-457 0,4 5 202 15</inkml:trace>
  <inkml:trace contextRef="#ctx0" brushRef="#br0" timeOffset="59340.39">15091 5605 236 0,'6'-13'388'0,"-6"13"-16"0,0-1-11 16,0 1-35 0,0 0-37-16,1-5-29 0,-1 5-22 0,0 0-35 15,0 0-21-15,0 0-19 0,0 0-25 0,0 0-14 16,0 0-12-16,0 0-11 0,3 11-5 0,-1-3-15 16,-2 1-10-16,4 6-3 0,-4 2 3 0,0 0-18 15,0 1-3-15,0-1-4 0,0 4-4 0,-2-2-3 16,-2 0-11-16,4-4 1 0,0 1-3 0,-1-5-7 15,2 0 6-15,-2-3-2 0,1-2-6 0,0 0 4 0,0-6 0 0,0 6 13 16,0-6 8-16,0 5 51 0,0-5-9 0,0 0-9 16,0 0-6-16,18-16-5 0,-11 7-10 15,5-3-3-15,-1 0-6 0,2-4-9 0,0 0 1 16,-3 2-9-16,4 0-3 0,-1 2-2 0,-4 3-5 0,-3 1-2 0,3 2 1 16,-4 1-6-16,2 0-11 0,-5 3 1 0,4-1 1 31,-6 3-10-31,8 1-7 0,0 2-7 0,2 3-1 15,0 0-18-15,1 0-5 0,0 4-24 0,-1 0-30 16,-1-1-28-16,0 0-35 0,0 2-46 0,0-1-59 16,0-1-64-16,0-2-289 0,-3-2-671 0,-1 0 298 15</inkml:trace>
  <inkml:trace contextRef="#ctx0" brushRef="#br0" timeOffset="60010.96">16153 5199 19 0,'0'0'197'0,"0"0"-4"0,-8 0-3 0,8 0-3 16,0 0-6-16,0 0 3 0,0 0-9 0,-8 2-12 0,8-2-11 0,0 0-9 15,0 0-14-15,0 0-12 0,0 0-11 0,0 0-11 16,0 0-9-16,29-2-9 0,-10-1-8 0,0 1-5 15,1 0-5-15,8 1-7 0,-6-1-6 0,1 0-5 16,0 0-2-16,5 1-4 0,-9 1 15 0,0 0-5 16,-6-2-5-16,5 2-1 0,-8 0-8 0,3 0-14 15,-8 0-26-15,0 0-27 16,-5 0-31-16,8 0-30 0,-8 0-12 0,0 0-32 16,0 0-33-16,0 0-224 0,-9 8-432 15,1-7 192-15</inkml:trace>
  <inkml:trace contextRef="#ctx0" brushRef="#br0" timeOffset="60311.52">16130 5441 128 0,'-4'0'323'0,"1"2"-25"0,3-2-21 0,-2 3-21 0,2-3-22 0,0 0-24 16,0 0-19-16,21-4-22 0,0 3-17 0,8 1-14 16,6-3-14-16,2-1-13 0,1-1-9 0,-1 4-14 15,14-3-11-15,-14 1-5 0,-1 2-6 0,1 0-9 16,0-1-3-16,-5-1-4 0,-5 1-7 0,-10 2-3 16,-3 0-3-16,-3-1-2 0,-2 1-8 0,0 0-13 15,-4-2-16-15,0 0-22 16,-1-1-26-16,-4 3-52 0,0-4-61 0,0 4-74 15,-11-5-230-15,4 1-503 0,-3 0 222 0</inkml:trace>
  <inkml:trace contextRef="#ctx0" brushRef="#br0" timeOffset="64350.98">18326 4967 17 0,'-7'-5'178'0,"-4"0"-16"0,0 2-13 16,-7 0-11-16,-1 3-8 0,-3 0-9 16,-6 0-5-1,-3 2-9-15,-1 2-10 0,0 0 5 0,2 2-19 16,-1 2-5-16,-1 1-7 0,1-1-5 0,3 6-3 15,0-3-7-15,3 4-4 0,6-5-8 0,2 2-4 16,2 0-4-16,0 1-3 0,3 3-7 0,0-4 0 16,7 2-1-16,1 0-5 0,3-3 3 0,1 2-4 15,4-2 2-15,2 4 2 0,2-4-7 0,4 0 0 16,3-2 3-16,1-1-2 0,4-4 6 0,0 0 2 0,1-1 3 0,10-2 0 16,-10-4-5-16,8-1 5 0,-2-1 11 0,-1-3 6 15,-1-4 11-15,-1 0 7 0,-2-3 7 0,-1-3 9 16,-5 4 3-16,-2-7 2 0,1-6 0 0,-2 3 2 15,-1-7 0-15,-2-4-8 0,2-13-2 0,-5 2 7 16,-2-3 10-16,-1 2 14 0,0-1 3 0,-2 2 11 16,-3 11 18-16,2 4 0 0,-2-1-1 0,1 6-3 0,-2 7-3 0,0 1-2 15,1 6 0-15,0 0-7 0,-1 4-13 0,2 2-14 16,-1 0-9-16,1 1-16 0,0-1-9 0,0 3-33 16,0 3-27-16,-1-4-40 0,1 4-54 15,0 0-35-15,0 0 9 0,4 12 14 0,-3 4 14 0,0 3 8 16,2 11 7-16,-2 2 20 0,0 4-6 0,2 8 8 15,1 4 5 1,-2-1 11-16,2-10 3 0,1-3 5 0,-1 0 7 16,1 1-4-16,0-2 9 0,1-2 1 0,-1-1 3 15,1-4 1-15,-1-2 0 0,-4-6 9 0,5-2 11 0,-4-4 16 16,1 0-10-16,1 0-1 0,-2-4-3 16,1 0 19-16,-3-3-27 0,2 1 27 0,1-1-8 15,-1-2 30-15,-2 1 2 0,0-4 3 0,0 5 3 16,0-5 4-16,3 3 2 0,-3-3-6 0,0 0-1 0,1 2-6 0,-1-2-5 15,0 0 4-15,0 0-49 0,14-8-71 0,-2 1-83 16,4-3-78-16,10-5-95 0,-2-3-365 0,4-4-747 16,-5-3 331-16</inkml:trace>
  <inkml:trace contextRef="#ctx0" brushRef="#br0" timeOffset="65036.63">18538 4355 85 0,'0'-4'292'0,"3"-1"-7"15,-3 1-11-15,0 4-11 0,0-5-21 0,0 5-20 16,0-4-27-16,0 4-24 0,2-3-20 0,-2 3-15 0,0 0-25 15,0 0-13-15,0 0-17 0,0 0-7 0,0 0-9 16,3 15-7-16,-2-9-6 0,-1 2-5 0,1 4-6 0,1 5-4 16,-1-2-2-16,0 0-2 0,-2 3-2 0,1-2-5 15,0-1-1-15,3 0-2 0,-1-5 0 0,-2-1-5 16,0 2 1-16,2-6-3 0,-4-1 4 0,4 3 2 16,-4-5 7-1,4 2 47-15,-2-4 37 0,0 0 38 0,1 4 28 16,-1-4-11-16,0 0-11 0,9-9-22 0,-2 1-11 15,0-4-15-15,0 2-12 0,6-4-7 0,-3 2-22 0,3-2 3 16,-4 4-6-16,-4 2-5 0,-1 2-9 16,4-1-5-16,-2 3-7 0,-5 0-6 0,3 1-9 15,-4-2-5-15,4 3-30 0,-4 2-9 0,0 0-8 0,13 3-23 16,-7 1 10-16,3 4-7 0,0 2-16 0,0 5-25 0,4 2-37 16,0 8-46-16,-2 1-43 0,-1 1-51 0,-1-1-60 15,0 2-294-15,-4-3-672 0,-2-7 298 0</inkml:trace>
  <inkml:trace contextRef="#ctx0" brushRef="#br0" timeOffset="65769.33">17637 5433 21 0,'-5'1'170'0,"5"-1"-15"0,-5 4-15 0,5-4-7 0,-4 0-13 16,4 0-12-16,0 0-8 0,0 0-9 0,0 0-7 15,0 0-4-15,-7 3-5 0,7-3-3 0,0 0-11 0,0 0 4 16,0 0-6-16,0 0-5 0,0 0-5 0,-4 0-4 16,4 0-4-16,0 0 4 0,0 0-8 0,0 0 4 15,0 0 2-15,0 0-6 0,0 0 0 0,0 0-7 16,0 0-3-16,0 0-3 0,0 0 2 0,0 0-4 0,0 0-1 15,0 0-5 1,0 0 5-16,0 0-3 0,0 0-7 0,0 0 1 16,0 0 1-16,0 0-3 0,0 0 1 0,0 0 0 15,0 0-2-15,0 0 1 0,0 0 1 0,0 0 2 16,0 0 14-16,0 0 12 0,0 0 8 0,28 0 1 16,-6-3-5-16,10-1-4 0,7-1-3 0,15-3-6 15,7-2 6-15,31-6-6 0,3 7-8 0,3-6-1 16,6 7 7-16,-1-6 6 0,-1 2 5 0,-3 6 3 15,-6-7-6-15,-29 4-3 0,-3 3-5 0,-4-4-2 16,-5 5-5-16,-19 0 0 0,-1 0 1 0,-11 3 14 0,-4-3 2 0,-5 5 9 16,-1 0-2-16,-3-4-3 0,1 3-1 0,-4 1-3 15,0-3-9-15,-1 2-16 0,-4 1-23 0,0 0-33 16,0 0-31-16,0 0-41 0,-27 4-49 0,8-1-72 16,1-1-217-16,-2 1-490 0,-1 1 217 0</inkml:trace>
  <inkml:trace contextRef="#ctx0" brushRef="#br0" timeOffset="66680.78">18395 6048 16 0,'-5'-6'189'0,"-6"0"-12"15,-1 3-10-15,0 1-22 0,-5-3-9 0,-4 4-14 31,3 2-3-31,-2-2-11 0,-8 5-3 0,7-1-7 16,-2 1-5-16,3 5-9 0,-2-5-5 0,4 2-9 0,-2 1-10 16,4 2-4-16,0-1-7 0,4 6-1 0,0 1-7 15,3-3-6-15,1 1 0 0,0 2-4 0,5-2-1 16,0 0-3-16,3-1-1 0,1 0-4 16,3-1 2-16,1 0 1 0,7 3 2 0,-2-2 1 0,4 0 6 15,1-6 5-15,2 3 3 0,2-5-1 0,0 0 0 0,0-3 5 16,-2 0 8-16,5-2 9 0,-3 0 9 0,-2-2 8 15,-1-4 5-15,-1-1 16 0,2-6 11 0,-4 3 1 16,1-5 8-16,1-6-3 16,-3-1-3-16,-1-2-8 0,-4-7-8 0,-1-2-5 0,0 1-17 15,-1-1 3-15,3-12-11 0,-8 11 0 0,1-15 12 16,-1 19 12-16,0-2 12 0,0 5 1 0,0-1 5 0,0 10 12 0,-1 4 1 0,-1 3-2 16,0 3-15-16,2 1-14 0,0 3-13 0,0-2-18 15,0 5-41-15,0-2-46 0,0 4-54 0,0 0-20 16,0 0 9-16,0 0 8 0,0 23 12 0,0-6 3 15,0 10 16-15,2 1 1 0,0 2 2 0,2 1 7 16,2-4 6-16,2 4 18 0,-2 0-12 0,6-1 7 0,-1-1 1 16,1 1 11-1,-2-1-5-15,2-3-4 0,-3-4-9 0,0-3-4 16,-2-2-17-16,1-5-9 0,-3-3-16 0,0 1-18 16,-2-3-17-16,2-3-11 0,-1 3-11 0,-2-3-13 0,1-2-7 0,-2 1-4 0,-1-3-42 15,0 0-119-15,0 0-159 0,0 0-514 0,-6-13 228 16</inkml:trace>
  <inkml:trace contextRef="#ctx0" brushRef="#br0" timeOffset="67124.39">18710 5854 163 0,'8'0'192'0,"1"-2"-16"16,-1 2-20-1,5 1-13-15,-2 3-16 0,0 0-5 0,1 2-4 16,1 3-12-16,-4 1-13 0,5 4-4 0,-4-1-6 16,3 3-6-16,0 6-7 0,-7 4-9 0,3-4-3 15,-4 3 0-15,-5 1-8 0,-1 0-2 0,-3-6-6 16,-1 4-2-16,-1-4 2 0,-5-3 1 0,5 0-1 0,-8 1 0 16,5-3 0-16,0-1 3 0,-5-1-3 15,5-4 3-15,3-5 9 0,0 3 2 0,-1-1 6 0,4-2 11 0,0-2 37 16,0 1 12-16,3-3 34 0,-4 4 42 0,4-4 12 15,0 0-18-15,0 0-20 0,-1-12-27 0,5 0-14 16,3-1-14-16,1-3-14 0,6-8-10 0,0-2-28 16,4-3-15-16,1-1-5 0,-1-2-8 0,1 6 1 15,-2-2-4-15,1 7-16 0,-7 4 7 0,1 3-4 16,-5 4 0-16,0 2 2 0,-3-1-5 0,1 5-6 0,0-2-3 0,-3 2-17 16,1 1-28-16,0 1-31 0,-3 2-9 0,0 0 4 15,0 0-2-15,0 0 16 0,-3 19 5 0,-1-9 6 16,2 5 6-16,-6 2 5 0,6 2 7 0,-5 8-4 15,3-3 9-15,0 2 1 0,3-5 2 0,2 4 4 16,1-6 3-16,3 1 0 0,0-5 0 0,5 1 5 16,4-1-18-16,2-3-16 15,3-5-55-15,2 1-63 0,10-4-72 16,-3-4-114-16,3-4-178 0,-3-2-569 0,-9-3 251 16</inkml:trace>
  <inkml:trace contextRef="#ctx0" brushRef="#br0" timeOffset="67626.2">19126 5781 352 0,'0'0'346'0,"3"-4"-11"0,-3 4-18 16,1-3-30-16,-1 3-24 0,1-4-29 0,-1 4-32 15,0 0-16-15,3-3-21 0,-3 3-17 0,0 0-35 0,0 0-9 16,0 0-9-16,4 12-13 0,-4-7-11 0,3 7-14 15,-1-4 2-15,-1 2-5 0,0 4-5 0,0 3-8 16,1-3-3-16,-2 2-3 0,0 1-4 0,1-5-4 16,0 1 2-16,1-3-8 0,-2-3 5 0,1 1-11 15,1-4 6-15,-3 1 0 0,2 0 1 0,-1-1 13 16,0-4 28-16,0 0 9 16,4 1-4-16,-4-1-9 0,9-6 0 0,-1-3-10 15,1 4 2-15,1-9-5 0,4 4-6 0,-2-3 1 16,0 2-7-16,-1 1-6 0,-2 1-3 0,-2 2-6 15,2 2 0-15,-4 2-12 0,-1-2-1 0,1 3-4 16,-1-1 1-16,6 3-1 0,-2 0-9 0,0 5-7 16,2-2-10-16,0 2-7 0,2 3-16 0,-1 0-20 15,4 5-30-15,2-4-49 0,-5 3-53 0,-1 0-70 0,-1-7-344 16,1 4-662-16,-2-4 293 0</inkml:trace>
  <inkml:trace contextRef="#ctx0" brushRef="#br0" timeOffset="68312.34">20091 4483 147 0,'1'-9'296'0,"-1"1"-7"0,0 3 0 16,0 0-11-16,1-1-9 0,-1 2-19 0,0 4-28 0,2-6-18 16,-2 6-24-16,2-4-22 0,-2 4-38 0,0 0-28 15,0 0-8-15,0 0-10 0,-8 31-6 0,1 1-8 0,-11 19-3 16,0 2 1-16,-5 28-8 0,0 1-4 0,3-2-4 16,4-23 1-16,5-1-7 0,6 2-2 0,1-2-3 15,4-5-1-15,6 2-1 0,6-2 4 0,3-1 7 16,2-4 14-16,-2-13-3 0,3 0 6 0,1-6 1 15,3-1-6-15,-2 1 2 0,-2-5-5 0,0-1-4 16,-4-9 3-16,-4-2 0 0,3 2-6 0,1-2-8 0,-5-5 2 0,-1 3-3 16,-3-3 5-16,1-2-5 0,-1 0 1 0,-1 0 11 15,-4-3-2-15,4 7 8 0,0-7-1 0,-4 0-4 16,0 0 1-16,0 0-11 0,5 4 1 0,-5-4-4 16,0 0-11-16,0 0-23 0,5 0-19 0,-5 0-101 15,4-7-66-15,-4 7-57 0,1-9-57 0,0 1-352 16,-1-1-705-16,0-1 313 15</inkml:trace>
  <inkml:trace contextRef="#ctx0" brushRef="#br0" timeOffset="68816.86">20472 4857 36 0,'5'-2'214'0,"0"-1"-17"0,0-1-22 16,3 2-18-16,-1 1-13 16,2 2-15-16,1 1-10 0,1 2-6 0,5 4 2 15,-3 0-18-15,1 6-11 0,0 2-1 0,0 5-9 16,-1 2-3-16,-4 3-9 0,-3-1-4 0,-2 2-6 15,-4 1-7-15,0-3 0 0,-2-1-4 0,-6 0-4 16,2 2 2-16,-2 1-2 0,-1-3 2 0,-5-1 1 16,5-6-2-16,0-1 14 0,0-1-4 0,4-5 9 15,-1 2 12-15,2-10 13 0,1 5 21 0,1 0 18 0,0-5 37 0,2-2 42 16,0 0 15-16,-5 5 24 0,5-5 11 0,0 0-28 16,0 0-24-16,3-14-21 0,1 5-18 0,1-4-18 15,-1-3-15-15,5-1-15 0,2 0-18 0,3-7-10 16,1 5-15-16,-2 2-9 0,-1 2-4 0,-2 0-7 15,-2 3-5-15,1 2-6 0,-4 3-5 0,1 0-6 16,-1 0-5-16,-1 4-5 0,-1 1-21 0,0-2-21 0,1 3-9 16,-4 1 5-16,10 3-7 0,-6 1-6 0,5 3 1 15,-1 1 2-15,-1 3-5 0,6 1 4 0,-2 0 0 16,1 4-9 0,-3 0-7-16,2-1-42 0,1-1-31 0,-4-1-32 15,-2 0-26-15,3 3-25 0,-4-4-34 0,-1-2-25 16,0-2-37-16,-3-3-53 0,-2 1-193 0,1-6-598 15,0 0 265-15</inkml:trace>
  <inkml:trace contextRef="#ctx0" brushRef="#br0" timeOffset="69144.95">20847 4543 70 0,'2'-5'336'0,"-1"1"-22"0,-1 0-28 16,1 0-28-16,2-1-27 0,-3 5-26 0,2-3-28 15,-2 3-14-15,0 0-19 0,0 0-14 0,8 11-12 16,-4-2-14 0,-1 3-5-16,0 5-9 0,1 0-10 0,-5 3-9 0,1 6-7 15,-3 3-3-15,-7 0-6 0,4-2-3 16,-2 0-7-16,-1 0-4 0,-4-4-8 0,8-6 2 15,0 0-6-15,-3-1-1 0,3-3-2 0,1-4-4 16,3-1-2-16,-1-2 2 0,0 0-2 0,2-3 3 16,0 1 5-16,0 0 17 0,9-3 10 0,4 1-5 0,15-4-6 15,5 1-4-15,4-2-11 0,4 0-31 0,13-2-47 0,-16 1-53 16,13-4-67-16,0 0-84 0,-19 1-275 0,2 3-572 16,-4-2 253-16</inkml:trace>
  <inkml:trace contextRef="#ctx0" brushRef="#br0" timeOffset="69429.57">21338 5069 22 0,'-4'1'228'0,"4"-1"-14"15,-6 1-7-15,6-1-3 0,0 0-7 0,0 0-7 16,-5 2-21-16,5-2-10 0,0 0-15 0,0 0-14 16,0 0 4-16,21 0-12 0,-3-3-13 0,3 2-10 15,8-2-34-15,3 1-35 0,6-1-38 0,2-1-54 0,-2-1-68 16,-2 1-241-16,1-4-401 0,-5 2 178 0</inkml:trace>
  <inkml:trace contextRef="#ctx0" brushRef="#br0" timeOffset="69799.13">21905 4746 2863 0,'-6'-9'212'0,"2"0"55"16,-1 1-28-16,2 1 19 0,2 0-36 0,1 1-32 16,-4 2-24-16,4-3-22 0,-1 6-26 0,1 1-11 0,-4-7-14 0,4 5-14 15,0 2-9-15,-2-5-16 0,2 5-9 0,0 0-37 16,0 0-1-16,0 0 0 0,6 22-4 0,-2-11 3 16,1 14 5-16,-1 1-10 0,2 2 4 0,3 3-1 15,-4 0-1-15,3 2-2 0,-3-3 2 0,3 1 3 16,-2-2-1-16,-1-2 4 0,-1-1-4 0,1 0 1 15,-2-8-1-15,2 0-4 0,0-2 2 0,-5-5 2 16,1 0-5 0,0 1 11-16,1-5-6 0,-2 0-10 0,1 0-9 15,-1-4-8-15,0 2 2 0,1-2-4 0,-1 1-8 0,0-4-2 16,0 0-9-16,0 5 2 0,2-3-19 0,-2-2-4 16,0 0 5-16,0 0-64 0,0 0-56 0,0 0-42 15,-13-9-53-15,5 3-61 0,1-3-282 0,-1-1-667 16,1-6 296-16</inkml:trace>
  <inkml:trace contextRef="#ctx0" brushRef="#br0" timeOffset="70162.53">21974 4533 103 0,'-1'-4'279'0,"4"-1"-28"0,0 2-25 0,4 3-25 15,3 0-21-15,3 0-14 0,7 8-13 0,6 4-9 16,2 3-11-16,0 7-11 0,14 8-11 0,-5 4-12 16,0 4-3-16,-1 4-14 0,-8 2-5 0,-1 4-6 15,-4 1-6-15,-4-1-7 0,-10 0-4 0,-4-2-6 16,-5-10-5-16,-2 10 1 16,-7-12-7-16,-5 12 2 0,-2-14 4 0,-8 11 12 15,5-14-3-15,-6-2 2 0,1 2 2 0,0-5 6 16,-1-2 3-16,-2-3 5 0,1 0 5 0,2-2 8 15,-2-3 1-15,7-3-6 0,4-4 5 0,2 1-12 16,3-1-3-16,0-3-16 0,3 1 2 0,2-3 0 16,-1 2-6-16,1-2 12 0,5-2-19 0,-9 4 11 15,9-4 1-15,-7 3 8 0,7-3-10 0,0 0-4 0,0 0-22 0,0 0-38 16,0 0-58-16,16-14-42 0,-9 6-56 0,0 1-73 16,7-6-98-16,-3-3-249 0,3-6-638 0,2-5 283 15</inkml:trace>
  <inkml:trace contextRef="#ctx0" brushRef="#br0" timeOffset="70731.58">22413 4408 191 0,'0'0'332'0,"0"-3"-7"0,0 3-6 0,0 0-18 16,1-5-18-16,-1 5-30 0,0 0-23 0,3-2-26 16,-3 2-22-16,0 0-19 0,0 0-34 0,0 0-1 15,0 0-19-15,0 0-25 0,0 0-12 0,0 0-7 16,3 9-7 0,-3-2-12-16,0 2-1 0,1 2-1 0,-2 1-3 15,4 5-10-15,-3 2 2 0,0-2-6 0,0 2 0 16,0 1-2-16,1-3 9 0,-1-1-14 0,1-3-1 0,-1-2-1 15,2-3-2-15,-2 0-3 0,0-2 8 16,1 0-6-16,-1-1 1 0,0-3 5 0,1 2 26 16,-1-4 31-16,0 6 36 0,0-6 29 0,0 0 23 15,0 0-11-15,0 0-19 0,16-10-11 0,-4 3-14 0,-4-3-14 0,7 0-6 16,-2 0-11-16,-3 3-6 0,0-1-9 0,-2 2-9 16,-3 2-7-16,-1 1-3 0,1 0-11 0,0-1-7 15,-1 3-13-15,-4 1-21 0,8 0-5 0,-3 4-8 0,0 3 4 16,5 3-5-16,-3 1 3 0,2 4-9 15,1 4-38-15,1 3-15 0,1 1-43 0,-1 0-54 0,-3-3-55 16,-2 4-61 0,2-6-86-16,-3 0-322 0,0-2-757 0,-2-8 335 15</inkml:trace>
  <inkml:trace contextRef="#ctx0" brushRef="#br0" timeOffset="71266.23">23501 5057 218 0,'-9'0'358'0,"9"0"-14"0,0 0-28 16,0 0-26 0,0 0-29-16,0 0-24 0,0 0-33 0,0 0-22 15,25-8-23-15,-9 3-14 0,11-2-49 0,3 4-41 0,0-2-41 16,1-1-50-16,0 3-51 0,-2 1-56 0,-1-1-57 16,-8 2-203-16,-2 0-435 0,-5-2 193 15</inkml:trace>
  <inkml:trace contextRef="#ctx0" brushRef="#br0" timeOffset="71400.8">23643 5187 173 0,'-9'9'191'0,"3"-6"-7"0,2 4-10 0,0-4-12 15,0-1 0-15,3 3 15 0,1-5 0 0,13 5-10 16,1-3-17-16,5-2-15 0,19 1-25 0,2-4-63 16,11 0-87-16,0 1-129 0,-11-5-131 0,-3 1-325 15,1-1 143-15</inkml:trace>
  <inkml:trace contextRef="#ctx0" brushRef="#br0" timeOffset="72233.78">25026 4578 270 0,'0'-5'273'0,"-3"0"-11"0,2 2-15 15,1-1-26-15,0 4-17 0,0 0-25 0,0-5-20 16,0 5-18-16,0 0-23 0,0 0-14 0,0 0-12 15,0 16-6-15,1-1-10 0,-1 4-8 0,0 8-5 16,2 1 9-16,-2 2-4 0,5 4-9 0,-3 2-2 16,2 10-5-16,1-12-4 0,0-1-2 0,-1 1-7 15,3-1-6-15,-1-3-1 0,0-3-3 0,-2-1-2 0,3-1-1 16,0-8-4-16,-2-1 0 0,-2-3-3 0,1-4-1 16,-2 3-1-16,2-4 1 0,-3-1-2 0,-1 0-4 15,0-3 4-15,2 1-2 0,-2 0 0 0,0-2-3 0,2 0-8 16,-2-1-5-16,0-2-6 0,0 0-19 15,0 0-26-15,0 0-23 0,-18-5-27 0,6 0-35 16,0-4-38-16,2 2-38 16,-3-6-212-16,0 1-462 0,2-2 204 0</inkml:trace>
  <inkml:trace contextRef="#ctx0" brushRef="#br0" timeOffset="72635.5">24973 4550 85 0,'-1'-3'280'0,"1"3"-18"16,-1-5-27-16,1 5-20 0,0 0-26 16,0 0-20-16,10-1-14 0,-2-2-17 0,7 6-17 15,3 1-13-15,4 1-11 16,12 2-9-16,-2 3-7 0,4 3-4 0,10 9-7 0,-12-4-5 15,12 9-4-15,-5 5-1 0,0-3-13 16,-15-1-1-16,6 10-6 0,-13-8-3 0,-4 2-4 16,0 0 1-16,-5 2-7 0,-4-3 0 0,-7 3-6 15,-2-3 1-15,-6 0 0 0,-5-2-3 0,-4-1 1 16,-6-2 4-16,-3 0-1 0,-4-2 4 0,3-2 1 16,-4-5 4-16,-1 0 8 0,1-2 3 0,-1-1 7 0,2 0 3 0,3-4 12 15,0 0 3-15,6-3 4 0,4-4-6 0,6-1 2 16,3 2 6-16,1-1-15 0,2-1 11 0,-1 0-20 15,7-2 22-15,-7 1 10 0,7-1-3 0,-6 3-8 16,6-3-4-16,0 0 1 0,0 0-17 0,0 0-4 16,0 0-17-16,20-12-21 0,-10 8-46 0,1 3-41 15,1-2-36-15,-1 0-37 0,0-4-43 0,1 3-57 0,1-1-66 0,-3-2-233 32,3 2-596-32,1-5 265 0</inkml:trace>
  <inkml:trace contextRef="#ctx0" brushRef="#br0" timeOffset="73283.25">25524 4316 54 0,'0'0'319'0,"3"-5"-17"0,-3 5-31 16,0 0-30-16,2-3-25 0,-2 3-26 0,0 0-21 15,0 0-30-15,0 0-18 0,0 0-14 0,4 8-6 16,-4-1-14-16,0 3-8 0,-2 2-7 16,4-2-7-16,-4 3-5 0,4 5-7 0,-2 1-7 0,0-3-1 15,0 0-4 1,1 3-4-16,1-7-2 0,0 2 0 0,2-4-8 16,-4-1 0-16,1-1-1 0,-2-1-3 0,1-2 1 15,0 0-2-15,0 0 20 0,0-2 26 0,0-3 37 16,0 4 38-16,0-4 14 0,0 0-14 0,0 0-15 0,18-10-14 15,-13 3-14-15,6-2-5 0,-2-1-16 16,2 4-6-16,-1-3-4 0,-4 4-8 0,-2-2-10 16,3 5-9-16,-5-3-5 0,3 3-4 0,-1-1-16 0,2 3-30 0,-6 0 6 15,11 4-1-15,-5 2-23 0,2 3-7 0,2 1-32 16,0 9-31-16,-1-4-41 0,1 4-42 0,-1 4-59 16,0-5-71-16,-1-1-260 0,0 0-621 0,-1-4 275 15</inkml:trace>
  <inkml:trace contextRef="#ctx0" brushRef="#br0" timeOffset="73807.23">26376 4349 163 0,'0'-3'248'16,"0"3"-15"-16,2-4-10 0,-2 4-25 0,0 0-23 16,0 0-20-16,0 0-18 0,-15 10-13 0,2 6-14 0,-8 9-10 0,-1 4-1 15,-3 16-2-15,-7 4-4 0,1 2-11 0,3-1-11 16,1 4 1-16,2-1-7 0,6 1-6 0,3 1-2 16,10-6-5-16,2-3 1 0,7-12 6 0,7 1-5 15,5-5-2-15,6 1-1 0,17 6-16 0,4-7-23 16,4-3-52-16,3-6-82 0,4-9-134 0,-1-3-163 15,-12-5-453-15,-1-6 201 0</inkml:trace>
  <inkml:trace contextRef="#ctx0" brushRef="#br0" timeOffset="74409.53">26642 4617 106 0,'9'-4'195'0,"0"0"-8"16,1-1-17-16,3 2-17 0,-1 1-14 0,-1 2-13 15,1 0-12 1,0 2-16-16,0 1-5 0,3 4-11 0,-1 3-9 16,-1 2-10-16,0 4-4 0,-4 1 9 0,0 5-7 15,-2 4-3-15,-3-1-6 0,-3-1-7 0,-2 5-2 0,-5-3-1 16,-2 1-6-16,-2-2-5 0,-2-1 0 15,-2 0-2-15,-2-2-5 0,3-5 4 0,-1-3 8 16,1-1 5-16,-1-2 6 0,5-2 3 0,0-4 9 16,0 3 8-16,4-3 17 0,1-2 15 0,-2 1 27 0,2-1 34 0,4-3 41 15,-4 2 14-15,4-2-22 0,0 0-32 0,0-14-9 16,8 3-19-16,2-1-9 0,2-4-18 0,8-6-11 16,1-1-7-16,4-2-16 0,2 0-11 0,1-1-11 15,-2 2-5-15,4-1-2 0,-3 6-9 0,-1 2-6 16,-11 5-1-16,4 3 6 0,-5 0 4 0,-4 1-25 15,1 5-4-15,-7-2-6 16,1 3-28-16,1 0-3 0,-6 2-20 0,12 7-3 16,-9 0 2-16,3 3 16 0,-1 4 5 0,2 3 3 15,-2 4 12-15,-3-1 8 0,5 5-13 0,-3-1-1 16,1 0 18-16,4 0-13 0,-2-5-7 0,-1-2-23 16,-1 0-19-16,4 0-27 0,-3-5-40 0,-2-3-42 15,1 2-44-15,3-4-67 0,-5-2-300 0,4-3-630 0,-2-1 278 0</inkml:trace>
  <inkml:trace contextRef="#ctx0" brushRef="#br0" timeOffset="74726.13">27263 4361 322 0,'2'-4'350'16,"0"-1"-30"-16,-2 5-38 0,0-2-28 0,0 2-29 16,0 0-32-16,0-4-20 0,0 4-24 0,0 0-11 15,0 0-16-15,5 18-14 0,0-7-8 0,-3 2-9 16,-2 4-7-16,-2 0-12 0,2 2-6 0,-3-1-2 16,1 8-7-16,-2-6-6 0,3-4-4 0,-3 1-9 0,4 1-3 0,-2-7-3 15,-1 1-2-15,3-4-5 0,-2 1 6 0,2-2 2 16,-2-1-15-16,2-2 7 0,4 0 8 0,-1 0-1 15,6 0 3-15,5-1-7 0,6-3 0 16,12 2-8-16,-4-7-36 0,3 5-39 0,2-2-55 16,0 0-71-16,1-3-75 0,-4-2-260 0,2 0-558 0,-1 0 246 15</inkml:trace>
  <inkml:trace contextRef="#ctx0" brushRef="#br0" timeOffset="74988.8">27659 4836 55 0,'-2'2'325'15,"2"-2"-25"-15,0 0-26 0,0 0-27 0,0 0-27 16,0 0-22-16,0 0-20 0,22-10-21 0,-8 8-33 16,7 0-33-16,6-1-33 0,4 0-44 0,1 1-57 15,0-3-61-15,1 1-89 0,0-1-125 0,-5-1-343 16,3 2 153-16</inkml:trace>
  <inkml:trace contextRef="#ctx0" brushRef="#br0" timeOffset="75311.57">28160 4595 109 0,'-4'-5'453'16,"4"0"-27"-16,0 5-15 0,0-7-37 0,0 7-29 15,-5-5-39-15,5 5-35 0,-1-2-28 0,1 2-33 16,0 0-31-16,0 0-41 0,0 0-16 0,0 0-10 0,1 13-13 0,2-2-9 0,-1 2-11 15,0 4-5-15,0 3-7 0,0-1-9 0,0 5 2 16,2-4-12-16,-3 6-2 0,4-1-7 16,-1-1-2-16,0-6 10 0,2 6-6 0,-3-7-29 15,1-2 14-15,-2-1 0 0,-2-3 0 0,4-2-12 16,-4 2-22-16,4-4-28 0,-4-3-12 0,1 3-9 16,1-3-3-16,-2 0-2 0,0-4-1 0,2 4-5 15,-2-1-2-15,0-3-1 0,0 0-59 0,0 0-64 16,0 0-52-16,-4-12-45 0,2 5-240 0,-1-3-575 15,-1-2 254-15</inkml:trace>
  <inkml:trace contextRef="#ctx0" brushRef="#br0" timeOffset="75643.84">28275 4398 180 0,'0'0'304'0,"0"-5"-32"15,0 5-28-15,3-4-28 0,-3 4-23 0,9 2-21 16,1 1-13-16,5 6-12 0,3 2-9 16,7 7-12-16,1 3-11 0,0 6-9 0,7 11-7 15,0 1-5-15,-6 3-9 0,-4 1-8 0,-6 4-8 16,-3 0-3-16,-8 3-9 0,-6-2-3 0,-4 0-2 0,-8-5-5 16,-2-9-4-1,-9 10-10-15,1-13 2 0,-9 5-3 0,3-10-1 16,1-1-3-16,-5-4-2 0,1 1-1 0,1-4 6 15,2-4 0-15,-2 1 12 0,5-7 1 0,-2 2 1 16,9-2-2-16,2 0 2 0,4-4-3 0,1-1-4 16,4-1 0-16,1 1-5 0,0-1 2 0,6-2 1 15,-8 2 15-15,8-2-1 0,0 0-38 0,0 0-57 16,0 0-57-16,0 0-56 0,20-23-47 0,-6 13-75 0,4 0-246 0,6-4-569 16,-2 0 252-16</inkml:trace>
  <inkml:trace contextRef="#ctx0" brushRef="#br0" timeOffset="76160.23">28616 4277 143 0,'4'-4'344'15,"-4"4"-26"-15,0 0-23 0,0-3-30 0,0 3-30 16,0 0-23-16,4-3-30 0,-4 3-17 0,0 0-22 16,0 0-20-16,0 0-13 0,5 7-15 0,-5-2-5 15,3 1-12-15,-2 1-5 0,2 2-8 0,-1 1-8 16,2 9 0-16,-3-10-7 0,3 7-4 0,-1-3-4 16,-1-1-4-16,-2 0-4 15,4-4-4-15,-1-1-1 0,-1-1-1 16,-2 1 0-16,3-3 1 0,-2 0-9 0,-1 0 8 15,0-1 13-15,0-3 29 0,4 4 30 0,-4-4-11 0,11-3-6 16,0-1-11-16,0 0 8 0,1-1-4 0,-2 0-5 16,0-1-4-16,0 2-3 0,-1 1-21 0,1-2 5 15,-3 2 4-15,-3 1-23 0,1 2-4 0,3 0 6 16,0 3-19-16,3 2-18 0,0 0-6 0,7 8-15 0,-4-2-30 16,4 13-24-16,0-5-35 0,-3 6-50 0,0-1-51 0,1 0-88 15,-5-1-282-15,0-7-635 0,-5-4 281 16</inkml:trace>
  <inkml:trace contextRef="#ctx0" brushRef="#br0" timeOffset="77315.6">29736 5034 45 0,'0'0'306'0,"1"-5"-18"0,-1 5-33 0,0 0-27 16,3-2-24-16,-3 2-21 0,0 0-29 16,0 0-22-16,0 0-16 0,0 0-11 0,0 0-9 15,-8 15-9-15,8-5-11 0,-4-1-4 0,-1 3-6 16,1-2-28-16,-1 2-30 0,0 2-30 0,-2-2-36 15,1 1-41-15,1-4-37 0,0 2-54 0,-1-3-136 0,3 0-353 16,-2-5 156-16</inkml:trace>
  <inkml:trace contextRef="#ctx0" brushRef="#br0" timeOffset="77479.19">29713 4874 2108 0,'0'-18'175'16,"1"1"-33"-16,-1 2-22 0,-1 5-41 0,-2-2-10 0,6 5-13 0,-3 0-12 15,0-1-11-15,1 3-19 0,-1 1-35 0,0 4-46 16,0-3-17-16,0 3-26 0,0 0-35 0,0 0-29 16,14 10-200-16,-10-5-404 0,6 2 179 0</inkml:trace>
  <inkml:trace contextRef="#ctx0" brushRef="#br0" timeOffset="77817.12">30308 4780 59 0,'5'-5'326'0,"-3"0"6"0,0-2 1 16,0 3 17-16,1-2-1 0,-3-1 8 0,2 3 5 15,0-1-7-15,-2 3-9 0,0 2-21 0,0-6-23 16,0 6-24-16,0-4-20 0,0 4-22 0,0 0-22 15,0 0-22-15,0 0-21 0,0 0-27 0,-15 9-30 16,5 23-44-16,7-28-392 0,3 0 191 0,0 0 38 16,0 0 7-16,0 2 15 15,1 3-3-15,1 3 7 0,0 4 10 0,-2 4 7 16,0 5 15-16,0 0-9 0,0-1 8 0,2 2 3 16,0 0 4-16,-1-4 5 0,4-1 1 0,-1-1-4 15,1-3-9-15,-3 0-21 0,2-2-19 0,-2-2-25 16,2-2-25-16,-4-4-27 0,1 0-19 0,-1-2-15 15,0 3-7-15,0-6-38 0,0-2-258 0,0 0-531 16,0 0 236-16</inkml:trace>
  <inkml:trace contextRef="#ctx0" brushRef="#br0" timeOffset="81414.92">30274 4688 60 0,'-3'-5'238'0,"1"1"-12"15,2-1-14-15,-3 2-16 0,3 3-6 0,-2-4-12 16,0 0-8-16,2 4-13 0,-2-4-13 0,2 4-9 16,0 0-14-16,0 0-14 0,0-5-9 0,0 5-11 0,0 0-8 15,0 0-11-15,11 0-5 0,-1 3-4 0,-1 4-4 16,8 0-4-16,2 3-8 0,4 2-1 0,4 3-4 15,-4 2-6-15,7 3-2 0,-4 1-4 0,1 4-3 16,-4 2 8-16,1 2-14 0,-2 1 2 0,-4 1-2 0,-3 1-1 16,-10-1 2-16,-1 3-3 0,0-3-5 0,-8 1 4 15,-7 2-2-15,-5-2-3 0,0-1 3 0,-10 7 2 0,1-10 2 16,-3-5-2-16,-3 1 6 0,-1-5 4 0,-13 9 5 16,12-10 14-16,1-4 10 0,-4-2 4 15,4-1 7-15,2-4 9 0,0-2 5 0,10 1 9 0,-1-2-2 16,4-3 30-16,4 0-10 0,1-1 5 0,7 0 4 15,-3 3-5-15,8-3-7 0,-8 0-2 0,8 0-9 16,0 0-9 0,0 0-18-16,0 0 4 0,0 0-10 0,0 0-18 15,17-8-4-15,-5 5 7 0,-2 2-6 16,-3-2-23-16,4 2-15 0,0 0-12 0,2-3-40 0,-2 1-20 16,1 2-38-16,-1-1-28 0,1 0-21 0,-1 2-40 15,-5-3-45-15,7-2-70 0,-7 3-311 0,4-3-678 16,-3 1 300-16</inkml:trace>
  <inkml:trace contextRef="#ctx0" brushRef="#br0" timeOffset="81804.42">30790 4945 12 0,'0'0'305'16,"0"0"-24"-16,0 0-21 0,0-7-25 0,0 7-28 0,5-5-18 16,3 2-20-16,1 1-18 0,1-1-14 0,9-1-48 15,0 2-22-15,2-1-32 0,-3 0-42 16,1 1-52-16,1 0-53 0,-2-1-74 0,-2 0-110 15,-2 1-320-15,-3 0 142 0</inkml:trace>
  <inkml:trace contextRef="#ctx0" brushRef="#br0" timeOffset="82026.8">30822 5087 50 0,'-4'3'279'0,"4"-3"-20"0,0 0-26 0,0 0-24 0,0 0-23 15,17-2-10-15,-9 2-28 0,3-2-21 0,3-1-31 16,4 2-33-16,2 1-56 0,1-4-41 16,8 1-47-16,4 1-69 0,2-2-112 0,-3-1-283 0,-3 0 126 15</inkml:trace>
  <inkml:trace contextRef="#ctx0" brushRef="#br0" timeOffset="82489.48">30831 5292 127 0,'-4'3'253'15,"4"-3"-3"-15,0 0-12 0,0 0-13 0,0 0 3 0,0 0 5 0,8 5-14 16,-2-2-36 0,1-2-11-16,3-1-25 0,0 1-25 0,2-3-40 0,7-4-37 15,11 1-39-15,-3 1-53 0,6-3-70 0,2 0-87 0,-2-3-157 0,2 3-390 16,-5-5 173-16</inkml:trace>
  <inkml:trace contextRef="#ctx0" brushRef="#br0" timeOffset="83306.58">31821 4959 169 0,'-13'-2'202'0,"-2"-1"-8"0,2 2-21 15,-4-1-9-15,0 2-9 0,-2 3-17 0,1 0-8 16,-1-1-18-16,1 1-10 0,1 3-6 0,3-3-11 16,1 4-10-16,-2 3-10 0,4-6-5 0,2 6-7 15,0-3-3-15,2 1-10 0,2 2 4 0,3 0-10 16,0-1 4-16,5 1-6 0,3 0-2 0,-1-1-2 15,9-1-5-15,-1 1 2 0,6-1-1 0,0-1-6 0,-2-2 2 0,6-1-3 16,-5 0-3-16,3-3 0 0,-4-1 4 0,0-3-1 16,0-3 13-16,-5 1 6 0,0 0 16 15,3-6 8-15,-4-1 11 0,2-1 10 0,-4-3 6 16,-1-2-1-16,2-7-7 0,-5 1 10 0,2-2-1 16,-6-3-6-16,3-4 2 0,-3 0 3 0,2-4 1 0,2-8 12 15,-8-1-19 1,3 14 19-16,0 1 4 0,0-2-11 0,0 3 17 15,0 4-1-15,0 8-2 0,0 6-1 0,0 1-6 16,0 0-14-16,0 2-10 0,0 5-9 0,0-4-7 16,0 4-16-16,0 0-9 0,0 4-26 0,0-5-36 15,0 5-38-15,0 0 6 0,0 0 8 0,-5 16 1 16,4 0 10-16,-2 9 6 0,2 1-1 0,-7 4 3 0,7 2 17 0,-3 0-3 16,0 1 10-16,4 0-12 0,-3-2 3 0,0 0-4 15,3 2 6-15,0-4 2 0,0-2-3 0,-1-6 5 16,2-2 2-16,-1-2 0 0,3 0 4 0,-1 0-1 15,-2-6-9-15,0 0 11 0,1-1-2 0,-1-3 2 16,0 0 2-16,0 0 4 0,0-2 0 0,0-2-6 16,0 1 3-16,0 1 8 0,0-5-16 0,0 5 11 15,0-5-2-15,0 3 1 0,0-3-7 0,0 4 8 0,0-4 1 16,0 0 12-16,4 3-4 0,-4-3-11 0,0 0 1 16,0 0 9-16,2 4 0 0,4-3-4 0,-1 1 6 0,9-2-8 15,3 1-19-15,11-1-49 0,3-1-71 0,-1-3-77 16,7-1-104-16,-2-5-296 0,-2 0-661 15,0-3 294-15</inkml:trace>
  <inkml:trace contextRef="#ctx0" brushRef="#br0" timeOffset="83976.26">31466 5357 24 0,'-13'-1'204'0,"7"2"-13"15,-3 0-14-15,1 0-17 0,8-1-17 0,-10-1-13 16,10 1-16-16,-8 0-10 0,8 0-11 0,-7 1-4 15,7-1-2-15,-5 4-10 0,5-4-4 0,0 0-2 16,0 0 0-16,-7 0 1 0,7 0 2 0,0 0 3 16,0 0 1-16,0 0 0 0,0 0-2 0,0 0 0 15,0 0-4-15,0 0-7 0,0 0 0 0,0 0-6 0,-6 0-7 0,6 0-3 16,0 0-3-16,0 0-4 0,0 0-3 0,0 0-1 16,0 0-1-16,0 0-5 0,0 0-3 0,0 0 3 15,0 0-3-15,0 0-7 0,0 0 2 0,0 0-2 16,0 0-2-16,0 0 2 0,0 0 0 0,0 0-4 15,0 0 1-15,0 0 1 0,0 0-2 0,0 0 5 16,0 0 4 0,0 0 1-16,38-2 3 0,-7-1 7 0,1-1-10 15,6 2-2-15,23-1-2 0,2 3-7 0,32-5 3 16,-28 2 3-16,29-3 2 0,-32 0 0 0,1 3 6 16,0 2-8-16,-7-4-1 0,-21 3 0 0,-3-2-1 0,0 2 4 15,-11-1-14-15,-3 2 7 0,-3 1-3 16,-6-3-3-16,1 3 10 0,-2-2-13 0,-5 2-7 15,2-1-25-15,-7 1-21 0,7 1-10 0,-7-1-21 0,0 0-19 0,-22 1-33 16,3 3-40-16,0-4-51 0,-10 2-282 0,1 5-542 16,-3-2 241-16</inkml:trace>
  <inkml:trace contextRef="#ctx0" brushRef="#br0" timeOffset="84546.86">31875 5806 64 0,'0'0'228'0,"-3"-10"-14"15,2 10-19-15,-1-5-22 0,-1-2-16 0,-3 4-14 16,-1-1-21-16,2 3-8 0,-4 1-12 0,-3-2-12 0,-7 0-6 31,0 4-10-31,0 0-16 0,-8 1-1 0,6 0 1 0,-6 3-5 16,0 2 0-16,0-2-4 0,-1 3-5 0,9-2 0 16,0-1-6-16,3 1-8 0,1 3 1 0,1-2-5 15,3 0 1-15,2 1-8 0,-1 0 2 0,5 0-3 16,-1 0 3-16,4 2-6 0,3 0 1 0,0 1 1 15,3-5-1-15,5 5-1 0,5-3 9 0,1 0 2 16,3 2 0-16,3-5 2 0,0-2 0 0,-3-2 0 16,3-1 5-16,0-1 8 0,-3-3 11 0,0-4 15 0,-1 2 3 15,-1-7 11-15,0-3 2 0,-2 0-3 0,-3-2 6 16,3-6 3-16,-5-1 1 0,-1-5-2 0,-3 0-9 0,-1-8 6 16,0-11-16-16,-2 2-4 0,-3-1-3 15,1 11 26-15,-1 0 13 0,-1 2 10 0,2 7 19 0,-4-1 5 16,2 11-1-16,1 5 0 0,-2 0-14 0,3 3-12 15,-1 1-15-15,1 0-17 0,-1 6-9 0,1-2-39 0,0 4-39 16,0 0-38-16,0 0 10 0,0 0 0 0,-11 15 0 16,6 1 11-16,0 2 14 0,-1 11-10 0,2-1-6 15,-1 3 3-15,2 3-21 0,5 0 2 0,-6-2-38 16,9 2-13-16,-4 0-20 0,3-3-24 0,0 0-30 16,1 0-26-16,0-2-44 0,3-5-65 0,-4-8-269 15,1-5-620-15,-1 1 274 16</inkml:trace>
  <inkml:trace contextRef="#ctx0" brushRef="#br0" timeOffset="85009.93">32064 5603 211 0,'5'-3'303'0,"1"0"-30"0,1-1-22 16,-1 3-36-16,2 2-23 0,-2 2-20 0,3 1-22 15,-1 4-14-15,4 4-10 0,-4 0-13 0,0 4-12 16,4 9-7-16,-7-7-12 0,0 6-3 0,-3 2-10 16,0-7-8-16,-5 10-1 0,1-4-8 0,-5 1-5 15,-2-2-2-15,2-6-4 16,-4-1-3-16,0-2-2 0,-1 0-2 16,3-1 6-16,-1-6 3 0,5 1 5 0,-3-1 13 0,4-3 15 15,1 0 21-15,-1-2 32 0,0-1 32 0,2 0 39 16,2-2 27-16,0 0-22 0,0 0-22 0,-6-12-18 15,6 3-12-15,4 1-14 0,0-4-17 0,6-5-11 16,3-6-15-16,0 1-6 0,2 1-10 0,1-3-8 16,0 1-10-16,3 1-7 0,-7 6-8 0,3 0-3 0,-6 3-3 15,-2 4 8-15,-1 0-4 0,-2 4-8 0,1 1-4 16,-1-1-10-16,-2 2-5 0,1 0-8 0,-3 3-18 16,4-2-33-16,-4 2-3 0,0 0 0 0,0 14 9 15,-2-3 1-15,0 4 4 0,-2 3 4 0,0 3-1 16,-2 6 7-16,3 0 1 0,3-2 4 0,0-6-1 15,3 7 1-15,3-2 4 0,4 2 9 0,1-4 0 0,3-6 5 0,6 2 0 16,3 0 3-16,5-6 2 0,2 1 4 0,3-1-6 16,4-4-16-16,-3-5-25 0,-1-1-40 0,-1-5-57 15,-6-7-72-15,-4 4-87 0,3-6-120 0,-9 1-328 16,-6-2-802-16,-4 4 355 0</inkml:trace>
  <inkml:trace contextRef="#ctx0" brushRef="#br0" timeOffset="90542.66">2499 9403 119 0,'0'0'191'0,"-8"0"-12"0,8 0-15 0,0 0-12 16,0 0-9-16,0 0-13 0,0 0-17 15,0 0-9-15,0 0-14 0,0 0-10 0,0 0-8 0,0 0-9 0,0 0 0 16,0 0-7-16,0 0-3 0,21 6-1 0,-5-6 2 15,14 0-3-15,3-3 1 0,6-1 1 0,18 1 18 16,-3-3-3-16,2 0-3 0,-5 1-5 0,1-1-4 16,-2 0-3-16,-17 1-5 0,2 3-7 0,-7-1-2 15,-5 2-3-15,-3 0-6 0,-2-1-5 0,-4 2-13 0,-3 0-24 16,-5 0-30 0,1 0-7-16,-4 2-10 0,-3-2-9 0,-5 7-32 15,-6-1-54-15,-6 3-205 0,-9-1-390 0,-1 3 173 16</inkml:trace>
  <inkml:trace contextRef="#ctx0" brushRef="#br0" timeOffset="90796.29">2692 9667 119 0,'0'0'179'0,"0"0"-4"0,0 0 11 0,0 0 6 16,8 4 1-16,-2-4-12 0,4 1-13 0,8-2-14 15,5 0-16-15,5-1-14 0,3 2-12 0,2-1-9 16,-1-1-10-16,3-2-10 0,-6 3-8 0,0-1-25 16,-1 0-31-16,-6 2-32 0,-4-2-30 0,-1 1-38 15,-7 1-36-15,-1 0-51 0,-3-2-153 0,-3 1-347 31,-3 1 154-31</inkml:trace>
  <inkml:trace contextRef="#ctx0" brushRef="#br0" timeOffset="91328.07">2937 9273 119 0,'-2'-9'334'0,"0"1"-30"0,1 1-14 0,0 2-23 15,1 1-21-15,-3 0-23 0,2 0-29 0,1 4-20 16,-1-6-23-16,1 6-16 0,0 0-13 0,9 0-12 16,-9 0-14-16,16 9-12 0,-3-2-4 0,1 3-13 15,9 4-14-15,0 3-11 0,3-1-5 0,-1 2-15 0,5-1-16 16,-5-1-12-16,5-1-8 0,-1 1-11 0,-5-3-6 15,2 0-2-15,-7-5-4 0,0 0 0 0,-3 0 9 16,-1-4-4-16,-4-2 7 0,1 1 1 0,-2-3 9 16,-4 0 10-16,2 3 17 0,-2-6 17 0,-6 3 17 0,9-2 22 15,-9 2 3-15,4-3 9 0,-4 3 5 0,4-3-2 16,-1-1-9-16,-3 4-12 0,0 0-5 0,2-2-17 16,-2 2-19-16,0 0-4 0,-7 11-5 0,-2 5-4 15,-5 3 2-15,-4 12-6 0,-10 10-1 0,-1 8-2 0,0-1 1 16,-3 3 4-16,4 2-4 0,-3 3-1 0,6-3 1 15,2 0-1-15,2-2 1 0,3-5-4 0,3-2 7 16,5-10 6-16,0-4-5 0,2 0 2 0,-1-5 3 0,5-7-5 16,-1-1 6-16,4-5 5 0,-3-2 7 0,4-2 8 15,-3-1 2-15,2-2 13 0,1 0 18 0,-1-3 22 16,-2 3 20-16,3-5 14 0,0 5 15 0,0-5 6 16,0 4-3-16,0-4-9 0,0 0-10 0,0 0-12 15,0 0-10-15,-4 3-17 0,4-3-38 0,0 0-54 16,0 0-71-1,0 0-106-15,0 0-125 0,0 0-461 0,0 0-837 0,7-12 372 16</inkml:trace>
  <inkml:trace contextRef="#ctx0" brushRef="#br0" timeOffset="92645.16">4679 9276 58 0,'1'-7'264'15,"-2"3"-19"-15,1 4-18 0,1-5-20 0,-1 2-22 16,0 3-25-16,0-5-17 0,0 5-21 0,0 0-13 15,0 0-15-15,0 0-10 0,4 14-10 0,-3-2-10 16,2 5-6-16,3 7-10 0,-5 3 0 0,2 3-4 0,0 1-4 0,-1 0-6 16,2 2-1-16,0-1-6 0,-3 0 0 0,3-3-4 15,-3 0-3-15,3-1-1 0,1-3-3 0,-4-6-2 16,3-1-1-16,-1 0 3 0,-2-4-6 0,0-1-2 16,2-2 1-16,-3-3-1 0,0-1 0 0,0-1 0 15,1 0 1-15,-1 0 43 0,3-6 20 0,-3 5 24 16,0-5 28-16,1 6 30 15,-1-6 27-15,3 3 27 0,-3-3 18 0,0 0 14 16,0 0 8-16,0 0 6 0,0 0-31 0,0 0-32 16,6-14-29-16,-6 2-15 0,4 0-23 0,-3-5-24 15,3-9-24-15,1 1-13 0,2-2-10 0,-1-4-6 16,4 2-11-16,-1 1-5 0,4 1-1 0,-4 2-5 16,1 1 2-16,-4 4-7 0,2 3 2 0,2-9-8 15,-2 10-2-15,0 3 2 0,0 1-1 0,-5 3-3 0,3 1-4 0,-2 3 2 16,0 1-6-16,0 1-2 0,0 0-6 15,-2 0-16-15,2 0-34 0,-4 3 7 0,0 0-7 16,10 6-3-16,-3-1 0 0,3 5-4 0,-5 4 5 0,4 3 3 16,0 7 3-16,1 2 6 0,-2 1 3 0,1 0 3 15,0 1 4-15,-3 0-2 0,-2-1 16 16,4 2-3-16,-3-3-3 16,1 0 1-16,-2-3 8 0,-1-3 3 0,-1-4-2 15,2 1 5-15,-3 0 1 0,-1-5 3 0,3 0 1 16,-4-1-2-16,2-3-5 0,-1-1 4 0,1 0 12 15,-1-2-7-15,0-1 0 0,0 2 2 0,1-3 5 16,-1-3 5-16,2 5 2 0,-2-5-5 0,0 4 6 16,0-4 6-16,0 0 3 0,2 3 7 0,-2-3 1 0,0 0-3 15,0 0-16-15,14-4-43 0,-2-1-52 0,8-5-81 0,8-3-89 16,17-11-113-16,-13 5-316 0,14-9-744 0,-5-1 329 16</inkml:trace>
  <inkml:trace contextRef="#ctx0" brushRef="#br0" timeOffset="93061.71">5486 9327 351 0,'0'-5'346'15,"2"2"-2"-15,-2 3-19 0,0-9-13 0,0 7-7 0,0 2-31 0,0-4-31 16,0 4-23-16,0 0-31 0,1-4-15 0,-1 4-31 15,0 0-10-15,0 0-25 0,0 0-18 0,0 0-15 16,0 0-9-16,4 15 3 0,-3-5-20 0,2 6-12 16,-2 2-1-16,0 8-3 0,1-1 3 0,1 2-10 15,0 2-4-15,3-2 16 0,-4 0-9 0,0 2-11 16,2 0 2-16,-3-2-11 16,-1 2-26-16,0-10-15 0,0 0-38 0,0 1-24 15,-1-1-30-15,0-2-49 0,1 0-53 0,1 0-69 16,-4-5-221-16,3 3-557 0,-2-4 248 0</inkml:trace>
  <inkml:trace contextRef="#ctx0" brushRef="#br0" timeOffset="93230.54">5545 10137 199 0,'0'5'303'0,"-1"0"4"0,1-2 17 15,-1 1 24-15,1-1 12 0,0-3-6 0,2 3-21 16,-2-3-15-16,0 0-24 0,0 0-26 0,0 6-26 15,0-6-24-15,0 0-23 0,0 0-19 0,0 0-44 16,0 0-52-16,0 0-56 16,0 0-55-16,0 0-137 0,0 0-119 0,0 0-379 15,13-15-720-15,-10 8 320 0</inkml:trace>
  <inkml:trace contextRef="#ctx0" brushRef="#br0" timeOffset="94016.13">6082 9336 99 0,'-1'-5'264'0,"1"-1"-19"0,0 0-20 0,0 2-25 15,1-1-16-15,4-3-16 0,0 3-19 0,3-2-11 16,2 2-11-16,3 2-14 0,0-1-12 0,4-1-9 16,4 2-9-16,1 2-8 0,7 1-7 0,-9 0 3 15,11 4-7-15,-4 4 1 0,1-2-12 0,-5 7-7 16,-1 3-5-16,-6-3-4 0,-3 1-4 0,0 3-3 15,1 8 0-15,-5 1-7 0,-5 0-2 0,-4 2-3 0,-3 1 0 0,-4 0-3 16,-5 0 0-16,-4 1-4 0,-4-1-1 0,-1 1 0 16,-4-3 0-16,0 2-1 0,-2-8-1 0,3 1 0 15,2-2-1-15,-1 1-1 0,6-11 0 16,3 0 8-16,-2 0 8 0,5-3 16 0,2 0 7 16,2-4 13-16,1 1 27 0,0-1 24 0,1-1 44 0,3 0 33 15,-2-1 28-15,4-1 12 0,0 0-24 0,0 0-16 0,-8-5-21 16,8 5-11-16,3-8-22 0,-2 2-18 0,4 2-7 15,-1-3-18-15,1 1-12 0,3 1-8 0,2-3-12 0,1 3-8 16,7 2-8-16,-1-2-6 0,3 4-6 16,2 2-4-16,10 2 3 0,-1 0-9 0,1 2-2 15,2-2-6-15,-1 6-50 0,-2-2-33 0,2 0-50 16,-1-1-46-16,-2 0-48 16,-4 0-57-16,-6 0-94 0,-4-3-383 0,-4-2-811 15,1-1 359-15</inkml:trace>
  <inkml:trace contextRef="#ctx0" brushRef="#br0" timeOffset="94702.16">6612 9027 197 0,'0'-5'299'16,"0"5"-13"-16,3-3-17 0,-3 3-21 0,1-3-26 15,-1 3-24-15,0 0-23 0,0 0-20 0,0 0-17 0,0 0-18 0,0 0-16 16,0 0-10-16,0 0-12 0,7 11-11 0,-6 0-9 15,0-1-1-15,2 2-8 0,-1 5-6 0,0 0-6 16,1 4-1-16,-2 2-1 0,3 5-8 0,-2-8-3 0,-2 4-1 16,2 1-3-16,-2-7-3 0,0-1 1 0,1-1-5 15,2-3 0-15,-3-7 0 0,0 5-1 16,0-5-2-16,0 1 1 16,0-2 2-16,0 0 27 0,0-2 33 0,0-3 42 15,1 4 49-15,-1-4 29 0,0 0 12 0,0 0-19 16,0 0-16-16,0 0-20 0,12-14-15 0,-8 4-19 15,2 3-8-15,-1-5-14 0,4-3-10 0,0 5-7 16,-3-2-8-16,5 5-9 0,-6-1-1 0,0 1-14 0,1-2-4 16,-2 5-3-16,0 0-13 0,0 0-5 15,1 1-6-15,0 3-7 0,-1-2-3 0,-4 2-4 0,14 4-18 0,-8-1-4 0,1 0-6 32,3 4-4-32,-2 0 3 0,2 0-4 0,1 1-1 15,-3 1-4-15,4 3-3 0,0 0 3 0,-3 0-17 16,0-2-22-16,0-1-19 0,0 1-21 0,-4-3-28 15,3 1-21-15,-3-1-19 0,1 0-21 0,-2-2-19 16,-3 1-12-16,2-1-8 0,-3-3-18 0,0-2-70 16,-3 7-187-16,3-7-559 0,0 0 247 0</inkml:trace>
  <inkml:trace contextRef="#ctx0" brushRef="#br0" timeOffset="95265.53">7004 8775 78 0,'0'-5'237'0,"0"5"-23"16,0 0-24-16,2-5-23 0,-2 5-16 0,0 0-17 0,13 8-17 0,-2 1-13 15,2 6-15-15,6 7-5 0,-1 5-5 0,5 17-9 16,-3 3-4-16,0 10-7 0,0 30-2 0,-2 1 0 15,-10-1-8-15,-2 4-3 0,-6-3-11 0,-3-3 7 16,-3-27-4-16,-8 23-5 0,5-25 3 0,-4 3 8 0,-10 28 3 16,0-7 6-16,5-24 2 0,-1-5 0 0,-5 0 0 15,0-6-2-15,-2 0 5 0,-2-6 11 0,9-7-1 16,-3-3 0 0,0-2 8-16,3-3 6 0,-4 0 3 0,4-4-1 15,1 0 12-15,5-9 2 0,4 1-3 0,2-7 10 0,2 2-2 16,-3 0 5-16,3-4 7 0,1 0 4 0,0 1 6 15,2-1 10-15,-2-1 9 0,1 1-1 16,3-3 5-16,0 0-1 0,0 0-5 0,-6 3-11 16,6-3-5-16,0 0-12 0,-1 2-10 0,1-2-9 0,0 0-13 15,0 0-13-15,0 0-23 0,0 0-26 0,0 0-34 16,0 0-28-16,0 0-30 0,0 0-47 0,0 0-87 16,0 0-72-16,-8-9-73 0,7 3-95 0,-6-1-265 0,2 0-771 15,0-4 341-15</inkml:trace>
  <inkml:trace contextRef="#ctx0" brushRef="#br0" timeOffset="96072.23">4551 8869 157 0,'0'0'223'0,"0"-4"-16"0,0 4-21 0,0 0-19 16,-4-2-18-16,4 2-25 0,0 0-14 15,0 0-4-15,0 0-19 0,-11 13-7 0,3 2-9 16,-9 12-10-16,1 6-10 0,-8 21-6 0,-8 30-8 0,2 3 2 16,2 6-4-16,4 3-11 0,1 3 8 0,1-6-8 15,8-4-5 1,8-4 34-16,7-25 5 0,8 23 10 0,1-29 4 15,9 1-8-15,8-3 5 0,6-1 2 0,4-4-6 16,4-4 5-16,5-3 9 0,7-5 7 0,-2-4 5 16,4-7-4-16,1-2-5 0,1-2 0 0,1-6-4 15,-3-2-8-15,0-3-2 0,-4-1-7 0,-18-4-8 16,-2-1-4-16,-3 0-7 0,-9-1-4 0,-1-1 1 16,-7 0-3-16,-3 1 1 0,0-2 20 0,-3 1 8 0,3-1 12 0,-8 0-3 15,7 0 1-15,-7 0-8 0,7 0-4 0,-7 0-13 0,0 0-19 16,5-4-71-16,-5 0-78 0,0 4-92 0,-4-10-101 15,0 1-286-15,3 0-647 0,-3-2 286 0</inkml:trace>
  <inkml:trace contextRef="#ctx0" brushRef="#br0" timeOffset="97106.15">7241 8506 236 0,'1'-5'298'0,"0"1"-12"0,1-1-15 0,-1 0-13 0,0 0-27 16,1 3-16-16,-2 2-23 0,3-6-17 0,0 2-19 15,-3 4-17-15,6-2-14 0,-3-1-16 0,2 3-13 16,-5 0-8-16,12 3-12 0,-6-1-9 0,0 2-3 15,3 0-10-15,0 3-4 0,0 3-10 0,-1-4-3 0,2 6-2 16,-2-1-4-16,2 2-1 0,-1 2-4 0,-4-2-2 0,0 3-4 16,-1-1-2-16,0 0-15 0,0-2 2 15,-3 4 0-15,-1-5 2 0,0 0-3 0,0 1 0 16,-1-3-2-16,-2-1 1 0,2 2 4 0,-3-2 0 16,3-1 0-16,-2-1 0 0,3 0-1 0,-1-3-2 0,-2 1 1 15,2-2-1 1,0 2 15-16,1-5-15 0,-3 4 9 0,2-1 23 15,1-3 13-15,0 0 5 0,0 0 16 0,0 5 1 16,0-5 10-16,0 0 4 0,0 0-6 0,0 0-14 16,14-8-7-16,2 1-11 0,3-2 9 0,7 0-11 15,1-1-6-15,5 0-5 0,0 0 0 0,1 0-7 16,3 2 2-16,4 0 2 0,-3 0-15 0,1 1 1 16,-1 1-9-16,-5-1 7 0,-5 3-6 0,-8-2 1 0,-6 2-2 0,0 3 2 15,-6 0 1-15,1 1 0 0,-3-3 8 0,1 3 11 16,-6 0-6-16,9-1-2 0,-9 1-4 0,7 0-10 15,-7 0-20-15,0 0-29 0,0 0-22 0,2 4-24 16,-2-4-39-16,-11 12-44 0,0-7-63 0,0 4-82 16,-3 1-309-16,0 2-676 0,8-3 299 0</inkml:trace>
  <inkml:trace contextRef="#ctx0" brushRef="#br0" timeOffset="97886.08">8583 8632 16 0,'-2'-5'248'0,"1"-4"-19"0,1 4-9 0,-1-2-13 16,1 2-7-16,-2 0-15 16,2 0-13-16,0 0-10 0,0 5-16 0,-2-5-17 15,1 3-16-15,1 2-15 0,0 0-16 0,0 0-16 0,0 0-10 16,-4 12-3-16,0 5-8 0,0 10-3 0,-2 7-4 16,-6 19-9-16,-3 26 0 0,3 1-5 0,-1 3-1 15,0 7-2-15,-1 1 4 0,2 3-4 0,6 3 4 16,3-5-6-16,-2-2 3 0,5-6 1 0,8-26 3 15,2 25-4-15,-5-22 2 0,8 24-2 0,-3-26-3 16,-1-2-3-16,-1-1 3 0,1 1-5 0,-4-2-1 16,0-4 0-16,-5-3-5 0,-3-11 4 0,-2-6-1 0,0 1-2 15,-2-3 0-15,-5-1-1 0,2-5 2 0,-7-1 4 0,4-6 15 16,-2-1 14-16,1-2 12 0,-4-2 12 0,-10 2 4 16,1-6 5-16,0 0-5 0,-5-3 10 0,-1-4 12 15,-1 0-3-15,-1-2 12 0,-1-5 1 0,6 4 11 16,1-1 2-16,9 2 1 0,2-4-15 0,-1 4-5 15,6 0-6-15,2-1-11 16,3 3-3-16,-1-1-7 0,5 0-9 0,-2 0-12 16,6 1-4-16,-9-2-5 0,9 2-14 15,-6 0-19-15,6 0-8 0,-6-2-23 0,6 2-23 0,0 0-29 16,0 0-33-16,-1-3-38 0,1 3-38 0,0 0-66 16,17-9-83-16,-6 2-306 0,6-1-692 0,-2-2 306 15</inkml:trace>
  <inkml:trace contextRef="#ctx0" brushRef="#br0" timeOffset="98872.08">9562 9097 137 0,'0'-10'276'0,"0"1"-8"0,-2 2-17 0,2 1-18 16,0 0-2-16,0 1-29 0,0 2-24 0,0 3-15 15,-1-7-23-15,1 4-15 0,0 3-24 0,0 0-13 16,0 0-12-16,0 0-9 0,0 28-8 0,0 0-8 16,0 6-2-16,-1 1-4 0,1 17-5 0,-3-1-3 0,3 2-6 0,0 3-2 15,0-3-4-15,3-1 8 0,-2-3-10 0,0-13-3 16,3 11-2-16,-4-14 0 0,4-3-2 0,1-1-1 0,-2-1-5 16,-1-3 1-16,2-7 1 0,-2 0 0 0,1-6-3 15,-3-2 0-15,4 2 3 0,-3-3-1 16,-1-4-1-16,1 2-1 0,-1-1 2 0,2-3 1 15,-2 1 3-15,0-4 3 16,0 5 10-16,1-2 2 0,-1-3-3 0,0 0-4 16,0 0-7-16,0 0-16 0,-13-7-22 0,8 2-29 15,-5-3-28-15,4 0-35 0,-5-6-48 0,1-1-37 16,1-4-60-16,-1-6-149 0,0-2-441 0,2 1 195 16</inkml:trace>
  <inkml:trace contextRef="#ctx0" brushRef="#br0" timeOffset="99191.93">9432 9078 212 0,'-2'-10'227'0,"0"0"-18"15,1 0-10-15,0 3-18 0,1 2-15 0,1-2-20 16,-1 2-12-16,3 0-15 0,2 0-13 0,0 1-9 16,4 2-10-16,2 1-2 0,4 1-5 0,5 1-5 0,3 3 3 0,4 3-10 15,2 1-4-15,-1 4-3 0,2 2 0 16,1 1-10-16,-5 2-2 0,0 1-8 0,-2 3-2 0,-2 4-4 15,-7 0-3-15,-2 0-3 0,0 2-4 16,-7-2 0-16,-1 2-5 0,-5 0 1 0,-2-7 6 0,-6 3 1 16,-6 0 5-16,1-1 13 0,-6-1-7 0,0-3 1 15,-4-1 0 1,-4-1-2-16,3-2 2 0,-3-1-8 0,3-1-3 16,-3 2-5-16,1-5-2 0,6-1-2 0,-1-1 0 15,2-2-4-15,4 2 4 0,2-2-11 0,3 0-24 16,-2-4-29-16,6 3-41 0,-2-1-42 0,4 1-28 15,2-4-39-15,2 0-261 0,0 0-492 0,0 0 218 0</inkml:trace>
  <inkml:trace contextRef="#ctx0" brushRef="#br0" timeOffset="99711.66">9803 9714 145 0,'0'0'291'15,"0"0"-11"-15,-3-12-17 0,3 12-11 0,0 0-2 16,0 0-32-16,2-5-14 0,-2 5-21 0,0 0-20 0,0 0-21 0,0 0-12 15,0 0-13-15,0 0-17 0,0 0-13 0,0 0-9 16,0 0-8-16,7 9-7 0,-5-4-8 0,-1 3-2 16,0 1-9-16,2 3-6 0,-2 2-4 0,3 3 0 15,-3 1-5-15,-1-1-5 0,0-1-1 0,0 2-1 16,1-2-2-16,-1-4 2 0,0-2-9 0,2 2 10 16,-2 1-7-1,1-6-2-15,0-2 1 0,-1 2-2 0,2-2 1 16,-2 1 22-16,1-3 46 0,-1 0 44 0,0-3 23 15,0 0 1-15,0 0-24 0,0 0-15 0,11-17-7 0,-5 9-5 16,2-2-9-16,0-4-8 0,0 0-10 0,0-2-4 16,4 3-10-16,-5 1-8 0,-1 4-3 0,0-1-8 0,2 2-5 15,-7 4-15-15,3-2 7 0,0 2-9 0,-1 1-9 16,-3 2-4-16,6-2-14 0,-6 2-6 0,10 4-7 16,-5 0-8-16,0 3 7 0,-1 2 4 0,4 1-6 15,-2 2-2-15,-2-3 11 0,5 4 0 0,-4-1-14 16,3 2-11-16,1 2-24 0,-5-3-17 0,1-4-24 0,1 2-28 15,-2-5-25-15,0 0-32 0,-1-1-25 0,-1 1-23 16,-1-3-54-16,-1-3-266 0,0 0-607 0,0 0 268 16</inkml:trace>
  <inkml:trace contextRef="#ctx0" brushRef="#br0" timeOffset="100543.87">9996 8711 26 0,'3'-4'303'0,"-1"-1"-24"15,2 0-29-15,0 3-24 0,-3-1-26 0,-1 3-22 16,4-2-19-16,-4 2-21 0,9 5-14 0,-4-3-11 16,4 8-8-16,0-2-9 15,0 7-12-15,2 1-11 0,-2 2-7 0,-1-1-14 16,3 6-5-16,-2 4-3 0,-1-3-5 0,-5-5-4 15,0 0-6-15,0 7 1 0,3-6-4 0,-6-2 0 16,0 1-4-16,1-2-2 0,-2-5 1 0,1 2-6 16,-5-4 0-16,5 0-2 0,-1 0 2 0,-2-3 1 15,2 0-4-15,1-2 2 0,0-1 17 0,-4 1 11 0,4-5 12 16,0 5 13-16,0-5 21 0,0 3-4 0,0-3 10 0,0 0 12 16,-1 4 4-16,1-4 8 0,0 0-3 15,0 0 4-15,0 0-4 0,0 0-5 0,0 0-9 0,3 4-5 16,-3-4-9-16,0 0-14 0,0 0 1 0,0 0-7 15,0 0-8-15,0 0-7 0,0 0-5 0,0 0-8 16,0 0-7-16,0 0 3 0,0 0-4 0,0 0-10 16,0 0 2-16,0 0-2 0,0 0-2 0,2 4-1 0,-2-4-2 0,0 0-3 15,0 0 0-15,0 0 5 0,0 0 4 16,0 0 1-16,0 0 1 0,0 0 4 0,0 0 1 0,0 0-1 16,0 0-5-16,0 0 2 0,0 0-2 0,0 0-4 15,0 0-5-15,0 0 1 0,0 0-3 0,0 0-7 16,0 0 3-16,0 0 1 0,0 0-3 0,0 0 1 15,0 0-1-15,0 0-5 16,0 0 4-16,0 0 0 0,0 0-3 0,0 0-2 16,0 0 8-16,0 0-7 0,0 0 2 0,0 0 0 15,0 0-3-15,0 0 8 0,0 0-4 16,0 0 18-16,0 0 0 0,0 0-3 0,19-5 2 0,-2-1-4 16,2 2 0-16,12-2-3 0,2-1 1 0,0 1 2 15,2-1-4-15,2 0-4 0,1 1-1 0,-1 1 0 16,2-1 1-16,-1 0 10 0,-6 2 1 0,-6 1 2 0,-5-2-1 0,-7 4 0 15,-1-2 0-15,-3 3 9 0,0-3 4 0,-2 3 0 16,-3 0 11-16,2-2-3 0,-7 2 5 16,7 0-1-16,-7 0-3 0,8-2-9 0,-8 2-12 15,0 0-19-15,5-1-27 0,-5 1-31 0,0 0-38 0,0 0-34 16,0 0-41-16,0 0-41 0,0 0-28 0,0 0-11 16,0 0-36-1,-8 10-50-15,2-5-404 0,-3-3-798 0,5 3 354 16</inkml:trace>
  <inkml:trace contextRef="#ctx0" brushRef="#br0" timeOffset="101276.02">10613 9424 239 0,'1'-6'244'0,"3"-1"-16"0,0 1-19 0,1-2-20 16,3 4-22-16,-2-4-15 0,2 5-15 0,1-3-14 15,0 2-15-15,1 3-11 0,-2 0-11 0,1 1-11 16,2 0-13-16,-3 2 1 0,-2 2-8 0,3 2-3 16,1 2 2-16,-2 1-10 15,0 2-3-15,1 3-4 0,-7 2-1 16,2 1-4-16,-3 2-2 0,-1-1-3 0,-1 2-1 15,-2-2 2-15,-3 1-11 0,0 0 1 0,-2-1 4 0,2-1-7 16,-2-1-2-16,0-5 3 0,3-2-7 0,1 0 2 16,1-3 7-16,0-1 14 0,0 2 14 0,2-4 28 15,0 1 30-15,-2-1 37 0,3-3 36 0,-3 3 9 16,3-3-12-16,0 0-19 0,0 0-16 0,8-14-11 0,-2 3-12 0,3-4-10 16,3-1-13-16,-2 1-8 0,6-9-9 15,3 2-6-15,-3 0-7 0,1 1-8 0,-3 4-9 16,-2 2-2-16,1-2-3 0,-2 9-6 0,-2-2-11 15,-1 3 2-15,-2 0-5 0,-1 3-2 0,-1 1-1 0,0-2-20 16,-2 3-14-16,2 2-6 0,-4 0-19 0,0 0-2 16,14 7-3-16,-9-3-1 0,-1 6 1 0,0 0-1 0,1 2-7 15,-3 1-11-15,3 3-17 0,1-1-26 0,-4-1-25 16,2 2-29-16,-2 1-35 0,-2-5-43 0,1-1-51 16,-2-4-281-16,1 5-620 0,-2-9 274 0</inkml:trace>
  <inkml:trace contextRef="#ctx0" brushRef="#br0" timeOffset="101507.51">11059 9292 180 0,'4'-5'278'15,"0"1"-21"-15,-2 2-21 0,2-3-28 0,0 3-22 16,4 1-9-16,-2 4-15 0,3 3-13 0,1 2-13 0,1 4-9 0,1 2-10 15,0 3-12-15,0 6-6 0,0-1-10 0,-2 6-8 16,-2-1-5-16,-2 1-9 0,-4 0-3 0,-2 0-8 16,0-1-9-16,-6 2-24 0,0 0-24 0,-4-9-26 15,-2 4-19-15,1-7-22 0,-7 2-45 0,3-7-65 16,-11 4-237-16,8-7-449 0,-9 0 199 0</inkml:trace>
  <inkml:trace contextRef="#ctx0" brushRef="#br0" timeOffset="101807.72">10650 9260 142 0,'-2'-6'293'0,"-1"1"-22"16,-1 3-25-16,4 2-22 0,-6-3-26 0,6 3-24 0,0 0-16 16,-9 3-18-1,1 2-19-15,-2 7-11 0,-3 5-13 0,0 5-9 16,-2 6-11-16,1 1-8 0,-6 14-4 0,8-10-10 16,3 3-3-16,5 0-3 0,3-2-4 0,2 0-5 15,7-3-6-15,5-1 2 0,1 1-3 0,6-5-5 16,7-2 9-16,4-2-6 0,2-5-27 0,3-2-53 15,12 2-96-15,-11-11-310 0,18 0-490 0,-15-6 216 16</inkml:trace>
  <inkml:trace contextRef="#ctx0" brushRef="#br0" timeOffset="102434.23">11887 9455 239 0,'-4'-6'277'15,"3"-3"-22"-15,-4 1-23 0,-1-3-20 0,-3 5-16 0,-2 0-19 16,2-1-19-16,-2 2-12 0,-3 1-14 0,-2 0-13 16,-1 2-15-16,-1 2-9 0,-4 0-13 15,-1 1-6-15,5 4-11 0,0 1-2 0,-2 1-10 0,-6 2-6 16,10 2-8-16,-5 6-3 0,8-3-6 0,-1 0-3 0,4 1-1 16,0 0-1-16,2 1-5 0,3-5-1 0,1 5-3 15,3-4-1-15,0 4 2 0,3-5-1 0,1 1-4 16,2-2 3-16,3 1 2 0,-1-3-3 0,2 1 3 15,-1-3 9-15,3-2 7 0,-2 1 12 0,2-3 13 16,3-2 9-16,-5-1 15 0,1-4 16 0,1 2 16 16,-3-4-4-16,1-3 4 15,1-3-12-15,0 1 6 0,-2-4-6 0,-2-3-1 16,2-7-2-16,1-1-6 0,-5 0-7 0,0-4-7 16,1-2-2-16,0 0-3 0,0-1 6 0,0-14 6 15,-1-3 4-15,1 19 6 0,-5 1 7 0,4 2 2 16,0 3 6-16,-4 8 5 0,2 2 0 0,-4 7-15 15,4-2-9-15,0 5-11 0,-2-1-10 0,0 3-14 16,1 0-37-16,-1 1-37 0,0 3-49 0,1-4-63 0,-1 4 4 16,0 0-2-16,0 0 19 0,0 22 6 0,0-4 6 0,-1 9 19 15,-2 6 8-15,5 2 10 0,0-1 8 0,-1 2 9 16,5-5 6-16,-5 6 5 0,1-4 5 0,4-3-16 16,-3-2-23-16,2-1-5 0,-3-7-19 0,0-2-16 15,1-2-27-15,-2-4-37 0,0-1-27 0,1-1-41 16,-2-3-37-16,1-2-44 0,-1 2-220 0,0-2-582 0,0-5 258 15</inkml:trace>
  <inkml:trace contextRef="#ctx0" brushRef="#br0" timeOffset="102847.68">11905 9283 112 0,'4'-2'245'0,"0"-5"-21"16,2 3-17-16,-1 3-23 0,-1-2-15 0,-4 3-18 15,14 2-14-15,-5 0-7 0,3 4-9 0,-3 1-11 16,2 0-10-16,1 6-9 0,1-1-6 0,-4 2-9 16,0 1-4-16,-1 1-6 0,0 2-7 0,-3 1-8 0,-1-1-3 15,-2 0-5-15,-2-1-6 0,-1 2-2 16,-3-2 1-16,0 1-8 0,0-2 0 0,-2-1-4 0,0-1-2 0,1-2-1 16,1-3-2-16,1-1 7 0,-1-1 6 0,2-4 11 15,0 3 16-15,1-1 27 0,-2-2 39 0,3-3 37 16,-3 2 31-16,3-2 30 0,0 0 7 0,0 0-9 15,0 0-22-15,0 0-20 0,3-18-20 0,1 8-17 16,4-5-14-16,0-4-12 0,6-5-21 0,1-2 0 0,3 1-13 16,-2 1-8-1,1-4-6-15,-1 1-12 0,3 0-5 0,-5 4-6 16,-1 1-4-16,-7 4-3 0,4 5-6 0,-3 4-1 16,-2-1-2-16,-1 3-7 0,-2 1-5 0,1 2-5 0,-1-1-15 15,0 4-26-15,-2 1-26 0,1-4-23 0,-1 4 3 16,0 0 2-16,-4 15 4 0,0-4 12 0,0 9-2 15,-1 5 20-15,-2 4-1 0,3 0 1 0,0 2 4 16,4 1 8-16,4 1 4 0,7-1-4 0,3-3-8 0,7-3-27 16,6-1-48-16,16 4-65 0,-10-12-113 0,26-2-453 15,-1-6-803-15,2-5 355 0</inkml:trace>
  <inkml:trace contextRef="#ctx0" brushRef="#br0" timeOffset="103902.1">7842 11103 89 0,'-6'2'203'0,"6"-2"-9"16,0 0-5-16,0 0-4 0,-6 2-9 0,6-2-1 16,0 0-3-16,0 0-3 0,0 0 1 0,-1 3-21 0,1-3-15 0,0 0-16 15,0 0-11-15,0 0-8 0,34-5-10 0,-7 1-10 16,5 0-6-16,3 0-9 0,3-3 2 0,4 4-1 15,-2-2-6-15,-2 2-4 0,-1 1-4 16,-3-3-5-16,-7 4-4 0,-5 1-3 0,0-3-8 0,-3 3 4 16,-10 0-8-16,3-2-7 0,-4 1 0 0,-1 1-26 15,-7 0-9-15,9 0-27 0,-5-1-29 0,-4 1-8 16,0 0 7-16,2 7 11 0,-2-7-24 0,-6 5-30 16,-2-1-23-1,4-1-40-15,-2 1-210 0,0-1-421 0,0 0 186 0</inkml:trace>
  <inkml:trace contextRef="#ctx0" brushRef="#br0" timeOffset="104134.23">8701 10965 143 0,'2'-4'441'16,"-1"3"-3"-16,-1 1-20 0,3-5-23 0,-2 1-30 15,-1 4-40-15,0 0-30 0,2-5-38 0,-2 5-29 16,0 0-42-16,0 0-48 16,0 0-51-16,0 0-22 0,0 0-13 0,3 19-3 15,1-5-1-15,-2 12-12 0,1 1-13 0,1 5-23 16,1 0-28-16,-3 0-31 0,1 2-45 0,0 1-54 0,-2-3-75 0,-1-1-336 0,2-5-614 16,1-6 272-16</inkml:trace>
  <inkml:trace contextRef="#ctx0" brushRef="#br0" timeOffset="104966.87">9094 7827 101 0,'0'0'384'16,"1"-6"-5"-16,-1 3-21 0,0 3-19 0,0 0-33 16,-1-5-31-16,1 5-40 0,0 0-23 0,0 0-23 15,0 0-29 1,0 0-35-16,0 0-15 0,1 14-12 0,-1-2-16 15,1 6-6-15,2 7-2 0,-2 6-7 0,6 1-33 0,-2 2-46 16,1 12-49-16,2 0-66 0,-4 0-73 0,-2-12-334 16,2 1-579-16,-4-3 256 0</inkml:trace>
  <inkml:trace contextRef="#ctx0" brushRef="#br0" timeOffset="106044.15">13229 9319 241 0,'0'0'268'16,"0"0"-12"-16,0 0-13 0,0 0-12 0,0 0-12 16,0 0-20-16,0 0-21 0,0 0-17 0,4-12-16 0,-4 12-19 0,6-4-11 15,1 3-11-15,0-3-9 0,5 0-14 0,5-2-8 16,1 3-7-16,3-1-10 0,8-4-19 0,-1 0-29 16,4 4-33-16,0 2-33 0,-5-3-38 0,2 3-37 15,-8-1-30-15,-1 1-43 0,-2 2-165 0,-5-3-401 16,-3 3 178-16</inkml:trace>
  <inkml:trace contextRef="#ctx0" brushRef="#br0" timeOffset="106185.18">13340 9458 31 0,'-8'8'160'16,"3"-2"-17"-16,0-2-13 0,3 2-4 0,0 0 2 15,4-3-1-15,3 0-9 0,5 2-6 0,9-1-15 16,10-3-20-16,6-1-40 0,2-1-85 0,4-1-159 15,11-7-224-15,-2-1 101 0</inkml:trace>
  <inkml:trace contextRef="#ctx0" brushRef="#br0" timeOffset="107789.82">15024 8453 177 0,'-1'-5'181'0,"0"-1"-7"15,-2 0-15 1,3 5-17-16,0 1-10 0,-3-5-14 0,2 1-14 15,1 4-7-15,0 0-16 0,0 0-7 0,0 0-10 0,0 0-10 16,-12 15-7-16,5 0-1 0,-2 10-13 0,-1 5 0 16,1 4-1-16,-4 17-3 0,2 2 1 15,-6 6-4-15,-1 19-1 0,5-19-5 0,2 2-7 0,-6 20 5 16,7-21-2-16,0 24 1 0,3-26 2 0,4 0-7 16,0-2 4-16,2-1-4 0,2-2-5 0,2 1 7 0,-2-5-3 15,0-3-1-15,0-13 2 0,-1-1 1 0,0-1-2 16,-1-2 2-16,-1-3 7 0,0-9 0 0,0-1 14 0,-1 0 11 15,0-4 7-15,-1 0 12 0,1-1 11 0,-2-3 17 16,-1-1-10-16,-5-2-6 0,-1 0-6 0,-9-3 2 16,2 1-14-16,-12-3-9 0,-1-3-5 0,2 1 1 15,-1-3-6-15,2-1-3 0,-1-2-3 0,10 5-6 0,-2-4 0 16,4 2-3-16,0 0-2 0,5 0-5 0,2 1-6 16,-1 4-35-16,3-3-35 0,-1 3-34 0,4 2-40 15,0-1-42-15,3 1-39 0,-1 2-208 0,3 1-456 16,2-1 202-16</inkml:trace>
  <inkml:trace contextRef="#ctx0" brushRef="#br0" timeOffset="108206.22">14398 10338 174 0,'-5'1'180'0,"5"-1"-1"0,0 0-4 16,0 0-2-16,0 0-4 0,0 0-8 16,0 0-7-16,0 0-8 0,0 0-11 0,0 0-12 15,0 0-13-15,0 0-7 0,0 0-8 0,26-4-13 16,-14 2 0-16,7-3-5 0,3 3 0 0,0-2-9 0,1 0-3 16,-1 2-9-16,-3 0-5 0,-1-2-3 0,0 1-4 0,-7 2-4 15,-2-1-6-15,2 0-3 0,-3 1-3 0,1 1-4 16,-3-2-1-16,0 2-5 0,-6 0-15 0,9-2-26 15,-9 2-25-15,6 0-31 0,-6 0-30 0,0 0-38 16,7 0-35-16,-7 0-38 0,0 0-134 0,0 0-383 16,0 0 170-16</inkml:trace>
  <inkml:trace contextRef="#ctx0" brushRef="#br0" timeOffset="108443.43">15045 10210 354 0,'0'0'421'0,"2"-7"-19"0,-2 7-39 0,0 0-31 16,0 0-42-16,0 0-26 0,1-3-32 0,-1 3-33 0,0 0-36 15,0 0-43-15,0 0-39 0,0 0-22 0,3 11-8 16,-2 0-18-16,1 0-1 0,-2 7-7 0,1 1-39 15,0 1-39-15,0 4-41 0,1 2-48 0,2-6-63 0,-4-3-281 0,1 0-526 16,-1-6 233-16</inkml:trace>
  <inkml:trace contextRef="#ctx0" brushRef="#br0" timeOffset="109364.25">15244 8153 19 0,'0'0'318'0,"3"-2"-6"16,-3 2-11-16,0 0-7 0,0 0-19 0,0 0-16 15,0 0-19-15,0 0-20 0,0 0-26 0,0 0-17 16,0 0-19-16,0 0-24 0,0 0-20 15,0 0-37-15,0 0-26 0,0 0-11 0,4 7 8 0,-4 3-18 16,1 0 0 0,0 4-7-16,4 2-35 0,-2 10-27 0,2 2-36 15,-1 2-24-15,-3 5-31 0,0 11-36 0,3 1-85 16,-4-14-173-16,-1-4-459 0,3-3 203 0</inkml:trace>
  <inkml:trace contextRef="#ctx0" brushRef="#br0" timeOffset="113666.61">16229 8936 115 0,'-2'-5'290'15,"-1"-3"-11"-15,3 3-15 0,-1 0-11 0,1 0-17 16,0 0-21-16,-3 1-24 0,3 4-21 0,0-6-20 16,0 6-24-16,0 0-14 0,-1-2-43 0,1 2-11 15,0 0-10-15,1 13-6 0,2 1-3 0,-2 3-5 16,2 2 1-16,-1 9-8 0,-2 0 0 0,4 1-6 0,-3 1 4 0,2 3-5 15,-2-2 1-15,0 0-2 0,-1-2-1 0,3-1-1 16,-3-2-2-16,1-2 0 0,2-5 0 0,-3-4-4 16,1-1-4-16,-1-2 6 0,0-1-1 0,0 0-3 15,0-6 0-15,0 2 2 0,3-2-2 0,-6 0 0 16,6 0 5-16,-3-3-5 0,-3 3 1 0,3-5 1 16,0 5 1-16,0-5-7 0,0 0-10 0,0 0-37 0,0 0-43 0,-9-2-44 15,9 2-45-15,-9-8-71 0,-1-2-162 16,2 1-440-16,3-1 195 0</inkml:trace>
  <inkml:trace contextRef="#ctx0" brushRef="#br0" timeOffset="114108.11">16147 8831 67 0,'-1'-5'246'0,"0"0"-16"16,1 5-22-16,-1-5-16 0,-2 3-20 0,3 2-17 16,0 0-19-16,0 0-11 0,10-3-15 0,-3 3-14 0,7 0-7 15,2 3-2-15,6 1-10 0,6 6-2 0,0 0-9 16,5 5-4-16,1 1-8 0,-1 1-2 0,10 8-6 16,-16-4-1-16,14 12-5 0,-14-10-5 0,-4 6-3 15,-4-2-4-15,-2 4-3 0,-4-2 1 0,-6 5-5 16,-3 2-1-1,-4-4 0-15,-4 0-2 0,-5-4-4 0,-5 1 0 16,-4-2 3-16,-2-2-2 0,-7-2 1 0,4-1 6 0,-6-3-4 16,0-2 4-16,1 0 2 0,2-5 2 0,-3 2 2 15,3-2 1-15,8-4 7 0,0 0 3 0,0-4 3 16,6-1 4-16,2 1 0 0,0 0 7 0,1-1-5 16,3-2 2-16,2 1 9 0,-2-1 9 0,6-1 15 15,-7 2 10-15,7-2 1 0,0 0-11 0,-6 2-7 16,6-2 3-16,0 0-13 0,0 0-6 0,0 0-6 0,0 0-16 0,0 0-19 15,-2-7-24-15,2 7-31 0,0 0-27 0,8-8-38 16,-4 4-40-16,2 2-51 0,-2-3-57 0,5-3-84 16,-4 0-169-1,3-1-545-15,-2 0 241 0</inkml:trace>
  <inkml:trace contextRef="#ctx0" brushRef="#br0" timeOffset="114899.58">16535 8649 229 0,'0'-2'286'0,"0"2"-17"16,0 0-12-16,0-8-21 0,0 8-21 0,0-4-21 15,0 4-16-15,0 0-24 0,0 0-12 0,1-4-16 16,-1 4-16-16,0 0-13 0,0 0-14 0,0 0-18 16,0 0-9-16,0 0-8 0,4 13-6 0,-2-8-5 15,0 7 0-15,0 5-9 0,1-2 0 0,-1 3-4 16,0 0-3-16,0 0 0 0,1 0-2 0,0 2-2 0,-1-2-1 0,0-1 1 15,-1 1-3-15,1-2-2 0,-1-3 0 0,0-3 0 16,1 1-5-16,-1-2 1 0,0-3 3 0,1 0 6 16,-2-1-9-16,0-1 1 0,1 0 2 0,-1 0 8 15,1-2 33-15,-1-2 30 0,0 4 39 0,0-4 24 16,0 0 6-16,0 0-12 0,0 0-13 0,7-12-15 16,-4 5-8-16,4-3-11 15,-2-2-12-15,4-4-14 0,1-6-4 0,4 0-5 16,-2-3-8-16,2 1-3 0,-4 7-5 0,-4 3-1 15,3-1-6-15,-4 5-3 0,0 3-3 0,-1-1-4 16,0 2 7-16,0 3-16 0,-3-2-1 0,4 1-8 16,-5 1-4-16,4 1-28 0,-4 2-23 0,0 0 4 0,0 0-3 15,12 9-1-15,-7 1 1 0,-1 2-3 0,3 1 4 16,-2 3 6-16,0 1 7 0,2 0 0 0,-3 0 6 0,-2 0 11 16,2 2-12-16,1-4 5 0,-2 0 6 0,-1-1 10 15,-1-2-7-15,1-2 0 0,-1-2-3 0,0 1 7 16,-1-2 3-16,2-2 2 0,-2 0 0 0,1 0 1 15,0-1 4-15,-1-1-2 0,2 1 3 0,-2-4 3 16,1 5 28-16,-1-5 14 0,1 5 15 0,-1-5 5 16,0 0 2-16,0 0-6 0,0 3-8 0,0-3-5 0,0 0 1 15,0 0-4-15,0 0-10 0,0 0-3 0,0 0-20 16,0 0-33-16,0 0-49 0,0 0-97 0,0 0-95 0,0 0-98 16,4-15-304-16,-4 13-719 0,-1-6 318 0</inkml:trace>
  <inkml:trace contextRef="#ctx0" brushRef="#br0" timeOffset="115639.18">17478 8542 56 0,'-2'-4'279'0,"2"4"-25"0,-2-7-23 0,0 4-24 16,2 3-19-16,-1-3-21 0,1 3-15 15,0 0-23-15,-15 10-12 0,5 0-13 0,-3 5-22 16,-5 11-6-1,-5 3-10-15,0 20-10 0,-4 4 1 0,4 0-9 16,0 3-9-16,0-2-3 0,3 1-2 0,6 3 0 0,-2-2-10 16,10 1 9-16,2-3 20 0,3-1 1 0,6-5 2 15,3-11-2-15,6 6 5 0,-1-11 3 0,4-4 7 16,6-1 0-16,-1-1 2 0,5-3 6 0,0-2-3 16,-3-6-6-16,-5-5-1 0,-1-1 0 0,0-2-1 15,-3-2-4-15,-2 0 8 0,-3 0 6 0,-2-2 22 16,0 0-19-16,-3-2 18 0,1 2 11 0,-2-3 9 0,-4 0 4 0,5 1 2 15,-5-1-5 1,8 0-7-16,-8 0-7 0,3 1-11 0,-3-1-9 16,4 3-8-16,-4-3-11 0,0 0-3 0,0 0-13 15,0 0-19-15,0 0-24 0,0 0-38 0,0 0-18 16,0 0-49-16,0 0-69 0,3-8-52 0,-3 8-47 16,-4-10-63-16,-1 3-340 0,0-2-725 0,1 2 320 15</inkml:trace>
  <inkml:trace contextRef="#ctx0" brushRef="#br0" timeOffset="116171.8">17635 8911 78 0,'1'-5'268'0,"3"0"-33"16,0 1-22-16,0-1-25 15,2 3-21-15,0 1-10 0,2 1-22 0,2 1-16 16,2 1-8-16,-2 2-11 0,5 6-15 0,-1-1-10 16,4 6-7-16,0 2-6 0,0 4-7 0,-9-4-6 15,6 6-2-15,-7 0-5 0,-3 2-4 0,-1 0-4 16,0 1-1-16,-3 0-4 0,-3-1 0 0,-5 0-8 15,-2-5 3-15,-1 2-3 0,-3 0 2 0,3-8 3 16,-4 1-2-16,2-3 6 0,6 0 4 0,-5-4 6 0,4-1 6 0,-2-1 3 16,5-2 9-16,-5 2 16 0,8-3 25 0,-4-1 23 15,2 1 27-15,3-3 15 0,0 0-4 0,0 0-19 16,-5-14-11-16,5 5-16 0,5-7-10 0,3-2-13 16,4-7-11-16,4 0-8 0,2-1-9 0,-1 1-7 15,2-2-9-15,0 5-1 0,0-1-9 0,-1 0 1 16,-4 9-7-16,1 1-3 0,-6 3-3 0,-1 0-8 0,0 3-2 0,-2 0-1 15,-1 4-15-15,0 0 5 0,-1 3-12 0,-4 0-10 16,10 2-5-16,-5 1-4 0,1 5 1 0,0 4-7 16,-2 0-4-16,-3 7 13 0,3 0 0 0,1 1 7 15,-4 4 1-15,3 4-2 0,0-5 4 0,0 2 2 16,-3-7 2-16,0 2-1 0,2-3-30 0,2-1-18 16,-1 1-24-16,-2-7-28 15,2-1-23-15,-1 1-24 0,1-3-31 16,-2-2-31-16,2-2-50 0,-1-2-255 0,3-1-569 15,-6 0 251-15</inkml:trace>
  <inkml:trace contextRef="#ctx0" brushRef="#br0" timeOffset="116519.61">18004 8627 335 0,'0'-5'321'15,"4"1"-26"-15,-4 0-33 0,3 0-23 0,-3 4-27 16,7-4-29-16,-2 4-15 0,2 0-24 0,4 0-11 16,1 4-7-16,4 1-8 0,1 8-11 0,3 1-6 15,-2-2-15-15,-5 7-6 0,2 0-9 0,0 3 2 16,-3 0-16-16,-3 2-5 0,-5 1-5 0,-3-6-5 15,2 2 0-15,-6 3-5 0,2-4 9 0,-3-3-19 0,-1-2 2 16,1-1-6-16,-1-2 0 0,1-3-3 0,1-1-1 0,1-3 2 16,0 0-1-16,-1 2-5 0,1-3 6 0,0-3 4 15,2-1 4-15,0 0-2 0,7 3-4 0,5-6-20 16,6 1-28-16,9-9-38 0,5 2-57 0,3 0-75 16,0-3-83-16,0 0-226 0,-1 2-545 0,2-2 241 15</inkml:trace>
  <inkml:trace contextRef="#ctx0" brushRef="#br0" timeOffset="116858.31">18499 9125 8 0,'0'0'226'0,"-5"3"-10"0,5-3-8 0,-3 3-3 16,3-3-8-16,0 0-8 0,0 0-5 0,0 0-9 0,0 0-14 0,-5 2-14 16,5-2-10-16,0 0-17 0,0 0-12 0,0 0-10 15,0 0-1-15,10 2 0 0,-1-2-4 0,5 0-11 16,4-2-12-16,1 1-5 0,9 0-6 0,0-5-4 15,3 5-5-15,1-2-9 0,-3 1 1 0,1-2-10 16,-3 3-16-16,-6-2-25 0,-1 1-27 0,-3-3-31 16,-4 4-35-16,0-1-40 15,-3-2-42-15,-1 0-256 0,-4-2-477 0,-2 4 212 16</inkml:trace>
  <inkml:trace contextRef="#ctx0" brushRef="#br0" timeOffset="117242.89">19058 8797 236 0,'0'-6'438'0,"-1"0"-11"15,1 2-19-15,-3 1-30 0,3-2-30 0,0 5-35 16,-1-5-39-1,1 5-26-15,0-5-34 0,0 5-25 0,0 0-27 16,0 0-47-16,0 0-10 0,0 0-14 0,1 13-14 0,2-2-9 16,-2 5-7-16,-1 2-6 0,3 10-4 0,-2-2-2 15,-1 0 11-15,1 0-24 0,2 0-1 16,-2 3-4-16,3-3-1 0,0 0-16 0,2-2 9 16,-3-4 1-16,-2-1-4 0,3 0-2 0,0-3-2 0,-3-3 1 15,2 2-3-15,-2-3 3 0,2-7-4 0,-3 2 3 0,1-2-5 16,-1-1 0-16,0 1 1 0,1-2 4 0,2-1-4 15,-3-2 0-15,0 5-8 0,0-5-19 0,0 0-8 0,0 0-12 16,1 3-4-16,-1-3-19 0,0 0-11 0,0 0-43 16,0 0-52-16,0 0-67 0,-6-13-83 15,2 4-305-15,0-4-669 0,0 1 296 0</inkml:trace>
  <inkml:trace contextRef="#ctx0" brushRef="#br0" timeOffset="117621.74">19090 8644 284 0,'0'-8'279'0,"4"4"-30"0,0 0-23 16,0-2-23-16,1 4-23 0,5 0-7 0,3 2-19 16,5 2-10-16,7 9-15 0,3 2-2 0,4 4-2 15,-1 5-14-15,6 9-9 0,1 6-15 0,-6-1-5 16,-2 8-8-16,-3-4-7 0,-13-7-8 0,2 12-4 15,-7 4-6-15,-5-4-3 0,-4 4-2 0,-8 1-4 0,-2-3-5 16,-9-1 0-16,-5 0-1 0,-2-8 3 0,-5 1-1 0,-3-4 6 16,8-10 6-16,-2 0-3 0,1-3 29 0,-3-1-5 15,0-3 8-15,1-2 10 0,0-4 9 0,3 0 1 16,3-5 2-16,6-1-6 0,4-2-7 0,3 1-4 16,4-2-2-16,-3 1-16 0,4-3 5 0,1 1 15 15,0 0 3-15,4-2 15 0,-5 4-5 0,5-4-1 16,-6 1-10-16,6-1-6 15,0 0-8-15,0 0-7 0,0 0-6 0,0 0-12 16,0 0-21-16,0 0-28 0,13-10-32 0,-7 7-27 16,-1-2-48-16,4 0-48 0,-4-3-49 0,4 0-72 15,1-1-77-15,-1-4-341 0,-1-1-753 0,0 4 333 16</inkml:trace>
  <inkml:trace contextRef="#ctx0" brushRef="#br0" timeOffset="118245.06">19490 8433 282 0,'0'-4'326'0,"4"0"-8"16,-3 1-11-16,2 0-16 0,-2-1-28 15,-1 4-26-15,3-4-26 0,-3 4-23 0,1-3-27 16,-1 3-17-16,0 0-25 15,0 0-9-15,0 0-16 0,5 11-15 0,-4-5-7 16,2 5-6-16,-2 4-8 0,-1 2-5 0,0 2 11 16,3 7-11-16,-3-1-4 0,0-1-6 0,0-4 0 15,0 4-7-15,-3-6-2 0,3 2-4 0,0-10-4 0,3 2-1 16,-3-2 3-16,0-1-6 0,1-2 0 0,-1-4 4 16,0 2 2-16,0-1 26 0,0-4 41 0,0 4 43 15,0-4 28-15,0 4 11 0,0-4-17 0,0 0-13 0,9-10-14 0,0 0-15 16,-1 0-11-16,1 1-14 0,5-3-8 15,-3 0-10-15,-2 5-9 0,-1 0-7 0,-1-1-7 16,-2 1-9-16,1 2-6 0,-1 4-9 0,4 0-18 16,-2-1-19-16,2 5-19 0,5 1-27 0,-3 5-15 15,4-1-55-15,4 4-54 0,0 6-64 0,-5 2-68 16,4 0-93-16,-9-4-318 16,1-3-781-16,-2-4 346 0</inkml:trace>
  <inkml:trace contextRef="#ctx0" brushRef="#br0" timeOffset="118940.32">20732 8647 232 0,'-2'-5'288'0,"2"0"-12"0,0 5-15 16,-2-6-23 0,2 3-23-16,0 3-24 0,2-5-22 0,-2 5-19 0,0 0-17 15,0 0-17-15,0 0-14 0,5 13-8 0,-1 3-12 16,0 5-11-16,-1 3-3 0,4 6-7 0,-1 2-4 15,-1 3-7-15,-1-1-2 0,1-2-5 0,0 2-2 16,3 2-6-16,-3-2-4 0,2-1-4 0,-1-4-1 16,0 3 0-16,-1-5-1 0,-1-2-3 0,1-4-2 15,-1-7-2-15,-4 1 0 0,3-3 0 0,-2-3-4 0,2 1-1 16,-3-4 0-16,1 0 2 0,-1-3 0 0,1 2-1 0,-1-2 0 16,0-3 6-16,0 4-5 0,0-4 0 0,0 0-3 15,0 0-37-15,0 0-48 0,0 0-57 0,-22-12-59 16,8 2-94-16,0-3-169 0,0-1-490 15,-2-5 216-15</inkml:trace>
  <inkml:trace contextRef="#ctx0" brushRef="#br0" timeOffset="119293.93">20658 8622 247 0,'-2'-7'281'0,"0"3"-18"0,2 1-17 16,0-2-25-16,0 5-24 15,2-6-22-15,0 2-16 0,6 2-8 0,2 0-27 16,3 2-10-16,6 1-16 0,9 3-5 0,4 3-5 16,1 5-8-16,3 3-9 0,-2 6-2 0,10 9-7 15,-4 3-7-15,-6 2-4 0,-1 3-5 0,-7 2-2 16,-7-8 4-16,-2 1-13 0,-2 12-4 0,-10-10-4 16,-1 2-1-16,-5-1-4 0,-6 11-1 0,-3-12-2 15,-4 0 1-15,-4-4-3 0,-1-1 0 0,-4-4 3 0,-4 0 8 0,1-1 0 16,0-6 6-16,-2 0 5 0,-1-4 11 0,0-1 1 15,2-1 6-15,8-4-2 0,1-2 3 0,0 0 1 16,6-3-6-16,0 1-2 0,4-4-6 0,3 3-1 16,-1-1-2-16,2-3 18 0,4 0 3 0,-9 2 13 15,7-1-18-15,2-1 0 0,0 0-4 0,0 0-11 16,0 0-21-16,0 0-27 16,6-10-33-16,3 2-37 0,0 2-46 15,1-2-50-15,2-3-66 0,3-3-75 0,-4 0-257 0,1-2-614 16,-3-1 272-16</inkml:trace>
  <inkml:trace contextRef="#ctx0" brushRef="#br0" timeOffset="119848.49">21118 8325 130 0,'1'-2'285'0,"-1"2"-16"16,2-5-16-16,-2 5-27 0,1-3-21 0,-1 3-22 15,0 0-20-15,3-2-20 0,-3 2-11 0,0 0-24 16,0 0-12-16,0 0-12 16,0 0-9-16,1 10-9 0,0-5-9 0,2 6-6 15,-3-1-4-15,0 6-3 0,1 2-6 0,-2-1-4 0,-1 2-3 0,1 1-1 0,-1-3-3 0,-1 1-2 16,2-1-2-16,-1-6-2 0,2 2-4 0,-2-3 3 15,2-4-4-15,0 0-2 0,1-1 6 0,-1-1 12 16,0 2 41-16,-1-3 28 0,1-3 37 0,0 5 38 16,0-5 4-16,0 0-13 0,0 0-20 0,8-12-15 15,-1 4-13-15,0-1-12 0,0-1-12 0,2 2-10 16,0-6-11 0,5 0-2-16,-7 4-11 0,0-1-9 0,1 6-6 15,-2-3-8-15,-1 4-8 0,-1 0 0 0,0 0-13 0,0 4-25 16,-4 0-14-16,6-3-15 0,-6 3-13 0,14 6-2 15,-7-1-4-15,2 1-16 0,-2 5-5 0,4 0-13 16,-1 4-21-16,1 2-29 0,2 4-36 0,0 1-40 16,-2-7-56-16,-2 1-316 0,-3-4-637 0,1-2 282 15</inkml:trace>
  <inkml:trace contextRef="#ctx0" brushRef="#br0" timeOffset="120149.7">21909 8224 67 0,'0'-5'318'0,"3"0"-31"0,-2 2-30 0,-1-1-31 15,0 4-37-15,0 0-21 0,0 0-15 0,0 0-19 16,-15 14-17-16,3 3-12 0,-2 8-16 15,-4 6-9-15,-5 20-7 0,-2 2-9 0,-6 27-4 0,-2-4-6 0,1 0-5 0,15-21-5 16,-2 2-4-16,7 0-1 0,1-2-4 16,7-5-2-16,3-1 6 0,6-12 0 0,6 12 4 15,6-3-1-15,2-13-2 0,12 4 2 0,5-1-1 16,-4-14-4-16,2-3-2 0,16 2-18 0,-4-4-42 0,6-2-62 16,-14-5-83-16,2-6-293 0,1-4-501 0,-5-2 222 15</inkml:trace>
  <inkml:trace contextRef="#ctx0" brushRef="#br0" timeOffset="120813.81">22227 8676 149 0,'0'0'259'0,"2"-8"-23"0,0 4-21 0,1-2-20 16,2 0-19-16,1 1-16 0,1 2-17 0,2-4-15 16,1 2-16-16,1 1-8 0,2 0-13 15,-1 0-10-15,0 4-7 0,2 0-11 0,2 3-5 0,0 2-10 16,1-1-3-16,0 8 0 0,-2-4-3 0,-1 6-3 15,-4 5-1-15,-1 0-7 0,1 3 0 0,-7 3-4 0,-1 2-5 16,1-3 1-16,-7 5-2 0,-2-5-5 0,-2 2 1 16,-2-1 1-16,-2-3-3 0,2-3-3 0,0-2-1 0,-2 0 4 15,0-3 7-15,0 1 2 0,-2-3 4 16,5-4 9-16,3 0 5 0,-2-4 7 0,4 1 5 16,-1 1 14-16,0-5 26 0,1 3 23 0,4-4 37 15,-4 2 26-15,4-2 6 0,0 0-5 0,-3-7-16 0,3 0-14 0,2-1-19 16,3-4-14-16,4-4-15 0,4 0-7 0,1-8-14 15,4 1-7-15,-1 3-10 0,0 1 0 0,-4 3-11 16,0 1-10-16,-3 3-1 0,-1 4-6 0,1 0-6 0,-5 2-12 16,1 1 6-16,-2 2-11 0,-1-1-16 15,2 1-12-15,-5 3-12 0,9 3-11 0,-2 1 5 16,-1 3-8 0,2 1 6-16,-1 2-3 0,2 4 1 0,-1 2-4 0,3 0 8 15,1 1-9-15,-3-1-13 0,4 1-17 0,-4-2-14 16,1 1-29-16,0 0-15 0,-5-5-38 0,0 0-38 15,-1 0-44-15,1-4-43 0,-3-2-305 0,0 0-646 16,1-2 286-16</inkml:trace>
  <inkml:trace contextRef="#ctx0" brushRef="#br0" timeOffset="121167.3">22671 8371 284 0,'2'-6'317'0,"1"2"-10"16,-1 1-16-16,2-1-23 0,-4-1-32 0,3 3-25 16,-3 2-20-16,5-3-24 0,-5 3-18 0,0 0-15 15,11 2-9-15,-5 1-21 0,1 2-10 0,-3 2-11 16,2 8-9-16,-1 1-5 0,-2 2-6 0,2 2-8 15,-1 3-1-15,-3-2-8 0,3 4-7 0,-4-6-3 0,0 1 0 16,-4-1-4-16,3-1 0 0,-3-1-9 0,3-3-1 16,-3-5 2-16,4 3-3 0,0-4 0 0,0-1-3 15,-3-2-6-15,3 0 5 0,0 1-1 0,3 0 3 0,1-5 2 16,1 2-7 0,2 2 3-16,6-4 2 0,9-2-16 0,9-3-42 15,-1 0-54-15,1 3-64 0,0-4-65 0,-2-3-321 16,-2 1-587-16,1-2 261 0</inkml:trace>
  <inkml:trace contextRef="#ctx0" brushRef="#br0" timeOffset="121468.06">23078 8897 174 0,'0'0'276'16,"0"0"-14"-16,0 0-16 0,-5-1-21 0,5 1-23 15,0 0-16-15,0 0-19 0,0 0-11 0,0 0-23 0,0 0-12 16,25-2-10-16,-13 2-12 15,10-1-11-15,2 1-13 0,7-1-12 0,1 0-42 16,4-1-53-16,-3-1-66 0,4-2-87 16,-5 1-197-16,2 1-413 0,-4-4 182 0</inkml:trace>
  <inkml:trace contextRef="#ctx0" brushRef="#br0" timeOffset="121835.06">23579 8561 129 0,'-2'-6'398'16,"0"-1"-22"0,1 2-12-16,0-2-14 0,1 2-22 0,0 2-18 0,0 3-20 15,-3-10-27-15,2 7-23 0,1 3-27 0,0-4-23 16,0 4-22-16,0 0-21 0,0-4-22 0,0 4-31 15,0 0-31-15,0 0-11 0,0 0-7 0,1 11-10 16,2 0-3-16,-2 6 0 0,0 0-7 0,1 6 1 16,0 5-5-16,-2-3-1 0,4 4-7 0,-4-1-7 15,5 0 6-15,-3-1 2 0,0 0 0 0,3-2-3 16,-3-4 0-16,0-3 4 0,3 0-5 0,-4-4-1 0,3-4 4 0,0 0-13 16,-4 0 5-16,4-1 8 0,-3-3 7 0,-1 0-24 15,3-1-12-15,-2-3-5 0,-1 2-12 0,0-4-1 16,0 6-2-16,0-6-6 0,0 5-7 0,0-5-6 15,0 0-66-15,0 0-97 0,0 0-71 0,-4-19-309 16,3 10-647-16,-3 0 287 0</inkml:trace>
  <inkml:trace contextRef="#ctx0" brushRef="#br0" timeOffset="122184.93">23678 8365 200 0,'0'-4'289'0,"-3"0"-21"16,3 4-29-16,0-4-27 0,0 4-19 0,4-4-21 0,-4 4-22 15,16 5-15-15,-1 4-11 0,4 2-17 16,6 7-9-16,2 4-5 0,11 11-7 0,-2 2-8 16,-1 4-4-16,-5 3-8 0,-3 1-7 0,-2 3-5 0,-7 0-6 15,-3 0-5-15,-5 0-2 0,-9-10-2 0,-1-2-4 16,-5 12-1-16,-6-12 0 0,-3-1 6 15,-3 1 5-15,-3-5 5 0,-10 8 4 0,6-11 6 0,0-4 3 0,-6 0-1 16,2-1 2-16,4-6 10 0,-2-1-3 0,1-3 2 16,6-4-2-16,4 3 0 0,3-4-4 0,2-1-5 15,3-1-3 1,1 0-13-16,-2-1-1 0,6-2-1 0,-5 2-6 16,3-1 7-16,4-2 6 0,-2 3 5 0,-1-1 5 0,3-2-7 15,0 0-16-15,0 0 8 0,0 0-12 0,0 0-26 16,0 0-34-16,0 0-45 0,9-10-56 0,-5 5-72 15,6-2-81-15,-1 1-357 0,5-7-690 0,-2-1 306 16</inkml:trace>
  <inkml:trace contextRef="#ctx0" brushRef="#br0" timeOffset="122832.61">24029 8262 127 0,'1'-5'250'0,"1"1"-8"0,0 1-7 0,-1-1 0 0,3 1-9 16,-2 0-4-16,-2 3-5 0,3-5-12 0,0 3-13 16,-3 2-10-16,1-4-20 0,3 3-9 0,-4 1-20 0,0 0-17 15,0 0-22-15,0 0-16 0,0 0-12 16,0 0-6-16,0 0-9 0,1 9-7 0,-1 0-5 16,0 2 1-16,0 0-8 0,0 1-5 0,-1 5-1 15,0-1-3-15,-2-1-3 16,2 3 9-16,1-6-11 0,-3 0-2 0,6 0-6 15,-6-2 5-15,3-4-3 0,0 3-2 0,0-4 4 16,3-2 3-16,-3 2 0 0,1 0 32 0,-1-3 23 16,0-2 45-16,3 5 22 0,-3-5 21 0,0 0 1 15,0 0-13-15,0 0-12 0,14-8-9 0,-8-2-15 16,2 3-12-16,3-2-8 0,0-3-13 0,-2 4-5 16,1 1-9-16,-1 0-12 0,0 1-3 0,-4 1-5 0,1 1-5 0,-1 1-7 15,0 1-12-15,-1-1-14 0,-4 3-13 0,9 1-14 16,-4 4-19-16,5 2-2 0,1 4-20 0,5 10-30 15,1 0-37-15,-2 1-67 0,-2 2-59 0,1 3-76 16,-4-5-399-16,2 2-789 0,-2-10 349 0</inkml:trace>
  <inkml:trace contextRef="#ctx0" brushRef="#br0" timeOffset="124057.89">25283 8739 133 0,'-7'-9'242'0,"-3"3"-28"16,0-3-24-16,-7 2-14 0,1 2-19 16,-5 2-16-16,-2 0-15 0,-4 4-14 0,-1 5-9 0,-1 0-13 15,-1 3-8-15,1 1-9 16,-2 2-10-16,3 5-5 0,4-2-6 15,-3 2-9-15,4 4-2 0,5-4-3 0,-1 3-8 16,9-5-3-16,-2 2-2 0,5 1-6 0,3-1 4 0,3 3 0 16,1-4-4-16,5 1 2 0,0 0-3 0,5-2-2 15,3-1 2-15,3-1-1 0,2-1 6 16,9-2 5-16,0-1 6 0,1-3 5 0,-6-2 6 16,6-4 7-16,-2-4 5 0,0 0 3 0,-3 0 7 0,-4-4-2 0,8-4 22 15,-6-2 0-15,-1-3-5 0,2-3-5 0,-5 0-4 16,-1-5-6-16,-2-1 4 0,-2-2-6 0,-1-3-5 15,0-15-2-15,-3 10 0 0,1-13 8 0,-5 0 8 16,1-3-5-16,-1 3-4 0,-4 1 4 0,0-3-2 0,0 17 9 16,0 1 6-16,0 6 11 0,-4 2 4 15,4 4 11-15,0 6-2 16,-2 3-7-16,2 2-8 0,0 2-8 0,-2 3-16 16,2-1-7-16,-1 1-11 0,1 0-42 0,0 1-46 15,0 4-49-15,0 0-21 0,0 0 8 0,0 0 6 0,0 24 7 16,0-5 9-16,1 13 7 0,1 18 13 0,4-1 19 15,-1 3-8-15,2-3 4 0,2 1 8 0,-2-3 14 16,3 1-7-16,-2-14-1 0,1-2 7 0,0-1 4 16,1-4 1-16,-2-1 2 0,-3-7 1 0,-1-1 2 0,3-2 6 15,-4-6 0-15,0 0 2 0,-3-3-2 0,2 0 10 16,-2-2-9-16,1 0-1 0,-1-2-10 0,2 1-6 16,-2-4-5-16,0 5-3 0,0-5-12 0,-3 3-58 15,3-3-79-15,0 0-80 0,-15-10-286 0,7 5-590 16,-1-4 261-16</inkml:trace>
  <inkml:trace contextRef="#ctx0" brushRef="#br0" timeOffset="124504.99">25556 8523 214 0,'17'-9'233'0,"-1"1"-18"0,2 1-13 0,3 5-19 15,-1-1-14-15,3 3-18 0,-1 3-12 0,3-1-11 16,2 10-13-16,-3 0-11 0,-1 2-11 16,-3 4-13-16,-4 1-5 0,0 3-4 0,-5 2-11 0,-5 1-6 15,0-1-4-15,-5 2-6 0,-4 0-1 0,-2-1-8 16,-5-1-1-16,-1 3-6 0,-2-6 0 0,-4 1 0 16,3-2 2-16,0-5-2 0,-1-1 0 0,1-2 4 0,1 0 5 15,2-6 7-15,0 2 7 0,3-3 6 0,2-1 20 0,1 0 9 16,-1-1 24-16,2 1 28 0,4-4 37 15,-5 0 20-15,5 0 15 0,0 0-2 0,0 0-14 16,-4-8-22-16,5 1-21 0,3-3-17 0,4-6-19 16,4-4-8-16,4-6-17 0,3-1-10 0,1-3-11 0,10-8-3 15,-2 0-8 1,-5 8-9-16,-2 1-7 0,8-9-3 0,-11 11 0 16,-1 3-7-16,1 3-1 0,-6 8 4 0,-2-1-1 15,-2 6-2-15,-5-2-9 0,1 5-5 0,0-1-11 16,-3 3-27-16,2 1-31 0,-3 2-22 0,0 0-7 15,0 0 11-15,-3 14 1 0,-2 1 9 0,-4 7 8 16,-1 4 5-16,1 1 3 0,1 4 5 0,2 2 5 16,6 2 5-16,0 0 2 0,5-2 7 0,6 0 5 0,6 1-13 0,14 5-5 15,5-7-62-15,7-3-79 0,3-6-112 0,10-5-444 16,2-6-789-16,8-5 349 0</inkml:trace>
  <inkml:trace contextRef="#ctx0" brushRef="#br0" timeOffset="136410.79">5311 13503 13 0,'0'0'117'15,"-7"2"-18"-15,7-2-3 0,-8 0 2 0,8 0-6 31,-6 2-3-31,6-2-1 0,-4 1-18 0,4-1-3 0,-5 2-4 0,5-2-4 0,0 0-4 0,0 0-2 16,-8 1-3-16,8-1-5 0,0 0 2 0,-5 1-1 31,5-1-4-31,0 0-2 0,-4 3-3 0,4-3-3 0,0 0-2 0,0 0-2 16,0 0-3-16,0 0-5 0,0 0 0 0,0 0-4 16,0 0-3-16,0 0 1 0,-4 2-2 0,4-2-4 15,0 0 1-15,0 0-1 0,0 0-2 0,0 0-3 16,0 0 13-16,0 0-7 0,0 0-9 0,0 0 0 15,0 0 0-15,0 0-1 0,0 0 1 0,0 0 2 16,0 0 0-16,0 0-1 0,0 0 3 0,0 0 2 0,0 0-2 16,0 0 2-16,0 0 3 0,0 0-2 0,0 0 1 15,0 0 5-15,0 0-1 0,0 0 3 0,0 0 3 0,0 0 4 16,0 0-2 0,0 0-1-16,0 0 4 0,0 0 0 15,0 0 1-15,0 0 0 0,0 0-1 0,0 0-2 16,0 0-5-16,0 0 1 0,0 0-2 0,0 0-2 15,0 0 3-15,19-2 1 0,-6 0 4 0,6 2 4 0,12-2 5 16,5-1 0-16,1 2 1 0,18-6-3 0,-3 5 0 16,3 0-2-16,-2-3 0 0,-2 2-1 0,0-2-2 15,-14 1-3-15,0 2-1 0,-1 1-5 0,-3-3-1 16,-2 3-1-16,-11-1 0 0,-1 0-11 0,-5 2-23 16,-2 0-25-16,-2 2-25 0,-4-2-1 0,0 2-6 0,-3-1-3 15,-3-1-16-15,0 0-30 0,-10 9-51 0,1-4-122 0,-5 0-325 16,-4 0 144-16</inkml:trace>
  <inkml:trace contextRef="#ctx0" brushRef="#br0" timeOffset="136912.26">5158 13771 75 0,'-8'3'154'0,"8"-3"-10"15,0 0-10-15,0 0-8 0,0 0-8 0,0 0-5 16,0 0-10-16,0 0-11 0,0 0-8 0,0 0-9 16,0 0-8-16,0 0-7 0,0 0-6 0,21-2-6 0,-6 1 4 15,15-3-5-15,4 3 4 0,6-1-3 0,19-3 0 16,3 2 4-1,1-2 3-15,30 1-3 0,-33-4-6 0,3 6-3 16,-2-2-5-16,-1 1 0 0,-2 2-6 0,-6-6-1 16,-15 6-4-16,3-2-2 0,-5 1-1 0,0 0-5 15,-7 0 1-15,-5 1-2 0,-4-2-3 0,-5 1 1 16,-2 2-2-16,-3 0 8 0,0 0-7 0,-3 0-2 16,-1-1-1-16,-5 1-1 0,7-1-8 0,-7 1-18 15,0 0-23-15,0 0-31 0,0 0-45 0,-25 4-62 0,14-6-145 0,0 5-347 16,3-3 154-16</inkml:trace>
  <inkml:trace contextRef="#ctx0" brushRef="#br0" timeOffset="137961.06">7527 13264 197 0,'1'-3'228'0,"-1"3"-6"0,-1-10-2 0,1 6-11 15,0 0-7-15,0 0-11 0,0 4-13 0,0-5-8 16,-2 1-14-16,2 4-18 0,0-5-11 0,0 5-14 0,0 0-12 16,0 0-14-16,0-4-9 0,0 4-20 15,0 0-27-15,0 0-29 0,0 0-9 0,0 0-1 16,3 11 1-16,-3-1 1 0,0 7-2 0,0 1 1 15,3 5 0-15,-3 6 2 0,0 0-7 0,0 2 8 0,1 2 1 0,2 0 1 16,-3-2 0-16,0 0-5 0,1-2 8 0,1-2-1 16,0 1-1-16,-1-7-1 0,3-3 1 0,0-1-1 15,-3-2 2-15,-1-3 2 0,0-1-4 0,1-2 3 16,-1-2 1-16,0-2-5 0,3 0 6 0,-3 0 11 16,0-1 9-16,0-1 3 0,0-3 7 0,1 6 0 15,-1-6 3-15,0 5 1 0,0-5 5 0,3 3-12 0,-3-3 0 0,0 0-2 16,0 0-1-16,0 0-3 0,0 3-12 0,0-3-7 15,0 0-45-15,0 0-64 0,0 0-53 0,0 0-77 16,-13-10-181-16,9 5-449 0,1 0 199 0</inkml:trace>
  <inkml:trace contextRef="#ctx0" brushRef="#br0" timeOffset="138546.47">7416 13243 37 0,'0'0'159'0,"0"0"-16"0,0 0-12 16,-1-4-16-16,1 4-15 0,0 0-7 0,0 0-11 15,0 0-10-15,0 0-9 0,0 0 1 0,25 6-5 0,-12-5-1 16,0 3-7-16,5 1-1 0,0 1 2 0,11 5 1 16,-1-3-5-16,0 5 3 0,5 0-6 0,-1 2 5 15,3 3-10-15,-2-2 0 0,-1 4-7 0,0 0-6 16,-5 1 1-16,0 5-5 16,-6-6-3-16,-4 6 0 0,-3-3-3 0,-5 3 0 0,-6-8-5 15,-5 4 2-15,-5 2-1 0,-5 1 7 0,-6-1 1 0,-2-2 6 0,-3 0 2 0,-4-3 4 16,-2 1 3-16,3-3 2 0,-3 0 5 15,1 1 1-15,-2-5 0 0,1-1-2 0,2-1 7 0,-4-2 3 32,3 2 0-32,8-6 6 0,2 0-1 0,0-2-1 15,8 0-2-15,1-1-2 0,2 1-5 0,1-1 4 16,1 0 10-16,1-2 14 0,4 0 5 0,-5 2-7 16,5-2-7-16,0 0-2 0,0 0-11 0,-1-6-4 0,1 6-18 0,9-5-24 15,0 2-32-15,2-2-34 0,-1 0-42 0,-2 0-52 16,5-1-46-16,-2-2-270 0,1 1-506 15,-1 0 224-15</inkml:trace>
  <inkml:trace contextRef="#ctx0" brushRef="#br0" timeOffset="139533.34">7803 13004 163 0,'4'-4'217'0,"-4"4"-6"0,0 0-8 16,-1-5-10-16,1 5-11 0,0 0-17 0,1-3-14 16,-1 3-17-16,0 0-13 0,0 0-14 0,0 0-12 15,0 0-13-15,0 0-8 0,0 0-10 0,0 0-20 0,0 0-12 16,0 0-3-16,0 0-5 0,0 0-1 0,4 14-6 16,-1-5 0-16,-2 2 3 0,0 0-8 0,4 1 0 15,-2 4-5-15,-1-1 2 0,-1 2 3 0,2 0-4 16,0-1-3-16,-2 1 0 0,0 0 0 0,0-5 2 15,1 1-4-15,-2-3 2 0,1 1 1 0,-1-3 0 16,0-1-3-16,0-2 2 16,3-1-1-16,-3 1 0 0,0-1 6 0,0 0 5 15,1 0 24-15,-1-4 16 0,0 0 24 0,0 7 16 16,0-7 19-16,0 0 29 0,3 2-6 0,-3-2-13 16,0 0-13-16,0 0-11 0,6-17-5 0,-2 8-11 15,1 0-13-15,0-1-6 0,1-2-6 16,6-2-12-16,-5 1 2 0,0-2-9 0,-1 4-1 0,0 1-1 15,1 0-7-15,-5 5-3 0,4-2-10 0,-4 2 12 0,2 2-15 16,-3-1-8-16,2-1 2 0,-3 5-3 0,4-2-14 16,-4 2-17-16,6 0-3 0,-6 0 4 0,9 7-1 15,-4-2 3-15,-1 0-5 0,6 5 4 0,-3 1 3 0,0-3-1 16,1 4 4 0,2 2-1-16,-2-4 4 0,-3 2 3 0,3-2 2 15,-1 2-5-15,0-2 3 0,-1-1 2 0,-1-1 4 16,2 1-3-16,-3-2 5 0,-1-2 1 0,1 0-4 15,-1 0 3-15,-1-1 1 0,-1-1 0 0,2 0 0 16,0-2 14-16,-3-1-16 0,1 6 4 0,-1-6 1 16,2 3 1-16,-2-3 3 0,0 0-1 0,2 4-2 15,-2-4 1-15,0 0 4 0,0 0-6 0,0 0 5 16,0 0-5-16,0 0 5 0,0 0-6 0,0 0-16 0,0 0-18 16,0 0-20-16,0 0-20 0,0 0-22 0,0 0-30 0,0 0-33 15,0 0-24-15,0 0-21 0,0 0-293 0,0 0-539 16,0 0 239-16</inkml:trace>
  <inkml:trace contextRef="#ctx0" brushRef="#br0" timeOffset="140018.59">8653 12943 114 0,'1'-4'229'0,"-1"4"-18"15,3-5-23-15,-3 5-17 0,0 0-20 16,0 0-18-16,0 0-16 0,0 0-18 0,0 0-9 0,-12 12-10 15,6-2-8-15,-8 6-12 0,-6 9-9 0,0 4-1 0,-8 13-5 16,1 4-7-16,2 4-1 0,-2-2-5 0,5 3 0 16,2 1-9-16,-2-1 0 0,5-1 1 0,3-5-2 15,7-10 3-15,1-1 11 0,5 0 1 0,2-1 2 16,2-3 1-16,2 3 8 0,4-6-3 0,5-1 6 16,-1-2 2-16,6-2 3 0,-1-2 0 0,0-3-3 15,-2-3-6-15,1-4-4 16,0-1-3-16,-1 1 5 0,0-3-8 0,-5-2-1 15,0-1-1-15,1 0-1 0,-5-1 8 0,-1 1 4 16,-1-4 19-16,1 2 3 0,0-2-1 0,-6 0 9 16,6 3 2-16,-2-3-8 0,-4 0 0 0,0 0-6 15,6 1-6-15,-6-1-5 0,4 1-6 0,-4-1-2 16,0 0-10-16,0 0-21 0,0 0-30 0,0 0-39 16,0 0-54-16,5-7-66 0,-5 3-72 0,0 4-294 0,-5-11-586 0,5 6 260 15</inkml:trace>
  <inkml:trace contextRef="#ctx0" brushRef="#br0" timeOffset="140785.23">8793 13266 124 0,'6'-2'134'0,"0"-1"-9"0,1 3-17 15,5-1-9-15,-3 0-8 16,1 2-12-16,3 0-8 0,-3-1-11 0,4 3 3 15,-2-1-21-15,0 4 11 0,0 2-9 0,0-3-5 16,2 7 0-16,-3 0 1 0,1 2-7 0,-3 1 1 16,-2 0-13-16,-2 0 6 0,-2 4-3 0,-2-2-6 15,-2 1 4-15,-2 0-4 0,-2-1-10 0,-1 2 6 16,-3-4 5-16,1 1 1 0,-2-2-1 0,0-1 4 16,0 2 7-16,-2-6 3 0,6-1-1 0,-4 3 3 0,3-5 1 0,1-2 1 15,-1 2-1-15,1-2 1 0,2-1 5 0,3-2 21 16,-3 2 21-16,0 0 18 0,4-3 25 0,0 0 10 15,-4 2-6-15,4-2-11 0,0 0-11 0,0 0-9 16,9-15-11-16,-1 4-13 0,2-1-5 0,-1-4-9 16,2 0-2-16,1-1-7 0,1-6-3 0,5 0-10 15,-4-2-4 1,1 4-5-16,-3 4-4 0,-1 3-1 0,-1-3-1 16,2 2-6-16,-1 2 3 0,-3 3-9 0,-3 5 1 15,-1-2-1-15,0 1 0 0,1 3-4 0,0-1-6 0,-5 0-20 16,0 4-19-16,5-1-2 0,-5 1 1 15,0 0 4-15,0 12 3 0,-1-4 4 0,-3 8 0 16,-1 1 0-16,1 0 5 0,0 3 6 0,1 2-1 16,0 2 0-16,0 0 0 0,2-4 2 0,1-1 0 0,1 1 3 0,2-2-1 15,2-1 6-15,-1 0 0 0,2-1 1 0,3 0 3 16,0-4 1-16,4 0-1 0,1-2-8 0,0 0-34 0,8-5-43 16,-1-1-82-16,6-2-93 0,-6-2-164 0,3-2-462 15,-3-2 204-15</inkml:trace>
  <inkml:trace contextRef="#ctx0" brushRef="#br0" timeOffset="141336.84">9109 12964 207 0,'4'-3'219'16,"-1"0"-9"-16,-2-1-4 0,0 1-11 0,4-1-12 16,-2-1-13-16,1 5-13 0,-4 0-13 0,6-3-16 15,-3-2-15-15,0 5-9 0,-3 0-12 0,7-2-13 16,-7 2-9-16,10 2-2 0,-5 1-9 0,0 1-5 15,2-1-5-15,-1 4-6 0,0 3-1 0,1 1-6 16,-1 6-6-16,-2-2-1 0,0 3-1 0,-1 1-4 16,-3-2-1-16,0 1-4 0,-3 0-2 0,0 1 1 0,1-2-4 0,-2-4-1 15,1-1 1-15,-1-2-2 0,1 1-1 0,-3-4-3 16,3 0 0-16,3-3 7 0,-3 1-7 0,2-1 6 16,1-4 20-16,-1 5 11 0,1-5 8 0,0 0-1 15,8 3-2-15,1-4-8 0,6-1 0 0,5-2-5 16,8-1-10-16,-1 0-18 0,2-2-39 0,2-1-45 15,-2 5-55-15,1-2-57 0,2-1-86 0,0 0-166 0,-3 3-474 0,3-5 210 16</inkml:trace>
  <inkml:trace contextRef="#ctx0" brushRef="#br0" timeOffset="142184.28">9473 13464 143 0,'0'0'168'0,"0"0"-1"16,-5 1-12-16,5-1-18 0,0 0 4 0,0 0-12 16,0 0-3-16,0 0-3 0,0 0-7 0,0 0-4 15,0 0-2-15,0 0-5 0,0 0-10 0,0 0-5 16,0 0-9-16,0 0-12 0,0 0-6 0,0 0-8 16,0 0-3-16,0 0-1 0,0 0-11 0,0 0-3 15,0 0-6-15,0 0-3 16,0 0-8-16,-8 2 4 0,8-2-1 0,0 0-3 15,0 0-3-15,0 0 0 0,0 0-1 0,0 0-3 16,0 0 5-16,0 0 2 0,0 0 3 0,0 0 2 16,0 0-4-16,0 0 0 0,0 0 0 0,0 0-3 15,0 0-3-15,0 0 1 0,0 0 1 0,0 0-5 16,0 0 2-16,0 0-5 0,0 0-1 0,0 0-6 16,0 0 2-16,0 0 3 0,0 0-5 0,0 0 3 0,0 0 0 0,0 0 0 15,0 0-2-15,0 0-1 0,0 0 1 0,0 0 1 16,0 0 2-16,0 0 1 0,0 0-3 15,31-2-1-15,-18 2 2 0,5-3-1 0,1 2 0 16,4-1 0-16,8 0 2 0,-1 0-4 0,1-3 2 0,1 2-2 16,0 0-1-16,-4-1 4 0,0-1 0 0,-7 3 0 0,-1-1-1 31,-2 3-1-31,-6-2 5 0,-1 0 0 0,-3 1-1 16,-1-2 1-16,-1 2-2 0,0 1 1 0,-6 0-4 15,6 0-3-15,-6 0-19 0,5-3-12 0,-5 3-11 0,0 0-9 16,0 0-18-16,0 0-28 0,0 0-25 15,-9 9-37-15,9-9-48 0,-12 3-160 0,5-3-397 16,2 0 176-16</inkml:trace>
  <inkml:trace contextRef="#ctx0" brushRef="#br0" timeOffset="142601.25">10094 13189 87 0,'0'-5'272'0,"0"5"-14"0,0-5-19 0,0 5-14 16,0-3-17-16,0 3-28 0,0-4-19 0,0 4-17 15,0 0-20-15,0 0-12 16,0 0-12-16,0 0-14 0,0 0-10 0,0 0-8 15,2 14-9-15,-2-4-6 0,0 2-5 0,0 5-7 16,1 1-3-16,0 0-4 0,2 4-4 0,-2 2-4 16,2-3-2-16,-1 5-4 0,2-1-4 0,-1 0 4 15,-1-8-6-15,2 1 2 0,-1-2-2 0,0-4-1 16,-3 0-4-16,4-2 0 0,-3-1 1 16,-1-2-1-16,2-2 1 0,-2 1-3 0,2-2 2 0,-2-1 4 0,2 1-3 0,0-1 0 15,-2-3 1-15,0 4-1 0,0-4-2 16,0 0 3-16,0 5 3 0,0-5-2 0,0 0 2 15,0 0-1-15,0 0-1 0,-2 3-4 0,2-3-11 0,0 0-14 16,0 0-42-16,0 0-69 0,0 0-59 0,-2-14-251 16,2 4-473-16,-5 0 211 0</inkml:trace>
  <inkml:trace contextRef="#ctx0" brushRef="#br0" timeOffset="143055.41">10120 12995 73 0,'0'0'196'15,"0"0"-22"1,1-3-19-16,-1 3-18 0,0 0-1 0,14 5-13 16,-5-2-12-16,4 6-4 0,1-2-8 0,5 5-5 15,3 4-2-15,5 5-5 0,1 1-9 0,-1 2 2 16,11 10-3-16,-14-7-5 0,2-1-8 0,-3 4-5 16,-4-3-12-16,-2 2-3 0,-4 2-4 0,-3 0-3 15,-4-2-3-15,-3 0-6 0,-6-3-3 0,-3 3 2 16,-7-4-4-16,-1 1 0 0,-4-4 1 0,-5 0-3 0,-3 1 2 0,-2-3 1 15,-1-3 2-15,-2 1 4 0,-2-1 2 0,3-4 1 16,-3 0 0-16,4-1 0 0,-1-4-1 0,5 1-4 16,6-2 0-16,3-2-6 0,5 0-3 15,1-3 3-15,5 0 4 0,-2 2-7 0,1-3-3 0,1-1 11 16,5 0 9-16,-7 3 2 0,7-3-6 0,-6 1-1 16,6-1-4-16,0 0-10 0,0 0-21 0,0 0-29 0,18-9-43 15,-7 5-57-15,2-1-71 0,-1-5-229 0,3 1-467 16,0 1 207-16</inkml:trace>
  <inkml:trace contextRef="#ctx0" brushRef="#br0" timeOffset="143910.54">10402 12830 28 0,'0'0'221'0,"0"0"-3"0,3-3-11 0,-3 3-6 16,0 0-15-1,0 0-16-15,0 0-17 0,0 0-13 16,0 0-17-16,0 0-16 0,1-4-8 0,-1 4-12 0,0 0-13 0,0 0-6 16,0 0-7-16,4 11-10 0,0-5 0 0,-4 1-6 0,1 2-7 0,-1 1-2 15,0 2-4-15,0 1-2 0,0 1-4 0,0-1-2 16,-1 3-1-16,-2 0-2 0,2-1-2 0,1 2-1 15,0-1-2-15,-1-5-5 0,-2 2 1 0,3-4-1 16,0-2 0-16,0-1 0 0,-1-1-2 0,1-1 1 16,0 1 6-16,0-2 38 0,1 1 24 0,-1-4 37 15,-1 5 12-15,1-5 22 0,0 0 0 16,0 0-11-16,0 0-14 0,14-15-19 0,-9 9-6 0,5-2-10 16,-2-2-10-16,1-2-8 0,4 0-7 0,-2 2-4 15,-2 0-6 1,0 0-7-16,-1 1-10 0,-1 2-1 0,-3 4 2 0,0-4 2 0,1 5 4 0,0-1-22 15,-2 0-12 1,-1 2 1-16,-2 1-10 0,0 0-8 0,0 0-6 0,15 4-10 16,-5 4 7-16,-4-1-5 0,3 3 1 0,-2 4 1 15,5-1 4-15,-4 3 5 0,1-1 3 0,-3 0-3 16,3-1 0-16,-5-1 0 0,5 0-18 0,-3-1-25 16,-2-2-25-16,1 0-33 0,-2 1-32 0,-2-5-46 15,2 4-59-15,-1-5-63 0,-1 2-217 0,-1-3-571 16,0-4 254-16</inkml:trace>
  <inkml:trace contextRef="#ctx0" brushRef="#br0" timeOffset="145793.09">11252 13078 40 0,'0'-6'219'0,"0"0"-4"16,0 2-6-16,0 0-14 0,0 0-3 0,0-1-11 16,0 5-18-16,0-6-14 0,0 6-13 0,0 0-20 15,0-5-14-15,0 5-12 0,0 0-10 0,0 0-8 16,0 0-8-16,8 17-10 0,-6-5-6 0,2 5-5 0,0 4 1 0,0 4-16 16,-3 6-2-16,3-3-3 0,-3 1-6 0,2 2-1 0,-1 0-2 15,1 0-3-15,-2-2 0 0,3 1 0 16,-4-3-4-16,4-3 1 0,-4-2 0 0,1-4 0 15,-1-2-2-15,0 0 1 0,0-4-1 0,3-2 1 16,-3 0 0-16,0-3-2 0,0-2 0 0,1 0 1 16,-1 0 0-16,0-1-1 15,0-4 1-15,-1 4 4 0,2 0 1 0,-1-4-1 16,0 4 2-16,0-4 4 0,0 0 3 0,0 0-7 16,0 0 1-16,-1 5-1 0,1-5-9 0,0 0-10 15,0 0-52-15,0 0-49 0,-8-12-76 0,4 7-52 16,0-2-129-16,2-3-396 0,-2-2 175 0</inkml:trace>
  <inkml:trace contextRef="#ctx0" brushRef="#br0" timeOffset="146231.23">11197 13009 41 0,'0'0'199'0,"0"0"-21"0,-2-2-21 16,2 2-15-16,0 0-12 0,0 0-20 0,0 0-13 16,20 4-8-16,-5 1-8 15,3 3-5-15,3-1-5 0,7 5-4 16,3 0-3-16,0 8 1 0,3-1-5 0,-2 3-4 15,1 0 0-15,5 11-13 0,-12-8-3 0,-6 1-3 16,-1 6-4-16,-2-3-3 0,-3 3-6 0,-6 1 0 0,-4-1-3 16,-6 0-2-16,-3-2-5 0,-1-1-3 0,-7-2 2 15,-1 0 2-15,-5-5 5 0,-1-1 2 16,-4-1 5-16,0-1 4 0,-2-3 3 0,0-1-1 0,-2 0 0 0,2-5 2 16,-1 0 6-16,1 0-1 0,6-4 6 0,2 0-3 0,4-2-3 15,0-2 0-15,1 2-1 0,7-1-8 0,-2-3-5 16,0 4 1-16,2-4 1 0,2 1 9 0,4-1 2 15,-6 1 0-15,6-1-7 0,0 0-6 0,0 0-22 16,0 0-34-16,0 0-40 0,9-13-63 0,1 7-72 16,-1-2-202-1,-2-2-440-15,0 1 195 0</inkml:trace>
  <inkml:trace contextRef="#ctx0" brushRef="#br0" timeOffset="146979.31">11451 12722 242 0,'0'0'278'0,"0"-5"-10"16,0 5-17-16,0-3-15 0,0 3-28 0,0 0-16 15,0-5-25-15,0 5-18 0,0 0-15 0,0 0-19 0,0 0-10 16,0 0-29-16,0 0-9 0,0 0-8 0,0 0-5 16,4 17-9-1,-1-6-1-15,-1 0-9 0,-2 1-4 0,4 5-4 16,-4 2-2-16,0 0-1 0,0 0-2 0,0 0-4 16,0 6 1-16,0-7-5 0,0-2 0 0,0-1 1 0,-1 1-4 15,-2-1 3-15,3-5-3 0,0-2-3 0,-2-4 1 16,2 4 2-16,-3-2 1 0,3-3 24 0,0 0 35 15,0-3 32-15,0 6 36 0,0-6 39 0,0 0 21 16,0 0-11-16,0 0-22 0,0 0-12 0,9-13-19 0,-5 2-18 16,1 0-10-16,3-4-11 0,-2 0-11 0,6-4-4 15,-2 5-22-15,-1-5-5 0,4 2-9 0,-4 4 0 0,0-1-9 16,-2 3-6-16,1 4 1 0,-3 1-7 0,-1-1-4 0,0 3-22 16,-2 0-26-16,3 2-30 0,-5 2-8 0,11 0 6 15,-6 4 4-15,1-1-10 0,3 7-2 16,1-1 8-16,-1 0 8 0,0 5-1 0,1 0-6 0,-1 3-19 15,4-1-22-15,-7-1-26 0,3 0-18 0,2 2-36 32,-4-1-33-32,0 1-25 0,-2-5-42 0,-4-2-257 15,4 2-582-15,-2-4 257 0</inkml:trace>
  <inkml:trace contextRef="#ctx0" brushRef="#br0" timeOffset="147604.09">11901 12881 180 0,'-8'1'178'0,"2"-1"-14"16,-1 1-10-16,1 0-20 0,6-1-12 16,-9 0-6-16,9 0-7 0,0 0-7 0,-7 2-4 15,7-2 0-15,0 0 1 0,0 0 3 0,0 0 1 0,0 0 2 16,0 0-5-16,0 0-5 0,-10-3 0 0,10 3 0 0,0 0-4 0,0 0-1 15,0 0-4-15,0 0-11 0,0 0 9 16,0 0-20-16,-4-1-5 0,4 1-6 0,0 0-6 16,0 0-4-16,0 0-4 0,0 0-5 0,0 0-4 15,0 0-2-15,0 0-4 0,0 0-1 0,0 0-5 16,0 0-5-16,0 0 1 0,0 0 1 0,0 0-1 16,0 0-8-16,0 0 4 0,0 0-1 0,0 0-3 0,0 0 2 15,0 0 0-15,0 0-2 0,0 0-2 0,0 0 6 16,0 0 1-1,0 0 3-15,0 0-3 0,0 0-2 0,0 0 2 16,0 0 2-16,0 0-4 0,0 0 1 0,0 0 1 16,0 0 0-16,0 0 2 0,0 0-1 0,0 0-1 15,0 0 0-15,0 0-2 0,0 0 8 0,25-3-8 16,-12 2-2-16,5-1-3 0,1-2-1 0,2 2 1 16,-1-1 0-16,2 1-5 0,0 1 3 0,-2-4 10 15,0 3-12-15,0 1-2 0,-3-2 6 0,-5 0-2 0,3 1-1 0,-6 1 0 16,-1 1 0-16,1 0-4 0,-4 0-7 0,-5 0-11 15,8 0-7-15,-8 0-27 0,5-2-14 0,-5 2-30 16,0 0-19-16,0 0-27 0,0 0-20 0,0 0-30 0,-21 2-46 16,12-2-151-16,9 0-422 0,-9 0 186 0</inkml:trace>
  <inkml:trace contextRef="#ctx0" brushRef="#br0" timeOffset="147918.44">12264 12717 195 0,'0'-5'335'0,"0"0"-4"0,0 0-8 0,1 0-15 0,1 1-16 16,-2-1-23-16,0 1-20 0,0 4-22 15,1-4-23-15,-1 0-20 0,0 4-24 0,0 0-15 16,1-5-20-16,-1 5-13 0,0 0-24 0,0 0-18 15,0 0-16-15,0 0-11 0,0 0 3 0,2 12-18 16,0-5-5-16,-1 5-1 0,1 0-2 0,3 5-6 0,-3 0-1 0,2-2 20 16,1 2-24-16,-3 0 0 0,5-1 1 0,-3 1-1 15,1-2-2-15,0 1 1 0,-4-6 2 0,3 1 0 0,0 0-17 16,-3-3-24-16,2 0-44 0,-3 0-38 0,1 0-36 16,-2 1-47-16,1-1-37 0,0-1-38 0,-4 0-214 15,-1-2-526-15,1 0 232 0</inkml:trace>
  <inkml:trace contextRef="#ctx0" brushRef="#br0" timeOffset="148466.34">12798 12867 163 0,'0'-3'276'15,"0"0"-20"-15,0 3-28 0,0 0-23 0,3-5-26 16,-3 5-18-16,0 0-20 0,0 0-19 0,0 0-15 16,0 0-14-16,-13 11-8 0,0 1-13 0,-2 9-8 0,-2 4-10 15,-4 6-3-15,-7 13-3 0,3 4-6 0,-3 1-4 16,1 6-2-16,3-3-6 0,1 3-2 0,1-3-4 15,8-3-2-15,0-4-3 0,10-8 0 0,3-3-3 16,1-3-2-16,1-1 3 0,5-1 27 0,2-2 3 0,0-9 11 16,6 3 8-16,4 0 15 0,-5-7-7 0,6-2 12 15,-4 0-4-15,-2-2-1 0,2 0-2 0,-3-5 0 16,-2 0 15-16,-2-1 3 0,1 0 17 0,-3-3 9 16,-2 2 14-16,0-3-8 0,0 1-1 0,-4-1-5 15,7 3-14-15,-7-3-2 0,0 0-10 0,4 1-11 16,-4-1-11-16,0 0-3 15,0 0-9-15,0 0-15 0,0 0-21 0,0 0-27 16,0 0-27-16,9 0-35 0,-9 0-34 0,0 0-25 16,0 0-34-16,0 0-39 0,0 0-34 0,0-8-462 15,0 3-746-15,1-4 331 0</inkml:trace>
  <inkml:trace contextRef="#ctx0" brushRef="#br0" timeOffset="148983.16">12935 13178 253 0,'3'-5'228'0,"0"-1"-24"0,4 3-16 0,0-5-22 0,1 4-14 15,1 0-13-15,2 3-15 0,1-1-13 0,1 1-7 16,0 2-16-16,-2 1-7 0,3 3-7 0,-1 4-3 16,1 2-12-16,-3 0-4 0,1 4-8 0,-4 0-4 15,-1 4-3-15,-2-1 2 0,-2 3-13 0,-2 5-1 0,-3 0-5 16,-2-1 1-16,-4-1-3 0,-3 0 0 0,-1 1 0 0,3-7-9 16,-2-1 0-16,2-2 0 0,-1-2 2 0,1-3-1 15,1 1-1-15,4-4 11 0,-1-2 8 0,4 0 12 16,-3-2 15-16,1 1 24 0,1 0 32 0,-2-3 31 15,4-1 26-15,0 0 29 0,0 0 8 0,0 0-17 16,0 0-18-16,0 0-22 0,14-18-15 0,-5 5-15 0,4-2-6 16,2-8-19-16,3 1-11 0,-1-3-6 0,0 3-13 15,0 1 0-15,-4 7-13 0,-2 2-1 0,2 1-11 16,-4 2-9-16,-2 3 1 0,-4-1-5 0,3 3-8 16,-3 1-4-16,5 1-8 0,-6 1-16 0,-2 1 0 15,12 5-11-15,-7-2-3 0,4 4 1 0,-1 1 0 16,1 2-5-1,1 2 3-15,-3 2-4 0,3 0 2 0,-1 1-26 0,3 1-23 16,-3-1-25-16,-2-3-29 0,-1 1-26 0,-1-2-55 16,-2 0-39-16,-1-2-34 0,1-2-43 0,-3-2-238 15,0 0-611-15,-2-3 271 0</inkml:trace>
  <inkml:trace contextRef="#ctx0" brushRef="#br0" timeOffset="149321.54">13380 12878 5 0,'0'0'269'0,"0"-4"-24"15,2 1-21-15,-2 3-23 0,0 0-21 0,0 0-20 16,0-5-19-16,0 5-13 0,0 0-6 0,0 0-15 15,9 13-11-15,-9-8-6 0,4 5-9 0,-4 0-5 16,0 2-11-16,0 1-4 0,0 2-12 0,-3 2 3 16,2 2-8-16,-1-5 0 0,-1 3-7 0,3-4-5 0,-3-3-5 15,0 2-1-15,3-3-3 0,-2 1-2 0,1-4 0 0,1-1 8 16,0 1 6-16,0-4 18 0,0 5 15 0,5-5 20 16,-1 2 5-16,2 0-4 0,12 0-9 0,-5-3-8 15,10-2-9-15,5 2-23 0,-1-3-46 0,1-1-65 16,-9 3-85-16,10 0-102 0,-10-2-217 0,1 0-514 15,-5-2 228-15</inkml:trace>
  <inkml:trace contextRef="#ctx0" brushRef="#br0" timeOffset="149653.65">13694 13289 211 0,'-3'3'214'0,"3"-3"-9"0,0 0-23 16,0 0-12-16,0 0-18 0,0 0-17 0,0 0-15 16,0 0-8-16,0 0-5 0,0 0 0 0,0 0 2 15,8 6-2-15,0-4-9 0,2 2-10 0,10-2-9 16,0-1-8 0,10 1-8-16,1-2-11 0,5 0-37 0,-3-2-44 15,3 2-50-15,-3-3-68 0,-5-3-210 0,3 5-387 0,-12-3 171 16</inkml:trace>
  <inkml:trace contextRef="#ctx0" brushRef="#br0" timeOffset="150070.49">14228 13029 274 0,'0'-5'348'0,"1"0"-19"15,-1 0-16-15,0-2 6 0,2 2-26 0,0 1-21 16,-2 3-29-16,0 1-33 0,0-8-20 0,0 8-31 16,2-4-16-16,-2 4-39 0,0 0-21 0,0 0-10 15,0 0-4-15,0 0-13 0,2 15 13 0,-1-1-20 16,1 3-7-16,0 7 11 0,-2 1-22 0,0 1-6 0,2 0-5 15,0 1 2-15,-2-2-2 0,3 1-5 0,-2-2 1 0,5 3-2 16,-5-8 0-16,2-1-2 0,-2 3-4 0,3-7 2 16,-4-1 0-16,4-1-2 0,-4-3 6 0,0-1-4 15,1-3-1-15,-2 2 2 0,2-3 2 0,-1 0-5 16,3-2 8-16,-3 2-3 0,0-4 1 0,0 0 0 16,0 4-11-16,0-4 13 0,0 0 0 0,0 5-5 15,0-5-16-15,0 0-20 0,0 0-48 0,0 0-65 0,0 0-73 0,-8-14-124 16,8 5-215-16,-5-3-596 0,1-5 265 0</inkml:trace>
  <inkml:trace contextRef="#ctx0" brushRef="#br0" timeOffset="150418.29">14254 12793 1 0,'0'0'196'0,"0"0"-10"16,11 0-4-16,0 5-10 0,2 2-19 0,8 6-7 15,5 3-10-15,-1 2-6 0,4 6-6 0,1 0-10 0,6 15-9 0,-2 2-8 16,-2 1-9-16,-6 2-12 0,-7-1-8 0,-6 4-3 16,-5-12-6-16,-5 11-8 0,-6 2-7 0,-8-2-5 15,1-11 0-15,-9 8-7 0,-2-12-2 0,-2-2-3 16,0-2 4-16,-4-2 10 0,3-2 5 15,0-1 6-15,-6-5 11 0,3 0 0 0,1-3 8 0,-1-2-8 16,7-3 5 0,1-3-4-16,8 1-6 0,0-4 0 0,1 1-7 15,2-1-6-15,1 0 1 0,5-2 21 0,-3 2 5 16,5-3 6-16,-6 2-1 0,4 1-7 0,2-3-4 0,0 0-8 16,0 0-33-16,0 0-30 0,23-4-49 0,-10 1-78 15,0 0-90-15,3-4-325 0,11-2-592 16,-9 1 261-16</inkml:trace>
  <inkml:trace contextRef="#ctx0" brushRef="#br0" timeOffset="151390.53">14633 12694 220 0,'0'-5'233'16,"3"2"-3"-16,-2-1-11 0,-1 4-1 0,3-6-10 15,-1 3-7-15,-2 3-10 0,3-5-4 0,-3 5-19 16,1-3-3-16,-1 3-29 0,2-4-12 0,-2 4-20 16,0 0-13-16,4-1-5 0,-4 1-23 0,0 0-4 0,2 12-7 0,-1-1-7 15,-1-1-4-15,0 6-4 0,-1-1-4 0,-1 0-4 16,2 1 4-16,-1 4-11 0,1-3-2 0,0 1-2 15,-1 0-3-15,2 1 6 0,-1-2-9 0,0-5 0 16,0-2-3-16,1 0 2 0,-1-2 9 0,0-3-11 16,2 2 1-16,-2-2 1 0,0-1 24 0,0-4 34 15,2 5 28-15,-2-2 38 0,0-3 1 0,0 0-10 0,0 0-18 0,14-11-11 16,-5 5 4-16,0-2-15 0,4-4-22 0,2 0 0 16,-2-1-12-16,2 1 7 0,-2-2-14 0,1 2 0 15,-1 0-7-15,-1 2-9 0,-2 4 3 0,-3-1-8 16,-1 1-4-1,-1 3-2-15,-1 1-4 0,0-2-16 0,0 1-17 16,-4 3 2-16,0 0-4 0,15 9-1 0,-10-6-4 16,3 5 8-16,0 1-5 0,1 3 2 0,1 0 1 0,-1 2-4 15,0-2-21-15,-1 3-23 0,-2-1-41 0,2-1-42 16,-3 3-49-16,0-4-56 0,-1 1-65 0,-3-4-262 16,4 4-631-16,-1-4 280 0</inkml:trace>
  <inkml:trace contextRef="#ctx0" brushRef="#br0" timeOffset="152302.91">15211 12426 216 0,'0'0'203'0,"1"-5"-17"0,-1 5-17 0,0 0-15 16,0 0-18-16,0-4-18 0,0 4-14 0,0 0-8 16,0 0-13-16,0 0-11 0,-1 26-10 0,0-7-3 15,1 11-10-15,-3 5 0 0,-1 16-1 0,0 1-5 16,-3 6 4-16,-1 2 0 0,-1 24-1 0,1-25-2 16,-6 27-4-16,5-3 0 0,2-25-3 0,0 27-6 15,0-27-1-15,0 24-7 16,3-26-2-16,0-3-2 0,7 5 0 0,-3-6-1 15,0 2 14-15,5-7 3 0,-3 6-4 0,0-5 6 16,1 0-9-16,-1-11 2 0,2-3 0 0,1 1-3 16,-5 2-3-16,3-5-5 0,-1-1-1 0,2 1 1 15,-4-8 0-15,0 2-4 0,1-8-2 0,-1-3 1 0,0-3-4 0,0-1 1 0,0-1-1 16,-1-3 1-16,1 0-3 0,0-2 2 16,0 2-1-16,0-2-1 0,0-2 9 0,0 1 16 15,0-1 7-15,0-3 10 0,1 5 0 0,-1-5 2 16,0 5 4-16,0-1 0 0,0-4 2 0,0 0-8 15,3 2-4-15,-3-2 1 0,0 0-7 0,0 0 0 16,0 0-1-16,0 0-6 0,0 0-1 0,0 0 4 0,0 0-10 16,0 0 21-16,0 0-9 0,0 0 2 0,0 0-4 15,0 0 0 1,0 0-2-16,0 0 5 0,0 0-8 0,0 0-7 16,0 0 0-16,0 0 9 0,0 0-18 0,0 0-15 15,0 0-29-15,0 0-31 0,0 0-62 0,0 0-82 16,1-11-54-16,0 5-293 0,-1-3-596 0,3-1 264 15</inkml:trace>
  <inkml:trace contextRef="#ctx0" brushRef="#br0" timeOffset="153024.26">15153 14507 76 0,'0'0'174'0,"0"0"-3"0,0 0 2 16,0 0 1-16,0 0-8 0,0 0 9 0,0 0-17 16,0 0-7-16,-5-3-12 0,5 3-11 0,0 0-9 15,0 0-12-15,27-4-13 0,-13 4-7 16,8-3-8-16,7 1-12 0,2-1-5 0,1 1-6 15,1 0-6-15,0-1-7 0,-2 1-3 0,0 2 12 0,-8-3-5 0,-3 3-1 16,-3-1-1-16,-3 0 7 0,-3-1-2 0,-2 4-3 16,-3-2-2-16,2-2-4 0,-3 1-3 0,-5 1-4 15,8 0-10-15,-8 0-30 0,6-2-14 0,-6 2-16 16,0 0-28-16,0 0-31 0,0 0-38 0,0 0-57 16,0 0-221-16,0 0-446 0,-14-7 197 0</inkml:trace>
  <inkml:trace contextRef="#ctx0" brushRef="#br0" timeOffset="153261.81">15864 14252 234 0,'1'-6'446'0,"0"0"-20"0,-1 2-36 0,0 1-40 0,2 0-49 15,-2-2-13-15,0 5-36 0,0 0-26 0,0-6-31 16,0 6-45-16,0 0-21 0,0 0-19 16,0 0-14-16,2 20-9 0,-2-4-14 0,0 1-2 15,3 1-19-15,-2 6-32 16,-1 2-39-16,1-7-54 0,-2 7-50 0,0-6-81 16,1-2-98-16,-4-1-228 0,1-3-573 0,2-5 254 15</inkml:trace>
  <inkml:trace contextRef="#ctx0" brushRef="#br0" timeOffset="154433.06">15575 12334 76 0,'0'0'140'0,"0"0"-6"0,0 0-5 0,0 0-9 15,0 0-9-15,0 0-8 0,0 0-7 0,0 0-7 16,0 0-11-16,0 0-12 0,0 0 0 0,0 0-7 16,0 0-2-16,0 0-2 0,0 0-1 0,0 0 10 15,0 0-4 1,14-5 7-16,-14 5-5 0,0 0 4 0,0 0 0 16,0 0-5-16,0 0 2 0,0-4-2 0,0 4-1 15,0 0 0-15,0 0-2 0,1-3-5 0,-1 3-1 16,0 0 2-16,0 0 4 0,0 0-3 0,0 0 7 0,0 0 0 15,0 0 4-15,4-2 1 0,-4 2 6 16,0 0 2-16,0 0 9 0,0 0 3 0,0 0 2 0,0 0 0 16,0 0 4-16,0 0-2 0,0 0-11 0,0 0-3 0,0 0-7 15,4-3-12-15,-4 3-8 0,0 0-7 0,0 0-14 16,0 0 0-16,0 0-18 0,0 0-2 0,4 10-6 0,-3 4-4 16,0-4 1-16,3 8-12 0,0 10-1 0,-5-1-11 15,2 2-26-15,-2 2-34 0,-2 0-46 0,-3 2-49 16,-2 1-71-1,-1-1-269-15,0-2-560 0,4-2 248 0</inkml:trace>
  <inkml:trace contextRef="#ctx0" brushRef="#br0" timeOffset="155718.03">7106 13193 67 0,'0'-7'193'0,"0"0"-5"0,0 2-13 0,-2-2-1 15,4 2-3-15,-2-1-8 0,0 0-8 0,2 3-4 0,-2-1-5 16,0-1-6-16,0 0-4 0,0 2-3 16,0 3-4-16,0-7-9 0,1 2-13 0,-1 5-7 15,0 0-15-15,0-7-6 0,0 7-13 0,3-1-8 16,-3 1-7-16,0 0-9 0,0 0-8 0,0 0-4 0,-4 18-6 0,2-1-2 15,-4 9-7-15,3 3 2 0,-4 21-3 0,-3 2-3 16,2 4-5-16,1 2 2 0,-5 24-2 0,7-26-1 16,1 2-3-16,2 24 1 0,2-26 6 0,1 1-5 15,0-5 2-15,4 1-2 0,2-4 2 0,0-14 14 0,0-1 5 16,3 0-3-16,-4-7-6 0,2 2 7 0,-3-10 2 16,-1-1 0-1,1-2-4-15,-1-5 2 0,0 0-1 0,-3-4-2 16,4 0-1-16,-5 0 1 0,4-2 3 0,-3-2-6 15,-1 2-2-15,3-1 6 0,-2-1-4 16,-1-3-8-16,0 4-25 0,1-3-33 0,-1-1-45 0,0 0-62 16,0 0-133-16,0 0-184 0,-5 5-511 0,5-5 226 0</inkml:trace>
  <inkml:trace contextRef="#ctx0" brushRef="#br0" timeOffset="157000.85">16354 13307 15 0,'-6'0'190'0,"6"0"-7"0,-6 2-5 0,6-2-7 16,0 0-7-16,0 0-9 0,0 0-12 0,0 0-9 16,-8-3-11-16,8 3-11 0,0 0-10 0,0 0-11 15,0 0-1-15,0 0-2 0,-4-2-6 0,4 2-6 16,0 0-2-16,0 0-10 0,0 0-5 0,0 0-2 0,0 0-6 16,0 0-4-16,0 0-2 0,0 0-3 0,0 0-5 0,0 0-1 15,0 0-4-15,0 0-1 0,0 0-2 0,0 0-4 16,0 0 0-16,0 0-1 0,0 0-1 0,0 0-2 15,0 0-2-15,0 0-5 0,0 0 2 0,0 0 1 16,0 0 0-16,0 0-5 0,0 0-3 0,0 0 4 16,0 0-5-16,0 0-1 0,0 0-2 0,18-2 5 0,-5 0-4 15,8 0-3-15,10 1 1 0,1-2-2 0,5-2 2 16,4 0-2-16,14 1 1 0,0-1 2 0,4 2 5 16,-3-3 0-16,0 1 7 0,-2-1-3 0,-3 2 9 15,-15 2-9-15,-2-2-1 0,-3 1-1 0,-3 0 2 16,-5 1-2-16,-4-1-2 0,-6 2 2 0,-3 0-3 15,-1-2 4-15,0 3 8 16,-4-1-10-16,2 0-1 0,-7 1 2 0,10-2-13 16,-9-1-18-16,-1 3-34 0,0 0-43 0,0 0-53 15,0 0-55-15,-23 0-248 0,14 0-490 0,-5 3 218 16</inkml:trace>
  <inkml:trace contextRef="#ctx0" brushRef="#br0" timeOffset="172161.42">18845 12758 104 0,'-3'8'114'0,"6"3"-6"0,-3 5-7 16,1 2 1-16,-2 1-4 0,1 7-5 0,1-1 5 16,-1 2-11-16,0-1 1 0,0 0-11 0,1 2-4 15,2-2-5-15,-3 1-10 0,0-2 1 0,0-7-2 16,0-1 2-16,0 0-2 0,0 2-6 0,1-8 1 15,-1 0-5-15,0 2-9 0,-1-4 1 0,1 1-4 0,-3-5-1 16,2 2-5-16,1-2-5 0,-1-1-8 0,-2 0 6 16,3 1-1-16,0-5-3 0,0 6 2 15,-1-4-11-15,1-2 9 0,0 0 1 0,0 5-2 16,0-5-3-16,0 0-1 0,0 0 1 0,0 0 1 0,0 0-5 16,0 0-14-16,0 0-13 0,0 0-40 0,-7-12-24 15,7 7-33-15,-2-1-187 0,2-1-326 0,-1-3 145 16</inkml:trace>
  <inkml:trace contextRef="#ctx0" brushRef="#br0" timeOffset="173318.31">18827 12766 16 0,'0'0'147'15,"-5"-3"-5"-15,1-1 9 0,4 4-17 0,-4-1 5 16,4 1-2-16,-2-3 5 0,2 3-7 0,0 0-2 0,-3-4-8 0,3 4-2 16,0 0-6-16,-3-3-12 0,3 3-4 0,0-5-6 15,0 5-15-15,0 0-3 0,0 0-10 0,4-6-5 16,2 2-7-16,0 3-4 0,0-1-9 0,8 1-1 0,-1-2-4 15,6 3-5-15,3 0 0 0,8 0-2 0,3 3-2 16,0-1-3-16,1 3-5 0,2 0-1 16,0 5-3-16,-1 1-1 0,-4-1-2 0,0 7 1 0,-3-2-7 0,-1 2-1 15,-3 1-5-15,-6 4 1 0,-4-2-3 0,-5 3 2 16,-5-6-6-16,-4 8 3 0,-1 4-2 0,-7-2 2 16,-9 0-2-16,-2 2 4 0,-5-3-4 0,-12 6-2 15,-3-3 6-15,8-10-1 0,-11 10 0 0,7-14 0 16,2 2 1-16,-1 0-1 0,-1-4-2 0,2 0 0 15,2-1 5-15,4 1-1 16,3-4 1-16,6 0 2 0,0-4-7 0,6 1 3 16,3-2 3-16,1-1 0 0,1-3-2 0,1 3 3 15,1-1 20-15,1 0 17 0,4-2 13 0,-6 3 13 16,6-3 1-16,-4 1 4 0,4-1-5 0,0 0-4 16,0 0-4-16,0 0-8 0,0 0 3 0,0 0-15 15,5-11-23-15,-1 8-24 0,1 1-31 0,0-1-31 16,1-2-37-16,2 1-44 0,1-1-52 0,-4 2-263 0,5-4-503 15,-1 0 223-15</inkml:trace>
  <inkml:trace contextRef="#ctx0" brushRef="#br0" timeOffset="174082.3">19301 12470 53 0,'0'-4'243'0,"3"-2"-5"0,-2 4-6 0,-1 2-14 15,1-4-18-15,-2-1-15 0,1 5-19 0,1-3-15 16,-1 3-18-16,3-5-12 0,-3 5-17 0,0 0-13 16,0 0-20-16,0 0-13 0,0 0-9 0,0 0-6 15,1 13-3-15,-1-9-4 0,3 9-2 0,-3-2-3 16,1 0-6-16,-1 6-2 0,-4 0-1 0,4 0-5 16,-1-1 1-1,-2-1-4-15,2 1 0 0,0-4-1 0,1-2-1 16,-3-1-1-16,3 0-1 0,0-3 0 0,0-1 1 0,-1 0-1 15,2 2 1-15,-1-6 18 0,0-1 31 0,-1 6 23 16,1-6 25-16,0 0 16 0,0 0-22 16,0 0-3-16,0 0-7 0,10-15-13 0,-5 6-5 15,4-2-10-15,-4 1-6 0,3-1-6 0,-3 2-4 0,4-1 1 16,-3 3-11-16,-2 2-5 0,1-2 2 0,0 4-13 0,-1-1-2 16,-1-1-1-16,-1 3-2 0,3-1-8 0,-5 3-8 15,0 0-3-15,9 0-8 0,-9 0-9 0,8 4-14 0,-1 1-10 16,0 1-18-16,2 1-19 0,0 2-25 0,1 1-25 15,-1 0-37-15,0 2-48 0,0 0-75 16,0-4-190-16,-6-2-520 0,3-1 230 0</inkml:trace>
  <inkml:trace contextRef="#ctx0" brushRef="#br0" timeOffset="174689.52">19819 12550 87 0,'-7'0'155'0,"1"0"-9"0,6 0-14 16,-9 2-16-16,9-2-9 0,-6 1-8 0,6-1-4 15,-7 1-22-15,7-1 1 0,0 0-19 16,0 0 12-16,-10 0-12 0,10 0-1 0,0 0-3 0,0 0-1 16,0 0 7-1,0 0-1-15,0 0 3 0,0 0 3 0,0 0 4 16,0 0 3-16,0 0-1 0,0 0 2 0,0 0-5 15,0 0 2-15,0 0-9 0,0 0-5 0,0 0-1 0,0 0-4 16,0 0-8-16,0 0-4 0,0 0-1 0,0 0-7 16,-4 1-1-16,4-1-4 0,0 0-1 15,0 0-5-15,0 0 1 0,0 0-9 0,0 0-2 16,0 0 6-16,0 0-1 0,0 0-3 0,0 0 2 0,0 0 0 0,0 0-3 16,0 0-1-16,0 0 4 0,0 0 0 0,0 0-1 15,0 0-2-15,0 0 2 0,0 0-1 0,0 0 2 16,0 0-2-16,0 0 4 0,0 0-1 0,0 0-1 0,0 0 3 0,0 0-2 15,0 0 2-15,0 0 4 0,26-5-1 0,-9 5-1 16,3-3 0-16,8-1 1 0,1-1-4 0,3 2-4 31,0 0 5-31,0-1-5 0,-1-2 0 0,-2 3-1 16,-1 0 6-16,-5 1-7 0,-6-2-3 0,-2 2 3 0,-1 0-3 16,-4 0-12-16,-2 2-17 0,0 0-23 0,-2-3-12 15,-6 3-6-15,0 0-16 0,0 0-13 0,0 0-15 16,-18 7-12-16,9-6-10 0,-5 1-7 0,1 2-13 15,0-1-8-15,-3 0-130 0,-2 1-314 0,0-3 139 16</inkml:trace>
  <inkml:trace contextRef="#ctx0" brushRef="#br0" timeOffset="174921.66">19949 12504 64 0,'1'-6'239'0,"2"0"6"15,-3 1 1-15,0-2 2 0,0 2-10 16,1-2-7-16,-1-1 2 0,0 3-8 0,0 3-7 0,-1-5-7 0,2 2-12 31,-2 1-17-31,1 0-11 0,-3 1-23 0,3 3-12 0,3-5-12 16,-3 5-11-16,0 0-14 0,0-5-15 0,0 5-10 15,0 0-16-15,0 0-11 0,1-4-23 0,-1 4-16 16,0 0-22-16,0 0 0 0,0 0 2 0,4 10-2 16,-4 0 4-16,6 0-1 0,-2 4-10 0,1 3-8 15,-1 2-22-15,4 0-19 0,2 3-34 0,-1 5-28 0,-3-9-17 16,0 0-25-16,1-1-59 0,-2-1-239 0,0-6-510 15,0 2 226-15</inkml:trace>
  <inkml:trace contextRef="#ctx0" brushRef="#br0" timeOffset="175273.2">20427 12320 272 0,'0'0'301'0,"1"-7"-19"0,-1 7-17 15,1-5-21-15,-1 5-22 0,2-3-26 0,-2 3-16 16,0 0-17-16,0 0-27 0,0 0-24 0,0 0-12 0,0 0-10 16,-2 15-11-16,4-6-8 15,-2 9-8-15,1 0-8 0,2 7-6 0,-2 1-8 0,1 4-15 0,0 0-17 0,0 3-20 16,-2-2-27-16,0 0-46 0,0 1-46 0,0-4-49 16,0 1-240-16,0-9-455 0,-1-3 202 0</inkml:trace>
  <inkml:trace contextRef="#ctx0" brushRef="#br0" timeOffset="175738.65">21160 12487 168 0,'0'0'172'0,"-10"0"-16"0,-1 2-11 0,2 2-4 16,-7 8-20-16,-3 5-5 0,-2 6-11 15,0 4-7-15,-6 13-15 0,0 3-6 0,-1 2-10 16,1 4-1-16,6-2-12 0,1 2-2 0,7-1-1 0,1-2-4 15,7 0-5-15,5-9 7 0,6-1 19 0,3-2 6 16,6 0-2-16,5-3 1 0,12 6-6 0,-3-11-4 16,0-4-4-16,16 2-4 0,-10-10-23 0,-2 3-30 15,0-8-49-15,0 1-46 0,-2-2-76 0,-3-6-176 16,-6-2-373-16,-5 0 165 0</inkml:trace>
  <inkml:trace contextRef="#ctx0" brushRef="#br0" timeOffset="176393.43">21369 12758 152 0,'5'-3'174'0,"1"-1"-13"16,-1 1-7-16,5-1-14 0,-2 1-5 0,1 1-15 16,3 1-15-16,-1 0-13 15,-2 0-1-15,4 3-10 0,-3-1-1 0,3 3-14 16,-3 1-1-16,-1 2-5 0,1 4-10 0,-1-1 0 16,-1 6-7-16,-3 0-3 0,-1 1 0 0,-4 2-4 15,-1 1-5-15,-2 4-6 0,-2 0-1 0,-3 1-4 16,-2-1-1-16,1-5-3 0,-1-2 0 0,2 1-3 15,-2-1 2-15,-2-3-1 0,3 0-3 0,3-7 0 16,1 1-2-16,1-1 4 0,0-2-3 0,0 0 20 0,3-1 28 0,-3 1 35 16,2-2 38-16,2-3 43 0,0 0-27 0,0 0-14 15,0 0-12-15,2-17-17 0,3 5-11 0,3-3 9 16,2 1-25-16,7-8-5 0,1 3-13 0,-3-6-1 16,7 4-12-16,-4-1-2 15,2 2-7-15,-2 2-1 0,-4 3-9 16,0 3 0-16,-2 1-3 0,-1 2-4 0,-5 2-5 0,2 4-3 15,-4-2-2-15,3 2 8 0,-4 1-23 0,6 3-8 16,-1 1-6-16,-3 2-6 0,4 2 16 0,-4 4-11 16,5-1-1-16,-2 3-3 0,0 3 4 0,2-1 1 15,-4 1 0-15,1-5-4 0,2 6-10 0,-2-1-18 16,-2-1-23-16,-1-4-18 0,0 2-35 0,-1 0-17 16,-3-4-25-16,4 1-47 0,-3-3-61 0,-1-1-148 15,0 1-461-15,0-6 203 0</inkml:trace>
  <inkml:trace contextRef="#ctx0" brushRef="#br0" timeOffset="176743.11">21840 12501 133 0,'0'-5'250'15,"3"1"-16"-15,-1 1-13 0,-1 1-19 0,-1 2-20 16,4-7-17-16,-2 4-23 0,-2 3-12 0,0 0-12 16,0 0-10-16,11 5-8 15,-7 0-12-15,2-1-10 0,-2 1-8 0,4 5-4 16,-3 2-6-16,3 2-6 0,-6-2-3 0,3 4-9 16,-1-1-2-16,-4-2 0 0,4 2-9 0,-3-3-3 15,-1-1-2-15,0 0-2 0,0-5-4 0,0 2 1 16,0-1-4-16,0-2-1 0,3 3-3 0,-3-6 1 15,-3 3 0-15,3-1 1 0,0-4 15 0,0 0 15 16,4 6 1-16,3-6-5 0,1 0-2 0,5-3-4 0,5 0-4 0,9-3-8 16,1 1-29-16,4-5-44 0,0 3-47 0,1-4-82 15,-1 1-284-15,0-1-499 0,-1-2 221 0</inkml:trace>
  <inkml:trace contextRef="#ctx0" brushRef="#br0" timeOffset="177172.7">22291 12960 30 0,'0'0'131'0,"0"0"-2"0,-4 1-5 0,4-1-12 0,0 0 1 16,0 0-4-16,-3 2 1 0,3-2 6 0,0 0 5 15,0 0 3-15,0 0 4 0,0 0-8 0,0 0-4 16,0 0-9-16,0 0-1 0,17-3-11 0,-4 2-13 16,5-3-2-1,0 0-10-15,5 3-8 0,8-2-8 0,2-2-4 16,0 2-7-16,4-2 0 0,-4 1-5 0,-1 0-16 16,-1 3-8-16,-10-4-12 0,0 1-20 0,-2 0-14 15,-6 1-30-15,0-1-20 0,-2 2-44 0,-3-2-54 0,-3-1-146 16,-3-1-352-16,0 1 156 0</inkml:trace>
  <inkml:trace contextRef="#ctx0" brushRef="#br0" timeOffset="177542.31">22814 12689 54 0,'2'-9'335'0,"2"0"-10"0,0-2-18 0,-1 2-11 16,-1 0-13-16,2 0-14 0,-3 2-14 0,2 3-14 15,1-1-20-15,-3 0-26 0,1 1-27 0,0 1-12 16,-1-1-21-16,0 1-13 0,-1 3-30 0,0 0-15 16,0 0-18-16,0 0-14 0,5 10-10 0,-3-1-5 15,-1 4-7-15,4 4-4 0,-1 11-2 0,-1-5-2 0,-2 3-1 0,2-1-3 16,-3 1-1-16,3 3-4 0,-3-3-3 0,-1 0 2 15,2-3 7-15,0-2-8 0,1-4 9 0,-4 0-12 16,4-1 1 0,-2-3-3-16,1-1 0 0,-2-3 3 0,1 0 2 0,0-4 5 0,-2 1-8 0,2-6 9 0,2 8-7 15,-2-4 3-15,0-4 2 0,-2 7-8 0,2-7-2 16,0 0-3 0,2 6 4-16,-2-6-7 0,0 0-11 15,-3 2-23-15,3-2-42 0,0 0-56 0,0 0-55 16,-9-14-73-16,8 6-254 0,-2-1-566 0,1-3 250 15</inkml:trace>
  <inkml:trace contextRef="#ctx0" brushRef="#br0" timeOffset="177942.58">22889 12431 118 0,'0'-5'245'16,"2"1"-25"-16,0 2-18 0,3-2-16 0,-5 4-16 15,12-2-15-15,-1 2-9 0,3 2-9 0,0 3-8 16,5 0-12-16,7 7-6 0,2 3-12 0,2 3-6 16,-4 2-9-16,3 7-6 0,5 5-8 0,-11-2-5 15,-4 0-7-15,-5 3-4 0,-1 0-7 0,-5 0-2 16,-6 4-12-16,-3-1-1 15,-7 0-2-15,-3-4-4 0,-6 1-3 0,-8 9-3 16,4-13-3-16,-9 9 4 0,3-13-7 16,0-1-1-16,1-3 3 0,1 0-5 0,-2-4 4 0,0-1 4 15,0-2 1-15,8-4 0 0,1-2 0 0,3 0-4 16,3-2 3-16,2-2-1 0,3 1-4 0,1-3 1 16,0 1 0-16,2-1 0 0,0-1 13 0,2 1 4 15,2-2 3-15,-4 3-7 0,4-3-2 0,0 0-6 0,0 0-21 0,17-1-31 16,-6-3-44-16,-3 3-68 0,4-6-76 15,1 3-245-15,-1 1-503 0,1-2 222 0</inkml:trace>
  <inkml:trace contextRef="#ctx0" brushRef="#br0" timeOffset="178928.81">23439 12236 106 0,'4'-3'250'0,"-2"0"-8"15,2-1-16-15,1-1-11 0,-2 2-10 0,-2 0-18 0,-1 3-17 16,4-5-20-16,-3 3-14 0,-1 2-13 15,3-3-20-15,-3 3-11 0,0 0-8 0,0 0-11 16,6 11-8-16,-5-4-6 0,1 3-3 0,-2 2-7 0,1 1 1 0,-1 2-11 16,-3 3-4-16,2-1-2 0,0 1-4 0,-2 2-13 15,2-2-1-15,-2-2-5 0,2 1 2 0,-3 0-3 16,4-7 1 0,0 0 0-16,-1-1 2 0,0-2-6 0,1-2 2 15,0 2 0-15,-2-3 9 0,2 2 38 0,0-3 20 16,0-3 39-16,-1 5 24 0,1-5 30 0,0 0-13 15,0 0-21-15,8-8-13 0,-1 0-4 0,2 2-14 0,4-6-21 16,1-3-6-16,0-1-11 0,9-2-7 0,-6-2-9 16,-1 6 1-16,-3-1-3 0,0 4-9 0,1 0-4 15,-5 6-5-15,1-6-13 0,-5 6 7 0,-1 1-1 16,1 0-9-16,2 3-19 0,-1 1-5 0,3 3-8 0,0 3-9 16,0 2-2-16,2 1-4 0,0 6-5 15,3-1-23-15,-4 3-37 0,-1 0-39 0,0 8-40 0,4-1-44 0,-6-4-71 16,-3-3-297-16,1-1-637 0,1-4 283 0</inkml:trace>
  <inkml:trace contextRef="#ctx0" brushRef="#br0" timeOffset="181918.77">24575 12509 115 0,'0'-5'253'0,"0"0"-13"15,0-1-20-15,-3 4-19 0,2-2-17 0,1 4-23 16,0 0-15-16,5-8-12 0,-5 8-34 0,0 0-12 16,0 0-10-16,0 0-8 0,2 12-8 0,0 1-16 0,-2 2-5 15,0 6-3-15,0 5-5 0,-2 1-5 16,0 2 0-16,2 3-5 0,1-3-1 0,0 0-5 15,1 0 0-15,-4 0-3 0,5-3 0 0,0 0-2 0,-2-8-4 0,-2 1 0 16,1 0 3-16,1-4-5 0,-2-3 3 0,2 0-3 16,0-2 0-16,-1-3-2 0,0 1 2 0,0-1 1 15,2-2 0-15,-4 0 2 0,2-1-2 0,2-1 0 16,-2-3 0-16,-2 6 2 0,1-2 0 0,1-4 2 16,-1 4-2-16,1-4-2 0,0 0-4 0,0 0-2 15,0 0-46-15,0 0-48 16,0 0-62-16,-17-16-221 0,13 8-405 0,-2-2 180 15</inkml:trace>
  <inkml:trace contextRef="#ctx0" brushRef="#br0" timeOffset="182320.14">24486 12441 189 0,'-1'-4'213'0,"0"-1"-6"0,-3-1-8 16,4 4-14-16,0 2-17 0,0-5-11 0,0 1-18 16,0 4-17-16,0 0-12 0,6-3-10 0,1 3-11 15,3 0-16-15,4 2 3 0,4 1-14 0,14 6-2 0,-1 1 0 0,3 3 2 32,12 10-7-32,-10-6-2 0,7 9-4 0,-2 2-3 15,-4 4-8-15,-10-6-3 0,-6 2-6 0,-2 3 0 0,-4 1-5 16,-2-4-1-16,-4 2-3 0,-7 0-6 15,-3-1-9-15,-4-1 0 0,-3 0-4 0,-4 0 5 16,-5-4-5-16,-5 0 4 0,2-4-2 0,-6-1-2 16,-1 1 0-16,-2-5 3 0,2 1-1 0,-2-3 1 0,0-2 5 0,2 0 2 15,9-5 7-15,-3 1 6 0,5-2 9 0,-2 2-7 16,7-5 0-16,1 2 1 0,3-2 4 0,2 0-11 16,-2-2 9-16,5 3 9 0,2-3 17 15,-9 2 15-15,9-2-6 0,0 0-1 0,0 0-5 0,0 0-5 16,0 0-9-16,-4-6-18 0,4 6-34 0,6-8-26 15,-2 0-30-15,1 3-40 0,-1-2-50 0,2 0-61 0,0-3-264 16,-1 3-518-16,1-4 229 0</inkml:trace>
  <inkml:trace contextRef="#ctx0" brushRef="#br0" timeOffset="183284.15">24852 12146 14 0,'1'-5'221'0,"1"3"-7"0,-2 2-12 0,0-3 1 16,0 3-10-16,0-7-7 0,0 7-17 0,0-4-6 0,0 4-11 15,1-4-5-15,-1 4-12 0,0 0-20 0,1-4-11 16,-1 4-14-16,0 0-5 0,0 0-18 0,0 0-7 16,3-3-5-16,-3 3-17 0,0 0-6 0,0 0-7 0,2 12-4 0,-2-6 3 15,2 1-6-15,-1 5-6 0,1-1 6 0,0 3-4 16,0 4-4-16,-2 1 1 0,0 0 1 15,0 4-3-15,-2-5-3 0,4 0 1 0,-2-1-1 16,0-3-3-16,0-1 5 16,0-2-5-16,0-3 1 0,0-1-3 0,0 0 6 0,0-4-2 0,0 4 0 15,0-5 1-15,0 3 8 16,0-5 45-16,0 5 27 0,0-2 33 0,0-3 45 16,0 0-9-16,0 0-8 0,0 0-25 0,5-11-22 0,2 0 0 0,-1-1-9 15,1-5-13-15,2-4 5 0,3-3-10 0,-3 7-14 16,5 1-7-16,-5-3-13 0,0 4 1 0,0 0-4 15,1 5 0-15,-3 2-8 0,-3 2 3 0,-2 0-6 16,3 1-8-16,-1 0-10 0,0 2 7 0,-2 2-38 16,-2 1-9-16,8-1 5 0,-8 1-1 0,12 5-2 15,-5 5-6-15,1-3-1 0,0 4-5 0,1 4 6 16,1 2 1-16,-1-2-12 0,0 1-14 0,-1 0-26 16,0-1-31-16,-3 3-28 0,-1-1-34 0,-4-1-35 15,4-3-38-15,-4-1-280 0,0 0-579 0,-3-2 256 16</inkml:trace>
  <inkml:trace contextRef="#ctx0" brushRef="#br0" timeOffset="190777.73">25304 12235 152 0,'-7'-2'177'0,"7"2"-19"0,0 0-14 16,0 0-11-16,0 0-14 0,-5-3-13 0,5 3-11 16,0 0-10-16,0 0-9 0,0 0-6 0,0 0-8 0,0 0-8 0,0 0-6 15,0 0-2-15,0 0-6 0,0 0-1 0,0 0-2 16,0 0-6-16,0 0 0 0,0 0-3 0,0 0 0 0,-9 5-8 15,9-5 2-15,0 0-3 0,0 0 0 16,0 0 5-16,-2 3-3 0,2-3-2 0,-2 2 0 16,2-2-1-16,0 0-2 0,0 0 1 0,0 0 3 0,0 0 1 15,0 0-4-15,0 0 1 0,0 0-3 0,0 0-2 16,0 0 1 0,0 0 1-16,0 0 4 0,6 5 3 0,-6-5 4 15,11 2 8-15,-3-2 2 0,5-2 1 0,4 2-3 16,12-1-3-16,3-2-1 0,0 0 5 0,4 0-1 0,1 3 1 15,1-3-2-15,-2-2-7 0,-3 4-1 16,-1-2-1-16,-4 2-5 0,-9 0 2 0,-1-2-7 16,-5 1 0-16,0 4-2 0,-3-2-4 0,-3-2-8 0,0 1-9 15,-2-1-12-15,-5 2-20 0,4-4-18 0,-4 4-9 0,0 0-14 16,-14-3-13-16,8 2-27 16,-1 0-16-16,-1-2-45 0,-3 0-127 0,5 3-336 15,-2-2 150-15</inkml:trace>
  <inkml:trace contextRef="#ctx0" brushRef="#br0" timeOffset="191023.09">25887 12046 247 0,'0'-4'313'16,"-1"-1"-17"-16,1 5-18 15,0-5-24-15,0 5-21 0,-2-5-23 0,2 5-26 16,0-5-22-16,0 5-19 0,0 0-21 0,0 0-25 0,0 0-9 0,0 0-9 16,0 0-12-16,4 21-5 0,-4-9-6 0,3 4-5 15,-2 0-14-15,2 4-14 0,1 5-16 0,-3 1-28 16,1 5-40-16,1-2-39 0,-3 0-43 0,1-3-89 0,-1-6-177 16,-1 0-443-16,0-8 196 0</inkml:trace>
  <inkml:trace contextRef="#ctx0" brushRef="#br0" timeOffset="191455.54">26459 12185 81 0,'-10'-3'180'0,"5"3"-5"0,-5 3-6 16,-1 1-16-16,-4 5-11 0,-9 9-15 0,0 4-9 0,1 6-10 0,-12 11-12 16,7 7-7-16,1-2-13 0,3 4-13 0,1 1-7 15,4 3 1-15,7-5-7 0,2 1-8 0,9-11-1 16,3-2-5-16,11 9 0 0,6-1-1 15,3-11-4-15,9 2-7 0,3 0-13 0,10-7-37 0,-10-10-75 16,12 2-211-16,-12-7-337 0,1-3 149 0</inkml:trace>
  <inkml:trace contextRef="#ctx0" brushRef="#br0" timeOffset="192078.74">26660 12480 126 0,'5'-4'205'0,"5"0"-14"16,2-2-8-16,1 0-17 0,0 1-16 0,-1 4-12 15,7-3-11-15,1 3-10 0,-1 1-9 0,-1 4-12 0,1-2-6 16,-2 1-8-16,0 2-13 0,-3 4-6 0,-1-4-6 15,-4 7-1-15,0 3-11 0,-4-1-3 16,-1 1-3-16,0 2-5 16,-8-1-5-16,-1 2-3 0,0 1-5 0,-7 3 0 0,-2 0 1 15,-2-1-4-15,0-5-5 0,2-3 1 16,0 2 0-16,-1-3-6 0,1-2-1 0,4-1 4 16,-1-2-3-16,1-2-1 0,4-1 2 0,1 0 4 15,-1 0 10-15,1-1 18 0,2-1 25 0,-1 1 31 16,4-3 29-16,0 0 10 0,0 0-17 0,0 0-9 0,0 0-13 15,9-20-15-15,1 11-3 0,3-5-12 0,6-4 6 0,0-1-13 16,0 1-9-16,4 1-6 0,-9 3-7 0,4 5-4 0,-9-2-8 16,4 6-1-16,-7-4-3 0,2 5-10 0,-3 1 2 0,4-1-12 15,-4 2-6-15,0 1-8 0,-5 1-2 0,12 3-3 16,-6 1 0-16,0 4 0 0,1 1 1 16,-2-2-2-16,0 5-1 0,1-2 17 0,0 2-11 15,0 0 2-15,-1 3-8 0,0-1-12 0,1-2-24 0,-2 1-29 31,2-3-33-31,-4 1-25 0,3-2-46 0,-2-2-70 16,-1-1-212-16,2-1-508 0,-4 0 225 0</inkml:trace>
  <inkml:trace contextRef="#ctx0" brushRef="#br0" timeOffset="192426.2">27132 12196 177 0,'0'0'191'0,"9"-4"-16"0,-9 4-9 16,11 4-9-16,-2-2-9 0,-1 1-19 0,1 1-4 15,2 4-10-15,-2-2-15 0,3 7-1 0,-2 2-12 16,-4-2-8-16,-1 3-3 0,-1 1-10 0,-2 2-7 15,-2 1-7-15,-2-1-5 0,-2-2-6 0,0 0 1 16,-2-4-9 0,2 0 3-16,-1-3-5 0,0 1-5 0,3-2-2 15,-1-4-3-15,0 3-2 0,2-4-1 0,-1 0 0 0,0 0 3 16,2-4 7-16,2 6 11 0,1-6-1 0,9 0-5 0,2 0-1 16,6 0-4-16,2-2-9 0,10-4-37 0,0 0-51 15,-1 3-68-15,1-9-259 0,2 1-428 0,1 0 190 16</inkml:trace>
  <inkml:trace contextRef="#ctx0" brushRef="#br0" timeOffset="192726.66">27584 12579 41 0,'0'0'248'0,"0"0"-13"16,0 0-14-16,0 0-20 0,0 0-20 0,0 0-16 15,0 0-21-15,0 0-13 0,34-5-12 0,-14 5-16 16,7-2-26-16,3 1-27 0,2-3-43 0,0 3-44 0,4-1-50 0,-4 0-214 16,-3-3-324-16,0-2 144 0</inkml:trace>
  <inkml:trace contextRef="#ctx0" brushRef="#br0" timeOffset="193159.51">28082 12378 183 0,'0'-5'301'0,"0"5"-17"16,-1-5-13-16,1 5-10 0,0 0-21 15,0 0-21-15,0-5-21 0,0 5-10 0,0 0-20 0,1-5-20 0,-1 5-15 16,0 0-14-16,0 0-16 0,0 0-5 0,0-4-14 16,0 4-18-16,0 0-9 0,0 0-24 0,0 0-9 15,0 0-1-15,3 11-4 0,-2-5-1 0,-1 3-5 0,2 1-1 16,0 5-1-16,-2 1-2 0,3 0-2 0,-3 2-4 16,3 3-2-1,-1-1 2-15,1 2 0 0,-1 2 1 0,0-4-5 16,1-1 2-16,-1-1 3 0,0 3 1 0,0-7-3 15,2 3 0-15,-4-7-3 0,2 4 3 0,0-6-3 0,-2-1 2 0,1 0 4 16,-1-4-2-16,3 2-4 0,-3-1 2 0,2 1 6 16,-2-5-3-16,0 5 3 0,0-5 2 0,0 3-1 15,0-3 1-15,0 0-4 0,0 4 3 0,0-4-1 16,0 0 1-16,0 4 1 0,0-4-2 0,0 0-9 16,0 0-16-16,0 0-82 0,0 0-90 0,0-16-104 15,0 6-175-15,0 0-507 0,0-2 225 0</inkml:trace>
  <inkml:trace contextRef="#ctx0" brushRef="#br0" timeOffset="193645">28150 12102 33 0,'0'0'219'0,"0"-5"-18"0,0 5-24 0,0 0-7 16,0 0-16-16,8-3-13 0,-8 3-17 0,11 3-6 15,-3-2-11-15,3 3-5 0,2 1-1 0,5 2-8 0,5 4-8 16,3 3-7-16,1 2 1 0,2 4-7 0,-2 6-6 0,7 10-2 16,-12-6-5-16,5 13-3 0,-9 1-7 0,-3 0-7 15,-6 1-3-15,-5 1-3 0,-7 1-1 0,-6 0-2 16,-2-13-10-16,-2 3-4 0,-9 3-1 16,3-10 1-16,-3-4-6 0,-2 0 1 0,-3-2-2 0,3-3 0 15,1 0 0 1,-1-7-2-16,-2 0-1 0,7-5 1 0,2 1 2 15,-2-1-5-15,9-3 4 0,-2-2-3 0,1 1 0 16,3-1 1-16,3-1 1 0,-4-1 0 0,4 1-1 16,1-3 4-16,0 2 10 0,1 1 14 0,3-3 10 0,-6 3 8 15,6-3 1-15,0 0-4 0,0 0-4 0,0 0-11 16,0 0-26-16,0 0-48 0,0 0-53 16,15-11-76-16,-10 7-58 0,4-3-218 0,-2 0-478 0,1-3 211 0</inkml:trace>
  <inkml:trace contextRef="#ctx0" brushRef="#br0" timeOffset="194779.81">28494 11986 154 0,'1'-3'231'0,"2"-1"-16"0,-2-2-4 0,0 2-7 16,2 0-15-16,-2 1-1 0,0 0-16 0,-1 3-13 15,4-6-12-15,-1 4-12 0,-3 2-11 0,1-4-11 16,2 1-14-16,-3 3-8 0,0 0-14 0,2-3-12 16,-2 3-10-16,0 0-7 0,0 0 0 0,0 0-11 15,8 13-8-15,-7-5-1 16,0-1-3-16,2 3-6 0,-2 2-2 0,-1 1 3 15,-1 4-6-15,2-2 0 0,-2-3-5 0,0 5 1 16,1-2-1-16,-2-3 2 0,1 0-2 0,1-2-2 16,-1 2-2-16,-1-1 4 0,2-5-4 0,-1 2 0 15,1-4 3-15,0 1 1 0,-1 0 17 0,1-2 22 16,0-3 26-16,0 0 34 0,-1 4 21 0,1-4 18 16,0 0-14-16,0 0-11 0,10-8-17 0,-4-1-6 0,3 2-15 15,-1-3-4-15,3-2-15 0,2 0-4 0,-1-2-2 16,-1 1-6-16,-1 4-10 0,-2-1-1 0,-2 3-4 0,2-1-6 15,-4 3-2-15,2 1-6 0,-2-1-2 0,0 3-10 16,0-1-23-16,-3 1-23 0,-1 2-2 0,9 5-1 16,0 0-2-16,-3 4-8 0,5 4 0 15,-2 0-6-15,1 3-22 0,-1 3-36 16,1 6-31-16,-1 3-36 0,-3 1-41 16,-1-5-77-16,-1 1-261 0,-2-6-601 0,0-5 267 0</inkml:trace>
  <inkml:trace contextRef="#ctx0" brushRef="#br0" timeOffset="195712.11">29742 12487 50 0,'-2'-10'209'0,"-6"4"-25"15,-1-3-11-15,0 2-18 0,-9-2-13 0,2 2-9 0,-5 0-11 16,-6 1-7-16,-3 1-7 0,-1 3-13 0,-2-2-2 16,2 3-11-16,0 3-15 0,2 2 5 0,7 1-3 15,3 2-8-15,-1 0-7 0,2 0-3 0,1 2-10 16,2 4 3-16,1-2-8 0,2 2-4 0,5-1-2 15,0 2-6-15,5 3-1 16,3-5 0-16,0 5 0 0,3-1 2 16,6-3-5-16,2 2-6 0,6 4 0 0,-3-5 1 15,3-4-1-15,1-1-1 0,2-1-5 0,0-4 7 16,1 0 0-16,-2-2 8 0,2 0 7 0,-1-5 18 16,-3-1 21-16,-1-1 13 0,-1-5 0 0,0-1-3 15,-3-3-4-15,4-9-12 0,-2 1-7 0,-2-2-3 16,-4-4-5-16,1-2-4 0,-3-4-3 0,3-12-5 0,-4 0-7 0,-1 0 5 15,-1 11-8-15,-3 0 1 0,-1 1 5 0,3 1 4 16,-6 3 9-16,3 1 3 0,-1 11 5 0,-3 1 2 16,4 5-1-16,0 3 5 0,0-1-10 0,0 4-3 15,0 1-2-15,0-1-17 0,0 2-19 0,0 4-33 16,0 0-15-16,0 0 3 0,0 0 0 0,0 15 5 16,1 1 5-16,3 9-3 0,-4 2 6 0,4 3 6 0,1 3 3 0,-1 2 2 15,0-2 0-15,-2 1-9 0,2 1-3 0,3-3-12 16,-5-3-20-16,2 0-20 0,4-3-23 0,-7-1-24 15,-1-7-17-15,1 0-24 0,-1-6-55 0,0 0-228 16,0-2-485-16,0-5 215 0</inkml:trace>
  <inkml:trace contextRef="#ctx0" brushRef="#br0" timeOffset="196150.56">29907 12315 206 0,'4'-5'286'0,"2"0"-26"0,3 3-24 16,4-4-19-16,1 5-17 0,4-2-20 0,1 3-16 0,0 0-15 15,1 4-15-15,0 4-15 0,-3-3-15 0,4 7-12 0,-5 1-10 16,-1 0-14-16,-1 4-12 0,-4-2-11 16,-2 2-8-16,-7 0-7 0,3 2-5 0,-4 2-13 15,-4-3 3-15,0-1-7 0,-2 0-3 0,-3-1 3 16,-4-2-3-16,4 0 1 0,-5 1 0 0,5-5-2 0,0-1 1 15,0-2-2 1,-1 0 0-16,3 0 3 0,1-4 0 0,1-1 15 16,-1 3 14-16,2-3 24 0,3 2 29 0,1-4 27 15,-5 1 36-15,5-1-1 0,0 0-17 0,1-12-20 16,4 5-10-16,4-3-11 0,1-3-9 0,9-7-8 16,-1-2-6-16,3 0-8 0,4-3-5 0,-3-2-11 15,4 1-3-15,-1-1-10 0,-1 1 1 0,-3 2-3 16,-5 2-3-16,-2 5-5 0,-5 3 1 0,-1 7 2 0,-3-3-5 0,0 5-3 15,0-1-6-15,-1 2-5 0,0 0-14 0,-3 1-13 16,-1 3-9-16,0 0-4 0,0 0 7 0,-14 18 0 16,7-2 2-16,-4 1 1 0,-1 5 6 0,-1 5-8 15,4 4 9-15,-1-2-4 0,6 2-3 0,1 0 10 16,7 1-6-16,5-1 1 0,4-1-1 0,7-4-19 16,6 1-32-16,2-4-54 0,18 2-114 0,-11-10-373 0,22-1-663 0,-1-6 293 15</inkml:trace>
  <inkml:trace contextRef="#ctx0" brushRef="#br0" timeOffset="197662.58">18243 12141 65 0,'-1'-5'159'16,"1"5"-6"-16,0-6-3 0,0 6-11 0,0 0 0 15,0-4-8-15,0 4-9 0,0 0-12 0,0 0-12 16,0 0-10-16,-3-4-9 0,3 4-9 0,0 0-5 16,0 0-6-16,0 0-8 0,0 0-12 0,0 0-4 15,-5 12-5-15,1-3-5 0,-2 8-2 0,-2 10-3 16,2 8 2-16,-3 14 0 0,-4 6 0 0,-5 30-4 15,8-4 4-15,-3 5-2 16,5-27 0-16,-2 30-3 0,5-6 2 0,0 1-3 16,8-1 1-16,-3-26-4 0,4 26 1 0,-2-23-5 15,-2-2-7-15,3 3 6 0,-3-5 0 0,-2 3 1 16,2-7-3-16,-2 1 2 0,-3-5 1 0,-2-2-5 16,-2-14 6-16,2 2-7 0,-2-3-2 0,-2 0 0 15,0-2 4-15,-2-4-9 0,1-3 8 0,1-3-4 16,1-4 4-16,1-7-1 0,-4 5 2 0,-2-1 5 0,-3-4 17 0,0 1 7 15,0-6 22-15,-2 1 6 0,1-4 3 0,-1-2 5 16,0 1-4-16,-2 0-5 0,6-3-6 0,-3-2-4 16,6 4-5-16,-1-2-4 0,2 0-8 0,3 2-4 15,-3-1 2-15,5 0-5 0,1 2-5 0,-1 1-2 16,1-3-19-16,2 1-46 0,4 2-54 0,-9 0-44 16,9 0-56-1,-9 2-220-15,5 1-454 0,4-3 202 0</inkml:trace>
  <inkml:trace contextRef="#ctx0" brushRef="#br0" timeOffset="198310.71">17885 14445 167 0,'-4'-4'174'0,"4"4"-8"0,0 0-10 16,-3-2-10-16,3 2-9 0,-3-2-13 15,3 2-15-15,0 0-1 0,0 0-10 0,0 0-15 16,0 0-6-16,0 0-3 0,0 0-7 0,0 0-6 0,0 0-3 16,0 0-2-16,0 0-11 0,0 0 0 0,0 0-8 15,0 0-1-15,0 0-3 0,0 0-6 0,0 0 1 16,0 0 11-16,0 0 9 0,19-1 2 15,-3-1 4-15,5 2-4 0,6-4 16 0,2 1-6 0,6-1-5 16,-1 1 1-16,4 1-7 0,-3-3-2 0,1 0-6 16,1 1-3-16,-9 1 0 0,2-1-6 0,-11-2-2 15,0 5-3-15,-7 0-3 0,0-2 0 16,-3 3-2-16,0-1-5 0,-4 0-2 0,4 0-2 0,-5 1 0 0,-4 0-18 0,8-1-17 16,-8 1-13-16,0 0-15 0,0 0-18 0,0 0-27 15,0 0-32-15,0 0-33 0,-17 4-33 0,11-4-185 16,-1 0-409-16,7 0 182 0</inkml:trace>
  <inkml:trace contextRef="#ctx0" brushRef="#br0" timeOffset="198534.69">18598 14277 84 0,'0'-5'407'16,"0"2"-11"-16,0-3-3 0,0 6-38 0,2-6-30 0,-2 6-30 0,2-3-36 16,-2 3-30-16,0-3-36 0,0 3-35 0,0 0-23 15,0 0-11-15,0 10-23 0,0 1-13 0,0 6-7 16,0 1-9-16,0 8-6 0,-2 3-22 0,2-1-38 16,2 2-39-16,-4 2-67 0,0 0-63 0,-2 2-64 15,-2 1-321-15,2-6-594 0,2-10 262 0</inkml:trace>
  <inkml:trace contextRef="#ctx0" brushRef="#br0" timeOffset="199304.8">18625 11714 31 0,'0'-4'247'0,"0"4"8"0,0-5 1 0,4 2 2 0,-4 3-7 16,1-4-6-16,-1 4-17 0,4-2-20 0,-4 2-19 15,0 0-17-15,1-4-18 0,-1 4-21 0,0 0-17 16,0 0-11-16,0 0-18 0,0 0-15 0,8 13-2 0,-8-3-10 16,4 7-7-16,0 2-7 0,-3 6 3 0,9 3-6 0,-3 4-36 15,-1-1-44-15,2 0-43 0,-1 14-60 0,0-9-78 16,0-2-259-16,0-4-517 0,2-2 229 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8T03:48:48.64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4122 3139 36 0,'0'0'84'0,"0"0"1"16,0 0 4 0,-3-5 5-16,3 5 5 0,0 0-2 0,0 0 3 15,0 0 7-15,0-4 0 0,0 4 5 0,0 0 5 16,0 0 2-16,0-7-3 0,0 7-7 0,-1-3-7 0,1 3-5 15,0 0-5-15,0 0-2 0,-1-6-3 16,1 6-2-16,0 0 1 0,0 0-6 0,-3-4 5 16,3 4-1-16,0 0 5 0,0-2 6 0,0 2-11 15,0 0-8-15,0 0-2 0,0 0-5 0,-2-5-3 0,2 5-3 0,0 0-6 16,0-7-9-16,0 7 2 0,0 0-11 0,0 0-1 16,0 0-12-16,0 0 1 0,0 0-2 0,0 0-5 15,0 0-4-15,0 0-9 0,0 0-14 0,0 0-13 16,0 0 2-16,2 17-3 0,-2-9 2 0,0 3 2 15,-5 6 2-15,8 7 4 0,-3 3 7 0,-3 2-2 16,3 1-3-16,0 0 5 0,0 0 2 0,0-1-1 0,3 0 2 16,-3 0-3-16,2-2 2 0,-4-1 1 0,2-9-1 0,2 7 6 15,-2-4-4-15,3-3 5 0,-6 0-2 0,3-5-1 16,0-1 1-16,0 1 1 0,0-1-4 0,0-2 1 16,0-3-1-16,0 0 0 0,0 0 2 15,0-2 0-15,0-1 3 0,0 1 0 0,0-4 1 16,0 6-1-16,0-4 10 15,0-2 4-15,0 0 5 0,0 4 16 0,0-4-9 16,0 0 9-16,3 3 3 0,-3-3 10 0,0 0 5 16,0 0-1-16,0 0 20 0,0 0-5 0,0 0-7 15,0 0-10-15,0 0 0 0,-3-11-8 0,6 4-4 16,-1 2-5-16,-2-2-5 0,4-3-1 0,1-2 0 16,-1-4-17-16,0-2 1 0,6 0-4 0,-1-4-3 15,3-5-2-15,-1 3 4 0,1 0-7 0,-2-3-3 0,5 0-1 0,-2 3 1 16,0 0 3-16,2 0-3 0,0 0 0 0,-2 7-5 15,1 3 0-15,-4-1-2 0,2 2 2 0,-3 1 3 16,-3 5 3-16,3-3 1 0,-1 3-2 0,-2 2-6 16,-2 1 1-16,1 0-2 0,-1 1 1 0,-1-1-5 15,0 1 13-15,-3 3-13 0,7-2-5 0,-7 2-1 16,0 0 3 0,14 9-2-16,-9-3 3 0,1 4 40 0,1-1-10 0,-1 1 4 15,2 7-7-15,-1 0 4 0,0 0-7 0,3 7-1 0,-2 1 5 0,-2-7 0 16,1 1-3-16,0-1 2 0,-2 0-3 0,-1 0 0 15,0-2-4-15,1 0 3 0,-4-3 0 0,7 2-2 16,-7-5 8-16,0 1-10 0,2 0-8 0,-3 0 5 16,1-3-23-16,2 3 23 0,-3-5 0 15,0 0 8-15,1 3-11 0,-1-3 5 0,0 1-6 16,0-3 4-16,0 2 2 0,0-2-5 0,3-2 4 16,-3-2 1-16,1 6 3 0,-1-6-5 0,0 4 5 15,0-4-4-15,0 0 24 0,1 3 2 0,-1-3 11 16,0 0 4-16,3 3 6 0,-3-3-4 0,0 0-2 15,0 0-2-15,0 0-1 0,0 0-10 0,10-10-21 16,3 7-33 0,-3-2-37-16,8-5-66 0,-3 4-67 0,2-2-74 0,-2-1-104 15,-3 0-270-15,3-2-691 0,-1 3 307 0</inkml:trace>
  <inkml:trace contextRef="#ctx0" brushRef="#br0" timeOffset="569.44">4822 3185 68 0,'1'-3'362'0,"-1"3"-10"15,-1-6-19-15,0 1-11 0,1 5-9 0,0 0-16 16,2-7-17-16,-2 7-14 0,0 0-18 0,-1-5-13 16,1 5-23-16,-1-3-22 0,1 3-20 0,0 0-19 15,0 0-17-15,2-4-16 0,-2 4-11 0,0 0-12 0,0 0-20 16,0 0-46-16,0 0 11 0,0 0-3 0,2 21-4 16,-1-6-5-16,0 4-4 0,-1 6 0 0,1 2 3 15,-3 1 1-15,4-1-3 0,0 0-5 0,0 2-6 16,0-4 2-16,-4 1-2 0,5-2-1 0,1-6-2 15,-2 0 0-15,1-1 2 0,1-2-1 0,-2-1-4 16,-1-4-5 0,2 2 12-16,-3-1-2 0,3-5-5 0,-2 0-1 0,0-1-1 15,0-2 2-15,-1-3 2 0,2 7 3 0,-2-7 1 16,1 5-7-16,-1-5 5 0,0 0 2 0,0 0-6 16,0 0-19-16,0 0-17 0,0 5-32 0,0-5-35 15,0 0-57-15,1 4-61 0,-1-4-59 0,0 0-25 16,2 5-22-16,-2-5-256 0,-4 8-622 15,2-4 275-15</inkml:trace>
  <inkml:trace contextRef="#ctx0" brushRef="#br0" timeOffset="732.68">4845 3855 289 0,'-4'5'411'16,"4"-5"16"-16,3 6 3 0,-3-6 2 0,2 2-6 15,-2-2-8-15,0 0-15 0,0 0-24 0,2 7-33 0,-2-7-28 0,0 0-38 16,0 0-27-16,0 0-39 0,0 0-51 0,15-9-64 15,-15 9-65-15,11-4-73 0,-2-5-80 0,-4 1-83 16,3 1-78-16,2-2-116 0,-1 0-319 0,2-6-774 16,-3 5 343-16</inkml:trace>
  <inkml:trace contextRef="#ctx0" brushRef="#br0" timeOffset="1518.84">5266 3173 14 0,'0'0'250'0,"0"0"18"0,-3-2-14 0,3 2-16 15,0 0-11-15,0 0-19 0,0 0-16 0,0 0-16 0,0-5-12 16,0 5-20-16,0 0-15 0,0 0-14 0,9-2-10 16,-9 2-16-16,9 0-7 0,-3-1-9 0,-6 1-8 15,18 2-6-15,-9-2-11 0,6 1 5 0,-2 2-1 16,6 1-5-16,-6 1-5 0,6 1-3 0,-5 3-1 16,4 1-8-16,-5 1-2 0,2 3-5 0,-4 1-9 15,-2 2 3-15,-2 0-6 0,-3 7 3 0,-5-4-2 0,-1 0 0 16,-6 5-5-1,-4 0 3-15,-2-3-3 0,-4-1 0 0,3 1 5 16,-6-3-3-16,2-3-3 0,1-2 7 0,4-2-3 16,-2 0 4-16,1 0-3 0,3-5-6 0,0 1 16 15,3-1-11-15,0-3 4 0,2 1-5 0,2-2 3 16,-1 2-5-16,3-3 1 0,-1 0 12 0,1-1 11 16,3-1 12-16,-6 4-7 0,6-4 29 0,-4 3 23 0,4-3 2 15,0 0 3-15,-4 1 1 0,4-1-8 0,0 0-2 16,0 0-7-16,-5 2 2 0,5-2-5 0,0 0-23 15,0 0 10-15,0 0-10 0,0 0-3 0,0 0-2 16,0 0-7-16,0 0-12 0,0 0 3 0,0 0-2 16,0 0-3-16,0 0-8 0,0 0 0 0,0 0-5 15,0 0 1-15,0 0-14 0,0 0 12 0,0 0 0 0,20 2-1 16,-2-3 7-16,3 2-9 0,7-3-1 0,3-1 4 16,3 0-4-16,2-1-3 0,-2 2 3 0,3-4-14 15,-2 4 10-15,-5 0 3 0,1-1-2 0,-4-1 0 16,-5 1 2-16,-4 3-6 0,-5-3 5 0,-2 2-10 15,-2 0 7-15,-1-1 1 0,0 1 3 0,-8 1-2 0,8-1-6 16,-8 1-14 0,8-3-9-16,-8 3-4 0,0 0-18 0,1-2-31 15,-1 2-37-15,0 0-33 0,-14-1-38 0,4-1-32 16,10 2-50-16,-19-1-68 0,5-1-265 0,2 1-651 16,1-2 288-16</inkml:trace>
  <inkml:trace contextRef="#ctx0" brushRef="#br0" timeOffset="2320.71">5650 2950 233 0,'0'0'344'0,"-1"-6"-16"0,1 6-17 0,0 0-18 16,0 0-23-16,0 0-14 0,0-3-23 0,0 3-25 0,0 0-21 15,0 0-23-15,0 0-14 0,0 0-15 0,0 0-35 0,0 0-1 16,0 0-9-16,0 0-14 0,0 0-25 0,0 0-6 16,0 0-5-16,1 13-7 0,-1-4-14 0,3 3 7 15,1 5-3-15,-4 0-1 0,2 1 3 0,2 10-5 16,-4-3-1-16,0-5 1 0,-3 5-5 0,3-4 2 15,-1-2-3-15,-1-2-2 0,2 0 4 0,0-2-5 16,0-4 0 0,-3-2-5-16,6-1 3 0,-3-4 0 0,0 1 2 0,-3 0 5 0,3-1 14 15,0-4 39-15,0 6 25 0,0-6 37 0,0 4 38 16,0-4 26-16,0 0-12 0,0 0-21 16,6-12-17-16,-2 0-24 0,2 3-12 0,1-6-5 15,2 0-14-15,1-4-20 0,4-3-10 0,-5 4-10 0,3 4-7 16,-5 0 1-16,0 3-8 0,1 2-3 0,0-2-2 15,-4 1-7-15,0 5-4 0,-1 0 0 0,0 0-4 16,1 2-7-16,2 0-6 0,0 2-7 0,0 1-3 16,-6 0-9-16,9 2-9 0,1 5-1 0,-1 1 0 15,0 2-7-15,1 2-4 0,-1 2 5 0,2-1 2 16,-5 3 2-16,4 1 0 0,-1-2 6 0,0 2 3 16,-5-2-2-16,5-1 1 0,-5-1 3 0,-1-1 5 15,1-4 1-15,0 1-4 16,-1-5 4-16,-1 4-2 0,1-4 10 0,-1 1-3 15,-1-4 5-15,1 3 4 0,0-1 1 16,-2-3 19-16,2 4 22 0,-2-4 9 0,0 0 11 16,2 2 2-16,-2-2-3 0,0 0-2 0,0 0-2 15,0 0-5-15,3 2-7 0,-3-2-3 0,0 0-9 0,0 0 0 16,0 0-2-16,0 0-7 0,0 0-14 0,0 0-33 16,0 0-32-16,4-8-24 0,-2 5-25 0,0-2-29 0,-1 2-37 15,1-2-41-15,-2 0-37 0,3-2-33 0,1 3-41 16,-1-6-72-16,-1 5-330 0,2-5-779 0,-2 3 345 15</inkml:trace>
  <inkml:trace contextRef="#ctx0" brushRef="#br0" timeOffset="2805.94">6045 2782 279 0,'0'0'292'0,"0"0"-26"16,0 0-26-16,0-5-25 0,0 5-26 0,0 0-23 15,0 0-18-15,0 0-12 0,15 12-15 0,-6-3-3 16,3 6-6-16,6 6-2 0,1 5-5 0,8 13-7 15,-3 5 4-15,-2 5-8 0,-3-3-9 0,-4 5-11 0,-1 2-3 16,-8 2-7-16,-2-1-4 0,-5 1-14 0,-3-4 6 16,-5 1-6-16,-1-2-2 0,-4-2-1 0,-4-4-6 15,4-8-1-15,-10 5-3 0,3-9-4 0,1-4-5 16,-2 1 4 0,2-3-4-16,-2-1 0 0,1-4-1 0,2-1 4 15,3-6 9-15,3-3-3 0,-2 1 12 0,5-3-19 16,2-1 24-16,3-4 9 0,-1 2 1 0,2-1 17 0,-2-1 11 15,6-4 8-15,-5 6 2 0,5-6 14 0,-4 1 7 16,4-1 5-16,0 0 4 0,0 0-7 0,-6 6-4 0,6-6-9 16,0 0-7-16,0 0-16 0,0 0-1 0,0 0-10 15,0 0-9-15,0 0-12 0,-4 2-19 0,4-2-24 16,0 0-29-16,0 0-31 0,0 0-31 0,0 0-36 16,0 0-78-16,0 0-73 0,0 0-97 0,0 0-397 15,0 0-825-15,0-19 366 0</inkml:trace>
  <inkml:trace contextRef="#ctx0" brushRef="#br0" timeOffset="3591.76">3797 2839 261 0,'0'0'243'16,"-1"-4"-26"-16,1 4-18 0,0 0-29 0,0 0-15 16,0 0-20-16,0 0-18 0,-12 13-15 0,5 2-9 0,-1 3-13 15,-5 13-8 1,-10 20-3-16,-10 24-6 0,0 8-4 0,1 4-10 16,-3-1-2-16,3 1 3 0,7-8 19 0,11-22 7 15,4 1 19-15,6-7-10 0,4 1-3 0,7 0 4 16,9-4 5-16,2-6 7 0,9-2 6 0,5-3 15 15,3-6-5-15,-4-9-2 0,15 0 7 0,-1-2 1 16,7-4-7-16,-5-2-4 0,-7-6-11 0,-4-3 0 16,2 2-10-16,-3-4-9 0,-6-1 5 0,-9 0-13 0,1 0-9 0,-11-2-24 15,2 0 19-15,-1 1 3 0,-11-1 7 0,9 0-8 16,-9 0 0-16,9 0-8 0,-9 0 0 16,0 0-3-16,13 2-15 0,-13-2 5 0,0 0-10 15,0 0-20-15,0 0-33 0,9-2-31 0,-9 2-35 16,0 0-51-16,0 0-95 0,6-5-119 0,-6 5-319 15,8-10-729-15,1 3 323 0</inkml:trace>
  <inkml:trace contextRef="#ctx0" brushRef="#br0" timeOffset="4694.21">6285 2488 274 0,'3'-4'277'0,"2"0"-22"0,0 0-22 16,3-1-25-16,-2 3-18 0,-1 0-20 0,5-1-18 0,-1 3-16 16,2 3-13-16,-4-3-17 0,3 4-9 0,-1 0-15 0,0 5-1 15,1-1-10-15,3 5-5 0,-5 1-7 16,1 1-4-16,-3 4-6 0,-2-1-1 0,-4 9-2 15,0-8-7-15,0 1-2 0,-4-1-4 0,-1 0-1 16,1 0-3-16,1-3-2 0,-3-1-6 0,5-2 3 16,-4-1-6-16,2-3 1 0,1 1-5 0,-2-3 2 0,3-1-4 15,1 0 2 1,-2-2 0-16,1 0 14 0,-1-2 29 0,2-2 19 16,-2 6 20-16,2-6 11 0,0 0-9 0,0 0 29 15,-1 6 1-15,1-6 2 0,0 0-2 0,-1 4-7 16,1-4-11-16,0 0-9 0,0 0-5 0,0 0-14 0,0 0-12 15,0 0-4-15,-1 3-5 0,1-3-5 16,0 0-7-16,0 0-4 0,0 0-4 0,0 0-7 16,0 0-4-16,0 0-3 0,0 0 1 0,0 0-2 0,-2 4-10 0,2-4 2 15,0 0-5-15,0 0 3 0,0 0-2 0,0 0-4 16,0 0 1-16,0 0 0 0,0 0-2 0,0 0-5 16,0 0 5-16,0 0 0 0,0 0-2 0,23-4 3 15,-2 1-5-15,-2-1 3 0,13 0-1 16,6-2-6-16,2 0 6 0,11 1-2 0,1 0-4 15,2-2-4-15,-18 5 11 16,5-2-8-16,-6 3-1 0,-3-2 7 0,-1 0-4 16,-8-1-5-16,-10 3 5 0,-3 0-2 0,3 1 4 15,-3-1-6-15,-3 1 5 0,-1 0-5 0,-6 0 8 16,7 0-7-16,-7 0-2 0,0 0-4 0,8 0-8 16,-8 0-13-16,0 0-32 0,0 0-45 0,0 0-59 15,0 0-62-15,-28 5-61 0,18 0-94 0,-3-5-300 16,3 3-736-16,1-2 327 0</inkml:trace>
  <inkml:trace contextRef="#ctx0" brushRef="#br0" timeOffset="7377.1">7411 2673 119 0,'0'-3'200'0,"0"3"-4"0,-3-5-4 0,3 5 22 16,-1-2-10-16,1 2-9 0,0 0-12 0,0-7-15 15,0 7-10-15,0 0-14 0,0 0-11 16,-1-3-12-16,1 3-5 0,0 0-14 0,0 0-6 0,0 0-10 15,0 0-8-15,0 0-6 0,0 0-7 0,-4-2-11 16,4 2-2-16,0 0-14 0,0 0-3 0,0 0-13 0,0 0-8 16,0 0-14-16,0 0-5 0,0 0-4 0,-4 13 6 15,1-2-1-15,-1 6-3 0,0 9 1 0,-4 4 4 16,4 2-1-16,-1 20 3 0,1 4 3 0,0 24 0 16,-2 2 2-16,1 6 4 0,1-4-1 0,4 0 3 15,0-2-4-15,0-23 2 0,5 22 2 0,-2-24-2 16,-1 28 3-16,6-28-2 0,-7 4 1 0,7-3 0 0,-3 2 5 15,-1-4-5-15,0-2 1 0,-4-2 0 0,-3-6-2 16,1 2 1-16,-5-18 1 0,1-1-2 0,-7-2-3 16,4-2-2-16,-4-2 6 0,-1-6-5 0,1 0 5 15,-2-2-2-15,-10-3 2 0,0 2 8 0,0-5 8 16,-3-4 14-16,1-2 25 0,-3-3 15 0,4-3 17 16,0-4 12-16,3 3-3 15,4-2 1-15,0 0 3 0,2-2-5 0,-1 1-21 16,3-1 20-16,2 2-7 0,4 1-7 0,0 1-9 15,0 0-3-15,4 0-11 0,0 1-11 0,5 3-19 16,-8-4-36-16,8 4-56 0,-6-2-53 0,3-1-57 16,3 3-34-16,0 0-8 0,0 0-44 0,0 0-65 15,14 9-281-15,-14-9-646 0,12 5 285 0</inkml:trace>
  <inkml:trace contextRef="#ctx0" brushRef="#br0" timeOffset="7900.44">6911 4728 112 0,'-10'0'225'15,"10"0"-16"-15,0 0-14 0,0 0-15 0,-5 0-12 16,5 0-10-16,0 0-12 0,0 0-7 0,0 0-13 16,-4 3-11-16,4-3-3 0,0 0-13 0,0 0-7 15,0 0-4-15,0 0-6 0,0 0-1 0,0 0 5 16,0 0 6-16,19 1 10 0,-6-2-15 0,9-2-6 16,8 0-8-16,4-1-10 15,4-3 0-15,4 1-11 0,11-2 1 0,-14 3-11 16,14-4-3-16,-16 2-4 0,-3 1-3 0,-2 1-4 15,0 5-2-15,-4-1-3 0,-10-2-3 0,1 2 0 16,-6-1-5-16,-3 0-1 0,-2 2-10 0,-2-2-11 16,1 2-7-16,-7 0-10 0,7 0-8 0,-7 0-17 15,0 0-19-15,0 0-21 0,0 0-24 0,0 0-32 16,-29 2-17-16,20-2-37 0,1 2-214 0,1-4-447 0,7 2 198 16</inkml:trace>
  <inkml:trace contextRef="#ctx0" brushRef="#br0" timeOffset="8147.59">7713 4545 259 0,'0'0'412'0,"0"-7"-8"0,0 7-20 16,0-3-37-16,0 3-37 0,0 0-34 0,0 0-38 15,0 0-22-15,0 0-15 0,0 0-33 0,0 0-17 16,0 0-18-16,-2 18-10 0,2-6-14 0,2 7-14 0,-1-2-6 16,5 12 0-16,-2-2-36 0,4 0-22 0,-2-1-48 0,3 0-51 15,-5-5-54-15,-3 2-76 0,4-6-90 0,-1 3-279 16,-4-9-612-16,0-3 271 0</inkml:trace>
  <inkml:trace contextRef="#ctx0" brushRef="#br0" timeOffset="8903.2">7672 2327 81 0,'-3'-5'181'16,"6"2"-5"-16,-3 3 6 0,0-6-3 0,0 6 7 15,1-6 11-15,0 4 9 0,-1 2-5 16,-1-8 1-16,1 2 0 0,0 6 3 0,0-3 5 16,0 3 8-16,0 0-9 15,1-5-6-15,-1 5-12 0,1-7-1 0,-1 7-17 0,0 0-15 16,0-3-20-16,0 3-13 0,0 0-8 15,0 0-13-15,0 0-24 0,0 0-9 0,0 0-27 16,0 0-21-16,0 0 0 0,0 0-7 0,-1 27 0 16,0-10 1-16,1 7-2 15,-1 3-1-15,1 3-38 0,2 3-21 0,1-2-44 16,-2 3-49-16,2 1-59 0,-3 12-63 0,3-9-80 0,-3-8-237 0,2 1-625 0,-1-5 277 0</inkml:trace>
  <inkml:trace contextRef="#ctx0" brushRef="#br0" timeOffset="10204.83">8446 3225 186 0,'0'-3'243'0,"0"-2"-4"0,4 0-12 16,-4 0-5-16,1 0-5 0,-2 1-8 0,2-3 3 15,-1 1-15-15,0 3-11 0,0 3-10 0,0-7-16 16,4 5-13-16,-4 2-15 0,-4-7-13 0,4 7-18 16,0 0-15-1,0 0-26-15,0 0-2 0,0 0-13 0,4 12-10 16,-4 5-4-16,0 10-2 0,-4 2-1 0,4 5 0 16,-4 1-5-16,4 11-3 0,0-9 1 0,-1 7-3 15,2-9-4-15,2-1 3 0,-2-1-3 0,4 1 1 16,-1-2-8-16,-3-1 6 0,3 1-1 0,0-6 0 0,0 2-4 15,-3-10 2-15,2 0-1 0,-2-1 0 16,2-4 6-16,-1-2 1 0,-2 0-6 0,0-1-5 0,4-3 0 0,-4 1 2 16,0-4-2-16,0 1 0 0,0 0-1 0,0-5 0 15,1 4 3-15,-1-1 1 0,0-3-1 0,0 0 1 16,-1 5-1-16,1-5 4 0,0 4-2 0,0-4 3 16,0 0 1-16,0 0-4 0,0 0-37 0,0 0-48 15,0 0-43-15,-5-17-50 0,1 5-42 0,3-3-52 16,-3-3-220-16,0 0-523 15,3 0 231-15</inkml:trace>
  <inkml:trace contextRef="#ctx0" brushRef="#br0" timeOffset="10590.07">8405 3003 191 0,'-4'-9'258'0,"2"4"-7"0,0 0-17 16,1 1-13-16,1-1-25 0,-4 2-16 0,4 3-15 16,-1-5-19-16,1 5-20 0,0-4-13 0,0 4-13 15,0 0-12-15,5-3-5 0,-5 3-14 0,15 3 2 0,-3-2-15 16,7 6 0-16,8 4-8 0,1 3 0 0,0-1-2 0,3 4-5 16,2 2-7-16,-1 5-1 0,0-1-4 0,-1-1 0 15,-5 3-6-15,-1-1 1 0,-6 1-10 16,-4-2-3-16,-2 3-2 0,-5-8-5 0,-5 7 6 15,-4 0 24-15,-6-3 1 0,-7 1-1 0,-6-6 0 0,-1 7 2 16,-5-6 1-16,-2 3-2 0,-4-6-3 16,0-1 3-16,1 0-3 15,2-3-5-15,0 1 2 0,0-2-2 0,9-2-2 16,-3-2-4-16,5 1-3 0,3-3-14 0,3 2 11 16,3-1 4-16,1-2-8 0,1-2-20 0,2 1-37 15,0 0-33-15,2 3-4 0,3-5-5 0,0 0-18 16,5 8-29-16,3-5-62 0,1-2-271 0,5 2-506 15,0-3 224-15</inkml:trace>
  <inkml:trace contextRef="#ctx0" brushRef="#br0" timeOffset="11253.95">8802 3742 5 0,'-1'-8'383'0,"1"8"-4"0,-2-4-21 0,2 4-30 15,0 0-27-15,-2-7-34 0,2 7-31 0,0 0-27 16,0 0-16-16,0 0-17 16,0 0-28-16,0 0-20 0,0 0-15 0,0 0-10 15,0 0-13-15,0 0-8 0,8 23-8 0,-7-10-6 16,1 3-10-16,0 2-1 0,0 0-1 0,0 0-11 0,-1 2 3 15,-1 6-9-15,4-8-5 0,-4 2 3 0,1 0-13 16,1-3-1-16,-2 0 1 0,0 0-7 0,2-5 2 16,-4-1 0-16,2-2-6 0,2 0 0 0,-2-4-2 15,0-2 6-15,0 2 14 0,0-5 31 0,1 7 22 16,-1-7 40-16,0 0 32 0,0 0-2 0,0 0-16 16,0 0-16-16,9-20-13 0,-1 8-6 0,2-6-15 15,-1 1-9-15,3-6-9 0,3-2-5 0,-2 0-9 16,2 2-6-16,-5 4-4 0,-1 7-4 0,-1 2-9 15,-2 3-5-15,-2 1 1 0,0 0-9 0,-1 1-3 16,1 2-11-16,-4 3-28 0,7-2-1 0,-7 2 0 0,9 8-10 0,-3-1 2 16,0 3 2-16,-1 2 2 0,4 5 3 0,-4 0 4 15,1 4 2 1,-2-2 0-16,2 4 4 0,1-5-10 0,-1 0 11 16,-2 1 2-16,-3-2 6 0,3-3-4 0,0-1 4 15,-3-4-3-15,3 1 6 0,-4-3-8 0,1-1-10 16,3 0 1-16,-4-1-2 0,1-1 3 0,-1-4-5 0,3 4 5 15,-3-4-4-15,1 6 7 0,-1-6-9 16,0 0 1-16,0 0-44 0,0 0-69 0,0 0-21 16,0 0-38-16,-4-24-47 0,3 14-52 0,-3-7-79 15,1-1-273-15,0 1-698 0,-1-9 309 0</inkml:trace>
  <inkml:trace contextRef="#ctx0" brushRef="#br0" timeOffset="12024.56">8799 2794 188 0,'2'-3'256'15,"2"-1"-5"-15,1-1-15 0,2-1-10 0,0 1-17 16,0 1-9-16,4-3-17 0,-1 4-14 0,3 1-16 0,-1-1-15 0,-1 1-15 16,1 0-17-16,-1 2-10 0,-2 2-12 0,3 3-7 15,-2 0-9-15,0 4-13 0,-2 2 1 0,1 3-1 16,-2 2-8-16,-2 4-1 0,-1-2-5 0,0 8-4 16,-5 0-5-16,-2 0 0 0,-2-2-1 0,0 1-2 15,-3-6-5-15,3-4-1 0,-1 2 0 0,1-3-7 16,1-1 0-1,0-4 0-15,0 3-5 0,2-7 2 0,-2 3 3 16,3-6-4-16,-2 3 2 0,3-5 10 0,0 7 32 16,0-7 20-16,-4 5 17 0,4-5 6 0,0 0 2 15,-2 4-5-15,2-4 0 0,0 0-24 0,0 0 14 0,0 0-8 16,-3 4-3-16,3-4-10 0,0 0-5 16,0 0-9-16,0 0-3 0,0 0-5 0,0 0-6 15,0 0 2-15,0 0-5 0,0 0-5 0,0 0-7 0,0 0-15 0,0 0 15 16,0 0-7-16,0 0 3 0,0 0-2 0,0 0-4 15,0 0 4-15,0 0-8 0,0 0 6 0,0 0-3 16,0 0-3-16,0 0-17 0,0 0 25 0,0 0 7 16,0 0 9-16,0 0 2 0,0 0 5 0,0 0-7 15,0 0 1-15,24-4-5 0,-7 0-5 0,5-1-3 16,8-3 0-16,1-1-2 16,5 1-6-16,0-2 5 0,-2 3-7 15,0 1-1-15,-3 2 1 0,-6-1-1 0,-5-1 0 16,-1 2 3-16,-6 1-6 0,-4 0-1 0,-3 2 1 15,2-1 2-15,-3-2 7 0,-5 4-3 0,12-1 2 16,-12 1-9-16,0 0-14 0,0 0-15 0,0 0-29 16,0 0-9-16,11 1-38 0,-11-1-29 0,0 0-37 15,0 0-45-15,-14 17-49 0,5-10-64 0,0 3-354 0,5-4-734 0,-2 2 325 16</inkml:trace>
  <inkml:trace contextRef="#ctx0" brushRef="#br0" timeOffset="12809.24">9951 3546 58 0,'0'-5'275'16,"0"-5"-21"-16,-5 3-25 0,0-3-25 0,0 3-11 16,-1 0-28-16,-5 1-17 0,-3 3-13 0,-2-4-14 15,-6 5-11-15,-6 1-14 0,0 3-8 0,6 0-8 16,-6 2-8-16,-2 1-11 16,6 1-3-16,1 0-4 0,4 1-9 0,2 1 0 15,0 2-8-15,2 2-3 0,1-1-6 16,3 1 2-16,1-1-4 0,2 4-6 0,3-3-3 0,5-1 1 15,0 1 1-15,4-1-4 0,2 1 0 0,6-3 1 16,0 2-1-16,8-3 2 0,-1-2-5 16,-1-3 1-16,3-3-1 0,2 4-1 0,-2-8-1 0,-1 1 0 15,3-3 14-15,-3-2 10 0,2-5 9 0,-4 1 9 0,3-7 14 16,-5-1 7-16,-1-2 15 0,-3 0-5 0,-2-8 3 16,-2-2-7-16,1-3-4 0,-4-13-2 0,-5-6-10 15,4 3 10-15,-4-5 8 0,-3 0 0 0,3 3 9 16,0 2 20-16,-3 5 8 0,1 14 5 15,-2 3-4-15,4 11-2 0,-1 1 10 0,1 6 1 0,-4 0-9 0,4 3-14 16,0 1-13 0,0 0-20-16,0 4-33 0,0-1-47 15,0 0-60-15,0 4-47 0,0 0 20 0,0 0-7 16,-3 27 17-16,1 6 11 0,1 14 10 0,-3 4 9 16,2 5 10-16,0-1 7 0,2 3 5 0,4-3 2 0,0-2 6 15,6-5 0-15,-3-12 6 0,2 10 7 0,-3-14 4 16,4 0 9-16,-1-5-4 0,-1-7-2 0,-3-3 7 15,1 0 4-15,-2-5 10 0,1-1-1 0,-2-2-5 0,-2-4 5 16,3 1 8-16,-3-1 2 0,2 0 12 0,-2-1 13 16,-1-4 8-16,3 5 11 0,-3-5 3 0,0 0-5 15,2 6-4-15,-2-6-4 0,0 0-10 0,0 1 4 16,0-1-16-16,0 0-25 0,0 0-47 0,0 0-61 0,0 0-56 16,0 0-44-16,0-11-41 0,0 11-56 0,-2-8-80 15,2 8-252-15,-3-13-676 0,3 8 300 0</inkml:trace>
  <inkml:trace contextRef="#ctx0" brushRef="#br0" timeOffset="13541.47">10130 3285 138 0,'1'-5'239'16,"3"2"-18"-16,0-2-22 0,0 0-19 0,1 1-20 15,4 1-14-15,0 1-16 0,1-1-12 0,3 3-12 0,-3 0-9 0,2 3-12 16,2-1-8-16,-4 4-2 0,6 3-3 0,-1 1-7 16,-1 3 0-16,-3 2-4 0,-1 2-6 0,-1 1-2 15,-1 4-5-15,-2 3-2 0,-3-4-7 0,-3 5-3 16,-1-9 0-16,-2 7-7 0,-3-7-1 16,-1 3 0-16,-4 3-3 0,1-6-3 0,-1-2 1 0,3-2 2 15,-3 0-3-15,0 1 1 0,2-5 1 0,4-2 1 0,-2 0 3 16,2-3 2-16,1-1 15 0,3 1 16 0,1-4 22 15,-9 3 35-15,9-3 45 0,0 0 40 0,0 0 23 16,0 0-20-16,0 0-26 0,3-14-19 0,3 3-14 16,3-3-16-16,0-3-12 0,7-8-12 0,1-1-16 15,1-5-6-15,1 1-13 0,2 1-7 0,0-1-8 16,1-2-8-16,-4 3-4 16,0 4-3-16,-4 2-11 0,-4 6 0 0,-1 5 0 15,-4 2-3-15,-1 4-8 0,-1-2-9 0,1 5-14 16,-2-1-29-16,2 4-42 0,-4 0-1 0,0 0 6 15,1 14 7-15,-6 1 8 0,-1 5 6 16,-2 6-1-16,1 3 6 0,0 3 10 0,1 1 5 0,2 1 6 16,1-2 3-16,6 1 1 0,2-7 1 0,5 8-9 15,3-6-3-15,7-2-30 0,6-7-30 0,4 4-56 0,13 3-80 16,6-10-113-16,-12-8-317 0,14 1-711 0,-11-9 315 16</inkml:trace>
  <inkml:trace contextRef="#ctx0" brushRef="#br0" timeOffset="14096.03">11412 3443 3 0,'0'0'272'0,"0"0"-4"0,-7-1-5 0,7 1-3 0,0 0-4 0,0 0-5 16,0 0 8-16,-5-3-29 0,5 3-10 0,0 0-22 16,0 0-12-16,0 0-23 0,0 0-20 15,0 0-6-15,18-4-19 0,-4 3-13 0,14-1-22 16,4-3-36-16,-1 5-46 0,2-2-55 0,-1 0-58 0,-1 0-54 15,-2-1-77-15,-7 3-239 0,6 0-521 0,-11 0 230 16</inkml:trace>
  <inkml:trace contextRef="#ctx0" brushRef="#br0" timeOffset="14260.37">11509 3663 199 0,'-1'4'296'0,"-3"-1"-14"15,1 0-18-15,1 1-21 0,2-4-18 0,0 0-22 0,10 1-19 0,5-1-19 16,15-4-15-16,4 0-14 0,17 0-43 0,4-2-50 16,0-1-57-16,1 0-86 0,-1 0-97 0,-5-1-165 15,-13 2-393-15,2-3 174 0</inkml:trace>
  <inkml:trace contextRef="#ctx0" brushRef="#br0" timeOffset="14929.33">12467 3563 14 0,'-10'0'222'0,"6"0"-20"0,4 0-10 0,0 0-10 16,-7 0-10-16,7 0-2 0,0 0-1 0,-7 0-4 15,7 0-6-15,0 0-7 0,0 0-14 0,0 0-18 16,0 0-5-16,0 0-13 0,-5 3-7 0,5-3-9 15,0 0-10-15,0 0-6 0,0 0-9 0,0 0-5 0,0 0-6 16,0 0-4-16,0 0-4 0,0 0-1 0,0 0-4 16,0 0-1-16,0 0 4 0,0 0 1 0,0 0-2 15,0 0-7-15,0 0-5 0,-7 0 4 0,7 0-4 0,0 0 1 16,0 0-5-16,0 0-1 0,0 0 0 16,0 0-5-16,0 0 0 0,0 0-3 0,0 0 5 15,0 0 13-15,17 4 13 16,-3-7 6-16,7 3 6 0,12-1-8 0,0 1 0 15,8 0-1-15,9-4-1 0,4 0 9 0,-1 1 3 0,2-1 0 0,-2 2-2 16,-14-1-4-16,-2 3-7 0,-3-1-7 0,-5 1 1 16,-10-2 2-16,-6 2-5 0,-3 0 9 0,3-1 5 15,-5 1 3-15,-2-1-1 0,-1-1-5 0,3 2 1 16,-8 0-14-16,6-2-11 0,-6 2-24 0,0 0-59 16,0 0-54-16,0 0-61 0,-25-3-66 0,7 3-89 15,-3-2-285-15,2 2-664 0,6-2 294 0</inkml:trace>
  <inkml:trace contextRef="#ctx0" brushRef="#br0" timeOffset="15877.12">14015 2788 125 0,'-4'-11'237'0,"0"3"-8"15,2-3-11-15,-1 3-16 0,-1-4-10 0,3 9-5 16,-2-8-3-16,1 7-8 0,2-3-9 0,-3 1-4 15,2 3-10-15,0 0-13 0,1 3-7 16,-3-5-12-16,3 5-12 16,-3-4-13-16,3 4-6 0,-3-3-17 0,3 3-11 15,0 0-13-15,0 0-6 0,0 0-8 0,-9 13-1 16,2 0-8-16,-3 10-2 0,-3 6-1 0,2 5-6 0,-7 14-1 0,0 35 4 16,0-1-2-16,4 3-9 0,0-1 12 0,2 3-2 15,2-5-4-15,7-25 1 0,3 25-7 0,2-28 9 16,3 7-3-16,0-3 1 0,3 3-11 15,-3-1 11-15,4-2 2 0,-4-1-1 0,4-5-3 16,-4-5-1-16,-5-11 0 0,0 2-2 0,-4-5 4 0,-1-1 3 16,-4-4-6-16,0 1-2 0,-4-6-12 15,0-2 15-15,-5-2 5 0,-2 0 6 0,-5-5 2 0,1-2 0 16,-2-4 7-16,-2-1-5 0,0-2 10 0,-3-3 8 16,2-2 12-16,1-4-8 0,0 3 1 0,5-3-2 15,2-1-1 1,3 1-9-16,-1-2 7 0,2 1-17 0,6 4-1 15,2-3 6-15,0 2-15 0,0-1-10 0,9 3-30 16,-9-4-35-16,9 4-58 0,0 0-47 0,-9 0-41 16,9 0-38-16,0 0-56 0,0 0-251 0,0 0-594 15,31 9 263-15</inkml:trace>
  <inkml:trace contextRef="#ctx0" brushRef="#br0" timeOffset="16378.43">13373 4766 115 0,'-6'2'276'0,"6"-2"-25"0,-4 2-13 15,4-2-20-15,-4 3-19 0,4-3-18 0,0 0-15 0,-5 2-11 0,5-2-6 16,0 0-5-16,-2 3-8 0,2-3-13 0,0 0-9 16,0 0 16-16,0 0 0 0,15 2-3 0,0 0-9 15,6-2-5-15,9 0-1 0,-1-2-19 0,5 0-14 16,2 2 0-16,-1-3-9 0,-3 3-11 0,0-1 0 16,-1 0-7-16,-3-1-8 0,-5 1-1 0,-4 0-10 15,-2 0 0 1,-4 1-4-16,-3 0-2 0,-4-2-8 0,1 2 3 15,-7 0-5-15,10 0-9 0,-10 0-14 0,10 0-15 16,-10 0-8-16,4-3-12 0,-4 3-30 0,0 0-19 16,0 0-33-16,0 0-40 0,-18 0-49 0,18 0-34 15,-11-2-248-15,4 2-534 0,7 0 237 0</inkml:trace>
  <inkml:trace contextRef="#ctx0" brushRef="#br0" timeOffset="16600.8">14129 4630 84 0,'0'0'462'0,"-3"-6"-11"0,3 6-26 0,-1-4-32 0,1 4-36 15,-4-3-66-15,4 3-37 0,0 0-12 0,0 0-27 16,-4 11-17-16,0-1-21 0,3 6-18 0,-2 1-23 15,1 3-48-15,4 6-42 0,-2 0-52 16,3 0-53-16,1 0-61 0,-3 0-95 0,3-8-382 16,0-1-646-16,-3-6 286 0</inkml:trace>
  <inkml:trace contextRef="#ctx0" brushRef="#br0" timeOffset="17318.04">14214 2413 111 0,'1'-10'286'15,"1"1"-8"-15,-1-1-2 0,-1-1-8 0,1 3 2 0,-1-1-2 0,2 4-24 32,-2 0 5-32,0-2-13 0,3 3-48 0,-3 4 4 15,1-5-19-15,-1 5-23 0,-1-6-15 0,1 6-46 0,0 0-11 0,0 0-13 0,3 17-7 16,-5-6-15-16,4 14-20 0,-2 4-15 0,0 3-30 16,2 16-32-16,0-2-40 0,0 2-48 0,2-1-62 31,5-1-90-31,1-13-186 0,0-1-520 0,2-1 230 0</inkml:trace>
  <inkml:trace contextRef="#ctx0" brushRef="#br0" timeOffset="17765.43">14996 3220 71 0,'0'-6'359'0,"0"3"-18"0,3 0-26 0,-3 3-39 0,0-8-33 0,0 8-18 15,1-1-38-15,-1 1-38 0,0 0-21 0,0 0-12 16,-4 12-15-16,4 1-7 0,-2 5-13 0,-2 10-6 16,1 0-11-16,3 5-3 0,-4-1-7 0,4 3-6 15,0-3 0-15,4 1-3 0,-1-2-8 0,1 1 0 16,-2-4-5-16,2-2 5 0,0 0-13 0,0-6 2 15,1-3-3 1,-3-1 2-16,1-5-17 0,-2-3-5 0,0-2-9 16,1 2-7-16,-1-4-1 0,0 0-10 0,-1-4-5 15,0 0-28-15,0 0-47 0,0 0-50 0,0 0-52 0,0 0-53 16,-28-12-153-16,19 4-445 0,2-2 197 0</inkml:trace>
  <inkml:trace contextRef="#ctx0" brushRef="#br0" timeOffset="18135.71">14909 3093 147 0,'-1'-5'338'0,"-3"1"-17"0,4-3-28 16,0 6-28-16,0 1-35 0,-2-5-24 0,2 5-22 0,0 0-23 15,7-1-12-15,-7 1-16 0,18 6-16 16,-1 2-12-1,7 7-12-15,4 2-8 0,3 4-7 0,-1 1-9 16,16 11-5-16,-6 1-9 0,-3 3 6 0,-1-2-17 16,-5 4-1-16,-12-10-4 0,1 1-4 0,-6 4-4 0,-5-1-7 15,-4-1-5-15,-1 0-1 0,-8 1-4 16,-7-4 0-16,-3 0 0 0,-4 2-3 0,-2-1 0 0,-5-3 0 16,-2-3-4-16,-1-3 6 0,0-1 1 0,-4-2 0 15,1-2 6-15,2-4 5 0,0 0 3 0,-1 0 4 16,9-7 2-16,-1 2 4 0,4-1-1 0,1-2 0 15,7-4 0-15,1 3-5 0,2-1-6 0,0-2 1 16,7 0 0-16,-9 5 4 0,9-5-3 0,0 0-20 16,0 0-39-16,0 0-33 0,0 0-34 0,24-19-50 0,-7 10-70 0,2-4-89 15,-5 1-216-15,11-6-564 0,-9 7 250 0</inkml:trace>
  <inkml:trace contextRef="#ctx0" brushRef="#br0" timeOffset="18683.29">15279 2771 8 0,'0'-4'357'16,"0"4"-19"-16,-2-5-18 0,2 5-27 0,-1-5-28 31,1 5-23-31,1-2-32 0,-1 2-19 0,0 0-24 16,0 0-22-16,0 0-16 0,0 0-15 0,0 0-13 0,0 0-14 15,4 12-8-15,-3-5-11 0,3 3-1 0,-1 6-10 16,-2-2-1-16,2 6-15 0,-3-2 4 0,2 6-6 0,-2 2-4 16,0-2-3-16,0-6-1 0,-1 1 7 0,1-2-12 15,0-3-6-15,0-4 2 0,0 0-7 0,0-3 2 16,-1-1-1-16,-1-2 0 0,2-1-1 0,0 1 25 15,0-4 27-15,0 5 40 0,0-5-7 0,0 0-7 16,7-10-17-16,-1 2-4 0,1-3-10 0,3-2-4 16,1-1-6-16,0 0-7 0,1 0-3 0,-2 3 4 0,2 2-8 15,-3 2-11-15,-4 1-13 0,0 2 2 0,-1-1-13 16,5 2-9-16,-3 3-16 0,2 0-25 0,1 0-8 16,1 5-13-16,2-2-20 0,-2 4-27 0,5 5-43 15,-1 0-40-15,-1 2-51 0,0 0-61 0,-3-3-248 16,0-2-604-16,-1 2 268 0</inkml:trace>
  <inkml:trace contextRef="#ctx0" brushRef="#br0" timeOffset="19623.2">15819 2939 50 0,'-8'2'199'0,"3"-1"-11"0,0 0-14 16,5-1-16-16,0 0-19 0,-10-1-14 0,10 1-21 15,0 0 0-15,-6 1 3 0,6-1-3 0,0 0-3 16,0 0-6-16,-6 1-3 0,6-1-8 0,0 0-1 16,0 0-3-16,0 0-3 0,0 0-3 0,0 0 0 0,0 0-4 15,0 0-1-15,0 0-4 0,0 0-6 0,0 0-7 16,0 0-2-16,0 0-2 0,0 0-5 0,0 0-4 16,0 0-6-16,0 0-5 0,0 0 2 0,0 0-9 15,0 0 0-15,0 0-4 0,0 0 3 0,0 0-7 16,0 0 2-16,0 0-2 0,0 0 0 0,0 0-1 15,0 0-3-15,0 0 1 16,0 0-4-16,0 0 2 0,0 0-3 0,0 0 1 16,0 0-4-16,0 0 4 0,0 0 4 0,0 0-7 15,0 0-1-15,0 0 1 0,0 0-4 0,0 0 4 16,0 0 0-16,0 0 5 0,0 0 4 0,0 0 2 16,0 0-1-16,0 0 0 0,0 0 1 0,0 0 2 15,0 0 0-15,0 0 8 0,0 0-9 0,0 0 0 16,0 0-2-16,0 0-1 0,0 0 6 0,0 0-10 0,0 0 1 15,0 0 3-15,0 0-5 0,0 0 6 0,0 0-9 16,0 0-1-16,0 0 0 0,0 0 1 0,0 0-2 0,0 0 3 16,0 0-2-16,0 0 1 0,0 0-1 0,0 0-3 15,0 0 4-15,0 0-1 0,0 0-5 16,0 0 4-16,0 0 0 0,0 0 4 0,0 0-7 16,0 0 0-16,0 0 2 15,0 0 0-15,0 0 1 0,0 0-1 0,0 0-1 16,0 0 3-16,0 0-3 0,0 0 3 0,0 0-4 15,0 0 3-15,0 0-4 0,0 0 3 0,0 0 0 16,0 0 0-16,0 0 1 0,0 0 0 0,0 0-4 16,0 0 0-16,0 0 4 0,0 0-2 0,-3-5-1 15,3 5-1-15,0 0 7 0,0 0 0 0,0 0-4 16,21 0 1-16,-7-1-1 0,2 0 0 0,3 1-3 0,3-3 4 0,-2 1-1 16,8 0 1-16,2 1-4 0,-2-2 5 0,1 2-5 15,-2 1 5-15,-7 0 1 0,0-3-2 0,-1 1-3 16,-6 1-13-16,-1-1-8 0,-5 2-16 0,2 0-13 0,-2-3-11 15,-7 3-10-15,8 0-21 0,-8 0-26 0,0 0-37 16,0 0-11-16,0 0-15 0,-17-5 3 0,10 4-21 16,-4 0-133-16,-1 1-361 0,-5-2 160 0</inkml:trace>
  <inkml:trace contextRef="#ctx0" brushRef="#br0" timeOffset="19886.34">15901 2851 202 0,'-3'-4'272'0,"2"-1"1"0,0 0 2 0,-1 0-1 16,0 3 1-16,-1-3 3 0,2 3-6 0,1 2-18 0,-1-5-15 16,1 5-21-16,-1-5-18 0,1 5-26 0,0 0-19 15,-3-3-21-15,3 3-21 0,0 0-22 0,0 0-17 16,0 0-19-16,0 0-9 0,3 13-9 0,-2-2 3 15,0 1 11-15,3 6-19 0,-2 1-4 0,2 6-4 0,3 4 2 16,-3-2-23-16,2 1-24 0,0-1-36 0,3-1-36 16,-2 0-41-16,-4-6-47 0,1-1-58 15,2-2-51-15,-8-5-227 0,4-2-560 0,-2 0 248 16</inkml:trace>
  <inkml:trace contextRef="#ctx0" brushRef="#br0" timeOffset="20171.02">16315 2782 387 0,'0'-6'463'0,"2"2"-24"16,-2-1-16-16,-2 0-28 0,2 5-30 0,4-5-33 0,-3 3-36 15,-1 2-26-15,0 0-31 0,0 0-26 16,0 0-27-16,0-5-21 0,0 5-46 0,0 0-21 16,0 0-10-16,0 0-12 0,-1 20-7 0,1-8-7 0,-4 4-12 0,3 6-13 15,-1-3 0-15,1 7-3 0,0 3-20 0,1 3-28 16,2 1-40-16,3-3-60 0,-1-3-50 0,1 2-68 31,-1-2-85-31,-4-3-344 0,3-4-715 0,-2-9 317 0</inkml:trace>
  <inkml:trace contextRef="#ctx0" brushRef="#br0" timeOffset="20824.86">16960 2862 229 0,'-1'-7'314'0,"2"0"-4"0,-1 1-2 16,0 0-5-16,0 1-31 0,0 1-28 0,0 4-28 16,-3-6-23-16,5 3-38 15,-2 3-29-15,0 0-13 0,-10 12-11 16,1 5-16-16,-7 10-7 0,-8 20-10 0,1 9 9 16,-9 28-20-16,5 2-1 0,1-2-8 0,5-2-3 15,11-25-2-15,0 27-2 0,7-28-5 0,6 1 4 0,11 25 6 16,1-28 6-16,4 2 4 0,9-6 3 15,4-5 3-15,5-2 0 0,-1-6 2 0,-9-10-14 16,1-4 4-16,0 0-4 0,-2-5-3 0,-1-1 0 0,-7-8 10 0,-8-1-19 16,3-1 23-16,-4-2 15 0,-4-3 33 0,0 1 19 15,-1-2 18-15,0 1 10 0,-4-2-13 0,0 0-18 16,0 0-25-16,10-3-20 0,-10 3-22 0,0-8-29 0,-1 4-36 16,-2-1-41-16,1 0-52 0,-2 0-48 0,3-2-43 15,-3 0-54-15,0 2-70 0,3-4-89 0,-2 1-281 16,3-2-741-16,0 2 328 0</inkml:trace>
  <inkml:trace contextRef="#ctx0" brushRef="#br0" timeOffset="22243.54">17268 3253 149 0,'5'-7'222'0,"2"5"-26"0,3-4-23 16,1 2-15-16,1 2-18 0,3 2-12 0,-2 2-17 15,5 3-10-15,-1 0-15 0,-1 6-5 16,3 1-7-16,-1 6-6 0,0 2-7 0,-6-2-3 16,-3 4-8-16,1 0-1 0,-7 6-9 0,0-5-2 15,-2-3 1-15,-5 1-3 0,-1 2-7 0,-2 1 0 0,-2-4 1 16,-1-4 1-16,-6 5 5 0,3-4 1 0,-2-4 10 0,1 0 5 16,5-1 6-16,-5-6 10 0,5 0 10 0,0-3 27 15,4 2 15-15,0-1 19 0,1-2 22 0,4-2 5 16,0 0-9-16,0 0-5 0,-13-10-16 0,13 3-9 15,3-2-17-15,-1-3-16 0,6-2-10 0,5-11-4 16,-3 9-11-16,8-5-7 0,1 0-7 0,0 0-5 16,-1 1-5-16,3 4-8 15,-7 3-3-15,1 4-9 0,-6 0-2 0,2 1-8 16,-3 4 0-16,-1 0-12 0,-1-1 0 16,-1 4-3-16,-5 1-2 0,14 4-17 0,-9-2-6 0,4 6 5 15,-1 0 1-15,-2 3-12 0,2-1 9 0,-3 7 4 16,-2-1-11-16,2 3 23 0,-3-1-11 0,5 1 5 15,-5 0-11-15,5 2-24 0,-1-5-24 0,2 1-16 16,-2 0-28-16,-1-4-31 0,2-1-37 0,-2-3-34 0,3-2-47 16,-4 1-278-16,3-7-586 0,-7-1 260 0</inkml:trace>
  <inkml:trace contextRef="#ctx0" brushRef="#br0" timeOffset="22565.34">17728 3004 261 0,'4'-6'303'16,"-1"2"-25"-16,-1-1-31 15,-1 1-22-15,-1 4-30 0,9-4-17 0,-4 3-20 16,-5 1-18-16,17 8-8 0,-7-2-13 0,-1 2-11 15,0 6-9-15,5 2-6 0,-6 1-14 0,0 6-6 16,-5-3-7-16,0 5-5 0,-3 2 4 0,-3-1-14 16,-2 1-6-16,-1-2-4 0,-2-6-3 0,2-1-4 15,-3-2-2-15,1-2-3 0,3-4-3 0,4 0-6 16,-6-2 3-16,7-2-6 0,-5-1 4 0,4 0-1 0,1-1 2 16,0-4-6-16,6 6 8 0,2-6-4 0,5-1-18 15,9-3-25-15,7-2-49 16,2 2-55-16,-1-3-79 0,4 1-87 0,-3-3-147 15,4 2-477-15,-2-3 210 0</inkml:trace>
  <inkml:trace contextRef="#ctx0" brushRef="#br0" timeOffset="22829.12">18097 3491 120 0,'-3'1'279'16,"3"-1"-18"-16,-7 1-16 0,7-1-19 0,-5 1-23 0,5-1-19 16,0 0-16-16,0 0-15 0,19 1-18 0,2-1-13 15,8 0-19-15,3-1-25 0,5-1-41 16,0-1-43-16,16-2-48 15,-14 1-52-15,15-3-57 0,-17-1-169 0,2-1-357 16,-3 2 158-16</inkml:trace>
  <inkml:trace contextRef="#ctx0" brushRef="#br0" timeOffset="23161.03">18733 3213 272 0,'-2'-6'445'0,"0"-1"-5"0,0 2-9 16,1 2-20-16,0-1-36 0,-1 0-28 0,2 4-38 15,0-4-28-15,0 4-35 0,0 0-26 0,-2-4-29 0,2 4-31 16,0 0-41-16,0 0-41 0,0 0-19 0,0 0-3 0,-1 16-8 16,1-6-6-16,1 5-5 0,-1 7-5 0,-4 2 5 15,5 2-8-15,1 4-1 0,-5-2 3 0,2-3-8 16,1 3-1-16,1 2 1 0,-2-4-4 0,-2-5-4 15,6-2 4-15,-1 1-5 0,0-2-2 0,-2-6-6 16,0 1 0-16,0-5-35 0,-2 0-2 0,4 0-17 16,-2-2-6-16,0-2-7 15,0 2-6-15,0-6-8 0,1 7 3 0,-1-7-2 16,1 4-2-16,-1-4-12 0,0 0-45 0,0 0-42 16,0 0-52-16,0 0-51 0,-23-15-289 0,18 5-612 15,0 0 271-15</inkml:trace>
  <inkml:trace contextRef="#ctx0" brushRef="#br0" timeOffset="23515.07">18814 2977 2540 0,'-4'-10'174'16,"3"3"-28"-16,-4 1-5 0,5-2-11 0,-4 4-21 15,3-1-24-15,1 5-21 0,-1-7-19 0,1 7-5 16,1-3-15-1,-1 3 0-15,0 0-5 0,24 15 0 0,-1 2-4 0,5 4 2 16,8 11-4-16,1 3-2 0,-1 5-2 0,-3-4 1 16,-5 6 4-16,-1 4 0 0,-4 1-5 0,-5-1 10 15,-9-12-14-15,-4 15-4 0,-7-14-2 0,-5 10 0 16,1-9-2-16,-7-2-1 0,-4 0 0 0,-10 4 3 16,3-12 1-16,-4-1 1 0,-1-1-2 15,-1 0 0-15,1-2 3 0,0-5-1 0,-1-1 2 0,2-2 12 0,3-2 5 16,7-3 3-16,1-2 0 0,4-2-1 0,3-1-2 15,1-1 1-15,3 0 6 0,6-3-17 0,-9 4 11 16,9-4-5-16,-9 3 6 16,9-3-23-16,0 0-26 0,0 0-24 0,20-10-39 15,-2 2-56-15,1-1-77 0,8-2-93 0,-4-4-206 16,1 0-563-16,-2-5 249 0</inkml:trace>
  <inkml:trace contextRef="#ctx0" brushRef="#br0" timeOffset="24048.2">19219 2710 384 0,'-1'-4'408'0,"1"4"-54"16,-1-3-22-16,1 3-35 0,0 0-39 0,0 0-26 0,0 0-34 16,0 0-23-16,0 0-20 0,-1 12-14 0,1-6-35 15,0 8 6-15,1-4-9 0,-1 7-2 0,0 2-13 16,0 5-8-16,-1-4-17 0,2 4 2 0,-2-5-9 16,-1 0-7-16,2-1 0 0,2-6 0 0,-2-2-9 15,0 1 3-15,0-5-6 0,0 0-8 0,0-1 4 16,0-5 12-16,1 8 23 0,-1-8 25 0,1 5 38 15,-1-5 23-15,0 0-14 0,0 0-13 0,17-10-16 16,-8 3-11-16,2 0-15 0,-1 1-6 0,2-2-9 16,-2 3-7-16,0-1-2 0,-1 1-11 0,-2 0-7 15,-1 3-4-15,4 0-8 0,-1 2-14 0,2 2-9 16,2 0-20-16,0 3-18 16,-1 3-23-16,4 4-31 0,6 4-47 0,-5 5-65 15,1 0-72-15,-6 2-77 0,-3-5-395 0,4 6-799 16,-4-10 353-16</inkml:trace>
  <inkml:trace contextRef="#ctx0" brushRef="#br0" timeOffset="25371.78">20325 3021 285 0,'2'-3'266'0,"-2"-1"-13"0,-2 0-25 0,4 0-19 0,-2 4-24 16,0-4-23-16,0 4-15 0,0 0-20 15,0 0-14-15,0 0-10 0,0 0-13 0,0 0-11 16,7 19-8-16,-5-2-8 16,2 2-5-16,-3 8-3 0,1 2-3 0,0 2-5 15,-1 2-3-15,2 1-2 0,-3-1-2 0,0 3-9 16,0-4 3-16,0-1-8 0,0 0 2 0,0-5-4 16,0 1 0-16,-3-8-2 0,3-1 1 0,3-2 1 15,-7-4-10-15,4-4 0 0,-2 2-3 0,2-6 2 16,0 6 0-16,0-6-1 0,0-1 2 0,0 3 2 15,-2-4-2-15,2-2-1 0,0 6 1 0,0-6 1 0,0 0-6 0,0 0-36 16,0 0-39-16,0 0-30 0,-11-8-36 0,3 3-39 0,6 0-30 16,-5-5-205-16,2 0-439 0,-1-4 193 0</inkml:trace>
  <inkml:trace contextRef="#ctx0" brushRef="#br0" timeOffset="25800.29">20290 2927 19 0,'0'-3'251'0,"-4"-2"-19"16,2 0-14-16,1 1-15 16,-2 2-20-16,3 2-14 0,-1-3-20 0,1 3-16 15,0 0-17-15,0 0-12 0,0 0-15 0,0 0-4 0,17 0-12 16,-5 4-4-16,7 4-6 0,7 1-9 0,3 8-6 15,7 3-5-15,7 6-3 0,3 5-5 0,-5 4-1 16,-1 2-3-16,-3 1-3 0,-1 2-2 0,-7 4 0 16,-4 1-2-16,-13-10-3 0,4 9-1 0,-13-12-2 15,0 4-2-15,-9 0 0 0,-5-5 0 0,-6-1 1 16,-13 9 0-16,7-10 1 0,-18 4 9 0,12-10 9 16,-6-4 5-16,2 1 10 0,-13-2 7 0,12-3 6 15,2-2 15-15,2-4 3 0,1 0 0 0,3 3 7 16,4-7-2-16,5 2 3 0,5-5-7 0,0 1-7 0,2 0-1 15,4-1-13-15,6-2 0 0,-10 4 9 0,10-4 1 16,-8 3-9 0,8-3-5-16,0 0-7 0,-6 3 1 0,6-3-6 15,0 0-5-15,0 0-22 0,0 0-27 0,34-7-22 16,-22 3-32-16,-3 0-43 0,2 0-36 0,-1-2-42 16,3 0-42-16,-1 1-37 0,-3-1-290 0,2-1-596 15,-1-1 265-15</inkml:trace>
  <inkml:trace contextRef="#ctx0" brushRef="#br0" timeOffset="27003.09">20620 2660 72 0,'1'-4'244'0,"-1"-1"-3"0,3 2-4 0,-2-2-4 16,-1 1-7-16,0 1-18 16,0 3-1-16,6-5-15 0,-6 5-26 0,2-5-5 15,-2 5-21-15,2-2-20 0,-2 2-14 0,0 0-7 16,0 0-20-16,0 0-17 0,0 0-11 0,0 0-3 16,4 10-7-16,-5-3-5 0,2 0-4 0,-1 3-2 15,0-1-4-15,0 4 0 0,-1-1-4 0,1-1 0 16,-3 6-6-16,3-6 5 0,-1-1-5 15,1 1 2-15,-1-3-4 0,1 1 2 0,-2-4-4 0,2 1 0 0,2-2-3 0,-1-2 9 16,-1-2 8-16,-1 6 26 0,1-6 37 0,0 0 40 16,0 0 15-16,0 0-11 0,0 0-12 15,0 0-11-15,15-11-17 0,-7 4-11 0,2-1-12 16,-1-1 3-16,5-3-11 0,-5 5-12 0,0 0-1 16,-3 0-4-16,2 3-8 0,-4-1-5 0,-1 1-9 0,1 2-3 15,0 0-10 1,1 0-17-16,-5 2-13 0,0 0-5 0,12 2-12 15,-6 1-5-15,3 2-6 0,-2 1-10 0,4 3-17 0,-2-1-23 16,-3 1-32-16,8 2-30 0,-5 3-37 0,3 0-45 16,-2-6-67-16,-5 1-239 0,4-2-591 0,-4-4 261 15</inkml:trace>
  <inkml:trace contextRef="#ctx0" brushRef="#br0" timeOffset="27502.81">21200 2723 28 0,'0'0'176'0,"-9"0"-16"0,9 0-13 0,0 0-9 0,-6 2-13 15,6-2-13-15,0 0-10 0,0 0-9 16,0 0-6-16,0 0-14 16,0 0-4-16,-11 0-8 0,11 0-3 0,0 0 5 15,0 0-6-15,0 0-1 0,0 0-3 0,0 0-1 16,0 0 6-16,0 0-5 0,0 0 4 0,0 0-1 16,0 0-4-16,0 0 0 0,0 0-4 0,-5 3 2 15,5-3-4-15,0 0-2 0,0 0 0 0,0 0 0 16,0 0-1-16,0 0-1 0,0 0-2 0,0 0-4 15,0 0-3-15,0 0-5 0,0 0 4 0,0 0 1 0,0 0-2 0,0 0 3 16,0 0 2-16,0 0 4 0,0 0 8 0,0 0 7 16,0 0 3-16,0 0 4 0,0 0-4 0,0 0-4 15,0 0-6 1,0 0-5-16,0 0 4 0,22-5-6 0,-10 3-5 16,8 1-5-16,0-1-1 0,10-3-16 0,3 2 9 15,-2-2-2-15,2 2 1 0,-2-3-1 0,-2 4-7 16,-1-3 5-16,-6 2-8 0,-3 1 1 0,-1-2-8 15,-7 1-8-15,2 1-13 0,-1 2-14 0,-6-3-13 0,-1 1-23 16,1 1-28-16,-3-1-43 0,-3 2-38 0,0 0-46 16,-4-7-49-16,4 7-138 0,-12-2-441 15,5 0 195-15</inkml:trace>
  <inkml:trace contextRef="#ctx0" brushRef="#br0" timeOffset="27723.49">21692 2555 385 0,'-4'-4'403'0,"4"-1"0"0,0 0-49 0,4 3-16 16,-4 2-25-16,-4-7-26 0,4 7-39 0,4-2-29 16,-4 2-19-16,0 0-30 0,0 0-36 0,0 0-61 15,0 0-21-15,0 0-25 0,4 17 22 0,-3 0-7 31,0 7 0-31,2 5-9 0,1 2-29 0,1 1-40 16,-4-3-47-16,2 4-57 0,-3 1-57 0,1 0-76 16,-2 0-236-16,-2-4-549 0,2-4 244 0</inkml:trace>
  <inkml:trace contextRef="#ctx0" brushRef="#br0" timeOffset="28155.69">22265 2794 57 0,'0'-3'373'0,"3"-1"-32"0,-3 4-30 0,0-3-34 0,0 3-31 15,0-8-33-15,0 8-24 0,0 0-17 0,0 0-28 16,-12 16-7-16,1-3-21 0,-4 12-9 15,0-1-14-15,-8 19-7 0,1 4-9 0,5 1-4 0,1 1-4 16,4 3-10-16,4-1 8 0,7-3-17 0,6 1-1 16,4-3-18-16,3-13 15 0,11 10-14 0,-3-11-18 15,13 3-39-15,5-5-34 0,-8-9-48 0,2-3-91 0,0-7-309 32,3-1-549-32,-3-3 243 0</inkml:trace>
  <inkml:trace contextRef="#ctx0" brushRef="#br0" timeOffset="28671">22569 3061 83 0,'7'-6'219'0,"5"1"-20"0,-3-1-14 0,3 0-19 15,1 3-18-15,1 0-13 0,2 2-14 16,1 1-9-16,1 0-15 0,0 1-8 0,-5 5-8 16,2 0-5-1,0 5-2-15,-3 3-10 0,-3 1-5 0,-4 1-2 16,-1 4-6-16,-1 4-7 0,-3 2-1 0,-3-1-4 0,-2 5-4 15,-7-2 0-15,1-1-9 0,-2-1 2 0,0-2-3 16,-2-2 0-16,2-7-6 0,2 2 6 0,-1-3-1 16,3-3 10-16,1-4-3 0,1-1 16 15,2-3 13-15,1 2 22 0,0-2 27 0,0 1 44 16,3-2 32-16,1-2-13 0,0 0-22 0,0 0-11 16,5-19-16-16,3 8-12 0,2-5-18 0,4 0-8 0,4-4-2 0,1-2-14 15,0 3-1-15,-1 0-12 0,-1 4-5 0,-3 3-8 16,0 0-5-16,-5 2-1 0,1 3-14 0,-1 0 4 15,-3 3-12-15,-3 0-1 0,2 3-6 0,-5 1-9 16,8-1-1-16,-8 1-8 0,14 7-9 0,-9 0-2 16,3 1 2-16,-2 4-3 0,0-2-5 0,2 6-1 15,0-2 3-15,-2 2-22 0,2 0-20 0,-2-1-28 0,3 0-26 0,-5-5-28 32,-1 1-42-32,1 0-34 0,0-5-43 0,0 1-258 0,-4-3-570 0,0-4 253 0</inkml:trace>
  <inkml:trace contextRef="#ctx0" brushRef="#br0" timeOffset="28971.12">23026 2823 368 0,'0'-3'365'16,"1"0"-31"-16,-1 3-39 0,0-7-37 0,0 7-29 15,4-1-23-15,-4 1-32 0,0 0-21 0,0 0-16 0,4 8-14 16,-3 0-16-16,-1-1-7 0,0 5-11 0,0 4-12 0,-2 4-6 16,-5-3-4-16,4 7-9 0,-1 3-2 15,0 0-8-15,0-8-2 0,3 0-4 0,-2-1-7 16,2-2-1-16,1-5-2 0,0 1-3 0,0-3-2 16,1 1 0-16,-1-3-2 0,4 0 6 0,1-2-4 15,5 0-7-15,2 0 1 16,3-1 2-16,6-3-28 0,2-1-38 0,-2 0-48 15,9-2-61-15,-10-1-72 0,8-1-92 0,-7-1-169 16,0-3-523-16,-3 1 232 0</inkml:trace>
  <inkml:trace contextRef="#ctx0" brushRef="#br0" timeOffset="29271.26">23397 3348 112 0,'0'0'192'0,"-3"2"-7"0,3-2-7 0,0 0-4 16,0 0-2-16,0 0-10 0,0 0-17 0,0 0-7 16,0 0-17-16,0 0-11 0,18 3-9 0,0-3-9 0,1-1-25 15,10-1-38-15,2 2-38 0,5-1-54 0,0-1-56 0,-1-2-180 16,0-2-321-16,-2-1 142 0</inkml:trace>
  <inkml:trace contextRef="#ctx0" brushRef="#br0" timeOffset="29655.51">23991 3002 248 0,'-1'-8'396'0,"-1"3"-13"0,2-2-40 15,-2 0-24-15,4 2-26 0,-4-1-24 0,4 2-18 16,-2 2-17-16,0 2-31 0,0-5-24 0,0 5-17 0,0-7-26 16,0 7-10-16,0 0-28 0,0 0-30 0,0 0 5 15,0 0-17-15,4 21-10 0,-4-7 1 0,0 6-7 16,1 6-1-16,-2 4-14 0,1-3 8 0,0 2-9 16,1 0 0-16,-2 2 3 0,0 1-6 0,2 0-1 0,-2-3-4 15,1-3 0-15,2 1-9 0,-2-9 11 0,0-2-2 16,2-2-2-16,-2-2 3 0,3-2-7 0,-3-4-1 15,2-1 12-15,-2 0-21 0,0 0-8 0,0-2-9 16,0 1-10-16,2-1 1 0,-2-3-12 0,0 5-6 16,0-5-1-16,0 0-24 0,0 0-59 0,0 0-47 15,0 0-35-15,-2-15-45 0,2 4-53 0,-2 3-189 0,2-4-537 0,2-4 238 32</inkml:trace>
  <inkml:trace contextRef="#ctx0" brushRef="#br0" timeOffset="29971.96">24062 2810 251 0,'-1'-5'340'0,"1"1"-33"0,-3 1-33 16,3-1-30-16,0 4-29 0,7-1-21 0,-7 1-18 15,15 7-21-15,4 3-9 0,3 7-14 0,1 2-18 16,4 5 0-16,9 11-9 0,3 15-9 0,-7-4-8 15,0 2-9-15,-5-1 2 0,-5 4-11 0,-7 1-2 0,-8-1-6 0,-4-3-7 16,-6-2-9-16,-3-13 4 0,-3-1-7 0,-7-3-3 16,-2 0 6-16,-5-3-5 0,-3-3 4 0,0-2 0 15,-3-2 8-15,-1 0-2 0,3-5-3 0,0-1 14 16,8-3-14-16,-3-1 0 0,7-2-3 0,2-1-11 16,0-2 0-16,3 0 0 0,6-2-9 15,-3 0 1-15,4 1-13 16,3-3-22-16,-8 3-21 0,8-3-21 0,-5 3-23 15,5-3-49-15,0 0-73 0,18 2-110 0,-5-3-270 16,9 0-624-16,-1-4 276 0</inkml:trace>
  <inkml:trace contextRef="#ctx0" brushRef="#br0" timeOffset="31228.5">24411 2578 121 0,'2'-4'298'0,"0"0"-7"0,1 2-8 0,-1-5-12 15,-2 3-15-15,3 1-31 0,-2 0-2 0,-1 3-23 0,1-4-27 0,-1 4-14 0,1-3-19 32,-1 3-24-32,0 0-17 0,0 0-20 0,0 0-6 0,4 9-9 0,-6-2-5 0,2 3-6 15,-3 5 4-15,2 1-13 0,-3 2-3 0,0 0-8 16,2 0-1-16,-1 2 4 0,2-3-5 0,0-2-8 15,-1-2 0-15,0-2-1 0,0-4-2 0,1 2 0 16,1-3-4-16,0-2 7 0,-1 1 2 0,1 0 18 16,0-5 24-16,0 0 38 0,0 7 29 0,0-7-7 15,0 0-15 1,0 0-8-16,24-15-17 0,-10 8-7 0,0-4-5 0,3 2-6 16,-7 1-8-16,4 0-9 0,-2 2-6 0,-5 1-3 15,2 1-6-15,-1 0-9 0,-3 1-3 16,0 1-8-16,-5 2-11 0,13 0-15 0,-13 0-9 0,15 9-21 15,-6-3-14-15,0 3-30 0,-2 2-47 16,4 3-59-16,-6 3-48 0,2 1-59 0,0-1-354 16,1-1-702-16,2-2 311 0</inkml:trace>
  <inkml:trace contextRef="#ctx0" brushRef="#br0" timeOffset="32678.93">25745 3181 45 0,'-27'-11'204'16,"-2"0"-14"-16,4 3-13 0,-7 3-16 0,-2 1-10 0,-3 4-16 16,1 0-9-16,3 2-6 0,1 1-11 0,2 6-10 15,0-1-11-15,3 5-4 0,3 1-13 0,2 2-7 16,12-3-5-16,-3 4-5 0,-1-3-9 0,8 5 2 16,3-2-1-16,3 2 0 0,5 0-2 0,3-1-5 15,6 3 1-15,4-1-1 0,6-1-4 0,3-4-5 16,5-3 4-16,-2 0-7 0,-2-7 0 0,-2-1-2 0,3-1-2 15,-3-5 13-15,-5-1 17 0,-2-3 12 0,0-2 12 0,-2-4 8 16,-2-2 1-16,-1-11-2 0,1 1 6 0,-3-4-11 16,-3-5 3-16,0 0-7 0,-1-16-4 0,-5 0-9 15,3-1-6-15,-4-2 4 0,1 2-1 0,-1-2-7 16,-2 0 17-16,0 5 8 0,-2 2 3 0,0 11 1 16,1 3 4-1,-1 4 0-15,0 8 22 0,2 6 3 0,-4 1-10 0,3 1-10 16,0 5-10-16,1-1-13 0,-1 1-21 0,-1 3-55 15,1 0-45-15,1 3 1 0,0 0-11 16,-9 19 26-16,3-1 1 0,-2 10 2 0,-1 2 6 16,0 7-4-16,-1 10 12 0,2 3 3 0,3 5 9 15,5-7 0-15,0 3-10 0,1-15 17 0,6 10-5 16,-3-13 0-16,1-2 0 0,-3-1-18 0,2 0-8 0,-1-12-24 0,2-1-25 16,-3-1-32-16,1-5-28 0,-2-1-31 0,0-2-23 15,-1-2-15-15,2-1 0 0,-1-1-55 0,-1-4-196 16,0 0-501-16,0 0 221 0</inkml:trace>
  <inkml:trace contextRef="#ctx0" brushRef="#br0" timeOffset="33110.49">25902 2953 187 0,'12'0'261'16,"-2"-2"-22"-16,0 1-24 0,4 5-16 0,-1-2-19 15,2 5-12-15,-2 5-13 16,3 2-13-16,-4 0-10 0,2 3-11 0,-1 8-12 16,-4 0-8-16,-2-1-8 0,-2 5-9 0,-7-1-8 15,-4 1-7-15,2-2-5 0,-5 0-6 0,-1 2-4 16,-8-3-4-16,0-3-3 0,0-2-5 16,3-5 0-16,-6 1 1 0,5-5 3 0,3-2 5 0,2-2 7 15,2-1 7-15,1-1 10 0,2-2 18 0,-1 0 27 16,2 0 31-16,1-2 26 15,2 0 30-15,2-2 25 0,0 0-23 0,-2-9-18 0,5 2-23 16,4-6-23-16,3-1-12 0,1-2-13 16,11-9-12-16,2-1-16 0,1-1-6 0,10-10-6 15,5 0-17-15,-12 11-2 0,4-10-10 0,-13 15-4 16,0 3 0-16,-6 5 19 0,-4 5 2 0,-3 0-9 0,-1 0-6 16,1 4-8-16,0 2-23 0,-2-1-34 15,-4 3-42-15,0 0-14 0,0 0 10 0,0 13-8 0,-6 6 20 16,0 0 5-16,-1 7 4 0,-2 7 6 0,2 1 2 15,5 13-24-15,4-3-13 0,10 3-8 0,9-3-42 16,10-2-48-16,9-6-93 0,13-2-147 16,3-10-354-16,7-7-820 0,-3-4 363 0</inkml:trace>
  <inkml:trace contextRef="#ctx0" brushRef="#br0" timeOffset="64613.7">3249 6469 247 0,'0'-5'298'16,"0"-2"-18"-16,0 2-3 0,0 2-11 0,3-1 5 0,-3-1-10 15,0-2-18-15,1 5 6 0,-1-2-3 0,0 4-18 16,0-7-12-16,0 7-18 0,0-4-21 16,0 4-16-16,0 0-18 0,0-5-18 0,0 5-27 15,0 0-2-15,0 0-11 16,0 0-21-16,0 0-38 0,0 0-46 0,0 0 2 15,0 0-5-15,-1 22 1 0,-2-3 6 0,-2 5-1 16,-3 3 4-16,-2 4-2 0,1-1 1 0,0 4 2 16,-5 0 4-16,3-1 0 0,2-2 1 0,-3 4-3 15,4-4 6-15,1 1-4 0,-1-4 4 0,2-1 0 16,1-1-5-16,-1-6 0 0,3-4-2 0,1-3 1 16,0-1-2-16,0-2 2 0,1-2-1 0,-2-1-1 0,1-3 2 0,2 1 4 15,-2-3 4 1,2 3 4-16,0-5 4 0,0 5-2 0,0-5 4 0,-2 2-2 15,2-2 2-15,0 0-15 0,0 0-55 0,0 0-37 16,-9-14-37-16,7 7-39 0,-1-3-54 0,2-5-47 16,-3-2-221-16,5-1-539 0,-1-1 239 0</inkml:trace>
  <inkml:trace contextRef="#ctx0" brushRef="#br0" timeOffset="64844.24">3116 6526 263 0,'1'-14'314'0,"1"2"-6"0,0 2-17 0,-2 1 5 15,0-1-3-15,0 4-11 0,-1 1-20 0,2-1-25 16,-1 2-24-16,1-1-27 0,-1 5-27 0,2-4-13 16,-2 4-28-16,5-1 3 0,-5 1-35 0,14 5-25 0,1 2 0 15,3 5-8-15,-4 0-12 0,13 5-2 0,1 1-2 0,2 0-6 16,-1 3-4-16,2 0-25 0,-1 3-5 0,1-4-16 16,1-1-25-16,9 8-25 0,-13-9-18 0,0 2-30 15,0-4-21-15,-2-3-12 0,-2 2-7 16,-6-6-19-16,1 0-19 0,-2-1-20 0,-3-6-30 15,-4 1-141-15,0-6-417 16,-1 3 184-16</inkml:trace>
  <inkml:trace contextRef="#ctx0" brushRef="#br0" timeOffset="65176.04">3750 6604 225 0,'0'-11'266'0,"0"-4"0"0,-2 1 10 0,2 4 4 0,0-2 17 15,-2 2 4-15,2-1 6 0,2 2-8 0,-2 1 6 16,-2 2-10-16,2-2-10 0,0 2-9 0,0-1-11 0,-1 4-13 15,1-1-18-15,1-1-20 0,-1 5-24 0,-1-5-13 16,1 5-20-16,0-4-20 0,0 4-24 0,0 0-28 16,0 0-33-16,0 0-43 0,0 0-45 0,0 0-15 15,0 0 16-15,-1 18-6 0,-1-1 3 0,2 3 0 16,-4 5 5-16,1 3 4 0,0 3 1 0,0 1 1 16,2-1 6-16,0-1 6 0,-3 0-2 0,4 4 4 0,0-5 0 0,-1 1-7 15,1-3 8-15,0-6-8 0,0-2 6 0,-2-2-3 16,0 0 2-16,2-7 5 0,0 1-3 0,0-4 0 15,2-1 4-15,-2 1 7 0,0-4 2 0,0 1 15 32,0-4 2-32,2 5 36 0,-2-5 9 0,0 0 11 15,0 5 6-15,0-5 2 0,0 0-1 0,0 0-2 0,0 0-12 16,-4 2-4-16,4-2-20 0,0 0-54 0,0 0-44 16,0 0-54-16,2-14-50 0,-2 9-53 0,2 1-56 15,-4-2-106-15,2-1-375 0,3 0-812 0,-3 0 360 16</inkml:trace>
  <inkml:trace contextRef="#ctx0" brushRef="#br0" timeOffset="65600.22">4059 6700 333 0,'-5'-4'355'0,"5"4"-11"16,0 0-39-16,-4-2-29 0,4 2-27 0,0 0-18 16,0 0-38-16,0 0-26 0,0 0-24 0,0 0-19 15,-7 9-12-15,1-4-13 0,5 3-9 0,-8 1-13 16,0 3-5-16,0 1-9 0,-1 3-3 0,4 2-8 16,-4-2-6-16,4 4-5 0,1-3-4 0,1 1-3 15,3 0-4-15,-3-1 1 0,4-1-3 0,1-3-6 16,3 2-1-16,-1-4-2 0,0-2 4 0,-1-1-2 0,2-3-3 0,0 0 8 15,2 1 10-15,3-5 4 0,1 2 13 0,2-6 11 16,1 2-4-16,-3-6 6 0,5 1-8 0,-1-5 18 16,-5 3-2-16,5-6 0 0,-5-1-7 0,4-1-9 0,-5-2-8 15,1-7-6-15,-6 6-2 0,0 2-3 0,1-2-6 16,-4 2-9-16,-4 5-5 0,3-5 1 16,-3 5-9-16,3 2-13 0,-6 3-9 0,1-3-17 0,-2 5-17 0,-2 0-9 31,-3 1-28-31,-2 2-23 0,-4 0-30 0,2 2-30 15,4 4-44-15,-6 1-46 0,7 1-49 0,-4-1-256 16,7 0-606-16,0 2 269 0</inkml:trace>
  <inkml:trace contextRef="#ctx0" brushRef="#br0" timeOffset="66114.31">4375 6703 289 0,'0'0'462'0,"2"-4"-32"0,1 1-23 16,-3 3-35-16,0 0-35 0,0 0-35 0,4-2-41 0,-4 2-29 15,0 0-37-15,0 0-61 0,0 0-17 0,3 9-12 16,-5-4-5-16,1 4-18 0,1 4 0 0,-3 2-16 16,1 4-4-16,-1-1-12 0,1 7-22 0,-1 0-16 15,0-1-12-15,1-3-15 0,1-3-7 0,2 1-8 16,-1-4 0-16,0-1-1 0,0-4-3 0,1-1 4 15,0-4 3 1,1 2 8-16,-2-2 15 0,1-2 25 0,3-3 11 0,-4 0 11 16,12-4 23-16,-1-2 3 0,-3-1 12 0,5-5 10 15,-1-1 4-15,0 1 3 0,0-1-17 0,1-4-7 16,6-3-2-16,-6 3-14 0,1 2-6 0,-5 1-6 16,0 3-2-16,0 2-17 0,-4 0 15 0,0 5-8 0,-1-1-1 0,0 1-11 15,-3 0-7-15,3 2-4 0,0 1-10 16,-4 1-14-16,0 0 0 0,10 3-7 0,-4 0 4 15,0 2 4-15,-1 1-5 0,3 4 3 0,-1 0 3 16,3 2-9-16,3 2 18 0,-2-1-4 0,0 0 4 0,1 0 1 16,1 0 3-16,1-4-3 0,0 1 1 15,4 0 4-15,-5-5 0 0,1-1 6 0,0-2 30 16,-2-2 21-16,2 0 18 0,-1-2 18 0,4-5 21 16,-1 0 14-16,-5 1 9 15,2-7-8-15,0 0 10 0,-4 0-8 0,-2-3-9 16,1-2-10-16,-4-1-13 0,-3-1-13 0,-2 0-8 15,-3 1-21-15,-6-7-23 0,-4 3-26 0,-5 2-35 16,-6 1-43-16,-4 3-55 0,-7 5-66 0,-19 4-78 16,-2 4-70-16,-2 6-97 0,5 0-442 0,16 4-947 15,3-2 420-15</inkml:trace>
  <inkml:trace contextRef="#ctx0" brushRef="#br0" timeOffset="66747.89">5693 6686 166 0,'0'0'397'15,"0"-4"-12"-15,0 4-15 0,-2-4-17 0,2 4-39 16,0 0-33-16,-5-3-25 0,5 3-29 0,0 0-30 16,0 0-21-16,0 0-13 0,0 0-45 0,0 0-32 15,0 0-10-15,0 0-15 0,0 13-2 0,0-6-11 0,0 4-3 16,0 3-3-16,0 1-1 0,-1 2-4 0,2 1-3 16,-2 1-4-16,1 7 9 0,-2-9-17 0,4 3 1 15,-1-2-4-15,-1 0-2 0,0-4-3 0,-1 5 5 0,1-8-2 16,0-2-5-16,0-2-34 0,0-2 15 15,0 0-27-15,0 0-2 0,0-1-3 0,0-4 5 0,1 3-6 16,-1-3-44-16,0 0-65 0,-13-9-58 0,7 1-66 16,-7-6-264-16,4-3-581 0,1-1 257 0</inkml:trace>
  <inkml:trace contextRef="#ctx0" brushRef="#br0" timeOffset="66879.64">5609 6482 291 0,'-1'-11'346'0,"1"6"-8"0,0-1-5 0,0 0-17 15,0 1-41-15,1 1-24 16,-1 4-32-16,0-7-12 0,0 7-47 0,-1-5-53 16,1 5-42-16,0 0-31 0,0 0-49 0,14 8-40 15,-9 0-62-15,4-1-65 0,-4 1-248 0,2 2-464 16,-1 0 206-16</inkml:trace>
  <inkml:trace contextRef="#ctx0" brushRef="#br0" timeOffset="67582.69">5996 6671 336 0,'0'0'365'16,"0"0"-51"-16,0 0-33 0,0 0-26 0,0 0-22 15,0 0-41-15,0 4-18 0,0 0-18 0,2 3-6 0,0 0-24 16,-2 3-14-16,0 2-7 0,1 3-12 0,-1 3-12 16,-1-1-7-16,-1 1-6 0,0 7-7 0,0-6-4 15,1 4-6-15,1-3-2 0,0-5-14 16,0-2-16-16,0-5-3 0,0 2-6 0,0-4 3 0,0 1 3 0,0 0 25 0,0-5 32 16,1 0 39-16,-1-2 25 0,0 0-14 15,0 0-13-15,11-12-18 0,-3 3 6 0,1-8-16 16,2 2-4-16,5-7-1 0,-5 6-15 0,6-8-13 15,-2 3 3-15,-3 5-11 0,2-1-1 0,0 3-4 0,-4 2 4 16,0 2 0-16,-2 3-8 0,-3-1 1 0,-1 3-10 16,1 0-12-16,0 3 1 0,-1-2-31 0,2 2 9 0,2 2-16 31,1 1-6-31,4 1-15 0,-3 3 2 0,4 0 1 0,1 1-4 0,2 3-10 0,0 0 1 0,-1 0-6 31,1 2-11-31,1-1 0 0,7 0 5 0,-8 0-1 16,1-5-10-16,-3 1-1 0,4-3 2 0,-1 1 10 15,-5-4 7-15,-4-2 11 0,5 0 3 0,-4-2 15 0,3-2 13 16,-4-3 17-16,2-4 24 0,2 2 23 0,-5-4 18 0,-3 0 10 16,0-2 21-16,3-3 11 0,-2-3 21 0,-1-2 16 15,-2-3 10-15,6 1 5 0,-9-2 5 0,1-3 4 16,2 6-4-16,0 5-9 0,-2 3-3 0,1 2-1 16,-2 4 3-16,1 3-5 0,-1 0-21 0,1 4-17 15,1 0-13-15,-1 1-23 0,-2-1-44 0,2 1-55 0,-1 4-50 0,0 0-37 16,0 0 3-16,0 0 12 0,-1 21 9 0,-1-2 8 15,2 7 8-15,0 1 10 0,0 2 10 0,-1 4 3 16,0 0 7-16,-4-1 6 0,4-2 0 0,-2-1 12 16,3-1-4-16,0-2 10 0,1-7 2 0,1-1-3 15,-1-6 7-15,-1 6 5 0,2-6-6 0,-1-2-9 16,1-3-2-16,-1-2-5 0,-1 2 2 0,0-4 5 16,1 2 3-16,-1 0 10 15,0-5-7-15,2 4-8 0,-2-4-17 0,0 0-55 16,0 0-111-16,-13-9-99 0,8 2-98 0,-4-1-247 15,2-1-706-15,1-4 312 0</inkml:trace>
  <inkml:trace contextRef="#ctx0" brushRef="#br0" timeOffset="67766.05">6445 6634 27 0,'-4'2'351'0,"4"-2"-6"0,-5 0-5 16,5 0-1-16,0 0-24 0,-7 2-14 15,7-2-18-15,0 0-23 0,0 0-28 0,0 0-30 0,0 0-16 16,0 0-22-16,0 0-12 0,0 0-43 0,44-2-38 16,-12-1-62-16,6 1-67 15,1-1-93-15,14-3-89 0,-20 1-300 16,-1 2-584-16,-1-1 258 0</inkml:trace>
  <inkml:trace contextRef="#ctx0" brushRef="#br0" timeOffset="68782.63">6907 6834 196 0,'-2'3'329'0,"2"-3"-19"0,0 0-12 0,-4 2-15 0,4-2-21 15,0 0-4-15,-1 4-26 0,1-4-29 0,0 0-12 16,0 0-31-16,0 0-14 0,11-9-21 0,-2 4-17 16,3 1-16-1,-1-1-21-15,5-3-13 0,-2 3-12 0,1-3-10 16,1-1-2-16,-1 0-4 0,2-1-2 0,0-1-2 16,-3 1 1-16,-1-2-8 0,0 2-2 0,-3-1 0 15,-1-2-3-15,1 0 2 0,-2 1 3 0,-3 3 9 0,0 1 6 16,-2-1 12-16,-2 1-1 0,3 1 6 0,-2 1-5 15,-4 0-8-15,-1 0 15 0,2 0-22 0,-3 2-10 16,-1 1-3-16,-3-2-9 0,-2 5 0 0,-4 0-3 16,1 1-4-16,-5 3 8 0,-1 3-11 0,1 1 2 15,0 1 2-15,0 1-2 0,3 2-4 0,1 0 0 16,-1 2 3-16,2 1-26 0,3-1-1 0,1 1-10 0,5 2 0 0,0-1-1 16,5-1-3-16,7 2 4 0,5-1 1 0,10 4-1 15,4-3-1-15,9-4-10 0,15-2-12 0,5-4-13 16,0-4-10-16,-1-3-9 0,3-2 0 0,-1-5 7 15,2-1 14-15,-6-1 4 0,-2-6 9 0,-2 2 4 0,-12 0 11 16,-5 0 13-16,0-1 24 0,-5-3 7 0,-4 0 24 16,-3 0 9-1,-6 2 17-15,-1 0 11 0,-8 3 10 16,-1-4 1-16,-3 6-1 0,-1-2-2 0,-1 2-19 0,-4 2-2 16,-4 0-6-16,-1 1-8 0,-7 1-3 0,-1 2-5 0,-1 0-4 15,-1 5-5-15,-1 2 1 0,1 1-3 16,-2 2-1-16,-1 1-9 0,4 2 3 0,5 1-25 15,-4 0-16-15,5 0-13 0,-3 1-9 0,5-1-7 0,4 1-3 16,0 0-1-16,2 1-7 0,4 1-1 0,7-4 4 16,-2 1-3-16,6-1-1 0,6-1-3 0,0-4 14 15,6 2-5-15,-4-6-3 0,1 0 7 0,1-3 0 0,-4-1 9 16,-1-2 22-16,-2 1 23 0,1-5 17 0,-1-1 18 16,-2 1 14-16,1-3 10 0,-3-2 9 15,-4 4 10-15,1-3 14 0,3 0 4 0,-5 3 5 16,-1-1 9-16,0 2 15 0,0 1 26 0,-3 1-21 0,1 1-7 0,2 3-11 0,-3 1-10 15,1-2-21-15,-1 1-11 0,0-1-39 16,0 5-24-16,0 0-16 0,0 0 0 0,0 0 3 16,-5 15 2-16,2-4 6 0,-2 6-4 0,0 1 8 15,-1 8-9-15,-3 3 1 0,4 2 1 0,-2 3 4 0,0 15 1 16,-1-13 4-16,2 10-5 0,1-12 3 16,1-1 5-16,0-1-4 15,3-1 1-15,-1 0-1 0,2-1 16 0,-1-1-13 16,0-3 3-16,1-6-4 0,-2-3 1 0,-1 0-1 15,1-2 3-15,0-3-3 0,1 1-3 0,-2-4 7 16,0 0-1-16,1-2-3 0,-1-2 2 0,-1 2 5 16,1-4-9-16,-4 1 5 0,1-1 7 0,1 0 9 0,0-2 5 15,-3-1 17-15,2 1 7 0,6-1 13 0,-12-2 6 16,7-1 2-16,1-1 9 0,-1-1 9 0,0-3 5 0,4-4-7 16,-3-1 0-16,0-5-20 0,4-5-9 0,4-8-16 15,1 1-14-15,5-2-2 0,3-3 2 0,5 4-1 16,2-13-9-16,6 1-4 0,-4 14 2 0,0 0-2 15,4 1 0-15,-2 2-11 0,2 2 2 0,-3 5 0 16,2 3-1-16,-9 3-1 0,0 3 2 0,-3 0-13 16,-1 1-20-16,-1 4-22 15,0 0-51-15,-1 0-37 0,-4 2-45 0,0 2-46 16,0 1-43-16,-6 0-36 0,7 2-293 0,-7-2-652 16,3 5 288-16</inkml:trace>
  <inkml:trace contextRef="#ctx0" brushRef="#br0" timeOffset="69232.42">7987 6670 330 0,'0'-5'396'0,"4"0"-10"16,-4 0-12-16,1 3-19 0,2-2-17 0,2 0-29 0,-4 2-32 15,-1 2-30-15,4-5-30 0,0 3-20 0,-4 2-16 16,9 0-31-16,-9 0-13 0,15 7-28 0,-3-2 1 16,-2 1-17-16,4 5-8 0,0 3-12 0,1-1-8 15,-2 3-6-15,0-2-9 0,1 7 4 0,-5-3-14 16,2 7-2-16,-3-1-3 0,-4-5-6 0,1 1-6 0,-5-3 0 16,4 1 2-1,-4 0-8-15,0-8-3 0,0 2 1 0,0-2-2 16,-3-3 1-16,3 0 4 0,0-2-7 0,0-2 15 15,3 1 39-15,-3-4 44 0,0 5 51 0,0-5 38 0,0 0 31 16,0 0-14-16,0 0-14 0,0 0-19 16,6-15 3-16,-6 4-12 0,4-7-20 0,0 0-10 0,-1 0-15 15,3-6-5-15,4 0-25 0,-1 0-14 0,0 7-21 16,0 0 4-16,0 2-13 0,-1 0-7 0,-3 4-11 0,0 3 4 16,-3 1-16-16,1 0-23 0,4 2-43 0,-4 2-51 15,-2-1-58-15,1 0-60 0,-2 4-65 0,1-5-61 0,-1 5-3 16,0 0-18-16,0 0-27 0,4 10-40 15,-2-4-80-15,1-1-260 0,0 1-829 0,-1 0 367 0</inkml:trace>
  <inkml:trace contextRef="#ctx0" brushRef="#br0" timeOffset="69837.95">8653 6715 254 0,'0'-6'373'0,"0"1"-4"0,0 0-13 0,0 1-28 0,-3 0-25 0,2 0-15 16,1 4-46-16,-5-3-25 0,1 1-33 0,4 2-24 15,-14 2-13-15,3 5-12 0,-1-2-9 0,-3 5-20 16,0 2-5-16,-2 2-17 0,-5 6-11 0,2 2-5 16,-1 2-24-16,2-1-16 0,4 2-20 0,-2-1-6 15,3-4-12-15,4-3-11 0,2-3-1 0,3-3-6 16,2-2 7-16,-2-1 3 0,4-3 11 0,-3 1 24 0,4-4 22 15,0-2 9-15,9 1 11 0,-9-1 10 0,21-10 6 0,-10 5 6 16,6-7 10-16,-2 0 7 0,7-5-6 0,-3-2-9 16,0 2-5-16,0-2-10 0,4 3-7 0,-7 4-6 15,-1-1-8-15,-1 1-5 0,-1 2 2 16,-3 3 5-16,0-1-6 0,-1 1-6 0,-1 2-5 0,-2 2-6 16,1-2-6-1,-1 3-10-15,1 0-11 0,-1 2-9 0,4-1-12 16,-1 4-10-16,4-1-3 0,1 6 0 0,1-3-12 15,4 2-7-15,0 1-13 0,-2 0-11 0,-2 0 4 16,2-1 2-16,2 1 1 0,-2-1-10 0,1 0-7 0,-8-2 1 16,4-3 13-16,-2 0 6 0,0-2 7 0,-1-4 5 15,-2 1 6-15,-1-4 7 0,1 0 2 0,-2-3 13 16,-1 1 31-16,2-3-5 0,-4-2 24 0,1-2 6 0,-1-3 23 16,-2 1 13-16,3-7 8 0,-1 0 6 0,-3-2 12 15,4-4 1-15,-1 2-2 0,4-5 16 0,-5 3 5 16,0-1 1-16,1 5 0 0,0 2 6 0,1 8 7 15,-1 4 9-15,-3 3-13 0,-1 1-15 0,0 2-15 0,0 3-28 16,0 0-45-16,0 4-62 0,0-4-40 16,0 4 5-16,0 0 5 15,-5 19 11-15,1-2 2 0,-1 9 9 0,0 3 8 16,-3 1 4-16,3 1 4 0,-1-1-2 0,2 2 14 0,0-5 0 16,0 3 7-16,3-2-18 0,1-8-10 15,0-2-6-15,0 2-4 0,0-3-11 0,1 0-13 16,1-5-14-16,-1-1-11 0,-1-5-20 0,1 4-15 15,-1-4-14-15,0-2-7 0,0 0-3 0,-1 0-33 0,1-4-87 16,0 0-265-16,0 0-595 0,-4-12 263 0</inkml:trace>
  <inkml:trace contextRef="#ctx0" brushRef="#br0" timeOffset="70023.2">8834 6638 247 0,'-3'2'290'0,"3"-2"-18"0,-7 1-17 0,7-1-20 16,-2 3-14-16,2-3-24 0,0 0-19 0,19 1-16 0,1-1-18 0,12 0-11 15,7 1-21-15,14-1-39 0,6 0-51 0,-3 0-61 16,-1 0-68-16,0-2-76 0,-4 1-186 0,-11-4-400 16,-6 1 177-16</inkml:trace>
  <inkml:trace contextRef="#ctx0" brushRef="#br0" timeOffset="70338.53">9504 6602 175 0,'-8'1'511'0,"8"-1"-7"0,0 0-7 0,0 0-6 16,0 0-23-16,-5 0-23 0,5 0-39 15,0 0-36-15,0 0-42 0,0 0-36 0,0 0-29 16,0 0-33-16,0 0-31 0,0 0-21 0,-6 4-35 16,6-4-44-16,0 0-28 15,0 5-11-15,0 0-7 0,2 2 1 0,-2 0-9 16,2 2-6-16,0 1-2 0,-2 2-4 0,0 0-5 0,1-2-20 16,-1 2-30-16,0 1-12 0,3-1-19 0,-3-1-19 15,0 0-30-15,0-2-24 0,0-1-16 0,0 2-27 16,0-3-8-16,-3-1-19 0,3 0-15 0,0-2-2 15,-1-2 3-15,-3 1-29 0,4-3-66 0,0 0-321 16,-12-12-679-16,6 5 301 0</inkml:trace>
  <inkml:trace contextRef="#ctx0" brushRef="#br0" timeOffset="70516.87">9479 6405 76 0,'2'-10'387'0,"-2"-1"16"15,0 2-18-15,0 1-6 0,0 1-20 0,0 2-25 16,0 0-36-1,0 1-34-15,0 0-32 0,0 4-28 0,0-6-62 0,0 6-60 16,0 0-29-16,0 0-14 0,0 0-41 0,10 12-46 16,-6-5-45-16,0 5-54 0,1 5-56 0,-1-2-81 15,-3-1-193-15,-1 0-517 0,4 0 229 0</inkml:trace>
  <inkml:trace contextRef="#ctx0" brushRef="#br0" timeOffset="71388.16">9731 6587 442 0,'0'0'440'0,"0"0"-39"0,0 0-33 0,0 0-23 0,0 0-35 0,7 1-34 0,-7-1-34 16,0 0-29-16,0 0-23 0,-3 5-19 15,3 0-17-15,-1 0-21 0,-2 3-8 0,2 2-12 16,-4 2-15-16,1 0-11 0,3 0-6 0,-3 1-38 15,0-1-15-15,3-1-16 0,-2-1-1 0,2 0-17 0,-1-5-1 16,0 1-3-16,2 1 4 0,-1-4 0 0,1 1 16 16,0-4 26-1,0 7 40-15,0-7 11 0,0 0-3 0,0 0-2 16,0 0 5-16,22-13-4 0,-12 5 1 0,0-1-7 0,3-4-5 16,1-1-12-16,2 0-2 0,-3-2-2 15,5-2-16-15,-4 4-7 0,-3-1-5 0,-3 4 1 16,0 3-6-16,-3-1-3 0,3 4-5 0,-4 0-2 15,-1 0-9-15,0 2-20 0,1 1-32 0,-1 0-37 0,0-1-29 16,-3 3 9-16,0 0 20 0,8 6-13 0,-1 1-6 0,1 0-8 16,1 0-11-1,0 3-3-15,4-3 11 0,4 5-2 0,-2-2-5 16,3-2-3-16,1-2 2 0,-2 1 4 0,1-2 8 16,-2-2 11-16,-3-1 14 0,2-2 6 0,-2 0 10 0,0-2 14 15,-2-1 27-15,1-2 25 0,-3-2 23 16,-2 2 8-16,1-2 11 0,-3-2 23 0,2-1 3 15,-1 2-1-15,-2-2 11 0,-3 4-1 0,3 0 4 0,-3-3 7 16,3 5-4-16,-4-1-10 0,3 1-7 0,-3 4-15 16,0-6-15-16,0 6-5 0,1-5-28 0,-1 5-24 15,0 0-5-15,0 0-2 0,0 0-13 0,0 0-18 16,0 0-8-16,-9 11-17 0,8-5-4 0,1-2 9 16,-3 3-2-16,3 1-2 0,3-1 2 0,-2-1-5 15,3 1 13-15,0-3-3 0,1 2 4 0,0-1 5 0,4-1 5 0,0-2 9 16,0 1 9-16,0-3 11 0,-2 0 6 0,1-2 25 15,1 1 23-15,1-3 27 0,-1 2 13 0,-2-1 21 16,0-2 14-16,1 2 7 0,-4 1 11 0,2 0-1 16,-1 0-7-16,-1-1 1 0,-4 3-22 0,6-2-14 15,-2 1-12-15,-4 1-30 0,0 0-12 0,9 5 3 16,-8 0-8 0,3 4-10-16,0 1 2 0,1 5 0 0,0 2-2 0,-1 8 0 15,-3 0-5-15,2 3 4 0,-3 2 1 0,-4 17 2 16,-5 1 12-16,0-1-11 0,-5-2-3 0,2-11 13 15,-6 7-10-15,1-12 2 0,2 1-1 0,-5-2 4 16,1-4-4-16,0-3 9 0,5-5-10 0,0-3 0 16,-1-2 5-16,-1 0 13 0,5-7 9 0,2 1 37 15,-1-3 37-15,3-2 16 0,-2-3 28 0,6-1 14 0,-4-4 13 16,3-4 6-16,2 0 1 0,2-7-10 0,2-8-20 16,7 1-13-16,5-8-10 0,8-10-16 0,6 2-11 0,4-3-11 15,3 2-5-15,0 0-11 0,0 8-6 0,-1 1-8 16,-7 10-3-16,-5 5-3 0,0 0-1 0,-6 8-2 15,0 1-4-15,-5 2-4 0,-2 1-9 0,-1 1-3 16,-4 3-10-16,1-2-33 0,1 2-53 0,-2 2-70 0,-2-2-68 0,-2 3-11 16,0 0-6-16,3 9-39 0,-9-1-31 0,-7 3-56 15,0 3-102-15,-2-5-276 0,5-2-784 16,-1 2 347-16</inkml:trace>
  <inkml:trace contextRef="#ctx0" brushRef="#br0" timeOffset="72560.28">11317 6815 107 0,'0'0'252'0,"-5"5"-6"0,5-5-15 16,0 0-14-16,0 0-17 0,0 0-23 15,0 0-18-15,10-10-17 0,-1 4-15 0,4 0-12 16,1-4-10-16,3-1-14 0,-2-1-10 0,4-1-6 16,2-5 1-16,-1-1-2 0,2-3 3 0,-3 1-2 0,-1-1 6 15,4 0-3-15,-7-4-2 0,2-3-10 0,-1-2-2 0,0-2-5 16,-1 2-7-16,0-15-5 0,-4 11 5 0,1 4-7 0,-5-3 14 16,-1 2-15-16,-1 0 2 0,4 6-4 15,-8-1 11-15,1 7 9 0,0 3 8 0,-2 3 4 0,0 2 2 16,0 1-4-16,0 1-12 0,0 2-6 0,0 1-11 15,0 2-25-15,1 0-9 0,-2 2-51 0,1 3 3 16,0 0 7 0,-4 17-2-16,-5 0 5 0,3 8 0 0,-3 4 4 15,0 4 0-15,0 12 7 0,3 2-3 0,-1-10 7 16,1 10 4-16,1-11 0 0,4 10 3 0,2-13 0 16,3 1 0-16,3-3 5 0,1-4-1 0,1 0 2 15,5-4 4-15,-5-6-2 0,1-5 4 0,-1-3 3 0,0 0 0 0,-1-2 15 0,2-1 16 0,-1-1 15 16,3-3 13-16,-5-2 8 15,2-1 11-15,0-1 13 0,2-3-9 0,-3-1 8 16,0 0-1-16,-3-2-6 0,1-1-9 0,-1 1-11 16,-1-4-9-16,-3 0-11 0,-1-3-19 0,-2 2-9 15,1 1-23-15,-3-1-16 0,-2 3-19 0,-3-4-26 16,0 4-21-16,-3 3-25 0,1 0-29 0,-2 2-32 16,-4 1-35-16,-2 2-39 0,6 1-46 0,-2-2-296 15,6 2-632-15,0 1 280 0</inkml:trace>
  <inkml:trace contextRef="#ctx0" brushRef="#br0" timeOffset="73093.08">11956 6445 19 0,'0'0'321'15,"0"-7"-12"-15,0 4-24 0,0 3-28 0,3-4-27 16,-3 4-29-16,0 0-24 0,0-3-24 0,0 3-46 0,0 0-15 15,0 0-11-15,0 0-5 0,1 13-4 0,3-5-11 16,0 0-2-16,1 1-8 0,4 1-4 0,-2-2-12 16,2-1-7-16,3 1-9 0,-3-2-4 15,1 1 2-15,1-2-6 0,-2-1 3 0,0 0-4 0,0-3 3 0,0 0-4 0,-2-2 1 16,3-1 7-16,0-1 10 0,-5 2 11 16,0-4 9-16,3 1 15 0,-4 0 1 0,2 0 9 15,-2 1 16-15,1-2 0 0,-1 3-5 0,0-3-4 16,-3 3-5-16,-1 2-18 0,7-3 8 0,-7 3-30 0,0 0-27 15,0 0-14-15,0 0-1 0,7 7-6 16,-3 1 2-16,-1 3 1 16,-1 6 0-16,2 7 0 0,1 4-1 0,-2 1 4 15,-2 2-3-15,-2 2 7 0,-1 17-1 0,-4 3 6 16,-3-3 1-16,-5 0-3 0,1 0 2 0,-2-4-1 16,3-11 0-16,-2-3 4 0,2-3 0 0,1-1 0 15,2-10-4-15,-1-2 2 0,2-5 12 0,3-1 32 16,1-2 33-16,1-2 41 0,-4-3 4 0,2-3 2 15,5 0 14-15,-14-9 17 0,5 1 14 0,3-3-5 0,-2-6 1 0,3-8-20 16,4-2-18-16,3-5-10 0,6-14-15 0,5-4-9 16,3-1-10-16,7 3-13 0,4 1-6 0,1 1-2 15,4 1-14-15,3 4-4 0,-2 4-7 0,-6 10-2 16,1 1-9-16,-4 3-2 0,1 5-8 0,-9 6 2 16,-2 1-3-16,-4 5-4 0,-2-2-3 0,0 4-40 15,-3 1-48-15,-1-1-66 0,1 2-58 0,-5 2 5 0,0 0-11 0,6 8-20 31,-6 0-25-31,0 1-47 0,-4 1-71 0,2 2-307 0,-6 0-734 0,4-4 325 0</inkml:trace>
  <inkml:trace contextRef="#ctx0" brushRef="#br0" timeOffset="73698.16">13289 6243 117 0,'0'-16'341'0,"1"5"-3"0,0-2-8 16,1 2-20-16,0 3-14 0,-2 1-18 0,2 1-26 16,-2 0-30-16,0 2-22 0,0 0-33 0,0 4-43 15,0 0-46-15,0 0-10 16,0 0 6-16,0 24-19 0,-2-5-6 15,2 13-6-15,-1 2-4 0,-4 21 7 0,0-1-15 16,-4 3-4-16,5-1 3 0,-5 0-8 0,3-2 5 0,-2-2-1 16,3-2-5-16,1-1 0 0,-1-2-5 0,5-14 12 0,-4-1-8 15,3-4-5-15,-3-3-2 0,3-7-1 0,-2-1 1 16,1-5-1-16,2-3 0 0,-3-1 1 0,3-2-3 16,0-1 9-16,0 0-2 0,-1-3-6 0,1-2-48 15,0 0-60-15,-13-8-73 0,4 2-67 0,0-5-70 16,-2-3-193-16,0-4-541 0,5 0 240 0</inkml:trace>
  <inkml:trace contextRef="#ctx0" brushRef="#br0" timeOffset="74282.3">13233 6410 126 0,'1'-7'299'0,"-1"1"-30"16,1 3-29-16,2 0-28 0,-2-1-24 0,-1 4-22 15,0-3-16 1,0 3-13-16,0 0-13 0,14 5-13 0,-2 1-8 15,-2 4-8-15,8 1-9 0,-4 1-9 0,4 2-7 16,2 1-8-16,-4-1-1 0,0 1-10 0,-4-2-3 16,-1 0-3-16,2 1-7 0,-4-1-3 0,-4-2-4 0,-1 0-9 15,-2-1 4-15,-2 1 1 0,-5 0 6 0,-1-2 1 0,-3 1-10 16,-8 0-1-16,1 1-1 0,-3-4-5 0,0 1 5 16,-1-2-5-16,-2 0-3 0,2-1-2 15,1-3 2-15,1 3-3 0,5-1 0 0,-1-2-2 0,4-1 4 16,2-1-3-16,-1 3-2 0,4-3-9 0,5 0-15 15,0 0-36-15,0 0-18 0,13-11-11 0,6 5 9 16,8-2-12-16,4 0 0 0,3-1 9 0,17-3-3 16,-1 0 15-16,0-1-1 0,2 2 11 0,-1 0 8 0,-15 2 2 15,14-5 1 1,-17 5 10-16,2 1 2 0,-5-1 13 0,-3-3 15 16,-9 5 25-16,0-2 25 0,-8 4 21 0,3-3 13 15,-7 1 24-15,2-1 5 0,-4 2 9 0,-4-2-3 16,1 2-12-16,-1-2 16 0,-1 2-28 0,-3-1-6 15,0 3-8-15,-4-2-8 0,-2 3-8 0,0 1-14 16,-3 0 16-16,-2 4-25 0,-2 3-2 0,-3 0-6 16,0 3-6-16,0-1-1 0,-5 7 0 0,2 1-7 0,1-1 0 15,2 3-2-15,0 2-3 0,8-5-7 0,-4 7 13 0,6-6-5 16,-1 3-3-16,3-3-15 0,0 0-6 0,3-3-6 16,4-1-1-16,1-1 6 0,0 0-1 0,0-3 5 15,2-1 5-15,1 0 9 0,2-3 2 0,3 2 8 16,1-4 4-16,3-2-1 0,8 0 16 0,-8-2-18 15,10-1-1-15,-4-1-4 0,5 1-5 0,-1-1 12 16,-3 0-8-16,1 0-4 0,1-1-4 0,-2 2 0 16,-1 0-18-16,0-1-17 0,-2 2-26 0,-2-1-26 15,-1 1-31-15,0-1-37 0,0 1-46 0,-3 0-50 0,-1-2-277 0,1 1-566 16,-6-1 250 0</inkml:trace>
  <inkml:trace contextRef="#ctx0" brushRef="#br0" timeOffset="74865.14">14044 6384 131 0,'9'-5'271'0,"-2"2"-26"16,5 1-22-16,-3 2-23 0,4 2-16 0,1 1-13 15,3 5-12-15,-3 1-17 0,1 3-11 0,0 1-14 16,-3 2-11-16,6 6-9 0,-4 1-9 0,-9-3-8 15,1 0-7-15,-3 5-8 0,-2-4-6 0,-4-1-4 0,-5 4-3 16,0-2-7-16,-1-4-6 0,-5-1-3 0,-1 5-3 0,1-7-4 16,-1-2 0-16,-1-1-3 0,3-3-1 0,-1-3-3 15,5-1 0-15,-4-2 4 0,3 1 11 0,1-5 20 16,4 1 10-16,-3-3-3 0,4-2-1 0,2-1-15 16,2-5-8-16,5 0-13 0,4-6-14 0,5-4-23 15,5-5-16 1,4 0-13-16,13-8-5 0,0-3-10 0,7 2-17 15,-2 2-16-15,4-2-1 0,-4 3 2 0,0 3 8 16,2 0 5-16,-15 6 12 0,3 3 5 0,-3 0 17 16,-1 3 30-16,-5-3 31 0,-2 4 23 0,-6 4 26 15,-1 3 31-15,-6 2 20 0,1-4 21 0,-1 4 4 16,-1-1 40-16,-1 0-4 0,-1 1 20 0,-2 2 2 0,1-2 6 16,0 4-11-16,-1 0-15 0,-2 1-25 0,1-3-4 0,-1 6-26 15,3-3-17-15,-2 1-21 0,-1 2-35 0,0 0-34 0,0 0-38 16,0 0-25-16,0 0 2 0,0 17-4 0,-2-6 5 15,-5 14 11-15,1 4-2 0,-3 1 6 0,1 5 5 16,-2 13 7-16,2 1-6 0,0-3 2 0,0-12 0 16,4 0 15-16,1-3-4 0,2 0-4 0,-3-4 3 15,4-1-2-15,0-6 3 0,0-3 2 0,2 0-1 0,-2-5-1 32,0-3 5-32,0 0-2 0,1-3-5 0,-1 1-5 15,0-2-4-15,1-1 0 0,-2 0-4 0,0 0-2 16,2-1-6-16,-1-3-6 0,0 0-14 0,0 5-15 15,0-5-3-15,0 0-26 0,0 0-27 0,0 0-78 0,0 0-82 16,0 0-90-16,-11-11-239 0,8 5-656 0,-1-4 291 16</inkml:trace>
  <inkml:trace contextRef="#ctx0" brushRef="#br0" timeOffset="75096.39">14466 6532 261 0,'0'0'287'0,"-6"2"1"0,6-2-13 0,0 0-19 0,0 0-27 16,0 0-27-16,0 0-15 0,19-5-18 16,2 3-17-16,14-1-17 0,14-6-17 0,5 1-8 15,5 1-6-15,-4 0-18 0,0 0-8 0,-18 2-8 0,0 0-8 16,-5 0-2-16,-12 1-5 0,2 2-7 0,-5-2-3 16,-6 3-3-16,-3 0-2 0,0-1-7 0,-3 2-9 15,0-1-6 1,-5 1-22-16,0-4-15 0,0 4-19 0,0 0-23 15,-22 0-20-15,8 0-25 0,0 4-46 0,0-3-38 0,1-1-65 16,-1 2-167-16,4-2-456 0,0 1 202 16</inkml:trace>
  <inkml:trace contextRef="#ctx0" brushRef="#br0" timeOffset="75429">15355 6399 121 0,'0'0'384'0,"-4"-7"-19"16,4 7-24-16,-1-4-21 0,1 4-35 0,-4-4-28 15,4 4-30-15,0 0-23 16,-12 2-24-16,4 0-28 0,0 4-9 0,-3-3-20 16,2 6-8-16,-2-1-17 0,0 3-4 0,-2 0-12 15,2 2-9-15,0 0-8 0,1 2-7 0,4 1-4 16,-2-2-8-16,3 1-10 0,5 1-2 0,0 1-3 15,7 1-3-15,0-1-3 0,3 0 1 0,1 0 13 16,4-3-20-16,3 5-4 0,2-2-1 0,-6-4-1 16,0 0-3-16,-5-4-3 0,1-1 1 0,-2 0-5 0,-3 1-20 0,-1-4 1 15,0 1-5-15,-7 1 9 0,1-3 1 0,-8 2 1 16,-7 3 0-16,-8-3 1 0,-6 0-5 0,-2 1-39 16,-4-2-78-16,-2-1-91 0,-12-3-374 15,11-3-643-15,3-3 284 0</inkml:trace>
  <inkml:trace contextRef="#ctx0" brushRef="#br0" timeOffset="76229.66">16639 6266 126 0,'-1'-5'355'15,"1"2"-6"-15,0 3-13 0,1-9-17 0,-1 6-16 0,0 3-47 0,0-3-17 16,0 3-33-16,0-5-26 0,0 5-17 0,0 0-27 16,0 0-21-16,0 0-11 0,0 0-17 0,4 16-6 15,-4-4-7-15,4 5-13 0,-6 2-6 16,0 7-2-16,1 0 1 0,-3 4-12 0,0-1-1 0,0 0-6 16,-1-1-3-16,-3 0-2 0,1-4 5 0,3-4-10 15,-1-1-4 1,1-3-2-16,0-6-5 0,-1 1-6 0,4-5 9 15,0 1 1-15,0-1 16 0,-1-2 49 0,1 1 43 16,1-5 43-16,0 0 27 0,0 0-18 0,0 0-18 0,0 0-16 16,13-16-14-16,-4 5-15 0,2-5-14 0,6-4-9 15,3-1-10-15,-3-1-12 0,-1 1-5 16,4 0-8-16,-1 2-6 0,-9 5-7 0,0 5-6 16,-2 1-4-16,-2 1-6 0,-1 2-7 0,-1 2-8 0,0 1-33 0,2-1-18 15,-6 3-12-15,11 5-14 0,-1-2-4 0,-1 8-16 16,1 0-19-16,0 3-23 0,4 0-35 0,-3 3-40 15,5 3-45-15,2 1-75 0,-7-6-81 0,1-1-288 0,3-3-747 16,-2-1 331-16</inkml:trace>
  <inkml:trace contextRef="#ctx0" brushRef="#br0" timeOffset="76581.87">17341 6454 179 0,'0'0'248'0,"-8"0"-19"0,8 0-22 16,-9 0-15-16,9 0-22 0,-5 2-17 0,5-2-17 16,0 0-10-16,-6 1-18 0,6-1-8 0,0 0-13 15,-7 2-6-15,7-2-9 0,-1 2-6 0,1-2-5 16,0 0-10-16,-5 3 0 0,5-3-7 0,0 0-4 15,0 0 6-15,0 0 9 0,-4 2 7 0,4-2 2 0,0 0 4 16,0 0-3-16,0 0 5 0,0 0 12 0,0 0-5 0,0 0 7 16,27-1-2-16,-9-2-3 0,4 0-6 0,7-2-6 15,4 1-7-15,1 1-1 0,-4-1-11 0,2 1-6 16,-1-1-1-16,-11 1-8 0,2 3-2 16,-4-2-1-16,-5-1 1 0,-2 3-8 0,-2-1-10 15,0-1-26-15,-3 2-16 16,-2-3-24-16,-4 3-34 0,7 0-57 0,-7 0-78 15,0 0-83-15,0 0-185 0,-13-9-529 0,5 7 235 16</inkml:trace>
  <inkml:trace contextRef="#ctx0" brushRef="#br0" timeOffset="76912.7">17919 6253 129 0,'0'-4'489'0,"-2"1"-4"0,2 3-23 0,0-8-32 16,0 8-46-16,0-4-37 0,0 4-40 0,0 0-34 15,0 0-33 1,0 0-58-16,0 0-42 0,0 0-19 0,0 0-13 0,-2 19-12 16,2-8-9-16,-2 5-6 0,2 2-11 0,0 1-11 15,-1 8 4-15,1-1-7 0,-1-1-6 0,0-6-5 16,1 2-3-16,0 0-8 0,-2-3 1 15,2 1-6-15,0-4 3 0,0-2-7 0,0-2-2 0,0-4-3 16,0 3-1-16,0-4-17 0,0 0-10 0,0-2-6 16,-2 1 7-16,0-2-2 0,2 2 6 0,0-5-4 0,2 4 4 15,-2-4-7-15,0 0-12 0,0 0-14 0,0 0-88 0,0 0-68 16,0 0-70-16,-4-14-79 0,3 2-314 0,2 0-709 16,1-3 314-16</inkml:trace>
  <inkml:trace contextRef="#ctx0" brushRef="#br0" timeOffset="77132.42">18114 6130 263 0,'4'-2'365'0,"-2"-1"-28"15,2-2-35-15,-4 5-38 0,4-4-28 0,-4 4-26 0,0 0-24 16,15 11-14-16,-6-5-9 0,4 8-9 0,5 9-10 16,-4 2-8-16,5 4-4 0,-5 2-17 15,-1 16-6-15,-4-1-6 16,-4 1-8-16,-6 0-8 0,-3-11-8 0,-9 10-3 15,-6 0-13-15,-8-6-2 0,-5-1-5 0,-1-4-14 16,-1-2-19-16,3-10-24 0,-10 8-25 0,-8 1-44 16,-2-3-51-16,-6-6-70 0,1-4-96 0,-7-4-260 15,-3-5-591-15,3-7 262 0</inkml:trace>
  <inkml:trace contextRef="#ctx0" brushRef="#br0" timeOffset="77512.92">16351 6064 28 0,'-8'-4'238'0,"3"2"-15"0,-2 1-17 0,2-1-25 16,-2 2-21-16,-2 7-18 0,-2 1-11 0,-1 3-11 15,-9 14-9-15,2 0-4 0,-9 14-6 0,1 6 7 0,1 4 7 0,-2 6-3 16,-10 21-8-16,19-26-7 0,4 3-2 15,6-2-3-15,6-3-7 0,7-12-9 0,5 10 0 16,6-14-3-16,13 9 0 0,6-2-2 0,12-2-6 0,11-10 5 16,40 2-30-16,4-12-59 0,1-6-103 15,3-16-151-15,-1-1-175 0,-6-11-485 0,-11-6 215 16</inkml:trace>
  <inkml:trace contextRef="#ctx0" brushRef="#br0" timeOffset="78141.78">19134 5914 273 0,'1'-10'329'0,"0"2"-5"16,1-2-5-16,0 3-15 0,-2 2-12 0,1 0-7 16,1 0-27-16,-1 0-24 0,-1 0-22 0,0 5-28 15,1-5-27-15,-1 5-17 0,0 0-29 0,0 0-14 0,0 0-12 16,-4 18-10-16,-1-1-7 0,-1 9-16 0,1 7 5 16,-3 11-12-16,-2 5 6 0,2-1-11 15,-1 1 0-15,7-13-8 16,-5 11 6-16,1-12-19 0,5 1 9 0,-3-3-4 15,1-3 4-15,2-3-5 0,-2-3-2 0,2-4 0 0,1-5-5 0,0-1-24 0,0-3-27 16,0-1-28-16,0-2-22 0,-1-1-17 0,1-2-16 31,0-1-17-31,-3 1-2 0,3-2-27 0,0-3-64 16,-9 0-82-16,9 0-174 0,-10-5-522 0,5 0 231 16</inkml:trace>
  <inkml:trace contextRef="#ctx0" brushRef="#br0" timeOffset="78383.17">18874 6332 164 0,'-2'-1'294'0,"2"1"-2"0,-8-3-14 0,8 3-7 16,-5-1-18-16,5 1-18 0,-4-3-22 0,4 3-17 15,0 0-15-15,0 0-18 16,19-5-16-16,2 1-13 0,10 0-12 0,22-3-11 16,5 2-15-16,-1-1-6 0,4 0-14 0,-2 2-5 15,0-1-7-15,-8 0-10 0,-13 1-5 0,0 1 1 16,-4 1-5-16,-5 1-32 0,-7-2-15 0,-5 1-15 15,-6-2-24-15,2 4-18 0,-8-1-9 0,4-1-11 16,-5 2-3-16,-4 0-15 0,0 0-12 0,0 0-10 16,0 0-25-16,-26 0 11 0,16 2-14 0,-3-1-21 0,3 0-32 0,1-1-167 15,-1-1-396-15,4 1 175 0</inkml:trace>
  <inkml:trace contextRef="#ctx0" brushRef="#br0" timeOffset="78653.1">19806 6177 300 0,'0'-6'451'16,"0"1"0"-16,0 0-18 0,0 1-19 0,0-1-33 16,0 5-36-16,0-5-40 0,0 5-32 0,0-5-35 15,0 5-39-15,0 0-31 0,0 0-40 0,0 0-17 16,0 0-9-16,-1 12-8 0,1-1-13 0,-2 1-7 0,1 4-6 15,0 1-7-15,-2 2-6 0,2-1-4 0,0 3-3 16,-2 0-5-16,2-1-33 0,1-2-13 0,-1 0-11 16,1-1-40-16,-2-5-10 0,1 0-28 0,1-2-22 15,-4 2-27-15,3-4-13 0,-1 1-16 0,0-4-14 16,-6-2-47-16,2-1-63 0,-4-4-268 0,-3 1-609 16,3-3 271-16</inkml:trace>
  <inkml:trace contextRef="#ctx0" brushRef="#br0" timeOffset="78800">19724 6050 33 0,'1'-9'338'0,"3"-4"-8"16,-1 4-19-16,-2-1-27 0,0 4-26 0,3 0-31 15,-4 0-19-15,4 2-43 16,-4 0-58-16,4 2-52 0,-4 2-34 0,0 0-34 16,10 5-35-16,-5 0-54 0,0-1-65 0,0 1-168 15,3 2-362-15,-3 2 160 0</inkml:trace>
  <inkml:trace contextRef="#ctx0" brushRef="#br0" timeOffset="79317.87">20097 6200 53 0,'0'-2'444'0,"2"-3"-14"0,-2 5-13 0,2-5-38 16,-2 5-25-16,3-2-35 0,-3 2-38 0,2-3-34 15,-2 3-29 1,0 0-27-16,0 0-21 0,0 0-18 0,0 0-17 16,8 9-9-16,-8-1-18 0,2 0-10 0,-2 4-11 0,0 4-12 15,-2-1-10-15,-2 5-15 0,2-1-2 0,-5-2-27 16,3 3 2-16,-2-2-5 0,3 0-10 16,-2-2-12-16,0-4-3 0,3-3-5 0,0-1 5 15,-2-2-2-15,3 0 2 0,1-1 10 0,-2-2 17 0,0 1 22 16,2-4 31-16,0 3 31 0,0-3-16 0,0 0-7 0,9-7-15 15,1-3-2-15,-1 3-3 0,4-7-13 0,1 1-2 16,-1-1 0-16,6-6-12 0,-2 2-1 0,3 0-3 16,-6 4-4-16,-1-1-1 0,1 5-8 0,-4 1-1 15,-2 3-4-15,0-3-1 0,-3 4-5 0,1 3-6 16,-1-4-6-16,-1 4-3 0,-4 2-1 0,0 0-10 16,12 6 0-16,-8-2-7 0,2-1 9 0,-4 9-8 0,2-4 9 0,0 4-5 15,1 0 2-15,-2 4 7 0,1-4 1 0,-2 1 4 16,1 3-2-16,0-3 0 0,1-4-3 0,-2 1 2 15,0 0 1-15,-1-5 4 0,2 1 3 0,-3-3 0 16,1 1 5-16,-1-1 2 0,0-3 34 0,0 3 32 16,0-3 36-16,0 0 16 0,0 0-9 0,0 0-17 15,0 0-7-15,16-12-13 16,-9 3-3-16,1 1-12 0,1-5-11 0,1-1-17 16,2 0-36-16,2 1-34 0,-3-1-41 0,-1-1-34 15,3 4-50-15,-3 0-57 0,3 0-45 0,-1 4-47 16,-2 4-38-16,3-4-33 0,-2 4-310 0,-1 1-747 15,3 2 330-15</inkml:trace>
  <inkml:trace contextRef="#ctx0" brushRef="#br0" timeOffset="79856.95">20603 6406 25 0,'0'5'245'0,"0"-5"9"16,-4 3 10-16,4-3 2 0,0 0 8 0,0 2 2 15,0-2 2-15,0 0-29 16,0 0-27-16,0 0-24 0,13-5-26 0,-1 0-12 0,-1 0-19 15,5-2-9-15,3-1-13 0,-3-1-16 16,10-1 4-16,-2-4-24 0,2 2-8 0,-1-1-9 16,-1-1-5-16,1-1-13 0,-1-1 2 15,0-1-7-15,1 4-11 0,-10-1 3 0,5-3-1 16,-7 5-12-16,1 1 15 0,-7 3-17 0,0 0 2 0,0-1 7 16,-4 5-10-16,3-1 11 0,-4 0-1 0,-2-1-7 15,0 4-12-15,0 2 1 0,-8-4-11 16,-3 5 4-16,-2 3-1 0,-5 2-3 0,-1 4 1 0,-1-2-10 0,-4 6 8 0,1-1-3 15,-2 3-1-15,5 1 3 0,-2 1-4 16,4 2 8-16,4-4-6 0,1 0 14 0,4 1-13 16,4-3-9-16,-1 3 2 0,5-1 9 0,2-3-5 15,1-2 1-15,4 0-1 0,1-1 12 0,7 2 0 16,4-4-2-16,-2 1 12 0,1-4-4 0,5 1 1 16,-3-3 13-16,2-1 7 15,-1-1 6-15,1-1 11 0,-4-1 13 0,1 0 4 16,-4-2 15-16,-1 0 8 0,1 1 19 0,-4-3 7 15,3-1 13-15,0-2 8 0,-4 3 1 0,3-3 3 16,0-2-3-16,1-4-1 0,0 2-1 0,0-2-5 16,-1-1-4-16,4-4-1 0,-2-5-8 0,2 2-12 15,2-2-7-15,-4 2-15 0,2-1-5 0,0 2-7 16,-7 9 7-16,0 3 5 0,-4 1 1 0,2 2-15 0,-5 1-6 0,2 2-17 16,2-1-18-16,-3 0-39 0,-2 3-36 0,-1 1-38 15,0 0 5-15,9 6 4 0,-6 4 7 0,-2 0-6 16,4 0-1-16,-3 6 5 0,0 1-1 0,-2 0-13 15,5 2-15-15,-4 1-22 0,1-2-30 0,-1-2-42 16,-1 1-46-16,0 0-47 0,0-1-70 0,-3-1-104 16,1-5-316-16,-3-5-841 0,2-1 371 0</inkml:trace>
  <inkml:trace contextRef="#ctx0" brushRef="#br0" timeOffset="85884.32">3984 9732 83 0,'0'0'145'0,"0"0"-16"16,0 0-15-16,0 0 3 0,0 0-11 0,-10-1-8 0,10 1-4 16,0 0-1-16,0 0-5 0,0 0-1 0,0 0-5 15,0 0-7-15,0 0-1 0,0 0-7 0,0 0 1 0,-8 0-12 16,8 0-6-16,0 0-1 0,0 0-5 0,0 0-9 0,0 0-1 15,-6-3-3-15,6 3-7 0,0 0-2 16,0 0-6-16,0 0 0 0,0 0-4 0,0 0 2 16,0 0-6-16,0 0 3 0,0 0-2 0,0 0-4 15,0 0-5-15,0 0 4 0,-2 7-2 0,2-7-5 0,0 0 2 16,0 0 9 0,9 4-3-16,-4-3-3 0,6 2 4 0,4-3-6 15,5 0 6-15,11 1 5 0,6-1 5 0,0 0 7 16,17-4 8-16,1 1 4 0,1 1 1 0,0-1-3 0,-6-1 2 15,-12 2-3-15,-1-1-6 0,-2 1-1 0,-6-1-5 16,-2 1 0-16,-5 1-3 0,-4 0-3 16,-7 1-11-16,-2 0-19 0,-1 0-10 0,-8 0-18 15,7 0-11-15,-7 0-22 0,0 0-31 0,-16 8-31 0,-1-6-178 0,-2 2-342 16,-1 0 152-16</inkml:trace>
  <inkml:trace contextRef="#ctx0" brushRef="#br0" timeOffset="86486.17">3968 10095 152 0,'-10'4'166'0,"3"-2"-5"0,0 0-15 0,2-1-4 16,0 1-5-16,0 0-1 0,5-2-5 0,-6 2-6 16,6-2 0-16,-7 1 0 0,7-1-4 0,0 0-1 15,0 0-4-15,-5 1-6 0,5-1-5 0,0 0-10 0,0 0-3 16,0 0-7-16,0 0-4 0,0 0-7 0,0 0-8 15,0 0-2-15,0 0-7 0,0 0-5 0,0 0-7 16,0 0-2-16,0 0-6 0,0 0-4 0,0 0-2 0,0 0-3 16,0 0-5-16,0 0-4 0,0 0 1 0,0 0-5 15,0 0 0-15,0 0-5 0,0 0 9 0,0 0-13 16,0 0 4 0,0 0-4-16,0 0 1 0,0 0-3 0,0 0 1 0,0 0-3 15,0 0 1-15,0 0 4 0,0 0-3 0,0 0-5 16,0 0 1-16,0 0 1 0,0 0-2 15,0 0-3-15,0 0 9 0,0 0-3 0,0 0-2 16,0 0 0-16,0 0 3 0,27 3-3 0,-9-6 0 0,11 1 0 16,6-2 9-16,4-1-10 0,16 0 2 0,1-2 0 15,5 0 3-15,6-1 2 0,1 3 7 0,20-7-3 0,-28 5 0 16,-1 1 1-16,-2 1-5 0,-20-1 2 0,0 1-2 16,-2 3 1-16,-3-2-4 0,-1 3 12 0,-10 1-8 0,-3 0-6 15,-4-3 3-15,-3 3-3 0,-3-1 1 16,-1-1-2-16,-1 1-3 0,-6 1-2 0,9 0-12 15,-9 0 3-15,4 3-20 0,-4-3-21 0,0 0-15 16,-18 4-22-16,9-1-30 16,-2 1-25-16,2-1-21 0,1-2-65 0,0 2-159 15,3 0-422-15,5-3 186 0</inkml:trace>
  <inkml:trace contextRef="#ctx0" brushRef="#br0" timeOffset="87172.32">5826 9976 133 0,'-14'2'171'0,"4"0"-3"0,-1-1-12 16,4-1-7-16,0 1-9 0,0 0-12 0,2 1-9 16,5-2-14-16,-8 0-1 0,8 0-7 0,0 0-16 15,-7 0-7-15,7 0-3 0,0 0-10 0,-8 0-6 0,8 0-6 0,0 0 1 16,0 0 1-16,-2 3 4 0,2-3 1 0,0 0-1 16,0 0 10-16,0 0 2 0,0 0 0 0,0 0 8 15,0 0 0-15,0 0-5 0,0 0 9 0,-3 2-11 16,3-2-3-16,0 0 1 0,0 0 0 0,0 0-1 15,0 0-3-15,0 4-4 0,0-4-6 16,0 0-4-16,0 0-2 0,0 0-5 16,0 0-4-16,0 0 1 0,0 0-3 0,0 0-10 15,0 0 3-15,0 0-5 0,0 0 3 0,0 0-7 16,0 0-1-16,0 0 0 0,0 0-2 16,0 0-1-16,0 0-1 0,13 0-2 0,-2-1-4 0,6-2 9 15,3 1-11-15,11 1-1 0,1-3 7 16,4 3-3-16,4-3-4 0,14 2 7 0,0-4 0 0,2 1 2 15,-5-2 1-15,-12 2-5 0,-5 1 0 0,2-1-1 0,-8 2 2 0,-5 1-3 16,-3 0-5 0,-8 1 1-16,1 1 0 0,-2-2 3 0,-4 2 1 15,-2-1-4-15,-5 1-3 0,11-1-9 0,-7 1-7 16,0-4-6-16,-4 4-9 0,0 0-17 0,0 0-18 0,0 0-15 0,0 0-13 16,-22 4-23-16,14-4-28 0,-2 4-34 0,4-3-37 15,-3 1-247-15,2-2-500 16,4 2 222-16</inkml:trace>
  <inkml:trace contextRef="#ctx0" brushRef="#br0" timeOffset="87520.06">6635 9750 392 0,'0'-7'399'0,"1"0"-16"0,-1-1-17 0,0 4-17 15,0-1-20-15,2 1-19 0,-2 0-28 0,0 4-29 0,1-5-32 16,-1 1-20-16,0 4-27 0,0 0-52 16,0 0-40-16,0 0-49 0,0 0-10 0,0 0-4 15,0 0-4-15,3 22-4 0,-1-10 2 0,-2 6-4 0,4 0 1 0,-7 1 1 16,3 3-2-16,3 4-5 0,-3-1 4 0,1 1-4 16,-1-1 4-16,0 1-1 0,0-8-3 0,0 1 2 15,2-3 2-15,-4 1-4 0,2-7-3 0,2 0 3 16,-1-2 7-16,-1-2-5 0,0 1-3 0,0-2 9 15,0-2-2-15,0-1 1 0,0-2 0 0,1 4 1 16,-1-4 7-16,2 5-11 16,-2-5 4-16,0 0-14 0,0 0-13 0,0 3-19 15,0-3-19-15,0 0-12 0,0 0-32 0,0 0-92 16,0 0-101-16,-6-17-284 0,5 8-623 0,2-3 276 16</inkml:trace>
  <inkml:trace contextRef="#ctx0" brushRef="#br0" timeOffset="87788.97">6860 9506 336 0,'0'-3'317'0,"0"3"-33"16,0-4-35-1,0 4-32-15,0 0-23 0,0 0-20 0,0 0-20 16,18 10-14-16,-4 4-16 0,5 7-10 0,3 4-16 0,1 4-7 15,6 12-12-15,1 1-6 0,-3 3-3 0,-2 0-7 16,-6 1-9-16,-1 1-2 0,-5 1-1 0,-3 3-4 16,-6-5-7-16,-8 1-1 0,-1-14-2 0,-8 1-4 15,-6 10 10-15,-8-1-11 0,-6-5-9 0,-6-3 1 16,-5-4 3-16,-1-5-12 0,-1 0-18 0,-1-3-33 16,-9-5-40-16,-3-3-62 0,0-4-81 0,-30 2-252 0,31-10-510 15,-1-5 227-15</inkml:trace>
  <inkml:trace contextRef="#ctx0" brushRef="#br0" timeOffset="88227.13">5866 9448 58 0,'-2'-5'217'0,"-2"2"-25"0,0 0-20 0,-4 3-22 16,8 0-16-16,-19 3-10 0,2 9-13 0,-4 2-10 16,-5 6-14-16,-1 8-7 0,-9 10-10 0,3 8-11 15,0 0 2-15,-3 4-6 0,8 4 11 0,-13 21 1 16,18-17-2-16,8-3 0 0,5-3-3 0,3 0 12 16,9-3-2-16,5-3 6 0,5-13 2 0,11 6 5 15,9 0 2-15,7-6-3 16,11-3-6-16,10-8-1 0,32 4 3 0,3-11-30 15,3-8-54-15,1-3-80 0,1-6-106 0,-33-2-238 0,24-6-463 0,-31 0 206 16</inkml:trace>
  <inkml:trace contextRef="#ctx0" brushRef="#br0" timeOffset="88890.66">7357 9261 143 0,'3'-2'297'0,"-3"2"-20"0,2-5-23 31,-2 5-23-31,0-5-21 0,0 5-29 0,0 0-20 16,0 0-18-16,0 0-19 0,0 0-10 0,0 0-13 15,4 16-12-15,-1-5-9 0,-2 1-10 0,-1 4-1 0,1 2-12 16,2 1-8-16,-6 1-4 0,6 0-2 0,-2 5-8 15,-1 1-13-15,0-8 0 0,0 1-4 0,0-4 0 16,4-3-3-16,-4 0 0 0,0-2-3 0,3-5 4 0,-3 2 11 16,0-2 19-16,1-1 32 0,-1 0 33 0,0-4 49 15,1 4 4-15,-1-4-7 0,11-7-11 0,-4-1-7 16,7-2-10-16,0-2-2 0,1 2-3 16,5-7 0-16,1-1-6 0,-1-2-12 0,-4 7-4 0,3-4-11 0,-1 3 1 15,-5 2-11-15,0 5-10 0,-3 1-9 0,-5 0-11 16,6 1-8-16,-5 0-10 0,0 3-5 0,1 2-16 15,-7 0-17-15,16 6 7 0,-8 0-6 0,2 2-1 0,1 4-6 16,0 4 4-16,0 1-12 0,1 7-16 0,-2-2-34 16,-1-3-45-16,-2 6-39 0,1 0-48 0,-4 1-55 15,-4-7-75 1,1-2-357-16,-1 0-745 0,3-6 330 0</inkml:trace>
  <inkml:trace contextRef="#ctx0" brushRef="#br0" timeOffset="92596.29">8986 9231 42 0,'0'-9'168'0,"0"0"2"16,-2 2-1-16,1-2-3 0,-1 0-1 0,0-2-1 0,-1 3 2 16,2-1-11-16,-2 2-5 0,2-1-6 0,-1 3-8 0,0 1-4 15,1 0-9-15,-1 0-11 0,0-1-7 0,2 5-5 16,0-7-15-16,0 7-7 0,-2-2-10 0,2 2-11 15,-3-3-6-15,3 3-7 0,0 0-2 0,-10 9-7 16,0 6-5-16,1 3-3 0,-4 9-3 0,-5 3-7 16,-1 19-3-16,-3 4-8 0,-6 28-1 0,-1-2-2 15,8-23 0-15,-6 26 2 16,2-5-3-16,11-20-1 0,-8 26 0 0,9 0 4 16,4-25-1-16,3 2 1 0,2 1-2 0,-1 23 2 15,2-29-2-15,2-2 3 0,-3-3-1 0,3-2 0 16,-3-13-3-16,-1-2 2 0,0-2-1 0,0-2 0 0,-3-4 0 15,3-6 0-15,-2-2-1 0,0 0 5 16,2-5 5-16,0-3 13 0,-3-1 10 0,-1 0 8 16,-1-4 9-16,-3-1 0 0,-1-1 8 0,-3-2 4 0,-2-1-1 0,-1-3 15 15,2 0-7-15,0-1 8 0,-1-2 10 0,6 2 4 16,4-3-9-16,-1 5-4 0,1-2 0 0,0 1 2 16,3-1-21-16,-1 4-12 0,2 0-1 0,0-2-9 15,4 0-28-15,1 3-42 0,0 0-30 0,-5-4-43 16,3 1-35-16,2 3-47 0,0 0-22 0,0 0-17 15,0 0-46-15,0 0-256 16,0 0-570-16,7 12 252 0</inkml:trace>
  <inkml:trace contextRef="#ctx0" brushRef="#br0" timeOffset="93043.89">8266 10948 172 0,'-4'2'165'16,"4"-2"-9"-16,-9 3 0 0,8-1-14 0,1-2-3 15,-7 2-14-15,7-2-10 0,0 0-14 0,0 0-15 16,-6 3-3-16,6-3-3 0,0 0 8 0,0 0-1 0,0 0-3 16,-4 1-5-16,4-1-2 0,0 0-4 0,0 0 3 15,0 0-4-15,21-1-5 0,-6-2-4 0,9 1-3 0,8-2-8 16,3 0-4-16,4 0-5 0,11-5-5 0,-13 5-3 15,1 2-8-15,0 0 0 0,-3-2-2 0,-3 1-3 16,0 2 0-16,-2 0-5 0,-10-2-1 0,2 3 0 16,-6 0-4-16,-2 3-5 0,-2-6-7 0,-2 3-12 0,0 3-9 0,-5-3-10 15,-1 1-6-15,-4-1-2 0,0 0-1 0,0 0-13 16,0 0-16-16,-10 8-30 0,0-6-21 16,0-2-30-16,-1 1-197 0,-1 0-377 0,1-1 167 0</inkml:trace>
  <inkml:trace contextRef="#ctx0" brushRef="#br0" timeOffset="93275.93">9040 10743 234 0,'0'-5'365'0,"1"-3"-3"0,2 6-9 16,-3-2-13-16,0-2-32 0,0 2-13 0,0 4-28 0,0 0-33 15,0-4-28-15,0 4-24 0,0 0-31 0,0 0-10 0,0 0-20 16,0 0 2-16,0 19-24 0,0-1-9 0,0 7-17 16,0 0-33-16,3 2-36 0,-1-1-20 15,-1 3-48-15,3 0-45 0,-2-2-49 0,0 1-71 16,-2-7-109-16,0 2-175 0,-2-7-555 0,-1-7 246 0</inkml:trace>
  <inkml:trace contextRef="#ctx0" brushRef="#br0" timeOffset="94146.81">9312 8809 217 0,'-1'-10'300'0,"0"5"2"0,-2-3-11 0,3 3 1 0,0-1-35 15,-1 1-25-15,1 5-29 0,-4-6-21 0,4 6-24 16,0 0-19-16,0 0-18 0,0 0-11 0,-4 18-12 0,-1 1-11 16,1 8-9-16,0 0-14 0,2 4-26 0,-2 15-25 0,1-10-37 15,2-1-34-15,1 16-43 0,1-2-46 0,3 2-81 16,0-14-210-16,1-1-474 0,-1-4 210 0</inkml:trace>
  <inkml:trace contextRef="#ctx0" brushRef="#br0" timeOffset="94748.84">9918 9675 81 0,'-3'-4'300'16,"3"4"-11"-16,0-6-23 0,-1 1-13 0,1 1-18 0,0 4-25 15,-4-3-23-15,4 3-18 0,0 0-21 0,0 0-21 16,-1-5-16-16,1 5-15 0,0 0-12 0,0 0-8 15,0 13-8-15,1-2-9 0,3 2-6 0,-4 4-4 16,0 4-7-16,4 3-6 0,-8 1 0 0,5 3-6 0,-1 0-3 0,0 3-4 16,0-1 2-1,3-2-2-15,-3-1-3 0,0 1-4 0,0-8 4 16,0-1-2-16,0-2-8 0,0-1-1 0,0-3 2 16,-3-4-3-16,3 1 9 0,0 0-12 0,0-5 3 15,0-1 2-15,-1 1 0 0,1-1-1 0,0 0-3 0,0-4 2 16,0 7-1-16,0-7 2 0,0 2 0 0,0-2 0 0,0 0-1 0,0 4-1 0,0-4 3 15,0 0-1-15,0 0 2 0,0 0-6 0,0 0-10 16,0 0-38-16,0 0-55 0,0 0-37 0,-13-11-50 0,10 5-66 16,0-4-192-16,-1 3-479 0,0-3 212 15</inkml:trace>
  <inkml:trace contextRef="#ctx0" brushRef="#br0" timeOffset="95165.35">9799 9569 121 0,'-2'-5'291'0,"-1"1"-22"15,-2 1-25-15,5 3-28 0,-1-6-25 0,1 4-12 16,0 2-26-16,0 0-15 0,15 0-17 0,-3 5-6 15,7 2-18-15,7 5-10 0,5 0-9 0,-1 6-6 16,4 0-9-16,10 10-7 0,-4 0-5 0,-10-4-6 16,-2 1-2-16,5 11-8 15,-14-7-3-15,2 2-1 0,-8 1-4 0,-2 2 4 16,-2 12-7-16,-6-12-4 0,-6-1-2 0,-5 1 2 16,-2 0 3-16,-4-3 2 0,-5-2 4 0,-3-2 7 15,-7-2 1-15,2 0 0 0,-3-4 10 0,1-2-3 16,1-2 2-16,-3 1 5 0,7-5 2 0,-4-2-2 15,11-2 1-15,-2-2-2 0,4-2 2 0,2-1-8 16,3 0 5-16,3-2-3 0,0 0-4 0,2 0-4 0,1-2-5 16,4 0 9-16,-8 3 2 0,8-3-6 0,0 0 3 0,0 0-24 15,0 0-22-15,0 0-26 0,7-13-24 0,0 6-28 16,1-2-35-16,2 0-44 0,0-3-56 0,3-2-54 16,-1 0-227-16,-2-2-540 0,0-1 239 0</inkml:trace>
  <inkml:trace contextRef="#ctx0" brushRef="#br0" timeOffset="97105.61">10167 9186 129 0,'-4'-3'214'0,"3"-1"-4"0,1 4-8 16,-3-4-12-16,3 4-10 0,-1-4-5 0,1 4-10 0,0 0-11 0,0-6-11 0,0 6-8 16,0 0-10-16,0 0-10 0,-1-5-10 0,1 5-13 15,0 0-8-15,0 0-11 0,1-6-5 0,-1 6-9 16,5-1-7-16,3 0-5 0,-8 1-2 0,14-3-7 16,-4 3-3-16,3 0-5 0,0-2-5 15,0 3 7-15,6 3-6 0,0-3-1 0,1 3-1 16,2 3-1-16,-3-2-2 0,0 0-6 0,3 0 3 15,-8 2-5-15,4 1-1 0,-2 1-4 0,-1 2-6 0,-6-2 1 16,-1 0-4-16,-2 2-2 0,-5 5 0 16,-1-1 0-16,-6 1-8 0,-3 4 3 0,-8 2 2 0,-2 0 0 15,-4-1 5-15,0-2-3 0,1 2 4 16,-2-4-3-16,2-1 3 0,-2 1-6 0,2-1 6 0,6-6 3 0,-1 2-4 16,-1-4 0-16,9-1 0 0,-2 0 1 0,2-2 0 31,2 0 0-31,2-2-2 0,-1 1-1 0,3-2 2 0,0 1 3 0,3-3 9 0,-3 4 1 0,3-4-2 15,-4 3 2-15,4-3 2 0,0 0 8 0,9 3 3 16,0-3 5-16,1 2 2 0,9-4-1 0,2 1-1 16,6-1-1-1,3-1-3-15,0 1-2 0,0-3-4 0,1 3-2 16,0-3 1-16,-2 0-2 0,-7 4-3 16,-3-3-2-16,0 3-2 0,-1-2 4 0,-8 2-5 0,-2 0-1 0,1 0 4 0,-3 1-1 15,1-2 4-15,-7 2-8 0,7 0-1 0,-7 0-12 16,6 0-8-16,-6 0-5 0,0 0-30 0,0 0-19 15,0 0-21-15,0 0-33 0,-20-4-36 0,11 4-35 16,-1 0-61-16,1-1-177 0,-2-2-466 0,3 1 207 0</inkml:trace>
  <inkml:trace contextRef="#ctx0" brushRef="#br0" timeOffset="97537.6">10691 9295 38 0,'0'-5'356'0,"1"2"-12"16,1 1-18-16,-2 2-21 0,0-4-31 0,0 4-25 16,1-5-31-16,-1 5-22 0,0 0-27 0,0-6-18 0,0 6-23 15,0 0-13-15,0 0-9 0,0 0-12 0,0 15-10 0,0-8-7 16,-1 4-8-16,1 1-13 0,-2-1-3 0,1 5-7 15,-1 1-3-15,-1 0-4 0,-1 0-1 16,3 1-5-16,-3-1 2 0,4-2-9 0,-3-1 0 16,2-2-7-16,0-4-3 0,0-1 5 0,-2-2 0 0,3 2-2 15,-1-3 5-15,1-4 1 0,-1 6 18 0,1-6 39 16,0 0 31 0,0 2 12-16,0-2-4 0,0 0-21 0,11-14-1 15,-6 8-12-15,4-5-6 0,2-1-10 0,2-3-11 0,-2 0-4 16,1 3-4-16,-4 3-5 0,0 1 4 0,-2-1-5 15,-1 5-6-15,0 0-4 0,3 0-13 0,-8 0-7 0,3 1-17 16,-3 3-8-16,6 0-9 0,0 4-6 0,-1 2 1 16,3 0-1-16,-4 3-1 0,5 3 9 0,0 1-8 15,-3 2 5-15,2-1 14 0,1 1-9 0,4 4-31 16,-4-4-25-16,0 1-46 0,-1 1-42 0,-5-2-44 16,2 0-46-16,0 1-62 0,-5 1-330 0,-2-8-693 15,2 2 307-15</inkml:trace>
  <inkml:trace contextRef="#ctx0" brushRef="#br0" timeOffset="98106.6">11610 9166 263 0,'-1'-2'257'0,"1"2"-16"0,-2-9-28 0,1 7-20 0,1 2-24 15,0 0-19-15,0 0-18 0,-14 7-11 0,5 2-15 0,-9 13-9 16,-3 5-8-16,-6 11-8 0,-3 6-7 0,1 2-14 16,-3 0-4-16,6 2 0 0,-1 4 1 0,8-2-5 0,5-2-5 15,3-1 0-15,7-11-8 0,3 0-1 16,6-1 15-16,11 10-1 0,2-2-2 0,12-4-2 15,7 0-1-15,2-5-2 0,6-7-6 0,4-4-27 16,-2-3-50-16,1-6-70 0,9-2-117 0,-20-7-211 0,-1-5-472 0,-1-2 209 16</inkml:trace>
  <inkml:trace contextRef="#ctx0" brushRef="#br0" timeOffset="98708.93">11864 9557 15 0,'1'-5'244'0,"2"0"-9"0,-2 0-9 0,3-2-10 16,-3 3-19-16,2-1-15 0,2-1-9 0,0 0-14 0,0 2-16 15,0-2-13-15,3 1-15 0,1-1-11 0,1 2-10 16,-1 4-10 0,4-1-7-16,-3 1-14 0,3 1-7 0,0 4-9 15,2 2-2-15,0 2-7 0,-2 2-2 0,1 3-4 0,-2 3-6 16,1 5-3-16,-1 2 2 0,-7-5 0 0,-1 3-7 15,0 4-3-15,-3-6 1 0,-2 6 0 16,-5-2-3-16,1-5-1 0,-2 8-1 0,-2-10-1 16,0-2-3-16,-1 0 5 0,0 1-2 0,1-4 10 15,1-4 8-15,3 2 5 0,-4-3 6 0,5-3 15 0,1 1 15 0,-1-2 20 16,0 1 35-16,3-2 47 0,1-2 32 0,0 0-13 16,0 0-24-16,-6-9-13 0,8 0-15 0,2 0-17 15,3-6-11-15,2 0-12 0,4-2-11 0,4-7-9 0,0 0-7 16,2 0-9-16,2-1-11 0,-2 6-1 15,-2-1-8-15,-3 7-4 0,0 2-4 0,-5 2-2 16,-3 2-5-16,-2-1-6 0,3 6-4 0,-5-3-9 0,2 3-9 0,1-1-31 16,-5 3-9-16,0 0-5 0,11 7-3 0,-7-4-8 15,2 6 8-15,-1 1 3 0,1 0-2 0,-1 2 3 16,1 2 2-16,1 2 5 0,-1-2 11 0,2 2-9 16,-2 1-10-16,1-2-17 0,-1-4-18 0,-1-2-24 15,1 3-27-15,0-1-36 0,-2-4-38 0,-1 1-50 16,1-3-78-16,0 0-238 15,1-2-617-15,-5-3 273 0</inkml:trace>
  <inkml:trace contextRef="#ctx0" brushRef="#br0" timeOffset="99093.8">12359 9174 140 0,'1'-7'307'0,"0"0"-18"0,3 1-16 16,-1 2-21-16,-2-1-22 0,4 2-24 0,-4-2-22 0,6 3-18 15,-2 0-19-15,-5 2-21 0,11 0-11 16,-1 3-11-16,-2 5-12 0,3 1-8 0,-3 2-10 0,1 1-7 15,-1 6-10-15,-2 1-3 0,-1-1 0 0,-3 7-12 16,-2 1-2-16,-5-1-3 0,-2 4-3 0,0-5-5 16,-4 1 0-16,0-1-6 0,-1-1-1 0,2-6 1 15,0-2-7-15,4-7-3 0,-2 4 3 0,3-3 0 0,0-2-4 0,1-1 11 16,0-2-12-16,3 1 4 0,-2-2 14 0,2 0-1 16,1-3 15-16,9 4-11 0,2-4-3 0,10-2-5 15,7 0-4-15,4-1-8 0,5-2-29 0,-1 0-45 16,3 0-63-16,-3 1-79 0,1-4-335 0,0 1-583 15,0 0 258-15</inkml:trace>
  <inkml:trace contextRef="#ctx0" brushRef="#br0" timeOffset="99641.78">12911 9735 74 0,'-4'0'212'0,"4"0"-8"16,-5 1 4-16,5-1 4 0,0 0-1 0,-5 1 3 15,5-1-1-15,0 0-13 0,0 0-11 0,0 0-8 0,0 0-16 0,0 0-15 16,0 0-14-16,0 0-18 0,21-9-11 0,-8 7-11 16,7-3-14-16,1 0-5 0,11 0-11 0,-1 1-7 15,1 1-3-15,1-2-8 0,1 0-7 0,-2 1-2 16,0 1-5-16,-1-1 6 0,-12 2-9 0,2-1-6 15,-8 2 12-15,-1 0-15 0,-2-2-2 0,-1 3 4 16,-4-1-11-16,2 0 2 16,-3 0-5-16,-4 1-9 0,7-2-6 0,-7 2-8 15,4-1-18-15,-4 1-26 0,0 0-30 0,0 0-30 16,0 0-36-16,-13-7-30 0,9 5-25 0,-1 0-255 16,0-1-501-16,0 1 221 0</inkml:trace>
  <inkml:trace contextRef="#ctx0" brushRef="#br0" timeOffset="100042.35">13459 9368 366 0,'-1'-8'385'0,"1"1"-6"0,0 0 5 0,-3 2-15 0,6 0-20 16,-2-2-22-16,-1 3-34 0,0 1-31 0,0 3-30 15,0-6-24-15,3 4-26 0,-3 2-29 0,0 0-19 16,0 0-51-16,0 0-19 0,0 0 8 0,0 0-26 0,2 18-1 16,-1-3-10-16,3 2-9 0,-1 1 3 0,0 11-9 15,-1 0-3-15,-1 2 0 0,2-1 16 16,-3-1-25-16,1 0-6 16,-1-1 22-16,-1 1-13 0,-2-4-1 0,3-5-4 0,0 0-3 15,-1-4-1-15,2 1 7 0,-1-5-3 16,0-2-2-16,0-1 2 0,0 0-3 0,0-3 3 15,0 0-4-15,3 0 9 0,-3-4-3 0,0 2 6 16,0-4-2-16,-3 6-3 0,3-6 5 0,0 3-2 0,0-3 2 16,0 0-6-16,0 4 6 0,0-4-4 0,0 0-4 15,0 0 13-15,0 0-18 0,0 0 0 0,0 5-21 0,0-5-12 16,0 0-21-16,0 0-49 0,0 0-72 0,0 0-82 16,7-15-71-16,-4 3-307 0,1 3-687 0,2-3 305 15</inkml:trace>
  <inkml:trace contextRef="#ctx0" brushRef="#br0" timeOffset="100495.9">13514 9072 62 0,'-1'-3'309'15,"-1"-1"-16"-15,2 4-25 0,-2-4-24 0,2 4-30 16,0 0-23-16,-2-3-21 0,2 3-19 0,0 0-15 16,16 10-15-16,-2-1-13 0,7 11-8 0,1 4-12 0,15 13-9 15,-2 4-12-15,1 4-2 0,-1 5-11 0,13 20-5 0,-23-20-4 16,2 3-6-16,-6 1-4 0,-1-2-1 0,-10 3-5 15,-6-1-2-15,-5-5-7 0,-7 4-1 0,-10-4 2 16,1 1-4-16,-3-1 0 0,-5-10-1 0,4-10 4 31,-3-1-7-31,1-1 4 0,-1-6 8 0,-3 2 10 16,5-4 20-16,-1-2-6 0,5-5 2 0,0 0 11 0,0-2 0 16,7-3 7-16,-1-2 3 0,3 0 4 0,3-1 2 0,1-1-1 15,-1-1 3-15,2 1-20 0,0-2 11 0,4-1 18 16,-5 3 1-16,2 0 1 0,3-3-1 15,0 0-8-15,-5 2-16 0,5-2-4 0,0 0-40 16,0 0-41-16,0 0-56 0,10-9-38 0,-2 4-72 0,1-2-75 16,1-1-96-16,-1-1-252 0,2 1-657 0,-3 1 290 15</inkml:trace>
  <inkml:trace contextRef="#ctx0" brushRef="#br0" timeOffset="103378.23">13996 8882 34 0,'0'0'261'0,"2"-6"-4"16,-2 6-9-16,0-4-13 0,0 4-16 16,0-3-19-16,0 3-22 0,0 0-19 0,1-5-16 0,-1 5-16 15,0 0-19-15,0 0-13 0,0 0-9 0,0 0-12 0,0 0-6 16,3 17-8-16,-3-7-8 0,-1 3-2 0,1 2-9 16,-2 1-4-16,2 1-4 0,-1 1-1 0,0 2-4 0,1 0-3 15,-1-1-3-15,1 0 0 0,0-2-5 0,0 0-1 16,-2 0 1-16,2-5-5 0,2 1 2 15,-2-1-2-15,0 0 0 0,0-5-6 0,0 2 4 16,0-4 0-16,0 0 8 16,0-2 30-16,1 1 28 0,-1-4 33 0,0 5 38 15,0-5 25-15,0 3 22 0,0-3 14 0,0 0-17 16,0 0-26-16,6-9-8 0,-1-2-19 0,4 0-12 16,-2-2-13-16,3-1-13 0,1-3-11 0,4-7-10 15,-3 7-8-15,1 2-7 0,0-1-7 0,-3 4-7 16,-1 3-1-16,-4 0-6 0,-1 4-7 0,2 0-10 15,-2 1-3-15,1-1-9 0,-2 2-3 0,-1 0-31 0,-2 3-5 0,0 0-12 16,11 6 0-16,-5-1 0 0,0 4 4 0,-1 1-2 16,3 5 0-16,-1-1 4 0,0 1 2 0,0 2-3 15,-2-1 11-15,2 5-1 0,-3-4 2 0,1 1 3 16,-1 1 7-16,1-4-4 0,-1 0 5 0,-3-3 2 16,3-2 2-16,-4-3-6 0,0 0 4 0,4 0 11 0,-4-2-8 15,0 0 6 1,0 0-14-16,1-1 17 0,1 0-5 0,-1-3-4 15,-1-1 9-15,0 5-11 0,0-5 1 0,0 0-5 16,1 5-30-16,-1-5-26 0,0 0-34 0,0 0-33 0,0 0-39 16,0 0-83-16,0 0-129 0,0 0-271 15,0 0-708-15,-9-12 313 0</inkml:trace>
  <inkml:trace contextRef="#ctx0" brushRef="#br0" timeOffset="107722.3">15377 9106 114 0,'0'-7'205'0,"1"2"-4"16,-1 0-9-16,0-2-3 0,0 5-4 0,0-3-7 15,0 1-9-15,0 4-13 0,1-7-12 0,-1 7-15 16,0-5-13-16,0 5-16 0,0 0-18 0,0 0-10 16,0 0-1-16,-14 17-16 0,0 4-6 0,-5 10 1 0,-10 13-4 15,-4 2-7-15,-15 28-5 0,18-22-4 0,-14 20-1 0,16-17-9 16,0-4-5-16,5 1 2 0,2-2-2 0,5-1-1 16,4-1 17-16,5-2-1 0,3-10 1 0,4-2 0 15,6 1 0-15,6-1-7 0,6-4-5 16,0-1-10-16,7-6-16 0,7-6-30 0,19 1-55 0,4-13-69 15,9-5-277 1,2-2-474-16,2-7 210 0</inkml:trace>
  <inkml:trace contextRef="#ctx0" brushRef="#br0" timeOffset="108739.93">15734 9402 130 0,'0'-5'177'0,"2"1"-7"0,4-1-12 15,-2-1-23-15,1 2-10 0,2 1-15 0,3-2-7 16,0-1-10-16,3 2-8 0,-2 0-6 0,2 2-18 16,-4 2 5-1,5 2-10-15,-1 0-8 0,-4 3-4 0,4 2-6 16,-3 1 0-16,1 6-2 0,0 3-8 0,-4 0 5 0,0 7-8 15,-2 0 1-15,-3 3-4 0,-2-8-8 0,-1 5 1 16,-5 2-2-16,1-2 0 0,-4 1 5 16,1-7 2-16,-1-1-3 0,-1 1-1 0,2-3 2 15,-3 0 3-15,2-3 0 0,1-2 2 0,3 1 2 0,-4-3 6 16,5-1 6-16,-1-3 2 0,1 2 14 0,3-4 15 0,-3 3 16 16,4-3 32-16,0-2 25 0,-4 3 29 0,4-3-25 15,0 0-7-15,0 0-20 0,4-12-8 0,4 0-12 16,-2-1-20-16,7-6-2 0,-3 2-7 0,3-6-9 15,4 0-10-15,0 1 8 0,-1-2-17 0,-6 10-10 16,1-3 7-16,-2 5-3 0,-2 0-3 0,-1 4-14 16,-1 3 5-16,-1 1-12 0,-1-3 2 0,-1 2-9 0,3 2-10 0,-3 1-25 15,-2 2-3-15,0 0 3 0,0 0 3 0,6 13 2 16,-5-4-7-16,-1 3 7 0,0 5 2 0,4 0-2 16,-4 2 5-16,0-2 4 0,1 2-1 0,3-1-1 15,0 1 7-15,-4-4 0 0,5 2 3 0,-1-1-3 16,1-2-23-16,-1 0-17 0,1-3-23 0,0-4-31 15,0 3-32-15,3-3-14 16,-3-4-52-16,5 0-289 0,-2-2-535 0,1-2 237 16</inkml:trace>
  <inkml:trace contextRef="#ctx0" brushRef="#br0" timeOffset="109108.83">16146 9092 219 0,'1'-6'278'0,"-1"2"-26"0,3 2-22 0,0-2-25 15,0 1-23-15,3 2-20 0,-6 1-21 0,12 1-14 0,-7 2-11 16,6 2-12-16,-1 0-4 0,0 3-16 16,3 4-4-16,-2 5-8 0,-3 0-4 0,1 1-7 15,1 5 0-15,-6-5-10 0,-3 1-5 0,-1 1-6 16,0-1 6-16,0 0-14 0,-1-3-2 0,-3 2-2 0,3-7-2 0,1 0-5 16,-3-1-1-16,1 1-2 0,-1-6-1 0,3 1-3 15,0-2 2-15,0 0 5 0,5 0-3 0,-1-3 1 16,5 2 0-16,4-5-2 0,11 0 3 0,7-3-18 15,3-2-35-15,5 1-44 16,-5-2-54-16,3-3-67 0,-1-2-240 0,-3 2-474 16,-2 0 210-16</inkml:trace>
  <inkml:trace contextRef="#ctx0" brushRef="#br0" timeOffset="109388.07">16717 9539 124 0,'-2'3'252'0,"2"-3"-13"0,-5 2-12 16,5-2-7-16,-3 3-20 0,3-3-21 0,0 0-15 0,0 0-18 15,0 0-21-15,14 0-2 0,-4-3-17 0,3 2-10 16,9-3-11-16,6 0-20 0,0-1-20 0,5-2-32 16,2 1-37-16,-1-2-42 0,-1 2-49 0,-1-4-51 15,0 1-174-15,-5-1-368 0,-4 2 163 0</inkml:trace>
  <inkml:trace contextRef="#ctx0" brushRef="#br0" timeOffset="109726.22">17230 9225 213 0,'-2'-10'398'0,"2"1"10"0,0 0-18 0,-2 3-20 0,2-1-26 16,0 3-29-16,-1 0-28 0,1 4-27 0,0-7-33 15,1 4-29-15,-1 3-21 0,0 0-22 0,-1-6-46 16,1 6-40-16,0 0-12 0,0 0-2 0,5 16-4 15,-5 0-4-15,1 1-6 0,2 4-9 0,-2 2 1 16,1 2-5-16,0 1-7 0,-1-6 3 0,0 6-3 16,1-1 0-1,-1-6-5-15,1 2 3 0,0-1 0 0,0-2-9 0,-2 0 1 16,2-3-2-16,-1-2 0 0,0-3-19 0,-1-1-13 16,1-2-18-16,-1 0-11 0,0-2-11 0,3 0-10 15,-3 0-1-15,-3-3-6 0,3-2 0 0,0 6 5 16,0-6 0-16,-1 4-1 0,1-4-37 15,0 0-59-15,0 0-66 0,-10-10-72 0,6 0-172 0,-1-2-522 16,2-6 231-16</inkml:trace>
  <inkml:trace contextRef="#ctx0" brushRef="#br0" timeOffset="110041.82">17301 8985 219 0,'-1'-3'284'0,"1"-1"-23"0,0 4-25 0,0-7-26 15,0 7-21-15,0-3-20 0,0 3-23 0,0 0-14 16,23 13-16-16,-9-4-10 0,13 8-11 0,-2 3-6 16,2 6-5-16,9 8-6 0,-5 7-9 0,-2 0-1 15,-2 3-8-15,-8-3-5 0,-1 4-7 0,-5-1 3 16,-4 1-14-16,-7-9-2 0,-3 1-6 0,-3 8 2 16,-6-12-4-16,0 2 0 15,-7-4-4-15,-2 0-3 0,-4-2 1 0,-1-2-1 16,-2-4 5-16,2-1 2 0,0-2 10 0,-3-5 1 15,-1 2 3-15,2-5 2 0,8-2-2 0,-1-3-2 0,1 0-2 16,4 0-2-16,4-4-4 0,0 0-2 16,2 1 10-16,2-3-17 0,0 0 2 0,1 2 1 15,2-3 16-15,3 0 7 0,0 0-16 0,0 0-15 16,0 0-19-16,-4-5-25 0,4 5-41 0,12-10-46 0,-1 0-63 0,4-2-84 16,0-2-249-16,8-5-552 0,-6-1 245 0</inkml:trace>
  <inkml:trace contextRef="#ctx0" brushRef="#br0" timeOffset="110573.09">17672 8770 28 0,'1'-5'321'16,"2"0"-12"-16,-2 1-10 0,-1 1-4 0,0 3-24 0,1-6-17 15,-1 2-32-15,5 2-16 0,-5 2-29 0,0 0-17 16,0 0-28-16,0 0-22 0,0 0-14 0,0 0-10 0,0 0-10 16,5 17-10-16,-3-7-4 0,-2 4-10 15,2 3-1-15,-2 0-9 0,0 3-7 0,0 1 2 16,-4 3-4-16,4-4-4 0,-2-2 7 0,-1 2-12 16,0-2 0-16,1 0-7 15,1-7 4-15,1 1-3 0,0-3 2 0,0-3-3 16,0 0 0-16,-1-1-3 0,1 0 5 0,-1-3 33 15,1-2 46-15,0 5 27 0,0-5 24 0,0 0 0 16,0 0-14-16,0 0-14 0,8-9-14 0,-1 1-10 16,2-1-11-16,-2-1-11 0,6-3-4 0,0 2-9 15,-7 1-9-15,7 5-9 0,-8-4-3 0,4 4-3 16,-5 1-9-16,2 0-7 0,-2 1-27 0,4 2-16 0,-8 1-15 0,13 2-5 16,-3 3-29-16,4 4-26 0,2 4-22 0,-1 1-36 15,2 5-44-15,0 3-53 0,2 0-67 0,-6-2-336 16,-2-1-708-16,-1-2 313 0</inkml:trace>
  <inkml:trace contextRef="#ctx0" brushRef="#br0" timeOffset="111274.34">18757 9354 72 0,'-3'-6'254'0,"-2"-3"-16"0,-4 2-16 0,2-1-17 16,-3 3-17-16,-2-2-18 0,-1 2-13 0,-6 1-15 16,-2 4-14-16,-8-1-12 0,-2 2-12 0,1 1-8 15,-2 5-12-15,2 2-10 0,2-1-4 0,3 4-14 0,-1 1-12 16,3 1-6-16,9-1-5 0,-2 0-1 0,3 3-2 15,1 0-5-15,1-2-2 0,4 3-3 0,2-2 0 16,2 2-1-16,5-2-2 0,0-2 1 0,2-2-3 0,7 3 0 16,-1-5 6-16,4 1-2 0,4-1-3 15,-2-3 5-15,3 0 5 0,2-3 15 0,-2-2 0 16,0-2 11-16,-1-1 12 0,1-5 10 0,-3 1 10 0,3-4 1 0,-3-3 13 16,2-4-4-16,-2-4-7 0,-1-2 0 0,-4-1-11 15,-2-5-6-15,3-2-16 0,-2 0 2 0,-5-2-3 16,4-17-8-16,-5-2-2 0,1 5-1 0,0 0 0 15,-5 11 15-15,5-11 5 0,-6 12 18 0,1-2-3 16,1 6 5-16,-2 3 11 0,1 9 2 0,1 1-6 16,-1 4-7-16,-1 4-9 15,1 0-10-15,0 1-10 0,0 3-16 0,0 0-40 16,-1 3-51-16,1 3-52 0,0 0 0 0,0 0 6 16,1 15 6-16,-5 2 10 0,1 11 10 0,-1 6 25 0,-3 10-4 15,5 9 4-15,-1-2 5 0,3-1 5 0,0 1 2 16,5-5 6-16,-2-9 4 0,1 8 2 0,0-10 6 15,-1-3 0-15,5-2 7 0,-3-3 1 0,0-1-3 16,-2-8-18-16,-1-1-14 0,1-5-25 0,-2-2-24 0,3 1-22 16,-3-3-26-16,0-3-18 0,-1 2-12 0,2-5 0 15,-1 3 10-15,-1-2-12 0,0-3-17 0,0 0-220 16,0 0-445-16,-8-10 196 0</inkml:trace>
  <inkml:trace contextRef="#ctx0" brushRef="#br0" timeOffset="111743.59">18901 9133 51 0,'0'-5'334'0,"5"0"-37"0,-1 0-28 15,3 2-21-15,0 2-34 0,3-4-21 0,2 3-28 0,2 2-15 0,3 3-17 16,2 2-13-16,1 4-12 0,3 5-11 0,0 3-3 15,-5-1-14-15,-1 2-9 0,-3 4-8 0,-3 2-8 16,-3 0-7-16,-4 0-4 0,-3-4-4 0,-3 4-6 16,-5 2-3-16,-2-4-3 0,-5 0-2 0,4 1-3 15,-8-3-5-15,5-3 0 0,-5-2 9 0,4-1-6 16,0-6-2-16,1 4 5 0,3-4 2 0,1-2 2 0,3-1 6 16,1 0 6-16,0-3 14 0,1 1 11 0,1 0 34 15,-2-1 35-15,5-2 35 0,0 0 7 0,0 0-16 0,0 0-15 16,0 0-15-16,6-18-13 0,5 5-11 15,2-3-13-15,8-6-9 0,0-4-11 0,5-1-7 16,10-11-5-16,-1 1-10 0,-10 10-3 0,2 1-6 16,-5 1-5-16,0 0-1 15,-3 3 2-15,-8 8 11 0,-2 4 4 0,0 2-5 16,-4 1-8-16,0 2-16 0,-1 0-13 0,0 2-23 16,-1 1-37-16,-3 2-4 0,0 0 0 0,2 12 8 15,-7 4-3-15,1 3 16 0,-1 8-1 0,-4 0 7 0,7 3 11 16,-5-1-6-16,6 0 1 0,1 0 1 15,6 3-4-15,2-3 4 0,6-3-32 0,4-3-42 16,2-1-46-16,5-4-75 0,4-1-110 0,8-7-375 0,1-4-756 0,2-2 334 16</inkml:trace>
  <inkml:trace contextRef="#ctx0" brushRef="#br0" timeOffset="122561.73">5410 12980 21 0,'-9'0'161'0,"9"0"-4"0,0 0-17 0,-12 0-8 16,12 0-16-16,0 0-10 0,-6 0-6 0,6 0-13 15,0 0-5-15,-4 2-4 0,4-2-3 0,0 0-6 16,0 0-9-16,0 0 2 0,0 0-3 0,0 0-5 15,0 0 3 1,0 0 0-16,0 0-2 0,0 0 6 0,0 0-4 16,0 0-3-16,-5-4-3 0,5 4-1 0,0 0-2 15,0 0-5-15,0 0-3 0,0 0 1 0,0 0-6 16,0 0 0-16,0 0-3 0,0 0-7 0,0 0 1 16,0 0-4-16,0 0-3 0,0 0-1 0,0 0 1 15,0 0-5-15,0 0-3 0,0 0 0 0,0 0-2 16,28-1 0-16,-10 0-2 0,13-3 3 0,-2 3-3 0,4-5 0 0,3 2-1 15,1 2 1-15,-1-2-1 0,5 0 0 0,-7 0-1 16,0 1-1-16,-4 2 0 0,-2 0-3 0,-7 0 2 16,-6 1 0-16,-2 0-2 0,0-2-5 0,-7 2-11 15,2 0-10-15,-3 0-6 0,-5 0-14 0,10 0 1 16,-10 0 1-16,-1 4 12 0,1-4-20 0,-13 8-8 16,4 0-15-16,-4-3-15 0,2 2-12 0,-6-1-18 0,2 1-5 0,-2-1-156 15,3-1-304-15,5 0 135 0</inkml:trace>
  <inkml:trace contextRef="#ctx0" brushRef="#br0" timeOffset="123025.54">5438 13221 125 0,'-5'1'185'0,"0"2"-8"15,-2-3-8-15,1 2-20 0,6-2-13 0,-5 1-13 16,5-1-11-16,0 0-11 0,-8 2-5 0,8-2-18 16,-4 2-3-16,4-2-8 0,0 0-4 0,0 0-8 15,0 0-5-15,0 0-6 0,0 0-1 0,0 0-4 16,0 0-5-16,0 0-4 0,0 0-5 0,0 0-2 15,0 0 8-15,0 0-12 16,0 0 0-16,0 0 0 0,0 0-6 0,0 0-2 16,20 2 3-16,-13-2-5 0,5-1 1 0,5 0-3 0,3-2 1 0,7-1 3 0,2 1-2 15,8 2-3-15,0-4 1 0,22-3-1 0,-4 1-1 16,4 2 5-16,-2-4-2 0,1 1-2 0,-6 5-3 16,-14-1 1-16,-2 1-2 0,0-1 0 0,-3 1 4 15,-6 0-2-15,-7 1-2 0,-4 1 3 16,-5 0-2-16,-2 1 0 0,0 0-5 0,-3-1 10 15,2 2-6-15,-8-1 3 0,9 0 0 0,-9 0 6 16,5-1-2-16,-5 1 0 0,0 0-1 0,0 0-8 16,0 0-9-16,0 0-9 0,0 0-11 0,0 0-37 15,0 0-14-15,0 0-33 0,0 0-21 0,5-4-38 16,-5 4-111-16,13 0-306 0,-4-2 135 0</inkml:trace>
  <inkml:trace contextRef="#ctx0" brushRef="#br0" timeOffset="123480.49">6892 13050 11 0,'-9'1'172'0,"-4"-1"-1"0,8 0 0 16,5 0-10-16,-11 0-15 0,6 0-13 0,5 0-17 0,-9 0-5 0,9 0-18 15,0 0-5-15,-9 0-9 0,9 0-9 0,0 0-10 16,-7 0-4-16,7 0-5 0,0 0-9 0,0 0 3 16,0 0-8-16,0 0 4 0,0 0-4 0,0 0-8 15,0 0 1-15,0 0-6 0,0 0 3 0,-6-1-3 0,6 1-11 16,0 0 11-16,0 0-2 0,0 0-5 15,0 0-4-15,0 0 4 16,0 0-1-16,23-1-1 0,-3 0 1 0,7-3 2 16,4 3-4-16,2-5-1 0,6 2-1 0,14-3-1 15,0 1 14-15,0 0 6 0,1 1 1 0,-15 2 1 16,-4 1-4-16,2-4 2 0,-4 2-5 0,2 2-3 16,-8-2-1-16,-6 0-2 0,-3 2 1 0,-4 0-5 15,-3 2-1-15,1 0 5 0,-7-2-6 0,1 0-3 16,-1 2-1-16,-5 0 0 0,7 0-3 0,-7 0-11 0,7-1-7 0,-7 1-11 15,0 0-21-15,0 0-8 0,0 0-21 0,0 0-26 16,-18 5-31-16,18-5-22 0,-9 4-193 0,1-3-372 16,8-1 165-16</inkml:trace>
  <inkml:trace contextRef="#ctx0" brushRef="#br0" timeOffset="123796.81">7724 12837 139 0,'0'-7'319'0,"-2"3"-10"15,2-1-4-15,-2-2 4 0,4 3-33 0,-2 4-15 16,-2-6-29-16,2 0-21 0,0 6-27 0,0-5-14 0,0 5-26 16,0 0-13-16,0 0-33 0,0 0-18 0,0 0-14 0,0 0-10 15,0 0-7-15,0 0-6 0,9 18-6 0,-6-8-5 16,-1 1-2-16,2 1-6 0,1 3 0 15,-1 2-5-15,2 0 3 0,2-5-5 0,-3 5 0 16,0 0 0-16,-1-5-3 0,1 3-2 0,-1-1 1 0,1-2 10 16,0-4-13-1,-2 3-1-15,1-2-1 0,-3 0 4 0,0-4-15 16,3 2-18-16,-4-2-9 0,3-2-10 0,-3 1-7 16,1-2-12-16,-1-2-9 0,0 3-9 0,0-3-11 15,0 4-15-15,0-4-80 0,0 0-77 0,0 0-198 16,0-18-495-16,0 8 220 0</inkml:trace>
  <inkml:trace contextRef="#ctx0" brushRef="#br0" timeOffset="124073.99">7963 12608 181 0,'0'-5'234'0,"1"2"-22"0,1-1-24 0,1 1-22 16,1 1-13-16,-4 2-14 0,10 5-19 0,-1-1-9 0,4 4-8 0,1 5-9 15,8 5-5-15,-2 3-3 0,1 4-6 0,2 2-6 16,-4 2-8-16,4 12-2 0,-4-9-6 0,-6 2-2 16,2 12-10-16,-6 1-1 0,-5-1 3 15,-4-1-7-15,-8-9-4 0,-5 9-3 0,-7 1-2 0,-3-2 0 16,-11-4-3-16,-3-3-1 0,-4 0-2 0,-4-1-7 16,0-6 4-1,-3-1-7-15,-3-6-25 0,-2 1-40 0,-4-6-69 16,-3-4-75-16,1 0-201 0,0-8-427 0,2-5 190 0</inkml:trace>
  <inkml:trace contextRef="#ctx0" brushRef="#br0" timeOffset="124535.03">7031 12561 166 0,'-2'-2'168'0,"-3"-3"-10"0,1 3-26 0,4 2-8 16,-10-2-8-16,1 2-11 0,-3 3-12 15,-1 4-10-15,-3 2-5 0,-6 6-9 0,-1 6-4 16,-9 16-6-16,0 3-2 0,1 2 4 0,1 4-2 0,0 5-2 0,1-1-1 15,-2 26-3-15,16-26 13 0,6-1 8 0,4-3 6 16,5-11-3-16,6 0 3 0,7-1 10 0,5-2-2 16,14 4-2-16,6-3-3 0,12-6-6 0,9-3-5 15,32-4-7-15,-2-6-17 0,-26-7-63 0,-2-2-93 16,3-10-141-16,-3 5-147 0,-3-9-428 0,-6-3 189 16</inkml:trace>
  <inkml:trace contextRef="#ctx0" brushRef="#br0" timeOffset="125638.1">8370 12343 205 0,'2'-2'217'0,"-1"-4"-6"0,-1-2-3 0,1 3-2 0,2-2-6 16,-2 2-3-16,1 0-4 0,0 1-7 0,-2-1 2 16,0 5-17-16,0-5-12 0,1 1-15 0,-1 4-14 15,3-4-12-15,-3 4-16 0,1-3-16 0,-1 3-17 0,0 0-11 16,0 0-9-16,0 0-3 0,4 11-5 0,-3 1-7 16,-1-2-1-16,0 4-7 0,0 6-1 0,4-2-1 15,-4 0-1-15,1 1-8 0,3 0-9 0,-3 6 1 16,-1-8-4-1,3 0 1-15,-2 1 2 0,2-5 0 0,-2-2-4 16,3 0 1-16,-4-4 0 0,0 0 0 0,1-2 2 16,-1 0-2-16,3-1 4 0,-3 0 26 0,0-2 23 15,0-2 43-15,1 5 23 0,-1-5-1 0,0 0-10 0,10-8-14 16,-2 1-13-16,0-3-2 0,3-2-4 0,1-2-7 16,-2-1-4-16,4 1 0 0,-4-3-12 0,1 4-11 15,-1 5 4-15,-3 0-9 0,0 1-11 0,-3 2 4 0,-1 0-10 0,4 1-2 16,-5 1-29-16,3 1-8 0,-5 2-4 0,12 5-3 15,-5-1 2-15,2 4-10 0,-1 1 2 16,6 3-7-16,-4 2-10 0,2 5-24 0,2-2-34 16,-4 5-43-16,4 1-54 0,-5 0-76 0,2-6-85 0,-1 0-203 15,-1-2-612-15,-3-6 271 0</inkml:trace>
  <inkml:trace contextRef="#ctx0" brushRef="#br0" timeOffset="127170.9">9555 12523 39 0,'0'0'184'15,"0"0"-10"-15,-5-2-15 0,5 2-7 0,0 0-13 0,0 0-15 0,0 0-14 16,0 0-12-16,0 0-6 0,0 0-6 0,0 0-12 16,0 0-4-16,0 0-8 0,0 0-8 0,0 0-9 15,14-3-3-15,-5 3 0 0,4-2-6 0,0 4-5 16,-1-2 0-16,6 1 3 0,3 1-7 0,-1 0-1 15,8 3 2-15,-6-1-1 0,-2 0-1 0,2 4-7 16,4-2-1-16,-6 4-3 0,-1-4 0 0,-2 6-2 0,-2-1-5 0,-3 1 0 16,-1 2 1-16,-4 1-1 0,-1 1-5 0,-5 1 3 15,-2 0-1-15,-5 1-5 0,-6 5 3 0,-2-3-3 16,-6 1 6-16,-2-1-3 0,-5-2-4 0,0-3 10 16,-2 3-1-16,-1-4 1 0,0-2 5 15,0 0 3-15,2-1 0 0,0 0 0 0,0-4 8 0,5 2-6 16,1-2 1-1,3-1-4-15,4-1-2 0,2 0 0 0,1-3-1 0,2 3-1 0,5-2-1 16,0-2 1-16,0-1 15 0,5 0 4 0,-7 4 5 16,7-4 3-16,-4 3 0 0,4-3-1 0,0 0-2 0,-4 1-2 15,4-1-2 1,0 0 6-16,0 0-6 0,0 0-4 0,24-5-2 16,-14 3-5-16,4 0 8 0,3 1-13 0,3-1-1 0,2 0-1 0,6-1 1 15,3 2-6-15,1-3 2 0,2 0-1 0,-2 1-2 16,4 2 0-16,-3-3 1 0,-2 2-3 0,1-2-2 15,-10 2 1-15,-2 2 0 0,-2-1 1 0,-3 1-2 16,-2-3-2-16,-3 3-1 0,-5 0 4 0,3 0-1 16,-8 0-1-16,9 0 1 0,-9 0 0 0,10 0-7 0,-10 0-2 15,8 0-7-15,-8 0-8 0,0 0-7 16,0 0-17-16,0 0-28 0,0 0-29 0,0 0-58 0,0 0-45 0,0 0-197 16,-27 0-435-16,27 0 193 0</inkml:trace>
  <inkml:trace contextRef="#ctx0" brushRef="#br0" timeOffset="128019.16">10116 12557 87 0,'0'-4'217'0,"0"4"-8"0,0 0-17 0,0-6-19 0,0 6-21 16,0-3-14-16,0 3-18 0,0 0-12 0,0 0-15 0,0 0-7 15,0 0-11-15,4 10-9 0,-3-2-2 0,1 1-6 32,1 3-7-32,-3 3 0 0,1 2-9 0,2 2-6 15,-3 1-4-15,1-1-2 0,-2 6-2 0,1-6-3 0,0 1-4 16,0 1 0-16,0-4-3 0,0 1 1 0,0 0-8 15,0-1 4-15,0-3 1 0,0-4-3 0,0 0-3 16,0-3 3-16,0 0-6 0,0-2 5 0,0-2 4 0,0 1 33 16,0 1 18-16,0-5 22 0,0 5 22 0,0-5 18 15,1 5 18-15,-1-5 22 0,0 0 11 0,0 0 11 16,0 0-2-16,0 0-10 0,0 0-23 0,0 0-16 16,6-17-8-16,-3 7-21 0,5-5-16 0,-3 1-6 0,4-3-8 15,0-2-9-15,0 2-13 0,1 0-1 16,-2 0-5-16,1 3-7 0,-4-1-5 0,4 4-1 15,-3 2-8-15,-1-2-4 0,2 4 8 0,-3 0-14 16,1 1-3-16,-2 2-4 0,0-1-3 0,0 2-8 0,-1 0 1 0,1-1 3 16,-1 3-15-16,-2 1-10 0,4-2-8 0,-4 2-2 15,0 0-21-15,12 7-2 0,-9-1-1 0,1-1 4 16,1 4 2-16,-1 1 3 0,1 2 2 0,4 2 7 16,-7-2-2-16,3 4 6 0,-3-2 4 0,2 3 1 15,-4-5 3-15,1 1 6 0,2 0 1 0,-3-1-5 16,1 0 7-16,-1-4 2 15,2-1 0-15,-2 0-1 0,0-2-2 0,2 0 4 16,-2 0-11-16,0-2 27 0,0 1-6 0,0-4-1 16,1 5-1-16,1-3 1 0,-2-2 14 0,0 0-7 15,11 1-38-15,2-2-34 0,-2 1-60 0,6-6-80 16,11-2-104-16,-8 1-321 0,5-6-681 0,0-1 303 16</inkml:trace>
  <inkml:trace contextRef="#ctx0" brushRef="#br0" timeOffset="128520.62">10644 12518 98 0,'-3'-4'310'0,"3"-1"-13"15,0 1-16-15,0 0-14 0,0 4-19 0,0-8-15 16,0 6-16-16,0 2-15 0,0-4-17 0,0 4-17 0,0-8-24 16,0 8-13-16,0-4-13 0,0 4-16 0,0 0-16 15,0 0-9-15,0 0-8 0,0 0-11 0,0 0-5 16,7 14-10-16,-5-9-4 0,1 7-8 0,-2 4-3 16,3-1 3-16,-2 5-6 0,1 5-4 0,-3-2-2 15,5 2-5-15,-1-4 0 0,-2 4 3 0,0-6-2 16,-1 0-5-16,2-1-1 15,-1-1 3-15,1 0 1 0,-2-1-6 0,0-1 2 16,2-2-2-16,-2-2-2 0,0-4-33 0,-1 3 0 16,2-3-21-16,-4-2-23 0,2 2-18 0,0-2-29 15,0 0-34-15,-1 2-12 0,-1-2-8 0,-2 0-25 16,-1 2-242-16,-1-2-477 0,-1-1 212 0</inkml:trace>
  <inkml:trace contextRef="#ctx0" brushRef="#br0" timeOffset="128705.99">10726 13051 16 0,'1'4'424'15,"-1"-4"-3"-15,0 0-18 0,3 5-6 0,-1-3-17 16,-2-2-23-16,0 0-27 0,2 3-37 16,-2-3-30-16,0 0-25 0,0 0-30 15,0 0-36-15,0 0-33 0,0 0-36 0,0 0-43 16,0 0-35-16,0 0-64 0,0 0-48 0,9-7-59 15,-6 4-52-15,2-2-78 0,-3 1-305 0,1-4-629 0,0 2 279 16</inkml:trace>
  <inkml:trace contextRef="#ctx0" brushRef="#br0" timeOffset="129090.4">10915 12322 248 0,'0'0'244'0,"0"0"-24"0,0 0-24 16,0 0-23-16,0 0-16 0,0 0-10 16,10 13-13-16,-4-1-7 0,3 4-12 0,7 8-7 0,-1 5-6 15,0 3-7-15,6 12-9 0,-2 1-6 0,0 0-10 16,-5 0-5-16,3 0-5 0,-11-10-8 0,-2 1-2 16,-1-2-6-16,-3 15-3 0,-3-16-4 0,-3 1-3 15,-2-2-4-15,-5 1 0 0,-5-2 0 0,-1-1-8 0,-13 5-15 0,-2-2-27 16,-6-2-44-16,-6-1-63 0,-5-4-123 0,1-4-141 15,-2-7-423-15,-5-5 187 0</inkml:trace>
  <inkml:trace contextRef="#ctx0" brushRef="#br0" timeOffset="129660.43">9392 12339 101 0,'1'-4'211'0,"-1"-2"-4"0,1 2-5 16,2 1-11-16,-3 3-14 0,0-5-17 0,0 5-16 15,0-5-18-15,0 5-17 0,0 0-11 0,0 0-12 0,-9 17-1 0,1 0-7 16,-5 10-8-16,-3 16-6 0,-3 9-9 0,-2 5-3 31,-6 23 1-31,4-24-5 0,6 0-4 0,2-1-5 16,4 3-1-16,3-9-4 0,8 2 1 0,4-1-2 15,4-4-2-15,3-11-3 0,8 9 0 0,13-6 0 0,4-5-1 16,11-6-1-16,6-8-5 0,8 1-46 16,2-7-80-16,27 0-119 0,-31-9-173 0,-5-5-428 0,-2-6 190 15</inkml:trace>
  <inkml:trace contextRef="#ctx0" brushRef="#br0" timeOffset="130725.03">12052 12021 41 0,'0'0'154'0,"-1"-6"-3"0,1 6-10 0,-3-7-3 0,2 4-6 15,1 3 4-15,-1-5-18 0,1 5 0 0,-3-7-3 16,2 5-5-16,1 2-11 0,-3-5 1 0,3 5-3 15,-2-2-5-15,2 2-2 0,-3-5-13 0,3 5-8 0,0 0-10 0,0 0-7 16,0 0-7-16,0 0-7 0,0 0-3 0,-8 17-7 16,6-5-8-16,-2 5 7 0,0 12-1 0,-1 4-12 15,-4 17 11-15,3 5 0 0,-1 5-1 0,1 25-2 16,-1-5-1-16,0-20 1 0,7 23-2 0,0-26-3 16,0 1-1-16,5-2-1 0,0 0-1 0,-1-3-4 15,1 0-1-15,-1-2 0 16,-1 3 2-16,-2-6 0 0,1-1-4 0,-2-12 1 15,-1-4-1-15,-4 0-3 0,0-4 0 0,0-2 3 16,-1-6 6-16,-2 0 2 0,0-2 7 0,-2-3 9 16,-4-1 5-16,1 1 13 0,-5-6-3 0,0 0-2 15,-1-1 4-15,-10-3-1 0,-1-2 4 0,1-2 6 16,1 0 5-16,6-2 6 0,0 0 6 0,3-1-11 16,0 1-7-16,6-1-7 0,4 1-3 0,-5 0-3 0,6 0 2 15,2 1-8-15,0 1-9 0,-1-2-30 0,4 0-32 0,3 2-32 16,-8-1-28-16,8 1-33 0,-4-4-73 0,4 4-100 15,9-10-174-15,2 2-512 0,3-2 228 0</inkml:trace>
  <inkml:trace contextRef="#ctx0" brushRef="#br0" timeOffset="135558.38">12697 12390 146 0,'9'-5'168'0,"1"0"-16"16,2 3-11-16,3 0-11 0,-2 1-12 0,6 1-8 15,4 2-6-15,-4 1-3 0,3 2-4 16,-3 3-16-16,7 2-7 0,0 3-2 0,-4 3-11 0,-3 5-4 16,-2-2-9-16,-2 1-2 0,-4-1-2 0,-2 6-7 15,-3 1-5-15,-5-2-1 0,-1 2 1 0,-6-1-4 16,-3-1 4-16,-3 1 2 0,-3 0-6 16,-2-4 9-16,0-2 0 0,-4 2-3 0,2-4-1 0,-3-1 1 15,3-3 0-15,3-3-6 0,-2 0 6 0,1-1-6 0,-1-3 0 16,5 0-1-16,2-1 1 0,2 0 2 0,1-2 20 15,3 1 29-15,0-1 13 0,1-1 27 16,4-2 16-16,-7 0-7 0,7 0-12 0,-2-7-17 16,6-1 9-16,3-1-27 0,5-5-9 0,5-6-4 0,2-2-6 0,4-4-11 0,3-1-4 0,-2 0-1 15,12-8-6-15,-11 10-8 0,2 1 6 0,-3-3-16 16,3 4-3-16,-5 2-2 0,-3 2 5 0,-5 7-3 16,-1-1-2-16,-5 5-4 0,2 2 3 15,-5-1-10 1,0 4 3-16,-1-2-11 0,0 4-13 0,-2 0-21 15,-2 1-6-15,0 0 6 0,7 7 3 0,-9 1 1 16,0 4 4-16,-3 5 2 0,-2 0 4 0,2 2 1 0,-1 6 0 16,1 1 3-16,-2-4 2 0,5 5 5 0,-2-3-3 15,7-5 7-15,-2 0-3 0,3 1 5 0,4-1-1 0,4-2-2 16,6-1 7-16,-1 0-10 0,6-4-24 16,2-1-41-16,4-2-56 0,1-3-59 0,0-4-77 15,1-4-218-15,-9 0-527 0,4-5 233 0</inkml:trace>
  <inkml:trace contextRef="#ctx0" brushRef="#br0" timeOffset="135989.94">13265 12097 146 0,'1'-5'300'0,"-1"1"-20"0,0 4-21 0,3-3-26 15,-3 3-30-15,2-3-19 0,-2 3-19 0,7-2-22 16,-7 2-18-16,12 5-10 0,-5-3-15 0,-1 2-10 16,3 3-12-16,-1 3-5 15,-2 1-8-15,4 0-6 0,-4 5-5 0,2 3-5 16,-3-2-9-16,-1 2-3 0,0-1-1 0,-4 3-4 16,0-3-4-16,0 0 6 0,-2-1-10 0,2 0-5 15,0-5-3-15,-2-2 0 0,2-1 2 0,0 1-8 16,0-5 4-16,0 2 1 0,2-2 1 0,0-2 5 15,3 2-6-15,5-1-2 0,7-1-2 0,6-1 2 16,8-2-9-16,2-2-32 0,1-1-43 0,5-1-46 0,-1-1-60 16,-1 0-283-16,0-3-499 0,-1-3 221 0</inkml:trace>
  <inkml:trace contextRef="#ctx0" brushRef="#br0" timeOffset="136422.01">13786 12627 45 0,'-5'0'190'0,"1"3"-12"0,4-3-2 15,-8 0-14-15,8 0-4 0,-7 1-4 0,7-1-7 16,0 0-14-16,0 0-7 0,0 0-13 0,0 0-9 0,0 0-8 15,0 0-6-15,0 0-10 0,31-6-6 0,-12 3-9 16,10-2-6-16,-1 1-9 0,4-1-1 0,4 0-5 16,0 0-3-1,2-2-4-15,0 3-4 0,-3-2-2 0,-6 1-11 16,0 1-11-16,-9 1-16 0,-5-2-25 0,-3 3-22 16,-1-1-29-16,-2-2-36 0,-3 1-62 0,-3 1-151 15,0-1-358-15,-3-2 158 0</inkml:trace>
  <inkml:trace contextRef="#ctx0" brushRef="#br0" timeOffset="136807.81">14390 12312 154 0,'2'-8'324'0,"-2"-3"-20"0,0 4-10 15,0 0-16-15,1 1-11 0,0 2-24 0,-1 4-21 16,2-9-24-16,-2 9-24 0,1-5-16 0,-1 5-21 0,0-4-16 16,0 4-18-16,0 0-9 0,0 0-12 0,0 0 0 15,5 22-19-15,-1-9-5 0,0 6-7 16,-1 7-5-16,0-1-8 0,1 4-1 0,0-2-6 16,-2 0-3-16,2 4 0 15,-1-7-7-15,0 3 1 0,1-1-3 0,-1-7 1 16,-1-1-7-16,2 1 2 0,-3-1 0 0,3-5-1 15,-2-3 12-15,0 0-19 0,0-3 1 16,0 0 3-16,-2-3 0 0,0 1-4 0,0-2 4 0,0-3-2 16,1 5-1-16,-1-5 7 0,0 5-5 0,0-5 5 15,3 4-2-15,-3-4-5 0,0 0-15 0,2 3-5 16,-2-3-11-16,0 0 2 0,0 0-31 0,0 0-44 0,0 0-38 0,0 0-38 16,4-12-42-16,-4 7-56 0,1-4-216 0,2-2-526 15,-2 0 233-15</inkml:trace>
  <inkml:trace contextRef="#ctx0" brushRef="#br0" timeOffset="137139.64">14631 12093 28 0,'1'-2'224'0,"-1"2"-24"16,0 0-26-16,0 0-17 0,0 0-19 15,0 0-12-15,16 12-8 0,-5 1-12 0,-1 3 2 16,9 7-1-16,-1 8-6 0,1 1-3 0,7 10-1 0,-2 3-1 16,-2 3-6-16,-2-3-5 0,-3 3-9 0,0-3-6 15,-7-1-6-15,-4-8-2 0,-3-2-13 0,-2 3-3 16,-5-3-4-16,-6-1-4 0,-3-1-3 0,-5-1-3 0,-4-5-1 31,-4 2-2-31,-13 5-6 0,-3-6-6 0,-1-4-10 0,-2-2-33 0,-5 0-37 0,0-6-52 0,-1-1-69 16,-9-5-197-16,-4-3-413 0,0-7 182 0</inkml:trace>
  <inkml:trace contextRef="#ctx0" brushRef="#br0" timeOffset="137710.99">12631 12117 167 0,'-1'-3'196'0,"1"3"-12"0,-3-2-13 16,3 2-18-16,0 0-16 0,-9-2-17 0,9 2-14 15,-9 6-7-15,3 3-13 0,-2 2-5 0,-6 11-9 0,1 7-7 16,-6 14 2-16,1 2-5 0,-1 5-1 0,6 3-5 16,-1 0-2-16,5 3-4 0,1-3 4 0,8 0-3 15,2-4 0-15,7 1 3 0,0-16-2 0,15 12 2 0,4-8-4 16,8-3 1-16,3-4-4 0,8-6-3 0,6-1-8 0,6-5-50 15,1-4-70-15,31-1-109 0,-30-9-181 16,-2-3-404-16,-3-6 179 0</inkml:trace>
  <inkml:trace contextRef="#ctx0" brushRef="#br0" timeOffset="138665.49">14936 11855 27 0,'0'-5'256'15,"1"1"-10"-15,2-3-10 0,-2 4-2 0,-1-2-12 16,0 5-9-16,3-6-14 0,-2 3-20 0,-1 3-16 0,0-4-15 16,0 4-20-16,1-4-6 0,-1 4-23 0,0 0-15 15,0 0-11-15,0 0-11 0,0 17-5 16,3-9-7-16,-3 5-2 0,-4-1-5 0,4 4-7 0,0 1-5 15,0 0-1-15,-1 1-2 0,-2 0-4 0,6 0-4 16,-3 0 0-16,0-3-4 0,1-2 3 0,-1-2-4 0,0-1-3 16,1 1 3-16,2-6-3 0,-1 3-1 0,-2-3 2 15,0-1-1-15,0 1 1 0,3-2 32 0,-3-3 39 0,1 4 24 16,-1-4-11-16,0 0-8 0,0 0-2 0,16-14-13 16,-10 3-13-16,4 3-1 0,2-4-7 15,2-2-11-15,0-2-4 0,-1 4 11 0,1-2-16 16,0 3-1-16,-4 1-5 15,-2 3 4-15,-2-1-6 0,-1 3-5 0,1 2-1 16,-2-2-15-16,1 5-4 0,1-2-7 0,-6 2-9 16,11 7 5-16,-1 1-4 0,-1 1 2 0,0 4 2 15,5 1 3-15,-2 4-11 0,3 6-25 0,-2-1-36 0,-2 1-48 16,2-1-48-16,-3 2-54 0,3-2-61 16,-7-4-251-16,0-2-585 0,1-3 260 0</inkml:trace>
  <inkml:trace contextRef="#ctx0" brushRef="#br0" timeOffset="139366.91">16183 12436 37 0,'-4'-10'234'0,"-1"4"-24"0,-3 0-16 0,-2-1-22 15,0 0-16-15,-6 1-19 0,-1 2-10 0,-2 1-9 16,-4 2-11-16,2 2-10 0,-8 0-11 16,2 5-7-16,-2 0-8 0,2 1-6 0,1 2-8 0,7 0-11 15,1 0-7-15,0 3-1 0,2 0-7 0,-1 2-1 16,4 1-4-1,3-1-3-15,1 0-3 0,4 1 1 0,1-3-1 16,6 3-3-16,0-3 1 0,7 3-6 0,1-3 3 0,4 1-1 16,12 0 0-16,-2-5-2 0,5 1 1 0,0-5-3 0,1-3 0 0,0-2-3 15,-1-1 8-15,-10-2 18 0,3-2 28 16,-4-3 9-16,-4 3 20 0,1-5 17 0,-2-3 6 0,-1 1-4 16,-4-4 6-16,4-9-5 0,-6 1-10 15,1-8-11-15,-2-1-10 0,-1-12-4 0,-6 0-10 16,2-1-5-16,-6-3-7 0,4 4-9 0,-2 10-4 15,0 1 0-15,-1 1-4 0,2 3 7 0,-3 3 0 16,2 6 2-16,0 5 5 0,2 5-5 0,0 2 0 16,-2-1-4-16,4 4-14 0,-1 2-10 0,0-1-39 15,0 3-40-15,1 3-13 0,0 0 5 0,0 0 6 16,-3 15 4-16,2 3 6 16,1 2 6-16,1 6 4 0,-2 5 6 0,2 1 8 15,2 16 0-15,-1-13 5 0,2 11 4 0,0-11 1 16,0-1 1-16,-1 1 4 0,1-2-6 0,-1-5-18 15,-1 1-19-15,1-4-23 0,-3-6-27 0,1 0-30 16,-2-4-24-16,1 2-20 0,0-6-22 0,0 0-222 16,0-1-461-16,-1-5 205 0</inkml:trace>
  <inkml:trace contextRef="#ctx0" brushRef="#br0" timeOffset="139830.81">16416 12244 162 0,'6'-4'231'0,"-2"2"-22"15,5 4-29-15,-9-2-19 0,15 3-18 0,-7 1-8 0,6 1-15 16,-4 3-11-16,3 3-11 0,1 4-11 0,-2-4-11 16,-1 5-2-16,-3-2-12 0,-2 6-13 0,-1-3 1 15,-2 1-6-15,-3 0-7 0,-1-2-5 0,-3 1-11 16,-1 0-4-1,-2-1 0-15,-2 2-2 0,-1-4-4 0,0 1 0 0,-3-2-2 16,4-4-1-16,0 1 0 0,-1-5 4 16,1 4 1-16,4-4-1 0,-2-2 2 0,2 1 6 15,0 1 16-15,1-2 18 0,3-1 32 0,-1 0 27 16,2-2 34-16,0 0 8 0,0 0 15 0,0 0-19 0,0 0 10 16,0 0-26-16,11-19-23 0,-1 5-5 0,3 0-15 15,6-4-9-15,3-4 1 0,-1-2-28 0,1 1-14 0,1-1-8 16,-2 0 0-16,-2 3-10 0,-4 5-2 0,-2 0 4 15,-3 3 0 1,-1 3-1-16,-1 0 1 0,-3 0-2 0,0 8 3 16,-1-5-5-16,-3 2-8 0,4 2-10 0,-5 3-19 15,4-2 0-15,-4 2-6 0,0 0 3 0,-10 10-1 16,1-1 1-16,0 6-7 0,-5-1 6 0,0 8 7 16,-2 2-4-16,3-2 2 0,1 5 3 0,3-1-3 0,4-1 6 15,1 4 4-15,7-3-3 0,5-1 0 0,4-2-6 16,6-1-26-16,9-1-49 0,6-3-80 0,17-1-118 15,4-5-298-15,3-7-633 0,2-5 281 0</inkml:trace>
  <inkml:trace contextRef="#ctx0" brushRef="#br0" timeOffset="140752.25">11472 13786 130 0,'0'0'162'0,"0"0"-8"0,-8 4-12 0,8-4-10 0,0 0-18 16,0 0-9-16,0 0-9 0,0 0-8 0,0 0 2 0,0 0 4 16,0 0-2-16,0 0-5 0,0 0-5 0,0 0-2 15,0 0 5-15,0 0 10 0,0 0 2 0,18 1 2 16,-4-3-6-16,4-1-8 0,6 2-4 0,6 0-12 16,2-2-4-16,2-1-7 0,-1 1-4 0,1 0-4 15,-1 0-7-15,-3 2-4 0,-4 1-1 0,-4 0-6 0,-2 0-7 16,-2 0 2-16,-4-1-5 0,-1 1-1 0,-3-2-3 15,-4 2-5-15,2 0-7 0,0 2-11 0,-8-2-8 16,10-2-19-16,-10 2-25 0,5 0-15 0,-5 0-14 16,0 0-16-16,4 3-16 0,-4-3-35 0,0 0-48 15,0 0-137 1,0 0-365-16,0 0 161 0</inkml:trace>
  <inkml:trace contextRef="#ctx0" brushRef="#br0" timeOffset="141001.71">12239 13691 352 0,'0'0'393'0,"-2"-7"-12"0,2 5-7 16,0 2-24-16,2-7-21 0,-2 7-33 0,-2-3-21 15,2 3-39-15,0 0-29 0,3-4-24 0,-3 4-26 16,0 0-44-16,0 0-43 0,0 0-5 0,0 0-11 0,2 14-6 15,-3-4-1-15,1 2-7 0,0 5-13 0,0 5-24 16,-1 3-29 0,0 3-38-16,-1 1-49 0,0-3-52 0,-2 3-57 15,0-4-55-15,-2 3-246 0,-1-9-565 0,2-8 250 16</inkml:trace>
  <inkml:trace contextRef="#ctx0" brushRef="#br0" timeOffset="141950.31">12277 11621 100 0,'0'0'222'0,"0"-7"-10"15,-1 2 1-15,2 2-7 0,-1 3-5 16,0-5-2-16,0 1-4 0,0 4-6 0,0 0-11 0,0-7-15 0,0 7-17 16,0 0-14-16,0 0-20 0,0-4-16 0,0 4-11 15,0 0-11-15,0 0-10 0,0 19-5 0,0-3-10 16,0-1-3-16,-1 6-6 0,2 7-14 0,0 1 1 16,2 3-3-16,0 2-2 0,3-2-34 0,-2 4-46 0,1 0-48 15,-1-2-69-15,-2-1-281 0,4-3-492 16,-1-1 219-16</inkml:trace>
  <inkml:trace contextRef="#ctx0" brushRef="#br0" timeOffset="167626.17">6318 15841 7 0,'0'0'139'0,"0"0"-13"0,0 0-18 0,0 0-1 15,0 0-12-15,0 0-13 0,0 0-9 0,0 0-11 16,0 0-3-16,0 0 1 0,0 0-4 0,0 0-1 15,0 0 5-15,2-5-2 0,-2 5 8 0,0 0 3 0,0 0 0 16,0 0 1-16,0 0 2 0,0 0 1 0,0 0-1 16,0 0-7-16,0 0-9 0,0 0 3 0,0 0-5 0,0 0 0 15,0 0-1-15,0 0-3 0,0 0-3 0,0 0-5 16,0 0 1-16,0 0-7 0,0 0 2 0,0 0-5 16,0 0 0-16,0 0-5 0,0 0 5 0,0 0-2 15,0 0-5 1,0 0 1-16,0 0-1 0,0 0-4 0,0 0-1 15,0 0 1-15,0 0-3 0,0 0-5 0,0 0 0 16,0 0-2-16,0 0-3 0,0 0 1 0,0 0 0 0,0 0-5 0,0 0-3 0,0 0 7 16,0 0-6-16,15-3 3 0,-6 3-2 0,4-2-1 15,7 2-2-15,2-3 0 0,7 3 0 0,-1-2 0 16,4-1 1-16,-1-1 2 0,1 1-4 16,0 3-1-16,0-4 3 0,-3 3 4 0,3 1-5 15,-10 0 0-15,-3-1 0 0,1 0-1 16,-8 1-1-16,2 0 3 0,-1 0 0 0,-3-3 1 0,-4 6-17 15,0-6-9-15,0 3-13 0,-6 0-16 0,9 3-25 16,-9-3-10-16,6 0-13 0,-6 0 14 0,0 0-14 16,0 0-21-16,-9 7-32 0,3-3-153 0,-2 0-331 15,1 0 146 1</inkml:trace>
  <inkml:trace contextRef="#ctx0" brushRef="#br0" timeOffset="168242.87">6306 16011 15 0,'0'0'89'0,"0"0"-16"0,0 0 11 15,0 0 1-15,0 0-8 16,0 0 0-16,0 0 3 0,0 0-6 0,0 0-3 15,0 0-1-15,0 0 3 0,0 0-10 0,-8 1-9 16,8-1 2-16,0 0-3 0,0 0 4 0,0 0-17 16,0 0-9-16,0 0 4 0,0 0-1 0,0 0-1 15,0 0-1-15,0 0-6 0,0 0 2 0,0 0-1 16,0 0 2-16,0 0-2 0,0 0 6 0,0 0 7 16,0 0-3-16,0 0 1 0,0 0-1 0,0 0-3 0,0 0 7 15,0 0-15-15,0 0 3 0,0 0-1 0,0 0-1 16,0 0-4-16,0 0-1 0,0 0-7 0,0 0 10 15,0 0-10-15,0 0 4 0,0 0-5 0,17-7 6 16,-7 5-5-16,9 1 0 0,1-1 3 0,11 0-2 0,2-1-4 16,7-2 3-16,15 1 3 0,1-1-6 0,0 3 4 15,-2-4-7 1,0 2 3-16,-15 1 1 0,2-1-2 0,-4 4 1 16,0-2-3-16,-5-3 4 0,-2 4-4 0,-10 1 4 0,-3-2-5 0,-3 0 5 15,-3 2 3-15,-2 0 3 0,-1 0 8 0,-3-1 10 16,0 2 4-16,-5-1-4 0,9-1-3 0,-9 1-3 15,0 0-2-15,10 0-17 0,-10 0-11 0,0 0-21 16,0 0-25-16,0 0-28 0,0 0-40 0,0 0-55 16,0 0-189-16,-16 8-387 0,9-5 171 15</inkml:trace>
  <inkml:trace contextRef="#ctx0" brushRef="#br0" timeOffset="170130.98">8478 15419 62 0,'0'0'170'0,"0"0"-3"16,0 0-19-16,0 0-9 0,0 0-11 0,0 0-8 0,0 0-10 15,0 0-5 1,0 0-7-16,0 0-14 0,5-6-9 0,0 5-8 16,3-2-6-16,2 3-11 0,1-1-4 0,2 1-7 15,4-3-1-15,2 2-4 0,8 4-2 0,1-3-5 16,0 0-3-16,0 2-2 0,3 1-4 0,-2 1 1 15,1-1-5-15,-4 2-3 0,-5-3-3 0,-2 4 4 16,0 0-2-16,-7-1-3 0,-2 1 0 0,3 3-4 0,-7-1-4 0,1 3 2 16,-6 2-2-16,-2-1 8 0,-6 7-9 0,-3-3 4 15,-9 5-12-15,-3 0-1 0,-8 4 0 0,0-3-7 16,-2 0 10-16,-9 4 1 0,8-9-1 0,-2 0 3 16,2 0 0-16,-2-1 2 0,1-1 7 0,2-1-3 15,3-1-6-15,1-1 8 0,3-1-1 0,5-4 0 16,0 3-4-16,8-2 5 0,-1-3-1 0,2 2-1 15,3-2-1 1,-2-3 1-16,4 5-1 0,-1-5 0 0,1 1 1 16,2 0-3-16,-1-1 8 0,0 1-4 0,1-2-4 0,4-1 6 15,-5 4-11-15,5-4 10 0,-4 2-2 0,4-2 0 16,0 0 0-16,-4 2-2 0,4-2 3 16,0 0-1-16,0 0 2 0,-5 2-3 0,5-2 22 0,0 0 7 15,0 0 4-15,0 0 11 0,0 0 4 0,0 0 1 16,0 0-1-16,0 0-5 0,0 0-2 0,0 0-1 0,0 0-7 15,0 0 2-15,0 0-7 0,28-2 1 0,-10-1-2 16,11-2-1-16,5 1-1 0,4-1-3 0,16 0 4 0,1 1-9 16,-1 1 1-16,1 1-3 0,-3-1-3 0,-12 3-4 15,-2-1 5-15,-5 1-3 0,0 0 1 0,-5 0-2 16,-5 0-1-16,-5 0-1 0,2-1-6 0,-7 2-1 31,-1-1 6-31,-5 1 0 0,1-1-1 0,-2 3-2 0,-6-3 1 16,9 0 1-16,-2-3-6 0,-7 3 4 0,5 3-11 15,-5-3-3-15,0 0 2 0,0 0-2 0,0 0-8 16,0 0-11-16,0 0-12 0,0 0-12 0,0 0-21 16,-16 2-24-16,16-2-22 0,-6 0-30 0,6 0-29 15,0 0-137-15,0 0-342 0,-9-2 151 0</inkml:trace>
  <inkml:trace contextRef="#ctx0" brushRef="#br0" timeOffset="170891.72">9332 15472 86 0,'0'0'201'15,"0"0"-4"-15,0 0-21 0,3-4-13 0,-3 4-19 16,0 0-11-16,0 0-21 0,0 0-7 0,0 0-12 0,0 0-16 0,0 0-4 15,0 0-11-15,0 0-3 0,7 11-3 0,-6-6-7 16,-1 4-4-16,3 0-9 0,-2 2-3 0,0 8-3 16,-1-1 0-16,3-1-5 0,-2 2 0 0,-2 0-5 15,2 1 5-15,-2-2-7 0,1 1-4 0,-3 2 5 16,3-2-6-16,-2-2-4 0,2 0-3 16,-3 0 2-16,2-6 1 15,-2 1-2-15,2-1 0 0,-2-1-1 0,1-2 2 16,-2-1 0-16,4 0 1 0,0-2-6 0,-1 0 21 15,1-5 7-15,-3 7 7 0,3-5 10 0,0-2 8 16,0 6 11-16,0-6 10 0,0 0 11 0,0 4 15 16,0-4 15-16,0 0 12 0,0 0 16 0,0 0 6 15,0 0-13-15,0 0-10 0,0 0-15 0,4-17-9 16,-4 9-8-16,3-3-11 0,0-4-14 0,1-1-10 0,3-1-7 0,-5 2-7 16,7 0 0-16,-2 0-9 0,1 0-9 0,1 1-5 15,-1 0 6-15,0 1-7 0,2 0 0 0,0 1-4 0,0 3-2 16,-2 0-5-16,0 2 2 0,1-1-4 15,-1 3-1-15,-2 0 0 0,0 1-4 0,-2 1-2 0,2-1-6 16,1 3-5-16,-4 0 22 0,-3 1-14 0,12 2-19 16,-7 1 8-16,-1 1 1 0,2 5-1 0,-1 0 0 0,-1 4 0 15,0-1 1-15,-1 4-10 0,-2 3 12 0,-1 0-1 32,-1 2 2-32,-3-1-3 0,1-2 2 0,2 0-6 15,-3 0 8-15,0-1 6 0,-1-1-7 0,3-3 2 0,-1-2 1 16,-1-1 1-16,3-3 2 0,1-2 1 0,0 0 1 15,-4 0 1-15,4-1 0 0,-1-1 8 0,1-3-3 16,1 7 20-16,-1-7-19 0,0 0-3 16,4 2 4-16,-4-2-16 0,15-5-25 0,2-1-39 15,2 0-54-15,8-4-65 0,-8 2-78 0,8-7-106 16,-1 0-190-16,-1-2-610 0,-1 4 271 0</inkml:trace>
  <inkml:trace contextRef="#ctx0" brushRef="#br0" timeOffset="172726.2">9932 15455 188 0,'0'0'239'0,"1"-4"-4"15,-1 4-11 1,3-6-14-16,-3 4-7 0,0 2-16 0,0 0-12 0,1-6-18 15,-1 6-13-15,0 0-14 0,0-8-21 16,0 8-10-16,0 0-13 0,-1-3-12 0,1 3-6 0,0 0-11 0,0 0-4 0,4 19-5 0,-3-9-6 16,-1 0-2-16,-1 2-1 0,2 4-6 15,-1 1-4-15,5 2-1 0,-4-5-2 0,3 2-2 16,-4-3-5-16,3 3 2 0,-2 0-5 16,0-5 1-16,3 1-2 0,-4-1-4 0,3 0 3 15,-2 0-1-15,-1-5-1 0,0 4-3 0,0-5 2 16,0 1-1-16,0 2 1 0,3-3-20 0,-6 0-23 15,6 2-32-15,-6-2-35 0,3 2-30 0,-1-2-40 16,-2 0-17-16,2 2-19 0,-3-2-168 0,0 2-402 16,-1-2 178-16</inkml:trace>
  <inkml:trace contextRef="#ctx0" brushRef="#br0" timeOffset="172929.37">9871 15991 102 0,'-1'4'329'16,"1"-4"0"-16,0 0-11 16,0 0 0-16,0 0-2 0,0 0-13 0,0 5-24 15,0-5-28-15,0 0-12 0,0 0-34 0,0 0-32 0,0 0-13 16,0 0-39-16,0 0-35 0,0 0-42 0,0 0-36 16,0 0-35-16,0 0-37 0,0 0-35 0,16-5-49 15,-16 5-70-15,8-4-66 0,-2-1-174 0,-1 0-494 16,4-3 219-16</inkml:trace>
  <inkml:trace contextRef="#ctx0" brushRef="#br0" timeOffset="173365.55">10175 15180 90 0,'0'0'205'0,"4"-1"-19"0,-4 1-14 0,10 4-6 16,-1 3-8-16,0 1-9 0,6 6-6 15,4 10-13-15,4 6-4 0,8 13-4 0,0 7-4 0,-5 0-12 0,-3 2-11 16,-2 0-6 0,-2 1-13-16,-5 1-3 0,-5-3-13 0,0-3-7 15,-5-2 0-15,-4-12-8 0,-3 0-4 0,-3-1-3 16,-4-1-1-16,-3 0-3 0,-4 0-1 0,-6-1-3 15,-1-5-2-15,-14 11-3 0,-6-3 2 16,2-3-3-16,-4-4-8 0,-4 0-21 0,-6-4-38 16,-5-5-53-16,-30 8-67 0,-1-9-245 0,27-6-440 0,-2 0 196 0</inkml:trace>
  <inkml:trace contextRef="#ctx0" brushRef="#br0" timeOffset="173929.15">8132 15387 171 0,'0'0'206'0,"0"0"-12"0,0 0-17 16,-2-4-19-16,2 4-14 0,0 0-20 15,0 0-12-15,0 0-16 0,0 0-1 0,-7 20-1 16,-2-2-5-16,-2 8-1 0,-4 7-1 0,0 11-26 0,-3 2-3 16,3 2-9-16,-2 0-2 0,7-2 0 0,3-13-7 0,6 0-2 15,1 1-4-15,5-3-2 0,3-2-3 0,6-1 3 16,6-1-10-16,7-2 7 0,15 4 0 0,6-10-1 16,9-2-20-16,2-5-61 0,5-4-82 0,2-7-237 15,29-2-403-15,-3-2 178 0</inkml:trace>
  <inkml:trace contextRef="#ctx0" brushRef="#br0" timeOffset="174781.69">10920 15500 47 0,'4'-3'243'0,"0"-1"2"0,-2 2-8 15,2-2-3-15,-1 0-13 0,-1 2-12 0,-2 2-20 16,5-4-21-1,-5 4-18-15,0 0-15 0,4-2-18 0,-4 2-18 16,0 0-13-16,0 0-11 0,0 0-7 0,0 0-6 16,-13 15-6-16,3-8-6 0,-4 7-2 0,-1-1-8 0,-2 0-8 15,-5 4-23-15,3 0-18 0,0 3-21 16,-3-3-30-16,0 1-20 0,2-1-27 0,3-4-29 16,3-3-10-16,0 2-32 0,2-7-168 0,1 3-374 15,4-1 165-15</inkml:trace>
  <inkml:trace contextRef="#ctx0" brushRef="#br0" timeOffset="174966.36">10774 15483 247 0,'0'-6'259'0,"1"4"-31"16,2-1-22-16,-3-3-18 0,3 4-24 0,-3 2-17 16,0 0-14-16,0 0-9 0,0 0-13 0,11 12-1 15,-6-4-14-15,0 3-11 0,7 5-7 0,2 0-5 16,1 2-5-16,6 2-23 0,-1 1-34 0,-1-2-45 15,2 3-57-15,2-4-53 0,-3-1-207 0,-3-5-380 0,2-3 168 16</inkml:trace>
  <inkml:trace contextRef="#ctx0" brushRef="#br0" timeOffset="175529.36">11284 15350 76 0,'4'-5'218'0,"0"2"-10"0,1 1-15 16,0-4-13-16,4 5-13 0,-3-1-18 16,2 1-12-16,2 1-17 0,2 0-11 0,-2 1-8 15,0 1-11-15,3 1-9 0,-2 3-3 16,1 0-7-16,-2 7-8 0,0 0-1 16,0 4-8-16,-1-1-7 0,-2 1 1 0,-5 2-8 15,1 1-1-15,-3 8-4 0,-5-4-6 0,-3 3 0 16,-3 0 2-16,-5-1-6 0,2-1-1 0,-5 0-3 15,-1-1 2-15,0-2-4 0,-1-4 0 0,3 2 4 16,4-8 2-16,1 1 6 0,3-4-2 0,1-2 5 16,-1 0 2-16,2-1-1 0,0-1 1 0,3 0 1 0,1-4 5 0,0 3 10 15,2-2 14-15,-2 0 11 0,4-2 14 0,-4 3-2 16,4-3-5-16,0 0-4 0,0 0-17 0,19-3-1 16,3-1-10-16,9-3-1 0,1 3-7 0,1-5-3 15,2 4-3-15,0 0-8 0,1-1 0 0,0 2 0 16,1-1-8-16,-5 1-2 0,-4 0-9 0,-7 3 5 15,-4-2-3-15,0 3 6 0,-3-3-6 0,-8 3-1 0,2 0-7 16,1-1 0-16,-4 1-1 0,-5 0 2 0,9-1-14 16,-9 1-12-16,5-2-12 0,-5 2-7 0,0 0-23 15,0 0-36-15,0 0-37 0,-13 7-43 0,8-4-67 16,-5-2-293-16,1 1-581 0,4 1 257 0</inkml:trace>
  <inkml:trace contextRef="#ctx0" brushRef="#br0" timeOffset="176469.39">13049 14997 131 0,'-3'-4'218'0,"3"-1"-12"15,0 5-11-15,-2-5-16 0,2 5-12 0,0-4-16 16,0 4-17-16,-3-4-13 0,3 4-13 0,0 0-14 16,0 0-12-16,0 0-19 0,0 0-2 0,-9 13-6 31,8-1-5-31,-3 8-2 0,-5 9-5 0,1 8-2 0,-7 11-6 16,2 11 2-16,-5 0-2 0,-2 29 2 0,1-4-2 15,6-26-7-15,-5 26-16 0,7-27-2 0,0-1-2 16,4-1 1-16,-1-5-2 0,-1-1-1 0,3 0 1 0,-2-13-2 15,3 0 0-15,-4-4-7 0,0-1 9 16,-1-2 0-16,-4 0 3 0,-2 0-6 0,1-5 2 16,-3-2-2-16,-1-5-2 0,-4-1 6 0,8-4 0 0,-4-2 6 15,-1 0 6-15,1-5 11 0,-9 2 5 0,8-4 1 16,-1-3 7-16,-1-3 2 0,2 1 8 0,-2-3 2 16,6 1 10-16,-2 0-4 0,6 0-1 0,1 1-3 0,2-1 11 15,1 2-18-15,2-2-4 0,-2 4-10 0,4-2-1 16,4 2-17-16,-6-4-29 0,2 3-37 15,4 1-40-15,-4-2-50 16,4 2-42-16,0 0-27 0,0 0-237 0,0 0-479 16,0 0 212-16</inkml:trace>
  <inkml:trace contextRef="#ctx0" brushRef="#br0" timeOffset="176940.23">12964 16370 39 0,'0'0'208'0,"0"0"-14"16,0 0-17-16,-20 7-10 0,10 3-17 0,-1-2-19 15,-2 6-7-15,-2-1-18 16,-4 8-1-16,2 1 6 0,0 1-6 0,3 0-14 16,0 0-8-16,5-6-1 0,2 2 10 0,1-3-6 15,2 0 5-15,0 1-4 0,4-5-6 0,0-2 2 16,3 2 8-16,1-4 1 0,-2-1 9 0,10-1 3 15,0-1 2-15,1-1 17 0,6-3-20 0,2-1 10 16,-2-2 8-16,0-2 11 0,0-2 7 0,-2-1 8 16,-2-3-3-16,-2-1 8 0,-2-1-10 0,0-3-11 0,-2-2-11 15,-4 6-7-15,-3-4-4 0,-2 2-7 0,0-2-8 16,-6-1-16 0,-2-1-10-16,2 2-20 0,-8 0-21 0,-1 1-25 0,-6-3-43 0,3 5-35 0,0 0-66 0,-8-1-63 15,0 3-73 1,7 0-106-16,2 0-278 0,6 0-717 0,-1 0 318 15</inkml:trace>
  <inkml:trace contextRef="#ctx0" brushRef="#br0" timeOffset="177529.67">13409 14647 92 0,'-4'-2'313'0,"4"2"-17"0,0 0-35 0,0 0-25 15,0-4-27-15,0 4-25 0,0 0-19 16,0 0-20-16,0 0-16 0,-6 18-17 16,2-2-5-16,0 0-15 0,-1 12-6 0,-1 2-11 15,2 1-6-15,2 6-8 0,1 14 20 0,2-6-29 16,2-11-41-16,2 2-56 0,0 0-78 0,3-1-99 16,-3-6-176-16,4-3-431 0,-3-6 190 0</inkml:trace>
  <inkml:trace contextRef="#ctx0" brushRef="#br0" timeOffset="178155.42">14085 15426 254 0,'0'-9'337'0,"-1"0"-18"0,1 3-20 0,0-1-17 0,0 3-39 16,0-1-21-16,0 2-25 0,0 3-30 0,0 0-27 16,0 0-18-16,0 0-12 0,-4 10-15 0,0 6-3 15,-1 4-16-15,-4 6-5 0,4 3-9 0,1 7-31 16,-2-2 1-16,3-1-3 0,-2 3-4 0,3-1-4 0,-1-3 0 15,3-2-5-15,0-3 1 0,0 1-6 0,-3-10 2 16,6-1-2-16,-6-4-1 0,3-5-2 0,0 5 2 16,0-7 2-16,0 2 2 0,0-4-7 0,-1 0-16 15,2 1-1-15,-1-1-8 0,0-4-5 0,0 4-8 16,0-4-18-16,0 0-55 0,0 0-65 0,0 0-63 16,0 0-224-16,16-8-493 0,-6 2 219 0</inkml:trace>
  <inkml:trace contextRef="#ctx0" brushRef="#br0" timeOffset="178542.33">14629 15640 106 0,'0'0'173'0,"-6"0"-16"0,6 0 0 0,0 0-10 15,0 0-6-15,-10 0-14 0,10 0-11 0,-5 2-13 16,5-2-12-16,0 0-7 0,0 0-6 0,0 0-7 16,0 0-6-16,0 0 1 0,0 0 6 0,0 0 1 15,0 0 3 1,20 0-3-16,-6-4-5 0,3 4-4 15,4-4-10-15,10 1-4 0,-3-1-4 0,7 2-3 16,-3-3-3-16,3 1-2 0,1 0 4 0,0 0-4 0,-3 1 1 16,-2-2-2-16,0 1 2 0,-10 2-4 0,-3-1-3 0,-5 0-7 15,-3 3 3-15,0-1-5 0,-2 1-3 0,-1-3 0 16,-1 3-12-16,0-1-23 0,-6 1-30 16,0 0-22-16,0 0-23 0,0 0-33 0,0 0-45 15,0 0-209-15,0 0-407 0,-23 5 181 0</inkml:trace>
  <inkml:trace contextRef="#ctx0" brushRef="#br0" timeOffset="179073.87">15359 15379 157 0,'9'-1'162'0,"5"-2"-8"16,-4 3-16-16,3 1-9 0,5 3-15 0,-4-1-7 0,3 1-9 16,-6 1-19-16,7 3 2 0,-5 4-14 0,1 0-6 15,-4 2-4-15,0 2-7 0,-3 2-5 0,-2 2-7 16,-5-1 1-16,-2 7 1 0,-3-1-3 0,-5 1 2 15,1-1-3-15,-6-1 2 0,-4 0 0 0,0-5 1 16,-2 3 0-16,7-8 2 0,-5 3 4 0,2-5 2 16,3-1-3-16,4-4 10 0,-2 0 3 0,7-2 10 0,0-2 10 15,-2 1 13-15,0-2 20 0,3 1 25 0,0-2 34 16,4-1 20-16,0 0-37 0,0 0-16 0,-5-11-14 0,9 2-10 31,1-1-7-31,3-4-13 0,6-1-5 0,4-7-15 16,2-2-6-16,5 2-11 0,-1-1-10 0,2 0-7 15,-1 2-2-15,3 2-11 0,-4-2 8 0,3 5-12 16,-10 6 5-16,1-2-13 0,-4 6 13 0,-1-2-15 0,-3 4-3 16,0 0-5-16,-1 3-3 0,-3 1-6 0,1 0-8 0,2 4-3 15,-4 1-4-15,1 5 0 0,-1 1 3 16,2 4 0-16,0 2 0 0,-2 0 1 0,2 2 1 16,-2-1 1-16,3 7 3 0,-1-7-2 0,0 3-13 15,-1-4-27-15,1 0-30 0,-1-2-34 0,0 1-34 16,-2-7-48-16,1 2-37 0,-1-5-299 0,1 0-579 0,-1-4 256 0</inkml:trace>
  <inkml:trace contextRef="#ctx0" brushRef="#br0" timeOffset="179596.18">15865 15159 149 0,'5'-1'233'0,"2"-2"-18"0,-1 1-11 0,7 0-16 15,-2 1-12-15,3 1-17 0,-1 2-8 0,1 1-14 16,-1-3-18-16,0 4-14 0,1 1-7 0,-3-1-10 16,2 3-9-1,-3 0-7-15,-1 3-7 0,-4 0-5 0,3 1-3 0,-4 6-7 16,-7-5-1-16,2 4-6 0,-7-4-1 0,-1 5 1 16,-1-3-4-16,-3 1 0 0,3 1 0 0,-4-3-4 15,3 2 2-15,3-6-4 0,-2-2-3 0,6 3 1 16,-3-5-2-16,2-1 0 0,1 1 12 0,2-1 15 15,2-4 17-15,-3 4 15 0,1-3-6 0,2-1 0 16,0 0-8-16,0 0-5 0,18 0-12 0,-4-1-1 0,1 0-7 16,4-2-2-16,1 1-11 0,1 0-2 0,1 0-1 15,6-1-7-15,-9 0-1 0,3-2-2 0,-4 1 2 16,-5 4-8-16,-2-3-2 0,1 3 0 0,-5-2 3 16,-2 0-7-16,4 2 4 0,-9 0-5 0,9-1-6 15,-9 1-10-15,5 0-5 0,-5 0-40 0,0 0-32 16,0-6-34-16,0 6-40 0,-7-6-27 0,3 5-28 0,1-1-36 0,-4-1-242 15,2 0-529 1,3-2 234-16</inkml:trace>
  <inkml:trace contextRef="#ctx0" brushRef="#br0" timeOffset="179837.98">16298 15044 175 0,'0'0'208'16,"0"0"-20"-16,0 0-12 0,0 0-17 0,11 10-4 15,-8 2-9-15,7 5-3 0,-2 9-9 0,-1 6 0 16,0 14-6-16,0 7-3 0,-9 3-4 0,1 5-8 0,-8 23-8 16,-1-25-11-16,-10 20-9 0,3-27-8 0,-5 0-10 0,-6 1-2 15,1-8-6-15,-5 0-6 0,0-5-3 16,-5-5-9-16,-1-2-9 0,-7-2-16 0,4-3-27 15,-7-5-37-15,-5-2-44 0,-2-4-85 0,-5-3-244 16,0-6-454-16,3-1 201 0</inkml:trace>
  <inkml:trace contextRef="#ctx0" brushRef="#br0" timeOffset="180661.56">13933 15163 214 0,'0'0'195'0,"0"0"-17"0,0 0-22 0,0 0-15 0,0 0-6 15,-18 13-9-15,0 5-3 0,-5 8-3 16,-7 16-5-16,1 4-3 0,-3 6-1 0,-9 24-3 0,12-20-4 0,-3 21-25 15,9-23-7-15,5 1 4 0,4-4 1 0,9-2-4 16,3 0 0-16,4-17-4 0,7 0-3 0,4-1-2 16,10 1-7-16,14-3-3 0,9 4-3 0,8-11-30 15,8-4-55-15,29-2-88 0,-25-8-130 0,32-4-142 16,-37-7-426-16,4-3 188 0</inkml:trace>
  <inkml:trace contextRef="#ctx0" brushRef="#br0" timeOffset="181725.81">16656 14748 115 0,'0'0'250'0,"1"-7"-3"0,-1 3-8 0,2 1-12 0,-2 3-13 16,2-4-17-16,-2 4-15 0,1-5-20 0,2 3-19 15,-3 2-14-15,0 0-16 0,0 0-15 0,0 0-9 0,0 0-11 16,0 0-9-16,1 14-4 0,-5-2 15 0,3 0-10 16,-1 5-4-16,0 0-13 0,-2 2-5 0,4 1-4 15,-1 0-7-15,-4-1 0 0,3 7-4 0,0-9-5 0,1 0-4 16,1 0-1-16,0-4-1 0,-3-1-3 0,3-3-2 16,0 1 2-16,-1-4-3 0,1-1 0 15,0-1 9-15,0 0 45 0,0-4 23 0,0 7 25 16,1-5 43-16,-1-2-7 15,0 0-17-15,8-8-17 0,2 2-10 0,-2-2-13 16,-2-1-6-16,8-6-15 0,-1 1-5 0,6-6-1 16,-2 1-12-16,-3 4-6 0,-2-1-3 0,3 6-10 15,-6 1-4-15,0-1-3 0,-3 4-1 0,0 1-9 16,0 0-5-16,-1 1-4 0,-3 4-9 0,-2 0-2 16,11 3-6-16,-5 5 0 0,0 0-4 0,3 3 3 15,-4 6 3-15,5 0 1 0,-2 1-5 0,5 7 5 0,-3-1 8 0,-1-2 4 16,0 2-53-16,-2-7-43 0,0 3-50 0,2 3-52 15,-1-8-73-15,2-1-89 0,-2 1-309 0,-2-5-713 16,1-1 317-16</inkml:trace>
  <inkml:trace contextRef="#ctx0" brushRef="#br0" timeOffset="182481">17867 15504 250 0,'-1'-5'237'0,"-3"-1"-19"0,2 0-23 0,-5-1-18 16,0 2-16-16,-6-2-14 0,4 2-18 0,-8 0-12 0,2 2-11 15,-3 3-12-15,-9 0-8 0,4 3-9 0,-6-2-8 16,1 4-7-16,0-1-8 0,2 5-4 16,1 1-27-16,4 0-4 0,3 1 3 0,-1-3-2 15,5 3-7-15,4-2 5 0,-4 0-9 0,5 1 1 0,2 0 0 0,0 5-1 16,4-4 3-16,3 1-2 0,2-2-3 0,4 2 5 15,4-1-5-15,4 0 0 0,1 0 1 0,7-6 0 16,-4 1 3-16,10 2-3 0,-7-6 0 0,7-2-3 16,-5-1 2-16,-3-1-4 0,-1-8-4 0,4 5 11 15,-6-7 15-15,3-5 14 0,3 0 7 0,-6-3 9 16,1 0 3-16,-5-5 10 0,-3-4-16 0,1-2-1 0,1-15-7 0,-3 0 9 16,-7-3-7-16,1 4 10 0,-2-5 9 0,-1 3 5 15,0-1 6-15,0 2 9 0,-1 15 4 0,0 0-1 16,-1 3 3-16,0 3-4 0,-1 9 14 0,3 2-16 15,0 5-1-15,0 0-15 0,-1 0-11 0,1 4-17 16,0-1-44-16,0 6-18 0,0 0 5 16,0 0-3-16,-5 17 8 15,2-1-5-15,-2 9 1 0,-1 6 4 0,1 0 2 16,-2 5-2-16,2-2-3 0,0 1 5 0,0 14-2 16,1-3 5-16,4 0-2 0,-1-10 5 0,2-2 1 15,-1-2-4-15,0-1 2 0,0-5 5 0,3 0-4 0,-1-9 2 16,0 1 0-16,0-6-14 0,-2-2-8 0,3 0-9 15,-2-3-9-15,-1-3-9 0,1 3-10 0,-1-2-5 16,0-2-12-16,0-3-17 0,0 5-60 0,0-5-84 0,0 0-285 16,0 0-568-16,0 0 252 0</inkml:trace>
  <inkml:trace contextRef="#ctx0" brushRef="#br0" timeOffset="182944.27">18141 15254 70 0,'4'-2'237'0,"2"0"-22"0,1 2-24 16,-7 0-19-16,17 2-18 0,-9 0-17 0,5 1-5 16,-2-1-13-16,-2 5-8 0,3 2-9 0,-1-2-11 15,0 6-6-15,0 0-12 0,-2 4-5 0,-4 0-4 0,-1 1-9 0,-3 0-5 16,-2-1 0-16,-2 0-4 0,-3 0-3 0,-3 7-2 15,-2-9-4-15,0 3 2 0,2-2-5 0,-5-2 2 16,4-1-1-16,-3-1 0 0,3-3 4 0,2-4 0 16,0 2 2-16,2-3 1 0,1 1 9 0,0-1 11 15,1-2 11-15,2 1 25 0,-1 0 24 0,3-3 34 0,0 0-5 16,0 0-24 0,0 0-4-16,0 0-15 0,10-18-7 0,-1 8-7 15,5-4-17-15,7-6-4 0,-1-2-10 16,6 0-5-16,-2-2-16 0,0-3 1 0,1 1-2 15,-2 4-8-15,0-2-1 0,-5 4-3 0,-4 9-7 16,-7 0-5-16,2 1 5 0,0 3 4 0,-4 3-18 16,-1-1 1-16,1 1-9 0,-2 1-13 0,-3 3-4 0,0 0-1 15,0 0 15-15,-8 17-12 0,0-2 2 0,-6 7-1 0,4 2-1 16,-1 2 11-16,3 0-5 0,2 2 8 0,4-2-5 16,4 2 5-16,5-3-3 0,9 4 6 0,5-5-30 15,7-2-55-15,22 3-88 0,8-5-143 0,3-6-323 16,2-5-688-16,27-6 304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8T03:53:02.86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5761 2231 147 0,'0'0'202'0,"0"-4"-6"16,0 4-13-16,1-2-8 0,-1 2-3 0,0-5-6 16,0 5-2-16,0 0-1 0,0-7 6 0,2 4 0 15,-2 3 4-15,0 0-6 0,0-5 2 0,-2 1 8 16,2 4 5-16,0-7-3 15,2 2 4-15,-2 0-13 0,0 1-6 0,2-1-2 16,-3 1-11-16,1 0-4 0,0 4-9 0,0-5-7 16,0 5-6-16,0-7-11 0,1 3-13 0,-1 4-14 15,0-5-7-15,0 5-5 0,0 0-8 0,0 0-15 16,0 0-7-16,0 0-24 0,0 0-23 0,0 0-38 16,0 0-34-16,0 0-16 0,0 0 6 0,-4 25 11 15,3 2 12-15,-3 6 6 0,2 4-3 0,-2 8 17 0,0 1 6 0,4-11-9 16,0 13 21-16,0-13 0 0,2 1 0 0,-1-3 20 15,0-3-14-15,4 1 9 0,-5-4-3 16,5-1-2-16,-4-9 7 0,-1 0 2 0,3-5 8 16,-2 0 8-16,1-2 1 0,-1-3 5 0,0-2 4 15,3 2 5-15,-4-2 3 0,0 0 13 0,-2-4 9 16,4 3 0-16,-2-4 5 0,0 5-3 0,0-5-1 0,0 0-3 0,3 3 1 31,-3-3-7-31,0 0-6 0,0 0-34 0,0 0-34 16,0 0-39-16,0 0-31 0,0 0-27 0,-7-15-37 15,7 12-40-15,0-1-46 0,2-3-64 0,-2 4-277 16,3 0-640-16,0-4 283 0</inkml:trace>
  <inkml:trace contextRef="#ctx0" brushRef="#br0" timeOffset="600.87">5902 2718 25 0,'-13'3'273'0,"0"0"-9"0,-2 1-14 0,2 0-11 0,3-1-17 15,-3-1-11-15,9-1-12 0,-1-1-6 0,-1 0-10 16,6 0-3-1,-8 3-17-15,4-2-8 0,4-1-16 0,-4 3-11 16,4-3-5-16,0 0-7 0,0 0-12 0,-3 3-8 16,3-3-5-16,0 0-7 0,-6 2-5 0,6-2-1 15,0 0-14-15,0 0 0 0,0 0 0 0,0 0-6 16,0 0-1-16,0 0-4 0,0 0 0 0,0 0-4 16,0 0-1-16,0 0-2 0,0 0-5 0,0 0 0 15,0 0-12-15,0 0 0 0,-6 0 5 0,6 0-8 0,0 0-3 0,0 0 15 16,0 0-18-16,0 0-2 0,0 0-5 0,0 0 3 15,0 0 3-15,0 0-4 0,0 0-2 0,0 0 1 16,0 0-1-16,0 0-2 0,0 0-10 0,0 0 6 16,0 0-4-16,0 0 4 0,0 0-7 15,0 0 7-15,0 0-1 0,0 0-1 0,0 0-3 16,0 0 4-16,0 0 3 16,18-2 0-16,-5 1 6 0,10-4-10 0,8 3-6 15,3-1 8-15,4-2 0 0,16-2-6 0,1 3-2 16,-4 1 5-16,-11 0-5 0,-2-1-1 0,2 2 3 15,-5-2 3-15,0 3-2 0,-7-4 5 0,-5 4-11 16,-4 0 3-16,-1 1-2 0,-5-1 3 0,0 1-23 16,-7 0 28-16,2 0 1 0,-2 0 2 0,-6 0-6 15,10-2-19-15,-10 2 17 0,7 0 7 0,-7 0-3 0,6-2-31 0,-6 2 21 16,0 0-10-16,0 0-2 0,0 0-9 0,0 0-26 16,0 0-38-16,0 0-9 0,0 0-22 0,0 0-30 15,-23 4-41-15,23-4-52 0,0 0-63 0,-9-2-242 16,9 2-597-16,0 0 264 0</inkml:trace>
  <inkml:trace contextRef="#ctx0" brushRef="#br0" timeOffset="1323.93">6717 2654 270 0,'0'0'264'0,"-4"1"-19"0,4-1-21 16,0 0-20-16,0 0-20 0,0 0-7 0,0 0-16 0,0 0-11 16,0 0-11-16,-2 3-9 0,2-3-13 15,0 0-14-15,0 0-8 0,0 0-10 0,23-7-11 0,-13 4-5 0,6-1-4 16,0-1-11-16,3-3-7 0,-1 3-1 0,1-2-6 15,1-3-7-15,1 3 1 0,-2-5-3 0,-1 2-5 16,0 0-1-16,1-3-1 0,-3 2-4 0,-1 0 19 16,-2-4 17-16,-1 5 7 0,-4 1 13 0,-2-1 17 15,0 0 8-15,0 3 8 0,-4-3-6 0,0 3-13 16,-4 2-1 0,0-1-12-16,-4-2-8 0,-2 7-12 0,-4-1-3 0,-6-2-4 15,-2 1-11-15,2 6 2 0,-5-2-3 0,-4 2-9 0,-1 4-6 0,10 1 4 16,-2-1-12-16,1 3 4 0,3 0-2 15,-2 1-6-15,3 2 4 0,4 0-6 0,-1 3 1 16,3-2-13-16,8 1-5 0,-2-3 0 0,7 2 5 16,0 1 3-16,5 1 1 0,4-5-13 0,3 0 2 15,10-1-14-15,2 1-16 0,3-6 16 0,3 0-15 16,2-4-8-16,0-1 2 0,2-2-9 0,-4-3-9 16,4-2 14-16,-4-1 11 0,-2-6 1 0,-1 1 6 15,-4-5 0-15,-2 2 10 0,-1-7 26 0,-6-2 11 16,0-1-14-16,1-3 26 0,-6-5 6 0,0-2-19 15,1-13 32-15,-4 4 26 0,-5 13 23 16,3 0 35-16,-7 3 28 0,-1 3 24 0,3 6 11 0,-6 3-4 0,3 6-7 0,0 0-7 16,0 0-9-16,0 1-21 0,0 7-11 0,-1-3-13 15,1 0-19-15,-5 1-26 0,5 5-29 16,2-3-40-16,-2 3-39 0,0 0 0 0,0 0 5 16,-7 23 0-16,3 4 2 0,-1 2 3 0,-2 4 8 15,2 13 3-15,4 1 1 0,-4 1 3 0,1-15 3 16,5 3 2-16,2-3-7 15,3 1-1-15,-2-3 1 0,0-3 1 0,1-3 0 16,-1-6 1-16,0-2-3 0,-3-5 2 0,0-1 0 16,2-2-9-16,-3-2 2 0,6 0-4 0,-6-2-2 15,0-3-1-15,3 2-8 0,-2-1 5 0,-1-3-7 16,0 0-10-16,0 0-20 0,4 5-40 0,-4-5-66 16,0 0-61-16,0 0-53 0,4-17-62 0,-4 8-84 15,-3-3-276-15,3 3-761 0,0-6 336 0</inkml:trace>
  <inkml:trace contextRef="#ctx0" brushRef="#br0" timeOffset="1671.84">7250 2406 179 0,'-11'0'331'0,"2"1"-14"0,1 1-23 0,3-2-8 0,-3 0-32 16,3 2-29-16,5-2-10 0,-5 2 1 0,5-2-19 15,0 0-15-15,-7 1-17 0,7-1-6 0,0 0-6 16,0 0-1-16,0 0-14 0,53-5-14 0,-24 5-14 16,6-3-17-16,3-2 0 0,13 0-11 0,0-2-11 15,-10 2-11-15,-4 1 4 0,3-1-15 0,-8 0-3 16,-1 3-7-16,-3-2-3 0,-9 3-5 0,-6 1 1 15,-2-3-8-15,-3 3 5 0,-1 0-6 0,1-2 5 16,-3 2-26-16,-5 0 8 0,9-2-17 0,-9 2-5 0,0 0-7 0,0 0-30 31,0 0-32-31,0 0-38 0,0 0-38 0,-14 8-48 16,9-4-68-16,0-3-326 0,5-1-646 0,-9 7 285 16</inkml:trace>
  <inkml:trace contextRef="#ctx0" brushRef="#br0" timeOffset="2659.22">8971 2232 159 0,'0'0'305'0,"0"0"-7"0,-6-1-7 0,6 1-19 15,0 0-15-15,-3-8-16 0,6 4-25 0,-3 4-20 16,2-6-13-16,5 1-21 0,-1 2-14 0,4-1-21 15,2 1-16-15,6-1-12 0,2 1-14 0,-2 3-5 0,5-2 2 16,5 4-16-16,-1 1-12 0,4 4-2 0,-3 5-6 16,0 0-7-16,-3 2-13 0,-1 4-15 0,-3 1 2 15,-2 6-9-15,-2-4-4 0,-3 3-8 0,-5 2 2 0,-4-2-8 16,-4 1-1-16,-2 0-2 0,-4 1 5 0,-4 0 3 16,-6-2-5-16,-1 0 5 0,-3-1 1 15,1-4 1-15,-7-2 2 0,0-1 2 0,0-6 9 0,-2 3 15 0,8-4-3 16,0-2 19-16,0-2 15 0,2 0 12 0,3 0 19 31,1-3 20-31,5-2 16 0,0 3 13 0,2-6 11 16,6 3-15-16,-9-4-11 0,8-1-20 0,5-4-8 15,1-2-11-15,4-6-10 0,10-4-7 0,4-1-10 0,4-1-4 16,13-8-12-16,-10 7-2 0,11-9-6 16,1 5-3-16,-2-1-4 0,-8 10-1 0,1-2-1 0,-3 1-5 15,-1 3-6-15,-1 0 4 0,-1-2-2 0,-3 5 1 16,-6 6-4-16,-1-1-2 0,-4 1 12 0,-6-1 2 15,2 4 9-15,-3 3-4 0,0-4 2 16,-1 2 0-16,0 1 1 0,-3 1-7 0,-2 2-4 16,0 0-9-16,0 0-4 0,0 0-1 0,0 0-5 15,-14 19 10-15,0-5-4 0,-6 3-11 0,-2 3 12 0,3 2-4 0,-3 1-1 0,7 2 0 16,-1 0-3-16,6-1 5 0,0 2 0 0,2-7 2 16,3 1 1-16,5-1 4 0,2 1 0 0,4-4 9 15,4 1 3-15,5-4 6 0,11 3 6 0,6-3 1 16,4-5-5-16,17 1 1 0,4-4-2 0,0-2-2 15,-3 1-2-15,1-4-3 0,-18-3-23 0,1 2-22 16,-5-3-23-16,-2 2-25 16,-3-5-47-16,-7 3-39 0,-4-1-54 0,-6 2-69 15,-1-2-82-15,-6-2-374 0,-3 2-799 0,-2 2 354 16</inkml:trace>
  <inkml:trace contextRef="#ctx0" brushRef="#br0" timeOffset="3292.08">10537 2307 99 0,'-10'0'162'0,"10"0"0"0,-7 0-6 16,7 0-1-16,-9 2-6 0,9-2-1 0,-6 1-2 0,6-1 0 15,-6 4-8-15,3-4-9 0,3 0 1 0,0 0-9 16,-4 3-6-16,4-3-2 0,0 0-3 0,-7 2 5 16,7-2 1-16,0 0-1 0,0 0 9 0,0 0-3 15,0 0-3-15,0 0 6 0,0 0-3 0,0 0 0 16,32-5-15-16,-12 3-6 0,10-3-8 0,6 1-6 16,2-2-11-16,15 0 4 0,-2 3-4 0,2-3-6 15,-1 0-9-15,-12 3-2 0,-4 0-6 0,1 1-4 16,-3 0-3-16,-4 0-22 0,-7 2 12 0,-10 0-4 15,1-3 5-15,-2 1-10 0,-5 2-3 0,2 0-10 0,-2-2-8 0,-2 1-29 16,-5 1-17-16,0 0-22 0,0 0-26 0,0 0-34 16,0 0-18-16,-21 3-40 0,7-3-39 0,0 2-60 15,0 1-259-15,1-1-583 0,-1 0 259 0</inkml:trace>
  <inkml:trace contextRef="#ctx0" brushRef="#br0" timeOffset="3683.03">10608 2487 105 0,'-5'2'268'0,"1"0"-12"0,4-2-13 0,-9 1-9 16,5 0-14-16,4-1-2 0,0 0-9 0,-4 3 6 15,4-3 6-15,0 0-3 0,25-2-19 0,-6 1-14 0,13-3-14 16,4-1-24-16,16 1-15 0,3-1-1 0,4 0-15 16,-1 2 1-16,5-1-6 0,-4-2-7 0,-5 1-16 15,-15 3-3-15,-2-2-30 0,-5 0 15 0,-1 2-8 0,-15 0 1 16,-3 2-1-16,0 0 1 0,-4-1 0 15,-1-1 2-15,-3 2 0 0,0-2 3 0,-5 2-1 16,9 0-13-16,-9 0-17 16,0 0-30-16,0 0-34 0,0 0-48 0,0 0-42 15,-32 2-52-15,19-2-57 0,4 0-94 0,-6 0-324 0,3 3-696 16,5-3 308-16</inkml:trace>
  <inkml:trace contextRef="#ctx0" brushRef="#br0" timeOffset="5249.99">12438 1841 180 0,'0'0'180'0,"0"0"-11"0,0 0-17 0,2-3-12 0,-2 3-15 15,0 0-3-15,0 0-10 0,0 0-9 0,3-3-6 16,-3 3-5-16,0 0-7 0,0 0-7 16,0 0-8-16,0 0-9 0,0 0-3 0,0 0-8 0,-14 6-2 0,4-2-10 15,-3 1 1-15,-7 2-5 0,-7 3-4 0,0 0-4 16,-4-1-1-16,3 3-2 0,-3-3-6 0,1 2 1 15,0-2-7-15,1 5 5 0,2-3 0 0,4 0-7 16,0 2-3 0,5-5-3-16,4 1 2 0,3-2-1 0,0 1 3 15,4-2-4-15,-1 2 2 0,4 0 1 0,1-3 6 16,3 3-7-16,3 1 7 0,2 2-4 0,3-5 2 0,6 6 0 16,5-4-2-16,8 4 1 0,2 2 1 0,2-5 0 15,1 4-5-15,1-4-3 0,-2 2 4 16,-2 2-5-16,0-2 4 0,-4 2-3 0,-7-4 3 15,0 3-1-15,-5 0-1 0,-2 2 0 0,-2-3-2 16,-2 5 4-16,-6-5 0 0,-5 0 4 0,-1 4 0 16,-8 1 0-16,-10 4 0 0,-4-5 0 0,-5-1 2 0,-5 0-3 0,1-1-2 15,-13-1 1-15,10-1-2 0,1-5 1 0,-12 3-1 16,14-6 2-16,1 2-2 0,0-1 1 0,7-1-1 16,7-3-3-16,1-1 7 0,2 1-4 0,7-2 4 15,4-2-6-15,3 2-17 0,2-1-21 0,2 3-30 16,10-14-29-16,4 4-27 0,13-1-45 0,0-1-177 15,6 2-370-15,4 2 164 0</inkml:trace>
  <inkml:trace contextRef="#ctx0" brushRef="#br0" timeOffset="5565.88">12653 2239 2590 0,'-3'-8'135'0,"3"8"-8"0,-4-7 29 0,4 7-12 16,-6-7 5-16,6 7-10 0,0 0-18 0,-3-8-20 15,3 8-23-15,0 0-4 0,-1-7-12 0,1 7-7 16,0 0-12-16,0 0-7 0,0 0-23 16,0 0 0-16,0 0-6 0,0 0 2 0,0 0 0 0,3 18-9 0,-2-11 3 15,-1 5 1-15,5 0 5 0,-3 1-6 0,0-3 8 16,0 4-6-16,1-1 1 0,-1 3 1 0,1-4-17 15,0 0-12-15,-2-2-3 0,1 2-6 0,-3-3-17 16,4 0-8 0,-2-3-15-16,-1 1-8 0,0 0-9 0,1-4-1 15,-1-3-9-15,2 5-7 0,-2-5-42 0,0 0-44 16,0 0-60-16,0 0-216 0,-16-13-505 0,12 1 223 16</inkml:trace>
  <inkml:trace contextRef="#ctx0" brushRef="#br0" timeOffset="5728.37">12668 2003 215 0,'0'0'384'0,"-1"-8"-14"15,1 8-25-15,1-7-26 0,-1 7-32 0,0-5-32 16,0 5-28-16,0 0-49 0,3-5-41 0,-3 5-49 16,0 0-50-16,0-2-54 0,0 2-28 0,0 0-34 15,0 0-39-15,0 0-53 0,8 14-65 16,-8-9-130-16,0 1-393 0,0-2 175 0</inkml:trace>
  <inkml:trace contextRef="#ctx0" brushRef="#br0" timeOffset="6197.65">12906 2160 343 0,'0'0'325'15,"0"0"-20"-15,0 0-23 0,0 0-29 0,0 0-24 16,-8 3-28-16,8-3-21 0,0 0-18 0,0 0-21 16,0 0-11-16,0 0-21 0,0 0-9 0,0 0-10 0,1 11-10 15,-1-6-10-15,1 0-5 0,-1 5-10 0,2 1-3 0,0 2-1 16,-3-1 2-16,1 5-16 0,0-5-4 0,-1 3-1 15,2-1-2-15,-2 3-3 0,1-8-3 0,1 2-3 32,-1-2-1-32,-1-2 2 0,2-2-5 0,-1 0 4 0,0-5 6 0,0 9 42 0,0-9 38 15,0 0 36-15,1 4 38 16,-1-4 31-16,0 0 0 0,0 0-21 0,0 0-19 16,11-16-16-16,-3 7-14 0,0-1-16 0,1-5-13 0,5 2-11 15,-5-3-15-15,1 1-8 0,0 1-6 16,-2 4-10-16,-3 1-4 0,-1 4-6 0,0 0-11 0,2 1-6 15,-3 0-7-15,-3 4-4 0,5-6-8 0,-2 3-16 16,-3 3-19-16,0 0-5 0,0 0-9 0,14 7-3 16,-7 0-8-16,0 1-14 0,2 2-32 0,0 4-26 15,-2-1-30-15,3 0-26 0,0 0-28 0,0 1-36 16,-3-2-38-16,1-2-43 0,-2 0-54 0,3 0-290 16,-4-5-714-16,1 2 316 0</inkml:trace>
  <inkml:trace contextRef="#ctx0" brushRef="#br0" timeOffset="6698.05">13515 2137 301 0,'0'0'456'0,"4"-6"-17"0,-4 6-19 0,3-3-30 16,-3 3-32-16,0 0-35 0,1-7-29 0,-1 7-34 0,0 0-35 0,0 0-26 15,0 0-22-15,0 0-21 0,0 0-35 0,0 0-29 16,0 0-32-16,0 0-15 0,0 0 3 0,0 0-10 16,7 14-6-16,-5-9-5 0,-1 5 4 0,-1 0-5 15,0 6-1-15,0-3-1 0,1 4-6 0,1 0 0 16,-1 1 2-16,1-3-9 0,2 0 0 0,-1 2 0 16,2-2 2-16,1 1-3 0,1-4 6 0,-4 1 2 0,3-5-4 0,-1 0 0 15,2 0 2-15,0-1 23 0,-1-5-13 16,3 3 9-16,1-3 3 0,3 0 6 0,-4-3 1 15,4 0 14-15,-3-3-9 0,4-1 1 0,0-5 0 16,-1 1-9-16,1-5-7 0,-1-2 1 0,1-5-6 0,-1 1-6 16,-2-8 0-16,-5 2-4 0,1 1 1 0,-3-1-4 15,-3-2-2 1,-1 0-6-16,-3 3 7 0,-2 6-1 0,0-1 4 16,-4 3 4-16,0 0-7 0,-1 4 2 0,-5 0-5 15,2 3-4-15,-4 3-4 0,-2 0-3 0,0 2 1 16,-9 4-2-16,-1 2-4 0,9 4-2 0,1 0-4 15,-11 5-2-15,5 2 1 0,2 4 6 0,4-1-4 16,5-1-15-16,4 1-13 0,2 3 10 0,4-1 4 0,7 0 7 16,3-2 1-16,7 0 3 0,13 2 6 0,6-5 5 15,17-1 7-15,10-3-34 0,0-5-53 0,3-7-78 16,2-2-91-16,-2-3-118 0,-7-4-389 0,-3-3-818 16,-15 3 362-16</inkml:trace>
  <inkml:trace contextRef="#ctx0" brushRef="#br0" timeOffset="8655.01">4243 5477 50 0,'0'0'287'0,"0"0"-11"0,0 0-9 0,0 0-18 16,0 0-16-16,0 0-14 0,0 0-11 0,0 0-18 15,0 0-7-15,0 0-16 0,0 0-13 0,0 0-4 0,0 0-27 16,0 0-7-16,0 0-20 0,0 0-11 0,0 0-5 15,0 0-4-15,27-2-12 0,-9 1-5 0,2-1-4 16,11-2-10-16,-2 0-25 0,2-1-43 16,1 4-39-16,-3-4-50 0,2 0-53 0,1-1-59 0,-9 5-254 0,-5-2-517 15,11-2 228-15</inkml:trace>
  <inkml:trace contextRef="#ctx0" brushRef="#br0" timeOffset="8862.7">4352 5687 63 0,'-4'5'278'0,"0"-2"-20"0,3 0-21 0,-3 1-18 16,4-4-16-16,0 0-3 0,5 2 0 0,3 1-9 16,7-3-8-16,8-3-19 0,6-1-16 0,7-1-18 15,1 1-8-15,3-2-23 0,-4 3-45 0,1-4-50 16,-3-2-57-16,-3 4-68 0,-2-5-74 0,-11 2-203 0,0 0-430 0,-5 4 190 15</inkml:trace>
  <inkml:trace contextRef="#ctx0" brushRef="#br0" timeOffset="9387.77">4559 5409 218 0,'-4'-10'342'15,"3"3"-9"-15,-2-2-19 0,2 1-20 0,-2 4-2 16,2-1-11-16,1 0-13 0,-1 1-17 0,-2 0-39 16,3 0-12-16,0 4-24 0,-5-3-17 0,5 3-21 15,0 0 0-15,0-6-32 0,0 6 0 0,0 0-30 0,0 0-10 0,0 0-24 16,0 0 14-16,13 9-8 0,-8 0 2 0,3-1-15 16,2 1-13-16,1 7-11 0,1-4-8 0,3 1-16 15,1-1-7-15,0 1 0 0,0-4-4 0,1 1-8 16,-1 0 4-16,-1-3 5 0,0 1-1 0,2-1 10 15,-8-3-6-15,4-1 8 0,-4-3-2 0,1 0 11 16,-1 0 5-16,-4 0 7 0,3 0 22 0,-2-3 16 16,-1 0 13-16,1 0 13 0,0-1 6 0,-1 2 14 0,-1-3 3 0,-4 5 2 15,2-2-6-15,-2 2-6 0,0 0-14 0,3-3-12 16,-3 3-17-16,0 0-13 0,0 0-4 0,-8 12-4 16,-4 1-5-16,-4 12 0 0,-1 5-6 0,-11 14-4 15,5 4-11-15,-5-2 15 0,3 3-15 16,-2 6 18-16,0-2 1 0,0 1 0 0,3 2-3 0,-2-4 1 15,3-3 12 1,9-3-1-16,0-15-6 0,5-2 9 0,3-3-6 16,-1-1 0-16,1-10 3 0,3-1-1 0,2-9-2 15,-1 4 2-15,0-3 5 0,2 1 12 0,-1-3 22 16,0-1 23-16,1 0 23 0,0-3 20 0,-2 4 13 0,2-4 0 16,0 0 8-16,-2 5-20 0,2-5-12 15,0 0-11-15,0 0-9 0,0 0-11 0,0 0-7 16,4-12-12-16,-3 9-8 0,-1 3-17 0,5-8-35 0,-1 3-30 0,-1 2-38 15,1-3-44-15,0 0-44 0,0 1-51 0,4-2-64 16,-5-1-64-16,3-1-74 0,0 1-89 0,-1-1-344 16,3 1-904-16,-3-1 399 0</inkml:trace>
  <inkml:trace contextRef="#ctx0" brushRef="#br0" timeOffset="14782.43">6419 5329 116 0,'-1'-5'183'0,"1"1"-8"0,0-2-2 16,0 2-7-16,0 4-4 0,0-6-1 0,0 2-8 15,0 4-8-15,0-5-8 0,0 5-5 0,0-4 0 16,0 4-5-16,0-6 0 16,0 6-7-16,1-4-6 0,-1 4-4 15,0 0 4-15,0-5-18 0,0 5-6 0,0 0-11 16,0 0-9-16,0 0-7 0,0 0-7 0,0 0-9 16,-3-5-6-16,3 5-11 0,0 0-18 0,0 0-6 0,0 0-5 15,0 0 0-15,2 21 0 0,-2-9 0 16,0 4 1-16,1 8 0 0,2 2 2 0,-3-1 3 15,-3 1-4-15,6-1-3 0,-6-1 3 0,3 4 21 0,-1-5-2 0,1-2-4 16,1-2-3-16,-1-1-3 0,0-1-1 0,0 0-2 16,0-4 3-16,3-2-4 0,-3 0-1 0,0-2 6 15,1-2-5-15,-1 0-2 0,0 0 1 0,0-4 1 16,1 1 0-16,-1-1-4 0,2 1 3 0,-2-4 11 16,0 3 11-16,0-3 8 0,0 0 6 0,0 5 8 15,0-5 14-15,0 0 12 0,0 0 21 0,0 0-7 0,0 0 26 0,0 0 9 16,0 0 11-16,0 0 4 0,0 0-9 0,0 0-12 15,3-10-14-15,0 2-8 0,-2-4-15 0,5-2-8 16,-3-3-9-16,3-1-7 0,5-7-8 0,-2 0-1 16,-4 7-8-16,5-5-18 0,-1 6 9 0,0-7-2 15,0 7-5-15,0 0-2 0,0 0-4 0,-1 0-1 16,0 3-3-16,-1 2 0 16,-2 3-2-16,1 1-6 0,0-1 7 15,-1 4-7-15,-2-1 0 0,1 1-3 0,0 1-3 16,-4 4-4-16,7-5 0 0,-5 2-4 0,-2 3-3 0,5-4 1 15,-5 4-3-15,10 0 0 0,-10 0-1 0,8 7 1 16,-5-2-9-16,2 4 1 0,1 6 1 16,3 2 2-16,-3 0-17 0,1 2 8 0,2 9 16 15,-2-3 0-15,-3 0 0 0,0 1 2 0,-3-7 3 0,6 6 0 0,-6-8-3 16,3 1-1-16,1 0 3 0,-5-1 5 0,1-1-4 16,2-6-6-16,-2 1 9 0,-1-4 1 0,4 0-3 15,-4-2 6-15,0-1-3 0,1-1 3 0,-1 1 8 16,3-1 3-16,-3-3 3 0,1 3 0 0,-1-3-1 15,0 0 0-15,22-6-28 0,-8-3-28 0,11-6-36 16,1 1-75-16,3-5-86 16,1-3-109-16,-1 3-403 0,2-2-812 0,-2 0 359 15</inkml:trace>
  <inkml:trace contextRef="#ctx0" brushRef="#br0" timeOffset="15267.96">7112 5257 45 0,'-3'-5'349'0,"3"5"-14"16,-1-7-9-16,2 4-11 0,-2-1-16 0,1 4 9 15,1-6-30-15,-1 6-18 0,0 0-24 16,-1-4-18-16,1 4-30 0,0 0-14 0,0 0-15 0,-2-4-23 16,2 4-18-16,0 0-14 0,0 0-17 0,0 0-19 15,0 0-9-15,2 13-8 0,-2-4 0 0,1 7-14 0,2 1-1 16,-2 11 0-16,3-3-7 0,-2-1 6 0,1 2-5 16,2-1-6-16,-2 1-1 0,-2-1-2 0,3 1 3 0,0-7-33 15,0 6-24-15,-3 1-19 0,-1-6-17 16,0 1 3-16,0-3-24 0,1 1-32 0,4-2-30 15,-5 0-30-15,0-5-48 0,3 0-48 0,-6-3-252 0,6-1-573 16,-2 0 253 0</inkml:trace>
  <inkml:trace contextRef="#ctx0" brushRef="#br0" timeOffset="15432.78">7247 5917 377 0,'0'4'439'0,"2"1"5"0,-1-2-4 0,1-1-3 0,-2 1-2 0,0-3-12 16,2 5-26-16,-2-5-39 0,0 4-31 0,0-4-33 16,0 0-32-16,0 0-44 0,0 0-32 0,0 0-49 15,0 0-58-15,0 0-60 0,0 0-99 0,0 0-146 16,0 0-142-16,7-14-399 0,-5 9-830 0,-4-5 367 16</inkml:trace>
  <inkml:trace contextRef="#ctx0" brushRef="#br0" timeOffset="17873.68">7611 5307 69 0,'0'-7'181'0,"0"7"2"15,0-4-9-15,0 4-4 0,-1-5-11 0,1 5 0 16,1-5-9-16,-1 0-5 0,2 2-5 0,-2 3-5 16,1-7-11-16,3 2-9 0,-2 1-9 0,2 1-9 15,2-2-9-15,0 0-10 0,1 1-6 0,4 0-10 16,1 0-3-16,4 0-8 0,2-1-3 0,0 2-8 16,2 1-1-16,0 0-6 0,1 2-7 0,1 4 7 0,-2-1-6 0,1 4 3 15,-1 0-7-15,-2 5-2 0,-5 0-3 0,4 8-1 16,-6-3-5-16,-2 7 4 0,-5 3-5 0,-4 1 0 15,-6-1 0-15,-3 5 18 0,-7-1-3 0,-3-1-1 16,-12 8-2 0,-1-3-1-16,5-7-2 0,-3-4 0 0,0 0-4 0,2-2 5 15,0-3 5-15,2-2 3 0,1-2 5 0,8-5 5 16,1-1 6-16,4-2 1 0,1 0 10 16,0-5 14-16,6 3 26 0,0-2 20 0,0 0 17 15,0-2 10-15,0 0 1 0,5-1-8 0,0 0-7 0,0 0-22 16,0 0-19-16,0 0-2 0,20-10-10 0,-7 6-10 15,5-4-2-15,5 4-12 0,4-4 2 0,0 0-7 16,7 2-11-16,-1 1-2 0,3-2-4 0,4 4 0 16,0-2-9-16,-2 3 0 0,-3-5-4 0,0 7 1 15,-3-3-5-15,-1 3-2 0,-11 0-3 0,-2 0-12 0,-5 0-4 0,-2 0-3 16,-3 3-39-16,-1-3 14 0,-1 0-8 0,-6 0-4 16,9 0-10-16,-9 0-12 0,7-3-14 15,-7 3-7-15,0 0-13 0,0 0-15 0,0 0-10 16,0 0-24-16,-15-2-21 0,7 0-36 0,-2 0-48 0,2-2-62 15,1-1-228-15,-1-3-593 0,3 0 263 0</inkml:trace>
  <inkml:trace contextRef="#ctx0" brushRef="#br0" timeOffset="18653.79">8097 5020 134 0,'0'0'279'0,"0"-6"-3"0,0 6-11 0,0-5-9 15,0 5-13-15,0 0-17 0,1-5-19 0,-1 5-18 0,0 0-23 0,4-1-18 16,-4 1-19-16,0 0-12 0,0 0-17 0,0 0-14 16,0 0-6-16,0 0-11 0,0 12-4 0,0-5-9 15,0 3-4-15,0 2-7 0,0 3-1 0,1 1-6 16,-2 1-5-16,1 0 1 0,-1 2-7 0,0-1 0 15,-1 0 2-15,4-3 0 0,-2 2-10 0,-2-5 1 16,2-1-4-16,3-2 2 0,-3-1-7 0,1-2 3 0,-2-3-4 16,1 2 2-16,0-1 13 0,0-4 45 0,0 0 20 0,-1 7 55 15,1-7 33-15,0 0 22 0,0 0-4 0,0 0-21 32,0 0-20-32,10-12-15 0,-4 4-15 0,6-5-15 15,-3-1-10-15,1-1-10 0,0 0-13 0,0 1-2 16,-1 1-13-16,0 2-6 0,0 3-6 0,-7 1-6 15,1 0-5-15,4 4-5 0,-5 0-8 0,3-3-6 0,-2 5-6 16,-3 1-22-16,5-2-10 0,-5 2-3 0,8 3-5 16,-3-1-14-16,0 5 12 0,1 1 3 0,2 1 1 15,1-1 0-15,-4 3 4 0,5-1 3 0,-5-1-5 16,1 0 14-16,0 0-2 0,-3-2-1 0,4 1 4 0,-2-1-3 16,-1 0 2-16,-1-5-6 0,0 2-11 0,1 0 5 15,-4-4-2-15,4 7 0 0,-4-7 2 0,5 2 6 0,-5-2 3 16,8 3 3-16,-8-3-4 0,2 2-2 0,-2-2-9 15,0 0-38-15,0 0-35 0,0 0-36 0,2-9-24 16,-2 4-33-16,0 5-29 0,1-9-37 0,-2 3-52 16,3-1-65-16,-3-3-220 0,1 1-640 0,1 1 283 15</inkml:trace>
  <inkml:trace contextRef="#ctx0" brushRef="#br0" timeOffset="19092.12">8428 4878 6 0,'1'-4'345'0,"2"0"-9"0,-3 4-13 16,0-5-22-16,0 5-31 0,1-3-26 0,-1 3-28 0,0 0-16 16,0 0-29-16,0 0-19 0,0 0-16 0,14 11-18 15,-1 3-6-15,1 8-4 0,4 6-8 16,4 14-7-16,-3 4-2 0,3 2-8 0,-8 5 0 15,0 7-12-15,1 21 7 0,-5-23-15 0,-6 2-10 16,-3-3 0-16,-1 3-7 16,-1-5-1-16,-6 0 4 0,0-4-8 0,-5-3-6 15,1-14 3-15,2 0 10 0,-4-2 18 0,-1-1-3 16,-1-2-3-16,-2-4 13 0,-2-1 3 0,4 0 8 16,1-4 3-16,-3-6 4 0,7-4-2 0,-4 2 2 15,5 0-1-15,1-3-11 0,3-2 8 0,-2-3 3 16,3 0 8-16,1 1 6 0,3-5 4 0,-6 4 7 15,3-1 11-15,3-3 4 0,-3 5-6 0,3-5 7 0,0 0-12 0,0 0-4 16,0 0-8-16,-6 2-12 0,6-2-9 0,0 0-9 16,0 0-7-16,0 0-5 0,0 0-15 0,0 0-13 15,0 0-23-15,0 0-26 0,0 0-27 0,0 0-37 16,0 0-41-16,0 0-36 0,12-12-47 0,-12 12-65 16,0-5-53-16,0 5-58 0,-3-9-81 0,0 4-375 15,3 5-902-15,-8-10 399 0</inkml:trace>
  <inkml:trace contextRef="#ctx0" brushRef="#br0" timeOffset="19941.4">6320 5070 39 0,'1'-4'225'0,"-1"4"-5"0,0-5-5 0,0 5-11 16,4-7-7-16,-4 5 2 0,0 2 2 0,1-6-9 16,-1 6-11-16,0-6-2 0,0 6 8 0,0-4-13 15,0 4-7-15,0 0-11 0,0 0-9 0,0-4-9 16,0 4-17-16,0 0-9 16,0 0-29-16,0 0-13 0,0 0-8 15,-9 12-14-15,0 5-3 0,-5 7-7 0,-4 7-5 0,-6 20-3 16,-12 27 1-16,4 3-3 0,5 2-3 0,3 0-2 15,9-4 5-15,6-23-6 0,4-1 4 0,5 1 1 16,1-1 5-16,13-6-1 0,-2 0 13 0,3-4-1 16,9-3-5-16,3-3 23 0,6-2 9 0,-5-10 10 15,12 3 14-15,-4-11 5 0,8 4 0 0,-8-9-6 0,14 1-6 0,-13-6-8 16,-4-2-5-16,-2-1-4 0,-3 0-6 0,-7 0-4 16,-3-2 3-16,-5-3-8 0,-3 0 7 15,2 1-1-15,-8-1 4 0,1 1 8 0,0-2 5 16,0 0 2-16,-5 0 6 0,8 2-1 0,-8-2 2 0,5 0-3 15,-5 0-7-15,0 0-6 0,4 2-6 0,-4-2-8 16,0 0-13 0,0 0-17-16,0 0-16 0,0 0-26 0,0 0-25 15,0 0-33-15,0 0-28 0,0 0-33 0,0 0-27 16,0 0-36-16,13-4-53 0,-13 4-60 0,5-7-74 16,1 2-393-16,1-3-840 0,-1 0 371 0</inkml:trace>
  <inkml:trace contextRef="#ctx0" brushRef="#br0" timeOffset="21094.56">8626 4499 61 0,'0'-7'304'0,"0"4"-15"0,0 3-3 15,1-6-13-15,2 3-15 0,-3-2-9 0,0 5-10 16,1-5-16-16,2 2-21 0,-3 3-19 0,5-4-16 16,-4 2-13-16,-1 2-22 0,4-4-13 0,-4 4-12 15,4-3-9-15,-4 3-19 0,5-1-9 0,-5 1-4 16,8 4-1-16,-3 0-13 0,0 1-6 0,1-1-1 15,-2 6-5-15,5 5-2 0,0-1-1 0,-5-2-10 16,1 5 1-16,-1 0-4 0,-3 1 0 0,-1-1 8 16,0 1 0-16,-1-1-16 0,-2 0 1 0,1 0-1 15,-2-2-1-15,-1 0 4 0,-3-2-6 0,3-2 4 0,1-2-1 0,0 0-2 0,2-4-4 16,-1 0-4-16,-1 0 6 0,4-1-3 0,-5-1 19 16,4 0 11-16,1-3 11 0,-1 3 9 0,1-3 3 15,-3 4 8-15,3-4 0 0,-4 3 2 0,4-3-1 16,-1 4-1-16,1-4-2 0,0 0 0 0,0 0-4 15,0 0-1-15,0 0-7 0,0 4 2 0,0-4-4 16,0 0-6-16,0 0-1 16,0 0-5-16,0 0-2 0,0 0-4 0,0 0-4 15,0 0-1-15,0 0-4 0,0 0 0 0,0 0 6 16,0 0 2-16,0 0 3 0,0 0 1 0,0 0-2 16,0 0 0-16,0 0 5 0,0 0-3 0,9 0 0 15,1-4-11-15,8 0 1 0,2-3-2 0,15-1 0 16,3-3-5-16,16-1 1 0,2-1-11 0,-5 3 3 15,1 0-1-15,-13 3-4 0,-2 0 0 0,-5-1-4 0,0 3 2 16,-5-2-2-16,-10 3-1 0,-2 2 3 0,-6-1 1 0,2 2 1 16,-4 1-2-16,-2-2-1 0,1 2 8 0,-6 0 5 15,5-2 0-15,-5 2-6 0,6-2-7 0,-6 2-13 16,6 0-20-16,-6 0-22 0,0 0-28 0,0 0-45 16,0 0-62-16,0 0-57 0,-19 6-56 0,12-3-71 15,1 2-96 1,-4 0-280-16,4-1-804 0,1-1 356 0</inkml:trace>
  <inkml:trace contextRef="#ctx0" brushRef="#br0" timeOffset="22131.89">9711 4668 165 0,'0'0'178'0,"0"-5"-8"0,0 5-3 0,0-6 5 16,0 6-7-16,0-3-8 0,0 3 0 16,-3-4-2-16,3 4 2 0,0-5 0 0,0 5-4 15,0 0-1-15,0 0-2 0,0 0-5 0,0 0-3 0,0 0-10 0,-1-4-8 16,1 4 2-16,0 0-10 0,0 0-10 0,0 0-8 16,0 0-5-16,0 0-7 0,0 0-5 0,0 0-10 15,0 0-5-15,0 0-13 0,0 0-7 0,0 0-14 16,0 0-12-16,0 0-17 0,0 0-10 0,0 0 3 31,0 14-1-31,-4-1-1 0,3 5-2 0,-8 11 6 16,4 5-4-16,-1 13 6 0,-1 9-3 0,2-2 2 0,0 3 0 0,1 28 3 15,3-29-3-15,-3 32-2 0,4-2 11 0,1-1-2 16,1-24 3-16,4 26-1 0,-1-7 0 0,-2-23 1 16,-1-1-1-16,1 0 4 0,1 0-2 0,-1-3-4 15,0-1-3-15,0 2 7 0,-5-8 3 16,1-12-9-16,-3 3 1 0,-2-4 3 0,-3-1 1 0,-4-3-2 15,-1-2 13-15,-4-4 13 0,0-1 15 0,3-11 19 0,-2 2 4 16,-2-2 15-16,0-4 9 0,-9 0 12 0,1-2 3 16,5-3 3-16,-9-5 9 0,2-1 7 0,2 1 2 15,6-2 5-15,2-3 2 0,-1 0 1 0,5 3-8 0,-2-2-1 16,6 0-2-16,1 4-6 0,1 0 0 0,1-1-13 16,4 1-14-16,4 3-14 0,-5-5-23 0,5 5-24 15,-8-3-32 1,8 3-39-16,-3-4-44 0,3 4-40 0,0 0-52 15,0 0-48-15,0 0-38 0,0 0-43 0,25 3-50 0,-13-1-64 16,-1 0-332-16,2 1-811 0,-3 2 359 0</inkml:trace>
  <inkml:trace contextRef="#ctx0" brushRef="#br0" timeOffset="22929.48">9272 6749 116 0,'-7'0'234'0,"1"-1"-7"0,6 1-12 0,0 0-4 15,-9 0-12-15,9 0-11 0,-8 1-10 0,8-1-4 16,0 0-16-16,0 0-6 0,0 0-9 0,-8 1-7 0,8-1-7 15,0 0-5 1,0 0-12-16,0 0-4 0,0 0-8 0,0 0-9 0,0 0-9 0,0 0 8 16,0 0-14-16,0 0 6 0,0 0-3 0,0 0 1 15,35-5-8-15,-12 5-5 16,5-5-5-16,7 3-6 0,-1-1-5 0,3 0 6 16,-3 1-17-16,-2 0-10 0,-1-2 2 0,-3 4-4 15,-6 0-4-15,-2-1 2 0,-2 0-8 0,-4 1 1 16,-3 1 0-16,-3-1-6 0,0-1-3 0,-1 1-3 15,-7 0 3-15,10 0-5 0,-10 0-8 0,7-1-12 16,-7 1-4-16,0 0-15 0,0 0-3 0,0 0-21 0,0 0-18 0,-16 7-20 16,8-4-16-16,-1 0-29 0,-2 0-35 0,2 0-31 15,2-3-32-15,1 3-248 0,0-3-526 0,6 0 233 16</inkml:trace>
  <inkml:trace contextRef="#ctx0" brushRef="#br0" timeOffset="23182.71">9883 6645 292 0,'0'0'378'16,"-1"-7"6"-16,-1 5 6 0,1-2-10 0,1 4-5 16,1-6-19-16,-1 6-23 0,-3-4-22 0,3 4-32 15,0 0-29-15,0 0-22 16,-1-3-28-16,1 3-23 0,0 0-22 15,0 0-15-15,0 0-23 0,0 0-16 0,0 0-7 0,0 0-6 16,4 15-12-16,-2-4-7 0,-1 5-5 0,1 1-7 16,0 7-7-16,0 2-28 0,0 0-44 0,-1-1-46 15,2 1-39-15,0 1-48 0,-1-7-49 0,-1 5-74 16,-1-7-104-16,3-1-310 0,-6-7-750 0,3-3 333 16</inkml:trace>
  <inkml:trace contextRef="#ctx0" brushRef="#br0" timeOffset="24146.59">9986 4317 118 0,'0'0'248'0,"-3"-4"-7"15,3 4-3-15,0 0-5 0,0 0-5 0,0-4-4 0,0 4 0 0,0 0-2 32,0 0-8-32,0 0-3 0,0-5 1 0,0 5-3 0,0 0-2 0,0 0-21 0,0 0-14 0,0 0-4 15,0 0-13-15,0 0-18 0,0 0-16 16,0 0-15 0,0 0-8-16,0 0-15 0,0 0-12 0,0 0-9 15,0 0-33-15,0 0-13 0,0 0-3 0,-2 16-6 16,3-4 2-16,-1 6 14 0,1 0-16 0,3 7 4 0,1 2-1 15,-5 2-36-15,3 0-30 0,-2 0-34 0,-1 2-38 16,5 1-50-16,-5-3-52 0,4 2-74 0,-3-2-280 16,-1 0-632-16,0-11 280 0</inkml:trace>
  <inkml:trace contextRef="#ctx0" brushRef="#br0" timeOffset="24701.03">10552 5304 26 0,'-2'-18'309'0,"0"3"-8"16,2-2-11-16,-2 5-19 0,0 2-7 16,1-2-4-16,1 3-18 0,0 0-9 0,0 1-7 15,0 0-15-15,0 6-6 0,-1-5-5 0,3 3-34 0,-2 4-19 16,-1-6-18-16,1 6-22 0,0-5-18 0,0 5-10 16,0 0-25-16,0 0-9 0,0 0 0 15,5 17-5-15,-5 0-1 0,0 3-5 0,0 9-8 16,0 2 7-16,0 3-9 0,0 14-3 0,0-14-4 0,2 2 5 0,-2 0-2 0,2-1 1 15,0-2 3-15,2 0-4 0,0-5 2 16,-1 1-5-16,-1-9-2 0,2-1-8 0,-3-3 11 16,3-5-6-16,-4 1 1 0,5-3 1 0,-5 1-21 15,0-5-18-15,0 0-7 0,0 0-4 0,1-1-7 0,-1-1 4 16,0-3-1-16,0 0-34 0,0 0-30 16,0 0-41-16,0 0-35 0,-14-16-30 0,13 3-37 0,-4-2-69 0,2-12-161 15,2 0-517-15,-3-6 229 0</inkml:trace>
  <inkml:trace contextRef="#ctx0" brushRef="#br0" timeOffset="25035.95">10553 4942 188 0,'-5'-10'322'0,"1"1"1"0,2-1-10 16,-2 5-2-16,1 0-20 0,1 0-19 0,0-1-22 15,1 3-21-15,1-1-17 0,-1 1-13 0,1 3-32 16,0 0-21-16,-2-5-7 0,2 5-21 0,0 0-25 15,0 0 0-15,12 7-12 0,-1-1-8 0,4 5-13 16,5-1-6-16,7 7-6 0,0 6-1 0,0-3-5 16,3 2-5-16,-2 2-3 0,-1 1 3 0,-3 3-7 0,-2-2-5 0,0-1-1 15,-7 1-15-15,-2-3 7 0,-3 3-14 16,-6-9-2-16,-4 2 6 0,-4-1-1 0,-2-1-2 16,-8 7 17-16,-7-6-3 0,-1 0 0 0,-3-2 3 15,-4-2 16-15,-1 3-17 0,0-4 13 0,-2-1-7 0,-2-2 4 16,2 2-2-16,2-4 1 0,7-3 1 0,-4 2-5 15,7-2-9 1,7-1-2-16,0 0 3 0,4-1-30 0,3-2-51 16,-1 0-43-16,2 2-20 0,4-1-18 0,1-2-19 0,1 10-36 15,5-7-55-15,7-1-87 0,5 0-197 0,3 1-585 16,8-3 258-16</inkml:trace>
  <inkml:trace contextRef="#ctx0" brushRef="#br0" timeOffset="25578.16">10879 5639 296 0,'0'0'343'0,"0"0"-4"0,0-7 4 0,0 7-9 15,0 0-10-15,0 0-17 16,0 0-42-16,0 0-6 0,0 0-25 0,0 0-26 16,0 0-18-16,0 0-26 0,0 0-17 0,0 0-19 15,0 0-16-15,0 0-12 0,0 0-9 0,0 0-8 16,0 20-11-16,-1-9-5 0,1 1-5 0,0 5-2 15,-2 0-12-15,2-1-4 0,-1 1-2 0,0 1-2 16,0-1-2-16,-2 0-13 0,3-5 4 0,0 0-2 16,0-2-8-16,0-1 2 0,-1-3-3 0,1 0 0 0,-3-2 5 0,3 0 8 15,3 0-6-15,-6 0 41 0,3-4 23 0,0 0-3 16,0 0-10-16,0 0-3 0,13-13-11 0,-4 4-8 16,4-4-3-16,-3-3-4 0,1-1-10 0,5-3-3 15,-1 1-4-15,-1 4 0 0,-2 1-6 0,-1 1-7 16,-2 4 3-16,-1 1-5 0,-2 1-5 0,-2 2 3 15,-1 1-6-15,3 1-9 16,-5 1 1-16,-1 2-2 0,9 0-3 0,-9 0 1 16,9 8-3-16,-4-3-1 0,-1 4 2 0,1 0 4 15,3 2-4-15,-3-1 4 0,0 1-16 16,0 1-24-16,-1-3-19 0,-1 0-24 0,0-3-21 16,-1 1-34-16,3 1-19 0,-2-4-31 0,-1-1-21 15,0 1-34-15,1-3-80 0,-3-1-369 0,0 0-754 16,0 0 334-16</inkml:trace>
  <inkml:trace contextRef="#ctx0" brushRef="#br0" timeOffset="26119.76">11326 5138 3 0,'3'-4'294'0,"2"0"-13"0,2 0-18 0,0 2-21 0,2-1-20 16,-1 2-18-16,2-3-13 0,1 4-18 0,0 0-16 15,1 2-17-15,1 1-4 0,1 0-10 0,0 7-13 16,0-3-7-16,0 5-7 0,0 0-11 0,-5 2-1 15,2 1-11-15,-5 0-6 0,1 4-8 0,-4-2-2 16,-3 2-7-16,3-2-3 0,-6 5-5 0,0-3 1 16,-4-1-1-16,2-2 8 0,-3-1-10 0,-1-1 2 0,-1-1-1 0,1-4 2 15,1-2-5-15,3 0 9 0,1-2 16 0,-1 0 14 16,1-2 5-16,3 1 42 0,1-4 29 0,-5 3-1 16,5-3-11-16,0 0-15 0,-3-13-11 0,6 6-13 15,1-5-10-15,1-5-14 0,5 0-6 16,-1 0-8-16,0 0-6 0,5 0-8 0,-5 1-5 0,3-1-6 15,-1 4-1 1,-1-1-8-16,-2 7-2 0,1-4-5 0,-3 5-6 16,-1 2-4-16,-1-3-1 0,1 3-4 0,-1 2-6 15,0-1-5-15,1 2-2 0,-5 1-1 0,0 0 0 16,10 4-5-16,-6 1-4 0,0 2 4 0,4 3-3 0,-5-1 2 16,3 11 2-16,-3-3 0 0,3 0 1 0,0 2-9 15,-1-2-26-15,0 0-21 0,-1-3-22 0,1 3-31 16,-4-5-31-16,2-2-26 0,-2-3-35 0,2 1-37 0,-2-3-42 15,0-1-54-15,-1-4-303 0,0 0-694 0,0 0 307 16</inkml:trace>
  <inkml:trace contextRef="#ctx0" brushRef="#br0" timeOffset="26351.55">11735 5086 101 0,'3'-3'370'0,"-3"3"-24"16,1-5-38-16,-1 5-30 0,0 0-30 0,2-3-32 16,-2 3-21-16,0 0-20 0,12 4-16 0,-7 3-10 15,4-1-8-15,3 6-4 0,-2 4-10 16,4-1-10-16,-3 7-6 0,2 2-14 0,1 1-4 0,0 0-8 0,-5 3-3 16,0 1-5-16,-4 0-8 0,-1 0-4 0,-4-2-12 15,-4-2-27-15,-1 1-26 0,-4 0-21 0,-5-2-27 16,-3-4-29-16,-2-1-35 0,-4-4-53 0,-1-5-67 15,-4 0-297-15,-3-4-572 0,3-3 254 0</inkml:trace>
  <inkml:trace contextRef="#ctx0" brushRef="#br0" timeOffset="26705.42">11302 4908 33 0,'-4'-2'289'0,"4"2"-15"0,0-4-21 0,0 4-19 16,-5-3-23-16,5 3-22 0,0 0-22 0,0 0-21 0,0 0-14 15,0 0-15-15,0 0-16 0,-9 12-9 0,0 2 1 16,0 10-3-16,-5 1-6 0,1 7-7 0,3 2-4 16,-6 13-4-16,1 0-3 0,5-2-2 0,5 1-1 15,3-9-5-15,-1 9-4 0,8-10-6 0,5-2 0 16,4-3-2-16,4 1-3 0,5-6 0 0,3-1-3 16,2-4-8-16,4-6-41 15,-1-2-62-15,-1-4-92 0,2-5-352 0,4-4-557 16,-7-2 246-16</inkml:trace>
  <inkml:trace contextRef="#ctx0" brushRef="#br0" timeOffset="27422.2">10897 4521 63 0,'2'-3'281'0,"0"-1"-11"0,-2 4-17 0,4-5-11 16,-3 1-17-16,1 0-20 0,0 2-18 0,3-1-17 0,-3-1-11 16,5 3-21-16,-1-1-16 0,2 1-12 0,3 1-13 15,1-1-10-15,-2 3-7 0,3 0-12 0,-3-1-7 16,3 2-5-16,-2 3-7 0,2 4-2 0,1 0-3 16,-5 0-7-1,5 2-4-15,-5-2-3 0,-4 1 0 0,-1-1 21 16,1 1-4-16,-4 0-5 0,1 1 2 0,-4-1-2 15,1 0-1-15,-1 1 0 0,-2 0-3 0,0-2 6 16,-1-1-4-16,1 2-8 0,-1-4 5 0,1 0-12 16,0-2 1-16,4-2 5 0,-1 1-4 0,1-4 8 15,-4 7 24-15,3-4 19 0,1-3 3 0,0 0-12 16,0 3 19-16,0-3-2 0,0 0-1 0,6 1-6 0,-6-1-5 0,18-4-2 16,-1 1-10-16,2-1-5 0,2-1-2 0,9 2-6 15,-3-2-7-15,2 1-6 0,-11-1-3 0,4 3-3 16,-7 1-3-16,-1-1 10 0,-1 1-17 0,-4-1-3 15,-3 2 1-15,1-2 1 0,-7 2-5 0,10-1-2 16,-5 0 1-16,-5 1-19 0,8-4-19 0,-8 4-41 16,5 0-49-16,-5 0-44 15,0 0-19-15,0 0-25 0,0 9-47 0,0-9-71 16,-5 7-309-16,2 0-682 0,2-2 302 16</inkml:trace>
  <inkml:trace contextRef="#ctx0" brushRef="#br0" timeOffset="28110.09">12631 5216 18 0,'-4'-10'301'0,"3"2"-26"0,-7-3-23 16,1 1-22-16,-4 3-19 0,-3-1-18 0,-8 3-19 0,3 0-15 16,0-1-10-16,-4 5-18 0,-6-2 11 0,2 4-9 15,0 1-15-15,5-1-9 0,2 5-15 0,-2-1-8 16,3 0-6-16,2 3-6 0,0-1-13 0,4 3-7 16,1-1-8-16,5-1-5 0,-1 2-2 0,3-1-5 15,1-1 1-15,3 3-3 0,1 1-3 0,6 3 1 16,0-5 2-16,6 3-7 0,5 2-3 0,2-8 1 15,0 3-6-15,1-7 2 0,2 4-1 0,-1-7 0 16,-1 0 0-16,2-3 2 0,-3-2 11 0,-1-1 14 16,2-6 3-1,-2 0 8-15,-4-1 19 0,-4-3 17 0,3-6 5 0,-7 2-2 16,3-6-1-16,-5-1-13 0,0-3 15 0,-4-1 0 16,0-2-3-16,-1-1 0 0,-3-13 3 15,1-3 9-15,-2 16 7 0,4 2 3 0,-3 1 5 16,-1 5 7-16,0 7 3 0,1 2-3 0,3 7 1 15,-2-2-16-15,2 5-20 0,-2 2-4 0,2 0-17 0,1 1-37 16,-2 0-49-16,2 4-53 0,0 0-9 0,0 0 21 0,-3 17 1 16,-2 0 6-16,5 9 10 0,-2 4 3 0,6 2 6 15,0 1-3-15,4-1 12 0,-3 3 3 0,4 0 4 16,0-2-1-16,0-3-1 0,1 1-3 0,3-5-1 0,-4-3-12 16,-1-6-10-16,-1 1-30 0,2-3-32 0,-5-4-40 15,2 0-42-15,-3-1-44 0,0-4-43 0,-1 1-52 16,-1-3-61-16,2-3-234 0,-3-1-670 0,0 0 296 0</inkml:trace>
  <inkml:trace contextRef="#ctx0" brushRef="#br0" timeOffset="28539.6">12784 5000 21 0,'4'-5'376'16,"0"1"-19"-16,5 1-22 0,-3 1-25 0,4-1-22 15,2-1-29-15,-2 4-22 0,2 0-31 0,2 4-13 0,-1 1-15 16,-1-1-18-16,5 7-11 0,-2 1 0 0,-2 0-22 16,-3 2-17-16,3 3 6 0,-8 0-31 0,0 3-5 15,-1-1 1-15,-4 8-27 0,-5 0 7 0,1-3 2 16,-5 2-7-16,-5-3-1 0,3-7-9 0,-6 6 3 16,4-5-8-16,2-4 1 0,-1 2-8 0,3-5 34 15,0-4 0-15,2 2-7 0,2-3 11 0,2-2 15 16,-1 0 26-1,2-1 35-15,-1 0 32 0,3-2 15 0,0 0-23 16,0 0-20-16,0-14-14 0,6 5-12 0,3-4-15 0,4-5-10 16,5-3-11-16,1-5-13 0,2 0-8 0,-1-2-6 15,3 2-6-15,-3-1-8 0,1 2-6 0,-3 4 1 16,-8 4-7-16,3 4-4 0,-5 4 6 0,-2 0 4 0,0 1-6 0,-1 4-6 16,-1-1-8-16,-1 2-18 0,-1 1-19 0,1-1-31 0,-3 3-8 15,0 0 5-15,-8 13 4 0,1-3 6 16,-1 6 4-16,-5 6 0 0,-1 5 4 0,3-1 4 15,0 6 4-15,1-3 5 0,5 2 3 16,1-2-5-16,7 2-2 0,2-2 2 0,5-3 2 0,4-3-7 16,9-4-24-16,8-2-44 0,5-7-79 0,2 0-102 15,13-3-114-15,4-8-507 0,1 0-968 0,-2-9 429 16</inkml:trace>
  <inkml:trace contextRef="#ctx0" brushRef="#br0" timeOffset="29325.46">13869 5143 90 0,'0'0'207'0,"0"0"-2"0,0 0-4 0,0 0-5 15,0 0-7-15,0 0 9 0,0 0-2 0,0 0-4 0,0 0-5 16,0 0-2-16,0 0-5 0,0 0-7 0,0 0-6 15,0 0-16-15,0 0-5 0,0 0-6 0,0 0-8 0,0 0-9 16,0 0-11-16,0 0 1 0,0 0-15 16,9 2-26-16,5-4 3 0,-1 0-5 0,6 2-10 15,9-3-4-15,1 3 0 0,3-2-19 0,0 0-34 16,3-1-39-16,-6 1-38 0,2 2-39 0,-9-1-32 0,5-1-38 0,-10 2-46 16,2-1-56-16,-7 0-207 0,0 1-531 0,-5 0 236 15</inkml:trace>
  <inkml:trace contextRef="#ctx0" brushRef="#br0" timeOffset="29588.12">13919 5400 232 0,'-5'2'312'16,"4"0"-2"-16,-2 1-16 0,2 1-15 0,1-4-19 15,-3 3-25-15,3-3-14 0,9 2-16 0,5-2-17 16,5-3-21-16,13 2-23 0,7-2-10 0,14-3-41 0,1 1-55 16,3-2-66-16,2 1-87 0,0 2-110 15,-4-6-233-15,-4 2-495 0,-18 1 219 0</inkml:trace>
  <inkml:trace contextRef="#ctx0" brushRef="#br0" timeOffset="30811.69">15060 4971 66 0,'-5'-2'240'0,"5"2"-6"0,-1-5-13 0,1 5-7 15,-3-2-15-15,3 2-11 0,0 0-20 16,0-5-18-16,0 5-15 0,3-6-14 0,0 4-12 15,3-1-10-15,-1 2-13 0,6-3-8 0,-1 1-10 16,2 1-7-16,1-1-5 0,7 2-7 0,-5-1-3 0,7 2-6 0,1 2-7 16,-5 1-3-16,5 2-5 0,-5 0-1 0,1 3 0 15,0 1-7-15,-3 0 0 0,-2 6-5 0,-5-1 2 16,0 3 0-16,-5 2-3 0,-1 6-1 0,-8 0 2 16,-2 1-1-16,-6 3-3 0,-6-3 2 0,-4 3 0 15,-11 6 2-15,1-2 0 0,5-6-2 0,1-5 2 16,-1 2 5-16,6-3-4 15,-3-4 8-15,0 0 8 0,6-6 4 0,5-1 7 16,3-2 4-16,-2-3 10 0,7 2 16 0,-1-2 9 16,2-2 21-16,0-1 5 0,1 1 0 0,4-3 8 15,-5 1-41-15,5-1 6 0,0 0 8 16,0 0-25-16,28-6-7 0,-15 3 5 0,6-4-31 0,0 5 28 16,2-3-25-16,0 1 16 0,10-2-13 0,1 3-7 15,-1 1-4-15,1 2-15 0,-2-2 13 0,-2 2 11 0,2-3-12 16,-9 3-7-16,1 0-12 0,-5 0 18 0,-7 0-7 15,4 0-1-15,-6 0 3 0,-8 0-9 0,15 3-12 16,-10-3-7-16,-1 0-13 0,-4 0-6 0,9 0 0 16,-9 0-13-16,0 0-3 0,0 0-14 0,0 0-19 15,0 0-18-15,0 0-17 0,0 0-19 0,0 0-21 16,-23 2-34-16,23-2-44 0,0 0-77 0,-13-2-187 0,13 2-539 0,0-5 239 16</inkml:trace>
  <inkml:trace contextRef="#ctx0" brushRef="#br0" timeOffset="32380.18">16100 4932 70 0,'0'0'236'0,"-2"-7"-8"16,2 7-11-16,-3-2-6 0,3 2-11 0,0-4 0 15,0 4-8-15,-1-6-9 0,1 6-9 0,0 0-10 16,0 0-7-16,0 0-21 0,1-5-15 0,4 4-12 16,0-3-13-16,-1 2-11 0,2 1-3 0,1 0-15 15,3 0-5-15,0 1-8 0,2 1-7 0,0 2-7 16,1 1-4-1,2 1-1-15,-3 0-7 0,5 4-1 0,-3 3-2 0,-1 0-5 16,-2 1 0-16,-2 3-3 0,-1-1-3 16,-3 5 1-16,0 1-2 0,-5 3 3 0,-9 1-6 15,3-1 0-15,-6 0 8 0,-6 3-10 16,2-6 1-16,-5 3-1 0,-2-3 4 0,0 0-2 16,4-3-3-16,-4-1 6 0,0-1 12 0,0 0 7 15,8-4-10-15,-2-4-3 0,3 0 3 0,5 0-4 0,0-4-2 0,4 1 0 0,-1-1 0 16,6-4 5-16,-7 3 7 0,7-3 5 0,-4 4-2 15,4-4 4 1,0 0 13-16,0 0 1 0,31-2-2 0,-13-1 4 16,4 3-11-16,6-5-10 0,0 1-4 0,3 1 11 15,-1 1-17-15,2-1-1 0,0-3-14 0,-1 2 14 0,-3 2-6 16,-6 0 7-16,-3 1-8 0,-1-3-2 0,-7 4 0 16,1-1 3-16,-5 1-3 0,-1-2 0 0,1-2 1 15,-7 4-10-15,7 0-6 0,-7 0-8 0,0 0-20 16,0 0-20-16,0 0-13 0,0 0-13 0,0 0-11 15,0 0-27-15,0 0-31 0,-27-3-36 0,18 0-41 16,2 1-62-16,1-1-220 0,0 2-548 0,6 1 243 16</inkml:trace>
  <inkml:trace contextRef="#ctx0" brushRef="#br0" timeOffset="32878.68">16578 4949 340 0,'0'0'351'0,"-1"-7"-3"0,1 7-28 0,0-4-32 15,0 4-23-15,-1-3-38 0,1 3-19 0,0 0-21 16,0 0-41-16,0 0 1 15,0 0-14-15,0 0-16 0,0 0-16 0,0 0-13 16,1 14-1-16,0-4-14 0,0 5-11 0,-2 2-3 16,2-1-5-16,-1 6-6 0,-3 2-6 0,0-4 0 15,-1 6-5-15,0 0-3 0,0-1-8 0,-1 1 7 16,3-8-12-16,-2-1-2 0,5-5 4 0,-1 0 2 16,-1-2-12-16,0-1 0 0,-1-4 9 0,2 0-1 15,-1 0 20-15,1-5 39 0,-1 5 30 0,0-3 35 0,1-2 11 0,0 0-15 16,0 0-14-16,7-10-10 0,0 1-13 15,0-1-12-15,2-2-4 0,2-2-16 0,4-8-5 16,-4 8-9-16,3-1-8 0,-3 3-1 0,1-1-11 0,-1 4-2 16,-4-2-3-16,1 6-6 0,-3-2-3 0,0 3-3 15,0-1-10-15,-1 4-5 0,1-2-4 0,-1 2-16 16,-4 1-4 0,8 4 6-16,-3 0 2 0,1 1-8 0,-2 3 3 15,5-2-10-15,-3 4-4 0,5-1-24 0,-4 4-20 0,2 1-23 16,3-2-22-16,-5 0-40 0,-1-2-30 15,0 0-33-15,0-2-38 0,-2-1-55 0,1-1-42 16,-1-1-267-16,0-2-676 0,-4-3 300 0</inkml:trace>
  <inkml:trace contextRef="#ctx0" brushRef="#br0" timeOffset="33100.15">17024 4919 291 0,'-1'-6'483'0,"1"2"-13"0,0 1-34 0,0-2-35 0,0 5-47 15,1-3-38-15,-1 3-46 0,0 0-19 0,0 0-40 16,0 0-47-16,3-3-45 0,-3 3-20 0,0 0-8 16,5 16-18-16,-3-6-36 0,2 7-34 15,-1 2-35-15,2-1-38 0,-2 11-42 0,0 1-49 16,-2-3-50-16,1 3-67 0,-2 0-257 0,-2-1-578 0,0-5 256 15</inkml:trace>
  <inkml:trace contextRef="#ctx0" brushRef="#br0" timeOffset="33263.14">16993 5492 36 0,'-1'4'341'16,"-2"1"21"-16,1-2 39 0,2-3 17 0,-6 7 11 16,6-5 3-16,0-2 2 0,-2 3-16 0,2-3-34 15,0 0-42-15,0 0-33 0,0 0-40 0,9-10-38 0,-6 7-53 0,-1-1-46 16,3-1-56-16,1-2-57 0,-1-1-52 0,4 1-74 15,0-2-71-15,-2 1-57 0,1-2-79 0,-1-1-100 16,1 1-241-16,-1-7-711 0,-1 2 315 0</inkml:trace>
  <inkml:trace contextRef="#ctx0" brushRef="#br0" timeOffset="33516.87">17260 4792 84 0,'2'-6'465'15,"-2"0"-26"-15,2 0-42 0,-2 1-42 0,1-1-40 0,1 4-36 0,-1-1-31 16,-1 3-29-16,9 5-19 0,-4 5-26 0,5 4-12 0,7 13-21 16,-2 4-9-16,2 14-9 0,2 2-13 0,-6 7 5 15,0-3-16-15,-7-1-12 0,-2 4-24 0,-3 1 14 16,-6-2-14-16,-4 1-26 0,-9-4-25 0,-2-1-25 15,-6-3-33-15,-3-5-24 0,-2 0-30 0,-6-6-28 16,0-5-41 0,-5-3-58-16,10-11-67 0,-5-2-265 0,-10 0-604 15,-6-4 267-15</inkml:trace>
  <inkml:trace contextRef="#ctx0" brushRef="#br0" timeOffset="33979.93">15778 4805 272 0,'0'0'321'0,"-2"-4"-23"0,2 4-30 0,0-5-30 16,0 5-29-16,0 0-22 0,0 0-22 0,-7 13-20 16,6 3-16-16,-7 9-7 0,3 9-12 0,-5 12-5 15,0 7-9-15,-1-2-10 0,5 6-1 0,1 2-5 0,5 2-4 16,5 19-2-16,3-25-7 0,8-3-7 0,4-3 2 0,10 0-11 16,5-4 0-16,4-7-1 0,5-3-38 15,2-5-67-15,1-8-107 0,3-6-372 0,-1-3-578 16,0-8 256-16</inkml:trace>
  <inkml:trace contextRef="#ctx0" brushRef="#br0" timeOffset="37460.08">18311 4484 35 0,'0'-4'154'0,"-1"-1"-6"16,1 5-6-16,1-8 9 0,-2 4-1 0,1 0-7 15,-2 1-1 1,1-3-7-16,1 2 5 0,0 4 4 0,-1-6 3 16,1 6-10-16,-2-6-13 0,1 2-6 0,1 4-10 15,-2-6-4-15,2 6-5 0,-2-4-6 0,2 4-10 0,-1-3-3 16,1 3-11-16,0 0-4 0,0 0-9 16,0 0-2-16,-3-5-12 0,3 5-12 0,0 0-8 15,0 0-3-15,0 0-5 0,-12 11-2 0,4-2-1 16,-5 13-1-16,-2 4-1 0,-2 7 2 0,-3 12-4 0,-2 10 4 0,-8 20-2 15,5 5 1-15,6-24-1 0,-4 28-1 0,8-25 0 16,-1 22 1-16,6-25-2 0,3 5 4 0,0 20-1 16,7-22 4-16,3 2 0 0,1-3-3 0,3 24 6 15,-2-26 2-15,-1-1-3 0,0-1-2 0,-4-1 0 16,0-3 2-16,-1-3 0 0,-3-11-5 0,0-5 0 16,-4 1 4-16,-2 1-6 0,-3-1 8 0,-2-5-8 0,-3-3 0 0,-1-2 1 15,-4-1-2-15,-3-4 6 0,3-3 6 16,-1-2 8-16,4-6 19 0,-10 2 2 0,2-2 3 15,1-5 5-15,-2-2 5 0,0-1 2 0,3-2 7 16,4 1 3-16,2 1 5 0,1-1 0 0,1 0-10 0,6 0-9 16,-2-3 4-16,5 4-12 0,3 1-4 0,6 1-9 15,-13-2-5 1,13 2-36-16,-5-2-52 0,5 2-37 0,0 0-36 16,0 0-20-16,-12 4-21 0,12-4-26 0,0 9-40 15,0-9-37-15,7 11-250 0,-6-4-565 0,4 3 251 0</inkml:trace>
  <inkml:trace contextRef="#ctx0" brushRef="#br0" timeOffset="37878.07">17885 6520 5 0,'0'0'321'15,"0"0"-25"-15,0 0-17 0,-11 4-26 0,7-2-19 16,-4 4-15-16,2-1-19 0,-2 3-9 0,-2 5-7 16,0 0-13-16,-2 3 0 0,-3 6-5 15,-2-2-5-15,2 1 2 0,2 3-24 0,8-6-14 16,-4 0-5-16,4 0-13 0,1-1-6 0,4-1-5 0,4 2 0 0,0 1-6 15,3-5-14-15,6-1 14 0,5-1-8 0,9-3-1 0,0-3-16 16,7 1 0-16,-2-10-10 0,4-3-12 0,1-2 8 16,-6-2-7-16,1-7-5 0,-4 1 12 0,-5-4-5 15,-4 0 11-15,-5-1-3 0,-2-2 2 0,-8-4-11 16,0 2 15-16,-8 0 1 0,-2-2 0 0,-5 3-4 16,-4 0-2-16,-3 2-7 0,-1 2-3 0,-6 3-8 0,-3 4-8 15,0 1-32-15,-6 4-48 0,0 1-27 0,0 0-63 16,1 4-56-16,1 1-59 0,-2 0-91 0,8 1-365 15,9 0-770-15,5 0 340 0</inkml:trace>
  <inkml:trace contextRef="#ctx0" brushRef="#br0" timeOffset="38843.33">18712 3828 18 0,'1'-4'355'15,"-1"0"-4"-15,0 4-20 0,0 0-18 0,4-4-34 16,-4 4-23-16,3-3-30 0,-3 3-27 0,2-2-17 15,-2 2-26-15,0 0-25 0,0 0-8 0,0 0-16 16,0 12-7-16,0-4-5 0,-1 6-17 0,-3 3-4 16,-2 3-3-16,-2 4-11 0,0 1 3 0,2 0-14 15,-3 0-3-15,0-1-3 0,-1 1-5 0,1-9 2 16,5 0-4-16,-1-4-2 0,1-2-3 0,-1-2-6 16,5-2 0-16,-4-1 5 0,3 1 8 0,-2-4 47 15,2 1 39-15,1-3 0 0,0 0-14 0,0 0-12 0,1-14-14 16,3 3 2-16,-3-5-2 0,7-1-14 0,1-7-7 0,-1 5-8 15,2-7-8-15,-1 9-4 0,5-5-3 0,-6 8-6 16,1 1-6-16,-3 2 7 0,2 2-17 0,-2 4-2 16,-2 1-9-16,0 0-1 0,1 1 2 0,2 2-5 15,-7 1-5-15,13 11-13 0,-4-5 3 0,1 3-2 16,1 5-10-16,-1 1-24 0,0 2-24 0,-1 0-29 16,0 1-52-16,2 4-29 0,-3-3-27 0,-3-1-32 0,3-1-44 0,-3-1-36 15,-1-6-278-15,-4-3-649 0,-4 0 288 0</inkml:trace>
  <inkml:trace contextRef="#ctx0" brushRef="#br0" timeOffset="39068.65">18558 3814 30 0,'-10'-1'304'15,"3"1"-11"-15,-1 0-7 0,8 0-18 0,-11 0-15 16,11 0-24-16,-8-2-22 0,8 2-21 0,0 0-19 16,0 0-14-1,29-2-15-15,-1 0-19 0,10-5-27 0,18 3-35 0,4-1-39 0,4-5-42 16,25-4-44-16,-28 3-59 0,5 2-66 16,-9-4-205-16,1 4-432 0,-7 0 192 0</inkml:trace>
  <inkml:trace contextRef="#ctx0" brushRef="#br0" timeOffset="39444.83">19345 3670 77 0,'1'-4'365'0,"0"0"-6"0,1 1-16 0,-2 3-21 15,0 0-31-15,2-4-31 0,-2 4-25 0,0 0-31 16,0 0-25-16,2-5-24 0,-2 5-28 0,0 0-16 16,-2 14-11-16,-3 3-9 0,-3 10-9 0,-5 4-7 15,-7 15-2-15,-6 3-11 0,0 5-5 0,-4-3-6 16,2 5-4-16,-1-5 2 0,3-3 2 0,3-3-1 16,0-4-21-16,10-12 2 15,-1-3-4-15,4-1-2 0,-3-3-6 16,8-5 5-16,-3-3-11 0,5-2 2 0,0-4 3 15,-1-2 14-15,2 0 3 0,-1-1-16 0,3-3 6 16,-2 2-5-16,0 1 7 0,1-2-3 0,1-3-2 16,0 4 3-16,0-4 5 0,0 0-22 0,-2 3-2 0,2-3-20 15,0 0-36-15,0 0-35 0,0 0-38 0,0 0-49 16,16-10-56-16,-11 4-58 0,-1 2-270 0,5-2-601 0,-1-4 265 16</inkml:trace>
  <inkml:trace contextRef="#ctx0" brushRef="#br0" timeOffset="39960.85">19451 4039 129 0,'3'-2'397'0,"1"-1"-31"0,-4 3-36 0,4-1-35 16,-4 1-36-16,4-3-27 0,-4 3-28 0,0 0-21 15,6 7-11-15,-1-2-23 0,3 3-8 0,-7 1-17 0,3 3-15 16,1 5-8-16,-5 0-7 0,3 0-7 0,-6 1-13 15,2 1-6 1,-3 0-8-16,0-1-7 0,-1-1-6 0,0 0 5 16,0-3-11-16,1-2 0 0,-1-1 3 0,1-1-11 15,0-3-5-15,1 1-4 0,1-1 3 0,-2-2-5 16,4 0 2-16,-3-1 14 0,2-1 5 0,1-3 12 16,0 4 8-16,0-4 7 0,-2 8 3 0,2-8 1 15,0 0 0-15,0 2-5 0,0-2-7 0,0 0 0 16,-2 3-7-16,2-3-5 0,0 0-7 0,0 0-5 0,0 0 4 0,0 0-11 15,0 0-1-15,0 0-1 0,0 0-4 16,-3 4-4-16,3-4 0 0,0 0 1 0,0 0-8 0,0 0 5 16,0 0-8-16,0 0 9 0,0 0 6 0,0 0 7 15,0 0-1-15,0 0-2 0,0 0-1 0,0 0 6 16,0 0 2-16,0 0-4 0,0 0 4 0,22-3-2 16,-6 1-3-1,6-5-5-15,10 0 3 0,0 0-6 0,7 0-3 16,11-4-1-16,2 2 0 0,0-1 9 0,-3 2 2 0,-10 4 3 15,-1-2 2-15,-2 0 3 0,-4 1-3 16,-10 3 0-16,-4 0-3 0,-4 0 3 0,-4 1 4 16,-2 1 10-16,1-3 3 0,-4 3 2 0,0-1-1 15,0 0-2-15,-5 1 8 0,5-2-20 0,-5 2-14 0,8-1-21 16,-8 1-31-16,0 0-41 0,0 0-49 0,0 0-73 0,0 0-76 16,-19 4-57-16,8-3-79 0,-1 3-437 0,0-2-907 15,3 0 402-15</inkml:trace>
  <inkml:trace contextRef="#ctx0" brushRef="#br0" timeOffset="47058.71">19991 5010 180 0,'0'0'196'0,"0"0"-4"0,0 0-11 0,0 0-10 16,0 0-14-16,0 0-10 0,0 0-11 0,0 0-10 15,0 0-13-15,0 0-12 0,0 0-9 0,0 0-9 16,0 0-8-16,0 0-10 16,0 0-8-16,0 0-6 0,0 0-3 0,0 0-6 15,0 0-6-15,0 0-2 0,0 0-4 0,0 0-2 16,0 0-2-16,0 0-6 0,0 0-1 0,0 0 0 15,-6 7-4-15,6-7-3 0,0 0-1 0,0 0 0 16,0 0 0-16,0 0 1 0,9 5-2 0,-9-5 0 16,10 0-1-16,-2 0-2 0,-1-2 2 0,6 0-3 15,-1 1-2-15,0-2-1 0,1-1-2 0,0 1 0 0,0 1 0 0,-2 0 1 16,-1-1 0-16,1-2 0 0,-4 1 0 0,3-1 4 16,-3 2 11-16,-5-2 7 0,5 2 6 0,-3 2 7 15,-2-2 8-15,-2-1-3 0,3 0-3 16,-3 4-4-16,-3-6-6 0,3 6-4 0,-9-3 0 0,-1 3 3 15,-3 3-12-15,0-1 0 0,-6 2-1 0,-1 4 0 16,-8 2-3 0,-2 1 5-16,-3 3 1 0,0 4 1 0,-3-1-2 15,-7 8-1-15,3 4-2 0,9-10-1 0,3 8 0 16,0-3-3-16,4 1-2 0,2 1 2 0,5 3 2 16,2-3-2-16,6 6-1 0,2-4 4 0,5-1 1 15,5 1-1-15,7-3 1 0,6-2 0 0,5 0-2 16,6-4 3-16,19 1-1 0,5-9-1 0,9-2-2 0,4-4-4 0,27-5-4 15,1-5-7-15,-26-4-3 0,25-4-5 0,-26 3-13 16,-2-4-5-16,-1-3-8 0,-3-2-4 0,-8-2-1 16,-1 0 1-16,-14 4 3 0,-5-5 6 0,-5 0 4 15,-1-1 2-15,-5 0 6 0,-4-1 11 0,-9 8 23 16,2-1 16-16,-8 0 11 0,-1 5 10 0,-4 0 3 16,-2 2 3-16,-4-2 3 0,-7 4 4 0,1 1-3 15,-5 2-1-15,-5 2 1 0,-3 4-4 0,-1 3 1 0,-1 4-9 0,-6-1-3 16,6 3-1-16,1 3-8 0,3 0-4 0,7 2-1 15,3-3-3-15,0 5-9 0,7-2 3 0,1 2 9 16,5 0-25-16,3 0 0 0,6-5-1 0,4 2 1 16,6-2 2-16,8-1-6 0,4-2 4 0,5-1-4 15,5-7-8-15,1-1-9 0,1-1-2 0,-5-4-3 16,-2-1 3 0,4-4 0-16,-7 0 3 0,-2-4 2 0,-8 2-2 15,-2 2 8-15,-4-5-5 0,-3 1 2 0,-1-1 6 16,-5 4-2-16,-3-3-1 0,-1 1 1 0,-4 2-3 0,-1-1 0 15,-4-1 3-15,0 3-5 0,-5-2-6 0,4 5-5 16,-6 1 1-16,0-1-12 0,-2 3-12 0,0 3-9 16,0 0-13-16,5 1-17 0,-2 1-24 0,2 0-26 15,-1 2-24-15,4 1-37 0,4-2-32 0,0 0-212 0,4 1-473 0,2-3 211 16</inkml:trace>
  <inkml:trace contextRef="#ctx0" brushRef="#br0" timeOffset="47490.43">21278 5004 197 0,'0'0'293'16,"1"-4"-29"-16,-1 4-23 0,0 0-26 0,0 0-15 16,0 0-22-16,0 0-25 0,0 0-16 0,0 0-10 15,-16 5-16-15,8-1-11 0,-5 4-9 0,3-3-8 16,-7 4-5-16,2 0-8 0,-2 2-4 0,0-1-8 16,0 2-6-16,0 0-3 0,3-1-6 0,0 2-5 15,3-1 0-15,-1 1-7 0,5-4-2 0,0 3-4 0,3 0 1 31,2-2-4-31,2 3-2 0,1 0 0 0,4 2-1 0,2-1-5 0,4-1 0 0,2 1-1 0,3 1 3 0,5 2-3 16,2 0-4-16,-3-5 5 0,2 2-3 16,1 0-2-16,-8-3-2 0,-2-1-1 0,-4-1 0 31,1-1 0-31,-2 1-2 0,-3-2-1 0,-2 0-1 16,-2-2 6-16,0 2 5 0,-3-2 1 0,-5 3-6 0,-2-1 2 0,-1-2-1 15,-7-1 1-15,6 1-18 0,-7-1-22 0,-2-1-25 16,2-5-28-16,-3 2-42 0,1-2-57 0,4-1-72 15,-3-5-172-15,8 2-462 0,-2 1 204 0</inkml:trace>
  <inkml:trace contextRef="#ctx0" brushRef="#br0" timeOffset="48244.18">21420 4505 143 0,'0'0'256'0,"-2"-4"-19"16,2 4-18-16,0 0-15 0,0 0-20 0,0 0-17 15,0 0-15-15,0 0-17 0,0 0-14 16,0 0-14-16,0 0-12 0,0 0-9 0,0 0-10 16,0 0-8-16,0 0-7 0,0 0-6 0,0 0-7 0,0 0-2 0,22 5 0 15,-12 1-12-15,3 0-1 0,0 2-7 0,5 1-1 16,0 1-1-16,-3 0-4 0,3 2-1 0,3 3-1 15,0 2-4-15,-6-5 2 0,-2 2-3 0,0 2-2 16,-3-2 2-16,-6 2-1 0,1 1-1 0,-5 0-4 0,-1 2 1 16,-7-2-2-16,-4 0 4 0,-6 5-3 0,-4-1-2 15,-2-3 3-15,-2 1-1 0,2-2 6 0,-6-4-2 0,2 3 6 16,1-4 6-16,3-1 1 0,4-2-1 0,3-2-3 16,1 0 2-16,5-2-3 0,2-2-5 0,0 1 0 15,4-1 0-15,0-2-3 0,3 4 5 0,-1-3-2 16,3-2 12-16,0 0 0 0,18 4-2 0,0-7-1 15,3 2-3-15,8-1-2 0,3-2-3 0,2 2 1 16,-1-2-3-16,3 0 1 16,0 2-1-16,0-1-1 0,-7 1-1 15,4 2-4-15,-15-2 8 0,1 2-7 0,-6-3 0 0,0 3-1 16,-4-1-4-16,-1 1 2 0,-3-1 1 0,-5 1-9 16,10 0-14-16,-10 0-22 0,0 0-19 0,0 0-18 15,0 0-13-15,-17-5-15 0,11 3-14 0,-4 2-33 16,2-3-41-16,0 1-54 0,-1-1-139 15,-1-1-415-15,5 2 184 0</inkml:trace>
  <inkml:trace contextRef="#ctx0" brushRef="#br0" timeOffset="48676.16">21898 4601 325 0,'0'-5'360'0,"0"5"-24"0,0-4-33 0,0 4-24 0,2-3-33 16,-2 3-24-16,0 0-29 0,0 0-19 0,0-4-26 0,0 4-12 15,0 0-17-15,0 0-12 0,4 11-14 0,-4-6-3 16,-4 5-11-16,3-1-6 0,1 4-8 0,0-1-6 15,0 4-7-15,-1 3 4 0,-2-1-12 0,3 1-8 16,-1-1 5-16,-2-2-10 0,2 1 2 0,-3-5-4 16,0 0-1-16,3-3-1 0,1 1-6 0,-3-3-3 15,3-4 4-15,-1 1 5 0,1 1 1 0,0-5 35 0,0 5 34 0,0-5 7 16,0 0-11-16,0 0-9 0,14-11-10 0,-5 4-4 16,3-3-6-16,-1-2-13 0,3 1-1 0,-1 1-7 15,0 2 0-15,-2-4-4 0,-3 4-7 0,1 2 4 0,-3 1-14 16,-1 1-19-16,1-2 5 0,-1 3 4 0,1 1 2 31,-1-1-9-31,-5 3 1 0,10 0 2 0,-10 0-24 16,13 5-16-16,-3-2-47 0,-5 3-30 0,3 0-43 15,1 2-46-15,0 1-60 0,0-2-82 0,-4 1-284 0,3 1-674 16,-1-4 299-16</inkml:trace>
  <inkml:trace contextRef="#ctx0" brushRef="#br0" timeOffset="49130.14">22373 4684 33 0,'0'0'264'0,"0"0"-21"15,-4-4-23-15,4 4-26 16,0 0-16-16,0 0-21 0,0 0-14 0,0-5-17 15,0 5-9-15,0 0-16 0,0 0-11 0,0 0-10 16,0 0-5-16,0 0-8 0,0 0-7 0,0 0-8 16,0 0-3-16,0 0-4 0,0 0-2 0,0 0-9 15,0 0-1-15,0 0 9 0,0 0-2 0,0 0 0 16,0 0 2-16,0 0-3 0,0 0 2 0,0 0-1 16,0 0 0-16,0 0-6 0,0 0 1 0,0 0-3 0,0 0 0 0,0 0 1 15,0 0-5-15,0 0 0 0,0 0-2 0,0 0 2 16,0 0-1-16,0 0 1 0,0 0-1 0,0 0 6 15,0 0-3-15,0 0 1 0,0 0 0 0,0 0 1 16,0 0 0-16,0 0 2 0,0 0 2 0,0 0 0 16,0 0 0-16,0 0 6 0,0 0 3 0,0 0 7 15,0 0 2-15,0 0 6 0,0 0-8 0,0 0 18 0,21 0 2 16,-9 0-9-16,7-4-9 0,10 4-17 0,1-4 9 16,3 0-4-16,3-4-7 0,0 5-6 0,0 0 2 15,-3-4 2-15,-1 5-12 0,-4-4-15 0,-5 6-21 16,-10-1-14-16,5-2-28 0,-8 3-17 0,0-2-34 15,-3-1-33-15,-7 3-61 0,9-2-52 0,-9 2-57 16,-4-4-201-16,4 4-555 16,-14-6 246-16</inkml:trace>
  <inkml:trace contextRef="#ctx0" brushRef="#br0" timeOffset="49376.98">22557 4552 228 0,'0'-5'407'16,"0"0"5"-16,0 1-9 0,0 4-18 0,0-7-21 16,0 4-43-16,0 3-26 0,0-5-25 0,0 5-33 15,0 0-23-15,0 0-32 0,0 0-29 16,0 0-42-16,0 0-30 0,0 0-7 0,0 0 0 16,-1 20-13-16,1-7 3 0,0 1-15 0,1 2-28 0,-1 2-21 15,1 1-28 1,3 0-35-16,-1 7-29 0,-2-6-27 0,2-2-35 15,-1 1-43-15,-1-1-50 0,2 0-59 0,-6-5-228 16,6-3-578-16,-6-2 256 0</inkml:trace>
  <inkml:trace contextRef="#ctx0" brushRef="#br0" timeOffset="49662.09">22949 4454 379 0,'0'-4'400'16,"0"0"-22"-16,0 4-22 0,0-4-29 0,0 4-40 16,0 0-15-16,2-5-42 0,-2 5-23 0,0 0-21 0,0 0-10 15,0 0-38-15,0 0-16 0,0 0-16 0,0 0-13 16,2 15-7-16,-1-6-6 0,2 1-9 15,-3 8-7-15,0 4-4 0,1 3-6 0,2-1 4 16,-2 2-8-16,4-1-23 16,-5-6-47-16,1 6-58 0,-1-5-60 0,3 1-77 15,-2-2-105-15,-2-3-253 0,-2-5-621 0,2-1 275 16</inkml:trace>
  <inkml:trace contextRef="#ctx0" brushRef="#br0" timeOffset="51082.03">22116 5211 123 0,'0'-5'316'0,"0"0"-11"0,1 0-10 15,-2 1-10-15,1 4-5 0,1-7-21 0,-1 4-8 0,0 3-19 0,3-5-29 16,-3 5-20-16,0 0-21 0,0-4-24 0,0 4-6 16,0 0-19-16,0 0-16 0,0 0-7 0,0 0-9 15,0 0-13-15,4 13-7 0,-4-3-8 0,-3 2-3 16,3 4-4-16,0 2-11 0,3 1 23 0,-3 8-26 16,0-3-1-16,0 1 0 0,1 2-4 0,-2-8 1 15,2 1-5-15,2-2-3 16,-2 2-3-16,0-6 1 0,3 1-2 0,0-1-3 15,-3-5 5-15,3-3-5 0,1 2-5 0,-1 1 10 16,0-5 1-16,2 1-2 0,-2-2-1 0,4-3 5 16,3 0 3-16,-2-3 7 0,1-2-3 0,3-2-4 15,-1-5 4-15,0-2-6 0,3-8 5 0,0 2-5 16,-4-8-9-16,-2 3 2 0,5-1-4 0,-6-4 3 16,-3 2-5-16,0-2-4 0,0 2-2 0,-5 3 1 0,0 6 12 0,-2-1 5 15,-5 4 3-15,2 0 1 0,-4 3-3 0,-6 0-4 16,2 3 0-16,-6 1-12 0,-2 4 6 0,-7 5-5 15,2 0-5-15,-4 5 3 0,2 2-4 0,1 2-5 16,0 4 2-16,1-1-3 0,10 0-3 0,1 2 6 16,3 2-1-16,1 1-7 0,3-1 8 0,3 0-3 15,4 0 6-15,5 1-10 16,5 0 7-16,5-4 7 0,11 1 0 0,7-3-14 16,5-5-48-16,14-5-40 0,3-3-47 0,-1-3-57 15,0 0-62-15,1-6-80 0,-6 0-258 0,-12 1-651 16,-3-1 288-16</inkml:trace>
  <inkml:trace contextRef="#ctx0" brushRef="#br0" timeOffset="52185.55">23952 5160 157 0,'0'-3'240'0,"-2"-1"-11"15,1-3-16-15,-1 3-17 16,-2 0-16-16,-1 1-13 0,-2-2-15 0,-1 1-13 16,-1 2-13-16,-9-1-9 0,4 3-8 0,-4-1-3 15,-5 1-14-15,4 1-4 0,-4-1-1 0,-4 3-4 16,4-1-9-16,3 3-3 0,-1 2-6 0,1-3-6 16,3 4-4-16,-2-1-9 0,2 0-6 0,2-1 0 15,2 6-6-15,3-4-4 0,1 1-1 0,4 1-3 16,3 1 0-16,0 1-5 0,2-2 1 0,4 5-2 0,1-3 0 15,8 0-6-15,-2-1 0 0,6 0 3 0,2-2-3 0,2-1 0 16,-2-3 0-16,3-4 0 0,-3 0-1 0,-1-3-1 16,0-1 0-16,-6-2 0 0,1-3 4 15,1-3 9-15,0 1 8 0,-4-4 5 0,2-3 24 16,-3 0 13-16,0-7-12 0,-5-2-1 0,2 1 5 0,-3-2-8 16,-3-7 23-16,1 4 2 0,-2-3 13 0,-2-2 0 0,3 0-1 15,-4 2 16-15,2 3-4 0,-5 3 12 0,6 2 5 16,-3 8 17-16,3 8 9 0,-2 0-18 0,3-3-10 15,0 7-16 1,-2-2-13-16,-1 5-20 0,3-3-34 0,0 5-46 16,0-7-48-16,0 7-24 0,0 0 9 0,0 0 6 15,-1 19 0-15,1 0 8 0,0 7 9 0,-2 2 6 16,2 3 2-16,0 0 10 0,3 3 0 0,2-1 4 0,-2-2 8 16,-1-2 10-16,2 2-8 0,4-5 3 0,-7 3 2 0,6-3-2 15,-5-8 3-15,3-3 0 0,-2 1 3 0,-2-5 4 16,2-2-1-16,-1 0-4 0,0-1 4 0,0 1 1 15,-2-5 2-15,0 1 5 0,3 0 0 0,-2 1-2 16,-1-5 5-16,0-1 1 0,0 4-1 0,0-4-4 16,0 0 0-16,0 0 2 0,0 0-33 0,0 0-53 0,0 0-41 15,-10-8-37-15,3 6-30 0,1-4-39 0,-3 1-41 16,1 1-47-16,2-1-284 0,-2-2-649 0,5 2 287 0</inkml:trace>
  <inkml:trace contextRef="#ctx0" brushRef="#br0" timeOffset="52700.8">24241 4971 239 0,'1'-9'431'15,"1"1"2"-15,0 1-22 0,-2 2-21 0,0 3-24 16,0-2-32-16,0 0-30 0,0 4-40 0,0-7-27 0,0 7-27 0,4-2-28 15,-4 2-25-15,0 0-31 0,0 0-1 0,0 0-37 16,0 14 6-16,0-4-9 0,-4 6-8 16,4 2-12-16,0 1-6 0,0 1-1 0,-4 5-21 0,3 0 14 15,2 0-9-15,-1-7-2 0,0 3-5 0,0-2-2 16,2 1-4-16,0-3 6 0,0-1-12 0,1 1-1 16,1-3 1-1,0 2-4-15,1-5 4 0,-1 0-2 0,1-5 6 16,-4 4 4-16,6-6 16 0,-2 1 7 0,0-2 12 0,3-2 9 15,-1-2 7-15,5-4-3 0,-2-1-4 16,5-3-10-16,-2-3-4 0,1-2-8 0,-1-2-4 16,6-9-4-16,-1 1-8 0,-1-3-5 0,-1-2-9 15,4-15-13-15,-4 11-8 0,2-9-7 0,-8 8 5 16,-2 0 0-16,0 3 8 0,-3 2 6 0,-4 5 8 0,-1 5 2 0,-4-1-4 16,2 3 2-16,-5 0-13 0,2 5 9 0,-3 3-5 15,-2 1-5-15,0-1 0 0,-8 1-5 0,1 7-1 16,-4-2-1-16,-6 7-4 0,-2 2 0 0,2 3 0 15,-4 5-3-15,3 6-3 0,1 2-4 0,0 0 7 16,4 4 2-16,0-1-3 0,8 1-10 0,5-2 3 16,5-5-3-16,3-2 4 0,6 0 2 0,6 0 6 0,6-2 5 0,12 0-1 15,10-4 3-15,20-4-36 0,7-6-44 0,33-8-74 16,-33-3-91-16,-1-3-95 0,27-9-135 0,-35 3-327 16,-3-5-867-16,-5 0 383 0</inkml:trace>
  <inkml:trace contextRef="#ctx0" brushRef="#br0" timeOffset="66647.31">25674 2731 112 0,'-2'-6'134'0,"2"6"-1"0,-1-4-15 15,1 4 1-15,0-5-6 0,0 5 9 0,-1-3-26 16,1 3 1-16,0 0-4 0,-3-7-3 0,3 7-8 16,0-3-1-16,0 3 2 0,0 0-4 0,-3-4-4 15,3 4-7-15,0 0-1 0,1-5-8 0,-1 5-2 16,0 0-5-16,0 0-3 0,0 0 3 0,0 0-10 16,0 0-2-16,2-5-10 0,-2 5-1 0,0 0-1 0,0 0-4 15,0 0-2-15,0 0-3 0,0 0-4 0,0 0-3 16,0 0-8-16,0 0-3 0,0 0-1 0,0 0-3 15,0 0-9-15,0 0-5 0,0 0 0 0,0 0-5 0,0 0 6 16,0 0-1-16,-5 14 4 0,3-10 0 16,0 3 2-1,1-1 2-15,-1 5 1 0,-1-2-5 0,-2 3 7 16,2 0 0-16,-1 0 1 0,2 0-1 0,-2 0 6 0,0 1-7 16,2 1 3-16,-1 1 9 0,1-4-5 0,0 5-5 15,1-4 3-15,0 5 3 0,-2-1-5 0,3 2 3 16,0-2 1-16,-1 0-1 0,1 0-1 0,0 0 6 15,0 1-6-15,1-2 5 0,-1 1-5 0,0-5 2 16,0 1 2-16,0 0-4 0,0 0 4 0,0 0-1 16,0-1-1-16,0 0-3 0,0 2 6 0,0 0-5 0,0 1 4 15,0-1-4-15,3 3 1 0,-3-3 3 0,-3 4 0 16,3-3 1-16,0 2 1 0,-1 0-3 0,1-5-2 16,0 2 3-16,0-1-2 0,1-1 4 0,-1 3 1 0,3-3 1 15,-1-1-1-15,-2 2 3 0,-1-1-1 16,2 1 2-16,1-3-1 0,-2 4-2 0,0-4-3 15,0 3 5-15,0-3-3 16,0 3 0-16,1 0-1 0,-1-2 4 0,0 1 6 16,0 1 6-16,-3-1-3 0,3 2 1 0,-1-2-1 15,-3 1-1-15,3 0-2 0,-2-1 1 0,3 3-1 16,0-2-3-16,-1-2 2 0,-3 1-3 0,4 0-2 16,0 0 5-16,0-1-7 0,0 0 3 0,-1-1 0 15,-3 4 1-15,3-3-4 0,1-1 5 0,0 3-6 16,0 3 2-16,1 1 0 0,-1-5-1 0,4 1 0 0,-3-1-1 15,-1 1 2-15,3 1 0 0,-2-2-2 0,0 0 1 16,2 0 2-16,-2 3-1 0,-1-4-4 0,0 2 2 16,0 1-2-16,0-1 1 0,0 5 0 0,0-2 2 0,0 2-1 15,0-2 4-15,-1 1-4 0,-2-1 0 0,3-1 2 16,0 1-3-16,-1-3 9 0,0 5-10 0,-2 0 2 16,3-2 1-16,0 3-1 0,-5-2 2 0,5 0 1 0,0-1-3 15,0 1 1-15,0-3 2 0,0-1-3 0,-1 0-1 16,2 0 3-16,-1-1-1 0,0 2 2 0,0 0 2 15,0-1 1-15,0-1 3 0,0 1 0 0,0 0-4 16,0-2 1-16,0 0 0 0,0 2 3 0,4-2-1 16,-4 2 4-16,0-5-3 0,1 5 1 0,-2-1-3 15,-3 0 1 1,4 0-2-16,0-1 0 0,0 1 1 0,-1 3-1 16,-2 0-3-16,3 6 4 0,-1-3-2 0,1 0-2 15,-1 0 2-15,3 0 2 0,-3-1 1 0,2 1-2 16,-1-6-2-16,0 4 0 0,0-2 4 0,3-3-1 15,-3 2 8-15,0 0 3 0,1-1-2 0,-1 1 2 16,0-2-2-16,0 1-5 0,0 0-1 0,0-1 2 16,0-1 0-16,0 0 0 0,0 2-7 0,0-3 3 0,0 2-1 0,0-1-1 15,0 3-3-15,-4-1 3 0,4 0-2 0,0 1 0 16,0 5-3-16,-2-5-1 0,-1 5 1 0,3 0 4 16,0-1 0-16,-4 0-2 0,4 0 2 0,-4-1-3 15,3 1 4-15,1 2-4 0,-1-2 6 16,-2-4 1-16,2 3-3 0,-4 2 4 0,4-2-5 0,1-3 4 15,-3 4-2 1,3-4 2-16,-1 1-3 0,-2 1-1 0,3-2-3 16,-1 2 11-16,1-4-4 0,-2 3-1 0,0-1-2 15,2 0 1-15,0 4 2 0,2-6-6 0,-2 1-1 16,2 2 5-16,-2 1-2 0,1 2-5 0,2 2 0 16,-3-6 1-16,1 4-1 0,-1 1-1 0,3-5 4 15,-6-1-6-15,3 2 4 0,0-3-2 0,0 2-2 16,0-3 3-16,0 6 1 0,0-5 0 0,3 2 2 0,-3 0-3 0,0-3 1 15,0-1-8-15,0 2 10 0,0-1-4 0,0-9 4 16,1 13 8-16,-1-7-6 0,0 1 3 0,0-7-4 0,5 11 0 16,-5-11 0-16,1 11-2 0,-1-11 0 0,0 10 2 15,0-10-6-15,0 10 4 0,0-10-2 16,0 9 3-16,4-4-5 0,-4-5 3 0,0 11-1 0,0-11 5 16,1 10-2-16,-1-10-5 0,3 11 4 0,-2-7-5 15,-1-4-1-15,0 13 8 0,0-13-8 0,0 9 3 16,3-2-15-16,-3-7 11 0,1 11 2 0,-1-4 2 15,4-1 1-15,-4-6 0 0,1 13 2 0,-1-13-4 16,0 10-1-16,3-4 1 0,-3-6 1 0,1 9-3 16,-1-9-1-16,-1 9-1 0,1-9 4 0,5 9-1 15,-5-9-3-15,1 11 1 16,-1-11 9-16,0 6-6 0,0-6-5 0,0 9 4 16,0-9-2-16,0 0 5 0,4 11-1 0,-4-11 17 15,1 7-16-15,-1-7 2 0,0 0-3 0,3 10 6 16,-3-10 3-16,1 7-9 0,-1-7 2 0,0 0-4 15,-1 11-4-15,1-11 3 0,0 0 1 0,0 10-11 16,0-10 12-16,1 7 0 0,-1-7-3 0,0 0 3 16,0 8 1-16,0-8 0 0,0 0 1 0,-1 10-4 0,1-10 21 15,0 0-25-15,0 9 3 0,0-9 1 0,-3 8-1 16,3-8 0-16,3 8 5 0,-3-8-6 0,0 0-13 16,-3 12 14-16,3-12 3 0,0 9-2 0,0-9-4 15,0 8 6-15,0-8-2 0,0 9-2 0,0-9 6 16,-1 8-7-16,1-8 1 0,-1 9 2 0,1-9 6 0,0 9-1 15,0-9-7 1,0 9-2-16,0-9 4 0,0 8 0 0,0-8-4 16,-3 10 7-16,3-10-5 0,0 9-5 0,0-9 6 15,-5 8 1-15,5-8 1 0,0 7 7 0,0-7-10 16,-5 10 2-16,4-3 1 0,1-7-5 0,-7 10 3 16,6-5 2-16,1-5 8 0,-8 12-12 0,7-8-3 15,1-4-8-15,-5 11 13 0,1-7 5 0,-1 3-3 16,5-7-3-16,-4 10-17 0,3-5 19 0,-3 5 1 0,1-2 4 0,2 3-5 15,-3-4 3-15,-1 2-6 0,4-2 2 0,-1 1 11 16,0-1-10-16,-2 3 1 0,3 0-3 16,-1-2 4-16,0 2-5 0,0 1 1 0,0-1-4 15,-3 2 8-15,5-2-22 0,-2-1 21 0,-3 2 1 16,2 2-3-16,1-1 3 0,-2 2-4 0,2-4 2 16,-1 1 1-16,1 2 3 0,-2-1-2 0,1-1 3 0,0 0-4 0,-2-1 0 15,5 2-2-15,-2-3 2 0,-1 2 2 0,0-1-5 16,3-1 4-16,-1 1-3 0,0-1-1 0,-2 0-1 15,2 2 1-15,0-4 2 0,-2 3-1 0,2-2 3 16,-1 1-4-16,1-2 3 0,1 2 5 0,-2 0-7 16,-1-1-2-16,3 0 5 0,-4 0-4 0,3-2-1 15,0 3-1 1,1-9 2-16,-3 15 1 0,2-7 1 0,1-1 0 0,0-7-2 16,-4 15 0-16,2-8 7 0,2-1-3 0,0-6-3 15,-2 14 0-15,1-8 5 0,1-6 1 16,-1 15 0-16,1-10 0 0,0-5-3 0,0 13 1 15,-2-6 0-15,2-7 2 0,-1 11-7 0,2-4 1 16,-1-7 3-16,-2 9 1 0,2-9 1 0,0 13-8 16,1-8 11-16,-1-5-6 0,0 12 2 0,0-12-1 0,0 12-16 0,0-12 15 15,0 12 0-15,-1-5 5 0,1-7-8 0,1 13 6 16,-1-7 2-16,0-6-7 0,0 13-14 0,1-6 24 16,-2 1-9-16,1-8-13 0,0 16 11 0,1-6 5 15,-1-2 3-15,0 1-6 0,3 3 0 0,-2-1 5 16,-1-1 2-16,2 1-5 0,-1-1 2 0,1-1-5 15,1 1 3 1,-2 1-1-16,1-1-3 0,-1 1 3 0,0-1-5 16,0-1 2-16,-1 3-15 0,3 0 20 0,-3-2 2 15,1-1-4-15,-2 3-16 0,1 0 17 0,0-2 2 16,-3 1-4-16,2 0 3 0,1 1-1 0,-1 0-2 16,0 0-1-16,1-2-1 0,-2 4 3 0,2-3 0 15,2 0-6-15,-4-1 1 0,4 2 6 0,-2 1-5 16,0-3 5-16,1 3 0 0,0 0-2 0,-2-2 1 0,0 1 5 0,1 2-1 15,-2 1-3-15,2-4-5 0,-1 1-2 0,1-1 2 16,1 1 1-16,-2 4 6 0,0-5-6 0,-1 1-3 0,-1 4 10 16,1-5-6-16,2 1 1 0,-1 5 1 0,1-1 2 15,0 0-11-15,-1-5 12 0,2 1-8 0,-1 0 5 16,0 5-1-16,0-2-2 0,1 2-2 16,1 0 3-1,-1-2-1-15,-1-1 8 0,4 3-7 0,-6 0-2 16,4 3 5-16,-2-2 6 0,0 2-6 0,0-2-20 15,0 1 22-15,1 6 7 0,-2-7-8 0,1 9-2 16,0-9 0-16,-2 2 3 0,2-1 1 0,0-1-3 16,2-1-1-16,-2 4 5 0,1-1-3 0,2-2-2 15,-2 2 3-15,-1-3-7 0,0 0 6 0,1 3-5 16,-1-2 9-16,1 0-6 0,3 0-3 0,-4 0-4 0,0-1 10 0,0 1-2 16,0-1-1-16,3 1 8 0,-2 0-7 0,0 1-3 15,-2-1-3-15,1-2 8 0,0 1-2 0,1 0-4 16,0 0-2-16,1 1 14 0,-2-3-6 0,0 3-9 15,2-3 3-15,-3-2 6 0,1 6 0 0,1 1-7 16,1-1-7-16,-4-2 9 0,4 0-3 0,-1 2 3 16,-2-2 0-16,-1 1-2 0,4-2-1 0,-4 0 5 0,2 0-5 15,0 0 6-15,0-1-3 0,0 2 3 0,2-2 1 16,-1-1 2-16,-1 1 5 0,0 2-12 0,1-1 13 16,1-1 7-16,-1 2-5 0,1-3 2 0,1 3-1 15,0 1-4-15,3-1-5 0,-4-1 9 0,2 1-5 0,-1 0 2 16,-3-1-7-16,4 1 6 0,-2 0-9 15,1-1 1-15,-1 1 14 16,0-1 1-16,2-1 6 0,-3 0-3 0,2-3-7 16,1 5 0-16,-4-5-1 0,3 5-3 0,-1-1-5 15,0 1 1-15,2 0 0 0,-2 0 6 0,-2-2-3 16,1 2-5-16,1 0-1 0,0 0-2 0,-2 0 1 16,2 1 3-16,0 1-2 0,-2-3 0 0,1 3-3 15,-2-2 0-15,-1 1 0 0,4-1 3 0,-1 1 5 16,-1 1-14-16,0-4 15 0,4 2-8 0,-3 0 0 0,-7-1 3 0,7-1-5 15,3 1 4-15,-3 1-3 0,1-1 2 16,0-2-4-16,-1-1 5 0,2 3 0 0,-3-1 5 16,0 2-4-16,0-3 1 0,0-2 2 0,1 0-6 0,-1 0 4 15,3 1-10-15,-3-1 5 0,1 5-2 0,-2-5 0 16,2-1 15-16,-2 2-7 0,-2 1 9 0,6-4-6 16,-6 2 4-1,6 0-14-15,-2-2 9 0,-1 0-1 0,0 0-4 16,0 1-1-16,0-1 4 0,2 1-1 0,-2-2 4 15,-2 0-1-15,2-1-1 0,2 1 0 0,-2 0-7 16,0-9 6-16,0 15 3 0,0-6-2 0,0 0-1 16,2 2 0-16,-2-11-2 0,0 12 1 0,0-2 8 0,0 0-11 15,1-2 3-15,-2 1-3 0,1 3 7 0,-2-3-7 16,2-1 2-16,2 4-2 0,-2-2 6 0,0-1-6 0,0 5-2 16,-4-3 8-16,4-2-4 0,-4 0 0 0,3 3 4 15,1-3-8-15,-3 1 2 0,2-1 4 0,-1 1-12 16,0 1 15-16,1 1 2 0,-4-3-4 0,3 3-2 15,0 0 0-15,0 1 4 0,-1-4-4 0,3 4-1 16,-2-1 3-16,0 2-2 0,2-2 1 0,-2 3 0 16,-2 2 2-16,3-5 4 0,1 0-7 0,-4 3 1 0,4-3-6 0,-2 4 3 15,-1-3-2-15,2-3 3 0,1 7-4 0,-2-4 5 16,2-1 0-16,-2 1 0 0,0-1-3 16,0 4 1-16,0-6 3 0,0 3-3 0,1-1 5 15,-1-2-2 1,0 4 8-16,-1-3-6 0,2-2 1 0,-3 5 5 15,0-4-5-15,2 0 1 0,1 2-3 0,1-3-2 16,-3 1 0-16,2 0 4 0,-1 0-5 0,0-1 3 0,1 3 4 16,-1-2-7-16,0 3 10 0,0 0-11 0,4-3 9 15,-2 4-1-15,-2-3-1 0,2 5 3 0,0 0-5 16,0-4 0-16,0-2 2 0,0 3-5 0,-1-1 5 16,1-2-3-16,-1 3 0 0,1-4-8 0,0 3 2 15,0 0 0-15,0-2-1 0,0-1 4 0,0 2-1 16,0-2 0-16,0 1 2 0,0-3-6 0,0-7 5 0,0 16 0 0,-2-6-2 15,2 0 4-15,0-3-8 0,0-7 6 0,-1 19-4 16,1-7 3 0,-1-2-3-16,0 3 7 0,1 0-9 0,-3 2 3 15,3-3 1-15,-1 0-1 0,1 1-4 0,0-1-1 16,0-2 8-16,-3 1-7 0,3-1 6 0,0-1-1 16,3-1 1-16,-3 0-3 0,0-8 0 0,0 12 3 15,0-12-10-15,1 9 8 0,-1-9-1 0,1 10 3 16,-1-10-2-16,2 5 3 0,-2-5-10 0,0 0-5 15,0 10-5-15,0-10-9 0,0 0-8 0,0 0-16 16,0 0-12-16,0 0-28 0,2 7-45 0,-2-7-35 0,0 0-48 16,0 0-67-16,0 0-97 0,0 0-274 0,21-17-709 0,-14 7 314 15</inkml:trace>
  <inkml:trace contextRef="#ctx0" brushRef="#br0" timeOffset="70302.61">25648 2789 25 0,'0'0'128'0,"-4"3"-19"16,4-3-10-16,0 0-10 0,0 0-5 0,0 0-10 15,0 0-9-15,0 0 5 0,0 0-19 0,0 0-8 16,0 0-2-16,0 0-4 0,0 0-6 0,0 0-7 0,0 0 7 0,0 0-9 16,0 0-11-16,20-4 10 0,-13 4 2 0,-1 0-13 15,-6 0 6-15,15-1-7 0,-4 0 1 0,1-1 3 16,-1 2-6-16,2-2-1 0,0 1-3 0,4 1 4 31,-4-1-2-31,5-2 7 0,1 2-9 0,1 1 9 0,0 0-10 16,3-1 4-16,5-2 0 0,0 2 7 0,-1 0-5 15,5 1 0-15,-4-1 6 0,3-1-1 0,0 2-10 16,-2 2 4-16,4-2-1 0,-3 1 3 0,-2 0 1 16,2 0-3-16,2 2-10 0,-2-3 4 0,2 1 6 15,-3-1-7-15,2 1 9 0,1 3-8 0,-3-4 4 16,2 0-4-16,-2-1 0 0,0 1 0 0,0-3 4 0,1 2 0 15,0 1 4-15,2 0-3 0,-2 0 5 16,2-2 1-16,-1 2-9 0,4 0 5 0,-1 1 0 0,-2-4 4 0,-2 2-4 16,2 1 0-16,-1-1-7 0,-3 1 12 0,0-1-11 15,0 1 2-15,-1 0 2 0,1-2-5 0,-9 2 5 16,6 0 2-16,-6 0-10 0,9 0 8 0,0-1-7 16,0 2 5-16,0-2-1 0,-5 1 0 0,0-2-2 15,-2 2 0-15,8-2-1 0,2 2 0 0,-8 2 12 16,4-4-15-16,3 2 3 15,0-3-3-15,0 4 1 0,2-2 2 16,0 2 2-16,0-2-2 0,1 1-4 0,-2-1 4 16,1 2 0-16,1-1 2 0,-2 1 4 0,-3-1-12 15,3 2 7-15,-3-2 5 0,-1 2-4 0,2-4-1 16,-1 2 7-16,-6 0-13 0,6 0 6 0,-7 0 3 0,7 0-17 0,0 2 25 0,-7 0-13 16,7-2 1-16,1 1-1 0,0-1 1 15,0 0-1-15,-1-1-1 0,2-1 1 0,0 5 4 16,2-4-7-16,0 1 0 0,-1-2 6 0,0 2-6 15,-2 0 5-15,0 0 25 0,-3-2-1 0,2 2-5 16,0-2 2-16,-6 2-6 0,-3 0 3 0,3-1-3 16,-3 1 2-16,12-1 0 0,-11 1 3 0,-1 0-4 15,2 0 10-15,6 1-12 0,-6-1-2 0,6-1-2 16,-8 1 1-16,4 1 0 0,7-2 2 0,-2 0 3 0,-1 2-4 16,3-2-2-16,-2 2 3 0,-6-2 1 0,9 1-4 15,-3 0 2-15,-1 0 1 0,1 0 4 0,-6 0-10 16,6 2 5-16,1-3-2 0,-4 1-2 0,-4 0-1 15,2 1 5-15,7-1-3 0,-10 1-3 0,2 1 4 0,-1 0-6 16,1 0-4-16,-3-2 1 0,10 1 1 16,-8 1 1-16,2-1 1 15,-5-1-5-15,4 0 5 0,-3 0 2 0,0 0-5 16,0 2 9-16,-6-3-5 0,6 2 1 0,0 1-4 16,-2-4 4-16,2 2-7 0,-6-1 7 0,6 1-6 0,-1 0 2 0,4 0 1 15,-4 0-3-15,5 1 3 0,-3-2-2 16,1 2 4-16,-3-1-3 0,3 2-3 0,0-2 0 0,0 2 0 15,1-2 1-15,-3 0 2 0,11 0 1 0,-10 1-5 16,1 2 3-16,0-3-3 0,-2 1 7 0,3-1-6 16,-1 1 3-16,0-1-1 0,1 0 1 0,6 2 2 15,0 1-2-15,-6-3-1 0,0 0 4 16,6 2-1-16,-8 1 0 0,11-2-6 0,-3 2 2 16,-1-3 1-16,1 0 3 0,-6 0-1 0,7 0 3 0,0 0-3 15,-11 0-3-15,5 0 2 0,-1 0-1 0,-3 2-2 16,3-2 0-1,0 0 0-15,-2 0 2 0,-1 0-1 0,3 0-1 16,-3 2 5-16,0-2-5 0,0 0 2 0,-2-2 0 16,4 4 0-16,-9-2-5 0,6 1 0 0,1-2 1 15,-2 1 4-15,-3-2-5 0,0 2 7 0,-1 0-5 16,6 0-1-16,-2 0 5 0,-1 0-5 0,2 0 4 16,-4 0-6-16,5 0 4 0,-6 0-2 0,9 0-1 15,-4 0 5-15,-3 2-3 0,7-2 0 0,-4 1 0 16,1 1-1-16,1 0 2 0,-2-1-3 0,1 1 5 0,3 0-1 15,-4-2-2-15,1 0 5 0,3 3-6 16,-3-3 5-16,2 1-7 0,-2-2 6 0,-1 1-1 16,-4 0 0-16,5 0 0 0,-8 0-3 0,2-3-3 15,1 6 7-15,-4-6-5 0,2 3 3 0,-1 0-3 16,2 3 5-16,-4-3-4 0,5 0-3 0,-2 0 2 0,0 0 2 0,0 1-1 0,-2-1 2 16,-1 0 2-16,4 0-6 0,-1 0 6 0,1 0 0 15,0 0-4-15,-1-1 1 0,1 2 0 16,-1-2 2-16,2 1 2 15,-1 0 1-15,-3-3-7 0,3 3 3 0,-4 0 4 16,4-1-6-16,-3 1 1 0,3-1-28 16,-3 1 7-16,0-3 3 0,2 2-2 0,-2 0-1 0,2 1 5 0,-1-2 8 15,-1 1-6-15,2 1 5 0,-2-2 1 0,2 2-4 16,0 0 9-16,-3 0-6 0,0-2-1 0,5 2 7 16,-5 0-2-16,-1 0 7 0,3-3-16 15,-2 4 8-15,0-2-3 0,-1 0 4 0,3 0 4 16,0-1 0-16,-2 1 3 0,2 0-4 0,-2 0 3 15,0 1-2-15,4 0 5 0,-4-2-7 0,2 2 4 0,1 0-5 0,-1 0 7 16,-1 0-6-16,1 0 6 0,0 0-6 0,-1 2 4 16,1-4-3-16,-4 2 5 0,3 0-5 0,2 0 3 15,-6 0-5-15,2 0-1 0,-2 0 8 0,3 0-2 16,-2 0 2-16,0 0 1 0,4 0-2 0,-5 0 2 16,2 0-6-16,-1 0 12 0,0 2-4 0,0-2 2 15,0-2 6-15,1 2-2 0,-8 0-5 0,12 0 6 16,-5 0-10-16,0 0 6 15,-3-2-5-15,-4 2 7 0,14-1-7 0,-9 1 5 16,-1-1 1-16,3-2-3 0,1 2 0 0,-4 1 0 16,4-1-1-16,-8 1 0 0,13 0-1 0,-2 0-3 15,-3 0 1-15,-2-1 0 0,4-1 2 0,-1 2-2 16,-2-1 1-16,3 0-3 0,-2 2 7 0,-2-3-3 0,2 2 1 16,-8 0-3-16,12-2 9 0,-6 2-7 0,-1 0 4 15,-5 0-6-15,9-1-2 0,-9 1 5 0,12-2-5 16,-8 2-3-16,1-2 6 0,-5 2 6 0,7-2-12 15,-7 2 7-15,10 0-8 0,-10 0 6 0,8-1-2 16,-3 0-2-16,-5 1 4 0,11 0-4 0,-7-1 2 16,-4 1 4-16,10 0-6 0,-10 0 2 0,9 0-2 15,-4 0 4-15,-5 0-1 0,13 0 0 0,-8-2-3 16,-5 2 1-16,12 2 0 0,-7-2 3 0,0 0-4 0,5 0 3 0,-2 1-5 16,0-1-4-16,3 0-3 0,-1 1 5 0,1 0-9 15,0 1 10-15,1-2-7 0,-3 0 9 0,-1 2-7 16,1 0 1-16,-9-2 1 0,16 1 2 0,-11-1-2 15,1 2 5-15,-6-2 0 0,0 0-1 0,14 0 7 16,-14 0 1-16,0 0-2 0,9 0 6 16,-9 0-6-16,0 0-4 15,7 1 0-15,-7-1 3 0,0 0 0 0,11-1-5 16,-11 1 7-16,9 1-7 0,-9-1 5 0,0 0-5 16,15 1 4-16,-15-1-2 0,12 0-1 0,-12 0 1 15,11 1 5-15,-11-1-4 0,11 2 3 0,-6-1-6 16,-5-1 9-16,10 1-10 0,-10-1 2 0,0 0 4 15,9 0-5-15,-9 0 5 0,0 0-1 0,0 0 1 16,0 0 3-16,0 0-2 0,0 0 3 0,0 0-2 0,0 0-4 0,0 0 3 16,43 6 1-16,-43-6-8 0,0 0 9 15,0 0-11-15,0 0 10 0,29 2-10 0,-29-2 2 0,0 0-2 16,0 0 8-16,21 5-4 0,-21-5 6 0,0 0-2 16,0 0 3-16,0 0-5 0,0 0 2 0,28 3 2 15,-28-3 1-15,0 0-5 0,0 0 0 0,0 0-1 16,0 0 4-1,0 0-6-15,0 0 10 0,23 4-6 0,-23-4 2 16,0 0 0-16,0 0-3 0,0 0 4 0,0 0-2 16,0 0 2-16,0 0-3 0,0 0 8 0,31 0-1 15,-31 0 0-15,0 0-3 0,0 0 4 0,0 0 0 16,0 0 2-16,31 2-6 0,-31-2 1 0,0 0 6 16,0 0-6-16,0 0 3 0,0 0-6 0,28 2 2 0,-28-2 1 0,0 0-2 15,0 0-1-15,0 0 2 0,0 0-3 0,0 0 3 16,0 0-1-16,0 0-4 0,0 0 2 0,0 0 1 15,0 0 2-15,0 0-1 0,33-2-4 16,-33 2 4-16,0 0-3 0,0 0 6 0,0 0-6 16,0 0 0-16,0 0-1 0,0 0 2 0,0 0-2 15,0 0 6-15,0 0-6 0,0 0 0 0,0 0 1 16,0 0 3-16,0 0-6 0,0 0 6 0,0 0-3 0,0 0-3 0,0 0 6 16,0 0-3-16,0 0 2 0,0 0-2 0,0 0 2 15,0 0-3-15,0 0 4 0,0 0 1 0,0 0-4 16,0 0 2-16,0 0-2 0,0 0 0 0,0 0 1 31,0 0 1-31,0 0-3 0,0 0 1 0,0 0 1 16,0 0 2-16,0 0-3 0,0 0 0 0,0 0-3 15,0 0-12-15,0 0-10 0,0 0-18 0,0 0-51 0,0 0-39 16,0 0-176-16,0 0-333 0,0 0 149 0</inkml:trace>
  <inkml:trace contextRef="#ctx0" brushRef="#br0" timeOffset="172437.24">26471 3825 124 0,'0'0'171'0,"0"0"-13"0,1-5-4 16,-1 5-4-16,0-4-11 0,0 4-9 0,0 0-7 16,3-3-5-16,-3 3-6 0,0 0-8 0,0 0-5 15,1-3-12-15,-1 3-8 0,0 0-8 0,0 0-1 16,0 0-12-16,0 0-6 0,-1-5 0 0,1 5-6 0,0 0-4 0,0 0-5 15,1-5-3-15,-1 5-3 0,-4-2-6 0,4 2 1 16,-1-5-4-16,1 5-2 0,-4-4 5 0,4 4-3 16,-1-7-1-16,-2 5 9 0,2-2-2 0,1-1-1 15,-3 2 6-15,2-1 3 0,0-1 1 0,-4 2 0 16,1-3 8-16,0 2 1 0,3 0 1 0,-2 0 6 0,0-1 9 16,3 5-2-16,-2-6 4 0,2 6-2 0,0-4-3 15,0 4-6-15,-1-6 6 0,1 6-10 0,-3-1-5 0,3 1-1 16,0 0-8-16,0 0 0 0,0 0-7 0,0 0-5 15,0 0-7-15,0 0-21 0,0 0-21 0,0 0-12 16,0 0 2-16,0 0 2 0,-8 21 5 0,5-4 3 16,-3 10 4-16,-3 5 5 0,0 18 0 15,-7 0 7-15,2 4-1 16,0 1 1-16,4 2 4 0,-3-2-2 0,3 0 2 0,0 1 3 16,0-2 1-16,2-2 2 0,-1 4-2 15,-1 0 6-15,5-1-1 0,-2-1 0 0,-2-1 0 16,5 1 4-16,-6-4-6 0,6-1 4 0,-5-1 2 15,3-11-5-15,-3-2 4 0,0-3-1 0,-2-3-2 16,1 3 0-16,-1-5 3 0,-2-1-1 0,2-2 2 16,2-7-3-16,-1-2-2 0,-2 1 3 0,3-3 0 0,-2 0 0 0,1-3 1 15,3-3 4-15,1-1 6 0,1-1 11 0,-3-1 9 0,-1 1 10 16,4-3-3-16,-3-1 8 0,-2 1 8 0,2-4 17 31,3 4-3-31,5-2-2 0,-14-2 11 0,14 2-7 0,0 0-2 16,-10 0-6-16,10 0-9 0,0 0-9 0,0 0 2 15,-13 0-9-15,13 0-7 0,0 0-2 0,-4 0-8 16,4 0-13-16,0 0 4 0,0 0-18 0,0 0-39 16,0 0-29-16,0 0-40 0,-6 2-41 0,6-2 4 0,-4 3-10 0,4-3-34 0,-9 9-52 15,5-4-70-15,-2-2-188 0,0 2-542 0,1 2 239 16</inkml:trace>
  <inkml:trace contextRef="#ctx0" brushRef="#br0" timeOffset="173194.42">26232 5419 160 0,'-4'-3'149'0,"4"3"-16"0,0 0-10 0,-13 3-17 15,13-3-8-15,-10 2-12 0,1 5-6 0,0-2-4 16,-3 3-3-16,-3 4-5 0,2 0-13 0,0 2 6 16,-1 3-5-16,-3 3-10 0,2 4-6 0,2-3 0 0,-2 2 1 15,3 0-8-15,4-4 0 0,2-1-8 16,-3 1 17-16,8-1 0 0,1-1-4 0,-3-1 6 16,6-1 4-16,-2-3 7 15,5-3 12-15,2 1 18 0,1 1 6 0,0-5 11 16,5 1-1-16,2 0 12 0,4-6 7 0,-2-1 9 15,-2-4 5-15,2-3 3 0,-4 1-5 0,4-5-1 16,-4 0-5-16,-1-4-10 0,-3 1-3 0,-2-3-10 16,-3-2-6-16,1 2-5 0,-6-1-4 0,0-1-7 0,-6 0-12 15,-2 2-9-15,-4-5-17 0,-2 8-23 16,-2 1-11-16,0 1-23 0,-2 0-24 0,-1 3-46 0,-1 1-40 0,1 3-49 16,5 1-75-16,3 1-86 0,0-3-199 0,5 2-577 15,5-1 256-15</inkml:trace>
  <inkml:trace contextRef="#ctx0" brushRef="#br0" timeOffset="174280.52">26673 3384 217 0,'0'0'295'0,"0"0"-19"0,0-4-13 0,0 4-21 16,1-3-21-16,-1 3-22 0,0 0-21 0,0 0-22 15,0 0-16-15,0 0-13 0,0 0-28 0,0 0-21 16,0 0-16-16,0 0-13 0,0 0-6 0,0 14-5 0,0-7 0 16,-4 5-6-1,-1 0-3-15,0 4-1 0,0 0-3 0,-3 1-2 16,1-1-1-16,-3-1-2 0,3 0-1 0,1-3-1 15,0 0-5-15,0-5-1 0,4 0 2 0,-1 0-3 16,1-3 3-16,0 2-1 0,-2-3 8 0,3-1 46 16,1-2 30-16,-4 6 22 0,4-6 37 15,-2 2 24-15,2-2 8 0,0 0-18 0,0 0-26 0,-2-13-23 16,6 4-13-16,-1 1-8 0,1-2-14 0,0 2-11 0,-1-1-3 16,4 1-10-16,-5 1-5 0,-1 1-3 0,3 1-14 15,-4 3-10-15,0 2-6 0,4-5-9 0,-2 3-35 16,-2 2-29-16,2-2-32 0,-2 2 7 0,0 0-4 15,10 7-5-15,-1-3-14 0,-4 4-11 0,4-1-14 16,-1 3-28-16,2 2-21 0,-1-2-12 0,0 4-17 16,-1-2-14-16,-3 0-14 0,0-3-29 0,-2 1-225 0,-2-4-520 0,0 0 231 15</inkml:trace>
  <inkml:trace contextRef="#ctx0" brushRef="#br0" timeOffset="174596.2">26430 3364 56 0,'0'0'159'16,"-9"-3"-15"-16,9 3-14 0,0 0-10 0,-5 0-13 15,5 0-3-15,0 0-11 0,0 0-4 0,0 0-5 16,0 0-2-16,0 0-4 0,41-1-5 0,-12-2-7 0,7-1-1 15,14-2-1-15,6-2-3 0,2 0 7 0,-1-2-3 16,-1 1-3-16,-2 1-11 0,-17 1-3 0,-4-1-4 16,-2 0 0-16,-3 2-5 0,-8 1-3 0,-7 1 4 15,0 1-2-15,-3 0-2 0,-5 2-2 0,3 0-6 16,-8 1-5-16,5-3-11 0,-5 3-17 0,0 0-12 0,0 0-19 16,0 0-9-1,0 0-9-15,-28 3-22 0,15-2-20 16,3 0-9-16,-1 2-27 0,2 1-28 0,1 0-94 15,-1-3-273-15,4 2 122 0</inkml:trace>
  <inkml:trace contextRef="#ctx0" brushRef="#br0" timeOffset="174981.93">27226 3259 67 0,'0'0'326'16,"1"-4"-21"-1,-1 4-23-15,0 0-36 0,0 0-29 0,4-2-26 0,-4 2-28 16,0 0-45-16,0 0-25 0,0 0-9 0,-4 15-8 16,-1-3-9-16,-5 5-7 0,-4 9-5 15,-4 1-4-15,-1 1-5 0,-8 14-1 0,8-11-5 16,-9 7-3-16,7-7-6 0,2-1-4 0,0 0 0 15,3-1-4-15,-2 0 0 0,1-3-1 0,2 5-1 16,1-9-1-16,1 3-3 0,4-8-1 0,1-3-2 0,3-5-2 0,-1-2-2 16,2 3-1-16,0-4 3 0,3-1 1 0,-2-1-2 15,2-1 3-15,-3 0-3 0,4 1 16 0,0-4 6 0,-1 5 0 16,1-5 2-16,-3 3 3 0,3-3-7 0,0 0 1 16,-4 2 4-16,4-2-11 0,0 0-23 0,0 0-80 15,0 0-62-15,0 0-34 0,0-17-30 0,0 11-229 16,4-3-470-16,-1 2 208 0</inkml:trace>
  <inkml:trace contextRef="#ctx0" brushRef="#br0" timeOffset="175366.52">27156 3554 206 0,'5'-4'331'0,"1"0"-18"0,-2 3-31 0,0 1-26 15,-1-3-31-15,-3 3-23 0,4-3-24 0,-4 3-7 16,8 0-33-16,-8 0-4 0,11 6-17 0,-6-3-21 16,1 5-17-16,0-1-6 0,1 3-9 0,-3 1-11 15,1 5-8-15,-2-1-4 0,-2 2-3 0,-1-5-4 16,-3 6-5-16,-1-1-2 0,-2 0-2 0,1 3-1 0,-3-3-4 16,2-1-3-16,2-5-6 0,-2 0 1 0,0-2-5 0,4-4 0 15,-1 2 1-15,1-3-1 0,1 2 3 0,-2-2 0 16,0 1 8-16,2-2-10 0,1-3 7 0,0 0 4 15,0 0-2-15,13 6 0 0,5-6 2 16,2-3-4-16,12 0 1 0,1 1 4 0,3 1-14 16,4-1 2-16,-2 2-2 15,0-2-3-15,-2 0 5 0,-4 2 6 0,-4-3-12 16,-6 1 0-16,-8 2 0 0,0 0-3 0,-6 0 1 16,0 0-2-16,-2 0 3 0,-6 0-1 0,11 0-4 15,-11 0-6-15,7 0-19 0,-7 0-15 0,0 0-19 16,5 5 10-16,-5-5-2 0,-9 6-31 0,2-1-47 15,-4-4-61-15,2 4-87 0,-2 0-145 0,-1-3-460 16,6-1 203-16</inkml:trace>
  <inkml:trace contextRef="#ctx0" brushRef="#br0" timeOffset="176753.87">27502 4246 3 0,'4'-2'177'0,"-4"2"-5"0,0 0-8 0,0 0 0 0,4-2-17 16,-4 2 0-16,0 0-17 0,0 0-4 0,0 0-8 0,0 0-8 16,0 0-3-16,0 0-9 0,0 0-7 0,0 0-9 15,1-4 2-15,-1 4-12 0,0 0-6 0,0 0-7 16,0 0-10-16,0 0-4 0,0 0-6 0,-16 6-10 16,10-2 0-16,-9 0 2 0,4 0 0 0,-7 3-9 15,-3 1-1-15,3 0-2 0,1 1-6 0,-1-1 4 16,1 2-4-16,0 0-2 0,3-1 9 0,-1 0-13 0,-2 3 8 31,3-3-8-31,2 4-6 0,3-3 2 0,1 0 0 0,-1 0 1 16,3-3 1-16,2 2-3 0,0 1 1 0,1 0-4 15,6-1 9-15,-1 2-2 0,5-2-1 0,6 3 2 16,1 1 0-16,4 0-5 0,0-2 4 0,8 0-4 16,5 1 2-16,-2 1-1 0,2 0-1 0,-3 0 1 15,0-1-3-15,-7-3 3 0,-2 0-14 0,-3 0-9 0,0 3 2 16,-5-4-5-16,-2 0 1 0,-2 0 3 0,-2 0 2 15,-4-1-6-15,-2 0 5 0,-3 2 5 0,-4-1 1 16,-2-1 5-16,-8 0 4 0,-3-2 3 0,-3 2 4 16,-6-3 3-16,7 0 4 0,-7-1-2 0,2-1 5 15,-1 0 9-15,-2-2 2 0,1 0 3 0,3-1 1 16,8 0-4-16,6-1-4 0,1 2-1 0,1 0-2 0,1 0-4 0,3 0 2 16,3-1 0-16,4 1 0 0,-10-1-1 0,6 0-6 15,4 1-11-15,0 0-12 0,0 0-20 16,0 0-19-16,0 0-35 0,23 0-38 0,-11-1-48 15,2 1-199-15,-1 0-404 16,4-1 179-16</inkml:trace>
  <inkml:trace contextRef="#ctx0" brushRef="#br0" timeOffset="177055.86">27852 4530 93 0,'0'-4'385'0,"0"-1"-10"15,2 2-18-15,-2 3-31 0,-2-4-31 0,2 4-32 16,0 0-25-16,2-5-30 0,-2 5-30 0,0 0-40 16,0 0-38-1,0 0-35-15,0 0-3 0,0 0-6 0,0 0-3 0,1 21-6 0,-1-10-4 0,1 3-9 0,-2-2-1 16,1 0-2-1,-1 0 2-15,1 6-8 0,0-2-10 16,-4 1-10-16,4-4-11 0,-1 0-11 0,1-2-3 0,-2-2-15 16,2 1-20-16,-1-2-18 0,-2-1-12 15,2-3-10-15,1 1 2 0,-1 0 1 0,1-5 8 0,-1 4-20 16,1-4-62-16,0 0-73 0,-12-11-144 0,8 5-414 0,-1-3 183 0</inkml:trace>
  <inkml:trace contextRef="#ctx0" brushRef="#br0" timeOffset="177201.02">27843 4345 40 0,'2'-8'248'0,"-4"4"-15"0,4 1-27 15,-2-3-13-15,1 2-24 0,-1 4-20 0,-1-4-50 16,1 4-54-16,0 0-17 0,0 0-25 0,0 0-40 0,0 0-29 0,0 0-64 16,0 0-67-16,0 18-214 0,1-11 96 0</inkml:trace>
  <inkml:trace contextRef="#ctx0" brushRef="#br0" timeOffset="177586.4">28128 4516 182 0,'0'0'308'0,"0"0"-33"15,4 2-33-15,-4-2-23 0,0 0-24 0,0 3-23 16,1 5-16-16,-2-3-19 0,1 4-13 0,-2 3-11 0,2 0-13 0,-4 5-9 16,-1 2-3-16,2 1-13 0,-1 4-11 0,0-5 1 15,3 0-5-15,-1-2-9 0,-4-2-8 0,4-5-2 16,1-1-1-16,-1-2-7 0,2 1-1 0,-1-3 4 16,1 0-1-16,-2-3 39 0,2-2 38 0,0 6 44 15,0-6 20-15,0 0-19 0,0 0-25 0,8-17-19 16,-1 7-4-16,1 0-15 15,4-4-10-15,-3 2-12 0,2-3-6 0,-1 4-9 16,0 2-9-16,-5-1-10 0,4 4 6 0,-3-4-12 16,2 6 1-16,-3 1-7 0,2-1-10 0,-1 0 0 15,0 4-44-15,3-2-21 0,-1 2-19 0,-1 2-25 16,3 2-24-16,-1 0-27 0,-3 0-26 0,-1 3-23 16,3-2-37-16,-3 0-36 0,-1 2-50 0,0-2-177 15,-2-3-535-15,1 3 237 0</inkml:trace>
  <inkml:trace contextRef="#ctx0" brushRef="#br0" timeOffset="178050.92">28295 4154 104 0,'1'-4'301'0,"-1"0"-3"16,2 3 7-16,-2 1-13 0,0-5-11 16,0 5-27-16,3-3-28 0,-3 3-14 0,0 0-23 0,0 0-25 15,1-5-25-15,-1 5-12 0,0 0-28 0,0 0-27 16,0 0-17-16,0 0-3 0,0 0-3 0,0 13-8 15,0-8-7-15,0 7 6 0,-1-4-10 0,1 7-7 0,-1-1 1 16,-1 4 0-16,2-7-6 0,0 6-3 0,-1-5 3 16,0-1 0-16,1 1-5 0,-1-2 0 0,1-4-4 0,-2 1 5 15,2-1-3-15,-1-2 3 0,1 0-1 0,0-4 21 16,-1 6 23-16,1-6 26 0,0 2 41 0,0-2 20 16,0 0 0-16,0 0-19 0,0 0-13 0,23-12-11 15,-14 6-9-15,2-1-9 0,-1 0-12 0,-1 3-12 16,0-1-5-1,-4 1-2-15,4 1-9 0,-4 0-7 0,-1 1-8 16,1 1-13-16,2 1-12 0,-7 0-9 0,11 3-25 16,-3 1-31-16,1 0-16 0,1 3-18 0,-2 3-17 15,3 2-19-15,-2-2-31 0,-1 4-41 0,1 2-48 16,1 0-36-16,-4 1-317 0,-1-1-654 0,1-5 289 16</inkml:trace>
  <inkml:trace contextRef="#ctx0" brushRef="#br0" timeOffset="178587.9">28797 4513 269 0,'0'-4'271'15,"2"0"-14"-15,-2 0-10 0,0 4-11 0,1-4-16 16,2-1-13-16,-3 5-14 0,0 0-16 0,0 0-18 16,0 0-13-16,1-3-15 15,-1 3-17-15,0 0-15 0,0 0-13 0,0 0-12 16,0 0-7-16,0 0-5 0,0 0-8 0,0 0-11 16,0 12-2-16,0-4-3 0,0 4-6 0,-1 1-3 15,-2 3-2-15,0 2-1 0,1 0-2 0,-3 2 3 16,4 4-9-16,-1-4 1 0,0-2-2 15,4 2 0-15,0-2-1 0,-1-2-3 0,1 1 2 0,1-5-2 16,1-2 0-16,0-1-1 0,-3 1-1 0,-1-4 7 0,4 0-3 0,-3-2 10 16,2 1 41-16,-2-2 41 0,-1 0 36 15,0-3-6-15,13-3-10 0,-7-4-15 0,3 1-35 16,2-3 19-16,1-4-8 0,-4-3-13 0,9-6-18 0,-6-1-20 16,2-2-17-16,0-7-18 0,-3 4-6 0,-4 0-3 15,2 3-6-15,-5 1 6 0,-5 4-2 0,0 0 1 16,-5 3-3-1,1 3 7-15,-3 0-2 0,-3 2-4 0,-3 3 10 16,1 1-6-16,-6 3 0 0,-1 1-5 0,3 3-2 0,-1 1-1 16,0 2 5-16,2 4-1 0,0 1-2 15,1 2-7-15,5 1-16 0,0 1-2 0,4 5-3 16,3-4 3-16,5 4-2 0,4 1 7 0,4-2-23 16,10 6-20-16,4-6-27 0,3-2-34 0,6-1-49 15,2-3-67-15,5 2-93 0,0-7-185 0,12-2-572 0,-15-4 254 0</inkml:trace>
  <inkml:trace contextRef="#ctx0" brushRef="#br0" timeOffset="179173.37">29588 4556 161 0,'1'-3'264'16,"-1"-2"-17"-16,0 5-25 0,-1-10-24 0,-1 7-17 0,-3-2-20 16,2 1-17-16,-4-1-14 0,-2 2-13 0,-4 2-11 15,1 0-13-15,-9-1-9 0,2 2-8 16,-3 2-8-16,-1 0-6 0,-4 1-8 0,1 4-4 15,5-1-6-15,2 1-2 0,0 2-10 0,2-2 2 16,-1 3-7-16,4 2-3 0,4 0-3 0,-3-1-2 0,6 0-1 0,4 1 0 16,0-2-2-16,3 5 2 0,3-6-3 0,2 3 3 15,4 1-3-15,1-6-1 0,7 4 1 0,-2-3-2 16,1-1 1-16,3-4 2 0,-1-2 7 0,-1 0 12 16,3-3 10-16,-2-3 8 0,-1-3 9 0,0 1 19 15,-2-5 9-15,1-8 2 0,-4 4 2 0,1-6-8 16,0-5 1-16,-3 1 2 15,-2-4 6-15,-2-1 2 0,2-5-7 0,-3-10-4 16,-1 14 15-16,0-2 16 0,0 1 2 0,-4 4 10 16,1 2 11-16,0 8 8 0,-2 2-1 0,1 5-1 15,0 2-7-15,-1 2-13 0,1 0-17 0,0 3-14 16,0 0-37-16,0-1-49 0,0 6-54 0,-2-2-47 0,2 2 0 16,0 0 6-16,-5 17 20 0,3 0 3 0,-1 0-11 15,2 9 7-15,-4 1 13 0,2 2 18 0,-1 2-18 16,3 3 15-16,5-2 20 0,-4 0-7 0,1-1-4 0,2-4-22 15,-3 2-7-15,1-10-15 0,0 0-21 0,-1 0-18 16,1-3-22-16,1-6-19 0,-2 1-22 0,-2-1-31 16,1-1-19-16,1-3-19 0,1-2-10 0,-3-2-247 15,2-2-542-15,0 0 240 0</inkml:trace>
  <inkml:trace contextRef="#ctx0" brushRef="#br0" timeOffset="179605.26">29814 4470 183 0,'4'-3'473'0,"0"2"-23"0,0-2-22 0,-4 3-33 15,4-2-35-15,-1-1-36 0,-3 3-40 0,6-1-23 0,-6 1-34 16,0 0-25-16,0 0-32 0,0 0-29 0,0 0-38 16,0 0-39-16,0 0-18 0,0 0 9 0,4 6-29 15,-4 1 4-15,-1-2-5 0,-2 3-4 0,3 4 13 16,0-1-17-16,0 1 0 0,0 1 1 0,-2 3 3 15,2-5-7-15,2 5 8 0,-2-4-10 0,2 1-1 16,-1-4-2-16,2 0 3 0,-1 2-3 0,-1-4 2 0,1 0 0 16,0 0-1-16,-2-2 5 0,0-2 2 0,2-1 30 15,-2-2 23-15,2 7 23 0,-2-7 13 0,0 0-12 16,15-7-7-16,-9 2-19 0,1 0 3 0,3-4-4 0,-2-3-11 16,2-3-7-16,3-2-2 0,-4 1-5 0,5-7-8 15,-5 1-8-15,-4 4-2 0,0 0-5 0,-5-3-9 16,3 2 0-1,-3 2-6-15,-4-1 13 0,3 2-8 0,-6 3 2 16,1 2-4-16,-3 1 0 0,0 2-7 0,-3-2 3 0,2 4-3 16,-3 1 0-16,3-1-5 0,-4 2-10 15,1 4 12-15,-1 2-10 0,5 0-19 0,-2 4-27 16,3-1-16-16,2 0-7 0,1 6 5 0,3-2 17 16,5 4 8-16,6-1 4 0,14 6 11 0,6-1-7 15,22 2-44-15,6-3-75 0,5-3-82 0,30-8-107 0,-30-4-341 0,-5-1-751 16,-4-5 332-16</inkml:trace>
  <inkml:trace contextRef="#ctx0" brushRef="#br0" timeOffset="183121.3">25759 6682 166 0,'0'0'160'0,"0"0"-3"0,0 0-15 0,0 0-11 15,0 0-9-15,0 0-8 0,0 0-10 0,0 0-7 16,0 0-4-16,0 0-5 0,0 0-4 16,0 0-7-16,0 0-4 0,0 0-7 0,0 0-6 15,0 0-4-15,0 0-8 0,0 0-3 0,0 0 0 16,0 0 0-16,-7 2-8 0,7-2 0 0,0 0-6 15,0 0 1-15,0 0-5 0,0 0 3 0,0 0-7 0,0 0-2 0,0 0 0 0,0 0-2 16,0 0 1-16,0 0-3 0,0 0 3 0,0 0 6 16,0 0 4-16,0 0 5 0,0 0 8 15,0 0 4-15,0 0-7 0,0 0-1 0,0 0-1 0,0 0-6 16,0 0-7-16,33-5 1 0,-13 2 0 0,12 1-6 16,0-1-5-16,1 2 3 0,3-2-9 0,-3 1-19 15,-6 0-16 1,-4 2-18-16,4-2-24 0,-4-1-22 0,-6 3-20 15,2-1-25-15,-6-2-30 0,-2 2-191 0,-4 1-383 0,-4-3 169 0</inkml:trace>
  <inkml:trace contextRef="#ctx0" brushRef="#br0" timeOffset="183526.01">25732 6870 109 0,'0'0'219'0,"0"0"-10"0,0 0-3 0,-2 2-6 0,2-2-7 16,0 0-14-16,0 0-6 0,0 0-6 0,0 0-4 15,0 0-14-15,0 0-10 0,0 0-2 0,0 0-27 16,26-6-8-16,3 1-10 0,5 3-12 0,2 2-6 15,1-3-6-15,2 2-8 0,-2-1-12 0,-2 2-20 0,0-1-30 0,-6-1-29 16,-1 2-34-16,-8 0-47 0,-3 0-44 0,-2 0-53 16,-4 0-180-16,-5 0-420 0,1-1 186 0</inkml:trace>
  <inkml:trace contextRef="#ctx0" brushRef="#br0" timeOffset="186970.84">26894 6077 65 0,'0'0'86'0,"0"0"-8"16,-3-5-9-16,3 5-3 0,0 0 0 0,-1-5 6 15,1 5 5-15,0-3-20 16,0 3 25-16,0-5 3 0,0 5 1 0,0-4 2 16,0 4 2-16,0 0-6 0,0-6-5 0,0 6 9 15,1-6 6-15,2 4-1 0,-3 2 1 0,1-5-7 16,-1 5 8-16,3-4 6 0,-3 4 2 0,0-4-2 16,0 4-2-16,1-4-4 0,-1 4-6 0,0 0-10 15,0 0-8-15,4-3-6 0,-4 3-6 0,0 0-8 0,0 0-7 16,0 0-9-16,0 0-4 0,0 0-23 0,0 0-1 0,0 0 0 15,-4 17-1-15,4-5-1 0,0 3-1 0,-4 2 1 16,3 2 0-16,-3 2-1 0,0 5-1 0,-1 0-1 16,-1 0 2-16,-2-2 0 0,4-1-4 0,-1-4 0 15,1 0 0-15,-1-1 1 0,4-1 0 0,-3-5 1 16,4-2-2-16,-5 1 4 0,5-6 0 0,0 2-2 16,0-2 4-16,0 0 0 0,-2-1 10 0,0 1 36 0,2-5 36 15,2 4 35-15,-2-4 38 0,0 0 27 0,0 0-5 0,0 0-16 16,0 0-19-16,11-18-19 0,-3 7-13 15,1-4-8-15,2-2-10 0,4-6-24 0,-2 1-3 16,4 1-5-16,-7 6-12 0,4 0-3 0,-5 1-3 16,-1 5-4-16,-2 1-4 0,0 0-4 0,0 4-8 0,-4-1-6 15,2 1-4 1,-3 0-13-16,2 3-28 0,-1-2-24 0,-2 3-16 16,0 0 13-16,13 7 0 0,-9 1 5 0,1-1 2 15,0 5 3-15,-1 0 7 0,1 0-1 0,-2 1 19 16,2 4-18-16,1-1 1 0,-6-6 3 0,5 3 3 15,-5-1-2-15,4-1 11 0,-3 1-2 0,3-4-5 16,-4 0 8-16,0-3 1 0,0 1-6 0,0-1 1 16,2 0 1-16,-2-3-2 0,2 2 7 0,-2-4 3 0,0 3-3 0,0-3 3 15,0 5 2-15,0-5 2 0,0 0-3 0,0 0-7 16,0 4-9 0,0-4-9-16,0 0-16 0,0 0-3 0,0 0-25 15,0 0-20-15,0 0-19 0,0 0-21 0,0 0-34 16,0 0-75-16,0 0-277 0,0 0-569 0,14-6 251 0</inkml:trace>
  <inkml:trace contextRef="#ctx0" brushRef="#br0" timeOffset="187604.07">27400 6255 45 0,'0'0'171'0,"-8"-2"-7"0,8 2-17 16,-7 0-3-16,7 0-19 0,-7 0-9 0,7 0-11 0,0 0-10 15,0 0-2-15,-9 1-8 0,9-1-11 0,0 0-10 16,0 0-2-16,0 0 2 0,0 0 2 0,0 0 5 0,0 0 6 15,-7 1 6-15,7-1 2 0,0 0-2 0,0 0 1 16,0 0-2-16,0 0-1 0,0 0 0 0,0 0-6 16,0 0-6-16,0 0-6 0,0 0-2 15,0 0-7-15,0 0-2 16,0 0-7-16,0 0-2 0,0 0-2 0,0 0-5 0,0 0-4 16,0 0 0-16,0 0 0 0,0 0-6 15,0 0-2-15,0 0 0 0,0 0-8 0,0 0 0 16,0 0 0-16,0 0 2 0,0 0-1 0,0 0 6 15,0 0 1-15,0 0-3 0,0 0 2 0,0 0-1 0,0 0 3 0,0 0 0 16,0 0-2-16,0 0 0 0,0 0-1 0,0 0-1 16,0 0 4-16,0 0 5 0,0 0-10 0,0 0-2 15,0 0-3-15,0 0-3 0,0 0 5 0,0 0-3 16,0 0-6 0,0 0 12-16,0 0-9 0,0 0 3 0,0 0-6 15,0 0 1-15,0 0 5 0,0 0 3 0,0 0-6 16,0 0-2-16,0 0 4 0,0 0-3 0,0 0-2 15,0 0-3-15,0 0 1 0,21-2 1 0,-10 2 0 16,1-4-4-16,3 2-1 0,2 1 4 0,1 1-4 0,1-2-4 16,3 1 17-16,-3-3-13 0,3 2-2 0,-3-1-1 15,-6 3-1-15,1-2 2 0,-4-1 0 0,1 3 6 16,-4 0-4-16,-2 0-6 0,2-2 0 0,-7 2-7 0,9 0-10 16,-9 0-9-16,0 0-13 0,8 0-15 0,-5-3-8 15,-3 3-5-15,0 0-10 0,0 0-19 0,0 0-23 16,0 0-27-16,0 0-36 0,0 0-20 0,0 0-227 0,0 0-470 15,-15-4 208-15</inkml:trace>
  <inkml:trace contextRef="#ctx0" brushRef="#br0" timeOffset="188004.12">27824 6132 278 0,'0'0'335'0,"1"-5"5"16,1 1-9-16,-1-1-11 0,-1 5-14 0,1-4-10 16,-1 4-22-16,2-3-22 0,-2 3-23 0,0 0-26 15,0 0-22-15,2-3-24 0,-2 3-11 0,0 0-21 16,0 0-34-16,0 0-34 0,0 0-28 0,0 0-21 0,0 0-7 16,0 0 4-16,4 15-5 0,-3-7 3 0,1 3 0 0,-1 1 0 15,0 4-1-15,-1 0-2 0,-1 1 4 0,1 0-5 16,0 1-1-16,1-2-1 0,0 1 7 0,-2-3-5 15,1-1 6-15,1-1-2 0,-1-1-3 16,0-1-4-16,2-3 4 0,-2-1 4 0,0-1 7 0,0-1-8 16,0 0 0-16,0-4-1 0,-2 5 18 0,2-5-14 0,0 5-2 15,0-5 9-15,0 3 12 0,0-3-2 0,0 0 2 16,0 0 6-16,0 0-3 0,0 5-8 0,0-5 12 0,0 0-6 31,0 0-1-31,0 0 0 0,0 0-10 0,0 0 0 16,0 0-12-16,0 0-45 0,0 0-66 0,0 0-39 15,0 0-26-15,2-17-39 0,-1 12-36 0,-1 0-81 16,0-2-185-16,1 0-556 0,1 0 247 0</inkml:trace>
  <inkml:trace contextRef="#ctx0" brushRef="#br0" timeOffset="188253">28073 5966 238 0,'2'-3'273'0,"-2"3"-29"0,2-2-27 0,-2 2-26 15,0 0-20-15,0 0-19 0,3 12-16 0,-3-4-14 0,1 4-13 16,2 6-13-16,-1 7-8 0,1 2-7 0,-2 1-9 31,0 1-2-31,3 1-12 0,-3-2-3 0,1 1-4 0,-2 0-3 16,-2-1-6-16,-1 0-5 0,0-3-2 0,-5-1-20 15,-4 1-9-15,-6-5-15 0,-4 0-19 0,-1 1-45 16,-4-3-44-16,-4-4-92 0,-2-4-154 0,-2-2-391 16,0-6 173-16</inkml:trace>
  <inkml:trace contextRef="#ctx0" brushRef="#br0" timeOffset="189054.77">26882 5903 161 0,'0'0'217'0,"-1"-3"-19"0,1 3-17 0,0 0-23 0,0 0-19 16,0 0-18-16,0 0-11 0,-9 9-10 0,2-1-16 15,0 2-8-15,-5 7-10 16,-3 8-4-16,-2 1-4 0,-5 17 4 0,0-2-8 0,0 3-7 15,8-10 1-15,-2 9-5 0,3-9-1 0,0-2-4 16,8 2-3-16,1-2-3 0,0-4-1 0,4 0-3 16,4 0 8-16,1-3 13 0,2-7 6 0,0 0 13 0,5-2 3 0,-1 0 7 0,2-1-2 15,0-2 5-15,2-1-4 0,-2-3 1 0,0-3-4 16,-3 1 1-16,0 0-6 0,0-3-3 0,-3-1-6 16,-1 1-12-16,-1 0-1 0,1-2-1 15,-3 0 1 1,2 0 3-16,-5-2 13 0,5 3-15 0,-5-3 0 15,4 1 5-15,-4-1-8 0,4 1-3 0,-4-1-5 0,0 0-6 16,0 0 5-16,5 3-6 0,-5-3 0 0,0 0-33 0,0 0-17 16,0 0-30-16,0 0-25 0,0 0-54 0,9-4-47 15,-9 4-33-15,13-1-38 0,-3-2-253 0,0-1-540 16,2 2 239-16</inkml:trace>
  <inkml:trace contextRef="#ctx0" brushRef="#br0" timeOffset="189923.1">28500 5934 171 0,'0'-3'226'0,"0"-1"4"15,1 2-11-15,-1 2-5 0,0-5-11 0,0 5-11 16,2-5-11-16,-2 5-27 0,0 0-19 0,0 0-13 0,4-3-17 0,-4 3-20 16,0 0-11-16,0 0-12 0,0 0-6 0,-13 17-10 15,4-2-5-15,0 1-5 0,-3 7 2 0,0 4-7 16,0 1-6-16,2 1 1 0,-3 3-4 0,7 0 1 15,-1-1-5-15,2-1 0 0,5 2 0 0,0-3-2 16,4 0 0-16,1-1-1 0,4-4-1 0,5 1-8 16,3-2-26-16,5-4-39 15,0-2-65-15,9-5-74 0,-1-2-209 0,0-3-440 16,-2-4 195-16</inkml:trace>
  <inkml:trace contextRef="#ctx0" brushRef="#br0" timeOffset="190471">28742 6130 295 0,'0'0'296'0,"0"-5"-3"0,0 5-12 16,0-5-10-16,0 5-31 15,-2-6-24-15,2 6-28 0,0 0-19 0,0 0-7 16,0 0-31-16,0 0-30 0,0 0-22 0,0 0-2 15,0 0-9-15,-1 14-11 0,-1-4-8 0,0 0-4 16,0 3-1-16,-2 3-6 0,1 2-3 0,0 0-3 16,-1 1-6-16,1-2 0 0,-1 2-1 0,0-2-4 15,2-2-1-15,1-3 1 0,-1 0-2 0,1-5-7 16,1-2 2-16,-2 0-2 0,2 2 1 0,-2-2 4 0,2-3 23 0,0-2 36 16,-1 5 30-16,1-5 32 0,0 0 4 0,0 0-28 15,0 0-6-15,10-15-8 0,-3 6-11 0,0-6-10 16,2 3-10-16,3-2-10 0,-3 1-4 0,-3 2-12 15,3 3-2-15,-3 3 0 0,-4-4-6 0,2 6 4 16,-1 0-12-16,1-1-7 0,-2-1-6 0,-2 5-16 16,3-3-41-1,2 1-12-15,-5 2 3 0,0 0-1 0,13 8 1 16,-5-1-3-16,-5-4-21 0,5 5-17 0,1 1-8 0,-1 2-18 16,-3-4-14-16,5 2-24 0,-2 0-17 0,0 0-31 15,-2-2-33-15,4 1-37 0,-6-5-217 0,1-1-531 16,0 2 236-16</inkml:trace>
  <inkml:trace contextRef="#ctx0" brushRef="#br0" timeOffset="190692.61">29064 6225 94 0,'0'0'264'15,"0"0"-15"-15,0 0-15 0,0 0-16 0,0 0-14 16,-3 2-20-16,3-2-21 0,0 0-16 0,0 0-12 16,0 0-16-16,0 0-8 0,19 2-15 0,-1-2-13 15,3-2-25-15,7 0-35 0,0 1-46 0,1-2-35 16,-2 2-56-16,3-2-74 0,0-2-146 0,-11 2-360 16,2-2 159-16</inkml:trace>
  <inkml:trace contextRef="#ctx0" brushRef="#br0" timeOffset="191410.12">29480 6010 78 0,'4'-1'190'16,"1"-1"-20"-16,4 2-9 0,0-3-22 0,-1 3-16 16,2 0-9-16,3 0-11 0,-3 3-9 0,0 0-11 15,1 2-7-15,-2 0-8 0,-1 1-10 0,-1 4-9 16,-1-1-2-16,-2 1-5 0,1 2-2 0,-3 0-11 16,-2 5 0-16,-3 1-1 0,-2 0 1 0,-3-2-2 15,-1 0-1-15,-1-1-10 0,-2-2 0 0,2 0 4 0,-4-1-5 0,1-2 3 16,3-3 0-16,1 3 3 0,5-7-5 0,-2 3 2 15,-3-1-4-15,5-2-4 0,0-1 3 0,3-1-3 16,-3 1 4-16,4-2-3 0,0 7 7 0,0-7-5 16,5 5 15-16,3-5 2 0,3 3 1 0,1-1-3 15,2 2-4-15,-1-1 0 0,5 2-5 0,-3-2-1 16,3 3-2-16,-3 0-4 0,-1-1 0 0,-2 1-1 0,-2 0-3 0,3 1 1 16,-3 0-2-16,-1 1-1 0,-1-3-2 0,-2 3-2 15,-2 0 2-15,-3-2-4 0,-1 4 10 0,-1-1 2 16,-6-1 3-16,2 0-4 0,-5-3 4 0,1 4-3 15,-10-1 0-15,2-1 0 0,-3-2 3 16,1 2-6-16,-2-3-6 0,2-1-14 0,1 0-20 0,-1-1-36 16,6-1-36-1,-2-4-44-15,2 1-207 0,1-1-384 0,3-2 170 16</inkml:trace>
  <inkml:trace contextRef="#ctx0" brushRef="#br0" timeOffset="191896.24">29655 5893 191 0,'0'0'281'0,"-2"-5"-25"0,2 5-27 0,0 0-28 15,8 0-22-15,-1 0-18 0,3 3-16 0,2-1-17 16,4 4-15-16,1 3-12 0,1 0-4 0,-1 3-10 16,7 5-12-16,0 6-11 0,-4 3-6 0,2-1-11 15,-4 4-2-15,-4 1-4 0,0 5-10 0,0 8-2 0,-10-8-4 0,1 0-2 16,-3 2-3-16,-4-1 0 0,-4 0-4 15,-3-2-3-15,-3-1-1 0,-3-4-1 0,0-1-2 16,-6-2 4-16,-3-4-3 0,4-1 2 0,-3-1 1 16,1-5-1-16,4-2 6 0,4-3 0 0,1 0 0 0,-5-3 4 15,9-1-5-15,-1 0-5 0,5-2 3 0,-3-2-3 16,3 0-1-16,1 1 1 0,-1-1-4 0,2 0 5 0,3-2 15 16,-2 3 7-16,2-3 7 0,-4 2 4 0,4-2 3 15,0 0 0-15,-3 4 3 0,3-4 0 0,0 0-4 16,0 0 1-16,0 0-3 0,0 0-1 0,0 0-2 15,0 0-35-15,0 0-21 0,0 0-22 0,0 0-31 16,0 0-39-16,9-9-47 0,-9 9-63 0,8-7-57 16,-6 4-175-16,0-2-484 15,1 0 216-15</inkml:trace>
  <inkml:trace contextRef="#ctx0" brushRef="#br0" timeOffset="192628.5">30134 6405 42 0,'0'0'321'0,"0"0"-16"0,0 0-26 15,0 0-24-15,0 0-31 0,0 0-24 0,0 0-33 0,0 0-43 16,0 0-45-1,13-2-48-15,-13 2-40 0,8-3-46 16,1 2-50-16,-3-1-205 0,2 1-335 0,2 0 147 16</inkml:trace>
  <inkml:trace contextRef="#ctx0" brushRef="#br0" timeOffset="192798.01">30454 6411 249 0,'0'0'296'16,"0"0"-25"-16,0 0-28 0,0 0-41 0,5-5-50 16,0 4-51-16,0-3-43 0,4 3-46 0,2-2-59 15,6 1-54-15,-4-1-139 0,6-1-259 0,-1 3 115 16</inkml:trace>
  <inkml:trace contextRef="#ctx0" brushRef="#br0" timeOffset="192929.41">30779 6400 136 0,'10'-3'183'0,"-10"3"-50"0,6-2-39 0,-1 1-56 16,4-2-68-16,-1 1-63 0,5 1-100 0,0-1 45 0</inkml:trace>
  <inkml:trace contextRef="#ctx0" brushRef="#br0" timeOffset="193045.61">31006 6386 177 0,'0'0'171'15,"0"0"-62"-15,0 0-81 0,0 0-110 0,6-7-87 16,-2 5 39-16</inkml:trace>
  <inkml:trace contextRef="#ctx0" brushRef="#br0" timeOffset="199743.05">31665 5946 83 0,'0'0'156'0,"0"0"-6"0,0 0-2 16,0 0-7-16,0 0 2 0,0-5-10 0,0 5-3 0,0 0 0 0,0 0-12 15,0 0-6-15,0 0-2 0,0 0-7 0,0 0-5 16,0 0-6-16,0 0-5 0,0 0-5 0,0 0-11 16,0 0-2-16,0 0-11 0,0 0-4 0,0 0-8 15,0 0-8-15,0 0 0 0,0 0-4 0,14 0-8 16,-14 0 0-16,13 5 0 0,-4-5-3 0,1 5-6 16,1 2 3-16,-1-4-3 0,1 2-6 0,1 0-3 0,-2 2 0 15,3-2-3-15,-3 4-1 0,-2-1-1 0,1 1 0 16,0 1-6-16,-2 0 0 0,-3-1-3 0,1 3 1 15,-5 2 2-15,0-2 3 0,-5 5-4 0,1-5-1 0,-5 1 2 16,0 5 1-16,-10 0-1 0,-1-1 3 0,3-2-2 16,-4-1-1-16,4-2 0 0,-1-2 3 15,0 2 0-15,4-2-1 16,0-1 0-16,-1-1 1 0,4 0 6 0,1-2-5 16,3 0-3-16,1-4 2 0,0 4-1 0,0-3 0 15,2 0-3-15,-1 0 2 0,2-1 4 0,1 1-2 16,2-3 2-16,-4 4-1 0,4-4 5 0,-5 2-2 15,5-2 4-15,0 0 1 0,-3 2-2 0,3-2 6 16,0 0-6-16,0 0 2 0,0 0-5 0,-5 3 6 16,5-3-4-16,0 0 0 0,0 0-5 0,0 0 6 0,0 0-3 0,0 0-3 15,0 0 3-15,0 0-5 0,0 0 3 0,0 0-2 16,0 0 0-16,0 0 0 0,0 0 0 0,0 0 3 16,-1 3 0-1,1-3 5-15,0 0 3 0,0 0 3 0,0 0 1 16,0 0 2-16,0 0 3 0,0 0 7 0,0 0 8 15,18-1 3-15,-7 0-3 0,10 0 3 0,5 2-3 0,5-1-3 16,2-1 1-16,4-1-18 0,4 2 0 0,14-1-1 16,-4 0 0-16,-10 1-4 0,-4 0 2 15,-2 1-1-15,-5 0-4 0,-7-1 1 0,-1 2-2 16,-11-2 1-16,2 0-2 0,-5 0 0 0,-2 1 5 16,3-2-2-16,-9 1-12 0,8 1 1 0,-8-1-8 0,5 0-9 0,-5 0-13 15,7 0-2-15,-7 0 4 0,0 0-10 0,0 0-14 16,-17 6-27-16,5-3-42 0,2 0-50 0,-3-1-73 15,-6 1-142-15,6 1-422 0,-4-4 186 0</inkml:trace>
  <inkml:trace contextRef="#ctx0" brushRef="#br0" timeOffset="202518.97">26814 6902 49 0,'0'0'94'0,"0"0"-12"0,0 0-12 0,0 0-9 16,0 0 1-1,0 0-10-15,0 0 1 0,0 0-10 0,0 0-7 16,0 0 3-16,0 0-4 0,0 0-7 0,0 0 1 16,0 0 1-16,0 0-7 0,21 0 7 0,-21 0-7 15,11 0-1-15,-4 0-6 0,-2 0 1 0,4-3 1 16,0 5-4-16,0-1 3 0,1-1 1 0,-1 0-6 15,5 1-2-15,-2 0 7 0,3-1-7 0,3 2-1 16,0-2 2-16,-1 1 0 0,2 2-2 0,2-1-1 0,1 0 0 0,6-2 7 16,-5 2-7-16,7-1-2 0,3-2 5 0,-2 1 1 15,-2-1-4-15,2 0 6 0,-1-1-3 0,2 2-3 16,-1 0 1-16,-2 0-1 0,2 0 4 0,-2-1-12 16,1 0 6-16,0-2 1 0,1 2-3 0,-3-2 0 15,3 2 7-15,-3 1-3 0,0 0 2 0,0-1-12 16,0 1 2-16,-5 0 0 0,-4-2 4 0,11 2-6 0,-8-2 7 0,-2 2 2 15,7-2-8-15,-4 2-2 0,4 0 4 0,-6-3 5 16,-3 1-1-16,5 1-6 0,-1 0 1 0,0 1 1 16,5-3 1-16,1 3-2 0,-7 0 4 0,0-1 5 15,-1 1-4-15,-1 0 1 0,3 0-4 0,-4-2-2 16,4 0 0-16,-2-1 5 0,0 0-7 0,1 2 1 16,7 0 8-16,0 0-7 15,-1 0-3-15,-1 1 4 0,-3-2-1 0,2 1-1 16,5-5 1-16,-9 6 0 0,9-2 3 0,-9 1-6 15,8-1 1-15,-8 1 1 0,6 1 1 0,-4-2 0 16,5 1 3-16,0-2 0 0,-6 3-2 0,-1-3-2 16,0 3 4-16,0 0 5 0,-1-2-8 0,1 2-1 15,-1 0 2-15,-1 0 3 0,4-1-2 0,-2-1-2 0,7 0 2 0,-9 2-1 16,1-1 11-16,3 0-10 0,-3 0 5 0,1-1 3 16,7 2-4-16,-1-5-1 0,-4 5 6 0,4-1-1 15,-5 1 3-15,5-3-2 0,-6 2-6 0,-1-2 1 16,1 2 1-1,1 1 2-15,1 0-10 0,-4-3 7 0,4 1-5 16,0 2 3-16,-2-2 2 0,0 2-4 0,2 0 8 16,3-1-11-16,-7 1 6 0,4-1-8 0,-4-2 6 0,2 3-3 15,-1-1-1-15,3-2 0 0,-4 4 7 0,2-3-5 16,2 2 0-16,-2 0-1 0,-1-3 1 0,1 3-2 16,1 0 2-16,6-1-2 0,-7 0 3 0,-2-1 3 15,1 1-4-15,1 1-3 0,-2-2-2 0,2 0 9 16,0 1 7-16,-2-1-5 0,2 0 3 0,-1 2-1 0,3-3 2 0,-4 2 1 15,3-2-6-15,0 2 3 0,-1 0-3 16,2 1-2-16,-3-3-3 0,1 3 5 0,2-3 0 0,-5 3 3 16,5-1-7-16,-4 0 4 0,2-2-1 0,-2 2-9 15,1 0 11-15,-2 1-6 0,1-2 14 0,-2 2-10 16,2-1 7-16,0 1-11 0,-1-1 5 0,0 0-3 16,-5-1-1-16,5 2-1 0,0 0 0 0,-4 0 1 15,5-3 3-15,-2 3-2 0,2-2-13 0,-1 2 13 16,2 0 1-16,-1 0-3 0,0-3 8 0,3 3 0 0,0-1-5 15,-4 0-8-15,1-1 10 0,1 0 0 0,-2-1-3 0,1 3 3 16,-2 0 1-16,2-2 1 0,0 1-1 0,-1-1-1 16,0 1 2-16,0-1 1 0,4 1-6 0,-2-2 4 15,1 0 0-15,0 2-4 0,9-1 5 16,-3 0-2-16,-6-1 1 0,1 2-1 0,5 0-1 0,-5 1-1 16,-2-2-9-1,1 2 10-15,-2-3 1 0,1 3-4 0,-1 0 8 16,-1 0-10-16,0-1 5 0,0 0-4 0,-4-1-5 15,-1 2 2-15,6-1-1 0,-6 0 7 0,0 1-2 0,2-2 3 16,3 2-10-16,-4-3 7 0,2 3-2 0,-2 0 5 0,-1 0-8 16,3-3 4-16,0 1 5 0,-2 2-4 15,5-2 1-15,-2 1 1 0,2-1 0 0,-3 1 1 16,4 0 3-16,-1-2 5 0,-1 3 0 0,2 0 7 0,-2 0-1 16,0-2-4-16,-5 4 2 0,2-4-2 0,-2 2 2 15,6 0-4-15,-1 0-2 0,-4 0 0 0,3 0-2 16,-2-3 0-16,0 3-1 0,-3 0-2 0,1 0 3 15,1 3-5-15,-3-3 2 0,7-3-5 0,-4 3 2 16,-2 0-2-16,-1 0 0 0,2 0 5 0,-1 0 2 16,-1-1-1-16,2 1 1 15,0 0 3-15,-3-2-1 0,0 0-3 0,2 2-2 16,-2 0-1-16,1-2 1 0,1 2 6 0,2-1-2 16,-1 1 1-16,-2 0-4 0,2 0-3 0,2 0 2 15,-3 0 0-15,3-1 3 0,3 1-8 0,-5 0-13 0,1 0 7 16,-1-3-3-16,4 3-5 0,-4 0 10 0,3 0-2 15,-5-2-2-15,3 4 3 0,-4-2 3 0,2 0-7 16,-3-2 1-16,-3 4 6 0,6-2-2 0,-6-2 1 0,4 2 2 16,-5 0 1-16,3 0 0 0,-1 0-2 0,0 0 0 15,2 0-5-15,-4-2 6 0,4 2 3 0,0-1-2 16,-1 1-3-16,-2-1 2 0,3 0-1 0,-1 1 2 16,5-2 5-16,-2 2 1 0,-1-1-5 0,-2 1 5 15,1-2-3-15,-2 2 5 0,1-1-5 0,4 1 5 16,-4-1-1-16,-1 1 1 0,1 0 6 0,-1 0-6 0,1 0-2 0,2-3 2 15,-3 3-5-15,4-1 2 0,-1 1 3 0,-1-1-4 16,0 1-3-16,4 0 3 0,-4 0 3 0,1-2-5 16,-1 2-2-16,-1 0 9 0,0 0-1 0,-1-1-5 15,2 1-3-15,-3 0 3 0,1-1-3 0,-1 0 3 16,-6 1 2-16,14 1-1 0,-9-2-1 0,-5 1 2 16,13 0-2-16,-6 0 6 15,-7 0-7-15,12 0 1 0,-8 0 3 16,1 1-7-16,-5-1 2 0,0 0 1 0,12-3 1 0,-6 3-4 15,-6 0 5-15,0 0 4 0,5 2-4 0,-5-2-3 16,0 0 0-16,0 0 1 0,0 0 2 0,8 0 1 16,-8 0-5-16,0 0 3 0,0 0 5 0,0 0-6 15,0 0 1-15,0 0 6 0,0 0 0 16,0 0-5-16,6-2 2 0,-6 2-4 0,0 0-2 0,0 0 6 0,0 0-1 16,0 0-1-16,0 0-2 0,0 0 1 0,0 0-1 15,0 0 1-15,0 0-3 0,0 0-1 0,0 0 1 16,0 0 0-16,0 0 0 0,0 0 3 0,0 0-6 15,0 0 3-15,0 0 3 0,0 0-19 0,0 0-11 0,0 0-23 16,0 0-25-16,0 0-44 0,0 0-45 0,0 0-159 16,0 0-350-1,0 0 156-15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8T04:04:25.38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27023 7296 110 0,'-2'-4'148'0,"2"4"-8"0,0 0-3 0,0-6-5 16,0 6-2-16,0 0-1 0,-2-7-5 0,2 7 0 0,0-2-3 15,0 2-2-15,0 0 1 0,0-5-1 0,0 5-1 16,2-5-1-16,-2 5 5 0,0 0-11 0,0 0-3 15,0 0-3-15,1-2-3 0,-1 2-7 0,0 0-5 16,0 0-6-16,0 0-5 0,0 0-9 0,0 0 10 16,0 0-19-16,0 0-11 0,0 0-8 0,0 0-12 15,0 0-6-15,0 0-12 0,0 0-9 0,8 8 7 0,-8-3-12 0,0-1 1 16,0 6 3-16,-2 0-5 0,2 5 4 0,-2 2-2 16,-1 1-2-16,1-1 3 0,0 0-1 0,0 4-2 15,-2 4 3-15,1-1 0 0,1-6-6 0,0 3 5 16,0-6-2-16,-2 2 0 0,3 4 4 0,0-4 2 15,-1-5-1-15,1 0-4 0,0-1 4 0,1 0-2 0,-2-4-3 16,1 3 13 0,0-5-9-16,0 1 0 0,-1 0-4 0,4-4 4 15,-2-2 1-15,0 6 0 0,-2-2 3 0,2-4 4 16,2 5 16-16,-2-5 20 0,0 0 19 0,0 3 33 16,0-3-2-16,0 0 32 0,0 0 13 0,0 0-8 15,0 0-16-15,0 0-14 0,3-20-9 0,1 8-5 16,0 1-12-16,2-5-9 0,0 1-2 0,0-1-13 0,2-1-6 15,0-1-2-15,0 2-6 0,1-1-1 0,-2 5-9 0,3-2 0 16,-4 3 0-16,1-1-8 0,0 3-7 0,-1-1 7 16,2 0-1-16,-4 1-2 0,1 4-10 15,-1-2 2-15,1 2-4 0,0 0 0 0,-1 0 4 0,-1 2-5 16,-1-1-8-16,2 3-10 0,-4 1-3 0,5-4 6 16,-5 4-13-16,12 2 10 0,-7 1-11 0,2 1-8 15,0 5 7 1,-1 0-5-16,3 0-3 0,-2 6 21 0,2-1-15 0,-3 1-3 15,1 2 10-15,0 0 2 0,-1-1 0 0,1 2 6 16,0 2 2-16,-3-2-2 0,1-2-5 0,-3 0 11 16,0-4-5-16,1 2 3 0,1-4 2 15,-2 1 0-15,-1 0 2 0,1 0-5 0,0-2 0 0,-2-4 11 16,0 2-7-16,2-3-2 0,1-1 10 0,-3 3-5 16,0-2 1-16,0-4 3 0,0 4-3 0,0 1 3 0,0-5 0 15,0 3 0-15,0-3 1 0,0 0-1 0,2 5-1 0,-2-5 14 16,0 0-5-16,0 0-2 0,0 0-6 0,2 4 4 15,-2-4-5-15,0 0 12 0,0 0-13 0,0 0 2 16,0 0-3-16,0 0 5 0,0 0 3 16,0 0-5-16,0 0-3 0,0 0 4 0,0 0-4 0,0 0 7 15,0 0-3-15,0 0 2 0,0 0-4 0,0 0 4 0,0 0-7 16,0 0 5-16,0 0-2 0,1 1-4 0,-1-1 9 16,0 0-4-16,0 0-5 0,0 0 3 0,0 0-1 0,0 0 6 15,0 0-2-15,0 0-4 0,0 0 0 0,0 0 0 31,0 0-6-31,0 0-7 0,0 0 12 0,0 0-25 16,0 0-20-16,0 0-20 0,0 0-30 0,0 0-52 16,0 0-56-16,0 0-46 0,-1-13-52 0,1 9-250 0,0 0-599 15,0-1 265-15</inkml:trace>
  <inkml:trace contextRef="#ctx0" brushRef="#br0" timeOffset="216.36">27543 7633 196 0,'0'0'335'0,"3"2"-17"16,-3-2-24-16,0 0-25 0,0 0-28 0,0 0-27 15,0 0-23 1,0 0-17-16,0 0-19 0,0 0-20 0,0 0-48 15,0 0-59-15,1 3-75 0,-1-3-94 0,0 0-268 16,0 0-441-16,0 0 195 0</inkml:trace>
  <inkml:trace contextRef="#ctx0" brushRef="#br0" timeOffset="3486.04">27881 7187 50 0,'-2'-6'235'0,"1"2"-9"0,1 4-8 0,0 0-18 16,-1-7-14-16,1 7-14 0,0 0-18 0,1-4-12 0,-1 4-17 15,0 0-14-15,1-3-8 0,-1 3-13 0,0 0-13 0,0 0-12 16,0 0-9-16,0 0-6 0,0 0-3 16,-9 18-5-16,5 0-4 0,-3 0-5 0,-6 6-1 0,1 5-3 0,0 4-4 0,-2-2 0 15,-2 2-4-15,2-1 2 0,4 1-6 0,-3 1-2 16,7-3 0-16,-1 3 1 0,5 0-5 0,-1-4 1 15,3 0 0-15,0-4-1 0,4-3 2 0,1-3-4 16,0-2 4-16,7-1 0 0,-2 0 3 0,2-2 2 16,3-3 2-16,-1-1 3 0,5 0 0 0,-2-2-2 15,2 0-3-15,1-4 0 16,-4 1-3-16,-2-3 3 0,1 0-3 0,-3-2 3 16,-1 1-5-16,-6 1-5 0,3-3 1 0,-2 3 3 15,-1-3-4-15,-1 1-1 0,-4-1 3 0,7 0-3 16,-7 0-10-16,0 0-36 0,0 0-43 0,1-8-47 15,0 5-55-15,-2-2-248 0,-3 0-468 0,3-3 207 16</inkml:trace>
  <inkml:trace contextRef="#ctx0" brushRef="#br0" timeOffset="4039.97">28085 7377 173 0,'0'0'255'0,"-1"-5"-8"0,1 5-8 0,-3-3-16 15,3 3-18-15,0 0-19 0,0-3-20 0,0 3-15 16,0 0-17-16,0 0-13 0,0 0-14 0,0 0-14 0,0 0-11 16,0 0-4-16,-1 12-10 0,1 0-4 0,1 0-1 15,2 3-13-15,-5 1-3 0,2 4 1 0,0-1-10 16,0 8-4-16,-3-7-1 0,-3 4 1 16,5 1-7-16,-1-4-3 15,2-2-4-15,0-2-1 0,-3 3-5 0,3-8 4 0,1 1 1 16,-2-3-7-16,0 0-1 0,1-5-2 15,0 3 1-15,0-3 4 0,-3-2 19 0,3-3 36 16,3 7 24-16,-3-7 31 0,1 2-1 0,-1-2-14 16,6-12-13-16,1 6-6 0,1-6-9 0,2-4-6 0,4-6-4 15,2-2-12-15,-2 2-4 0,4-2-6 16,-4 0-7-16,0 2-2 0,-2 7-21 0,-4 1 13 0,-2 4-4 0,4 3-4 16,-6 0-4-16,0 2 8 0,-3 0-15 0,3 0-6 15,0 2-1-15,-4 3-12 0,4-2-11 0,-4 2 5 16,0 0 2-16,12 5 0 0,-6 0-5 0,0 4 0 15,0-1 9-15,2 9-2 0,0-3 0 0,-2 1-1 0,1 2-2 0,3-3 7 16,-3 1-26-16,-3-3-16 0,3 0-25 0,-3 0-25 16,2-2-21-16,0 2-37 0,-5-1-34 0,3 0-44 15,0-3-65-15,-3-4-230 0,1 2-571 0,0-4 253 16</inkml:trace>
  <inkml:trace contextRef="#ctx0" brushRef="#br0" timeOffset="4572.43">28571 7541 87 0,'0'0'249'0,"0"0"-14"15,0 0-20-15,-4 3-16 0,4-3-16 0,0 0-20 16,0 0-17-16,0 0-13 0,0 0-10 0,0 0-13 16,0 0-9-16,0 0-7 0,0 0-11 0,0 0-7 15,0 0-7-15,0 0-8 0,0 0-5 0,0 0-6 16,0 0-3-16,0 0-2 0,-5 1-5 0,5-1 2 16,0 0-8-16,0 0-3 15,0 0 0-15,0 0 0 0,0 0-3 0,0 0 0 16,0 0-1-16,0 0-1 0,0 0 2 0,0 0-4 15,0 0 0-15,0 0-3 0,0 0 1 0,0 0 2 16,0 0 0-16,0 0-1 0,0 0-2 0,0 0 2 16,0 0-4-16,0 0-4 0,0 0 2 0,0 0-1 15,0 0-2-15,0 0-2 0,0 0-2 0,0 0 3 16,0 0 1-16,0 0 0 0,0 0-6 0,0 0 3 0,0 0-2 16,0 0-3-16,0 0 4 0,0 0-4 0,0 0-1 0,0 0 2 15,26-2 1-15,-13-1-5 0,1 3 3 0,7-4-1 16,-1 3 0-16,8-5 0 0,0 1 0 0,2 3 3 15,-9 1-5-15,-1-2-3 0,1-1 1 16,-3 3 1-16,1-2 2 0,-5 3-6 0,-2 0 5 0,-3-3 1 16,0 3-5-16,-3 0 5 0,2 0 6 0,-2-1-10 0,-6 1 1 15,12-3-3-15,-12 3 1 0,4 0 0 0,-4 0-6 16,0 0-11-16,0 0-16 0,0 0-14 0,0 0-23 0,-16-6-32 16,11 6-23-16,5 0-24 0,-9-1-30 0,9 1-74 15,-10-4-140-15,9 2-426 0,-3 0 188 16</inkml:trace>
  <inkml:trace contextRef="#ctx0" brushRef="#br0" timeOffset="5211.66">29015 7307 189 0,'0'-4'244'16,"0"4"-9"-16,0 0-14 0,0 0-12 15,0 0-22-15,1-4-14 0,-1 4-18 0,0 0-15 0,0 0-21 16,0 0-8-16,0 0-10 0,6 0-8 16,-6 0-15-16,0 0-5 0,12 4-9 0,-3-2-4 0,0 1-4 15,-1 2-4-15,1 0-10 0,0 1-5 0,0 1-3 16,1 1-2-16,-2 0-6 0,-1 2 0 0,1 1-2 0,0-1-5 0,-3 2-1 16,-3 1-1-16,2 1-1 0,-1-2-7 0,-3 0 0 15,-3 0-1-15,2-1-1 0,-3-1 5 0,-1 2-3 16,-3 1 0-16,1-5-2 0,-4 6 0 0,0-7 3 15,1 4-5-15,-1-6 1 0,1 3 1 0,0-3 0 16,-2 1-3-16,2 1 1 0,5-3-1 0,-3 0-1 16,3 0 0-16,1-3 5 0,-2 2 1 0,2-2-1 0,4-1 3 15,-3 4 6-15,1-1 3 0,2-3 4 0,0 0 5 0,-4 2-1 16,4-2-1-16,0 0 2 0,0 0 7 16,0 0-12-16,0 0-2 0,18-1-2 0,-4-3-1 0,-1 2-4 15,5-1 1-15,1 0-4 0,0 2 0 0,-1-2-2 16,0 3 2-16,1-1-7 0,-5 1 3 0,0-1-3 15,-1-1 2 1,0 2-1-16,-2 0-1 0,0-1-2 0,-4 0 1 16,0 1-5-16,-1 1 7 0,-6-1-4 0,10 0 3 0,-10 0 1 15,5-2-1-15,-5 2-2 0,0 0 1 0,8 0 3 16,-8 0-5-16,0 0 3 0,0 0-1 16,0 0-4-16,0 0-4 0,8-2 13 0,-8 2-12 15,0 0-6-15,0 0-14 0,0 0-20 0,0 0-31 0,0 0-32 16,0 0-51-16,-3-5-54 0,3 5-266 0,0 0-517 0,-4-8 229 15</inkml:trace>
  <inkml:trace contextRef="#ctx0" brushRef="#br0" timeOffset="6799.39">29236 7125 141 0,'0'0'245'0,"0"-4"-18"0,0 4-21 15,0 0-22-15,0 0-20 0,0 0-17 0,0 0-15 16,14 6-8-16,-9-4-10 0,7 7-7 0,3 2-9 16,-1 1-6-16,11 6-7 15,-5 4-3-15,1-1-6 0,-1 6-3 16,-3-2-9-16,-1 4-10 0,-2 1 0 0,-2 3-5 0,-3-3-4 16,-3 2-3-16,0 1-6 0,-6 1 0 0,0-2-2 15,-6-1-5-15,0 1-2 0,-1-5-4 0,-7 1 0 16,5-3-1-16,-4-4-2 0,-2 0-2 0,2-5 0 15,-1-2 0-15,0 1-1 0,0-5 2 0,0 2 0 0,5-3-2 16,0-2-3-16,0-1 2 0,3 0-3 0,1-1 4 16,1-3-4-16,-4 2 1 0,7-1 1 0,-3-2 3 15,0 1 6-15,4-2-2 0,-1 5 7 0,1-5 4 16,-4 3 7-16,4-3 3 0,0 0 7 0,-4 3-3 0,4-3 2 16,0 0 0-16,0 0-6 0,0 0 0 0,0 0 7 15,0 4-16-15,0-4-4 0,0 0-7 0,0 0-1 16,0 0-2-16,0 0 8 0,0 0-13 0,0 0-3 0,0 0 2 15,0 0-3-15,0 0-3 0,0 0-2 0,0 0-3 16,0 0-3-16,0 0-4 0,0 0-4 0,0 0 0 16,0 0-3-16,0 0 0 0,0 0-5 0,0 0-2 15,0 0 4 1,0 0-2-16,0 0 4 0,0 0-1 0,0 0 0 16,0 0 4-16,0 0-4 0,0 0 14 0,0 0-13 15,0 0 7-15,0 0 0 0,0 0 0 0,0 0-2 0,0 0 0 16,0 0 4-16,0 0-5 0,0 0 4 0,0 0 3 15,0 0-5-15,0 0 3 0,0 0-5 0,0 0 4 16,0 0 10-16,0 0-8 0,0 0-3 0,0 0 1 16,0 0 1-16,0 0 0 0,0 0 3 0,0 0-4 15,0 0 3-15,0 0 1 0,0 0-1 0,0 0 1 16,0 0 0-16,0 0-2 0,0 0 3 0,0 0-2 0,0 0 3 0,0 0-7 16,0 0 3-16,0 0 5 0,0 0 0 0,0 0-2 15,0 0-2-15,0 0 1 0,0 0 3 0,0 0 0 16,0 0-3-16,0 0 1 0,0 0 1 0,0 0 1 15,0 0 1-15,0 0-3 0,0 0 0 0,0 0 3 16,0 0-2-16,0 0-3 0,0 0 3 0,0 0-2 16,0 0-1-16,0 0-2 15,0 0 3-15,0 0 0 0,0 0-3 0,0 0 3 16,0 0 0-16,0 0-3 0,0 0 1 0,0 0 3 16,0 0 0-16,0 0-3 0,0 0 0 0,0 0 4 15,0 0 1-15,0 0-4 0,0 0 2 0,0 0-1 16,0 0 1-16,0 0 0 0,0 0 1 0,0 0-2 15,0 0 4-15,0 0-4 0,0 0 5 0,0 0-6 16,0 0 0-16,0 0 1 0,0 0 0 0,0 0 0 0,0 0-1 16,0 0-4-16,0 0 5 0,0 0 12 0,0 0-14 0,0 0 2 15,0 0-1-15,0 0 2 0,0 0-4 0,0 0 11 16,0 0-14-16,-4 1 4 0,4-1 0 0,0 0-2 16,0 0 1-16,0 0 2 0,0 0 2 15,0 0 2-15,0 0 0 16,0 0-1-16,0 0-3 0,0 0 5 0,0 0-6 0,0 0 5 0,0 0-4 0,0 0 9 0,0 0-11 15,0 0 3-15,0 0-2 16,0 0 2-16,0 0 0 16,0 0 1-16,0 0-2 0,0 0 1 0,0 0 0 15,0 0-1-15,0 0 9 0,0 0-11 0,0 0 1 0,0 0 2 0,0 0-2 16,0 0-3-16,0 0 14 0,0 0-11 0,0 0-3 16,0 0 7-16,0 0-1 0,0 0-2 0,0 0 2 15,0 0 5-15,0 0-7 0,0 0-2 0,0 0 2 16,0 0-2-16,0 0 5 0,0 0-5 0,0 0 2 15,0 0 1-15,0 0 1 0,0 0-3 0,0 0 4 16,0 0-3-16,0 0-1 0,0 0-1 0,0 0 9 16,0 0-8-16,0 0 2 0,0 0 1 0,0 0-2 15,0 0 1-15,0 0-1 0,0 0-4 0,0 0 5 16,0 0 7-16,0 0-10 0,0 0 6 0,0 0-5 0,0 0 2 0,0 0-3 16,0 0 3-16,0 0-3 0,0 0 3 0,0 0-2 15,0 0 1-15,0 0-1 0,0 0-4 0,0 0 20 16,0 0-13-16,0 0-5 0,0 0 3 0,0 0 1 15,0 0 6-15,0 0-11 0,0 0 2 0,0 0 3 16,0 0-4-16,0 0 0 0,0 0 4 0,0 0 1 16,0 0-3-16,0 0 2 15,0 0 0-15,0 0-2 0,0 0 0 16,0 0 15-16,0 0-14 0,0 0 3 0,0 0-3 16,0 0-1-16,0 0 0 0,0 0-3 0,0 0 4 0,0 0 1 15,0 0 1-15,0 0-3 0,0 0 2 0,0 0 0 16,0 0 3-16,0 0-3 0,0 0 1 0,0 0-1 15,0 0 7-15,0 0-1 0,0 0-6 0,0 0-3 16,0 0 5-16,0 0-1 0,0 0 3 0,0 0-8 0,0 0 1 0,0 0 1 16,0 0 4-16,0 0 5 0,0 0-8 15,0 0 1-15,0 0 1 0,0 0-2 0,0 0 1 16,0 0 1-16,0 0 0 0,0 0 0 0,0 0-2 16,0 0-1-16,0 0-2 0,0 0 4 0,0 0 2 0,0 0-2 15,0 0 2-15,0 0-2 0,0 0 1 0,0 0-2 16,0 0 4-1,0 0-4-15,0 0 2 0,0 0 4 0,0 0-10 16,0 0 5-16,0 0 1 0,0 0 1 0,0 0-1 16,0 0 0-16,0 0-2 0,0 0 1 0,0 0 0 15,0 0-3-15,0 0 2 0,0 0-15 0,0 0-17 0,0 0-20 0,0 0-32 0,0 0-36 0,4-10-33 32,-4 10-55-32,4-6-47 0,-2 3-193 0,0 0-486 15,-1-1 215-15</inkml:trace>
  <inkml:trace contextRef="#ctx0" brushRef="#br0" timeOffset="8002.14">29935 7136 122 0,'-4'-7'227'0,"3"6"-16"0,1 1-4 0,0 0-12 15,0-7-9-15,0 7-14 0,0 0-15 0,0 0-14 16,0-4-13-16,0 4-16 0,0 0-7 0,0 0-19 16,0 0-2-16,0 0-15 0,0 0-5 0,0 0-6 15,0 0-8-15,-8 12-2 0,5 0-3 0,-4 3-7 16,-7 10-6-16,5 1 3 16,-5 5-5-16,1-2-4 0,-4 3-1 0,2 1-2 15,-1 2-3-15,3-2-2 0,3-1 0 0,0 2-5 16,3-4 1-16,2 1-2 0,4 3 1 0,2-3-5 15,4-2 7-15,2-3-2 0,7 1 0 0,4-5-5 16,1 0-8-16,5-5-29 0,4 0-51 0,5-4-68 16,3-3-115-16,1-6-139 0,2-2-431 0,1-5 191 15</inkml:trace>
  <inkml:trace contextRef="#ctx0" brushRef="#br0" timeOffset="8618.94">30045 7338 231 0,'0'0'274'0,"-3"-5"-8"0,3 5-9 0,0 0-21 0,-2-5-8 16,2 5-13-16,0 0-19 0,-4-4-15 0,4 4-20 15,0 0-15-15,0 0-14 0,0 0-17 0,-1-3-10 0,1 3-14 16,0 0-15-16,0 0-2 0,0 0-10 0,4 12-9 15,-3-5-6-15,-1 5-3 0,0-4-6 0,1 6-1 0,-1 2-5 16,0 1-6-16,-1-1 0 0,1 2 0 0,0-1-5 16,0 3-5-16,-1-3-2 0,-2-5 0 0,2 5 0 15,0-1 0-15,1-3 0 0,-2-5-7 16,2 4-1-16,0-3 12 0,0-2-8 16,0 0-2-16,0-4 1 0,0 0 1 15,0-3 18-15,-1 6 41 0,1-6 27 0,0 0 21 16,0 0-10-16,0 0-7 0,10-9-12 0,-2 0-8 15,0-2-17-15,4-3-2 0,1-2-1 0,1-6-10 0,0 8-7 16,-1-3-1-16,1 4-7 0,-4 0-5 0,-2 4-6 16,2 1 3-16,-5 1-5 0,-1 5-10 15,1-3-3-15,-1 1 2 0,-1 1-12 0,-1 0-15 0,-2 3 2 0,8-1-1 16,-8 1-1-16,6 4-3 0,-1 1 0 0,2 2 6 16,3 1-1-16,-5 3-3 0,2-1 6 0,0 1-3 15,3 2-18-15,-2 1-10 0,-2-3-14 0,1 3-22 16,-4-6-18-16,5 4-19 0,-5-3-25 0,-1-2-27 15,4 0-29-15,-4 0-38 0,1-2-51 0,-1-1-259 0,2 0-588 16,-4-4 261-16</inkml:trace>
  <inkml:trace contextRef="#ctx0" brushRef="#br0" timeOffset="9051">30450 7456 144 0,'-5'2'233'0,"5"-2"-15"16,0 0-19-16,0 0-14 0,0 0-16 0,0 0-17 16,0 0-12-16,0 0-10 0,0 0-13 0,0 0-11 15,0 0-8-15,0 0-10 0,-5 0-8 0,5 0-5 0,0 0-8 0,0 0-4 16,0 0 3-16,0 0-1 0,0 0 0 0,0 0-3 15,0 0-1-15,0 0-5 0,0 0-4 0,0 0-3 16,0 0-2-16,0 0-10 0,0 0 2 0,0 0-5 16,0 0-1-16,0 0 0 0,0 0 2 0,0 0-2 15,0 0-3-15,0 0 2 0,0 0-5 0,0 0-2 16,0 0 0 0,0 0 0-16,0 0-1 0,0 0 3 0,0 0-4 15,0 0 0-15,0 0-1 0,0 0 0 0,0 0 2 0,0 0-4 16,0 0 1-16,24 3 10 0,-12-6-17 0,2 0 1 15,4 1-2-15,1-1 10 0,1-1-11 16,-2 4-5-16,1-1 3 0,-6 0-6 0,1-1 13 0,-2 1-14 16,-2-3 3-16,0 3-3 0,-2 1 0 0,-2-1-3 15,-1-1-4-15,-5 2-8 0,8-1-9 0,-4-2-35 0,-4 3-26 16,0 0-56-16,5-1-52 0,-5 1-46 0,0 0-235 16,0 0-509-16,-8-8 225 0</inkml:trace>
  <inkml:trace contextRef="#ctx0" brushRef="#br0" timeOffset="9504.98">30931 7217 216 0,'0'0'290'0,"1"-6"-14"0,-1 6-17 0,0 0-25 0,0 0-20 15,0 0-20-15,0 0-18 0,0 0-18 0,3-4-17 0,-3 4-16 16,0 0-14-16,0 0-10 0,0 0-11 0,0 0-9 15,0 0-9-15,-4 17-6 0,2-8-7 0,0 2 0 0,-3 5-8 16,1-4 3-16,-1 3-12 0,-3 3-4 0,3 0-1 16,-3-1-3-16,2 3-3 0,0-3-4 15,0-1 2-15,1-1-7 0,0 2-2 0,3-5-6 16,-2 0 3-16,0 0-2 16,3-3-3-16,0 0 1 0,2 0-1 0,-1-2 1 15,0-5-5-15,0 3 4 0,1-1 0 0,3 0 2 16,-2 0 1-16,3 0 2 0,2-2 0 0,1-1 2 15,4-1-6-15,0 0-2 0,-1 0-7 0,3 0-8 16,-1-1-15-16,1-1-28 0,-5-3-33 0,2 2-33 16,2 0-41-16,-1-2-43 0,-1 0-31 0,1-2-223 15,-4 3-488-15,2 0 216 0</inkml:trace>
  <inkml:trace contextRef="#ctx0" brushRef="#br0" timeOffset="9757.52">31092 7420 127 0,'-2'-5'257'0,"2"5"1"0,0 0-4 0,2-4-6 15,-2 4-11 1,0 0-21-16,0 0-14 0,0 0-23 0,0 0-22 16,0 0-16-16,0 0-18 0,0-4-15 0,0 4-8 15,0 0-7-15,0 0-6 0,0 15-10 0,0-9-5 16,-2 3-7-16,2 3-2 0,-1 0-7 0,2 0-5 16,-2 5-3-16,1 0 1 0,0 0-9 0,1 3-5 15,1-1 1-15,0-3-4 0,0 1-5 0,0 0 4 16,-1-5-8-16,2 1-4 0,-1-4-2 0,0 1 0 15,-2 0-6-15,1-5-4 0,-1 1-5 0,1 2-5 0,-1-4-3 0,0-1-11 16,0-3-11-16,2 5-19 0,-2-5-39 0,0 0-43 0,0 0-50 16,0 0-36-16,0 0-262 0,-11-9-515 0,11 2 229 15</inkml:trace>
  <inkml:trace contextRef="#ctx0" brushRef="#br0" timeOffset="11528.2">31175 7093 114 0,'-2'-4'280'0,"2"4"-27"0,0 0-16 0,0 0-32 16,0 0-20-16,0 0-15 0,0 0-15 0,11 11-14 16,-3-1-14-16,5 3-9 0,0 2-8 0,6 10-13 15,0-1-1-15,2 6-12 0,5 9-2 0,-7-12-8 16,-4 3-9-16,3 3-4 0,-7 3-6 0,3-3-2 0,-5 1-5 15,-1 0-3-15,2 11-7 0,-10-13-3 0,0 4 1 32,-2-7-7-32,-6 3 2 0,-2-3-5 0,-2 0-4 15,-2-4-2-15,-4 0-1 0,-1-2 0 0,0-4 1 16,1 1-1-16,3-7 0 0,2 3-1 0,-1-4-1 16,1-2-2-16,-1-1 1 0,5-2-4 0,2-1 3 0,1 0-5 15,0-4-1-15,2 3 0 0,-1-3 3 16,1 0 6-16,2 0 4 0,2-2 16 0,-5 5 15 15,3-4 10-15,2-1 8 0,0 0 2 0,-4 3 2 0,4-3 4 0,0 0 4 16,0 0-11-16,0 0-6 0,0 0-2 0,0 0-6 16,0 0-8-16,0 0-20 0,0 0 12 0,0 0-2 15,-6 1-4-15,6-1-10 0,0 0-3 0,0 0 0 16,0 0 2-16,0 0 5 0,0 0-29 0,0 0 15 16,0 0-19-16,0 0 12 0,0 0 0 0,0 0-3 15,0 0-6-15,0 0-3 0,0 0-3 0,0 0 9 0,0 0-11 0,0 0 7 16,0 0-1-16,0 0-1 0,0 0 9 0,0 0-15 15,0 0 4-15,0 0-1 0,0 0 3 0,0 0-2 16,0 0 2-16,0 0-5 0,0 0 3 0,0 0 6 16,0 0-7-16,0 0 0 0,0 0 2 0,0 0 0 15,0 0 0-15,0 0 3 0,0 0-5 0,0 0 4 16,0 0-3-16,0 0 2 16,0 0-3-16,0 0-2 0,0 0 0 0,0 0-1 15,0 0-6-15,0 0-5 0,0 0-2 16,0 0 5-16,0 0 2 0,0 0-7 0,0 0 3 15,0 0 4-15,0 0 1 0,0 0 3 0,0 0-8 0,0 0 4 16,0 0 4-16,0 0 0 0,0 0 2 0,0 0-5 16,0 0 3-16,0 0 0 0,0 0 8 0,0 0-10 15,0 0 6-15,0 0 1 0,0 0 10 0,0 0-6 0,0 0-5 16,0 0 7-16,0 0 6 0,0 0-11 0,0 0 5 0,0 0-7 16,0 0 1-16,0 0 7 0,0 0-2 15,0 0-2-15,0 0-1 0,0 0 1 0,0 0 1 16,0 0-2-16,0 0 6 0,0 0-4 0,0 0 3 15,0 0-4-15,0 0 2 0,0 0-2 0,0 0 6 16,0 0 1-16,0 0-4 16,0 0 0-16,0 0 9 0,0 0-5 0,0 0-4 15,0 0 10-15,0 0-13 0,0 0 10 0,0 0-10 16,0 0 2-16,0 0-3 0,0 0-2 0,0 0 3 16,0 0 3-16,0 0 2 0,0 0-1 0,-6 0-7 15,6 0 5-15,0 0-1 0,0 0-2 0,0 0 2 16,0 0-1-16,0 0 3 0,0 0-4 0,0 0 2 15,0 0 6-15,0 0-4 0,0 0-6 0,0 0 6 0,0 0 1 0,0 0 1 16,0 0 1-16,0 0-2 0,0 0 1 0,0 0 0 16,0 0-7-16,0 0 3 0,0 0 13 0,0 0-17 15,0 0 3-15,0 0 1 0,0 0 3 0,0 0 0 16,0 0-2-16,0 0 2 0,0 0-3 0,0 0-5 16,0 0 8-16,0 0-4 0,0 0 3 0,0 0 6 15,0 0-1 1,0 0-3-16,0 0 2 0,0 0-2 0,0 0-1 15,0 0 2-15,0 0-6 0,0 0 10 0,0 0-6 0,0 0 6 16,0 0-6-16,0 0-1 0,0 0 1 0,0 0 2 16,0 0-6-16,0 0 5 0,0 0-1 0,0 0 1 15,0 0 2-15,0 0 1 0,0 0 2 16,0 0-8-16,0 0 0 0,0 0 1 0,0 0-3 16,0 0 2-16,0 0 0 0,0 0-2 0,0 0 0 0,0 0 3 0,0 0 0 15,0 0 0-15,0 0 1 0,0 0-1 0,0 0-4 16,0 0 3-16,0 0 3 0,0 0-3 0,0 0-2 15,0 0 2-15,0 0 0 0,0 0 5 0,0 0-11 16,0 0 8-16,0 0-1 0,0 0 2 0,0 0 0 16,0 0 1-16,0 0 8 0,0 0-14 0,0 0 1 15,0 0 1-15,0 0 1 0,0 0-5 0,0 0 0 0,0 0 8 0,0 0-2 16,0 0-2-16,0 0-1 0,0 0-2 0,0 0 4 16,0 0-5-16,0 0 3 0,0 0 0 0,0 0-2 15,0 0 6-15,0 0-3 0,0 0 1 0,0 0 13 16,0 0-14-16,0 0 0 0,0 0 4 0,0 0-2 15,0 0-2-15,0 0 4 0,0 0 0 0,0 0 0 16,0 0 0-16,0 0-4 16,0 0-2-16,0 0 1 0,0 0 1 0,0 0-3 15,0 0 4-15,0 0 3 0,0 0-3 0,0 0 2 16,0 0 5-16,0 0-8 0,0 0 2 0,0 0-5 16,0 0 1-16,0 0 6 0,0 0-1 0,0 0-4 15,0 0 3-15,0 0-3 0,0 0 3 0,0 0-2 16,0 0-1-16,0 0 0 0,0 0-1 15,0 0 5-15,0 0-4 0,0 0 1 0,0 0 5 0,0 0-4 0,0 0 2 0,0 0 0 16,0 0-5-16,0 0 0 0,0 0 1 16,0 0 5-16,0 0-2 0,0 0 3 0,0 0 1 15,0 0-10-15,0 0 4 0,0 0 1 0,0 0-1 16,0 0 4-16,0 0-5 0,0 0-1 0,0 0 5 16,0 0-3-16,0 0 0 0,0 0 0 0,0 0 0 0,0 0 13 15,0 0-2 1,0 0-17-16,0 0 4 0,0 0-11 0,0 0 19 15,0 0-6-15,0 0 1 0,0 0 2 0,0 0 0 16,0 0-1-16,0 0-4 0,0 0-1 0,0 0 5 16,0 0-3-16,0 0-1 0,0 0-8 0,0 0-13 15,0 0-6-15,0 0 0 0,0 0 5 0,0 0-2 16,0 0 5-16,0 0 3 0,0 0-3 0,9-8-2 16,-9 8-1-16,0 0 2 0,0 0-6 0,0 0 8 0,0 0 0 0,0 0-2 15,0 0-6-15,-3-5-1 0,3 5-6 0,0 0-4 16,0 0 0-16,0 0-5 0,0 0 1 0,0 0-4 15,0-5-4-15,0 5-1 0,0 0-13 0,0 0-9 16,-4-3-3-16,4 3-7 0,-4-1-7 0,4 1-3 16,0 0-6-16,0 0 2 0,0 0-12 0,0 0-23 15,0 0-4-15,-5-3-40 0,5 3-161 0,0 0-366 0,-4-2 163 0</inkml:trace>
  <inkml:trace contextRef="#ctx0" brushRef="#br0" timeOffset="12712.12">31636 7522 78 0,'0'0'287'0,"0"0"-16"0,0 0-15 0,0 0-16 0,0 0-23 15,0 0-18-15,0 0-20 0,1-6-12 0,-1 6-23 16,0 0-10-16,0 0-17 0,0 0-10 0,4-3-16 0,-4 3-9 16,0 0-5-16,0 0-11 0,0 0-11 15,0 0-21-15,0 0-31 0,10-2-37 0,-10 2-42 16,0 0-56-16,13-1-56 0,-8-2-208 0,4 2-429 15,-9 1 190-15</inkml:trace>
  <inkml:trace contextRef="#ctx0" brushRef="#br0" timeOffset="12905.95">31936 7486 129 0,'8'-1'291'0,"-8"1"-24"15,0 0-21-15,8 0-16 0,-3-3-31 0,-5 3-16 0,7-3-19 16,0 2-21-16,-1-3-14 0,3 4-34 0,3-3-54 16,-2 2-55-16,5-1-74 0,-1 1-109 0,2-3-106 15,0-1-329-15,2 1 145 0</inkml:trace>
  <inkml:trace contextRef="#ctx0" brushRef="#br0" timeOffset="13044">32294 7437 211 0,'0'0'291'0,"0"0"-14"0,0 0-18 16,0 0-26-16,9-5-23 0,-9 5-22 0,1-3-19 15,-1 3-20-15,4-4-11 16,1 3-25-16,0-1-40 0,-1 0-51 0,1-1-65 16,-5 3-71-16,9-2-249 0,-5-1-393 0,6-1 174 15</inkml:trace>
  <inkml:trace contextRef="#ctx0" brushRef="#br0" timeOffset="14162.13">32510 7110 19 0,'0'0'165'0,"0"0"-3"15,0 0-16-15,0 0-8 0,0 0-11 16,0 0-12-16,0 0-3 0,0 0-17 0,0 0-7 15,0 0-3-15,0 0-1 16,0 0-13-16,0 0-3 0,0 0 2 0,0 0-9 16,0 0-3-16,0 0-6 0,18 3-6 0,-12-1 4 15,-1 0-10-15,7 1-3 0,1 1 2 0,0 0-5 16,3 2 3-16,0 1-11 0,3 1 1 0,-3-2 0 16,3 4-1-16,-2-1-6 0,-2 1 1 0,1-1-3 15,-1 2-5-15,-5 0 3 0,0 1-3 0,-2-1 3 16,-3-1-2-16,-2 0-1 0,-2 2-4 0,-1 0 3 0,-1 1-2 0,-2-2 4 15,-2 1-1-15,-3 2 0 0,-2-6-2 0,0 5-2 16,-3 1 0-16,-1-4-3 0,1-1 4 0,-1-4-2 16,5 4 3-16,-2-2-2 0,-1-2-3 15,5 0 2-15,0 0-1 0,2-2 0 0,-1 0-5 16,1-2 3-16,0 2-2 0,3 0 3 0,2-3-3 0,-1 5 4 16,2-1-1-16,2-2-1 0,2 1 0 0,6 4 0 0,0-2 0 15,0 0 0-15,6 2-2 0,3 1 1 0,-2-3 0 16,1 4 1-16,-1 0-3 0,4 0-3 0,-3 0 1 15,-2 4 1-15,-1-4 2 0,-4 4-5 0,2 0 2 16,-6 4-3-16,-6-1 3 0,1-1-3 0,-1 1-1 0,-6 0 3 16,-3-2 7-16,-7-1-4 0,-2 0-2 15,-7 0 2-15,-1-1-1 16,-3-3 5-16,0-1 4 0,-3-1 2 0,-3-2 0 16,3 1 7-16,-2-2-2 0,3-2 7 0,-2 0 10 15,9 1-2-15,3-1 13 0,0 0 0 0,6-2-3 16,4 1-2-16,3-1-8 0,-3 1-1 0,9-1 5 15,-9 0-2-15,9 0-5 0,-5 1 0 0,5-1 2 16,-7 1 0-16,7-1-2 0,0 0-4 0,0 0-3 16,-7 0 1-16,7 0-7 0,0 0 2 0,0 0 0 0,0 0 3 0,0 0-15 15,0 0-17-15,0 0-36 0,0 0-47 16,0 0-62-16,0 0-81 0,0 0-217 0,0 0-492 16,0 0 219-16</inkml:trace>
  <inkml:trace contextRef="#ctx0" brushRef="#br0" timeOffset="16667.62">27284 9363 168 0,'-3'-4'181'0,"3"4"-4"0,0-6-2 0,0 6-5 16,0-3-6-16,0 3-12 0,0 0-11 0,0-7-11 0,0 7-10 16,0 0-10-16,-2-4-10 0,2 4-9 15,0 0-11-15,0 0-7 0,0 0-10 0,0 0-4 0,0-3-12 16,0 3-3-16,0 0-6 0,0 0-7 16,0 0 1-16,-7 12-6 0,7-4-2 0,2 1-5 0,-2 3-2 0,0 3 1 15,-2 0-2-15,4 4 1 16,1 0-3-16,-3 2-5 0,2-1-3 0,0 3 4 0,-2-4-4 0,0 0 2 0,0-1 1 0,1 2-3 15,3-3 1-15,-4 0-3 0,4-5 1 0,-4-2-3 16,1 2 2-16,3-4 0 0,-4-1-1 0,2 0-1 16,0-2 2-16,-2 0 0 0,0-3 19 0,0 3 18 15,4-3 31-15,-4-2 31 0,-3 5 26 0,3-5 20 16,0 0-11-16,0 0-19 0,14-11-12 0,-10 1-17 16,5 0-6-1,1-4-3-15,-1-1-9 0,4-5-8 0,1-4-3 16,-2 2-12-16,4 1 3 0,-5 6-8 0,0-1-4 15,-1 3-12-15,-3 4 0 0,0-1 4 0,-1 3-11 16,0 1-1-16,-1 2-8 0,-1-1 4 0,-2 2-8 16,2-3-6-16,-3 5-2 0,-1 1-7 0,9 0 4 15,-9 0-14-15,14 8-6 0,-6-1 3 0,-1 3 0 16,5 4-5-16,-3 1 7 0,0 1 0 0,4 1 5 0,-3 5 1 0,4 0 2 16,-5-5 4-16,1 0 0 0,-2 0 1 0,1 0-2 15,-1-5 4-15,-3 1-1 0,0-2-2 0,-1-2-2 16,1-1 7-16,-1-3 1 0,-2 2 0 0,1-4 1 15,-1 1 2-15,0 0-6 0,0 0 6 0,-2 0-1 0,0-4 2 16,3 3-7-16,-3-3 5 0,0 0-2 16,0 5 4-16,0-5-6 15,0 0-2-15,2 4-13 0,-2-4-42 0,0 0-51 16,0 0-52-16,0 0-53 0,2-12-58 0,-2 7-263 16,2-2-581-16,4 2 258 0</inkml:trace>
  <inkml:trace contextRef="#ctx0" brushRef="#br0" timeOffset="17083.7">28505 9477 108 0,'-1'-5'274'0,"1"5"-3"16,-3-3-14-16,3 3-16 0,0 0-19 0,0-5-18 16,0 5-19-16,-1-6-16 0,1 6-19 0,0 0-14 0,0 0-14 15,0 0-17-15,0 0-12 0,0 0-10 0,0 0-5 16,0 0-9-16,0 0-6 0,0 14-5 0,0-5-9 15,0-1-4-15,3 4-4 0,-2 1-5 0,0-1-3 16,-1 0-3-16,2 4 0 0,2-2-3 0,-3-1-6 0,0-1 0 16,0-1 1-16,2 1-5 0,-3-3-1 0,1 0 1 15,2-2-4-15,-3 0 2 0,1-2-8 0,0 1 3 16,-1 0-3-16,1-3-5 0,-1-3 4 0,0 4-6 0,0-4-15 0,0 0-37 16,-6 1-47-16,6-1-45 0,-10-5-41 15,2-4-75-15,-2-4-173 0,1 0-470 0,3-3 208 16</inkml:trace>
  <inkml:trace contextRef="#ctx0" brushRef="#br0" timeOffset="17237.32">28449 9227 41 0,'0'-5'302'0,"0"1"-19"16,0 0-9-16,0 4-17 0,-1-6-15 0,1 2-25 0,1 1-22 15,-1 3-18-15,0 0-18 0,-1-7-20 16,1 7-14-16,0 0-19 0,0 0-21 0,0 0-25 15,0 0-19-15,5-1-19 0,-5 1-25 0,7 6-27 16,-3-2-36-16,2 1-43 0,-1-3-53 0,0 2-61 0,-1 0-133 0,3 0-384 16,1 2 170-16</inkml:trace>
  <inkml:trace contextRef="#ctx0" brushRef="#br0" timeOffset="17653.93">28889 9257 236 0,'0'0'258'16,"0"0"-11"-16,7 0-20 0,-7 0-23 0,0 0-16 15,0 0-17-15,0 0-16 0,-1 4-11 0,1-4-14 16,-5 8-13-16,1-1-10 0,-1-1-12 0,1-1-11 16,-1 5-8-16,0 0-6 15,0 0-8-15,1-1-6 0,-2 1-8 0,2 1-2 16,1-2-6-16,-1 3-3 0,3-2-4 0,1 1-2 15,0-1-7-15,0 1-1 0,0-2-3 0,4 0 1 16,0 1-6-16,2 0-1 0,-1-1 2 0,2 1-1 16,2-3-5-16,-3 3 2 0,3-2-3 0,-3 3-1 15,2-4 0-15,-1 1-2 0,3 0 0 0,-4-2-5 16,-1 0 6-16,2 0-4 0,0 1 1 0,-3-1-2 0,-3 1 4 16,1-3 1-16,-2 2-1 0,-3 1-3 0,-1-2 3 0,-5 2 1 15,0 0 5-15,0-3-9 0,-2 2 1 0,-1 0 0 16,1-1-3-16,-3-4 1 0,2 5 0 0,-2-3 0 15,1 0 0-15,0-1 1 0,2-1-3 0,3 1-1 0,3 0-18 16,-1-2-33-16,0 2-38 0,-1-2-46 0,7 0-73 16,-6-4-233-1,4 1-479-15,2 3 213 0</inkml:trace>
  <inkml:trace contextRef="#ctx0" brushRef="#br0" timeOffset="18188.45">29548 9385 201 0,'0'0'202'0,"0"0"-17"0,-4-3-16 16,4 3-14-16,0 0-19 0,-5-2-13 0,5 2-12 16,0 0-14-16,0 0-5 0,-8-2-14 0,8 2-3 15,-11 2-10-15,3-1-11 0,3 0-2 0,-4 2-4 16,-2 0-5-16,-1 1-5 0,-1 1-3 0,3-3-4 16,-3 4 6-16,-2 3 2 15,4-3 1-15,-1 2-6 0,2 1-5 0,0 3-2 16,-3 0 0-16,5-1 0 0,2-1-6 0,-3 4-4 15,1-2-1-15,6-2-1 0,-2 2 0 0,1 0-2 16,3 0 2-16,0-2-3 0,2-1 4 0,1 3 4 16,4-4 9-16,0 3 13 0,4-5 3 0,-1 3 0 15,6-4 0-15,1 3-4 0,-2-4 2 0,3-1 2 16,0-1 4-16,1-2 0 0,-1 2-1 0,4-4-1 0,-7-2 2 0,5 0 11 16,-5-4 4-16,-4 2-1 0,5-3 3 0,-6 2 2 15,0-6-15-15,2-1-5 0,-5-2-1 0,-2 0-10 16,1-1-1-16,-3 0-1 0,0-1-7 0,-3-2 1 15,-3 5-5-15,1-4-4 0,-1 4 1 0,-3 1-2 16,-3-1-2-16,-1 2-6 0,1 3 4 0,0 0-4 16,-3 3 0-16,2 1-1 15,0 0-1-15,1 3-9 0,-4 0-2 0,4-1-4 16,-1 4-8-16,-3-1-20 0,5 2-30 0,2 1-24 16,-3 0-27-16,1 1-23 0,2 4-28 0,0 1-24 15,4-2-60-15,2-1-204 0,0 3-491 0,9 0 216 16</inkml:trace>
  <inkml:trace contextRef="#ctx0" brushRef="#br0" timeOffset="19426.75">30238 9411 14 0,'-5'-1'182'0,"0"-2"-14"0,0-1-19 15,-3 2-13-15,2-2-19 0,-2 1-14 0,-1 1-3 16,-4-1-9-16,3 2-8 0,-4 0-9 0,1-1-10 16,0-1-9-16,2 2-1 0,-4 1-10 0,3 1-7 15,-1-1 6-15,-3 3-9 0,6 0-6 0,-3-2 21 0,0 2 1 0,1-1-5 16,1 3-3-16,1 1-2 0,-2-1-4 0,5 1-2 15,0 2-3-15,1-4-8 0,2 6 0 0,-1 0 0 16,2-1 0-16,3 1-4 0,0-1-2 0,0 1-1 16,5 2-1-16,-1-4-5 0,4 3 7 0,-2-3-1 15,3 2 1-15,1-3 0 0,2-2 1 0,1 3 0 16,-3-4-3-16,4-2-4 0,-1 1 7 0,0-2 8 0,1-1 12 0,-2 0 10 16,2-1 5-16,-1-4 4 0,1 0 12 0,0-5 0 15,0 1-3-15,-5 1-1 0,0-1-5 0,0-6-3 16,-1 1-7-16,0-3-2 0,-2-1 10 0,0-8-9 15,-2 8 9-15,0-7 0 0,-1 5 4 0,-2 1 17 16,0-2-8-16,0 3 0 0,-2-2 1 0,1 3 8 16,-1 1-9-16,-3 2-9 15,3 2 0-15,1 2 16 0,0 0-9 0,-2 3-4 16,1-1-7-16,1 3-6 0,-2 0-2 0,0 1-2 16,2-1-13-16,-1 2-3 0,1 3-9 0,0-5-18 15,0 5-17-15,0 0-7 0,0 0-9 0,0 0 1 16,0 0 1-16,-6 14 2 0,2-5 5 0,1 3 0 15,-2 2 2-15,1 3 4 0,2 0 0 0,-3-1 2 16,2 4 1-16,2-2 0 0,0 1 14 0,-1 0-10 0,5 0-1 16,-2 1 3-16,3-1 1 0,2-2 5 0,-2 2-18 15,5-1-4-15,-1 1-9 0,2-2 2 0,0-3-9 0,2 1-4 16,3-2 0-16,-1-1 4 0,5-3-21 0,0 0-11 16,-2-2-9-16,11-1-15 0,0 1-13 0,-1-3-6 15,-4-2-12-15,5-1 1 0,2-1 1 0,-10-3 2 16,3 1 14-1,5-5 5-15,3 3 9 0,-3-4 9 0,-1 0 8 0,-8-1 4 16,0 1 15-16,0 0 1 0,-3-3 8 16,0 1 14-16,-2 0 12 0,0 1 23 0,-5 1 6 15,0-3 15-15,-4 5 16 0,4-5 6 0,-4 5 8 16,2-3-4-16,-6 0 5 0,3 2-4 0,-3 1-6 0,-1-1-5 16,0-1 0-16,-1 2-1 0,-3 1-10 0,0 0-3 15,0 0-3-15,-1 0-5 0,-6 1 1 0,1 1-4 0,1-2 0 16,-3 5-2-16,-1 0-2 0,-2 0-2 0,2 3 0 0,-6 0 0 15,2 3-2-15,1 2-2 0,0-1 0 16,4-2 2-16,-2 3-3 0,1-2 0 0,3 2 1 16,-1-1 1-16,4 2-3 0,-1-1-3 0,3 1 0 15,0-3 0-15,2 3 2 0,3 0-1 0,0-2 0 16,0-1 0-16,4-1 1 0,0 2 3 0,1-2-3 0,0-1 4 0,8 0-2 16,-4-1-4-16,1-2 2 0,6-1 0 0,-5-3 0 15,3 1-1-15,-1-3 5 0,0 0-1 0,1-5 0 16,-3 0 5-16,2-2 1 0,-3-2-1 0,0 0 6 15,-1-1 1-15,2-8-4 0,0 0 0 0,-6 5 2 16,2-7 8-16,-4 7 5 0,1-8 4 0,0 7 11 16,-3 0 10-16,-1 0 5 15,3-1-1-15,-3 3 7 0,-3-1 14 0,3 6-1 16,-1-1 3-16,1 3-11 0,-1-2-4 0,-2 4-9 16,3-1 0-16,0 4-6 0,-1-2-1 0,1 2 7 15,-4 2-16-15,4-2 0 0,0 5-17 0,0-5 4 16,0 5-2-16,-2-7-8 0,2 7-11 0,0-2-14 15,0 2-23-15,0 0 2 0,0 0 4 0,0 0 4 16,-2 17-4-16,-3-8 6 0,3 3 3 0,0 6-1 0,2 0 2 0,0 2 1 16,-1 0 6-16,-3 6 2 0,4-7-4 0,0 2 6 15,4 0-5-15,-3-5 1 0,-1 1 2 0,2-2 2 16,0-3-1-16,2 1-3 0,-3-3 6 0,-1 2-2 16,4-3-4-16,-4-2 8 0,1-2 3 0,3 0-7 15,-4 0 3-15,0-1 2 0,0 0-7 0,0-4 8 16,3 5-1-1,-3-5 3-15,0 4-4 0,0-4 12 0,1 4-9 0,-1-4-1 16,0 4 0-16,0-4 2 0,5 3 1 0,-5-3 3 16,10 0 1-16,1 1-6 0,-5-1-2 0,8 0-11 15,-1 1-17-15,2-1-25 0,2-1-35 0,2 0-45 16,0 1-57-16,2-4-76 0,0-1-254 0,2 2-562 16,4-2 250-16</inkml:trace>
  <inkml:trace contextRef="#ctx0" brushRef="#br0" timeOffset="20627.59">31181 8982 25 0,'7'11'169'0,"-5"-7"-8"15,3 6-12-15,0 2-3 0,0 5-2 0,-1 1-5 16,5 8-9-16,-3 8-5 0,2 0-15 0,-4 11-1 15,-3 1-15-15,-1 1-7 0,-5 0-10 0,-3 0-1 16,-3-3-6-16,-6 1-6 0,0-13 1 0,-4-1-10 16,-13 9-9-16,-2-5-38 0,-6-1-62 0,-2-2-73 15,-2-6-185-15,-2-3-337 0,2-5 149 0</inkml:trace>
  <inkml:trace contextRef="#ctx0" brushRef="#br0" timeOffset="21343.93">27164 9093 152 0,'0'0'178'0,"-4"-3"-12"0,4 3-24 0,0 0 2 16,-17 13-11-16,8 2-15 0,-7 9-5 0,0 3-7 15,-7 13-6-15,0 2-14 0,-2 6-12 0,4 1-2 0,3 0-17 16,6 1-4-16,0 2-2 0,8-4-10 0,2 0 1 16,3 0-6-16,6-1 2 0,8 0-1 15,-5-12-10-15,16 8-14 0,2 2-2 0,7-6-30 16,6-4-57-16,8-11-234 15,4-4-337-15,1-9 149 0</inkml:trace>
  <inkml:trace contextRef="#ctx0" brushRef="#br0" timeOffset="33880.96">4602 10560 92 0,'0'0'118'0,"0"0"-15"16,0 0-5-16,0 0 0 0,0 0-12 0,0 0-7 15,0 0-6-15,0 0-1 0,-6 0-9 0,6 0-2 16,0 0-5-16,0 0-5 0,0 0 2 0,0 0-10 0,0 0 3 16,0 0-13-16,0 0-2 0,0 0-1 0,0 0-2 15,0 0-5-15,0 0-4 0,0 0-4 0,0 0 4 16,0 0 1-16,0 0-3 0,0 0-5 0,0 0 4 0,-6-2-1 15,6 2-1-15,0 0-1 0,0 0-1 0,0 0-3 16,0 0 1-16,0 0-2 0,0 0-3 0,0 0 4 16,0 0 0-16,0 0 4 0,0 0-1 0,0 0 8 15,0 0 2-15,0 0-3 0,0 0-1 0,0 0-2 16,0 0 2-16,-8 0-2 0,8 0-3 0,0 0 1 16,0 0 0-16,0 0-4 0,0 0 6 0,0 0-4 0,0 0-4 0,0 0 3 15,0 0 3-15,0 0 3 0,0 0-4 0,0 0-1 16,0 0 3-16,0 0-3 0,0 0 6 0,0 0-2 15,0 0 3-15,0 0-1 0,0 0-1 0,0 0-10 16,0 0 5-16,0 0 2 0,28 0-1 0,-17 0-1 16,9-1 0-16,0 1-1 0,1-1-2 0,8-4-1 15,-1 4 4-15,0-3-6 16,-1 3 4-16,1-1-1 0,-6 1-1 0,-3-2-1 16,3 0 3-16,-2 1 1 0,-2 2-13 0,1-2 12 15,-6 2-1-15,-2-3-1 0,-3 3-5 0,0 0 3 16,-3 2-5-16,-5-2 0 0,10-2-8 0,-10 2-13 15,9 0-11-15,-9 0-4 0,4 3-15 0,-4-3-25 16,0 0-29-16,0 0-49 0,-14 10-133 0,8-9-309 16,-1 2 136-16</inkml:trace>
  <inkml:trace contextRef="#ctx0" brushRef="#br0" timeOffset="34929.25">4578 10798 74 0,'-5'2'84'0,"5"-2"-2"0,0 0 0 16,0 0-12-16,0 0-3 0,0 0-1 15,0 0-6-15,0 0 10 0,0 0-5 0,0 0-3 16,-5 2 7-16,5-2 12 0,0 0-17 0,0 0 8 0,0 0-6 16,0 0 0-16,0 0 1 0,0 0-4 0,0 0 0 0,0 0 4 15,0 0-2-15,0 0-5 0,0 0 1 0,0 0 0 16,0 0 2-16,0 0-3 0,0 0 3 0,0 0-3 16,0 0-2-16,0 0 3 0,0 0 0 0,0 0 0 0,0 0-6 15,0 0-1-15,0 0-2 0,0 0-2 0,0 0 0 16,0 0-2-16,0 0-3 0,0 0 1 0,0 0-1 15,0 0-1 1,0 0-2-16,0 0-1 0,0 0-2 0,0 0 1 16,0 0-2-16,0 0-1 0,0 0 2 0,0 0-3 15,0 0-4-15,0 0-4 0,0 0 0 0,0 0-6 16,0 0 3-16,0 0-2 0,0 0-3 0,0 0-3 16,0 0 2-16,0 0-4 0,0 0 0 0,0 0-2 15,0 0-1-15,0 0-5 0,0 0 0 0,0 0 2 16,0 0-2-16,0 0-4 0,19-5 6 0,-16 4-4 0,-3 1 0 0,6-3 2 15,-6 3-4-15,6 0 0 0,-6 0 2 0,0 0-1 16,8-3-3-16,-8 3 2 0,4 0-1 0,-4 0 3 16,0 0-7-16,0 0 5 0,0 0-1 0,0 0 1 15,6 0-1-15,-6 0-3 0,0 0 3 0,0 0-1 16,0 0-1-16,0 0 0 0,0 0 2 0,5-1-1 16,-5 1-3-16,0 0 3 0,0 0-1 0,0 0 1 0,0 0 1 0,0 0 0 15,0 0-3-15,0 0 0 0,0 0 1 0,0 0 0 16,0 0 1-16,0 0 0 0,0 0-1 0,0 0-3 15,0 0 3-15,0 0 0 0,0 0 1 0,0 0 1 16,0 0-4-16,0 0 3 0,0 0-3 0,0 0 1 16,0 0 0-16,0 0-4 0,0 0 2 0,0 0-2 15,0 0 5-15,0 0-1 16,0 0 1-16,14 1-5 0,-2-1 5 16,2 0 0-16,5-2 0 0,0 0 1 0,3-1 1 15,6-1-2-15,3 1 1 0,-2-1 0 0,4-1 0 0,-3 2 0 16,0-2 0-16,-2 0-1 0,2 0 1 0,-11 3 4 15,-1-2-2-15,-5 0-3 0,1 0 2 0,-5 2-3 16,-3 2 2-16,1 0 1 0,-7 0 5 16,10-1 0-16,-7-1-3 0,1 1 2 0,-4 1-4 0,6 0 0 0,-6 0-7 15,3-2-10-15,-3 2-16 0,0 0-25 0,0 0-37 16,0 0-45-16,-9 8-54 0,4-4-87 0,1 0-152 16,-1 0-466-16,3-4 206 0</inkml:trace>
  <inkml:trace contextRef="#ctx0" brushRef="#br0" timeOffset="37149.44">5866 10326 66 0,'0'0'162'0,"0"0"-15"0,0 0-7 0,0 0-9 0,0 0-10 16,0 0-11-16,0 0-8 0,0 0-7 16,0 0-2-16,0 0-10 0,0 0-2 0,0 0-10 0,0 0-7 0,0 0-4 15,0 0-1-15,0 0-3 0,0 0-8 16,0 0-4-16,10-5-2 0,-3 5-4 0,-2-3-5 0,5 1-4 15,-2 0-6-15,-1-1 4 0,4 2-5 0,-1-2-7 16,5 2 2-16,-2 0-3 0,2 1-1 0,-2-1-1 0,6 1 1 16,-6 1-5-16,5 0 2 0,-4 2-3 15,0-1-2-15,-4 1-4 0,4 1 3 0,-2 2-3 16,-2 0 1-16,0 0-2 0,-3 1-3 0,-1 5-8 16,-2-3 10-16,-2 1-5 15,-2 5-1-15,-2 0 5 0,-5 2-1 0,0 0 3 16,-5 0-1-16,-2 4-2 0,0 0-5 0,-5-2 3 15,4-3 2-15,2-2 2 0,-5 0-1 0,5-2 3 16,-3 1-1-16,1-1-6 0,0 0-2 0,2-2 5 0,-1 1 5 16,3-3-6-16,1-3 7 0,1 3-3 0,-2-2 2 15,4-1-4-15,-2 1 3 0,5-5 4 16,-2 4-4-16,1-1 0 0,1-1 1 0,1-1 0 0,3-2 2 0,-6 3 2 16,3 0 7-16,3-3 7 0,0 0 12 0,0 0 8 15,-4 3 11-15,4-3 12 0,0 0 9 0,0 0 6 16,-5 1 3-16,5-1-6 0,0 0-4 0,0 0 3 15,0 0 1-15,-5-7 3 0,5 7 4 0,0-4 2 16,0 4-5-16,0 0-5 0,0-5-5 0,0 5-5 16,0-5-9-16,3 2-11 15,-3 3-3-15,2-5-7 0,3 2-2 0,-2-1-5 16,2 2-3-16,0-1-4 0,3-1-4 0,0 1 0 16,3 1-2-16,-1-1 0 0,4 3-6 0,-1-1 0 15,7 1-2-15,-2 0-3 0,3 1-3 0,0 2 2 16,0 2-2-16,-1-1-2 0,7 4-1 0,-6 1 3 15,-3 1-2-15,6 5-5 0,-3 1 4 0,-5-4-3 0,-1-1 2 0,-2 3-5 16,-3-6-6-16,-1-1-1 0,0-1 7 0,-4 2 0 16,0-4 2-16,3 0-1 0,-7 0 4 0,3-2 2 15,0 2 1-15,-3-1 13 0,-1-3 25 0,0 0 4 16,0 0 7-16,8-7-15 0,-7 1-5 0,3-2-1 16,-4-1 1-16,5-7-4 0,-4 3 0 0,3-2-3 15,0-1 7-15,-3 3 3 0,3 4 14 0,-1-2-18 16,-2 1 1-16,2 3 0 0,-3 2-8 0,2 0 4 0,-2 1-7 0,3 1-1 15,-2-1-1-15,-1 4-7 0,0-5 1 16,0 2-13-16,4-1-28 0,-4 4-33 0,0 0-22 0,5-2-21 16,-5 2-27-16,0 0-41 0,9 4-67 0,-5-2-311 15,1-1-600-15,1 1 266 0</inkml:trace>
  <inkml:trace contextRef="#ctx0" brushRef="#br0" timeOffset="37974.11">6809 10050 132 0,'3'-5'214'15,"-2"3"-5"-15,0-3-9 0,3 2-4 0,-4 3 1 16,2-7-6-16,-2 7-10 0,2-2-12 0,-2 2-14 15,0-4-14-15,0 4-15 0,0-5-8 0,0 5-19 16,0 0-9-16,0 0-11 0,0 0-19 0,0 0-7 16,0 0-8-16,-4 11-6 0,-1 0-6 0,-3 12-1 15,-5 4-7-15,-7 16-1 0,-3 3-12 0,1 4 0 16,2 4-1-16,-3-1 1 0,0 1-4 0,1-5-1 0,3-1 0 0,6-2-1 16,6-14 1-16,0 5-3 0,6-2 3 0,2-2 1 15,0-2 0-15,8-1-3 0,4-1 9 0,-4-4 12 16,8-2 8-16,2 1-6 0,4-5 4 0,0-2 3 15,5-4 1-15,0 1-1 0,4-2 1 0,-1-4-5 16,-2 1 0-16,-1-4-2 0,-6-3-2 0,-3 1-1 16,-1-2 6-16,-8 1 4 15,2 0 0-15,-1-1 1 0,-7-1 2 0,4 0 4 16,-3 1 3-16,-5-1 5 0,7 0-7 0,-7 0 6 16,5 0-5-16,-5 0-3 0,6 3-8 0,-6-3-3 15,0 0-3-15,0 0-4 0,6-3-23 0,-6 3-27 16,0 0-26-16,0 0-30 0,0 0-37 0,1-5-92 15,-1 5-124-15,-2-7-188 0,2 2-566 0,1 0 250 16</inkml:trace>
  <inkml:trace contextRef="#ctx0" brushRef="#br0" timeOffset="38853.67">7067 10328 89 0,'0'0'210'0,"-2"-2"-13"0,2 2-14 15,0 0-13-15,0 0-16 0,2-7-12 0,-2 7-16 16,3-2-14-16,-1-1-6 0,3 3-17 0,1-3-3 0,2 2-11 16,0 0-8-16,5-1-9 0,-2 1-4 0,1 1-3 15,7 0-3-15,-1 1-8 0,0 2-4 0,-1-2-1 16,2 4-5-1,0-3-3-15,-1 4-2 0,0 1 1 0,-2 1-4 0,2 0-5 16,-4 2-3-16,3 2 0 0,-7 1-1 0,0 0-6 0,-2 2 1 0,-4 3-1 16,-4 0 2-16,-3 0-2 0,-3 1-2 0,-7 3 3 15,0 1-2-15,-8 0 2 0,1 0-5 0,-4-3 3 16,0 0 2-16,-2-3-4 0,-1 0 3 0,1-3 0 16,4 2 4-16,1-8 0 0,6 2-2 15,1 0-1-15,2-6 3 0,1 1 0 0,5 2-2 16,-1-4 7-16,3 0 3 0,0-2 11 0,1 0 1 15,3-1 1-15,-3 3 3 0,3-3 11 0,12 4 0 16,-1-6 0-16,8-1-5 0,3 0-3 0,0 1-1 16,5-3-6-16,-1-2-4 0,1 4-5 0,-4 2 1 15,4-4-4-15,1-1 1 0,-6 5-2 0,6-4-1 16,-9 3-3-16,-6-1-3 0,-4 3-2 0,1-3 4 0,-1 3-2 0,-2-1 6 16,-1 1-6-16,0-2-1 0,-6 2-2 0,8 0-4 15,-8 0-2-15,0 0-2 0,2-2-23 0,-2 2-26 16,0 0-41-16,0 0-52 0,-17-3-43 0,12 2-76 15,-3 0-146-15,3-1-441 0,5 2 196 0</inkml:trace>
  <inkml:trace contextRef="#ctx0" brushRef="#br0" timeOffset="39557.58">7654 10296 97 0,'0'0'232'0,"0"0"-22"0,0 0-17 0,0 0-24 15,0 0-21-15,0 0-11 0,0 0-16 0,0 0-17 0,0 0-6 16,0 0-11-16,0 0-11 0,2 15-5 16,-2-5-8-16,0 2-6 0,0-1-6 0,0 7 0 15,2 1-5-15,-4 0-5 0,1 1-5 0,0-1-3 0,1 1-2 0,-2-1-4 16,1-2-3-16,-1 3-3 0,2-2-1 0,-2-2-1 15,1 0 0-15,0-2-1 0,-2-3-7 0,3 0 0 16,0 0 4-16,0-5-8 0,-1 0 5 0,1 0-3 16,0 0 2-16,0-2 2 0,-1 0 19 0,1-4 41 15,0 6 31-15,0-6 26 0,0 3 30 0,0-3 31 16,0 0 13-16,0 0-2 0,0 0-20 0,0 0-17 0,7-17-20 0,1 3-17 16,-2-2-16-16,3-2-5 0,4-5-22 0,-4 6-7 15,4-5-15-15,0-1-1 0,-2 9-6 0,-2-2-2 16,0 3-9-16,-4 2-2 0,4 1-5 0,-3 0-1 15,-2 4-12-15,0 1-6 0,0 0-1 0,1 2-7 16,-1-2-9-16,-3 4-3 0,-1 1-6 0,9-1-4 16,-1 5-7-16,-3 0-3 15,5 3-7-15,-1 4 1 0,3 0 5 0,-1 4-5 16,-2 1 1-16,0 1 6 0,2 0 4 0,-2 0-1 16,-1 3 16-16,-1-4-12 0,1 1-1 0,0-3 6 15,-3 1 10-15,-1-2-11 0,1-4 1 0,0-1-3 16,-2-2 10-16,-1 1-3 0,0-1 0 0,0-2 4 0,-1 0-5 15,2-1-1-15,-3-3 4 0,1 5 9 16,-1-5-4-16,0 0 3 0,2 5 3 0,-2-5 2 0,0 2-3 0,0-2-2 16,0 0-2-16,0 0 6 0,0 0-9 0,0 0 8 15,0 0-23-15,0 0-33 0,0 0-36 0,0 0-36 16,-3-12-48-16,3 5-54 0,-3 3-64 0,3-4-79 16,0-2-205-16,3 1-615 0,-2 0 273 0</inkml:trace>
  <inkml:trace contextRef="#ctx0" brushRef="#br0" timeOffset="39924.61">8101 10233 143 0,'1'-4'282'0,"-1"4"-15"16,3-5-15-16,-3 5-15 0,0-2-13 0,0 2-19 15,0 0-14-15,1-6-24 0,-1 6-12 0,4-2-17 16,-4 2-18-16,0 0-10 16,0 0-17-16,0 0-9 0,1 10-6 0,1-5-7 15,0 6-13-15,-1 0 1 0,2 6-7 0,-1 2-7 16,0 5-2-16,-1-4-3 0,1 6-3 0,0-7-8 15,3 5 2-15,-4-3-8 0,2-2-2 0,-1 1-1 0,2-2 6 16,-3-1-10-16,2-1-1 0,2 1-2 16,-2-1 8-16,-1-4-10 0,-1-1-1 0,2 1-2 0,2-3 1 15,-5 0-4-15,1-1-5 0,2-1-17 0,-2-1-15 0,3 2-13 16,-4-4-22-16,0 4-19 0,1-3-17 0,2-1-29 16,-3 0-40-16,1 0-35 0,-1-4-218 0,5 2-461 15,-4 1 205-15</inkml:trace>
  <inkml:trace contextRef="#ctx0" brushRef="#br0" timeOffset="40157.11">8212 11008 222 0,'0'4'377'0,"0"-4"16"0,0 3-6 0,0-3-7 16,0 0-30-16,0 0-35 0,0 0-32 0,0 0-30 16,9-9-23-16,-5 6-30 0,-3-4-18 0,3 1-18 0,-4 1-56 15,5-5-65-15,-1 3-73 0,0-1-71 0,-3-2-85 16,4 0-99-16,-5 0-263 0,4 1-593 16,1 2 263-16</inkml:trace>
  <inkml:trace contextRef="#ctx0" brushRef="#br0" timeOffset="41080.89">8128 10022 90 0,'2'-4'191'0,"1"1"-8"0,-2-1-6 15,3-1-8-15,-1 3-2 0,0-1-8 0,1-1-9 16,3 1-15-16,-1 2-4 0,2 0-11 0,-1 1-7 15,6 0-6-15,5 1-11 0,1 3-4 0,0 1-7 16,7 4-5-16,3 6-3 0,1-1-9 0,2 3-4 16,-2 5-5-16,11 14-2 0,-5-2-1 0,-3 6-14 15,-5 2-2-15,-3 4-3 0,-3-1-6 0,-5 2 10 0,-3-1-10 0,-5 3-5 16,-5-13-3-16,-4 9 0 0,-4 4-3 0,0-17 0 16,-6 2-3-16,1 0 1 0,-4 1-1 0,-2-3-2 15,0 0 0-15,-3-3 0 0,-5-3-3 0,6-2-3 16,-2 0 3-16,0-3-2 0,2-8 4 0,2 0-2 15,2-1 2-15,-1-2 0 0,0-1 2 0,4-2 1 16,2-2 3-16,-2 2 2 16,5-4 4-16,-2 2-3 0,4-3 1 0,0 1 2 15,-2-2 0-15,5-1 7 0,-2 4 8 0,2-4 19 16,-4 2 0-16,4-2 10 0,-3 2 0 0,3-2-2 16,0 0-4-16,0 0-9 0,0 0 3 0,0 0-13 15,0 0-5-15,0 0-24 0,0 0-23 0,0 0-38 16,0 0-45-16,-4-8-67 0,4 8-100 0,-4-6-323 15,4 2-628-15,-1 1 278 0</inkml:trace>
  <inkml:trace contextRef="#ctx0" brushRef="#br0" timeOffset="42447.07">8222 10995 121 0,'0'0'166'0,"0"0"-6"0,0 0-10 0,0 0-9 15,0 0-4-15,0 0-13 0,0 0-6 0,0 0-11 0,0 0-12 0,0 0-7 16,0 0-9-16,17-5-11 0,-11 4-5 0,6 1-5 0,-1-3-10 16,3 2-29-16,1 0-33 0,1-6-53 0,1 4-85 15,2-2-100-15,-6 4-272 0,-1-4 120 0</inkml:trace>
  <inkml:trace contextRef="#ctx0" brushRef="#br0" timeOffset="43282.77">8221 10811 239 0,'0'0'367'0,"0"0"-28"0,0 0-35 0,0 0-27 0,0 0-33 16,0 0-21-16,0 0-26 0,0 0-17 0,0 0-22 16,8-10-40-16,-8 10-42 0,0 0-70 0,0 0-85 15,0 0-64-15,0 0-275 0,0 0-452 0,0 11 199 32</inkml:trace>
  <inkml:trace contextRef="#ctx0" brushRef="#br0" timeOffset="124025.19">9943 9843 87 0,'0'0'113'0,"-2"-4"-9"0,2 4-3 15,0 0 5-15,0 0-12 0,0 0-10 0,0 0 1 16,0 0-6-16,0 0 2 0,0-4-1 0,0 4-2 15,0 0-5-15,0 0 3 0,0 0-3 0,0 0-2 16,0-5 0-16,0 5-1 0,0 0-3 0,0 0 3 0,0 0 1 0,0 0 2 16,0 0-3-16,-1-5 4 0,1 5-3 0,0 0-1 15,0 0-2-15,0 0-4 0,0 0-2 0,0 0 0 16,0 0-11-16,0 0-2 0,0 0-6 0,0 0-2 16,0 0-2-16,0 0-3 0,0 0-2 0,0 0 0 15,0 0-6-15,0 0-1 0,0 0 0 0,0 0-5 0,0 0-2 16,0 0-1-1,0 0-8-15,1-4 0 0,-1 4-4 0,5-4-2 16,0 2 0-16,-1 2-1 0,4-4-2 16,2 3-2-16,0-1 4 0,-1 0-5 0,4 0 2 0,4-1-1 15,0 2-1-15,1 1 4 0,0-1-4 0,3 1 0 16,-1 1-3-16,-1 0 0 0,-2 2 0 0,1-1-10 16,-5 2-9-16,6 1-11 0,-4 2-7 0,-5 1-13 15,1-1-11-15,-3 0-3 0,-1 3 4 0,-3 1 8 0,-2 0 0 0,-2 6 7 16,-2 0 7-16,-5-1 5 0,-5 7 0 0,1-7 6 15,-8 6 1-15,1-4 4 0,-1 1 4 0,0 0-1 16,-3-2 3-16,2-1 1 0,4-3 5 0,0-1 2 16,2-1 1-16,-2-1 1 0,2 1 3 0,3-2-4 15,1-4 5-15,-2 3 4 0,3-2-4 0,4 0-1 16,0-2 7-16,-3-1 0 16,3-1 15-16,3 0 11 0,-2 1 5 0,4-3 5 15,-4 4 7-15,0-3 4 0,4-1 7 0,-4 3 6 16,4-3 9-16,0 0 2 0,0 0 5 0,-5 1 0 15,5-1-6-15,0 0-4 0,0 0-2 0,0 0-11 16,0 0-2-16,0 0-6 0,0 0-5 0,0 0-4 16,0 0-6-16,0 0-1 0,23-8 0 0,-9 4-5 15,7 0-4-15,4 1-3 0,3-4-3 0,0-2 1 0,3 4-4 0,-4-2 0 16,1 3 1-16,0 0-4 0,-8 2 2 0,0 0-3 16,-2 0-3-16,-4 2 1 0,-2-3 0 0,-1 2-1 15,-1 1-3-15,-2 0-12 0,-2-2 5 0,-6 2-2 16,9-1-1-16,-9 1 1 0,8-1-7 0,-8 1-7 15,7 0-5-15,-7 0-5 0,0 0 0 0,0 0 10 16,0 0-3-16,0 0-3 0,0 0-5 0,-7 9-10 0,4-6-12 0,-1-1-14 16,2 1-24-16,2-3-28 0,-5 4-39 0,5-4-46 15,-6 1-164-15,6-1-400 0,0 0 176 0</inkml:trace>
  <inkml:trace contextRef="#ctx0" brushRef="#br0" timeOffset="124795.93">10501 9852 161 0,'0'0'279'0,"-2"-5"-4"15,2 5-10-15,0-3-14 0,0 3-12 0,0 0-16 16,-1-5-19-16,1 5-16 16,0 0-17-16,0 0-17 0,0 0-23 0,0 0-15 15,0 0-13-15,0 0-14 0,0 0-21 0,0 0-27 16,0 0-24-16,0 0-1 0,0 0-2 15,0 0-4-15,0 16-3 0,0-7-1 0,0 1-1 0,0 6 5 16,1 0-3-16,-1 0 2 0,-1 3-4 0,1 2 4 16,0-2 1-16,0-1-7 0,0 1-1 0,-1-2 1 15,0 0 0-15,1-4-3 0,-2-2 0 0,2 2 2 0,0-3-7 0,0-3 0 16,-1-2 1-16,2 2 3 0,-1-4 0 0,-1 2 7 16,1-1 33-16,-1-1 30 0,1-3 29 15,0 0 36-15,1 5 20 0,-1-5 4 0,0 0-20 0,0 0-8 16,4-13-15-16,1 3-14 0,0-2-10 0,2-5-19 15,1 0-3-15,1-2-18 0,4-3-5 0,1 0-4 16,-5 4-18-16,0 3 7 0,0 1-9 0,-3 6-9 0,1-2 0 0,-2 5-2 16,-1-2-2-16,-3 2-9 0,4 3-33 0,-4-1-25 15,-1 3 3-15,0 0 1 0,12 3 0 16,-4 7 5-16,-1-3 2 0,1 5-3 0,-3-4 5 0,4 10 4 16,1-1 3-16,-1 0 4 0,-1 3 4 0,0-3 5 15,-2 4 2-15,2-6 0 0,-1 2 3 0,0-3 2 16,-3-3 4-1,-1 0 1-15,0-4 2 0,1 4 0 0,-1-5-1 16,0-1 2-16,-2 0 6 0,3-2-1 0,-6 1 3 0,4-1 4 16,-2-3 1-16,2 4-1 0,-1 0 1 0,-1-4 3 15,0 0 19-15,2 4 3 0,-2-4 16 16,2 1-12-16,-2-1-1 0,0 0-4 0,0 0-1 0,0 0-1 16,0 0-7-16,1 4 4 0,-1-4-5 0,0 0 7 15,0 0-17-15,0 0 6 0,0 0-6 0,0 0 7 0,0 0-7 16,0 0 4-16,0 0-6 0,0 0 3 0,0 0 0 0,0 0-3 15,0 0 0-15,0 0-5 0,0 0-3 0,0 0-9 16,0 0 12-16,0 0-20 0,0 0-8 0,0 0-9 16,0 0-11-16,0 0-10 0,0 0-15 15,0 0-8-15,0 0-34 0,0 0-37 0,0 0-33 0,0 0-26 16,9-8-23 0,-7 6-42-16,-2 2-196 0,2-7-511 0,0 4 226 15</inkml:trace>
  <inkml:trace contextRef="#ctx0" brushRef="#br0" timeOffset="125027.76">11067 10112 138 0,'0'0'412'0,"0"0"-5"0,1 3-10 0,-1-3-20 0,0 0-31 15,0 0-30-15,0 0-27 0,0 0-34 16,0 0-26-16,0 0-24 16,0 0-22-16,0 0-38 0,0 0-55 0,0 0-66 15,0 0-70-15,0 0-76 0,0 0-80 0,12-7-85 16,-10 5-239-16,1 0-571 0,-3 2 253 0</inkml:trace>
  <inkml:trace contextRef="#ctx0" brushRef="#br0" timeOffset="126299.24">11460 9561 256 0,'0'-4'264'0,"0"4"-4"15,-2-6-14-15,2 6-14 0,-3-4-15 0,3 4-20 0,-1-3-22 16,1 3-18-16,0 0-18 0,0 0-19 0,0 0-19 16,0 0-28-16,0 0-10 0,0 0-7 0,-9 20-5 15,0-3-8-15,-1 6-4 0,-6 6-6 0,1 3-4 16,1 0-4-16,-4 14-2 0,2-3-2 0,0 3-1 16,10-13-2-16,-2 14 0 0,6-11 0 0,-1-6 1 15,7 1-4-15,0-2-2 16,4-3 5-16,3-1-6 0,0-2 3 0,0-5-1 15,3-4 2-15,1-2 2 0,4 0-2 0,-2-2 0 0,2-2-3 0,0-1 5 16,-1-1-6-16,1-2 1 0,-6-1 0 0,1-2-1 16,0-1 0-16,-2 0-11 0,-5 3-9 0,-2-3-22 0,-5 0-21 15,11-3-44-15,-11 3-71 0,6-4-96 0,-6 0-163 16,0 0-461-16,0 4 205 0</inkml:trace>
  <inkml:trace contextRef="#ctx0" brushRef="#br0" timeOffset="127000.53">11725 9697 19 0,'0'0'229'0,"0"0"-6"0,0-7-13 15,0 7-10-15,1-3-15 0,-1 3-18 0,2-4-15 16,-2 4-15-16,2-3-12 0,3 0-18 0,-5 3-13 16,9-4-8-16,0 1-10 0,4 1-6 0,-2 2-7 15,0 0-11 1,2 0-4-16,0 2-7 0,1 0-5 0,-1 2-1 15,1 1-11-15,-1-1-4 0,1 5-8 0,-4-2-1 0,3 3 2 16,-4 1-7-16,1 2 2 0,-1 2-5 0,-2 0 0 16,-3 1 2-16,-2-1-2 0,-6 2 0 15,-1-2 1-15,-1 1-4 0,-6 0 5 0,-1-2-2 16,3 2 0-16,-4-2-3 0,0 1 3 0,-3-2 2 0,3-1-3 16,0 0-1-16,4-5 4 0,1 1 2 0,1-1-5 0,0 0 0 15,2-3-3-15,3 1 3 0,-1-2 0 0,-1 0 1 16,2-1 16-16,3-2 2 0,-5 4-5 0,5-4 1 0,0 0 1 15,9 5 1-15,-1-5 2 0,3 0-3 0,4 0 3 0,6 0-2 16,1 0-1-16,-1 0-7 0,10 0 8 0,-3-1-3 16,0 0-1-16,-1 1-2 0,-5-2-3 0,-2 2-1 0,-1 3 1 15,-6-4-1-15,1 1 3 0,-4-2-5 16,-2 2-2-16,-1 0 5 0,0 0-4 0,-7 0-4 16,9 0 6-16,-9 0 0 0,9 0 4 0,-9 0 4 15,0 0 3-15,5 0 0 0,-5 0 0 0,0 0-4 0,0 0 1 16,0 0-8-16,8 2 2 0,-8-2-8 0,0 0-5 15,0 0-14-15,0 0-17 0,0 0-22 16,0 0-12-16,0 0-33 16,-4-9-49-16,4 9-35 0,-4-6-218 0,4 2-435 15,0 4 193-15</inkml:trace>
  <inkml:trace contextRef="#ctx0" brushRef="#br0" timeOffset="128386.78">12299 9739 96 0,'0'0'278'0,"-2"-7"-8"0,2 7 4 0,0 0-20 16,-1-4-17-16,1 4-9 0,0 0-19 0,0 0-17 16,1-4-15-16,-1 4-24 0,0 0-18 0,0 0-16 0,0 0-13 15,0 0-22-15,0 0-22 0,0 0-11 16,0 0-9-16,0 0-1 0,0 13-6 0,2-6-5 15,-2 2-2-15,2-2-1 0,-2 5-7 0,0 0 9 0,0 2-13 0,0-2-2 16,-2 0-1-16,2 1-4 0,0 3 1 0,-2-6 0 16,2 3-4-16,0-2 7 0,2-2-4 0,-2 0-5 15,0-5 5-15,0 3-2 0,2 0 1 0,-2-2 1 16,0 2 2-16,0-4 2 16,0 0 22-16,0-3 41 0,0 5 35 0,0-5 30 0,0 0 24 0,0 0-15 15,0 0-9-15,0 0-15 16,9-18-11-16,-4 9-15 0,0-2-8 0,3-1-11 15,0-1-16-15,-1 3 2 0,1-4-14 0,0 4-4 16,-3 1-2-16,0 3-2 0,0 0-7 0,-4 1-8 16,3-1-5-16,0 2-7 0,-3 1-11 0,2 1-30 15,-3 2-15-15,4-5-18 0,-4 5-4 0,0 0 8 16,11 8-3-16,-6-2-4 0,0 1-1 0,2 3-4 16,-2-3-8-16,1 4-6 0,2-1-17 0,0 1-17 0,-2-1-14 0,0 7-30 15,3-3-22-15,-2 0-32 0,-2-3-38 0,3-3-48 16,-2 0-218-16,-2-2-555 0,1-2 246 0</inkml:trace>
  <inkml:trace contextRef="#ctx0" brushRef="#br0" timeOffset="129150.65">12884 9842 88 0,'0'0'167'0,"-5"1"-4"16,5-1-7-16,0 0-2 0,0 0 3 0,0 0-4 15,0 0-6 1,0 0-6-16,0 0-12 0,0 0-9 0,-9-1-11 15,9 1-10-15,0 0-7 0,0 0-4 0,0 0-6 0,0 0 0 16,0 0-3-16,0 0-5 0,0 0 2 16,0 0-9-16,0 0-7 0,0 0 2 0,0 0-3 15,0 0-6-15,0 0-3 0,0 0-5 0,0 0-7 0,0 0-1 16,0 0-5-16,0 0-3 0,0 0-3 0,0 0-4 16,0 0 1-16,0 0-4 0,0 0-3 0,0 0-5 0,0 0 4 15,0 0-1-15,0 0-2 0,0 0-4 0,0 0 0 16,0 0 3-16,0 0-2 0,0 0-3 0,0 0-3 15,0 0 0-15,0 0 5 0,0 0-4 0,0 0 1 16,0 0 0-16,0 0-1 0,0 0 2 0,0 0-3 16,0 0 4-16,0 0 6 0,0 0-7 0,0 0-2 0,0 0 5 15,0 0-1 1,0 0-1-16,0 0 8 0,0 0-4 0,0 0-3 16,0 0 4-16,0 0 2 0,0 0-4 0,0 0 7 15,0 0-6-15,0 0 1 0,0 0 0 0,0 0-1 16,0 0 1-16,0 0 2 0,0 0-4 0,0 0-1 15,0 0 1-15,0 0-3 0,0 0 9 0,0 0-11 16,0 0 0-16,0 0 0 0,0 0 1 0,0 0-1 0,0 0 1 16,0 0-3-16,0 0 3 0,0 0 2 0,0 0 1 0,23-4-5 15,-6 3 1-15,4-1-4 0,7-1 12 0,0-2-9 16,3 4-6-16,2-4 14 0,0 1-4 0,2-2-3 16,-3 3 4-16,1-2 3 0,-5 3-4 0,-5-1-3 15,-1 0 12-15,-4 0 3 0,-4 2 1 0,-3 1 10 16,1-2 4-16,-6 2 2 0,-1-2 5 0,2 1-3 15,-1 1 2-15,-6 0 1 0,9-2 0 0,-9 2-6 0,7 0-9 0,-7 0-10 16,0 0-16-16,7-2-32 0,-7 2-32 0,0 0-38 16,0 0-45-16,0 0-53 0,0 0-42 0,-2 7-294 15,2-7-577-15,0 0 256 0</inkml:trace>
  <inkml:trace contextRef="#ctx0" brushRef="#br0" timeOffset="132442.24">13539 9611 182 0,'0'0'206'15,"0"0"-9"-15,0 0-12 0,0 0-13 0,0 0-11 0,0 0-8 0,0 0-13 0,0 0-7 0,0 0-11 16,0 0-17-16,0 0-9 0,0 0-7 0,0 0-12 16,0 0-3-16,0 0-12 0,0 0-3 0,0 0-9 15,0 0-3-15,0 0-9 16,0 0-2-16,0 0-3 0,0 0-10 0,17-4-5 16,-17 4-1-16,10 3-3 0,-3-3-3 0,0 0 1 15,2 4-3-15,1-4 0 0,2 3-4 0,-1-1-2 16,1 1-2-16,2-1 2 0,-1 3-3 0,-3-1 1 15,4 0 4-15,-2 2-5 0,-1 0 3 0,-2 1-4 16,1 2-6-16,-2-2-13 0,-1 2 3 0,-3-1-3 16,0 2-4-16,-2 2 3 0,-2-1 0 0,-2 2 5 0,-3 2-3 0,-3 1 2 15,-2-4 7-15,0 2 0 0,0 0-2 0,-3-2 1 16,4 2 5-16,0-6-2 0,0 2-1 0,0 0-1 16,3-2 6-16,-3 0-1 0,5-3 0 0,-1 0-1 15,1-1 0-15,0-1 5 0,3-1-1 0,-3 1 1 16,2 2 3-16,2-5 8 0,-3 1 16 0,3-1 10 15,-5 3 6-15,5-3 12 16,-3 3 1-16,3-3 0 0,0 0 4 0,0 0-5 16,0 0-4-16,0 0-2 0,0 0-6 0,0 0-2 15,0 0-1-15,0 0-6 0,0 0-5 0,0 0 0 16,0 0-9-16,0 0 9 0,0 0-12 0,-1 5-1 16,1-5-1-16,0 0-2 0,0 0-1 0,0 0-3 15,0 0 0-15,0 0-2 0,0 0-2 0,0 0 3 16,0 0-5-16,0 0 1 0,0 0-1 0,0 0 2 0,0 0 4 0,0 0-8 15,0 0 0-15,0 0 3 0,0 0-3 0,0 0-4 16,0 0 6-16,0 0 0 0,0 0-1 0,0 0 0 16,0 0 3-16,0 0-4 0,0 0 3 0,0 0 0 15,0 0-3-15,18 0 3 0,-8 0 0 0,4-1-4 16,8-2 1-16,6 2 2 0,3-2-1 0,1 0 2 16,-1 1 0-16,0-1-5 15,1 1 4-15,-2-2-2 0,-10 4-3 0,-1 0 3 16,-1-3 0-16,0 3-1 0,-6-1 1 0,-1 0 0 15,-2-1 1-15,-3 2-1 0,0-1 1 0,-6 1 1 16,8 0 0-16,-8 0 0 0,8 0-1 0,-8 0-1 16,5 1-5-16,-5-1-5 0,0 0-1 0,0 0-1 15,4 2-5-15,-4-2-8 0,0 0 1 0,0 0-10 16,0 0-20-16,0 0-14 0,0 0-24 0,-18 2-27 0,11-2-19 0,0 3-40 16,7-3-219-16,-14-3-428 0,5 3 189 0</inkml:trace>
  <inkml:trace contextRef="#ctx0" brushRef="#br0" timeOffset="133112.7">13841 9443 59 0,'0'0'253'0,"-3"-3"-11"0,3 3-8 0,0 0-16 16,0 0-17-16,-1-4-19 15,1 4-19-15,0 0-18 0,0 0-17 0,0 0-8 16,0 0-18-16,7-1-12 0,-7 1-12 0,12 2-9 15,0 1-7-15,-2 4-6 0,9-1-5 0,8 5-10 16,-3 1-4-16,2 4-4 0,1 2-5 0,2 0-5 16,-1 3-2-16,-2 2-2 0,-1-1-1 0,-5 5-5 15,0 0-2-15,-4-2-4 0,0 1-1 0,-3 3 0 16,-6 0-2-16,-2-3-5 0,-3 2-3 0,-5 0 1 0,-1-1-2 0,-5 4-2 16,-2-6 4-16,-2 3 5 0,-3-3-5 0,0-3 0 15,-3-1 1-15,1-1 1 0,0-2-3 0,4-3 4 16,0-4 0-16,-4 2 2 0,5-2-1 0,2 1-4 15,1-5 6-15,1-1-1 0,2 0-1 0,2-3 1 16,-1 1-2-16,2-1 6 0,2 0-2 0,-2-1 0 16,4-2 19-16,-6 4 15 15,6-4 6-15,-2 1 3 0,2-1 1 0,0 0 4 16,0 0-2-16,-3 4 2 0,3-4 2 0,0 0 0 16,0 0-6-16,-2 3 7 0,2-3-15 0,0 0-5 15,0 0 1-15,0 0-7 0,0 0-7 0,0 0-10 16,0 0-19-16,0 0-23 0,0 0-23 0,5-14-26 15,-4 11-42-15,2 0-61 0,-1-3-65 0,1 0-208 16,1 0-493-16,0 0 219 0</inkml:trace>
  <inkml:trace contextRef="#ctx0" brushRef="#br0" timeOffset="133444.32">14654 9832 81 0,'0'0'285'0,"0"0"-14"0,0 0-13 15,0 0-16-15,0 0-20 0,-3-4-24 0,3 4-18 0,0 0-23 16,0 0-16-16,0 0-35 0,0 0-34 0,0 0-30 0,14-3-40 16,-10 1-46-16,3 1-50 0,5-1-57 15,-3-1-177-15,5-1-356 0,-1 2 158 0</inkml:trace>
  <inkml:trace contextRef="#ctx0" brushRef="#br0" timeOffset="133613.57">15189 9806 24 0,'0'0'308'0,"9"-2"-24"0,-9 2-21 0,0 0-27 16,5-1-23-16,-5 1-24 0,9-3-18 0,-4 2-35 15,-1-3-37-15,7 0-43 0,1 2-59 0,2 0-64 16,5-2-71-16,-1-2-158 0,1 1-320 0,10 2 142 0</inkml:trace>
  <inkml:trace contextRef="#ctx0" brushRef="#br0" timeOffset="133776.29">15950 9752 37 0,'0'0'283'16,"0"0"-19"-16,0 0-18 0,8 0-23 0,-8 0-20 0,0 0-32 16,7-4-49-16,-1 1-41 0,-1 2-39 0,7 0-30 15,-1-2-38-15,0 0-39 0,5 1-35 16,3-2-150-16,-7 1-269 0,-2 1 120 0</inkml:trace>
  <inkml:trace contextRef="#ctx0" brushRef="#br0" timeOffset="133898.69">16144 9711 15 0,'0'0'208'0,"0"0"3"0,0 0-1 16,5-2 3-16,-5 2-15 0,0 0-15 0,0 0-16 0,0 0-19 16,0 0-14-16,4-3-36 0,-4 3-42 15,0 0-53-15,0 0-71 0,0 0-73 0,6 0-132 16,-6 0-295-16,0 0 130 0</inkml:trace>
  <inkml:trace contextRef="#ctx0" brushRef="#br0" timeOffset="134947.01">17112 9419 83 0,'0'0'237'0,"0"0"-14"0,0 0-18 0,0 0-18 16,0 0-13-16,5-8-16 0,-5 8-17 0,8-2-15 16,-3 0-8-16,-1 1-15 0,6 0-19 0,-2-1-7 15,1 2-10-15,2 3-8 0,1-2-6 0,-1 2-6 16,2-2-7-16,-3 3-1 0,2 1-6 0,-2 3-1 15,0 0-7-15,0 1-2 0,1 3-4 0,-4 3-2 16,1-1-3-16,-4 3-2 0,-2-2 5 0,-2 4-4 0,-2-2-4 0,-4 1 0 16,0 0-2-16,-3-1 0 0,-1 0-2 15,-1 0 2-15,-2 0 0 0,0-2-1 0,0 0-4 16,2-2 2-16,-2 0 1 0,4-5-3 0,0-2 2 0,2 2-2 16,0-1 3-16,2-3-1 0,0 2-4 0,2-5 3 15,-3 2 0-15,2 1-2 0,3 1-2 0,-2-2 5 16,3-3 0-1,-2 3 9-15,2-3 12 0,-3 0 2 0,3 0 7 0,0 0 4 16,0 0 4-16,-4 4-1 0,4-4-1 16,0 0 1-16,0 0-2 0,0 0-4 0,-1 5-1 0,1-5 2 15,0 0-2-15,0 0-6 0,0 0 0 16,0 0-2-16,0 0-3 0,0 0-4 0,0 0-3 0,0 0 1 16,0 0-2-16,0 0-2 0,0 0 2 0,14 2-4 15,-1-1-1-15,4-2 0 0,9 1-1 0,6 0 5 0,4-1-5 16,15 0-2-16,4-2 1 0,0 2-1 0,-2 1-2 15,-2-1 0-15,1 1-2 0,-16-2 3 0,-4 2 1 0,-2 0-3 16,0-2 2-16,-9 4 2 0,0-4-5 16,-4 2-1-16,-6 0 7 0,2 0 3 0,-7 0 10 15,1 0 3-15,-1 0 4 0,0 0 5 0,-6 0 0 16,7-1 3-16,-7 1-2 0,0 0-1 0,6 1-9 0,-6-1-16 0,0 0-21 16,0 0-38-16,0 0-36 0,0 0-44 0,0 0-59 15,-11 5-87-15,-3-1-208 0,1-2-523 0,-1-1 231 16</inkml:trace>
  <inkml:trace contextRef="#ctx0" brushRef="#br0" timeOffset="137219.84">10082 10737 30 0,'0'0'148'0,"0"0"-7"0,0 0-20 0,0 0-4 0,0 0-10 15,1-7-4-15,-1 7-8 0,0 0-4 16,5-1-10-16,-5 1-5 0,0 0-2 0,8-1-5 15,-8 1-5-15,5-3-8 0,-5 3-6 0,6-1-5 0,-2-1-1 16,1-2-1-16,-5 4-7 0,11 0-5 0,-3-1-3 16,0-1-7-1,-2 2 0-15,7 0 4 0,-4-2-3 0,5 1-4 16,0 0-2-16,4 1-2 0,0-1 3 0,2-1 0 0,2 0 2 16,-3-3-2-16,9 3 0 0,0 1 2 15,2-2-3-15,-3 1-2 0,2-2-4 0,-1 1 5 16,3 3-2-16,-1-4 5 0,-1 0-1 0,0 3-3 0,0-2 2 15,2 1-1-15,1-1 7 0,-1 1-2 0,1-1-3 16,0-1 1-16,0 1 1 0,-2 1-5 0,5-1 2 0,-2-2-1 16,2 2-1-16,-1-1-1 0,0 2-2 0,2-2-1 0,-4 0-2 15,3 2 0-15,-2-2 0 0,0 2-4 0,0-1 0 16,-1 1-1-16,0-3 1 0,3 2 4 16,-2 0-4-16,0 2 1 0,0-4-1 0,-1 2-2 0,3 2-1 15,-3-3 2-15,0 1-2 0,1 1 0 0,2 0 0 16,-1-1 2-1,-2 0-1-15,2 2-1 0,-3-2 2 0,4 0-3 16,-6 1 0-16,4 0 3 0,0-2 0 0,-2 3 0 0,1 0-3 16,0-1 0-16,-3 2 0 0,2 0 4 0,0-2-3 15,1 1-3-15,-2 0 1 0,4 1 2 0,-2-1-1 16,0-3 1-16,-2 4 1 0,2-1 0 16,-2-1 3-16,0 0 2 0,2 0 1 0,-1 1-1 0,1 0 1 15,-2-1 2-15,5-2 0 0,-5 2-2 0,2 2 0 0,-1-1-2 16,1 0 1-16,3 0 2 0,-6 1-4 0,2-3 0 15,-1 3 0-15,1-2 0 0,-3 0-2 0,4 2-1 0,1-2-1 16,0 2 0-16,-1-3-1 0,-1 2 4 0,2 1-2 16,1-2-2-16,-1 1 1 0,-1 0 2 0,3-1-1 15,-3 1-1-15,4 0-1 0,-4-2 2 0,3 1-2 0,-1 2 0 32,-1-3 3-32,2-1-3 0,1 1 0 0,-2 1 0 15,2-1-1-15,0 1 0 0,-3 0 3 0,3 0 0 16,-3-2-1-16,0 0-1 0,4 2 1 0,-2 0-2 0,-5-1-6 15,5 1 2-15,2-1 2 0,-4 1-1 0,2 0 2 16,-1-1 0-16,-2 0-1 0,0 1 3 0,-1 1-2 16,1-1-6-16,-3 2 11 0,3-2-3 0,-4-1-1 15,0 1 1-15,-6 2 1 0,9-3-3 0,-10 2-1 0,10 0 4 16,-11-1-3-16,11 0 4 0,-10 2 0 0,7-1 0 16,1-1-3-16,-1 2 4 0,0-1-2 0,0 1-2 15,3 0 1-15,-3-1 0 0,3 0-3 0,-3-1 6 0,0 0 1 16,1 2-2-16,2-1-2 0,-3-1 2 15,4 0 0-15,-1-1-3 0,-2 2 1 0,2-1 0 16,0 1 0-16,1 0-1 0,-2 1 1 0,1-3 2 0,2 1-3 0,-3 0 1 16,0 0 2-16,1 0-1 0,-2-1 1 0,-1 2-3 15,3 0 2-15,0-2-1 0,-3 2 0 0,2 0 1 16,1 1-2-16,0 0 1 0,-1-4 0 0,1 2 6 16,1 0-1-16,-1 0 3 0,1 0-5 0,2 1 1 15,-2-1 4-15,1 0-5 0,1 2 0 0,0 0 3 0,0-3-3 16,0 3-1-1,0-2 4-15,0 0-6 0,0 2 3 0,1-3-4 16,-1 3 4-16,-1-2 1 0,0 2 0 0,-1-3-3 16,-1 1-1-16,1-1 2 0,-5 2 3 15,0-2-4-15,1 0-3 0,0 1 4 0,0-1 2 0,2 3-2 16,-4-2 0-16,6-1-4 0,-1 1 2 0,-2-1-4 16,2 1 2-16,2 0 5 0,-1-2-3 0,-1 1 6 15,1 1-4-15,0 1-2 0,-2-1 0 0,5-2 2 0,-3 1-1 0,1 1 3 16,0-1-9-16,-3 1 6 0,0-1 0 0,3 2-2 15,-1-3 2 1,-1 2 0-16,1 0-4 0,0-1 4 0,1 1 2 16,-2 0 0-16,1 0-1 0,2 0 1 0,1 0-2 0,-1-1-1 15,2-1 1-15,1 4-2 0,0-3 2 16,3-1 0-16,-2 3 1 0,12-3 0 0,-10 2 5 0,12-1-2 16,-14 1 2-16,16-1 0 0,-13 1-1 0,9 1-1 0,4-2-6 15,-3 0 12-15,-12 3-5 0,14 0-4 0,-2-2 1 16,1-1-1-16,-14 2 8 0,16-3-5 0,-1 4-2 15,1-3-1-15,1 3-2 0,-2-2 3 0,-12 2 3 16,13 0 0-16,-14 0-1 0,11-6 0 0,2 5-4 16,-12 0 5-16,-2-2-4 0,0 3 0 0,0-4 4 0,1 3 3 15,-3-2-1-15,-1 0-1 0,0 1 1 0,-1-1-2 16,1 1 4-16,-3-1-4 0,-1 2 2 0,-1 0 4 16,-10-2-1-16,-1 0 7 0,-1 2 4 15,-4-2 11-15,-3 3 10 0,-1-2 8 0,-3 2 2 0,-2 0 6 16,2-2-3-16,-3 1 1 0,-5 1-6 0,9 0 2 15,-3-1-2-15,-6 1-9 0,0 0-5 0,7-1-2 16,-7 1-1-16,0 0-7 0,5-2-2 0,-5 2-3 0,0 0 1 0,0 0-7 16,0 0 2-16,8-1-3 0,-8 1-4 0,0 0 12 15,0 0-16-15,0 0 1 0,0 0 2 0,0 0-11 16,0 0 10-16,0 0-4 0,0 0 1 16,0 0 0-16,0 0-1 0,0 0-11 0,0 0-10 0,0 0-20 15,0 0-24-15,0 0-28 0,0 0-35 0,0 0-30 16,0 0-51-1,0 0-88-15,0 0-162 0,-16-4-490 0,6 1 217 16</inkml:trace>
  <inkml:trace contextRef="#ctx0" brushRef="#br0" timeOffset="140704.18">10429 11225 23 0,'-1'-6'168'0,"1"6"-11"0,0 0 1 0,0 0-5 16,0 0 4-16,-4-2-11 0,4 2-4 0,0 0-5 15,0 0-7-15,0 0-5 0,0 0-5 0,0 0-9 0,0 0-7 0,0 0-4 16,0 0-8-16,0 0-7 0,0 0-1 0,0 0-6 16,0 0 0-16,0 0-9 0,0 0-7 0,0 0-2 15,0 0-4-15,0 0-5 0,0 0-1 16,0 0-10-16,0 0 0 0,0 0-8 0,5-5-2 0,-5 5-3 16,0 0-2-16,5-2-7 0,-5 2-1 0,8-1-3 15,-8 1 0 1,12-1-6-16,-2 2-2 0,1-1-3 0,-1 2-13 15,4-1-9-15,3 4-8 0,-3-5-10 0,2 6-2 0,0 1-3 16,3 1-7-16,-6 0 0 0,-3-2-11 0,3 4-7 16,-4-3-4-16,-1 5-5 0,-1-1-6 0,-3 0 2 15,-4 1-9-15,3 2 16 0,-7 1-1 16,-5 1 16-16,0 3-1 0,0-5 14 0,-13 5 2 0,3 1 4 0,-1-1 9 16,-3-2-1-16,0 0 5 0,0-1 9 0,0-3 0 15,4-4 3-15,-2 2 2 0,7-2-3 0,-1 0 11 16,3-3-8-16,-1 0 3 0,5-1-1 0,1-2 6 0,1 0 3 15,3-1-7-15,-3 1 22 0,1-2 2 16,5-1 6-16,-5 5 14 0,2-5-6 0,3 0-4 16,-4 4 7-16,4-4 0 0,0 0-4 0,-4 3 4 15,4-3-7-15,0 0 8 0,0 0-4 16,0 0-5-16,-2 3-1 0,2-3-4 0,0 0 0 16,0 0 0-16,0 0 4 0,0 0 6 0,20 0 4 15,-11-2-3-15,4 2 0 0,6-2-1 0,4 0-2 16,-2 1-8-16,8-2 1 0,3 2 0 0,-1-3-6 15,-1 2 3-15,2 0-8 0,-4-3 0 0,2 2 2 16,-10 2-3-16,0-2 0 0,-2 2-2 0,-4 0 2 16,-2 1-3-16,-2-1 3 0,2-1-4 0,-7 2 1 0,1-2 1 15,-6 2 0-15,9 0-1 0,-9 0-2 0,6 0-3 16,-6 0-6-16,0 0 2 0,0 0-5 0,0 0 2 16,3 2-6-16,-3-2-18 0,0 0-22 0,-11 7-15 15,6-5-23-15,1 1-23 0,-2-3-23 0,3 3-34 0,3-3-126 16,-8 2-320-16,8-2 142 0</inkml:trace>
  <inkml:trace contextRef="#ctx0" brushRef="#br0" timeOffset="141211.76">10918 11336 231 0,'-1'-4'268'0,"1"4"-18"0,0 0-15 16,0 0-17-16,3-6-16 0,-3 6-16 0,0 0-17 0,0 0-17 0,0-3-14 15,0 3-16-15,0 0-13 0,0 0-12 0,0 0-10 16,0 0-17-16,0 0-8 0,0 0-26 0,0 0-16 15,0 0-5-15,0 0-5 0,0 0-3 0,2 14 1 16,0-7-3-16,-1-1-2 0,0 6 2 0,1-2-2 16,-2 3-2-16,0 4 4 0,0-2-1 0,0 3-1 15,-2 0 1-15,1-2 2 0,1-5-4 0,0 0 0 0,1-1 3 16,-1-3 0-16,0 2-3 0,2-5 4 0,-2 1 0 16,-2-1 3-16,2 1 16 0,2-2 21 0,-2-3 30 0,-2 8 30 31,2-8 27-31,2 1 27 0,-2-1 14 0,0 0-14 15,0 0-11-15,7-8-16 0,-4 3-14 0,-1-6-12 0,5 5-9 0,-2-4-16 0,0 0-3 16,-1 3-16-16,-2 2-2 0,2 0-9 16,0 1-6-16,0 1-11 0,-2-2 13 15,2 2-19-15,-4 0-14 0,0 3-26 0,5-2-15 16,-5 2-13-16,8-2-13 0,-8 2-9 0,9 4-12 16,-2-1-11-16,3 1-18 0,0 2-13 0,1 4-29 0,-2-4-28 15,4 4-38-15,1 1-45 0,0-1-32 0,-3-2-236 16,-3-2-565-16,1 4 250 0</inkml:trace>
  <inkml:trace contextRef="#ctx0" brushRef="#br0" timeOffset="141712.94">11349 11436 145 0,'0'0'156'0,"0"0"4"16,0 0 6-16,0 0 1 0,0 0-1 0,0 0-3 15,-2-4 0-15,2 4-10 0,0 0-10 0,0 0-6 16,0 0-14 0,0 0-14-16,0 0-8 0,0 0-8 0,0 0-6 0,0 0-14 15,0 0-8-15,0 0-7 0,0 0-6 0,0 0-4 16,0 0-8-16,0 0-4 0,0 0-1 0,0 0-6 16,0 0 0-16,0 0-2 0,0 0-4 0,0 0-6 0,0 0-1 0,0 0 0 15,0 0-3-15,0 0-1 0,0 0-1 0,0 0-1 16,0 0 0-16,0 0-3 0,0 0 0 0,0 0 1 15,0 0-3-15,0 0 0 0,0 0 1 0,0 0-1 16,0 0-2-16,0 0 0 0,18-1 1 0,-6 1 2 16,0-4-3-16,6 3-2 0,0-3 3 0,2 1-1 15,-1 1 0-15,2-2 0 0,-1 1 0 0,0-2 9 16,-1 3-10-16,-2-1-5 0,0 0 5 0,-4 2-1 16,-2-2-10-16,-1 2-17 0,-2-1-14 0,0 1-18 15,-2-2-24-15,-2 2-27 0,1 1-15 0,-5 0-19 16,0 0-74-16,0 0-140 0,0 0-385 0,0 0 170 15</inkml:trace>
  <inkml:trace contextRef="#ctx0" brushRef="#br0" timeOffset="141976.01">11487 11364 240 0,'-1'-4'346'0,"1"4"-12"16,0 0-14-16,0-6-6 0,0 6-21 0,0 0-18 15,0 0-16-15,0-4-18 0,0 4-19 0,0 0-19 16,0 0-23-16,0 0-18 0,0 0-20 0,0 0-15 16,0 0-8-16,0 0-23 0,0 0-22 0,0 0-29 15,0 0-24-15,0 0-33 0,0 0-21 0,0 0-6 16,0 0 1-16,0 0 1 0,0 17 3 0,0-12-1 16,1 7-1-16,3 0-5 0,-4 0-4 0,4-1-2 0,-3 6-22 15,2 0-8-15,-2-1-17 0,0 1-16 0,2-1-19 16,-2-1-18-16,-1-2-14 0,3 0-19 0,-2-1-17 0,2 0-212 15,-2-6-443-15,0 1 196 0</inkml:trace>
  <inkml:trace contextRef="#ctx0" brushRef="#br0" timeOffset="142345.57">11851 11298 2 0,'-1'-4'376'0,"1"4"-20"0,1-5-13 0,-1 5-28 0,0-5-17 0,0 5-33 15,4-3-26-15,-4 3-25 0,0 0-23 0,0 0-23 0,0 0-20 16,0 0-14-16,0 0-23 0,0-4-23 0,0 4-25 16,0 0-28-16,0 0-3 0,0 0-6 0,5 12-4 15,-3-6-2-15,0 4-6 0,-1-2 3 0,3 3-4 16,-2 0-1-16,0 1-6 0,2 5 11 0,1-2-6 15,-4-2-5-15,3-2-1 0,0 1 2 0,-3 0-2 0,3-3 2 16,-3 2 1-16,2-1-4 0,-2 1-5 0,2-3 3 16,-2-4 6-16,-1 3-6 0,0-3 4 0,1 2-3 0,-1-2 6 15,3-1-3-15,-3-3 2 0,0 4 6 0,0-4-8 16,0 0 4-16,1 4 2 0,-1-4-1 16,0 0-1-16,-1 5-3 0,1-5-2 0,0 0-11 31,0 0-8-31,0 0-14 0,0 0-73 0,0 0-94 0,0-17-124 0,0 7-187 15,0 0-548-15,0 1 243 0</inkml:trace>
  <inkml:trace contextRef="#ctx0" brushRef="#br0" timeOffset="142593">12062 11143 139 0,'5'-4'220'0,"-5"4"-25"0,0 0-20 0,11 1-21 16,-5 3-7-16,3 3-2 0,6 3-12 0,-1 1-10 16,4 2-6-16,1 8-9 0,1 2-5 0,0-1-12 15,-3 2-10-15,-2 2-5 16,-2 2-8-16,-2-2-9 0,-4 4 1 0,-2-1-13 16,-3 0-2-16,-2-1-3 0,-5-2-18 0,-3 3-10 15,-6-3-4-15,2-1-7 0,-9-1-7 0,1 0-26 16,-10 1-37-16,2-4-56 0,-18 8-237 0,1-7-389 15,9-9 173-15</inkml:trace>
  <inkml:trace contextRef="#ctx0" brushRef="#br0" timeOffset="143254.35">10212 11206 91 0,'0'0'207'0,"0"0"-16"0,-1-5-18 16,1 5-19-16,0 0-13 0,0 0-18 0,0 0-16 0,0 0-13 0,0 0-9 15,-9 9-8-15,2-2-14 0,-2 7-7 0,-2 2-5 16,-2 9-9-16,-3 4-6 0,5 5-7 16,-8 11-2-16,4 7 3 0,-1 1-5 0,9-2 4 0,2 2-3 15,-1-6 0-15,8-11-5 0,2 0 3 0,6-2-2 16,3-2-4-16,3-4 1 0,7-4-2 0,4 1 4 15,6-7-1 1,16 5-6-16,5-9-24 0,3-2-60 0,-2-6-90 0,-1-5-144 16,-15-2-328-16,-2-4 145 0</inkml:trace>
  <inkml:trace contextRef="#ctx0" brushRef="#br0" timeOffset="146221.69">12895 10986 49 0,'0'0'140'0,"0"0"-9"16,0 0-12-16,0-4-1 0,0 4-10 0,0 0-1 15,0 0-17-15,0 0-7 0,0 0 0 0,0 0-12 16,0 0-4-16,0 0-10 0,0 0-8 0,0 0-7 15,0 0-5-15,0 0-6 0,0 0 2 0,-11 10-10 16,7-1 2-16,-2 1-1 0,-2 4-5 0,0 4 0 16,-3 6 0-16,-2 5-1 15,-1 0-1-15,5-1 2 0,-1 2 2 0,1 4-9 16,4-3 2-16,1 2-3 0,0-2 5 0,4 3-4 16,0-1-1-16,5-4 3 0,2-1-1 0,4 0 0 15,4-2-3-15,6-4 2 0,3 0 4 0,5-3-7 16,20-3 4-16,-13-4 2 0,2-3-30 0,15-1-38 15,-1-3-60-15,-19-7-159 0,3 2-294 0,-3-3 130 16</inkml:trace>
  <inkml:trace contextRef="#ctx0" brushRef="#br0" timeOffset="146901.76">13147 11178 147 0,'-2'-5'193'0,"2"5"-19"0,0 0-19 0,2-5-20 16,-2 5-14-16,5-5-11 0,4 3-8 0,-4-2-12 15,6 2-8-15,0 0-8 0,0 0-13 0,1 2-3 16,7-3-7-16,-6 6-19 0,2-3 10 16,1 2-2-16,1 2-9 15,-1 1-7-15,-2 1-2 0,-4 0 2 0,1 2 0 16,1 4-2-16,-2 0-8 0,-4-1 3 0,1 5-6 16,-6-1 2-16,1 0-7 0,-5 2 1 0,-1-2-1 15,-3 2-3-15,-4 0 6 0,1 0-3 0,-4-3 4 16,0 1-6-16,-3-4 3 0,3 4 0 0,-2-3 4 0,3 0-2 15,-2-1 4-15,-1-3 5 0,6-1-3 16,1-1-2-16,0 1-1 0,4-3 4 0,-2-1-2 0,1-1 2 0,3 0 8 16,1 1 9-16,-2-1 15 0,4-2 7 0,-5 5 3 15,5-5-9-15,0 0-3 0,0 0-2 0,0 0-6 16,0 0 0-16,20-5-6 0,-8 3 3 0,1-1-3 16,1 1-3-16,4-2 2 0,4 0-5 0,-2 1-1 15,-1-1-4-15,2 1-1 0,-2-1 3 0,-2 4-7 0,0-3-2 16,-4 3-4-16,1 0 1 0,-6 0-2 0,-2-1-2 0,2 1-1 31,-8 0 3-31,10-1-3 0,-10 1-3 0,9 0-6 16,-9 0-4-16,8 0-11 0,-8 0-12 0,5 0-21 0,-5 0-20 0,0 0 4 0,0 0 9 0,6 2-18 31,-6-2-13-31,0 0-39 0,0 0-31 0,0 0-193 16,-16 3-382-16,16-3 169 0</inkml:trace>
  <inkml:trace contextRef="#ctx0" brushRef="#br0" timeOffset="147355.68">13653 11185 170 0,'0'0'308'0,"0"-5"-17"0,0 5-20 15,0 0-19-15,0 0-21 0,-4-5-23 0,4 5-23 16,0 0-23-16,0 0-5 0,0 0-31 0,0-3-14 16,0 3-18-1,0 0-9-15,0 0-4 0,0 0-14 0,4 14-12 0,-3-7-5 16,2 2-2-16,-2 3-6 0,2 0-3 0,-2 4-6 16,2-1-3-16,-1 1-1 0,-2 1-5 0,0 0-2 15,0-3 0-15,3 0-5 0,-2-2 6 16,-1 1-11-16,3-5 3 0,-3 0-5 0,0-1 2 0,0-4-1 15,2 3 3-15,-2-2 3 0,0-2 9 0,0-2 35 16,0 5 27-16,0-5 36 0,0 0 23 0,0 0 13 0,0 0-11 16,0 0-17-16,0 0-14 0,9-11-18 0,-5 0 4 0,0 2-21 15,1 4-11-15,-1-5-3 0,-3 0-14 0,7 3-5 16,-3 2-6-16,0-1-13 0,0 1-4 0,1 0-14 16,1 0-15-16,-2 2-30 0,3 2-19 15,1-1-17-15,2 1-13 0,-1 1-12 0,2 1-22 0,-1 2-19 16,3 0-25-1,0 2-36-15,-1 0-46 0,5 0-40 0,-8 1-307 16,3-1-637-16,0-1 282 0</inkml:trace>
  <inkml:trace contextRef="#ctx0" brushRef="#br0" timeOffset="147840.37">14144 11281 111 0,'-8'-1'211'0,"8"1"-17"0,0 0-25 0,0 0-12 16,0 0-12-16,-10 0-4 0,10 0-15 0,0 0-9 0,0 0-6 0,0 0-11 16,0 0-7-16,0 0-6 0,0 0-6 0,0 0 1 15,0 0 1-15,0 0-3 0,0 0 1 0,0 0 0 16,0 0-2-16,0 0 7 0,0 0-14 0,0 0-5 15,0 0-1-15,0 0-9 0,0 0-6 0,0 0-3 16,0 0-7-16,0 0-1 0,0 0-6 0,0 0-6 16,0 0-5-16,0 0-1 15,0 0 0-15,0 0-1 0,-4 2-5 0,4-2-1 16,0 0-4-16,0 0 3 0,0 0-3 0,0 0-1 16,0 0 2-16,0 0 9 0,0 0-6 0,0 0 1 15,0 0 0-15,0 0 3 0,0 0-4 0,0 0-1 16,0 0-3-16,0 0 0 0,0 0 0 0,0 0 0 15,0 0-4-15,0 0 4 0,24-5-2 0,-11 3-5 16,6-1 3-16,0-1-3 0,9 0 10 0,1-3-10 0,0 5-2 16,-2-3 1-16,1 1 7 0,-5 1-10 0,-3-1 3 0,0 0-1 15,0 3 0-15,-1-3-1 0,-7 3-1 0,2-2 2 16,-4 3 0-16,-1-1-5 0,-4-1-10 0,-1 2-11 16,2-4-10-16,-2 3-15 0,-4 1-15 0,9-1-9 0,-9 1-20 15,0 0-23-15,0 0-30 0,0 0-40 0,0 0-61 31,0 0-136-31,-27 0-414 0,22 0 183 0</inkml:trace>
  <inkml:trace contextRef="#ctx0" brushRef="#br0" timeOffset="148172.54">14657 11100 306 0,'0'0'368'16,"2"-4"-20"-16,-2 4-22 0,1-3-22 0,-1 3-26 16,0 0-34-16,1-4-23 0,-1 4-21 0,0 0-29 0,0 0-21 15,0 0-12-15,0 0-26 0,0 0-30 0,0 0-30 16,0 0-16-16,0 0-5 0,2 11-4 0,0-4-6 0,-2 0 0 16,3 2-1-16,-2 3-4 0,0 0-2 0,3 1 9 15,-4 2-10-15,2 2-5 0,1-1 1 0,-2-1-1 16,3-3-2-16,-4-1 1 0,0 0 0 0,2-1-1 15,0-1-3-15,-2-1 4 0,0-3 1 0,1 1-1 16,-1 0-2-16,3-2-4 0,-3-1-5 0,0 1 3 0,0-4-14 16,0 6-5-1,0-6-2-15,1 3-3 0,-1-3-1 0,0 0-11 16,2 4 0-16,-2-4-6 0,0 0-2 0,0 0-8 16,0 0-9-16,0 0-17 0,0 0-156 0,0 0-249 15,-16-10-523-15,11 2 231 0</inkml:trace>
  <inkml:trace contextRef="#ctx0" brushRef="#br0" timeOffset="148557.49">14679 10880 87 0,'0'0'257'0,"0"-3"-24"16,0 3-28-1,1-6-19-15,-1 6-19 0,9-3-16 0,3 3-16 16,5 6-12-16,4-1-9 0,4 6-7 0,4-1-14 16,2 7-6-16,-3-1-9 0,1 4-9 0,-1 4-9 15,-1 2-5-15,-5 1-5 0,-3 5-5 0,0-1-6 16,-9-2-5-16,2 2-2 0,-6 2-5 0,-3-2-8 16,-3-1 1-16,-5-1-4 0,-2 0-2 0,-4-2-3 15,-2-4-2-15,-5 3 2 0,3-2-2 0,-2-3 2 0,-3-1 2 0,4-5 3 16,-5 0-3-16,5-2 9 0,1-1-3 0,1-2 4 15,1 0-1-15,3-2-3 0,4-3-1 0,-1-3-1 16,1 4 2-16,1-5-5 0,2 3 2 16,-2-1 0-16,5-3 16 0,-4 3 13 0,4-3 3 0,-4 5-6 15,4-5-5-15,-1 2 7 0,1-2-9 0,0 0-6 16,0 0-11-16,0 0-27 0,0 0-35 0,0 0-33 0,12-12-55 16,-6 7-66-16,1-3-248 0,1 2-482 0,-1-5 214 0</inkml:trace>
  <inkml:trace contextRef="#ctx0" brushRef="#br0" timeOffset="149258.2">15324 11231 92 0,'0'0'267'0,"0"0"-14"15,0 0-11-15,0 0-31 0,0 0-15 0,0 0-17 16,0 0-17-16,0 0-12 0,0 0-15 15,0 0-15-15,0 0-9 0,0 0-15 0,0 0-12 0,4-2-22 0,-4 2-25 16,8-3-33-16,-3 3-35 0,4-1-39 0,0-1-43 16,5 1-40-16,-1-2-186 0,0 1-368 0,3 2 163 15</inkml:trace>
  <inkml:trace contextRef="#ctx0" brushRef="#br0" timeOffset="149427.23">15811 11200 84 0,'0'0'251'0,"8"0"-23"0,-8 0-23 0,5-3-23 15,3 2-18-15,-3-2-19 0,0 0-19 0,4 0-30 16,0 1-26-16,6-1-28 0,3 1-35 0,1 1-31 16,2-4-38-16,-1 2-76 0,-1-3-92 0,4 3-248 0,4-2 110 15</inkml:trace>
  <inkml:trace contextRef="#ctx0" brushRef="#br0" timeOffset="149721.15">16780 11105 172 0,'0'0'276'0,"0"0"-16"0,0 0-17 16,0 0-15-16,6 0-17 0,-6 0-22 0,0 0-17 15,0 0-21-15,0 0-37 0,9-2-39 0,-9 2-45 16,10-1-57-16,-4 0-68 0,-6 1-77 0,10-1-133 15,-8-2-330-15,4 2 146 0</inkml:trace>
  <inkml:trace contextRef="#ctx0" brushRef="#br0" timeOffset="149874.76">16924 11117 139 0,'0'0'263'0,"0"0"-16"15,0 0-13-15,0 0-15 0,0 0-15 0,0 0-20 16,0 0-19-16,12 0-24 0,-12 0-17 0,13-4-43 16,-3 4-44-16,1-1-59 0,1-1-69 0,6-1-231 0,0-1-347 15,1-1 154-15</inkml:trace>
  <inkml:trace contextRef="#ctx0" brushRef="#br0" timeOffset="150027.87">17414 11056 102 0,'0'0'199'0,"0"0"-84"16,-2-13-73-16,2 13-119 0,9-8-82 0,-3 3 36 16</inkml:trace>
  <inkml:trace contextRef="#ctx0" brushRef="#br0" timeOffset="150790.84">18455 10744 81 0,'0'-5'287'0,"0"5"1"0,3-6-7 0,-3 6-1 15,1-4-15-15,-1 4-2 16,3-2-8-16,-3 2-13 0,0 0-23 0,1-3-27 15,-1 3-20-15,0 0-17 0,0 0-21 0,0 0-20 16,0 0-23-16,0 0-28 0,0 0-7 0,5 9-6 0,-5 1-4 0,0 6-6 0,5 1-3 16,-1 3-7-16,0 8 12 0,1 1-11 0,-1-2 3 15,1 5-23-15,-1-1-24 0,3 1-40 0,-3-2-50 16,1 0-65-16,-1-1-71 0,-4 0-292 0,0-3-574 16,0-6 253-16</inkml:trace>
  <inkml:trace contextRef="#ctx0" brushRef="#br0" timeOffset="186474.05">4605 14067 90 0,'0'0'118'16,"0"0"-6"-16,0 0-5 0,0 0-16 0,0 0-1 0,0 0-3 15,0 0-16-15,0 0-6 0,0 0-5 0,0 0-5 16,0 0-2-16,0 0-11 16,0 0-3-16,0 0-4 0,0 0-3 0,0 0-3 0,0 0-4 15,0 0-4-15,0 0 6 0,0 0-9 0,0 0 3 16,0 0 0-16,0 0-7 0,0 0-3 0,0 0 3 16,0 0-2-16,0 0-1 0,0 0 6 0,0 0-1 15,0 0 1-15,0 0-2 0,0 0-2 0,0 0-1 0,0 0-1 16,0 0 1-16,0 0 4 0,0 0-2 15,0 0 18-15,0 0 1 0,19 2 4 0,-5-2 7 16,5-1-4-16,3 0 2 0,6-2 1 0,1-2 15 16,5 3-13-16,-1 0 0 0,-1-2-5 0,1 3-4 15,-1-4-4-15,-3 0 0 0,2 4-3 0,-1-1-2 0,-10-1 0 16,2 2-5-16,-6-2-1 0,-3 3-5 16,-3 0-1-16,1-1-1 0,-5 1-3 0,0-1-11 0,-6 1-17 0,8 0-22 15,-8 0-6-15,0 0-6 0,-1 5-11 0,1-5-11 16,-11 7-29-16,1-2-25 0,0 0-164 0,-2 1-313 15,1 2 139-15</inkml:trace>
  <inkml:trace contextRef="#ctx0" brushRef="#br0" timeOffset="186828.83">4761 14255 27 0,'-7'2'170'0,"7"-2"-13"16,-6 1-12-16,6-1-12 0,-5 2-15 15,5-2-15-15,-4 3-8 0,4-3-7 0,-3 4-7 16,3-4-8-16,0 0 15 0,0 0-11 0,0 0 1 0,22-2-2 15,-9 0-3-15,6 0-3 0,10-2-4 0,2 1-3 0,-2 0-1 16,7-2-2-16,0-1-2 0,0 2-3 0,2 2 5 16,-2-1-7-16,0-2 7 0,-3 3-8 0,-1-1-4 15,-12 1-6-15,2 0-5 0,-1 1-3 0,-11-1-3 16,6 2-3-16,-7-2-3 0,1 2-3 0,-3 0 0 16,-2-3-10-16,0 3-20 0,-5 0-18 0,9-2-22 15,-9 2-22-15,0 0-12 16,0 0-19-16,8 5-13 0,-8-3-31 0,0-2-180 15,0 0-352-15,0 4 156 0</inkml:trace>
  <inkml:trace contextRef="#ctx0" brushRef="#br0" timeOffset="187614.95">5957 13912 101 0,'0'0'183'0,"0"0"2"15,0 0-19-15,0 0-2 0,0 0-11 0,0 0-7 0,0 0-5 0,0 0-10 0,0 0-4 16,0 0-10-16,0 0-12 0,0 0-8 0,0 0-10 0,0 0-10 16,0 0-8-16,9-1-7 0,-9 1-8 0,11-2-4 15,-3 0-5-15,5 1-8 0,2 0 0 16,0 0-8-16,3 1-2 0,3 1-4 0,-1 0-4 16,1 2 1-16,0 2-5 0,1-2 0 0,-1 1-2 0,-2 4-5 15,0-1 0 1,0 1-6-16,-4 3-1 0,-2-3-1 0,1 4 0 15,-6 0-2-15,-3 2 1 0,-1 3-4 0,-4-1 2 16,-7 1-3-16,-2 7 2 0,-6 1 0 0,-3-5 1 16,-2 2-1-16,-6-1 2 0,-1-4-4 0,-2 3 2 15,-3-3-1-15,4-1-2 0,0-1 5 0,2-3-3 16,4 0 0-16,5-2 1 0,1-2-2 0,2-1 4 16,3 0-4-16,2-3 0 0,2 1 3 0,1-2 5 0,2-1-4 0,-1 1-3 15,2 0 6-15,0-1 3 0,3-2-1 0,-4 4 1 16,4-4 5-16,7 3 12 0,5-3 1 0,1 0 2 15,7 0-1-15,7-3-1 0,5 3-4 0,0-2 3 16,4 0 3-16,2 0-3 0,-1-1 3 0,0 0-1 16,-1 3-2-16,-4-2-2 0,-1 0-1 0,-5 1-1 15,-7 1-2-15,0-1 2 16,-7 1 7-16,-2-1 8 0,-3 1 7 16,0 0 3-16,-1-2-2 0,-6 2 2 0,11 0-7 0,-11 0-5 0,5-1-3 15,-5 1-1-15,0 0-4 0,9 0-16 0,-9 0-12 16,0 0-18-16,5-1-22 0,-5 1-26 0,0 0-33 15,0 0-35-15,0 0-37 0,4-3-25 0,-4 3-195 16,9-3-429-16,-4 1 190 0</inkml:trace>
  <inkml:trace contextRef="#ctx0" brushRef="#br0" timeOffset="188480.37">7071 13825 219 0,'0'0'217'0,"0"0"-10"16,0 0-15-16,0 0-14 0,0 0-12 0,0 0-14 16,0 0-19-16,0 0-15 0,0 0-11 0,0 0-13 0,0 0-9 15,0 0-11-15,0 0-6 0,19 3-9 0,-12-2-5 16,2 0-8-16,2-1-2 0,3 3-7 0,-1-2-3 16,5 5-5-16,1-2-3 0,-1 2-6 0,1-1 3 0,-1 3 2 15,1-3-14-15,-1 3 0 0,-1 0-3 0,-1 4-6 16,-3-6-1-16,2 8-7 0,-6-4 11 15,-4 0-12-15,3 6-1 16,-7-2-3-16,-1 3 1 0,-5-1 2 0,-1 1-1 16,-6 0 1-16,-7 4 3 0,0-1-1 0,-2-1-2 15,-2-2 2-15,1-2 1 0,-3 0-1 0,1-1 2 16,-2-2 1-16,7-2 1 0,0-2 1 0,1 1 2 16,0-2 1-16,7-1-3 0,-2 0 0 0,3-1 0 15,1-3 5-15,4 2-3 0,-2-2 1 0,2 3-4 16,1-2 5-16,2-2-1 0,-2 1 4 0,4-2 2 0,0 4 11 0,0-4 5 15,13 1 0-15,-2-1 0 0,2 0 1 0,6 0-6 16,4-1 0-16,3-1-1 0,2 0-5 0,3 0 3 16,-1-1-2-16,2-2-5 0,3 2 4 0,-1-2 4 15,-2 3 2-15,-4-2 1 0,0 1 2 0,-8 0 0 16,-1-1-4-16,-5 3 2 0,-3 0-2 0,-1 1-2 16,-3 0 5-16,-2 0 0 15,2 0-5-15,-1-3-1 0,-6 3-6 0,9 0-15 16,-9 0-7-16,0 0-5 0,2-2-18 0,-2 2-18 15,0 0-20-15,0 0-30 0,0 0-34 16,0 0-38-16,0 0-196 0,0 0-402 0,0 0 178 0</inkml:trace>
  <inkml:trace contextRef="#ctx0" brushRef="#br0" timeOffset="189150.12">7698 13917 95 0,'0'0'301'16,"0"0"-16"-16,0 0-15 0,2-3-16 0,-2 3-19 15,0 0-25 1,0 0-19-16,0 0-25 0,2-3-17 0,-2 3-15 16,0 0-17-16,0 0-21 0,0 0-13 0,0 0-17 0,0 0-12 0,0 0-7 15,3 12-2-15,-2-6-5 0,0 6-5 0,-1 0-7 16,2 0-3-16,-1 5 1 0,0 0-5 0,1 0-1 16,-1 2-1-16,-2 1-3 0,1 5-1 0,-2-7-4 15,2 2 1-15,-2-2-1 0,0-3-4 0,2-2 3 16,0-2 3-16,0-3-6 0,-1 0-2 0,1-2-1 15,1-2 5-15,-2 1 0 0,1-2 4 0,0-3 29 16,-1 8 33-16,1-8 41 0,1 5 39 0,-1-5 25 16,0 0 21-16,0 0 9 0,0 0-4 0,0 0-22 15,0 0-12-15,9-13-16 0,-6 4-16 0,3-2-16 16,2-2-16-16,1-4-13 0,2 2-9 0,-2 0-13 16,0 3-6-16,0 0-6 15,-4 5-11-15,4-1-2 0,-5 4-5 0,0-1-7 16,-3-1-7-16,4 3-10 0,-2 0-16 0,-2 1-22 15,-1 2-10-15,0 0 2 0,15 5-4 0,-11-3 11 16,1 4-14-16,2 0-13 0,1 4 4 0,-1 2 5 0,-1-1 14 16,1-1-5-16,-1 6-1 0,0-4 9 0,0-1-4 15,-3 0 1-15,0-1-5 0,2 1 1 0,-2-2 9 16,-1-2 2-16,1-4-6 0,-1 2-2 0,-1 1 8 16,1-3-18-16,-1 0 20 0,-1-3 5 0,1 5 0 0,1-2-2 15,-2-3 9-15,2 6-1 0,-2-6-2 0,0 2 3 16,0-2 3-16,0 0 0 0,0 0 8 0,1 3-7 0,-1-3-8 15,0 0-4-15,0 0-10 0,0 0-13 16,0 0-10-16,0 0-17 0,0 0-21 0,0 0-23 16,0 0-21-16,0 0-20 0,0 0-21 0,0 0-73 0,0 0-162 15,2-14-215-15,0 9-668 0,2 0 296 0</inkml:trace>
  <inkml:trace contextRef="#ctx0" brushRef="#br0" timeOffset="189635.52">8162 13911 36 0,'2'-6'345'0,"-2"6"-6"16,0 0-4-16,2-5-14 0,-2 5-18 0,0 0-4 16,0 0-18-1,1-7-17-15,-1 7-8 0,0 0-42 0,0 0-3 16,0 0-14-16,0-5-26 0,0 5-17 0,0 0-9 15,0 0-39-15,0 0 2 0,0 0-13 0,0 0-16 16,0 0-34-16,0 0-11 0,0 0-8 0,0 0-1 16,12 14-7-16,-11-4-6 0,4 1 9 0,-4 2-10 15,6 3 3-15,-2 1 2 0,-1-2-6 0,1 5 0 16,0-3-1-16,0 0-5 0,-1 0-6 0,-3-3-2 0,3 3-2 0,0-5 4 16,-1 0 7-16,-1-2-8 0,-2 2 0 0,3-5-2 15,-3-1 5-15,1 0-6 0,-1 1-5 0,4-2 1 16,-3-2-11-16,-1 1-6 0,0 0-8 0,0-4-12 15,0 6-4-15,0-3-4 0,0-3 0 0,0 0-13 0,-1 5-6 16,1-5-16-16,-4 3-25 0,4-3-29 0,0 0-29 16,0 0-43-16,0 0-48 0,-4 2-242 0,4-2-547 0,0 0 242 15</inkml:trace>
  <inkml:trace contextRef="#ctx0" brushRef="#br0" timeOffset="189882.78">8212 14442 47 0,'0'0'380'0,"0"0"14"0,0 5 21 0,0-5 7 16,0 0-5-16,4 4-6 0,-4-4-15 16,0 0-25-16,0 0-40 0,0 0-9 0,0 0-28 15,5 1-28-15,-5-1-31 0,0 0-23 0,0 0-19 16,0 0-23-16,0 0-21 0,0 0-23 0,0 0-35 0,0 0-40 0,0 0-41 15,0 0-29-15,0 0-53 0,0 0-44 0,0 0-42 16,0 0-33-16,0 0-47 0,0 0-73 0,0 0-104 16,4-11-283-16,1 7-755 0,0-1 335 0</inkml:trace>
  <inkml:trace contextRef="#ctx0" brushRef="#br0" timeOffset="190421.29">8450 13733 141 0,'0'0'311'0,"-3"-4"-20"16,3 4-25-16,0 0-28 0,0 0-24 0,0-7-25 15,0 7-23-15,0 0-12 0,0 0-22 0,0 0-17 16,9 8-10-16,-4 0-11 0,3 4-10 0,5 2-11 15,2 13-5-15,1 3-9 0,1 3-6 0,4 13 1 16,1-2 0-16,-2 4-6 0,-4 0-6 0,1 1 0 0,-8-1-4 0,0-1-6 16,-8-1-1-16,-2-11-3 0,-2 0-6 0,-3-5 0 15,-2 2-4-15,-1-3-1 0,-1 0 2 0,-5-4-5 0,1-4 4 16,-3 3 3-16,4-9 2 0,-1 1 1 0,2-2 1 16,-1-1-1-16,3-3-1 0,-2 1 1 0,6-5 0 15,-2 2 4-15,3-2-1 0,0-1 1 0,1-2 4 16,0 0 0-16,-1 1 4 0,4-1-5 0,-3-1 10 15,4-2 5 1,-4 4-3-16,4-4 8 0,-1 3-5 0,1-3-12 16,0 0 12-16,-4 3-1 0,4-3-11 0,0 0 2 15,0 0-2-15,0 0-5 0,0 0-12 0,0 0-26 16,0 0-24-16,0 0-34 0,0 0-44 0,0 0-52 16,0 0-127-16,-1-10-291 0,1 5-629 0,0-3 279 15</inkml:trace>
  <inkml:trace contextRef="#ctx0" brushRef="#br0" timeOffset="191238.07">6933 13750 7 0,'0'-6'253'16,"5"0"-11"-16,-5 6-7 0,0-5-4 0,3 2-11 15,-3 3-13-15,2-4-20 0,-2 4-21 0,0 0-22 0,0-4-16 16,0 4-17-16,0 0-11 0,0 0-12 0,-5 12-8 16,0 1-14-16,-4 4-9 0,-1 17-4 0,-11 10-7 15,2 7-4-15,1 4-4 0,-10 26-3 0,8-24-6 16,6-2-4-16,-2-1-3 0,6 1 0 0,2-8-2 0,5 1-7 16,5-14 2-16,2 2 0 0,5-4-4 0,1 1 1 15,6 1 17-15,3-5 15 0,0 0 4 0,3-5 17 0,4-1 13 16,1-4 6-16,0-3 9 0,-1-3 7 0,-2-4 6 15,-4 0 12-15,-2-4 6 0,0-2 4 0,-5 0 4 16,1 1 5-16,-4-2 5 0,-1-1-6 16,0 0 9-1,-2-1-5-15,-1 1 0 0,-6-1-2 0,10 0-11 0,-10 0-9 16,5 0-12-16,-5 0-10 0,0 0-19 0,8 0 3 16,-8 0-9-16,0 0-4 0,0 0-11 0,0 0-9 15,0 0-19-15,8-1-19 0,-8 1-28 16,0 0-33-16,2 1-22 0,-2-1-39 0,0 0-57 0,9-2-57 15,-4-1-56-15,3-4-68 0,3 1-99 0,2 1-249 16,3-3-757-16,3 0 336 0</inkml:trace>
  <inkml:trace contextRef="#ctx0" brushRef="#br0" timeOffset="203363.4">10248 13534 77 0,'0'0'101'15,"0"0"0"-15,0 0-6 0,0 0-9 0,0 0-9 16,-5-2 2-16,5 2-14 0,0 0 8 0,0 0-10 16,0 0-5-16,0 0-4 15,0 0 8-15,0 0-13 0,0 0-4 0,0 0 4 16,0 0-8-16,-3-4-2 0,3 4 2 0,0 0 2 16,0 0 4-16,0 0-2 0,0 0 8 0,0 0-4 15,0 0 4-15,0 0-2 0,0 0 1 0,0 0 0 16,0 0-3-16,0 0-8 0,3-6-6 0,2 4-10 15,-2-1 5-15,3 1-7 0,1-1 0 0,6 1-5 16,0-1-8-16,7-1 4 0,2 2-1 0,5 0-4 0,1-1 2 16,4 3-5-16,0 0 3 0,2 0-4 0,-2 2 0 0,-1 0-4 15,-1 3 2-15,-1 0 3 0,-9 0-4 0,1 1-4 16,-6 0-13-16,-1 4 4 0,-4-2-1 0,-3 1 0 16,-2 3 0-16,-5 1 1 0,-1-3-5 15,-7 8 6-15,-5-2-3 0,-7 4 1 0,-7-1 7 0,-4 1-4 0,-1-1 2 16,-4-4 5-16,2 3-4 0,-2-2-1 0,-2-2 3 15,2 1 2 1,1 0 1-16,2-1-2 0,4-4 0 0,-2 1 0 16,3 0 0-16,9-4 1 0,2 0-1 0,7-3 12 0,-4 1-9 15,6-2-1-15,3-1 2 0,-1 1-1 16,0-2 9-16,3 0 11 0,-1 2 1 0,0 1-1 16,0-4-4-16,4 0 2 0,0 0 4 0,0 0-5 15,-10 3 1-15,10-3 0 0,0 0 3 0,0 0 0 0,-4 0-1 16,4 0-8-16,0 0 3 0,0 0 0 0,0 0 0 15,0 0-4-15,0 0 1 0,0 0 2 0,-3 2-3 16,3-2-5-16,0 0 0 0,0 0-1 0,0 0 4 16,0 0-2-16,0 0-4 0,0 0 3 0,0 0-4 0,0 0-1 15,0 0-4-15,0 0 6 0,0 0 3 0,0 0-6 16,0 0 1-16,0 0 3 0,0 0-4 0,0 0-1 0,0 0 2 16,0 0 1-16,0 0-3 0,0 0 2 0,0 0-1 15,0 0 5-15,12 3 5 0,1-4 2 0,6-2 0 16,9-1 1-16,4-1-3 0,3 1 1 0,16-1 1 15,1-3 0-15,3 4 7 0,0 1-8 0,-1-2 4 16,-3 3-1-16,-14 2-4 0,0-2 0 0,0 1-3 16,-5 0 2-16,-1 2-1 15,-4-3-1-15,-6 0-1 0,1 2-1 0,-8 0-2 16,-5 0-2-16,0 0 0 0,-1 2 0 0,-2-2-1 16,-1 0 0-16,-5 0 4 0,9 1-4 0,-9-1 2 15,4 1 3-15,-4-1-2 0,0 0-3 0,0 0 0 16,0 0 0-16,-14 4-9 0,9-3-5 0,5-1-19 15,-10 1-16-15,7 1-18 0,3-2-28 0,0 0-28 16,-9 2-28-16,9-2-33 0,0 0-113 0,0 0-321 0,0 0 142 0</inkml:trace>
  <inkml:trace contextRef="#ctx0" brushRef="#br0" timeOffset="204199.92">11210 13520 119 0,'1'-8'194'0,"1"4"-10"0,0 1-5 0,-2-1-10 0,0 4-9 0,5-5-8 16,-5 5-13-16,0-5-14 0,0 5-16 0,1-2-10 15,-1 2-13 1,0 0-9-16,0 0-9 0,4-3-9 0,-4 3-9 15,0 0-7-15,0 0-1 0,4 12-5 0,-3-5-5 16,3 4-4-16,-4 0-9 0,0 1 7 0,2 0-7 0,-4 5 2 16,2-1-5-16,0 2-5 0,0 2 6 0,0-3-5 15,-1 1-4-15,-2-3 6 0,2 2-7 0,1-2 0 16,-3-3 0-16,2 1-3 0,1-5 2 0,-2 2 0 16,4-5-4-16,-2 4 1 0,0-4 0 0,0-2 0 15,0 4 0-15,-2-4 4 0,2-3 24 0,-2 5 15 16,2-5 16-16,0 5 26 0,0-5 20 0,0 0 14 15,0 0 16-15,0 0 13 0,0 0 11 0,0 0-1 16,0 0-22-16,0 0-14 0,8-12-2 0,-4 2-26 0,-1-1-10 16,3 2-4-16,1-5-17 0,1-1-4 0,1 1-11 0,-4 2-2 15,4 3 4-15,-1-2-22 0,-3 2 5 0,4 1-4 16,-2 1-16-16,1 0-3 0,-1 1 5 0,-2 0 11 16,0 3-18-16,1 1-7 0,1 0-4 0,-1-1 6 15,2 3-19-15,2 4-3 0,0-1 3 0,-1 2 2 16,2 3-12-1,-2-1 5-15,3 5 11 0,-1 0 7 0,-2 2-15 16,3 1 2-16,-2-1-2 0,-5-2 2 0,0 6-3 16,3-5-1-16,-3 3 1 0,3-3 1 0,-4-2 3 15,-2 0-3-15,2-2 4 0,-1-2 2 0,-2 0-3 0,2 0 1 16,-2 0 4-16,0-2 1 0,2-3 1 0,-2 1-1 16,-1 1 5-16,0 0-1 0,4-2-3 15,-4-2 10-15,1 4-2 0,-1-4 2 0,0 0-5 0,1 4 10 0,-1-4 18 16,0 0-1-16,0 0 9 0,0 0-2 0,0 0-5 15,0 0 3-15,0 0-10 0,1 3-3 0,-1-3 1 16,0 0-4-16,0 0 7 0,0 0-8 0,0 0-3 16,0 0-1-16,0 0 1 0,0 0 10 0,0 0-12 0,0 0-7 15,0 0 0-15,0 0-3 0,0 0-10 0,0 0-12 16,0 0-9-16,0 0-8 0,0 0-15 0,0 0-5 0,0 0-24 16,0 0-20-16,0 0-27 0,0 0-29 0,0 0-24 15,2-12-26 1,-1 8-53-16,3 2-58 0,0-4-177 0,-2 4-539 15,4-3 238-15</inkml:trace>
  <inkml:trace contextRef="#ctx0" brushRef="#br0" timeOffset="204496.89">11897 13746 230 0,'0'0'452'15,"0"0"-12"-15,-1-7-21 0,1 7-29 0,-3-4-27 0,3 4-26 16,0 0-33-1,0 0-35-15,3-5-24 0,-3 5-26 0,0-4-22 16,0 4-37-16,0 0-48 0,0 0-57 0,0 0-59 16,0-5-70-16,0 5-68 0,0 0-121 0,0 0-356 0,8-3-669 15,-3 1 296-15</inkml:trace>
  <inkml:trace contextRef="#ctx0" brushRef="#br0" timeOffset="205366.43">12707 13233 84 0,'-1'-4'253'0,"1"0"-9"0,0 4-15 0,0-5-14 0,0 5-20 0,0-8-15 0,0 8-20 16,0 0-18-16,-3-4-18 0,3 4-26 0,0 0-19 16,0 0-7-16,0 0-8 0,-12 17-8 0,0-3-10 0,-5 13 0 15,-4 4-11-15,-5 10 2 0,1 1-10 0,-2 5 0 31,-1-2-5-31,2 0-5 0,6 0 0 0,7-10 0 16,-3 8-3-16,8-10-3 0,3-2 3 0,1-2 9 16,3-1 0-16,1-3-6 0,2-3 2 0,2-3 4 0,1-4 4 15,2 0 6-15,1-1 6 0,0-5 0 0,0-1 8 16,1 1-1-16,-2-4-1 0,1 2 13 0,-1-2-12 16,-1-3 0-16,2 1 0 0,-5 0 0 0,4 1-3 15,-5-3 12-15,1 1-14 0,2 0 0 0,-5-2-5 0,5 4-1 16,-5-4-3-16,5 1-5 0,-5-1-7 0,4 0 5 15,-4 0-14-15,0 0-23 0,0 0-21 16,0 0-27-16,0 0-37 0,0 0-28 0,0 0-34 0,0 0-65 0,8-3-244 16,-7-4-506-16,3 2 224 0</inkml:trace>
  <inkml:trace contextRef="#ctx0" brushRef="#br0" timeOffset="206152.23">12874 13395 146 0,'4'-3'189'0,"-1"2"-17"0,4-3-19 15,0 1-19-15,1 2-13 0,4-3-14 16,0 2-17-16,5 0-2 0,0-1-7 0,4 3-13 16,-3 3-7-16,4 0-2 0,-3 2-13 0,-1-1-4 0,2 3-8 15,-3 0 5-15,0 4-11 0,-5-2-3 0,1 3 1 0,-4 2-6 16,-2 1 5-16,0 0-8 0,-7 2-6 0,-5 0-3 16,1 2 4-16,-6 5-1 0,-2-7-8 0,-3 5 16 15,-3-3-9-15,-1 0-11 0,3-4 4 0,0-3 2 16,1 0-7-16,1-3 10 0,-3 1 6 0,7-3-3 15,-2 1 3-15,2-3-1 0,3 2-4 0,0-5 3 16,3 2 5-16,-2 0-11 0,2-1 5 0,0-2 6 0,4-1 16 0,-5 3 8 16,3-1 6-16,2-2-1 0,0 0 4 0,-4 4 1 15,4-4-1-15,0 0-5 0,0 0 4 0,-4 1-2 16,4-1-5-16,0 0 0 0,0 0-5 0,0 0-3 16,0 0-3-16,0 0-6 0,0 0 1 0,0 0-5 15,0 0-1-15,0 0-2 0,0 0-2 0,0 0-2 16,0 0 0-16,0 0-2 15,-3 6 0-15,3-6 3 0,0 0 1 0,0 0 0 16,0 0 4-16,0 0-4 0,0 0-4 0,16-7-4 16,-9 6 4-16,6-2-1 0,5 2-2 0,1-3-1 15,11 4-3-15,0-5-2 0,2 1 0 0,5-3 2 0,4 4-2 16,-4-2 0-16,-1 3 2 0,0-1-2 0,-3-1-2 16,-4 3 3-16,0-3 0 0,-8 3-2 0,0 0-1 15,-5-2-1-15,-2 3 2 0,-2-3-1 0,-6 3 4 16,2 0 7-16,-2-1 4 0,1 1 4 0,-7 0 2 0,0 0-4 15,10-1-2-15,-6-1-6 0,-4 2-5 0,0 0-11 16,0 0-17-16,0 0-10 0,0 0-16 0,0 0-24 16,0 0-11-16,0 0-30 0,0 0-39 15,0 0-30-15,-18 4-218 0,18-4-432 0,0 0 192 16</inkml:trace>
  <inkml:trace contextRef="#ctx0" brushRef="#br0" timeOffset="206769.2">13661 13413 222 0,'0'-4'239'0,"1"-4"-13"0,-1 4-8 0,4-1-8 16,-4 0-13-16,0 5-12 0,1-5-16 0,2 2-16 15,-3 3-18-15,1-4-17 0,-1 4-15 0,5-3-8 16,-5 3-7-16,0 0-14 0,4 7-9 0,-3-2-6 0,3 5-9 16,-1 0-4-16,-1 2-5 0,-1 2-3 15,2 1 1-15,0 1-10 0,-3 0-1 0,0 1-5 0,0 1-4 0,0-1 0 16,-3-2-2-16,3-3 0 0,-1 0-3 0,1 0 0 15,0-4-1-15,0-1 7 0,-2-2-9 0,4 1 2 16,-4-1-2-16,4-4 17 0,-2-1 35 0,-2 6 35 16,2-6 28-16,0 5 24 0,0-5 2 0,0 0-13 15,0 0-19-15,9-12-9 0,-2 5-17 0,0 0-3 16,1-6-7-16,4 1-15 16,0 2-6-16,1-2-4 0,0-1-3 0,-3 5-16 15,-1 1 1-15,3 0-8 0,-3 2-7 0,0 0-4 16,-2 1-10-16,2 2 2 0,0 1 9 0,-1 1-20 15,3 0-8-15,1 3-8 0,-2 1-22 0,4-1 6 16,-5 2-25-16,5 2-10 0,-5-2-29 0,3 4-25 16,-1-2-25-16,-2 2-37 0,-1-1-38 0,2 0-46 15,-1-2-37-15,-4 1-236 0,0-3-581 0,1 0 257 0</inkml:trace>
  <inkml:trace contextRef="#ctx0" brushRef="#br0" timeOffset="207269.81">14301 13518 92 0,'0'0'200'0,"0"0"-14"15,0 0-10-15,0 0-10 0,0 0-8 0,0 0-10 0,0 0-11 16,0 0-11-1,0 0-8-15,0 0-9 0,0 0-8 0,0 0-10 16,0 0-5-16,0 0-9 0,0 0-5 0,1-5-7 16,-1 5-5-16,0 0-5 0,0 0-6 0,0 0-4 0,0 0-8 15,0 0 1-15,0 0-7 0,0 0-4 16,0 0-3-16,0 0-1 0,0 0-4 0,0 0 0 16,0 0-3-16,0 0-5 0,0 0 2 0,0 0-1 0,0 0-1 0,0 0-2 15,0 0-1-15,0 0-2 0,0 0 1 0,0 0-2 16,0 0-2-16,0 0 1 0,0 0 1 0,0 0 1 15,0 0-5-15,0 0 2 0,0 0 0 0,0 0-4 16,0 0 5-16,0 0-3 0,0 0 0 0,0 0 2 16,0 0 1-16,18 2-2 0,-6-2-1 0,-2-2 2 15,9 1 1-15,0-1 0 0,3 0-2 0,7-1 1 16,2 1 0-16,1 0 2 16,1-1-5-16,-1 1 1 0,1-1 4 0,-3 1-5 15,-1 0 1-15,-8-3-2 0,-1 5 1 0,-6-2 5 16,-2 1-2-16,-1-1 1 0,-1 2 0 0,-1-2 3 15,-5 1 3-15,1 1 9 0,-5 0 1 0,8-2-8 16,-8 2-5-16,5-1-8 0,-5 1-13 0,0 0-28 16,0 0-23-16,0 0-31 0,0 0-36 0,-23 0-33 15,15 0-60-15,8 0-118 0,-10 1-371 0,10-1 165 0</inkml:trace>
  <inkml:trace contextRef="#ctx0" brushRef="#br0" timeOffset="207902.07">14967 13242 184 0,'5'-3'193'0,"0"1"-16"0,1-1-11 0,1 2-8 16,-1-2-14-16,6 2-13 0,-1 1-16 0,-1 0-13 16,3 3-4-16,-3-1-9 0,3 3-5 0,1-1-8 15,-2 4-3-15,0-1-7 0,5 1-8 0,-8 2-4 16,1-2-9-16,-1 5-2 0,-4-3-3 0,3 5-7 0,-8 1-2 16,0-1-4-16,-4 2-9 0,0 0 5 0,-1 0-3 15,-6-3 1-15,-1 5-6 0,1-5-1 0,-5 2-1 0,4-2-2 16,-4-2-2-16,2 0-1 0,1-1-1 0,2-2-1 15,2-2 1-15,0 0-1 0,0-2-1 0,4 0-2 16,0 0-1-16,0-3-1 0,2 4 4 0,-2-5-1 16,0 2 4-16,5-3 0 0,-4 2 15 0,4-2 10 15,-2 3 4-15,2-3 4 0,-3 2 3 0,3-2 0 16,0 0 6-16,0 0-3 16,0 0 1-16,0 0-4 0,-4 4-4 15,4-4-6-15,0 0 3 0,0 0-10 0,0 0-4 0,0 0-3 16,0 0 0-16,0 0 1 0,0 0-6 0,0 0-1 15,0 0 0-15,0 0 2 0,0 0-5 0,0 0-1 16,0 0-2-16,0 0 1 0,9 3-1 16,1-4-5-16,1-1 4 0,1 2 0 0,8 0-2 0,0 0-3 15,-1-1 2-15,14-2 1 0,3 3-1 0,-3-2-2 0,-1-1-1 16,0 3-2-16,0-2 4 0,-2 0 1 0,-10 1-1 16,1 0-3-16,-2 1 2 0,-4 0-2 0,-4-3 0 15,1 2 7-15,-4 1 8 0,-2-2 5 0,2 2 5 0,-3-1 1 16,-5 1 2-16,8-1 0 0,-8 1 1 0,5 0-9 15,-5 0-5-15,0 0-8 0,0 0-10 16,6-3-12-16,-6 3-17 16,0 0-13-16,0 0-10 0,0 0-19 0,0 0-18 15,-19 3-15-15,14-2-24 0,-3 0-27 0,8-1-25 16,-9 0-35-16,1-1-166 0,8 1-414 0,-9-1 184 16</inkml:trace>
  <inkml:trace contextRef="#ctx0" brushRef="#br0" timeOffset="208387.61">15405 13046 5 0,'14'2'157'0,"-2"-2"-7"15,-1 5-7-15,7 0-18 0,2 3-2 0,6 4-8 0,2 2-1 16,1 4-15-16,2 2-1 0,9 9-11 0,-12-5-14 15,-3 3-2-15,5 12-10 0,-16-8-4 16,0 1-6-16,-4 2-6 0,-7 0 4 0,-2 0-11 16,-2-1-2-16,-6-1-7 0,-2-1 0 0,-7-2 3 0,0-2 13 15,-5-4 3-15,-2 2 6 0,1-1-1 0,-1-7 4 0,-4 0 5 16,4 0-1-16,0-2 2 0,0-1-8 0,8-3-3 16,3-7-2-16,0 3-8 0,3 0-2 0,0-3-4 15,2 0-2-15,1 0-6 0,2-1 6 0,0 1-8 16,2-3-5-16,2-1 8 0,-6 4 4 0,6-4-1 15,-4 1-1-15,4-1 4 0,-3 4-7 0,3-4 1 16,0 0-1-16,0 0-5 16,0 0 1-16,0 0-13 0,0 0-17 0,0 0-34 15,0 0-49-15,18-9-93 0,-13 8-257 0,-1-3-477 16,1 1 211-16</inkml:trace>
  <inkml:trace contextRef="#ctx0" brushRef="#br0" timeOffset="209305.62">16379 13469 228 0,'0'0'257'0,"0"0"-12"15,0 0-20-15,0 0-7 0,0 0-20 0,0-5-15 16,0 5-14-16,0 0-15 0,0 0-12 0,0 0-15 16,0 0-9-16,0 0-15 0,0 0-8 15,0 0-12-15,0 0-7 0,0 0-11 0,0 0-14 0,0 0-18 0,0 0-22 16,0 0-21-16,0 0-42 0,7-2-32 0,-7 2-30 16,13 0-17-16,-6 0-23 0,4-1-46 0,-1-1-140 15,4 0-367-15,0 2 162 0</inkml:trace>
  <inkml:trace contextRef="#ctx0" brushRef="#br0" timeOffset="209474.6">16769 13444 81 0,'0'0'294'0,"6"-2"-24"16,-6 2-16-16,4-5-30 0,-2 3-15 0,2 0-24 15,0-1-17-15,0 0-18 0,1 1-17 0,2-2-24 16,0 1-32-16,1 1-38 0,1-1-44 0,3 2-46 15,1 1-61-15,7-2-59 0,-3 2-138 0,2-1-335 0,-1-2 148 0</inkml:trace>
  <inkml:trace contextRef="#ctx0" brushRef="#br0" timeOffset="209637.07">17368 13405 253 0,'5'-1'247'0,"0"-3"-23"0,3 1-22 16,-2 1-22-16,2-2-22 0,2 0-12 0,1 1-34 16,1 2-42-16,1-2-45 0,3 1-54 0,5-1-64 0,-1 0-157 15,-2 1-269-15,1 0 119 0</inkml:trace>
  <inkml:trace contextRef="#ctx0" brushRef="#br0" timeOffset="209806.19">17935 13365 243 0,'0'0'331'0,"5"-3"-18"0,-5 3-30 0,4-2-26 15,-4 2-28-15,4-5-24 0,-4 5-20 0,5-4-36 0,-5 4-37 0,6-3-38 16,-2 1-50-16,0 2-49 0,-4 0-63 0,10-3-67 16,-6 0-202-16,2 1-385 0,-2 0 170 0</inkml:trace>
  <inkml:trace contextRef="#ctx0" brushRef="#br0" timeOffset="210820.37">18382 13009 142 0,'5'-5'173'0,"-1"1"-7"0,4 2-13 0,-3 1-15 0,4-1-6 15,1 1-12-15,-1 0-10 0,5 1-13 16,-2 0-2-16,-2 1-15 0,5 2-9 0,2 0-12 16,-3 2-2-16,-2 1-8 0,4 0-9 0,-2 5 8 15,-2 4-7-15,-1-3-5 0,-2 4 2 0,-3 4-10 0,2-2-5 16,-7 5 7-16,3 4-8 0,-5-4-2 0,-7 3-6 15,-1-2 0-15,0-1-2 0,-5 2 0 16,-1-5-3-16,-3 3 0 0,-1-5 2 0,0-1 1 0,3-3-2 16,0 1-7-16,2-2 7 0,1-3-4 0,3-2 3 15,1 2 0-15,-3-5-9 0,7 1 8 0,0-1 3 16,1-2-1-16,-1 0 0 0,1-2 7 16,1 3 8-16,3-4 6 0,-3 4 2 0,-1-2 2 0,4-2 4 15,-2 3-2-15,2-3-2 0,-3 3 5 0,3-3-7 16,0 0-4-16,0 0-3 0,-3 2-2 0,3-2-2 15,0 0-6-15,0 0 5 0,0 0-5 0,0 0-2 16,0 0 1-16,0 0-4 0,-3 3 0 0,3-3-4 16,0 0 0-16,0 0 4 0,0 0-5 0,0 0 0 15,0 0 0-15,0 0-2 0,0 0 0 0,0 0-1 16,0 0 2-16,0 0-2 0,0 0 1 0,0 0 8 16,0 0 5-16,0 0 6 0,0 0 2 0,0 0 1 15,0 0 4-15,0 0-1 0,11 1 1 0,-11-1 4 16,18-1-8-16,-5 0-5 0,6-1 2 0,1 0-3 15,6 2 1-15,5-2-2 0,-1 1 5 0,0-1-5 16,-1 2 7-16,-6 0 2 0,-3-1 0 0,1 1-4 16,-4-2 2-16,-3 2-6 0,-2 0 7 0,-1-2 7 15,-5 2-11-15,2 0-3 0,-2-1-4 0,-1 1-1 16,-5 0-5-16,7-1 2 0,-7 1-31 0,0 0-40 16,6 1-40-16,-6-1-34 0,0 0-58 0,0 0-101 15,-15 6-151-15,7-6-481 0,8 0 213 0</inkml:trace>
  <inkml:trace contextRef="#ctx0" brushRef="#br0" timeOffset="-211927.63">9889 13277 104 0,'0'0'146'0,"0"-9"-7"0,0 7-9 16,2-3 0-16,-2 5-3 0,-2-7-8 0,2 4-2 0,0 3-2 15,2-6-9-15,-2 6-7 0,0-6 0 16,0 6-4-16,0-5 1 0,0 5-3 0,0-2-4 16,0 2-7-16,0 0 2 15,0 0-7-15,0-5-1 0,0 5-8 0,0 0-7 16,0 0-5-16,0-5-9 0,0 5-1 0,0 0-6 15,0 0-6-15,0 0 1 0,0 0-21 0,0 0-15 16,0 0-19-16,0 0 4 0,0 0 6 0,-4 17-2 16,4-5 0-16,-1 5 0 0,1 9 2 0,-4 6 0 15,1 0 2-15,1 4 0 0,-2 10-1 0,1 2 0 16,1-13 5-16,1 13-2 0,-3 0 2 0,1 0-1 0,1-2-2 0,2-9 5 16,0-2 1-16,1 1-1 0,0-2-1 0,1 0 2 15,-1 0-2-15,2-2 2 0,-1-3-2 0,2-1 1 16,-3-2-3-16,2-8 3 0,0 0 0 0,-2 1 3 15,-1-4-2-15,2-3-1 0,-2 0-2 0,1-3 3 16,1-1-2-16,-2-1 1 0,1-1 1 0,-1 0-3 16,1-1 5-16,1-2-2 15,-2-3 1-15,0 7 0 0,0-5-2 0,0-2 3 16,0 6 0-16,0-6 2 0,0 4 1 0,0-4-3 16,0 5-2-16,0-5-1 0,0 0 3 0,0 0-2 15,2 1 3-15,-2-1 0 0,0 0 0 0,0 0 2 16,0 0-1-16,0 0-1 0,0 0 2 0,0 4 5 15,0-4 6-15,0 0 0 0,0 0 0 0,0 0-3 16,0 0-2-16,0 0-2 0,0 0 2 16,0 0-1-16,0 0 1 0,0 0-4 0,0 0 3 15,0 0 1-15,0 0-5 0,0 0 0 0,0 0 4 16,0 0-4-16,0 0-4 0,0 0 1 0,0 0-2 0,0 0 5 16,0 0 5-16,0 0-11 0,0 0 2 0,0 0-2 15,0 0-1-15,0 0 1 0,0 0 3 0,0 0-5 16,0 0 7-16,0 0-7 0,0 0 2 0,0 0-1 0,0 0 0 0,0 0 1 0,0 0-1 15,0 0 3-15,0 0-5 0,0 0 3 0,0 0 2 16,0 0-4-16,0 0 2 0,0 0 2 0,0 0-1 16,0 0-2-16,0 0 1 0,0 0 1 0,0 0 0 15,0 0 0-15,0 0-2 0,0 0 1 0,0 0 3 32,0 0-4-32,0 0 0 0,0 0-2 0,0 0-1 0,0 0 6 0,0 0 8 15,-2 7-11-15,2-7 0 0,-2 5 4 0,2-5-5 16,-2 2 1-16,2-2 0 0,-3 4 1 0,3-4 1 15,0 7-1-15,0-7-1 0,-2 5 2 0,2-5-1 16,-1 4 1-16,-1-2-3 0,2-2 3 0,0 7-3 16,-1-3 2-16,1-4 3 0,0 5-2 0,-1-2 0 15,1-3 3-15,-2 5-6 0,2-5 5 0,0 5-1 16,0-5-2-16,0 0 5 0,0 5 8 0,0-5 2 0,0 0 5 16,0 0 6-16,0 0 8 0,0 0 3 0,0 5 5 0,0-5 7 15,0 0 0-15,0 0 0 0,0 0 3 0,0 0-4 16,0 0-2-16,0 0-3 0,0 0 0 15,0 0-10-15,0 0 1 0,0 0-7 0,0 0-3 16,0 0-2-16,0 0 0 0,0 0-4 0,0 0 0 16,0 0-4-16,0 0-1 15,0 0-4-15,0 0 3 0,0 0-5 0,0 0 2 16,0 0-5-16,0 0 3 0,0 0-3 0,2 4 5 16,-2-4-5-16,0 0-3 0,0 0 3 0,0 0 1 15,0 0-5-15,0 0 4 0,0 0-2 0,0 0-2 16,0 0 1-16,0 0-1 0,0 0 2 0,0 0-2 15,0 0 3-15,0 0-1 0,0 0-2 0,0 0 1 16,0 0 3-16,0 0-4 0,0 0 6 0,0 0 3 0,0 0-2 0,0 0 0 16,0 0-1-16,0 0 1 0,0 0-3 0,21-7 0 15,-8 3-1-15,5-1 3 0,1-3-3 0,8 0-10 16,-1 0-25-16,-7 3-30 0,1 0-31 0,-1-3-48 0,0 3-59 16,1-2-271-16,-4-1-510 0,2 2 226 0</inkml:trace>
  <inkml:trace contextRef="#ctx0" brushRef="#br0" timeOffset="-211021.67">9974 13242 199 0,'-6'-3'204'0,"6"3"-17"0,0 0-16 0,0 0-10 16,0 0-19-16,0 0-7 0,0 0-19 0,0 0-7 15,0 0-8-15,0 0-12 0,0 0-7 0,-4-2-2 16,4 2-4-16,0 0-2 0,0 0-3 0,0 0 1 16,0 0-4-16,0 0-4 15,0 0-1-15,0 0-1 0,0 0 0 0,0 0-6 16,0 0-3-16,0 0-6 0,0 0 1 0,0 0-8 16,0 0-3-16,0 0 2 0,0 0-8 0,0 0-3 15,0 0-1-15,0 0-4 0,0 0-7 0,28 0 3 0,2-4 1 16,4-1-26-16,1-1-26 0,17 0-43 0,-12 3-65 15,12-2-75-15,3-2-186 0,-17 4-435 0,-1-2 193 16</inkml:trace>
  <inkml:trace contextRef="#ctx0" brushRef="#br0" timeOffset="-209255.36">18712 12654 122 0,'0'0'196'15,"-1"-5"-13"-15,1 5-3 0,0 0-11 0,0 0-6 0,0 0-17 16,0 0-11-16,-1-6-10 0,1 6-13 0,0 0-12 16,0 0-12-16,0 0-10 0,0 0-7 15,0 0-8-15,0 0-9 0,0 0-4 0,0 0-4 0,0 0-7 0,0 0-3 0,0 0-1 16,0 0-4-16,19 8-7 0,-12-8 5 15,6 3-7-15,0-1-12 0,5 1-6 0,0-1-6 16,2 3-7-16,-1-3-4 0,-1 1-2 0,1-2-1 16,-6 0 1-16,6 1-2 0,-6-1 4 0,1-1 7 15,-4 0-8-15,2 0 5 0,-1-1 6 0,-4 1 17 0,-1-2 5 16,-1 0 4 0,2-1 17-16,-4 1 7 0,1-3 2 0,-1 3 12 15,-2-1 4-15,2 1 4 0,-3 2-6 0,2-8 1 16,-2 4 2-16,0 4-4 0,0-5-3 0,0 1-3 15,0 4 1-15,0 0-4 0,0-7-2 0,0 7-6 16,0-4-6-16,0 4-5 0,0 0 0 0,0 0-8 0,0 0-2 0,4-2-2 16,-4 2-7-16,0 0-6 0,0 0-4 0,0 0-12 15,0 0-14-15,0 0-1 0,0 0 2 0,0 13 4 16,0-4 0-16,0 8 4 0,0 2 0 0,-2 7 0 16,0 4 0-16,0 3 2 0,0 4-1 0,0 9 4 0,-1 2-3 0,1 0 2 15,2 3 2-15,2-2 1 0,-2-1 0 0,0 1 2 16,3-13 1-16,-1 7-2 0,2-6 1 0,0-1-1 15,-1-2-1-15,2-2 2 0,1-1 0 0,-3-1-1 16,3-2 2-16,-1-4 1 0,-3-4-1 0,1-2-3 16,2 0 2-16,-1-2 2 0,-4-3-2 0,1-1 0 15,-1-3 3-15,4 4-4 0,-4-5 7 0,3 0 0 16,-3 0-4-16,0-3-3 0,0 2 3 0,1-2 1 16,-2 0 1-16,1 0-2 0,0 0 3 0,0-1-2 15,0-4 0-15,-3 8 1 0,3-4 1 0,0-4-2 16,0 7 6-1,0-4-6-15,0 1 0 0,0 1 2 0,0-5-1 0,0 5-1 16,0-5 0-16,0 5 2 0,0-5 0 0,0 0-2 0,3 3 3 0,-3-3 1 16,0 0-2-16,0 4 0 0,0-4 1 0,0 0 1 15,0 0-1-15,0 0 1 0,0 0-5 16,0 0 4-16,0 0-3 0,0 0 0 0,0 0-6 0,0 4 0 16,0-4-2-16,0 0 2 0,-8 3 0 15,4-2 1-15,-2 2 5 0,-3-1-2 0,0 0 1 16,-5-2 1-16,-4 0 1 0,-2 2-4 0,-3-2-11 15,2 3-11-15,-7-3-21 0,8 0-33 0,-2 0-59 0,5 0-64 16,0-3-229-16,1 1-466 0,2-3 206 0</inkml:trace>
  <inkml:trace contextRef="#ctx0" brushRef="#br0" timeOffset="-208485.81">19422 12432 188 0,'3'-1'222'0,"0"-4"-19"0,-1 4-12 16,3-2-16-16,1 2-16 0,2-1-15 0,1 2-10 15,0-2-15-15,5 5-10 0,-5-2-11 0,4 2-9 16,0 3-10-16,1 1-5 0,1 2-3 0,-2 3-11 16,0 1-10-16,-4 1-6 0,0 2-2 0,-1 1-5 15,-4 1 0-15,0 0-6 0,-1 3-6 0,-2-3-2 16,-2 1-3-16,-2-1-2 16,-2-1 1-16,-1 2-3 0,-2-5 0 15,4-1-1-15,-3-1-6 0,0-2 3 0,1-1-2 0,-1 0 2 16,4-3-3-16,-4 1-2 0,1-2 2 0,3-1 2 15,-2 0 4-15,3 0 4 0,-1-1 5 0,3-3 8 16,-4 6 7-16,4-6 10 0,-4 3 4 0,4-3 6 16,-1 1 2-16,1-1 4 0,0 0-1 0,0 0-3 15,0 0 0-15,9 3-10 0,4-6-5 0,1 2-10 0,6-2 9 16,1 1-10-16,11 0-6 0,0 0-3 0,2 1-1 16,3-2-1-16,2 1 6 0,-1 1 4 0,-1 0-6 15,-3 1 1-15,-3 0-2 0,-13-3-1 0,-4 3 10 0,-4 0-14 16,3 0 1-16,-3 0-5 0,-6 0 0 0,4 0-8 15,-8 0 2-15,10 0-7 0,-6 0-23 0,-4 0-35 16,0 0-45-16,0 0-7 0,0 0-24 0,0 0-51 0,-18 15-70 31,5-13-249-31,-5 6-540 0,3-1 239 0</inkml:trace>
  <inkml:trace contextRef="#ctx0" brushRef="#br0" timeOffset="-205580.36">9752 14807 34 0,'4'-6'94'0,"-4"6"-4"0,0 0-2 0,1-4 0 15,-1 4-3-15,5-2-5 0,-5 2-8 0,0-3-2 31,0 3 2-31,0 0-9 0,0 0 0 0,0 0-8 16,3-4-4-16,-3 4-6 0,0 0-1 0,0 0-2 0,0 0-10 16,0 0-4-16,0 0 5 0,0 0-9 0,0 0-1 15,0 0-3-15,0 0-4 0,0 0 2 0,2-2-3 16,2-1-3-16,-4 3-2 0,8 0 1 0,-8 0 1 16,9-3-1-16,-3 3 1 0,3-1-5 0,0 0-3 0,4-1 5 15,-3 0 3-15,4-1-2 0,0 1-3 16,3 1 3-16,1-1-2 0,-1 2-6 0,1-2 3 15,4 2 0-15,-3-1 0 0,2 1 1 0,-1 0-2 0,3-1 3 0,6-3-7 16,1 4 0-16,-1-1 4 0,-3 1 1 0,2-3-4 16,0 1 3-16,2 0 0 0,-2 2 4 0,1-2 9 15,3 2-18-15,0-1-4 0,-4-1 7 0,4 2-4 0,-1-3-2 16,-1 3 8-16,-2-1-4 0,1 1 5 0,1-1-2 16,-3 0-5-16,1 1 2 0,1-2-5 0,2 2 1 15,-3-3 4 1,3 2 1-16,-3 0 3 0,1-1-2 0,3-3 5 15,2 5-4-15,-2-2 3 0,2 1-3 0,-1-1-3 16,1 1 3-16,-1 0-1 0,0-2 2 0,3 1-8 16,-3 2 4-16,1-2 3 0,1-1-1 0,0 0 1 15,0 1 0-15,3 1 0 0,0 0 0 0,-1-3-5 16,-3 2-2-16,2-2 8 0,1 3-3 0,-1 2 2 16,-2-3-3-16,1 0-1 0,-1 1 2 0,1-2 0 0,3 2-1 0,-1-2 0 15,0-1-2-15,2 1 4 0,0-2 1 0,-1 2-3 16,1 1-1-16,-3-1 2 0,3 1 4 0,-3 0-8 15,2-3 2-15,1 2 5 0,0-1-6 0,-2 2 2 16,2-2 5-16,-1 0-1 0,-1 4 7 0,-1-3-4 16,-3 2 2-16,4-4 8 0,-1 2-12 0,-1 0 0 15,1-1 2-15,0-1 0 0,4 0-3 0,11 1 3 0,-14-1-2 16,0 1-5-16,5 0 5 0,-3 1-3 0,13-1-4 16,-1-3 9-16,-9 4-3 0,8-2 2 0,4 1-3 15,-16 0-2-15,4 2 1 0,-3-1-1 0,-1 2 3 16,3-2 2-16,-3 0-3 0,1-1 6 0,-1 2-1 15,4-1-2-15,-2 1-6 0,-1-2 8 0,11-1-5 16,-10 3 2-16,12-2-2 16,-1 1 4-16,2-1-2 0,-2 6-3 0,-13-7 1 15,13 5 1-15,-10-4-4 0,12-1 3 0,-2 2 1 16,-12-1-6-16,12 1 4 0,-1 0-3 0,-12 0 12 16,2 2-11-16,-1-2 4 0,17-1-7 0,-5 3 5 15,-13 0-1-15,13-2 1 0,-14 3-1 0,3-2 1 16,-1-1-2-16,0 3 0 0,13-3 0 0,-15 2 1 15,3 0 3-15,-3-1-1 0,2 0-1 0,13 2-3 0,-15-3 3 0,1 3-1 16,2-3 1-16,11-1-5 0,-14 3 5 0,3-1-2 16,12-2 4-16,-14 4-4 0,13-3 1 0,-14 2 5 15,4-1-5-15,9 0-1 0,-11 0-1 0,-1 1 0 16,-3 0-1-16,3-2 4 0,0-2-3 0,0 5 0 16,-1-1 6-16,3-1-1 0,-5-1-5 0,-1 2 1 15,3-1-2 1,0-2 3-16,-5 2-1 0,3 0 2 0,0 1 3 0,1 0-6 15,-2-3 5-15,1 0-7 0,0 2 3 0,-2 0 1 16,-3 1 3-16,4-1-4 0,-2 1 1 16,1-2 1-16,-1 0-3 0,1 0 2 0,2 3-1 15,0-3 3-15,1 2 1 0,0-2-5 0,0 2 1 16,1-1 0-16,1 0 2 0,0 0 4 0,2-1 2 0,-2 3 0 16,3-4 0-16,11 3 5 0,-13 1-4 0,-1 0 4 0,2-2-4 15,-2 1-2-15,1 0-1 0,-2 1 0 0,-2-3 0 16,4 3 1-16,-1 0-2 0,-5-2 2 0,3 0-5 15,0 1 5-15,1-3-2 0,-3 1-1 0,-2 1-2 16,0-1 4-16,3 2-4 0,-1-2 2 0,0 1 6 16,0-2 3-16,-2 2-4 0,1 0 2 0,3 0 1 15,-3 1-1-15,0 0-1 0,-1 1-2 0,0-1-1 0,0-1 3 0,-1 1-4 16,-2 0 4-16,2 1-5 0,-3-3-3 0,1 3 3 16,-2 0-5-16,3 0 4 0,-1-2 1 0,-1 1-3 15,-6 1 3-15,5-4-3 0,1 3 1 0,1 0 0 16,-2 1-1-1,1-3 0-15,0 2-1 0,-1-1 2 0,1 0-1 16,-6 2-5-16,0 0 3 0,6-1 2 0,1-1-1 16,-8 2-2-16,0 0 4 0,10-4-1 0,-12 4 0 0,3 0-2 15,0-1 2-15,-3-1 1 0,0 0-2 0,0 0 1 16,2 1 1-16,0-1-3 0,-4 1 0 0,2-1 0 16,3 0 3-16,-4-1-5 0,1 1 2 0,0-1-1 15,2 1 1-15,0 1 0 0,1-2 0 0,-2 0 0 16,3 1 1-16,0-3-1 0,-1 3 0 0,0-1 3 15,0 1 3-15,-1-2 6 0,0 0 0 0,0 1-3 0,1 1 0 16,6-2 1-16,-8 1-3 0,1-2-1 0,2 3-2 16,-1 0 1-16,0-1-2 0,-1 1 4 0,2-1-3 0,-3 1 2 15,1 0 2-15,0 0 0 0,8-2 1 0,-10 1 0 16,12 2-1-16,-12-2-2 0,4 2 4 0,6-2 0 16,-2 1-1-16,0 2 0 0,-4-1-3 0,5-1 1 15,-6 1 0 1,-3-1 0-16,8 0 1 0,-4 2 1 0,4-2 12 15,-6 0-11-15,-1 2 1 0,9-1-2 0,-8-1 5 16,-1 1-1-16,-1 1 4 0,2-1 1 0,-2 0 7 16,-1-1 0-16,-1-1 6 0,0 3 5 0,-4 0-1 15,-3-1 4-15,2 0 0 0,-1-1 6 0,-1 0 0 16,-1 1-3-16,0-2 4 0,-2 2 5 0,-1 1-7 16,1-1 1-16,1-1 0 0,-3 1-8 0,2-1 0 0,-2 1-3 0,0 0-7 15,4-1 2-15,-4 1-4 0,2 0-8 0,-2 0 0 16,0-1 6-16,-5 2-4 0,10 0 4 0,-5 0-15 15,-5 0 1-15,8-2 0 0,-8 2-1 0,5-3-3 16,-5 3 2-16,5 0-4 0,-5 0-2 0,0 0 4 16,0 0-2-16,0 0-1 0,0 0-1 0,0 0-3 15,10 0-16-15,-10 0-24 0,0 0-28 0,0 0-34 0,0 0-48 16,0 0-17-16,0 0-23 0,-16 5-267 0,4-3-497 0,-4 0 221 16</inkml:trace>
  <inkml:trace contextRef="#ctx0" brushRef="#br0" timeOffset="-204246.02">13455 15025 126 0,'0'0'136'0,"-4"-2"-10"16,4 2-1-16,0 0-7 0,0 0 3 0,0 0-8 16,0 0 0-16,0 0-6 0,0 0-10 0,0 0-4 0,0-4-6 0,0 4-11 15,0 0-8-15,8-5-9 0,-2 3-6 0,2-1-8 16,2 2 1-16,3-2-3 0,0-1-6 0,4 1-4 15,3 2-6-15,0-1 2 16,8 0-5-16,3 2-4 0,-3 0-1 0,-1 2 2 16,2 0-5-16,-1-1 0 0,-1 4-4 0,-8 0 1 15,1-1-4-15,-2 4-2 0,-2-1-6 0,-2 3-1 16,3 2-1-16,-8-3-2 0,-3 4-4 0,2 3 2 16,-6 0-1-16,-4 1 3 0,-6 1 2 0,-5-1-4 15,-3 5 7-15,-5 0-5 0,-4-1 3 0,-1 0-1 16,-1-4-4-16,1 1 2 0,-3 0-2 0,0-1 6 15,1-2 1-15,-3 1 6 0,4-4-2 0,8-3 3 16,-6 4 1-16,4-3-4 0,5-3 0 0,0 0 1 16,6-2-3-16,1-1-1 0,5 0 1 0,-3-1 6 0,0 0-6 0,5-1 9 15,-2 1 3-15,0-1-2 0,4-2 7 16,-4 3 7-16,4-3 3 0,-4 3 8 0,4-3 3 0,0 0 4 16,0 0 4-16,0 0 1 0,0 0-5 0,0 0-3 15,0 0-4-15,0 0-1 0,0 0-6 0,18-3-1 16,-4 0-4-16,-4 1-4 0,3-2-1 0,6-1-2 15,0 2-6-15,2 0 0 0,9-3 5 0,4 1-6 0,-2 0 1 0,5 0-5 16,-1 0-1-16,1 2 0 0,1 1 0 0,0-3-3 16,-2 5-1-16,-1-4 1 0,-2 0 1 15,-2 1-3-15,-5 2 0 0,-5 0 0 0,-2 0 4 16,-5-1-4-16,-1 2-1 0,-4-3 0 0,1 3 2 16,-5-2-2-16,0 0 1 0,-5 2 4 0,11-1-3 0,-11 1-3 15,7 0-6 1,-7 0-12-16,0 0-11 0,0 0-15 0,0 0-22 15,0 0-27-15,0 0-32 0,0 0-31 0,-18 8-31 16,13-8-181-16,5 0-397 0,-14-3 176 0</inkml:trace>
  <inkml:trace contextRef="#ctx0" brushRef="#br0" timeOffset="-203814.32">14194 15103 88 0,'2'-6'262'0,"1"2"-7"0,-2 1-12 16,0-1-17-16,-1 4-19 0,3-4-23 0,-2 1-22 15,-1 3-18-15,0 0-18 0,4-4-14 0,-4 4-12 0,0 0-13 16,5 8-10-16,-2-1-8 0,-2 0-8 0,0 5-8 15,4 1-6-15,-5 2-1 0,1 1-9 16,-2 6-2-16,1-4-3 0,-5 5-3 0,3-3-4 16,-1 3-2-16,2-3-3 0,-3-4 0 0,3 1-2 0,-1-4-3 0,1-2 0 15,1-2-3-15,1 0 1 0,-2-3 0 0,1-1-2 16,0 0 13-16,0-1 35 0,0-4 26 0,0 5 50 0,0-5 17 16,0 0-3-16,0 0-14 0,0 0-18 0,9-10-8 15,1 1-11-15,-6-3-4 0,6-3-19 0,2 2-2 16,3 1-8-16,-4-5-8 0,2 5-9 0,-1-1 11 15,-3 5-20-15,-3 0-2 0,3 1-15 0,-5 2 3 0,4 3-6 16,-4-2-7-16,2 1-2 0,-1 0-10 0,3 3-7 16,-2 3-13-16,3 0-7 0,-3 1-7 0,3 2-11 15,0 0-15-15,0 5-21 0,0-1-31 0,-1 0-40 16,3 5-32-16,0-1-61 0,0 1-62 0,-6-6-242 16,4 2-594-16,0-2 262 0</inkml:trace>
  <inkml:trace contextRef="#ctx0" brushRef="#br0" timeOffset="-203412.92">14779 15279 157 0,'-9'0'197'0,"9"0"-11"0,0 0-10 0,-13 1-11 16,13-1-12-16,-5 0-13 0,5 0-11 0,0 0-11 16,0 0-13-16,0 0-5 0,-8-1-6 0,8 1-4 15,0 0 0-15,0 0-4 16,0 0-4-16,0 0-6 0,0 0-4 0,0 0-8 16,0 0-7-16,-5-3-2 0,5 3-6 0,0 0-6 15,0 0-2-15,0 0-5 0,0 0-3 0,0 0-6 0,0 0 0 16,0 0-6-16,0 0-1 0,0 0-1 0,0 0-3 15,0 0-2-15,0 0 0 0,0 0-2 16,0 0 3-16,0 0 3 0,22 0-1 0,-8 0 2 16,3 0-2-16,2-2-3 0,4-1 2 0,9 2-4 0,-2-4-4 0,2 2 3 15,0-1-1-15,2 0-2 0,-2 0-1 0,-4 1 2 16,-8 1-7-16,-1-2-18 0,-1 1-17 0,-2 1-23 16,-4-1-24-16,-3 2-24 0,-1-1-25 15,-3 0-54-15,-4-2-208 0,-1 0-425 0,0 4 188 16</inkml:trace>
  <inkml:trace contextRef="#ctx0" brushRef="#br0" timeOffset="-203190.92">14913 15145 205 0,'0'-4'312'15,"-2"0"-3"-15,4-1-6 0,-2 2-8 0,0 3-4 16,0-7-5-16,0 7-29 0,0-6-19 0,0 6-31 0,0-4-41 0,0 4 2 15,0 0-20-15,0 0-23 0,0 0-28 0,0 0-10 16,0 0-21-16,0 0 1 0,1 14-9 0,3-3-15 16,-1-1-8-16,-1 5-9 0,-1 2-4 0,2 2 7 15,-3-1-13-15,4 2-14 0,-3-1-23 0,0 0-35 16,2 0-26-16,-2 6-39 0,-2-3-41 0,2-5-56 16,3 2-56-16,-8-3-214 0,7-4-527 0,-3 0 233 0</inkml:trace>
  <inkml:trace contextRef="#ctx0" brushRef="#br0" timeOffset="-202828.57">15373 15122 354 0,'0'-6'369'0,"4"2"-25"0,-3-1-18 0,-1 1-13 0,0 4-32 0,0-6-29 16,0 6-29-16,0-5-27 0,0 5-20 0,0-4-25 0,0 4-23 15,0 0-6-15,0 0-9 0,0 0-32 0,4 15-6 16,-3-6-9-16,2 3-4 0,-2 1-17 0,3 2-3 16,1 2 6-16,-2 4-4 0,-2-4-9 0,4 2-2 15,-5 0-1-15,5 1-7 0,-2-3 0 16,-1-1-2-16,1 0-5 0,-2-4 0 0,2-1 1 0,-2 0-4 15,-1-2 2 1,1-4-2-16,1 2-5 0,-2-1 7 0,1-2-8 16,0 0 8-16,-1-4 0 0,0 5-1 0,0-5 4 15,0 4-13-15,0-4 10 0,0 0-12 0,0 0-17 16,0 0-38-16,0 0-45 0,0 0-45 0,0 0-52 16,-4-12-57-16,3 5-332 0,0-1-629 0,1 0 279 15</inkml:trace>
  <inkml:trace contextRef="#ctx0" brushRef="#br0" timeOffset="-202574.81">15611 14930 5 0,'11'3'216'0,"-3"0"-20"0,1 3-11 16,4 2-13-16,-1 4-9 0,6 9-13 0,0 1-12 15,3 3-9-15,-7 2-11 0,2 3-11 0,-3 2-10 32,-1 2-9-32,-1 12-8 0,-6-12-9 0,-3 0-7 15,-2 0-2-15,-6 1-8 0,-4 0-4 0,0-2-5 16,-7-1-5-16,-2-3-32 0,-1 1-16 0,-6-4-26 0,-11 6-12 16,4-9-61-16,-8 4-69 0,5-10-136 0,-16 1-337 15,-2-2 150-15</inkml:trace>
  <inkml:trace contextRef="#ctx0" brushRef="#br0" timeOffset="-201971.76">13202 14870 17 0,'-9'5'145'0,"-5"3"-13"0,-1 3-9 0,-7 10-6 16,0 1-7-16,-1 7-9 0,-7 10-2 15,3 3 3-15,-3 6 2 0,2 0-3 0,5 2 1 0,4 4 0 16,1 0-3-16,6-1-5 0,5-4-5 0,4-3-4 15,6-9-8-15,2-3-22 0,7-1-12 0,2 0 5 16,7-3-2-16,14 6-2 0,5-5-4 0,7-5 1 16,8-6-6-16,6-3 0 0,5-2-25 0,25-1-46 0,1-5-36 15,4-2-66-15,-4-7-187 0,3-1-353 0,-2-6 156 0</inkml:trace>
  <inkml:trace contextRef="#ctx0" brushRef="#br0" timeOffset="-201203.49">16181 14919 197 0,'-2'-7'187'0,"1"4"3"0,1 3-10 0,0-5-2 15,1 0 2-15,-1 0-9 0,2 2-2 0,-2 3-7 32,2-8-9-32,-2 4 0 0,0 0-4 0,0 1-5 15,0 3-6-15,0-8-6 0,0 5-8 0,0 3-3 16,2-6-11-16,-2 6-9 0,0 0-14 0,2-2-11 0,-2 2-8 15,0 0-9-15,0 0-10 0,0 0-8 0,0 0-10 16,0 0-6-16,0 0 0 0,0 11-7 0,1-2 1 16,1 5-3-16,-1 3-3 0,2 2-2 0,0 8-3 15,-3 2-2-15,3-3 2 0,-1 3 1 0,2-2-4 0,0-1-2 16,1-1 0-16,-1-5 0 0,4 3 3 16,-2-6-6-16,-1 1 1 0,-1-4 1 0,-3 1-1 15,3-5 2-15,0 1-3 0,0-1 1 0,-2-3-1 16,1-2 2-16,-2 0-1 0,2-1 2 0,-3 1-2 0,2-2 3 0,-2 1 0 15,0-4 2-15,3 4 1 0,-3-4 1 0,1 4 3 16,-1-4 10-16,0 2-1 0,0-2-1 0,0 0 1 16,0 0 2-16,0 0-7 0,0 0 2 0,0 0-6 0,0 4-11 15,0-4-19-15,0 0-27 0,0 0-48 0,0 0-37 16,0 0-41-16,0 0-47 0,0 0-69 0,0 0-173 16,0-14-497-1,3 11 221-15</inkml:trace>
  <inkml:trace contextRef="#ctx0" brushRef="#br0" timeOffset="-200454.96">16269 15543 25 0,'0'0'121'0,"0"0"-14"0,0 0-2 16,0 0-19-16,0 0-3 0,-12 9-8 0,6-7-16 15,5 2 3-15,-2 0-8 0,2 0-2 16,-3 1-10-16,4-1-8 0,-3 0 4 0,2-1-3 16,1 2-10-16,0-5 1 15,0 4-2-15,0-4 0 0,-1 4-3 0,1-4 1 0,-3 3 12 16,3-3 5-16,0 0 17 0,0 0 5 15,0 0 11-15,0 0 4 0,0 0-10 0,0 0 9 16,0 0-3-16,0 0 5 0,0 0-9 0,0 0 3 16,9-10-4-16,-6 9-7 0,-3 1-4 0,0 0-7 15,0 0-7-15,0-5-2 0,0 5-7 0,0 0-4 0,0 0-3 16,1-3-7-16,-1 3-7 0,0 0-10 0,0 0-9 0,0 0 6 16,0 0-4-16,0 0 4 0,0 0-1 0,0 12-1 15,0-12 0-15,-1 4 1 0,1-4-1 0,1 5 3 16,-1-1-1-16,0-4-3 0,3 4 8 0,-3-4 1 15,2 3-1-15,-2-3-2 0,5 1 1 0,-1 0 4 16,-4-1-2-16,0 0 7 0,13-2 12 0,-9 0 4 16,0-2 8-16,-3 2-1 0,4-3 1 0,-1 2-6 0,-3-1-3 15,3 1-5-15,-4-1 1 0,2 0-16 0,-2 4-23 16,0-3-65-16,0 3-111 0,-7-5-194 0,-2 4-417 16,4-1 185-16</inkml:trace>
  <inkml:trace contextRef="#ctx0" brushRef="#br0" timeOffset="-156571.78">21099 14016 16 0,'-4'-3'131'16,"4"3"-14"-16,0 0 1 0,0 0-5 0,0 0-3 16,0 0-20-16,-1-5 5 0,1 5-10 0,0 0-7 15,-3-4-13-15,3 4-3 0,0 0-6 16,-4-3-5-16,4 3-8 0,0 0 4 0,-8 0-10 0,8 0-4 0,0 0-7 0,-8 0 4 15,8 0 7-15,0 0-6 0,-9 0-2 16,9 0 2-16,0 0-1 0,-8-1-2 0,8 1 0 16,0 0-1-16,-10 1-2 0,10-1-7 0,0 0 7 15,0 0 0-15,-6 0-5 0,6 0-2 0,0 0 1 16,0 0-1-16,0 0-3 0,-7 0 2 0,7 0 3 0,0 0-4 16,0 0 7-1,0 0-2-15,0 0 2 0,0 0 1 0,0 0-7 16,17-2 1-16,1-2 3 0,2 1-1 0,8-2 2 15,3 1-5-15,3-1-1 0,2-1-4 0,3 0 4 16,-2 2-6-16,0-3 3 0,-4 4-1 0,0-1-5 16,-3 0-3-16,-1 1 2 0,-10 1 2 0,0 1-8 15,-1-1-11-15,-6 2-6 0,-1 0-16 0,-2 0-20 16,-2 0-19-16,-1 0-20 0,-6 0 7 0,5 0-7 0,-5 0-14 0,0 0-24 16,0 0-121-16,-15 10-269 0,3-5 119 0</inkml:trace>
  <inkml:trace contextRef="#ctx0" brushRef="#br0" timeOffset="-156040.35">21058 14202 95 0,'0'0'130'16,"0"0"-20"-16,-7 0-1 0,7 0-12 0,0 0-7 16,0 0-10-16,-7 2-3 0,7-2-7 0,0 0-12 15,0 0 5-15,-5 1-19 0,5-1 0 0,0 0-2 16,0 0-2-16,0 0-2 0,0 0 1 0,0 0-7 16,0 0-9-16,0 0 16 15,0 0 6-15,0 0-4 0,28-1 3 0,-9-2-3 16,1 2 1-16,9-2 3 0,4-1-1 0,5-1 12 15,12-3 3-15,3 3-3 0,-15-2-2 16,12 0-1-16,-14 0-7 0,-2 4-5 0,-3-1-1 0,-4 1-6 16,-1-1-1-16,-5 1 2 0,-3 2-10 0,-6-2-1 15,1 0 0-15,-6 2-4 0,1 0-1 0,0 0 1 16,-3-1-2-16,-1 2-3 0,1-2 2 0,-5 2-6 0,8-1-14 16,-8 1-14-16,0 0-19 0,0 0-5 0,0 0-21 0,0 0-17 15,0 0-31-15,0 0-37 0,-13 12-158 16,9-9-330-16,1-1 146 0</inkml:trace>
  <inkml:trace contextRef="#ctx0" brushRef="#br0" timeOffset="-151893.94">22888 13331 129 0,'-1'-5'159'0,"1"5"-4"0,-2-4-8 0,2 4-9 0,0-6-7 0,0 6-10 0,2-5-9 31,-2 5-1-31,1-5-15 0,-1 5-5 0,0-6-9 0,3 4-9 0,-1 1-8 0,-2 1-7 0,7-7-4 16,1 2-5-16,-1 3-7 0,3-1-8 0,0-1 0 15,3 1-6-15,-3-2-3 0,4 3-2 16,-1-1-1-16,6 1-4 0,-2 0-2 0,1 1-2 16,-5 1-1-16,2 0 1 0,-2 1-4 0,-1 1 0 0,0 3-6 15,-2 0-8-15,2 1 1 0,-5 0 3 0,1 4-6 16,-2 1 1-1,-2 4 0-15,-3 4 4 0,-2-2-4 0,-3 3 3 16,-6 5-3-16,-3 0 4 0,-2 0-2 0,-3-2 1 16,-1 0 4-16,-3 1-1 0,-1-5-2 0,-1 5 5 0,-3-4-8 15,0-3 7-15,3 0-9 0,1-2 1 16,5-3 4-16,0-1-3 0,3-3 3 0,2-1 0 16,3-2 0-16,1-1 1 0,0 1 1 0,4-2 2 15,0-1-1-15,0 0 20 0,1 1 12 0,0-1 19 0,0-1 17 0,4-1 15 16,0 0-9-16,0 0-7 0,0 0-7 0,0 0-7 15,8-14-8-15,-2 6-1 0,2 0-5 0,1-1-7 16,-3-1 0-16,3 1-7 0,2 1-3 0,-1 0-1 16,0 2-4-16,0-2-2 0,-1 3 0 0,-1 1-4 15,1-2-4-15,-3 4-3 0,4-1 0 0,-3 2-2 16,4 2-5-16,-1 3 3 16,3 0-1-16,-4-1 0 0,5 6 0 0,0-2 0 15,3 3-4-15,-4 0 2 0,2 0 1 0,-1 2 0 16,1 0 3-16,-1-2-2 0,2 1 2 0,-3-1-1 15,-2-3-1-15,-1-2 1 0,3 3 3 0,-2-6 0 16,2 4-1-16,5-5-2 0,0-1 0 0,0 0 6 16,-1-4-3-16,0 0 2 0,1 0-1 0,-1-2-3 15,-2-2-2-15,2 1 4 0,-1-3 1 0,1 1-3 0,-2-1 9 0,-2 0 3 16,0 2 5-16,-4 1 7 0,0 2 5 0,-4-1 0 16,1 1-1-16,1 2-3 0,-5-2-6 0,2 3-1 15,0 1-5-15,1-3-22 0,-5 4-30 0,4 0-39 0,-4 0-46 16,0 0 5-16,0 0-15 0,6 5-43 0,-7 0-70 15,1-5-148-15,-6 9-424 0,2-1 188 0</inkml:trace>
  <inkml:trace contextRef="#ctx0" brushRef="#br0" timeOffset="-151230.07">22220 14054 28 0,'0'0'195'0,"-4"1"-2"16,4-1-9-1,0 0-7-15,-8 0-14 0,8 0-9 0,0 0-12 16,0 0-8-16,0 0-8 0,0 0-11 0,0 0-3 16,-6 1-12-16,6-1-12 0,0 0-8 0,0 0-5 0,0 0-8 15,0 0-8-15,0 0-6 0,0 0-6 0,0 0-5 16,0 0-4-16,0 0-7 0,0 0-5 0,0 0 0 15,0 0-4-15,0 0-2 0,0 0 0 0,0 0-3 16,0 0-1-16,0 0 1 0,0 0-8 0,0 0 4 16,0 0-1-16,0 0-1 0,0 0-4 0,0 0 3 15,0 0-4-15,0 0-2 0,0 0 0 0,0 0 0 0,0 0 2 0,0 0-3 16,0 0 3-16,0 0-5 0,0 0 0 16,0 0 6-16,0 0-10 0,0 0 5 0,20-2-1 0,-20 2 0 15,13-2 0-15,-3 2 1 0,2-1 0 0,0 1-2 16,6-1 3-16,4-2 0 0,10-2-1 15,1 2 0-15,3-1-9 0,18 2 7 0,3-3 3 16,2-2-3-16,5 2 1 0,29-4 5 0,4-1 4 0,-3-3-2 0,5 8 1 0,3-4-1 16,2 0 2-16,1 1 3 0,0 1-5 15,-6-4 1-15,-6-1-3 0,-1 3 3 0,-30-1 1 16,3 6-4-16,-4-6 2 0,-1 0 0 0,-3 5-3 16,-5-6 3-16,-10 5-6 0,-3-1 9 0,-4 0-6 0,-1 0-1 15,-4 3 1-15,-3-2 0 0,-8 2 10 0,-1 1 10 16,-6 0 14-1,-3 1 2-15,-2-1 0 0,1 2-4 0,-3-2 0 16,-5 3-10-16,8 0-15 0,-3-1-24 0,-5 1-27 16,0 0-30-16,0 0-27 0,0 0-26 0,0 0-58 0,-23 9-256 15,13-4-472-15,-3-1 209 0</inkml:trace>
  <inkml:trace contextRef="#ctx0" brushRef="#br0" timeOffset="-150242.62">22480 14287 97 0,'0'0'167'0,"-3"-3"-25"0,3 3 1 0,0 0-16 0,3-7-14 16,-3 7-10-16,4-5-10 0,1 3-7 16,-1 0-11-16,1-1-4 0,4 1-5 0,0 0-7 15,1-1-3-15,4 2-6 0,-1-1 8 0,0 2-13 0,6 0-4 0,-1 0-1 16,0 2-5-16,1 1 0 0,-6-1-6 0,5 3-6 15,-3-2-4-15,-1 2 0 0,0-1-1 0,-2 3-4 16,-1-1-3-16,0 3-2 0,0-1-4 0,-5 1-2 16,-2 3-5-16,1 0 5 0,-1 0-6 0,-8 0-1 15,-1 5 4-15,-4-2-4 0,-3 1-4 0,0-2 7 16,-6 0 3-16,-2 2-5 16,-2 0 0-16,3-6-4 0,1 1 1 0,-5 2 6 15,2-3-4-15,2-3-3 0,-1 1 9 0,2-5-4 16,-3 4 1-16,4 2 3 0,1-6-1 0,0 3 5 15,5-2-8-15,0-1 7 0,2 2-3 0,3-5 1 16,-1 0-3-16,2 2 2 0,0-2-1 0,2 5 2 0,3-5-3 16,-6 1-5-16,6-1 14 0,0 0 1 0,-5 1 3 15,5-1 0-15,0 0-1 0,0 0-5 0,0 0 10 16,-8 0-6-16,8 0 0 0,0 0 0 0,0 0-2 0,0 0-3 16,0 0-8-16,0 0 8 0,-4 2-2 0,4-2 2 15,0 0-5-15,0 0 3 0,0 0 2 0,0 0 0 16,0 0 2-16,0 0-2 0,0 0 2 0,0 0 1 15,0 0-4-15,0 0 1 0,0 0 8 0,0 0 8 16,29-3-5 0,-10 2 2-16,2-4-1 0,11 3 0 0,0-1 4 15,0 3-3-15,3-2-1 0,-5 1-9 0,1-1 5 0,-4 2-3 16,2-1 0-16,-2 0-1 0,-9-1 1 0,1-1-4 16,-5 3 2-16,-1 0-1 0,-1 0-3 0,-2 0-2 0,-4 0 2 15,1 0-2-15,-7 0 3 0,11-1-1 16,-6 2 1-16,-5-1 2 0,8-1-9 0,-8 1-2 15,0 0-6-15,5 1-1 0,-5-1-4 0,0 0-5 0,0 0-28 16,0 0-21-16,0 0-27 0,-16 6-27 0,12-5-30 16,-2 1-145-16,6-2-322 0,-7 0 142 0</inkml:trace>
  <inkml:trace contextRef="#ctx0" brushRef="#br0" timeOffset="-149810.51">22990 14389 8 0,'0'0'262'0,"0"-5"-21"0,0 5-26 0,0-5-18 0,0 5-15 15,0 0-22-15,0 0-18 0,0-5-20 16,0 5-13-16,0 0-9 0,0 0-17 0,0 0-6 0,0 0-8 15,0 0-8-15,9 14-8 0,-9-9-7 0,4 6-3 16,-3 0-5-16,-1 2-4 0,0 4-5 0,-1 0-3 16,1 1-4-16,-4 2 5 0,4-2-6 15,-1 2-2-15,-3-3-2 0,3-4 1 0,1-1-5 0,0-2-1 0,-3-3 0 0,3 0 2 16,0 0-3-16,0-2 3 0,0-1 19 0,0 0 33 16,0-4 32-16,0 4 0 0,0-4-5 0,0 0-11 15,0 0-3-15,14-15-8 0,-6 9 2 0,0-5-14 16,3-1-8-16,-2 0-2 0,4-2-8 0,-3 7-3 15,0-6-9-15,-2 4-1 0,1 1-5 0,0-1 0 16,-3 4-9 0,1-1 2-16,-1 2-4 0,0 2-4 0,-1 2-9 15,3-2-1-15,-3 2-6 0,4 2-3 0,-2 0-12 16,2 1-7-16,-2 4-15 0,2-2-24 0,0 2-23 16,0 0-30-16,1 3-34 0,-2-3-27 0,1 3-31 15,-1 4-224-15,-1-8-474 0,1 3 210 0</inkml:trace>
  <inkml:trace contextRef="#ctx0" brushRef="#br0" timeOffset="-149456.62">23445 14518 68 0,'0'0'154'0,"-9"-2"-16"16,9 2-9-16,-4 0-11 0,4 0 1 0,-5 2-18 15,5-2-5-15,0 0-7 0,0 0-1 0,-6 0-1 16,6 0 5-16,0 0-1 0,0 0-8 0,0 0 1 0,0 0-2 16,0 0-1-16,0 0-2 0,0 0 1 0,0 0-5 15,-5-4-3-15,5 4-5 0,0 0-6 0,0 0-6 0,15-2-1 16,-7 2 0-16,2-3-6 0,4 3-3 0,4-4-3 15,1 3-1-15,3 1-8 0,-2-4-5 0,7 4-2 16,-6-3 0-16,0 3 0 0,-3 0-6 16,1-2-9-16,-1 2-21 0,-4 0-19 0,0 0-27 0,-2 0-22 15,-2 0-41-15,1 0-21 0,0-2-21 0,-6 2-181 0,-5 0-370 16,5-2 164-16</inkml:trace>
  <inkml:trace contextRef="#ctx0" brushRef="#br0" timeOffset="-149224.69">23560 14404 233 0,'-1'-4'281'0,"-2"0"-5"0,3-1-7 0,0 2-16 16,0 3-17-16,0-5-7 0,-2 1-10 0,2 4-22 16,0 0-19-16,0-6-11 0,0 6-16 0,0 0-19 15,0 0-15-15,0 0-18 0,0 0-16 0,0 0-19 16,0 0-11-16,0 0-8 0,0 0-5 0,0 0-7 15,2 16-7-15,-4-4-6 0,2 0-2 0,2 3-3 0,-2 4-16 0,-2 0-21 16,2-2-25-16,-2 1-24 0,1 2-23 0,1 0-37 16,0 0-39-16,0-8-28 0,3 9-67 0,-3-6-142 15,2-3-438-15,1 0 193 0</inkml:trace>
  <inkml:trace contextRef="#ctx0" brushRef="#br0" timeOffset="-148855.43">23993 14376 244 0,'0'-4'343'0,"0"4"-17"0,0-6-18 0,2 2-20 15,-2 4-21-15,0-4-24 0,0 4-20 0,0-6-28 16,0 6-23-16,0 0-16 0,-2-5-16 15,2 5-18-15,0 0-19 0,0 0-9 0,0 0-33 16,0 0-15-16,0 0-1 0,0 0-6 0,0 0-7 0,2 17-7 16,1-9 1-16,-3 3-5 0,4-3 1 0,-4 6-2 15,1 0-3-15,3 1-3 0,0 1-2 0,0 0-3 0,-4-2-1 16,3 3 4-16,-1-5 1 0,0 1-5 0,0-2 1 16,3-3-5-16,-5 2 3 0,1-4 2 0,-1 1-1 15,2-2-1-15,0-1-2 0,-2 1 3 0,0-1-3 16,0-4 1-16,0 5 2 0,0-5 2 0,0 4 3 15,0-4-3-15,0 0-8 0,1 4-6 0,-1-4-8 16,0 0-16-16,0 0-32 16,0 0-31-16,0 0-39 0,-1-13-65 0,1 6-58 15,0 2-246-15,0-7-540 0,0 6 238 0</inkml:trace>
  <inkml:trace contextRef="#ctx0" brushRef="#br0" timeOffset="-148604.51">24228 14197 262 0,'4'-2'242'0,"-4"2"-28"16,9 0-19-16,-4 5-11 0,4 1 4 0,0 4-12 16,8 3-14-16,-2 8-13 0,4 1-12 0,-3 7-11 15,-2-2-13 1,-1 1-9-16,-2 5-10 0,-1 0-6 0,-5 2-8 15,-1 1-12-15,-5 0-1 0,-3-1-6 0,-2-3-9 0,-5 1-26 16,-3-3-9-16,-2 0-21 0,-2-2-7 16,-6-4-20-16,-7 1-31 0,-14 1-51 0,-2-4-73 15,-4-4-214-15,-3-4-433 0,0-6 192 0</inkml:trace>
  <inkml:trace contextRef="#ctx0" brushRef="#br0" timeOffset="-148022.47">22231 14223 172 0,'0'0'175'0,"-16"6"-18"0,10-1-12 0,-4 2-10 16,-1 7-13-16,-1 1-6 0,-7 7-8 0,1 4-8 15,-1 3-7-15,0 0 0 0,1 3 0 0,5 4-4 16,-5 10-7-16,13-11 2 0,-4 12-10 0,9-12-9 16,3-1-3-16,5 0 1 0,8-4-6 0,4 2 0 0,20 4 0 0,8-8 12 15,5 0-6-15,7-10-7 0,28 5-54 0,-25-13-86 16,2-6-301-16,28-4-415 0,-38-2 184 0</inkml:trace>
  <inkml:trace contextRef="#ctx0" brushRef="#br0" timeOffset="-140339.72">25679 13159 75 0,'0'0'96'16,"0"0"-6"-16,0 0-8 0,0 0-1 0,0 0 0 15,0 0-4-15,1-4 0 0,-1 4 4 0,0 0-8 0,0 0-2 16,0 0-7-16,0 0-7 0,-3-5 5 0,3 5-3 0,0 0 1 15,0 0-3-15,0 0-6 0,-1-3 3 0,1 3-5 16,0 0-8-16,0 0-3 0,0 0-4 0,0 0-1 16,-1-4 4-16,1 4-4 0,0 0-6 0,0 0-1 15,2-6 0-15,-2 6-7 0,2-4-3 0,-2 4 3 16,6-3 4-16,-1 1-8 0,3 0-2 0,1-2 0 0,0 0-5 16,3 2 4-16,5-3-9 0,-2 4 3 0,2-1-4 15,2-1 3-15,2-1-4 0,1 4 5 0,-1-1-7 16,1 1 4-16,-2 0 0 0,2 1-3 0,2 2 3 0,-7-1-3 31,2 1-3-31,-9-1 4 0,4 5-4 0,-2-2-5 16,-3 2-18-16,1 1 12 0,-5 2 3 0,-1 1 7 15,-4 1-2-15,0-1-2 0,-4 5 3 0,-2 1 4 0,-4 1 4 16,-7 3-5-16,-3 0-5 0,2-1 1 0,-3-1 4 16,-3 0 2-16,-2 3-13 0,1-5 13 0,-1 0 1 15,2-2 1-15,-2-1-5 0,4-2 2 0,-3 3-6 16,7-8 10-16,0 3-4 0,3 0 3 0,-2-3-4 0,6-2 5 15,1 2-6-15,1-2 7 0,1-2 0 0,-1 3 1 16,2-3-7-16,3 0 5 0,0-1 5 0,0 1-6 0,0-2-4 16,4-1 13-16,0 0 0 0,-4 3 9 0,4-3 5 15,-5 2 2-15,5-2 7 0,0 0 5 0,0 0 0 16,-5 1 6-16,5-1 3 0,0 0 1 0,0 0-7 16,0 0 2-16,0 0-3 0,0 0-3 0,0 0-2 0,0 0-2 15,0 0-2-15,0 0-2 0,0 0-5 0,0 0-2 16,0 0-3-1,0 0-2-15,0 0 3 0,0 0-7 0,0 0 3 16,-6-5-5-16,6 5-1 0,0 0-3 0,0 0 7 16,0 0 0-16,0 0-3 0,0 0-1 0,0 0-2 15,0 0 3-15,0 0-1 0,0 0-3 0,0 0 0 16,10-6-2-16,-4 5-3 0,2 1-1 0,1-3-1 16,2 3 0-16,2-1-1 0,-1-1-1 0,7 2 2 0,0-2 0 15,0 4-3-15,0-2 0 0,3 2-3 0,-4-1-2 0,1 2 6 16,3-1-1-16,-5 2 0 0,-1 0-1 15,-2-2 3-15,-1 2-1 0,0-1-2 0,-3 1 5 0,1-1 1 16,-2-1 0-16,-3 0-5 0,-1 1 2 0,1-2 0 16,0 1 1-16,-2 0-2 0,-4-2 4 0,5 1-1 15,-1 0 4-15,-4-1 14 0,0 0 8 0,10 0-2 0,-10 0-4 16,0 0-1-16,8-6-5 0,-5 3 2 0,0 0-2 16,1 1-10-16,0-1 4 0,1 2-1 0,0-2 1 15,-1 1-4-15,1-1-2 0,-1 3 1 0,1-2-1 16,-5 2-2-16,13 0 0 0,-8-1-2 0,-5 1 0 15,12 1 0-15,-6-1 1 0,2 2-2 0,-1-2-1 0,0 3-5 16,-1-2-12-16,2 2-15 0,-2-1-18 0,-1 1-15 16,0-3-28-1,1 2-26-15,-6-2-38 0,11 0-233 0,-11 0-424 16,6-2 188-16</inkml:trace>
  <inkml:trace contextRef="#ctx0" brushRef="#br0" timeOffset="-130059.41">26283 12853 105 0,'0'0'93'0,"0"-3"1"0,0 3-12 16,0 0 5-16,0 0-4 0,3-3-6 0,-3 3 0 15,0 0-4-15,0 0-14 0,0 0 9 0,0-8-1 16,0 8 7-16,0 0-1 0,0 0-8 0,0-4 9 15,0 4 2-15,0 0-6 0,1-5-3 0,-1 5 3 0,0 0-2 0,-1-4 5 16,1 4-1-16,1-4-6 0,-1 4-1 0,0 0-5 16,1-7 3-16,-1 7-8 0,0-4-3 0,0 4-4 15,0 0-1-15,2-3 3 0,-2 3-2 0,0 0-6 16,3-4 5-16,-3 4-5 0,0 0-2 0,2-4-3 16,-2 4-2-16,0 0-6 0,0 0-4 0,0 0-3 15,0 0-4 1,0 0-4-16,0 0-3 0,0 0-2 0,0 0-3 0,0 0 2 15,0 0-5-15,0 0-1 0,2 13 3 0,0-5-3 16,-1 1 0-16,-1 3-5 0,0 1 0 0,0-2 4 16,0 6-4-16,-1-1 2 0,-2 2 1 15,0-1-2-15,3-1 0 0,0-1 3 0,-1 0 1 0,2 2-3 16,-1 0 1-16,0-5 2 0,-1-1-2 0,0-2 1 0,1 0-2 16,-1-1 1-16,1-1 0 0,-2-2 0 0,1 0 0 15,2-1 3-15,-1-4 3 0,-1 8-6 0,1-6 3 0,0-2-1 16,0 0 3-16,-1 7 1 0,1-7 0 0,0 0 2 15,0 0 15-15,0 4 11 0,0-4 6 0,0 0 12 16,0 0 8-16,0 0-2 0,0 0-6 16,0 0-4-16,0 0-6 0,4-13 0 0,-2 8-8 0,1-6-3 15,1 1-5 1,-1-1-2-16,2-1-2 0,3-5 0 0,-1 2-5 16,-2-1 5-16,3 1-6 0,-1-1-3 0,1 1-1 0,-1 0-3 15,1 3 2-15,-2 3-5 0,1 1 1 16,-1-1-1-16,-5 4 1 0,5-2-4 0,-1 2 0 0,-2 2-1 15,1-1-3-15,0 2-3 0,-3-2-1 0,-1 4-2 16,8 0 2-16,-8 0-4 0,0 0 0 0,14 6 1 0,-9 1 3 16,0-3-4-16,-1 6-5 0,4 0 4 0,-3-1-2 15,1 5 0-15,2 1 0 0,-3-5 3 0,-1 3-1 16,2 3 2-16,-2-4-3 0,0 0 2 0,0 3 2 16,-3-5 0-16,3 2 2 0,-1-3 1 0,-2 1-1 15,1-3 0-15,1 1 3 0,0-3 1 0,-1-1-1 16,-1 1 1-16,-1-2 2 0,1 1 0 0,-1 0-3 15,0-4 4-15,2 4 2 0,-2-4-2 0,0 0 5 0,-2 6-2 0,2-6 0 16,0 0 9-16,0 3 3 0,0-3 6 0,0 0-7 16,0 0 4-16,0 0 0 0,0 0-3 0,4 3-6 15,-4-3 14-15,0 0-14 0,0 0-2 0,0 0 2 16,0 0-16-16,0 0-14 0,0 0-20 0,0 0-30 16,0 0-29-16,0 0-36 0,0 0-48 0,0 0-28 15,0 0-246 1,4 2-492-16,-2 2 219 0</inkml:trace>
  <inkml:trace contextRef="#ctx0" brushRef="#br0" timeOffset="-128691.06">26983 13048 36 0,'0'0'207'0,"2"-5"-8"0,-2 0-13 0,0 5-12 16,2-4-8-16,-2 4-11 0,0 0-15 16,-1-5-15-16,1 5-10 0,0 0-15 0,0 0-9 0,0 0-10 0,1-3-10 15,-1 3-12-15,0 0-8 0,0 0-3 0,0 0-5 16,0 0-7-16,4 17-5 0,-3-10 2 0,1 5-5 16,-2 4-2-16,0-1-3 0,-3 3-11 0,3 1 1 15,0-1-4-15,-1 1 3 0,0 0-2 0,1 0 0 0,0-2 1 16,-3 0-2-16,3 3 1 0,-1-2-8 0,-1-2 4 15,2-4-2 1,0 0 4-16,-1-1-5 0,1-1 0 0,1-2 0 16,-2 0-3-16,1-1 7 0,1-1-5 0,-2-1 1 15,1 1 1-15,0-1-1 0,0-1-1 0,0-4-2 16,1 5 6-16,-2-1-6 0,1-4 1 0,0 0 3 16,0 5-4-16,0-5 3 0,0 0 0 0,0 0 0 15,-1 3 13-15,1-3 10 0,0 0 17 0,0 0 2 16,0 0 13-16,0 0 10 0,1 5 6 0,-1-5 9 0,0 0 6 0,0 0 4 15,0 0-5-15,0 0-14 0,5-12-8 0,-5 6-8 16,3-1-2-16,1-2-13 0,0 0-5 0,0-2-8 16,2-1-8-16,1-3-8 0,-1-2 0 0,3 0-2 15,-1 0-3-15,1 0 6 0,4-1-10 0,-3 1 2 16,-1 2-1-16,3 3 8 0,-1-2-6 0,-2 2-8 16,0 1 3-16,-1 4-2 15,-3 1 0-15,0 0 1 0,0-1-1 0,2 2 0 0,-6 3-1 0,5 0-1 16,-3-2-1-16,-3 4-1 0,7-4-5 15,-7 4 1-15,8 0 2 0,-8 0 0 0,12 3-1 0,-9 1-2 16,3 1-1-16,-1-2 3 0,-3 4-2 0,3 1-1 16,2 3 0-16,-1-1-1 0,-1 2-1 0,0 3 5 15,1-3-5-15,-1 2 8 0,0 1-3 16,-4-2 1-16,5 1 0 0,-2 0 0 0,-3-2 1 0,1 4 1 16,0-5-4-16,-2 3 3 0,4-2 1 15,-3 0 0-15,1-4 1 0,-2 1 1 16,2-1 2-16,-2-1-2 0,2-2 1 0,1 2 2 0,-3-5-4 0,0 3-1 0,2 1 12 15,-2-6-1-15,2 4-7 0,-2-4-1 0,0 5 3 0,0-5 0 16,0 4 2-16,0-4 3 0,0 0-3 16,0 0 0-16,0 0-3 0,0 0-4 0,5 2-27 15,-5-2-20-15,0 0-24 0,0 0-26 0,11-9-28 16,-5 7-30-16,-1-1-42 0,1 0-253 0,-2-3-489 16,4 2 217-16</inkml:trace>
  <inkml:trace contextRef="#ctx0" brushRef="#br0" timeOffset="-128209.63">27521 13063 74 0,'0'-5'235'0,"0"0"-7"0,-1 1-5 0,2-1-16 16,-1 2-13-16,0 3-14 0,0-7-12 0,0 4-9 0,0 0-11 15,0 3-13-15,0 0-9 0,0-5-16 0,0 5-11 16,0 0-14-16,0 0-11 0,0-6-8 0,0 6-10 0,0 0-6 15,0 0-7-15,0 0-3 0,4 14-7 0,-3-4-1 16,-1-2-4-16,4 3-7 0,-4 1-3 0,3 3 2 16,-2 4-6-16,-1 0 3 0,5-1-2 15,-2 0-2-15,-3 0 1 16,1-1-7-16,-1-1 5 0,0 1-6 0,3-4 4 16,-2-1-3-16,-1-5 3 0,0 5-3 0,2-5-4 15,-2 2 4-15,3-3 1 0,-3-1-2 0,0 2 0 16,0-3 1-16,0-1-2 0,1 0 0 0,-1-3 2 15,0 7-4-15,0-7 6 0,0 4-4 0,0-4-1 16,0 0-5-16,0 3-2 0,0-3-10 0,0 0-12 16,0 0-13-16,0 0-23 0,0 0-25 0,0 0-19 0,0 3-26 0,0-3-38 15,0 0-28-15,0 0-175 0,0 0-403 0,-1 7 178 16</inkml:trace>
  <inkml:trace contextRef="#ctx0" brushRef="#br0" timeOffset="-127976.31">27493 13617 367 0,'0'0'373'15,"0"0"-2"-15,-2 1-4 0,2-1-15 0,0 0-18 16,0 0-25-16,0 0-12 0,0 0-33 0,0 0-23 0,0 0-24 15,0 0-19-15,0 0-22 0,0 0-19 0,0 0-15 16,0 0-13-16,0 0-19 0,0 0-23 0,0 0-38 16,0 0-36-16,0 0-40 0,0 0-38 0,0 0-30 0,0 0-78 15,0 0-100-15,11-6-109 0,-7 3-208 16,5-2-639-16,-3 1 282 0</inkml:trace>
  <inkml:trace contextRef="#ctx0" brushRef="#br0" timeOffset="-127207.7">27845 12806 18 0,'1'-5'224'0,"0"2"-10"0,-1 3-8 0,2-6-10 0,-2 6-1 16,3-5-10-16,-1 5-9 0,-1-5-11 15,-1 5-12-15,1-6-11 0,-1 6-17 0,1-4-15 0,-1 4-8 16,0 0-16-16,0 0-7 0,8 0-9 0,-8 0-8 16,12 8-10-16,-2 1-6 0,1 6-9 0,0-1-2 0,6 8-2 31,-1 4-3-31,0 6-3 0,2 12-3 0,-1 3 0 0,-2 2-2 0,-6 0 0 0,-1 3-2 0,-4 0-3 0,-3-1-2 15,-1 0-2-15,-2-3-2 0,-5-2 0 16,3-12-4-16,-5 2 1 0,-1-2-1 0,-3 0 0 16,4-5-2-16,-5 1 0 0,-2-2-2 0,0-1 1 31,-3-5 4-31,3 0-2 0,2-5-6 0,2-3 3 0,0 1-4 0,0-6 2 16,3 3 2-16,1-6 0 0,-1 0 2 0,4-1-4 15,1-1 1-15,2-1 2 0,-1 2-1 0,1-1 3 16,-1-2 10-16,0-1 13 0,3-1 4 0,-5 5 5 15,5-5 5-15,-2 2-4 0,2-2-2 0,-3 3-3 16,3-3-4-16,0 0-1 0,0 0-3 0,0 0-4 16,0 0-13-16,0 0-13 0,0 0-24 0,0 0-25 0,0 0-29 0,0 0-35 15,0 0-39-15,0 0-32 0,0 0-42 0,0 0-198 16,-6-11-462-16,3 3 204 0</inkml:trace>
  <inkml:trace contextRef="#ctx0" brushRef="#br0" timeOffset="-126391.27">25290 12805 53 0,'0'-7'211'0,"0"7"-8"0,0-4-14 0,0 4-18 16,0 0-16-16,0-3-18 0,0 3-14 0,0 0-14 15,0 0-15-15,0 0-11 0,0 0-8 0,-6 9-12 16,3 2-6-16,-6 4-5 0,-1 9-9 0,0 7-6 15,-5 14-4-15,-1 6-1 16,-1 4-4-16,2 4-6 0,3-3 2 0,0 2-4 16,3-2-2-16,5-1 1 0,3-4-1 0,5-4 3 15,2-11 6-15,3 0 12 0,5-4-1 0,3 1 4 16,6-4 6-16,9 9 5 0,4-5 0 0,-6-9-2 16,11 2 2-16,3 3-2 0,-11-9-6 0,15 1 0 15,-13-7-6-15,-2 2-4 0,0-1-1 0,-2-3-8 16,-3-1 1-16,0 0-4 0,-7-4 0 0,-5-1-4 0,1 2-1 0,-4-1-3 15,-4-5 2-15,-2 2-3 0,2-3-2 0,-5 1-1 16,0 0 1-16,1-1 0 0,-4 2 3 0,3 0 6 16,1-2 1-16,-5-1 0 0,4 3 0 0,-4-3-1 15,0 0 0-15,5 0-1 0,-5 0-2 0,0 0-2 16,0 0 1-16,5 2-6 0,-5-2 1 0,0 0-2 16,0 0 0-16,0 0 0 15,4 2-1-15,-4-2-9 0,0 0-9 0,0 0-10 16,0 0-20-16,0 0-13 0,0 0-17 15,0 0-19-15,4-7-108 0,0 3-268 0,2-4-500 0,6 3 221 16</inkml:trace>
  <inkml:trace contextRef="#ctx0" brushRef="#br0" timeOffset="-125187.63">28209 12555 67 0,'4'-3'218'0,"-3"-1"-10"0,5 1-15 0,-2 0-24 0,0-1-16 16,1 2-13-16,0 1-20 0,-5 1-15 15,13 1-8-15,-5 0-12 16,1 5-7-16,1 1-10 0,-1 4-15 0,2 0 3 16,1 5-14-16,-3 1-1 0,-2 5-3 0,1-2-4 15,-2 5 0-15,-4-4-4 0,0 3-4 0,-2 2-6 16,0-9 2-16,-2 2-3 0,0 0-7 0,-4-2 1 16,2 1 1-16,-2-3-4 0,3-2 1 15,-1-3-2-15,1 1-3 0,-1-4 10 0,2 3-9 16,-2-4-2-16,2-3 0 0,1 2 1 0,0-1 4 0,-1 0 16 0,1-3 14 0,1-1 10 15,-2 5 9-15,2-5 6 0,0 0 3 0,0 0 2 16,0 6 5-16,0-6-3 0,-3 1-5 0,3-1-1 16,0 0-5-16,0 0-9 0,0 0-1 0,0 0-6 15,0 0-4-15,0 0 7 0,0 0-15 0,0 0-3 16,0 0-4-16,0 0 3 0,0 0-8 0,3 5-3 16,-3-5 1-16,0 0-5 15,0 0-3-15,0 0 2 0,0 0 2 0,0 0 5 16,0 0-8-16,0 0 4 0,0 0 5 0,0 0-3 15,0 0 4-15,0 0 3 0,0 0 0 0,0 0-2 16,0 0 1-16,0 0-1 0,0 0-9 0,0 0 4 16,0 0 0-16,0 0-5 0,0 0-1 0,0 0 1 15,0 0-2-15,0 0 10 0,0 0-10 0,0 0 2 16,0 0-5-16,0 0-5 0,0 0 2 0,0 0 1 0,13 0 2 0,0 0-1 16,10 0 1-16,5-2-2 0,8-1 2 0,1 1-2 15,2 0 1-15,14 2 0 0,0-5-2 0,-14 2 4 16,1 3 10-16,12-4-2 0,-17 2-4 15,-2-1 1-15,-3 2 2 0,-4-2-2 0,-5 3 8 0,-6-1 9 16,2 1-3 0,-7-3 13-16,-1 3 3 0,-3-1 1 0,1 1-3 15,-2-1-6-15,-5 1-2 0,10-2-2 0,-10 2-2 16,6 0-4-16,-6 0-4 0,5-1-26 0,-5 1-28 16,0 0-41-16,6 3-48 0,-6-3-51 0,1 2-4 0,-1 2-35 15,0 2-61-15,0-6-288 0,-5 10-605 0,1-6 267 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8T04:09:47.85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4675 3075 95 0,'-8'0'114'16,"8"0"3"-16,0 0-6 0,0 0 9 0,-6 0-5 16,6 0 0-16,0 0-4 0,0 0-1 0,0 0-9 15,0 0-12-15,0 0-6 0,0 0-10 0,0 0-8 16,0 0-3-16,0 0-8 0,0 0-4 0,0 0-6 15,0 0-6-15,0 0-4 0,0 0-5 0,0 0 4 16,-6 1-6-16,6-1-2 0,0 0-5 0,0 0-1 16,0 0-3-16,0 0-3 0,0 0 0 0,0 0 0 15,0 0-7-15,0 0 7 0,0 0 7 0,0 0 5 16,0 0 1-16,0 0 1 16,0 0-4-16,0 0 0 0,0 0-2 15,0 0-3-15,0 0 0 0,0 0-5 0,0 0 2 0,23-2-3 16,-3-1 1-16,-2-1-2 0,10-1-2 0,8 0 1 15,1-3-4-15,-1 0 4 0,-1 1 5 16,3 0-2-16,1 0 0 0,-3 0-1 0,-2 0 3 16,-2 0-1-16,-5 2-4 0,-7 0 1 0,-3 4 2 15,-2 0-2-15,-3-2 9 0,-3 0-13 0,-1 2-2 0,-2-2 2 0,-1 3 0 16,-5 0 0-16,9 0-9 0,-9 0-14 0,0 0-13 16,7 0-8-16,-7 0-7 0,0 0-2 0,0 0-20 15,-12 10-29-15,3-8-35 0,-1 3-195 0,-5 0-350 16,1-1 155-1</inkml:trace>
  <inkml:trace contextRef="#ctx0" brushRef="#br0" timeOffset="548.99">4712 3239 1 0,'0'0'167'0,"0"0"-11"15,-4 3-19-15,4-3-18 0,0 0-6 0,0 0-14 16,0 0-6-16,0 0-6 0,0 0-7 0,0 0-8 15,0 0 1-15,5 4-8 0,-5-4 7 0,12 0 3 16,-6 0-9-16,7 2-1 0,1-4-9 0,15 2-4 16,1-2 3-16,2 1-4 0,2-1-2 0,0 0-7 15,0 0-4-15,-6 2 0 0,3-3-7 0,-9 1 0 0,-4 1-4 16,-1 1 7-16,-2-1-9 0,-3 1 23 0,-2-1-6 16,-3 2-5-16,0-2-3 0,-7 1-2 0,11 0 0 15,-11 0 2-15,7 0 0 0,-7 0-2 0,8 0-3 16,-8 0-4-16,0 0-4 0,0 0-3 0,0 0-11 15,5 2-11-15,-5-2-6 0,0 0-15 0,0 0-22 0,-14 6-30 16,8-6-33 0,-1 2-60-16,-1-2-173 0,0 2-369 0,1-2 164 15</inkml:trace>
  <inkml:trace contextRef="#ctx0" brushRef="#br0" timeOffset="1196.82">5056 2831 200 0,'0'0'286'0,"-4"-4"-36"15,4 4-20-15,0 0-25 0,-1-2-24 0,1 2-19 16,0 0-21-16,0 0-16 0,0 0-13 16,0 0-12-16,0 0-10 0,10 12-9 0,-4-3-9 0,6 1-5 15,2 3-7-15,0 0-3 0,1-1-3 0,7 11-6 16,1-6-2-16,4 3-1 0,-3-4-14 0,2-2-8 16,-1 0-12-16,-2-3-8 0,-4-2-11 0,-1-1-5 0,-1-2-4 15,-1 0 0-15,-4 1 2 0,-2-4 1 0,2-1 2 16,-6 3 0-16,2-5 8 0,-3 2 23 0,0-1 20 15,0 0 20-15,-5-1 15 0,8 0 21 0,-8 0 11 16,0 0 5-16,0 0 5 0,5 0 1 0,-5 0 2 16,0 0-25-16,0 0 15 0,0 0-16 0,0 0-10 15,0 0-8-15,0 0-10 0,0 0-19 0,0 0-29 0,-1 7-16 0,-4 3 15 16,-7 7-5-16,-3 8 9 0,-7 5-6 0,-6 16-5 16,-5 6 5-16,-12 22-5 0,12-24 5 0,-2 3 8 15,-7 18-4-15,10-20-4 0,1-4 3 0,5-1 6 16,0 3-1-16,2 2-7 0,2-9 4 15,3-10-1 1,5-1 1-16,0-6-4 0,1-1-1 0,5-7-2 0,-1-2-21 16,4-4 27-16,0-3-6 0,1-1 22 0,3-2 12 15,-3 0 22-15,2-2 16 0,2-3 7 0,-3 4 18 16,3-4 4-16,-1 5 1 0,1-5-3 0,0 0-6 0,0 0-9 16,-6 3-6-16,6-3-12 0,0 0-9 0,0 0-3 15,0 0-9-15,0 0-4 0,0 0-13 16,0 0 2-16,0 0-8 0,0 0 0 0,0 0-4 0,0 0 0 15,0 0-9-15,0 0 2 0,0 0-5 0,0 0-3 0,0 0-8 16,0 0-8-16,0 0-8 0,0 0-11 0,0 0-12 16,0 0-14-16,0 0-13 0,0 0-22 0,0 0-27 15,16-15-52-15,-15 11-35 0,3 1-58 16,0-4-63-16,5-1-94 0,-4 0-315 0,4-1-786 16,-4 0 347-16</inkml:trace>
  <inkml:trace contextRef="#ctx0" brushRef="#br0" timeOffset="5975.56">7384 2992 32 0,'-1'-7'217'0,"-3"2"-8"0,4-2-13 0,-4 1-6 15,4 2-10-15,-1-3 3 0,-3 2-14 0,4 0-8 16,-1 2-9-16,-2-1-8 0,3 4-12 0,-1-5-15 16,1 5-17-16,-3-7-12 0,3 7-6 0,0 0-10 15,0 0-10-15,-2-3-12 0,2 3-21 0,0 0-30 16,0 0-4-16,0 0-2 0,-4 22 0 0,0 5 4 0,3 6 0 0,-4 20 5 15,-6 6 0-15,1 25 0 0,-3 2 4 0,3-2-1 16,-4-2 1-16,5-2-1 0,-1 9 2 0,1-2 3 16,4-26 4-16,0 23-3 0,1-23 1 0,0 19-2 15,-2-20-1-15,2-5 5 0,0 0-4 0,2 0 2 16,-5-3 0-16,-1-2 2 0,1-5-3 0,2-8 0 16,-3-3-1-1,-1-5 0-15,-1-1-1 0,4-10 5 0,-5-1 15 16,1 0 15-16,5-7 21 0,-5-1 16 0,-4-3 9 15,-3-1 0-15,-5-4-7 0,-6-5 6 0,0-4 2 0,-2-1 2 16,-1-4 14-16,0-2 3 0,3-2 2 0,0-4-5 16,2 3-5-16,-1 0 2 0,5 1-7 15,1 2-6-15,4 2-4 0,4 4-12 0,2 0-11 16,2 4-3-16,-1-2-11 0,5 4-36 0,0 0-47 0,1-1-54 0,0 4-52 16,4 0-11-16,-9 5-11 0,9-5-27 0,-1 16-31 15,1-5-51-15,1 4-306 0,3-3-624 0,2 4 276 16</inkml:trace>
  <inkml:trace contextRef="#ctx0" brushRef="#br0" timeOffset="6500.25">6720 5063 188 0,'-7'0'225'0,"2"3"-19"16,0-3-20-16,5 0-15 0,-9 2-13 0,9-2-9 16,-5 1-6-1,5-1-7-15,-8 1-12 0,8-1-5 0,0 0-7 16,0 0-9-16,-4 1-9 0,4-1 12 0,0 0-7 0,0 0-2 15,22 0-3-15,-9-1-8 0,11-1-10 0,8 0-8 16,0-3-5-16,4 0-5 0,1-1-8 16,0 1-5-16,-4 0-1 0,3 0-7 0,-5 1-5 15,-2-2-2-15,-1 1-4 0,-10 2-2 0,1 1-2 16,-6 1-2-16,1-4-2 0,-1 3-3 0,-3 2-16 0,-5-1-17 0,3 0-19 16,-3 1-18-16,-5 0-16 0,0 0-12 0,6-1-17 15,-6 1-9-15,0 0-6 0,0 0-18 0,-12 9-23 16,5-7-28-16,1 0-177 15,-3-1-390-15,1 1 173 0</inkml:trace>
  <inkml:trace contextRef="#ctx0" brushRef="#br0" timeOffset="6729.17">7420 4872 304 0,'4'-2'371'0,"-4"2"-21"16,0 0-27-16,2-5-28 0,-2 5-29 16,0 0-26-16,0 0-35 0,0 0-16 0,0 0-29 15,0 0-20-15,1 15-13 0,-3-3-12 0,2 4-3 16,-4 9-19-16,3 1-9 0,5 3-8 0,-8 1-10 0,9 1-2 16,-1-2-28-16,1 0-35 0,1 2-54 0,-2-2-57 15,1-2-91-15,5-10-342 0,-3 1-587 0,-2-6 261 16</inkml:trace>
  <inkml:trace contextRef="#ctx0" brushRef="#br0" timeOffset="7431.44">7784 2637 162 0,'0'-3'319'0,"-4"-2"-4"16,3 1-1-16,1 0-16 0,0 4-8 0,-3-5-19 16,3 5-13-16,-1-6-16 15,1 6-31-15,0 0-24 0,0 0-25 0,0 0-22 16,-4-2-18-16,4 2-9 0,0 0-18 0,3 18-27 15,-2-2 12-15,0 2-8 0,2 11-11 0,2 3-29 16,0 5-34-16,-1 13-30 0,1-5-47 0,-2 7-40 16,-2-1-54-16,4-5-90 0,-1-10-261 0,1 13-568 15,-1-22 251-15</inkml:trace>
  <inkml:trace contextRef="#ctx0" brushRef="#br0" timeOffset="8032.46">8583 3577 105 0,'-2'-5'268'0,"1"-1"-16"16,1 3-9-16,-1-1-19 15,-1-1-16-15,2 5-22 0,-3-5-19 0,3 5-19 16,-1-4-19-16,1 4-15 0,0 0-18 0,0 0-6 15,0 0-14-15,2 18-6 0,0-4-9 0,2 11-1 16,0 3-9-16,-1 4-6 0,-1 1 0 0,2 15-4 0,0 0-6 16,-3-2 0-16,2-10-1 0,0 0-3 0,0 0-2 15,1-1-1-15,-4-2-5 0,3-1-2 0,-3-4 8 16,2-3-11-16,-2-6-1 0,0-2-2 0,4-1 0 0,-4-3 0 16,0-1-3-16,0-2 1 0,-3 0-2 0,3-4-3 15,0 2-8-15,-1-3 1 0,1-1-18 0,0 1-6 16,-2-2-8-16,2-3-6 0,-2 5-24 15,2-5-17 1,-8 3-40-16,8-3-43 0,-9-7-54 0,3 3-173 16,1-5-421-16,-3 0 186 0</inkml:trace>
  <inkml:trace contextRef="#ctx0" brushRef="#br0" timeOffset="8396.06">8474 3435 2 0,'-5'-8'261'16,"4"2"-9"-16,-2-2-14 0,3 5-18 0,-1-2-14 15,1 0-21-15,-3 1-19 0,3 4-16 0,0-3-22 16,0 3-12-16,4-6-12 0,4 3-13 0,0 3-8 16,5 0-9-1,3 0-7-15,13 5-7 0,-2 1-5 0,3 2-9 0,0 2-7 16,1 4-2-16,-3 1-3 0,0 2-2 0,3 1-6 15,-6 3-1-15,-3 1-6 0,-7 0 1 16,3-1-6-16,-8 4-1 0,-2-7-1 0,-8 1-3 16,1 1 3-16,-3-2 1 0,-8 6 2 0,-4 2 5 15,-1-1 8-15,-5-4 1 0,-1 1-2 0,-3-3 9 16,-1-2-2-16,-2 0 3 0,-1-1-3 0,-2 0-1 16,5-2-4-16,-4-2 5 0,9-3-6 0,2 0 0 15,0-1-6-15,2-1 2 0,3-2-6 0,3-1-1 0,1 0-18 0,4 0-29 16,-3-1-34-16,3-2-35 0,1 3-12 0,4-4-17 15,-2 6-25-15,2-6-34 0,6 6-63 0,-6-6-131 16,18 2-411-16,-9 0 183 0</inkml:trace>
  <inkml:trace contextRef="#ctx0" brushRef="#br0" timeOffset="9069.2">8965 4081 262 0,'0'0'307'0,"0"0"-14"16,0 0-15-16,0 0-16 0,1-5-21 0,-1 5-28 15,0 0-22-15,0 0-22 0,0 0-16 0,0 0-16 16,0 0-17-16,0 0-12 0,0 0-15 0,0 0-16 16,0 0-4-16,0 0-9 0,0 0-7 0,5 17-7 15,-2-5 2-15,-3-3-11 0,0 9 6 0,2-1-12 16,1 2-6-16,-2 1 2 15,0 1-6-15,1-2-1 0,0 1-3 0,-2-2 0 16,1-2-1-16,1 1-4 0,-2-3-1 0,1-2-4 16,-1-2 9-16,0 0-9 0,1-4 3 0,-1-2 1 15,2 2-5-15,-2-6 0 0,0 0 23 0,0 10 40 16,0-10 37-16,1 3 29 0,-1-3 26 0,0 0-5 16,0 0-19-16,0 0-14 0,6-13-13 0,-1 2-12 15,0 0-11-15,3-3-9 0,1 0-12 0,3-1-5 0,-5 1-6 16,-2 4-7-16,3 0-8 0,-3 3-2 0,-1 0-8 15,1 2-4-15,-1 0-5 0,0 2-5 0,-3-1-9 0,3 0-6 16,-4 4-6-16,0 0 0 0,0 0-4 16,15 6 3-16,-11-1-2 0,1 0 0 0,2 4 2 0,0 1-3 15,1 1 5-15,0 0 6 0,-2 4-16 0,-1-3 9 16,1-2-2-16,1 6 3 0,-1-4-3 0,-2-4 8 0,-1 2-12 16,-1-2 7-16,1-3 1 0,0 1-3 0,-3-6 5 15,3 9 1-15,-2-4 8 0,-1-5-10 0,4 5 6 16,-4-5 2-16,0 0 1 0,7 3 1 0,-7-3-4 15,0 0 5 1,0 0-3-16,0 0 1 0,0 0 0 0,0 0 1 16,2 6-2-16,-2-6-2 0,0 0-8 0,0 0-22 15,0 0-36-15,0 0-69 0,0 0-58 0,0 0-55 16,0 0-54-16,4-14-69 0,-4 14-342 0,4-11-764 0,-3 7 338 0</inkml:trace>
  <inkml:trace contextRef="#ctx0" brushRef="#br0" timeOffset="10198.2">8939 3044 151 0,'0'0'277'0,"0"0"0"0,0 0-11 16,0 0-4-16,0-6-5 0,0 6-28 0,3-3-24 15,-3 3-22-15,5-2-20 0,-3 0-15 0,-2 2-22 16,7-5-10-16,-2 4-13 0,1-3-14 0,2 4-10 16,2 0-7-16,-2 0-13 15,3 4-4-15,-2 2-8 0,0-2-11 0,3 5-4 16,-2 6-7-16,-1 1-2 0,1 0-6 0,4 6 2 16,-10-3-2-16,0 5-3 0,-3-3 2 0,-1 2-5 15,-1 3 2-15,-3-6 0 0,0-3-5 0,0 0 1 16,-1-3 0-16,4-2 8 0,-3-2-15 0,4-3 0 15,-4 0 1-15,3-3 4 0,1 3-4 0,-2-4 0 16,2 1 2-16,0-4 2 0,2 5 3 0,-2-1 3 0,0-4 0 0,11 0-2 16,2-2 0-16,17-4-12 0,0-1-31 0,5-2-51 15,2-1-63-15,1 1-103 0,-5-1-255 16,17-2-546-16,-13 2 242 0</inkml:trace>
  <inkml:trace contextRef="#ctx0" brushRef="#br0" timeOffset="10951.81">10218 3756 166 0,'0'-4'247'0,"0"-3"-21"0,0 1-18 0,-2 0-16 0,-2 3-15 0,3-4-16 16,-3 2-15-16,0 0-15 0,-1 2-16 0,-3 1-11 0,-2-5-1 16,0 5-21-16,-2 2-1 0,-7-3-14 15,0 6-10-15,0-6-1 0,0 7-8 0,1 2-3 16,-2-3-8-16,1 1-2 0,0 4 1 0,3-2-11 15,0 0-1-15,5 0-4 0,-1 0-1 0,2 1-2 16,1 3-1-16,1-1-2 0,3 1 1 0,4 1-5 0,-3-3-2 0,4 4 3 16,4-1-2-16,-1-2 0 0,3 2 0 0,3-3-3 15,6 4 4-15,-2-4-2 0,5 1 0 0,0-6 2 16,1 2-5-16,0-5 3 0,0-3-2 0,0 1-3 16,-1-1 3-16,-1-2-1 0,-2-4 4 0,-2 5 16 15,0-9 12-15,1-4 13 0,-4 5 10 0,-1-6 9 16,-4 4 2-16,-1-6 0 15,1 1 0-15,-5-8 7 0,3 0-8 0,-3-2-25 16,-3 1 7-16,-1-6-5 0,-1 1-4 0,0-1 24 16,-1 2 11-16,-1 3 18 0,2 0 32 0,0 5 2 15,2 7-2-15,-3 6 1 0,2-2-11 0,3 6-14 16,-1-1-11-16,2 3-15 0,-3 0-20 0,0 3-49 16,2-3-37-16,1 5-26 0,0 0 9 0,0 0 1 15,0 25 7-15,0-5 7 0,0 3 0 0,0 5 8 0,4 2-3 16,-1 1 10-16,-1 3-6 0,7 0 8 0,-4 0-1 0,4-2 6 15,-1-2 1-15,2-1 4 0,0 1-5 0,-2-5-9 16,2-2 1-16,-5-6-9 0,4 0-17 16,-5-6-15-16,1-2-11 0,-1 0-30 0,0 0-19 15,-2 0-24-15,-1-5-31 0,1 3-28 0,-1 1-40 0,-1-6-41 16,-3 1-209 0,1-1-531-16,2-2 236 0</inkml:trace>
  <inkml:trace contextRef="#ctx0" brushRef="#br0" timeOffset="11398.95">10355 3585 124 0,'10'-5'216'0,"3"2"-16"0,1 1-18 16,0 0-11-16,-1 2-9 0,6 2-10 0,-1 0-6 15,0 3-6-15,1 2-9 0,-4-1-7 0,3 5-9 16,-4-2-8-16,0 4-8 0,-1 2-7 0,-4-1-9 15,1 2-7-15,-1-1-7 0,-4 3 2 0,-2 1-12 16,-3-2-8-16,0-3-2 0,-4 5-6 0,-1-2-3 0,1-4-5 16,-4-1 6-16,-2 2-11 0,3-2-2 0,0-5-4 15,-1 2 1-15,1-2 1 0,3-3 7 0,0 1 17 16,0-2 20-16,0-1 28 0,3 1 13 0,1-3-11 16,0 0 4-16,-12-5-8 0,9-3 4 0,2 1-13 15,-1-2-7-15,4-4-12 0,2-5-18 0,2 0 1 16,1-9-4-16,5 3-7 15,1 0-12-15,0 2-1 0,0-2-3 0,-1 10-4 16,-3-1-2-16,0 1-2 0,0 4-2 0,-4 2 4 16,0 0-7-16,2 2-9 0,-3 3 1 0,-1-1-9 15,0 3 1-15,-3 1-5 0,0 0 1 16,9 5-4-16,-8 3 4 0,4 3 0 0,-2 2 5 0,-2 2 1 16,3 12 3-16,2-1 3 0,-2 1-3 0,1 3-8 15,2-2 11-15,0-3 3 0,5 0-1 0,-1 0-8 0,0-8-3 16,6 4-21-16,5-4-22 0,2 1-29 0,2-8-41 15,2-4-53-15,4-2-73 0,4-3-101 0,-2-2-184 16,2-3-572-16,1-3 254 0</inkml:trace>
  <inkml:trace contextRef="#ctx0" brushRef="#br0" timeOffset="11768.05">11509 3661 86 0,'-5'1'325'0,"5"-1"-13"16,-5 1-13-16,5-1-15 0,0 0-17 0,0 0-18 16,-7 1-12-16,7-1-26 0,0 0-16 0,0 0-25 15,0 0-15-15,13-7-27 0,0 5-37 0,6-3-37 16,3 1-43-16,-2 2-50 15,10-1-48-15,0 0-47 0,1-2-61 0,-11 3-61 16,1-2-139-16,-2 3-425 0,-5 2 188 16</inkml:trace>
  <inkml:trace contextRef="#ctx0" brushRef="#br0" timeOffset="11900.56">11591 3805 149 0,'-8'6'212'0,"0"-1"-2"0,5-1-7 0,-1-1-3 0,1-1-5 16,2 1 2-16,1-3-4 0,11 3-17 0,7-4-14 15,10-1-15-15,3-1-23 0,6-2-37 0,-1-1-51 16,3 1-73-16,14-9-98 0,-15 4-219 0,0 1-382 16,1-1 169-16</inkml:trace>
  <inkml:trace contextRef="#ctx0" brushRef="#br0" timeOffset="13017.88">13679 2864 161 0,'0'0'219'0,"0"0"-17"0,1-5-16 15,-1 5-25-15,5-5-13 0,1 2-17 0,1 0-10 16,3-1-14-16,-1 2 12 0,5-1-9 0,0-1-13 16,3 3-11-16,2-2-10 0,1 3-4 0,-2-1-10 15,4 2-5-15,-3 3-7 0,-1 3-5 0,-1 0-8 16,-3 4-3-16,-3 2-4 0,-1 4-4 0,-2 10-3 15,-3 0 4-15,-6 9-5 0,-4-1 2 0,-5 12-4 0,-7 1 0 16,-6-2-2-16,1-2 2 0,-6-1-5 0,0 1 1 16,5-15-5-16,-6 7 3 0,3-9-4 0,4-1 2 15,-2-4-3-15,1-1 10 0,0-2 8 0,9-5 6 16,-4-3 8-16,3-1 4 0,5-2-1 0,5-4 0 16,-3 2 10-16,1-2 11 0,3-1 25 0,-2-1 15 15,6-2 18-15,-6 3 15 0,6-3 6 0,-4 2 5 0,4-2-2 0,0 0-15 16,0 0-10-16,0 0-22 0,0 0-6 15,0 0-10-15,0 0-11 0,0 0-6 0,1-13-5 0,-1 13-9 16,0 0-6-16,0 0-14 0,0 0 5 0,14-4-9 16,-9 4 2-16,8-1-14 0,4-1 3 0,3 2-8 15,8-1 3-15,6 1-5 0,0 0 4 0,2-1 0 16,2 1-7 0,13-2 3-16,3 1-14 0,-17-2-14 0,-3 0-10 15,2 0-31-15,-4 1-19 0,-1-2-25 0,-3 1-24 16,-6-1-30-16,-7 1-29 0,-1 2-28 0,-2-1-29 15,-3-1-47-15,-2 3-285 0,-7 0-620 0,3-3 274 16</inkml:trace>
  <inkml:trace contextRef="#ctx0" brushRef="#br0" timeOffset="13641.8">12987 3899 141 0,'-6'2'263'16,"-3"-2"-11"-16,9 0-12 0,-13 0-9 0,13 0-12 15,-9 0-14-15,9 0-9 0,-10 3-19 0,10-3-11 0,0 0-5 0,-8 1-26 16,8-1-10-16,0 0-10 0,0 0-16 0,0 0-6 16,0 0-12-16,0 0-12 0,-6 1-5 0,6-1-5 15,0 0-8-15,0 0-4 0,0 0-8 0,0 0-2 16,0 0-5-16,0 0-1 0,0 0-5 0,0 0 1 16,0 0-5-16,0 0-4 0,0 0-5 15,-8 3 3-15,8-3-3 0,0 0-1 0,0 0-1 0,0 0-1 0,0 0-4 16,0 0 0-16,0 0 0 0,0 0-4 0,0 0 1 15,0 0 1-15,0 0 1 0,0 0-4 0,0 0 4 16,0 0-6-16,0 0 2 0,0 0 1 0,0 0-1 16,0 0 3-16,0 0-4 0,0 0 1 0,0 0-1 15,0 0-3-15,0 0 3 0,0 0-4 0,0 0 4 16,0 0-2 0,0 0-3-16,0 0 2 0,0 0 1 0,0 0 2 15,0 0 3-15,26 3-1 0,-3-3-5 0,10-3 4 0,23-5 3 16,7 2-1-16,37-7 3 0,-3-3 0 0,13 0-10 15,11-3 20-15,13-1-3 0,8 0 5 0,6-8 0 16,3 4-2-16,6 1 8 0,2 0 1 0,-6 8-5 16,-5-1 2-16,-14-1-16 0,-7 4 17 15,-11-1 9-15,-7 2 5 0,-16-2 6 0,-29 6-1 0,0 1 2 0,-5 1-3 16,-6-2-23 0,-13 5 25-16,-7-2-1 0,-6 4-4 0,-8-3-4 0,-6 3 1 15,-4 0 2-15,-1 1-1 0,-1-2-15 0,-7 2 32 16,10 0-21-16,-10 0-9 0,4-1-30 15,-4 1-30-15,0 0-33 0,0 0-37 0,-35 4-42 16,6 1-52-16,-1 1-54 0,-1 0-99 0,0-2-182 16,1-1-580-16,0 1 257 0</inkml:trace>
  <inkml:trace contextRef="#ctx0" brushRef="#br0" timeOffset="14475.32">13096 4252 187 0,'-2'-6'240'0,"-1"3"-18"0,2-1-24 0,1 4-18 16,2-8-21-16,1 4-15 0,4 0-16 0,2-1-11 16,2 0-9-16,6 1-15 0,5 0-13 0,-4 1-8 15,10 5-6-15,0-1-8 0,-1 3-5 0,1 4-5 0,-1 1-5 16,-9 3 0-16,1 0-12 0,-5 0 1 15,0 5-5-15,-7 0-6 0,-1 10-3 16,-5-1-4-16,-5 4-1 0,-2 1-6 0,-12 2 1 0,-5 9 2 16,-6-3-1-16,1 1-2 0,1-14-2 0,-4-3 3 15,3 4-3-15,-3-4 0 0,-1-3-1 0,2-1 6 16,0-3 10-16,2 0 4 0,3-7 7 0,8-1 16 16,2-1 7-16,3-2 14 0,2 0 1 0,5-3 28 15,-3 1-10-15,4-1-4 0,0 1-3 0,4-3-10 16,0 0-4-16,0 0-4 0,21-5-11 0,1 1-3 15,7-2-7-15,4 2-1 0,3-2-6 16,15-1-6-16,-14 1-4 0,16 0 1 0,-16 3-5 16,0 0 2-16,0-1-6 0,-4 2-13 0,-1 2-12 0,-10-1-8 15,-2 1-8-15,-2-1-12 0,-6-1-14 0,-2 2-11 16,-4-1-8-16,2 1-4 0,-2 0-9 0,-6 0-6 16,0 0-12-16,0 0-20 0,0 0-22 0,0 0-29 0,0 0-8 15,-24-4-56-15,12 4-134 0,1 0-399 0,-2 0 177 16</inkml:trace>
  <inkml:trace contextRef="#ctx0" brushRef="#br0" timeOffset="14860.45">13712 4366 235 0,'1'-4'372'0,"2"1"-28"15,-2-1-31-15,-1 4-34 0,0-4-32 0,0 4-25 16,0 0-27 0,4-2-23-16,-4 2-21 0,0 0-17 0,0 0-14 15,0 10-7-15,0-1-12 0,-1 2-12 0,-2-1-6 16,3 8-8-16,-4-1-6 0,2 2-2 0,-2 1-16 0,-1-1-2 0,2-2-16 0,2-3-8 16,0-1-6-16,-2-1-8 0,2-2-7 0,-1-3 0 15,2 0 3-15,0-2-10 0,-1 1 2 0,1-2 11 16,0-4 21-16,0 3-2 0,0-3 0 15,0 0-7-15,10-12 5 0,-1 4-9 0,-2-2-1 16,2 2-3 0,3-4 0-16,-3 3-3 0,2 2-6 0,-1-3 5 0,0 5-4 15,0-5-4-15,2 4 5 0,-2 1-4 0,2 1-2 16,0 1 0-16,1-1 0 0,1 3 10 0,0 1-30 16,5 1-25-16,-2 2-33 0,3 1-34 15,-3 0-40-15,4 1-56 0,-1-3-61 0,-1 1-228 16,0 0-536-16,-1-2 237 0</inkml:trace>
  <inkml:trace contextRef="#ctx0" brushRef="#br0" timeOffset="15125.12">14358 4422 189 0,'-6'1'286'0,"6"-1"-21"16,-5 1-25-16,5-1-16 0,0 0-25 0,0 0-11 16,0 0-14-16,0 0-16 0,0 0-14 0,0 0-12 15,0 0-10-15,22-2-7 0,-2-3-8 0,7-1-14 0,4 2-10 0,3-1-8 32,2 0-6-32,5-1-7 0,-3-1-8 0,1 1-6 15,-4-1-26-15,-3 0-22 0,0 4-26 0,-11-3-26 16,-6 2-30-16,-5 3-31 0,3-4-62 0,-2 1-53 15,-8 0-168-15,-3 1-428 0,0 3 189 0</inkml:trace>
  <inkml:trace contextRef="#ctx0" brushRef="#br0" timeOffset="15361.03">14485 4299 75 0,'-3'-3'355'0,"0"0"3"0,3 3 5 0,-3-5-10 15,3 5-22-15,-3-4-3 0,3 4-32 0,0 0-35 0,-1-2-21 0,1 2-28 16,0 0-25-16,0 0-27 0,0 0-20 0,-4-3-23 16,4 3-14-16,0 0-9 0,4 20-12 0,-3-8-5 15,3 7-9-15,0 1 3 0,0 8-23 0,0-1-34 16,-2 2-25-16,6 3-37 0,-3-2-17 0,-1-2-34 16,0 3-41-1,-3-8-41-15,3-5-49 0,1-1-80 0,0-2-232 16,-4-1-587-16,3-4 260 0</inkml:trace>
  <inkml:trace contextRef="#ctx0" brushRef="#br0" timeOffset="15577.73">15031 4318 3922 0,'4'-7'365'16,"-1"0"-74"-16,1-1-41 0,-1 4-28 0,-2 0-50 15,0 0-42-15,0 2-34 0,-1 2-26 0,3-5-24 16,-3 5-12-16,3-3-29 0,-3 3-17 0,0 0-1 16,1 16 4-16,-2-3 2 0,-1 4 5 0,2 12 3 15,0 2-10 1,-1 3-39-16,4 13-36 0,-3-13-63 0,0-1-60 16,1 0-70-16,0-2-90 0,-2-4-370 0,3-9-799 15,0-5 353-15</inkml:trace>
  <inkml:trace contextRef="#ctx0" brushRef="#br0" timeOffset="16995.52">18913 3294 96 0,'-3'-5'346'16,"3"0"0"-16,-1 1-16 0,0-1-6 0,1 5-18 0,-2-5-31 16,1 1-26-16,1 4-27 0,0-3-28 0,0 3-20 15,0 0-32-15,0 0-45 0,0 0-28 0,0 0-7 16,0 0-3-16,-1 21-8 0,-2-3-2 15,3 3-8-15,0 4-3 0,-3 2-4 0,0 1-2 16,2-1-4-16,-2-1 0 0,3-1-5 0,-4-7-1 16,4 7 0-16,0-8-4 0,-1-7-5 0,1 2-2 0,0-2-1 0,-1-1 1 15,2-3-1-15,-1-2 4 0,0 1 15 0,0-5 33 16,1 8 30-16,-1-8 33 0,0 0-3 0,0 0-10 16,0 0-11-16,13-13-21 0,-7 4-3 0,3-4-6 15,2-3-11-15,-1-1-1 0,0 4-9 0,3-2-6 16,-4-1-9-16,1 3-5 0,-4 4 4 0,2 2-7 15,-4 2 1-15,0 0-9 0,-2 0-11 0,3 2-4 0,-3 0-1 0,-2 3-14 16,3-4-32-16,-3 4 11 0,0 0-6 0,9 9 6 16,-5-1 9-16,-3 1-10 0,4 2 16 0,1 5-5 15,-4-1 4-15,3 4 2 0,0 0-8 16,-1-2-3-16,0-2 0 0,0 1 1 0,-3-5-1 16,3-2-1-16,-3-1-2 0,2-2 4 0,-2 0 4 31,2-1 0-31,-2-1 8 0,-1-4 15 0,1 3 33 0,-1-3 21 0,0 0-9 15,0 0 3-15,17-6-12 0,-11-2-3 0,2-2 2 16,2 1-10-16,2-6-2 0,0 2-1 0,0-1-6 16,-1 0-8-16,1 0 8 0,-1 2-4 0,-2 3-9 15,0 1 3-15,-4 4 2 0,1-3-7 0,-3 4 0 16,1-1-1-16,0 2-4 0,2 0 2 0,-6 2-10 16,13-2-19-16,-4 2-17 0,1 3-13 0,-1-1-26 0,4 0-30 0,0 2-21 15,0 3-41-15,3 0-45 0,0 3-42 0,0-5-63 16,0 3-243-16,-4-4-617 0,5 0 273 0</inkml:trace>
  <inkml:trace contextRef="#ctx0" brushRef="#br0" timeOffset="17248.91">19821 3442 168 0,'0'0'350'0,"0"0"-24"0,0 0-19 15,-5 1-22-15,5-1-21 0,0 0-16 0,0 0-27 16,0 0-34-16,0 0-12 0,16-4-16 0,1 0-16 16,4-1-12-16,11-2-27 0,1 2-26 0,0 0-30 0,6 2-37 15,-5-1-35-15,-1-2-40 0,-3 4-41 16,-1 0-44-16,-6 1-51 0,-4-1-58 0,-5 1-144 15,0 1-434-15,-4-1 193 16</inkml:trace>
  <inkml:trace contextRef="#ctx0" brushRef="#br0" timeOffset="17449.68">19917 3684 273 0,'-3'3'326'0,"3"-3"-13"0,-3 5-12 0,3-5-31 16,0 0-30-16,0 0-27 0,0 0-21 16,34-8-21-16,-7 1-15 0,4 0-21 0,6-1-22 15,-1-1-29-15,17-1-52 0,-16 2-56 0,3 0-66 16,-3-1-70-16,12 0-92 0,-16 0-131 0,1-2-414 0,-3 4 184 16</inkml:trace>
  <inkml:trace contextRef="#ctx0" brushRef="#br0" timeOffset="17912.88">20599 3361 371 0,'-1'-4'373'0,"1"4"-14"0,-5-7-15 15,5 7-28-15,0-5-21 0,0 5-28 0,0-3-31 16,0 3-29-16,0 0-18 0,-1-4-20 0,1 4-29 16,0 0-4-16,0 0-44 0,0 0-8 0,0 0-12 0,-3 15-6 0,6-5-2 15,-6 4-10-15,3 1-8 0,0 3 1 0,-4-1-1 16,3 3-7-16,1 0-3 0,-4 0-9 0,3-1 6 16,-6 5-7-16,2-6 10 0,3-3-14 0,-1-3-9 15,2-2-13-15,-1-3 11 0,2 0-12 0,-2-2 1 16,2 0 8-16,0-5 7 0,0 6 25 0,0-6 26 15,0 6 19 1,0-6-4-16,0 0 1 0,0 0-19 0,15-12-4 0,-7 5-9 16,1-2-3-16,5-4-4 0,-1 0 2 0,1 1-14 15,1-1-3-15,-2 0 5 0,-1 4-14 0,-3 2 3 16,1 0-12-16,-5 1 2 0,1 4-7 16,-2-2-1-16,-1 1-4 0,2 0 1 0,-2 0-5 15,-3 3-1-15,10 0-3 0,-10 0 5 0,11 7-5 0,-4-3-4 16,3 0-5-16,-1 5-15 0,1-2-9 0,1 1-12 0,-3-2-25 15,5 3-26-15,-2-2-31 0,-2-2-33 0,2 4-39 16,0-3-42-16,-2-1-51 0,0-1-307 0,-2-4-657 16,0 2 290-16</inkml:trace>
  <inkml:trace contextRef="#ctx0" brushRef="#br0" timeOffset="19497.82">22116 3181 174 0,'0'0'248'0,"0"0"-20"0,0 0-21 15,0 0-22-15,0 0-17 0,-5-3-21 16,5 3-15-16,0 0-16 0,0 0-5 0,0 0-13 15,0 0-13-15,0 0-8 16,0 0-9-16,0 0-4 0,0 0-7 0,0 0-6 16,0 0-6-16,0 0 0 0,0 0-6 0,0 0-5 15,0 0 0-15,0 0-9 0,0 0 3 0,9-3-2 16,-4 1-3-16,0-1-4 0,4-2 3 0,1 0-6 16,-2 1-2-16,1-3 0 0,2 2-3 0,-3 0 2 15,1-2-1-15,-1 2 5 0,1 1 6 0,-5-2 13 16,1 2 5-16,-1-3 2 0,-1 2 4 0,0 0 5 0,0 0 2 15,-2 1-2-15,-1-3-7 0,-1 3 2 0,-3-2-14 0,-1 2-7 16,-2 0-5-16,-7 0-2 0,-1 1-2 0,-7 5-4 16,3 0 1-16,-12 3-4 0,0 3 1 15,3 4-5-15,-4 0 10 0,-1 6-10 0,0-2-1 16,1 5-1-16,0-1 0 0,4 2 0 0,4 2-4 16,-2 3 2-16,2 1-1 0,5 1 2 0,3 0 2 0,4 0-4 0,4-1-4 15,4-2-10-15,4 0 0 0,9-1-3 0,8-2 4 16,4-4-1-16,6-1 1 0,10-3-5 0,13-4-3 31,5 2-8-31,3-4-8 0,2-6-9 0,1-3-9 16,0-3-2-16,3-3-11 0,-5-2 5 0,-3-1 4 15,-2-1-5-15,-16-1 3 0,-1-3 2 0,-5 0 12 16,0-1 2-16,-2 1 3 0,-6-1 23 0,-6 1 19 0,-6 2 25 0,-2 3 8 16,-2 1 19-16,-1-1 1 0,-5 1-4 0,-2 3-7 15,-2-2-3-15,-2 1-2 0,-1 5-4 0,-4-2-5 16,-3 4-6-16,-7 1-4 0,1 2-4 0,-10 4 1 15,1 3-2-15,1 2 3 0,-1 1-5 0,4 1-1 16,7-1-1-16,-5 3-1 0,9-5-2 0,-2 3 3 0,4-1 1 16,2 0-7-16,6-3-4 0,2-2-1 0,-2-1 1 15,5-1 3-15,3 1-1 0,3-2 1 0,5-3 1 16,4-1 1-16,5-4 0 0,-1 2 1 0,-2-5-3 16,7 0 2-16,-5-2 1 0,2-2-4 0,-5 1 4 15,-1-1-3-15,1-1 8 0,-3 0 0 0,2 2 1 16,-4-2 1-16,2 2 3 0,-5 1-7 0,0 0 6 15,-5 1 0-15,2 2-5 16,-3 1-1-16,-1 1 3 0,1-1-8 0,-5 3 2 16,5-3-6-16,0 1 1 0,-5 2-4 0,0 0 1 15,0 0 1-15,0 0 1 0,13 5-2 0,-10-2 3 16,-2 0 0-16,4 3 0 0,-2-1 1 0,2 0-3 16,-3 1 4-16,1 1-2 0,-2-2 1 0,3 1-4 15,-1-1 6-15,-1-1 0 0,1-1-1 0,-3-3 2 16,2 9 5-16,-2-9-6 0,2 3 1 0,1-1 3 0,-3-2 7 15,0 0 5-15,0 0 9 0,26-10 4 0,-16 6 3 16,-1-2 5-16,1-3 1 0,-1 1-1 0,4-3 2 16,1 1-1-16,1-1-5 0,-2 1 1 0,-3 3-7 15,-1 0-3-15,0 2-4 0,-2 2-2 0,-1-2-2 16,-2 2-5-16,-2-1-7 0,-2 4-6 0,7-5-1 16,-7 5-25-16,6 0 2 0,-6 0-5 0,8 5-10 0,-7 0-23 0,4 2-33 15,-2-2-27-15,1 2-35 0,1-2-42 0,0 4-68 16,1-3-210-16,-1-1-514 0,0 1 228 0</inkml:trace>
  <inkml:trace contextRef="#ctx0" brushRef="#br0" timeOffset="19945.12">23142 3487 104 0,'0'0'317'0,"0"0"-26"0,0 0-11 0,0 0-15 16,0 0-27-16,9-3-24 0,-9 3-19 0,13-3-17 15,-4-2-24-15,1 2-14 0,4-3-16 0,4 3-11 16,0-2-12-16,2-2-10 0,1 3-5 0,-2-2-13 16,2-1-2-16,-1 2-14 0,-1-4-1 0,0 1-7 0,-5-2-2 0,4 0-1 15,-1-1-2-15,-3-1 14 0,-1 1-14 16,-2-1 0 0,-3 0 1-16,-2 2 3 0,2-2 8 0,-4 3 0 0,-2-1 6 15,0 4-1-15,-2-2-14 0,0 3-2 0,-4-2-5 16,-4 2-13-16,-1 2-6 0,-2 3 0 15,-10 0-6-15,2 6-6 0,-7 3-2 0,-2 4 6 16,0 1-8-16,1 1 2 0,4 3-4 0,2 2 4 0,4 0-5 16,-1 0 0-16,8-5 0 0,-3 9-1 0,8-4-3 15,1-3-2-15,4 4 2 0,4-3 0 0,6-1 1 16,2-1 4-16,6-3-2 0,3 2-6 0,5-3 10 16,1-2-2-16,6-1-1 0,0-1 0 0,-1-4 1 15,0 0 0-15,1-1 1 0,-4-3-3 0,-8 2-1 16,-7-2 11-16,-4 0 12 0,1-2 19 0,-4 4 15 0,-7-2-1 0,13 0 13 15,-8 1-11-15,-5-1 0 0,0 0-11 16,11-3 6-16,-11 3-9 0,0 0-18 0,0 0-5 0,11 2-21 16,-11-2-22-16,0 0-47 0,0 0-44 0,0 0-56 15,0 0-45-15,0 0-43 0,-9-13-48 0,9 13-281 16,-5-9-633-16,1 5 281 0</inkml:trace>
  <inkml:trace contextRef="#ctx0" brushRef="#br0" timeOffset="20283.48">24048 2937 89 0,'0'-3'309'16,"0"3"-35"-16,0-8-26 0,0 8-31 0,0 0-21 0,0 0-23 15,4 12-18-15,0 6-14 0,5 7-11 0,0 7-15 16,1 13-12-16,3 7-9 0,-3 3-14 0,-1 5-3 16,2 21-4-16,-7-24-8 0,-2 1-3 0,-4-2-7 15,-7 1-6-15,-6 2 2 0,-8 25-4 0,4-31-6 16,-8 0-2-16,-6-2 0 0,-4-2-4 0,-5-5-17 15,-6-1-29-15,-3-6-31 16,-24 8-45-16,21-12-77 0,-24 5-282 0,17-16-482 16,-3-5 214-16</inkml:trace>
  <inkml:trace contextRef="#ctx0" brushRef="#br0" timeOffset="21134.38">18675 2977 43 0,'-1'-2'223'16,"1"2"-19"-16,0 0-25 0,-16 5-19 0,2 7-17 16,-1 6-11-16,-5 10-11 15,-7 14-19-15,-4 12-11 0,-11 26-9 0,0 5-8 16,7 0-4-16,2-1-7 0,6 2-2 0,4 1-5 15,9-1-2-15,8-1-9 0,6-26 8 0,5 1 3 0,8-2-2 16,7-2 5-16,4-9-1 0,3-5 3 0,10-4 1 16,2-3 7-16,3-7-3 0,2-3 8 15,2-6-7-15,6-2-2 0,-1-5-4 0,-14-3-7 0,-1-1-2 16,-1 0-7-16,-8-4-5 0,-5 0-2 0,-3 0-4 0,-7-4-4 16,-3 2-5-16,-2 0 1 0,-1-1-4 0,0 0 4 0,-1-1-4 15,-5 0-2-15,9 0-12 0,-6 1-18 0,-3-1-34 16,0 0-41-16,0 0-65 0,9 0-84 15,-9 0-205-15,0 0-473 0,0 0 210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5-18T05:30:04.27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2481 6910 27 0,'0'0'86'0,"0"0"-4"0,0 0-9 15,0 0 0-15,0 0-14 0,0 0 2 0,0 0-4 16,0 0-7-16,0 0-4 0,0 0 1 0,0 0 2 0,0 0 2 16,0 0 0-16,0 0-8 0,0 0 5 0,0 0 11 15,0 0-9-15,0 0 5 0,0 0 11 0,3-4-12 16,-3 4 4-16,0 0 6 0,0 0-4 16,0 0 7-16,0 0 2 0,0 0-8 0,0 0 8 15,0 0 1-15,0 0-3 0,0 0 2 0,0 0-4 0,0 0-1 16,0 0 1-16,0 0 0 0,0 0-3 0,0 0-6 15,0 0-5-15,0 0-6 0,0 0 1 0,0 0 1 16,-2-4 2-16,2 4 3 0,0 0-3 16,0 0-5-16,0 0-3 0,0 0-3 0,0 0-6 0,0 0-2 15,0 0-3-15,0 0-5 0,0 0 0 0,0 0-5 16,0 0-4-16,-1-5-15 0,1 5-12 0,0 0-6 16,0 0 1-16,-1 13 2 0,-1-4-1 0,0 3 1 15,1 6 5-15,-6 10 21 0,3 1-6 0,-3 3-2 16,2 2 1-16,-4 14 1 0,4-14-1 0,0 0 1 15,-1-1-2-15,0-1 1 0,5-3-2 0,-3-3 4 16,2 0-5-16,-2-6 1 0,1 0 0 0,3-4 2 16,-1 2-2-16,1-1 0 0,0-5 1 0,-3 0-1 15,3-3 0-15,0 1 1 0,0-4 4 0,0 2-5 16,0-2 0-16,0-2 0 0,0 1 2 0,-1 0-1 16,1-5 0-16,0 5 0 0,0-2 0 0,0-3 1 15,1 6-1-15,-1-6 7 0,1 3 0 0,-1-3 11 16,0 2-1-16,0-2 3 0,0 0 1 0,0 0 1 15,0 0 3-15,0 0-6 0,0 0 2 0,0 0 0 16,0 0-3-16,0 0-22 0,0 0-40 0,0 0-46 16,2-11-50-16,-1 1-52 0,-1 2-232 0,4-3-458 15,-4-2 204-15</inkml:trace>
  <inkml:trace contextRef="#ctx0" brushRef="#br0" timeOffset="849.29">2459 6950 80 0,'0'0'102'0,"0"0"-6"0,0 0 9 15,0 0-16-15,0 0-7 0,0 0-9 0,0 0-11 16,0 0 0-16,0 0-2 0,0 0 2 0,0 0-14 16,0 0-2-16,0 0-3 0,0 0-4 0,0 0 1 15,0 0-3-15,0 0-4 0,0 0 1 0,0 0-6 16,0 0-1-16,0 0 3 0,0 0-2 0,0 0-2 16,0 0-4-16,0 0 8 0,0 0-7 0,0 0-3 15,0 0-5-15,0 0-3 0,0 0 0 0,0 0 2 16,0 0-8-16,0 0-2 0,0 0 7 0,0 0-1 15,0 0-2-15,0 0 1 0,18 4 0 0,-6-2-4 16,7-1-4-16,4-1 7 0,5-1-2 0,4 2 3 16,7-1 2-16,1 1 1 0,-1-1 2 0,1-1-4 15,10 1 5-15,-9 0-3 0,-5-1 3 0,-2 2-4 16,0-1-5-16,-5 0 2 0,-1 1-5 0,-10-2 0 16,1 1 6-16,-5 1-6 0,-2-1 1 0,-5 2 3 15,0-2-7-15,0 1 4 0,-7-1 3 0,9-1-7 16,-9 1 6-16,4 1 0 0,-4-1-4 0,0 0-25 15,0 0-12-15,-21 4-17 0,9-4-36 0,2 2-49 16,-4 1-97-16,1-3-252 0,0 0 111 0</inkml:trace>
  <inkml:trace contextRef="#ctx0" brushRef="#br0" timeOffset="1565.5">2407 7296 4 0,'0'0'159'16,"0"0"-8"-16,0 0-16 0,0 0-11 0,0 0-10 15,0 0-8-15,0 0-7 0,0 0-4 0,0 0-9 16,0 0-6-16,0 0-6 0,0 0-12 0,0 0-2 16,0 0-7-16,0 0-8 0,0 0 4 0,0 0-11 15,0 0-6-15,0 0 1 0,0 0-6 0,-5 0-4 16,5 0-2-16,0 0 9 0,0 0-13 0,0 0-3 16,0 0 1-16,0 0-2 0,0 0-3 0,0 0-2 15,0 0 2-15,0 0-5 0,0 0 3 0,0 0-1 16,18 3 4-16,-9-3 1 0,4 0 1 0,7 0 0 15,2-3-1-15,8 3 4 0,1-1-6 0,1 0 2 16,0 2-2-16,-2 0 0 0,1-1-3 0,-4 0 3 16,-4-1-2-16,5-2 0 0,-10 2-4 0,1 0 3 15,-6-1-2-15,1 1-3 0,-2 1 0 0,-3-1 3 16,-2 1 2-16,-1-1-3 0,0-1 0 0,-6 2 2 16,9 0-3-16,-9 0 4 0,5-1-4 0,-5 1-8 15,0 0-9-15,7 1-12 0,-7-1-22 0,0 0-28 16,0 0-20-16,0 0-27 0,0 0-149 0,0 0-295 0,-16 4 131 15</inkml:trace>
  <inkml:trace contextRef="#ctx0" brushRef="#br0" timeOffset="2215.5">3245 7257 11 0,'3'-4'209'0,"-3"4"-9"0,0 0-2 15,0 0-11-15,0 0-7 0,0 0-9 0,0 0-12 16,0 0-10-16,-3-5-14 0,3 5-8 0,0 0-15 16,0 0-10-16,0 0-15 0,0 0-8 0,0 0-6 15,-5-3-11-15,5 3-3 0,0 0-7 0,-11 1-8 0,11-1-3 16,-12 4-6-16,7-1-6 0,-2 0 0 15,0-1-6-15,-1 5-3 0,-1-2-3 0,4 3-2 16,-2 0-1-16,-4 2-4 0,6 0 1 0,-3 1-2 16,1 0 0-16,2 0-2 0,0 3 0 0,2 1-2 15,0-6 3-15,2 3-7 0,1-2 6 0,0-2-3 16,-1 2 0-16,2 0 3 0,-1-4-1 0,3 1-2 16,-1-1 0-16,4-2 2 0,-1 0-2 0,2 0 4 15,2 1 0-15,-2-3-2 0,4-1 3 0,3-1-3 0,-1-1 3 16,6-1-3-16,-5-3 3 0,0 1 3 15,-1-1 3-15,5 0 1 0,-4-4 5 0,1 1 1 16,-4 1 6-16,0 0 0 0,-3 0-1 0,1-5 5 16,-3 4 6-16,0-1 8 0,-1 0 4 0,-1-2-5 15,-2 3 4-15,0-2-5 0,-4 0-6 0,-1 4-6 0,0-1 0 16,-3-1-8-16,-3 2-5 0,0-1-9 16,-1 0-2-16,-1 2-6 0,0 1-11 0,-3 2-9 15,1-1-7-15,3 2-9 0,-5 0-18 0,3 2-14 16,1-1-23-16,-2 1-30 0,4 0-27 0,-1 3-27 0,1-4-26 15,3 3-219-15,0 0-451 0,3-1 200 0</inkml:trace>
  <inkml:trace contextRef="#ctx0" brushRef="#br0" timeOffset="2748.61">3502 7246 152 0,'0'0'259'0,"0"-5"0"0,0 5-12 16,0 0-6-16,0 0-11 0,1-3-13 15,-1 3-14-15,0 0-13 0,2-3-18 0,-2 3-9 0,0 0-21 16,0 0-17-16,0 0-10 0,0 0-14 0,0 0-8 15,0 0-11-15,0 0-15 0,0 0-20 0,0 0-21 16,0 0-16-16,0 0-8 0,0 0-2 16,0 0 5-16,-2 15-5 0,1-9 0 0,1 3 1 15,0 3 4-15,-1-2-4 0,0 2-1 0,2 0 2 16,-1 0 0-16,-1 1 0 0,2 0-1 0,-1-2 1 0,1 1 1 16,2 1-2-16,0-4 1 0,-1 0 3 0,0-1-4 15,-1-2 1-15,3 1 1 0,-1-3-2 0,-3 0 6 16,4 0 1-16,-2-1 0 0,2-1 8 15,0-1 12-15,-4-1 5 0,10-2 1 0,-2-2-2 0,0 0-4 16,2-3 0-16,-3 2-3 0,2-4 1 0,3 1 3 16,-2-4-2-16,-1 4 3 0,0-3 5 0,0 5 3 15,-3-3 10-15,-1 3 10 0,2-2-19 0,-3 4 11 16,-1-1-7-16,4 2-4 0,-6 0-3 0,3 0-8 16,-4 3-8-16,1-3-9 0,-1 3-15 0,0 0-11 15,7-1-5-15,-7 1 5 0,6 7-9 0,-2-3 1 16,-3 2-1-16,5 3 0 0,0 1 5 0,-1 2 0 15,0-3-4-15,2 3-2 0,1 0-2 0,-1-2-9 16,-1 0-23-16,1 0-17 0,0-2-28 16,1 1-38-16,-2-3-48 0,5 0-71 0,-4-2-215 0,-2-3-516 15,-5-1 228-15</inkml:trace>
  <inkml:trace contextRef="#ctx0" brushRef="#br0" timeOffset="3366.09">3815 7265 115 0,'0'0'220'0,"9"-2"-21"16,-9 2-15-16,0 0-14 0,13 2-13 0,-7 0-14 15,4 1-11-15,2-1-9 0,-2 1-9 0,2 4-6 16,4 2-11-16,-3-1-4 0,0 1-11 0,0 0-7 15,-1 2-5-15,0 0-6 0,-2 2-7 0,-3-3-4 16,0 2-8-16,-1 0-2 0,-2 0-5 0,-1-2 0 16,-1 2-6-16,0-3-3 0,-4 1 0 0,0-3-4 15,-3 2-1-15,-3-1-4 0,1-1-1 0,0-3-2 16,1 0 1-16,-4 1 0 0,3-2 5 0,1-1 4 16,-2-2 3-16,8 0 6 0,-11-4 4 0,6 1 5 15,1-3-3-15,1 1-10 0,3-2 1 0,3-3-6 16,2-1-7-16,5-4-11 0,7-6-6 0,2 1-6 15,1 4-1-15,5-1-6 0,0 2 0 0,1 2-1 16,0 1-1-16,1 2 2 0,3 1 2 0,-6-2 0 16,3 3-2-16,0 0 6 0,-7 6-2 0,-1-3 1 15,-1 1-1-15,-4 1 3 0,-1-1 1 0,0 3 6 16,-7-2 5-16,-1 2 2 0,3-2 5 0,-4 2 7 16,-4 1-1-16,10 0 1 0,-10 0 5 0,5 0-3 15,-5 0-2-15,8-1-1 0,-8 1-2 0,0 0-2 16,0 0-1-16,0 0 0 0,4 2-4 0,-4-2 2 15,0 7-3-15,0-7-6 0,-3 5 3 0,2 0-1 16,1 0-3-16,-3 2 0 0,1 1-1 0,-1 0 1 16,3 2-2-16,-1 0 0 0,-2 2 1 0,3 1 0 15,-1-2 0-15,-2 1 0 0,3 5-3 0,-2-2 3 16,2-1-3-16,0-2 2 0,0-1 2 0,0-1-4 16,0 1 4-16,0-6-2 0,0 2 0 0,2 1 2 15,-2-4 1-15,0 2-4 0,0-2 5 0,3 0 1 16,-3-4 6-16,0 4-3 0,0-4 3 0,0 4 3 15,0-4-9-15,0 0-26 0,0 0-25 0,0 0-5 16,1-15-29-16,-1 8-35 0,0-3-42 0,3-2-49 16,-2-5-256-16,2 1-496 0,-2-4 219 0</inkml:trace>
  <inkml:trace contextRef="#ctx0" brushRef="#br0" timeOffset="3548.16">4288 7043 288 0,'-4'-3'300'0,"2"2"-10"16,2 1-9-16,-7-4-17 0,7 4-14 0,-3-1-14 15,3 1-17-15,0 0-16 0,0 0-20 0,-2-6-15 16,2 6-23-16,0 0-38 0,0 0-30 0,0 0-28 16,0 0-41-16,0 0-49 0,22 9-55 0,-11-6-73 15,1 2-95-15,2 0-153 0,-4-4-451 0,3 0 200 16</inkml:trace>
  <inkml:trace contextRef="#ctx0" brushRef="#br0" timeOffset="4031.96">4619 7371 120 0,'0'0'177'0,"0"0"-6"0,0 0-12 16,0 0-15-16,0 0-15 0,0 0-13 15,0 0-9-15,14-9-26 0,-8 7 6 0,3-1-10 16,0 0-8-16,3 0-4 0,-1-3-8 0,1 1-6 0,-1 0-3 16,-2-2 0-16,5 1-3 0,-5 0 10 0,0-2 5 15,1 4 8-15,-2-4 11 0,1 3 3 0,-5 0 5 16,1 1 0-16,-1 0-3 0,-1-1-2 16,-1 2-7-16,-1-2-6 0,-1 1-8 0,0 4-11 0,-4-5-6 15,-2 2-6-15,-3 3-6 0,0 3-2 0,-4-3-7 16,3 2-3-16,-3 3-2 0,-5 2 4 0,4 0-14 15,-2 2 3-15,1 1 1 0,0 1-2 0,4 2-1 16,-1-1-2-16,2 1 0 0,4-2-1 0,2 2-5 16,1-1 4-16,1-2-3 0,3 2 1 0,0 0 0 15,4 2 3-15,3-1-1 0,1-5-2 0,5 3-11 16,3-2-18-16,2-4-24 0,1 2-39 0,-2-5-52 16,10-3-60-16,-6 0-216 0,-4-3-452 0,11-3 200 15</inkml:trace>
  <inkml:trace contextRef="#ctx0" brushRef="#br0" timeOffset="4364.85">4973 7238 170 0,'0'0'203'15,"13"1"-7"-15,-7 0-9 0,4 0-14 0,3 3-6 16,0 1-12-16,-2 1-12 0,6 1-5 0,0 3-10 15,0-1-9-15,1 3-9 0,0-1-12 0,-4 2-7 16,2 2-9-16,-5-2-10 0,3 1-3 0,-6 0-6 16,-3 1-8-16,0-1-5 0,-2-4-4 0,-2 1-5 15,0 0 0-15,-1-2-2 0,-1 0 3 0,0-4 3 16,-2 1 7-16,2-2 4 0,-3 0 18 0,0-2 14 16,0-1 7-16,4-1 17 0,0 0 17 0,-11-7 12 15,7 3 21-15,0-4 4 0,3 1-10 0,1-3-3 16,1-6-18-16,3-1-10 0,2-3-20 0,6-5-19 15,1 2-20-15,2 1-14 0,-1 1-23 0,4 0-24 16,2 3-67-16,-6 3-48 0,3 5-70 0,-3-1-82 16,-2-2-132-16,-1 7-223 0,-2-5-669 0,-4 8 295 0</inkml:trace>
  <inkml:trace contextRef="#ctx0" brushRef="#br0" timeOffset="8881.95">5636 7420 75 0,'0'0'92'0,"-6"2"-1"0,6-2 3 16,0 0-3-16,0 0-4 0,0 0 0 0,0 0-24 16,0 0 18-16,0 0-10 0,0 0-19 0,0 0 11 15,0 0-5-15,0 0-10 0,0 0 8 0,0 0 0 16,0 0 1-16,0 0 7 0,0 0 1 0,0 0 0 15,0 0-3-15,0 0 0 0,0 0 3 0,0 0-7 16,0 0-1-16,0 0 0 0,0 0-7 0,0 0-3 16,0 0-4-16,0 0-6 0,0 0 0 0,0 0-7 15,0 0 1-15,0 0 0 0,0 0-7 0,0 0-2 0,0 0 0 16,0 0-5-16,0 0-6 0,0 0 3 16,0 0-2-16,0 0-4 0,0 0 3 0,0 0 3 15,0 0-5-15,0 0-1 0,0 0 0 0,0 0-2 16,0 0 2-16,0 0-3 0,0 0 1 0,0 0-4 0,0 0 0 15,0 0 2-15,0 0 0 0,0 0-2 16,0 0-2-16,0 0 1 0,0 0 2 0,0 0 0 16,0 0-2-16,0 0 0 0,0 0-3 0,0 0-3 15,0 0 5-15,0 0 11 0,0 0 0 0,27 1-5 16,-7-2 1-16,7-1 2 0,5-1-3 0,0 1 1 0,2-2 0 16,2 1-4-16,1 1 4 0,-1 2 4 0,-1-3-4 15,0 2-4-15,-3-1 1 0,-3 2 1 0,-7 0-1 16,-5-1-3-16,-6 0 3 0,-1 1-3 0,-1 0 3 15,-1 0 3-15,-3-2 1 0,-5 2 1 0,8 0 2 16,-8 0-2-16,0 0 1 0,0 0-9 0,0 0-22 16,0 0-36-16,-19 4-36 0,8-2-45 0,-1-1-224 15,-1-1-391-15,3-1 173 0</inkml:trace>
  <inkml:trace contextRef="#ctx0" brushRef="#br0" timeOffset="12972.91">6531 6996 173 0,'0'0'195'0,"0"-7"-6"0,0 7-10 16,0-7-10-16,1 4-5 0,0 1-9 0,-1 2-4 15,1-6-14-15,-1 6-3 0,0-4-14 0,0 4-11 16,0 0-10-16,0 0-12 0,0 0-11 0,0 0-6 16,0 0-8-16,0 0-16 0,0 0-3 0,0 0-4 15,0 0-9-15,0 20-2 0,-3-4-2 0,0 2-1 16,-1 9-3-16,3-1-4 0,-3 6 2 0,0-4-4 15,-1 5-3-15,0-1-1 0,1-2-1 16,3-2 2-16,-3-2-3 0,0-6-3 0,4-2 2 0,-4 0 0 16,3-1-3-16,-2-1-1 0,2-2 1 0,1-4 0 15,0 0 2-15,-1-1-4 0,-3-2 2 0,4-1-2 16,-1-2 2-16,1 0-1 0,0 1 0 0,0-5 2 16,0 5 0-16,-3-2 1 0,3-3 8 0,0 5 6 15,0-5-2-15,0 0 1 0,-1 4-2 0,1-4 1 16,0 0-3-16,0 0-1 0,0 3-2 0,0-3-2 15,0 0-9-15,0 0-42 0,0 0-32 0,0 0-35 16,0 0-35-16,-4-11-30 0,4 11-230 0,-1-8-433 16,1 5 192-16</inkml:trace>
  <inkml:trace contextRef="#ctx0" brushRef="#br0" timeOffset="13409.62">6531 7452 124 0,'-4'1'160'0,"4"-1"-5"0,0 0-3 16,0 0-8-16,0 0-12 0,0 0-2 0,0 0-10 15,-4 2-10-15,4-2-10 0,0 0-4 0,0 0-9 16,0 0-4-16,0 0-6 0,0 0-5 16,0 0-12-16,0 0-6 0,0 0-1 0,0 0-6 0,0 0-5 15,0 0-2-15,27-6-3 0,-9 3-5 0,2 1-3 16,7-2-11-16,2 1 7 0,2-2-7 0,1 2 0 16,1-1 1-16,0 1-4 0,1 1-2 15,0-3 1-15,-2 3-4 0,0 0 1 0,0-1-4 0,-13 2 2 16,1 2 1-16,-3-2-5 0,-3 1 1 0,-2 0-3 15,-1-1-1-15,-5 1-2 0,2 0 6 0,-3 0 1 16,-5 0 5-16,8 0 2 0,-8 0 1 0,10 0 5 16,-10 0-1-16,0 0-2 0,0 0-4 0,5-3-1 15,-5 3-1-15,0 0-10 0,0 0-18 0,0 0-19 16,0 0-21-16,-17 8-12 0,11-7-31 0,6-1-25 16,-6 3-37-16,3-1-158 0,-2-2-347 0,5 0 153 15</inkml:trace>
  <inkml:trace contextRef="#ctx0" brushRef="#br0" timeOffset="14599.08">7171 7435 33 0,'0'0'156'0,"0"0"-3"0,0 0-7 0,0 0-9 16,0 0-19-16,0 0-7 0,0 0-11 0,0 0-11 15,0 0-11-15,15-6-8 0,-7 4-3 0,-1 0-6 0,3 0-6 16,1-1-10-16,0 0 0 0,2-1-11 16,-1-1-4-16,2 3-2 0,-3-1-2 0,3-2-4 15,0 0 1-15,-3 1-2 0,1-2 6 0,0 0 8 16,-2 0 13-16,0 1 7 0,-1-4 10 0,-2 4 9 0,-2-1 3 16,1 0 5-16,-2 2 5 0,-3 0 1 0,3 0-5 15,-1-2-4-15,-2 1-5 0,0 1-6 0,0-2-6 16,-2 2-4-16,-1 0-10 0,-1-1-5 0,-1 1-8 15,1 0 0-15,-1 0 1 0,-3 1-9 0,1 1-2 16,-2-1-2-16,0 3-4 0,1-1-3 0,-5 0-1 16,4 2-5-16,-2-1 0 0,0 4-2 0,1 1-2 15,-1-2-3-15,1 3 1 0,0 2 0 0,-1-2-1 16,2 4 2-16,3-1-8 0,0 1 7 0,0-1-5 16,2 2-1-16,3 2-4 0,-1-3-3 0,5 2 2 15,-2-3-1-15,5 1 2 0,4 2 2 0,7-3-2 16,1 1 4-16,7 0-4 0,6-5-8 15,3-3-6-15,3 0-5 0,0 1-10 0,13-3-1 0,-10-5 5 16,10-1 4-16,1 2 0 0,-16-5 3 0,1 1 3 16,-1 1 2-16,-4-4 2 0,0 0 4 0,-5 0 1 15,0-1 9-15,-3 2 18 0,-9 0 10 0,-2 4 11 16,-4-3 7-16,0 5 0 0,-3-2 3 0,-2 2 0 16,-3-2-6-16,2 1-2 0,-6 1-8 0,-2-2-6 15,-1 3 1-15,-7 1-5 0,-6 0 0 0,-2 1-5 16,0 2-5-16,-2 2 10 0,0-1-8 0,-4 1-3 15,9 2-5-15,-4-1 1 0,7 0 2 0,-2 3-19 16,7-3-11-16,-2 2-11 0,3-2-7 0,2 3-12 16,2 0-4-16,4-3 1 0,-1 4 0 0,4-4 3 15,1 2 5-15,5 2-1 0,3-5-4 0,5 1-4 16,4 1-2-16,1-3-8 0,2-2-8 0,5-4 3 16,-1 1 7-16,-6 0 9 0,-2-2 7 0,1-3 4 15,-1 2 11-15,-1-5 15 0,-2 0 14 0,0 0 19 16,-2-3 9-16,-4 3 10 0,-1-3 7 0,-1 0 9 15,-2 3 9-15,1 0 8 0,-5-2-3 0,1 3 2 16,-2 2-5-16,-1 0 1 0,0 2-4 0,3-2-6 16,-3 2-7-16,1 4 3 0,-1-5-8 0,0 4-8 15,0 3-9-15,0-4-22 0,0 4-1 0,0 0-2 0,0 0 1 16,-8 11 2-16,7-6-1 0,-3 8-4 0,3 3 4 16,-3 4-1-16,3 5 1 0,-3 0-1 0,4 1 4 15,0 2-3-15,5 4 0 0,-4-4-2 0,-1 1 1 16,4 0 2-16,1 2 0 0,-1-1-1 15,1 1-13-15,-1-3 1 0,2-2-4 0,-3 0-4 16,1-1 1-16,-3-7-7 0,-1 10-1 0,0-13 5 0,-1 2 1 16,-3-2 2-16,0-2 3 0,-4-5 0 0,-2 2 1 15,1 0 0-15,-7-2 2 0,-5-1 4 0,3-1 2 16,-9-1 1-16,-1 2 1 0,7-7 1 16,-9 0-3-16,10-4 5 0,-2 0 7 0,3 0 7 0,2-2-3 15,2-2 15-15,3 1 7 0,6-2 3 0,-3 0 12 16,1-1 1-16,3-7-6 0,5 1-5 0,5-9-6 15,4-2-6-15,5 4-4 0,7-2-4 0,1 2-4 16,4 0-2-16,1 3 2 0,3-1-2 0,0 2-3 16,2 1 1-16,3 1-1 0,-2 2-1 0,-1 0-2 15,-1 4 0-15,-2 1 1 0,-1 1-2 0,-2-2 6 16,-10 7 8-16,-3 0 9 0,-3 1 7 0,2-2 5 16,-6 3-2-16,2 0 0 0,1 1-1 0,-7-3-5 15,2 4-8-15,0-2-1 0,-4 2-1 0,0 0-18 16,5-3-8-16,-5 3-16 0,0 0-17 0,0 0-19 15,0 0-18-15,0 0-27 0,0 0-28 0,-19 3-30 16,19-3-47-16,-9 0-209 0,4 1-451 0,5-1 200 16</inkml:trace>
  <inkml:trace contextRef="#ctx0" brushRef="#br0" timeOffset="15849.48">8319 7441 87 0,'0'0'146'16,"0"0"-12"-16,0 0 4 0,-3 3-11 0,3-3-4 16,0 0-2-16,0 0-1 0,0 0-10 0,0 0-9 15,0 0-12-15,0 0-8 0,20-4-3 0,-12 3-16 0,1-3 6 16,2 1-14-16,-1-2-4 0,2-2 2 15,1 2 3-15,2-4-6 0,-1-1 2 0,-4 3 4 16,7-1 6-16,-4-2 5 0,-4 1 4 0,2 1 6 16,-1 1 6-16,-3-1 8 0,2 0-1 0,-3-1-9 0,-1 2-6 15,0-2 11-15,-2 2-14 0,-1 3-4 0,-2-4-10 16,0 3-5-16,0-2 7 0,-1 2-16 16,-1 0-8-16,-1 2-5 0,-2-1-6 0,0 2-2 15,-1-1-5-15,-2 0-3 0,0 6-6 0,-1-3-2 16,2 3-7-16,-5-2-8 0,3 4 0 0,0 0-3 0,0 3-3 15,0-1-5-15,1 3-8 0,1 0-2 0,-1-1-8 16,0 1-12-16,5 0-12 0,0-1 1 0,-2 3 5 16,5 2 4-16,1-6 3 0,4 3 6 15,0-5-6-15,3 5 2 0,1-5 0 0,5 3-1 0,3-2-6 16,-2-2-7-16,-2-2-12 0,7-2 4 0,1-1 11 16,-3-1 3-16,1 1 3 0,-1-5 17 0,0-2 10 15,-1 0 22-15,0 0 21 0,-3-1 23 16,0-1 17-16,-5-2 19 0,4 4 9 0,-4 2 10 0,0-4 18 15,1 4 9-15,-2-4-1 0,-3 5 1 0,0-1 1 16,-1 0 4-16,1 1-4 0,-1 0-8 0,-2 1-15 16,2 2-15-16,-1-1 5 0,-3 2-23 0,4-4-13 15,-4 4-3-15,0 0-11 0,2-4-23 0,-2 4-18 16,0 0-11-16,0 0 5 0,3 9-1 0,-3-3 2 16,0 1-3-16,1 3 6 0,-1 2-4 0,1-2 6 15,-1 3-4-15,0-1 2 0,2 0-2 0,-2-3-3 16,2 1 2-16,-1 0 1 0,-1-4-3 0,1 1 3 15,1-2 2-15,-1-1 1 0,-1-1 3 0,1 0-1 16,-1 3 3-16,0-6 16 0,3 4 18 0,-3-4 22 16,1 2 1-16,-1-2-14 0,0 0-2 0,8-6-2 15,-5 0-9-15,0 1-2 0,1-3 0 0,1 1-4 16,2-1 0-16,-2-4-9 0,1 3 1 0,-2 1-1 16,1-1-2-16,0 3-7 0,-1 0-2 0,-3 1 4 15,3 3 0-15,-3-1-2 0,2-3-4 0,-2 5-6 16,3-2-5-16,-4 3-10 0,4-4-25 0,-4 4-17 15,0-2-14-15,0 2-12 0,0 0 14 0,0 0 1 16,0 0 2-16,14 5 0 0,-9-1-8 0,7 5-6 16,-1-4-3-16,5 6-4 0,3-6-9 0,1 5-9 15,8-2-5-15,-2 1-9 0,4-3-6 0,-1 0 4 0,5-2 3 16,2 0 1-16,-3-1 4 0,3-1 1 16,-4-2 7-16,1-1 13 0,0-3 13 0,-5-1 3 15,-1 0 14-15,-4-2 28 0,-4 0 19 0,-1 0 20 16,-2 0 21-16,-4-2 19 0,-3 2 11 0,-1-2 13 0,-1 3-1 15,-1-2 5-15,-4 0-8 0,2-4-5 16,-4 6-7-16,-4-4-2 0,0 4-9 0,-1-1-3 16,-5 1-4-16,0 1-4 0,-2 1-3 0,-7 2 3 15,1-1-12-15,2 2-2 0,-3 2 0 0,-1 0-6 0,1 2 1 16,-1 1-2-16,0 3 0 0,0 0 1 0,2 1-2 16,3-1-2-16,-3 1-1 0,4 1-12 15,3-1-3-15,2 0-4 0,1 2-3 0,1 0-1 16,1-1 1-16,1 0 1 0,5-2 1 0,0 2 0 0,4-1 1 15,3-2 1-15,2 4 3 0,2-4-3 0,6-2-9 16,-1 0 1-16,3-2-1 0,0-1-4 0,-1-2 2 16,1-1 7-16,-2-2 1 0,2-1-2 0,-4-4 5 15,1-1 18-15,0 0 8 0,-3-2 9 0,0-2 1 16,0-3 1-16,-4 1 2 0,3-9 7 0,-1-1-4 16,-4-2 2-16,0 0-4 0,0-3 10 0,-3 2 9 15,-1 1 11-15,-1 1 11 0,-2-1 11 0,0 10 0 16,1 0 8-16,-1 4-1 0,-1 1-6 0,1 4-8 15,0-2-7-15,-4 1-2 0,4 5-7 0,0 0-14 16,0 1 0-16,0-1-6 0,0 0-17 0,0 5-27 16,0 0-34-16,-2-3-1 0,2 3 7 0,0 0 11 15,-3 23-5-15,1-7 1 0,-2 11 6 0,0 0 8 16,4 2-4-16,0 2 2 0,-2 0 4 0,2-1 0 16,2-6 2-16,1 2 3 0,-1-6 0 0,3 0 1 15,-5-3 0-15,3-1 1 0,-2-4-2 0,0-2-13 16,3-1-11-16,-4-3-7 0,1 1-2 0,-1-3 3 15,3-1 3-15,-3 1 4 0,1 1 1 0,-1-5-30 16,0 0-60-16,0 0-92 0,0 0-254 0,9-13-504 16,-6 4 223-16</inkml:trace>
  <inkml:trace contextRef="#ctx0" brushRef="#br0" timeOffset="16181.3">9665 7188 60 0,'6'2'170'0,"2"1"-10"15,1 5-16-15,-2-2-3 0,3 4-4 0,0-3-10 16,-4 5-17-16,4 1-5 0,-2-2-11 0,-3 1-8 16,3 2-10-16,-4-1-3 0,1-1-15 0,-1-2 0 0,-2 2-4 15,2-2-1-15,-4-1-10 0,4-4-3 0,-4 5 4 16,1-6 6-16,-1-1 14 0,0 1 13 15,1 1 11-15,-1-2 14 0,0-3 26 0,2 4 23 16,-2-4 23-16,0 0 5 0,0 0-22 0,0 0 6 0,0 0-4 16,0 0-7-16,0-13 4 0,1 7-11 0,-1-3-8 15,4 1-12-15,-4-3-12 0,5 0-18 16,0-5-18-16,3 2-19 0,2-1-32 0,1 1-33 0,-4 2-27 16,2-1-46-16,-1 3-43 0,2 1-50 0,-1 1-57 15,1 4-32-15,8-3-65 0,-8 1-203 0,4 4-572 16,0 1 254-16</inkml:trace>
  <inkml:trace contextRef="#ctx0" brushRef="#br0" timeOffset="16579.52">10060 7374 112 0,'0'0'260'0,"-3"3"-10"0,3-3-20 0,0 0-25 16,0 0-19-16,0 0-20 0,12-7-18 0,-3 3-14 15,1-2-15-15,3 0-12 0,2-1-8 0,4-2-15 16,-2 0-4-16,2 0-11 0,4-5-7 0,2 0-8 16,-9 1-4-16,2 4-6 0,-4-5-3 0,2-1-3 15,-1 6 0-15,-3-3 1 0,-4 2 5 0,-2 3 11 16,0-1-2-16,-4 3-8 0,-1-1-1 0,-2 0-6 16,-3 0-5-16,-5 1-4 0,0 1-4 0,-6 2-2 15,-2 2 1-15,-4 2-3 0,-1 2-5 0,3 2-4 0,-7 3 0 16,7-1-4-16,1 4-2 0,4-3-3 15,2 4 1-15,1 2 1 0,2-1-1 0,4 3 2 16,4 0-1-16,3 2 1 0,7-1 1 0,9 3 4 0,4 0 6 16,6-5-7-16,4-2-4 0,6-2 6 15,12 2-2-15,5-4-2 0,-4-3 1 0,3-4 0 16,-4 1 1-16,-12-4-3 0,-4 0 1 0,-2 0-2 16,-11 0-1-16,1 0-1 0,-6-1 1 0,-6 1 4 0,-2 0-1 15,-1-3 2-15,-3 3-1 0,-1-2-13 16,-3 2-22-16,0 0-30 0,0 0-42 0,-18-4-55 15,8 1-90-15,-8 2-213 0,4-2-494 0,0 1 218 16</inkml:trace>
  <inkml:trace contextRef="#ctx0" brushRef="#br0" timeOffset="19945.79">11451 6989 53 0,'-1'-5'223'0,"2"0"-10"0,-1 1-10 0,3-1-3 16,-3 0-6-16,0 1 3 0,0-1-11 0,1-1-8 15,-1 1-9-15,3 0-6 0,-3 1-14 0,2 0-4 16,1 0-9-16,-3 4-12 0,1-4-11 0,-1 4-10 16,0-4-20-16,0 4-4 0,0-4-9 0,0 4-10 15,0 0-16-15,0 0-28 0,0 0-3 0,0 0-2 16,4 11 0-16,-7-2 2 0,2 8-3 0,1 1-2 15,-1 2 1-15,-2 4-1 0,-3 3 1 0,3 1-4 16,2-2 2-16,-3-1 1 0,3 3-3 0,-3-10-2 16,2 2 5-16,0-3-4 0,1 0 1 0,-2-2 9 15,2-5-11-15,1 1 0 0,0-3 2 0,-2-1-2 16,-1-1 1-16,3-2 9 0,0 0 1 0,0 0 29 16,0-4 43-16,3 6 18 0,-3-6 38 0,0 0-6 15,0 0-11-15,0 0-18 0,-8-14-5 0,8 4-10 16,-4-1-7-16,4-5-11 0,-4-2 2 0,3-2-6 15,0-5-6-15,1-3-8 0,1-2-7 0,0 0-3 16,3-2-8-16,-2 5-1 0,1 1 2 0,0 1-9 16,1 6 7-16,-1 2-10 0,1 0-8 0,1 1 0 15,-1 0-2-15,1 5-9 0,2 1-2 0,-1 0-20 0,3 1-4 16,0 0-17-16,8 1-13 0,-2-2-14 0,3 5-16 16,2-2-19-16,0 2-30 0,1 2-24 0,1 3-33 15,-3 0-29-15,4 3-26 0,5 2-43 0,-10 0-299 16,0 2-629-16,-4 2 279 0</inkml:trace>
  <inkml:trace contextRef="#ctx0" brushRef="#br0" timeOffset="20139.18">11525 7351 5 0,'-1'1'166'15,"0"3"-10"-15,1-4-4 0,0 4 5 0,0-4 12 16,4 2-6-16,0 2-13 0,3-3-10 0,6-1-15 16,0 0-11-16,8 0-9 0,0-5-16 0,7 3-14 15,0-1-34-15,3 2-51 0,0-3-38 0,-2-1-63 16,-9 1-162-16,-4 1-296 0,-2-1 131 0</inkml:trace>
  <inkml:trace contextRef="#ctx0" brushRef="#br0" timeOffset="20349.32">11412 7283 121 0,'0'0'281'0,"-8"0"-22"0,8 0-15 0,-4 2-18 15,4-2-23-15,0 0-19 0,0 0-19 0,0 0-16 16,0 0-16-16,23-6-12 0,-4 4-13 0,13-3-13 15,2 0-17-15,-1 3-41 0,-2-2-50 0,3 1-53 16,-2 1-49-16,0-4-85 0,1 1-135 0,-6 0-364 16,1 0 162-16</inkml:trace>
  <inkml:trace contextRef="#ctx0" brushRef="#br0" timeOffset="20651.43">12338 7134 113 0,'0'0'319'0,"4"-5"-25"16,-4 5-18-16,1-2-23 0,-1 2-25 0,0-4-21 15,0 4-25-15,0 0-18 0,0-3-18 0,0 3-15 16,0 0-19-16,0 0-18 0,0 0-14 15,0 0-7-15,-6 12-6 0,2-5-5 0,-5 3-9 0,0 4-2 16,-5 1-5-16,3 0-8 0,-6 6-1 0,4-6-20 16,-2 0-11-16,3 2-7 0,0-3-11 0,-1 1-13 15,1-2-13-15,0 1-18 0,0-2-14 0,-1-1-30 16,3 1-26-16,4-7-36 0,-3 0-65 0,1 1-145 16,2-4-403-16,-1-1 178 0</inkml:trace>
  <inkml:trace contextRef="#ctx0" brushRef="#br0" timeOffset="20859.95">12167 7136 28 0,'1'-9'302'0,"2"2"-17"0,-2 2-19 15,3 1-29-15,-4 0-24 0,0 3-25 0,0 1-15 16,3-6-24-16,-3 6-19 0,0 0-17 0,0 0-7 16,0 0-11-16,10 13-10 0,-5-5-5 0,1 7-7 15,3 1-8-15,1 0-5 0,4 5-3 0,1 0 4 16,1 1-12-16,1-1-7 0,-2-1-3 0,4-1-14 15,-1 0-15-15,-1-6-15 0,-3 1-18 0,0-3-24 16,-1 0-16-16,-2-2-32 0,1-4-32 0,-1-1-28 16,1 1-248-16,-2-2-436 0,-4-3 192 0</inkml:trace>
  <inkml:trace contextRef="#ctx0" brushRef="#br0" timeOffset="21196.46">12649 7010 86 0,'0'-5'308'0,"0"2"-18"0,0 3-20 0,1-6-15 16,-1 6-23-16,1-7-22 0,-1 7-22 0,0-2-23 0,0 2-13 16,0 0-24-16,0 0-16 0,0 0-14 0,0 0-9 15,0 0-9-15,3 22-9 0,-2-7-10 16,-2 4-3-16,1 9-8 0,1 1-3 0,-1 3-3 15,0 1-2-15,-1 4-4 0,0-3-4 0,2 0-6 0,-1-2 0 16,-1 0-2-16,-1 0-4 0,1-7 6 0,1-3-8 16,0-3-5-16,0 1-2 0,1-4 2 15,-2-2 1-15,1-1-2 0,0-4-2 0,0 3-1 16,0-4 1-16,-1-1-21 0,1-2 1 0,0-1 0 0,0-1-5 16,0 2 2-16,0-5-23 0,0 0-47 0,0 0-41 15,0 0-41-15,-10-9-34 0,8 3-59 0,-3-6-155 16,0-3-446-16,1-1 197 0</inkml:trace>
  <inkml:trace contextRef="#ctx0" brushRef="#br0" timeOffset="21829.69">12647 7193 154 0,'2'-5'259'16,"-4"-1"-11"-16,4 1-14 0,-2 1-22 0,0-1-13 16,0 5-25-16,1-5-14 0,-1 5-21 0,0-4-14 15,5 1-15-15,0 2-10 0,-5 1-10 0,18 0-6 16,-5 0-13-16,6 4-3 0,0 0-5 0,3 3-2 15,-3-2-6-15,3 4-6 0,-3-3-5 0,0 5-11 16,-2-2-3-16,1 2-11 0,-7 1-8 0,-2-5-7 16,-1 3-10-16,-2 1-2 0,-3-2-5 0,-1-1-7 15,-3-1 5-15,-2 0 4 0,-3 1 5 0,-4-1-5 16,-2 1 1-16,-3-1 5 0,-3-1 0 0,-1 0-5 0,4-2 5 16,-6-2 3-16,3 1 1 0,-1 0-1 15,0-2 0-15,7-1 0 0,-3 2 3 0,5-2-1 16,2 0-1-16,-3-2 2 0,3 1 2 0,2 1-2 0,2-4-5 15,1 1-13-15,3 3-22 0,8-7-15 0,0 0-3 16,4 2 0-16,5-2 0 0,3 0-6 0,9 0 2 16,1-4 8-16,1 5 3 0,2-4 9 15,3 3 2-15,-1-2 8 0,-1 2 4 0,-2-1 3 0,2 3 7 16,-3-3 9-16,-10 1 20 0,0 3 9 0,-3-3 13 16,-5 4 23-16,-3-1 21 0,0 3 10 0,-5 0 8 15,3 0 10-15,-3-4 1 0,-1 3-8 0,-4 2-10 16,5-3-15-16,-5 3-3 0,0 0 2 0,-11-3-20 15,2 3-4-15,-4 2-5 0,-5 1-7 0,0 0-2 16,0 4-4-16,-1-2-5 0,0 5-5 0,1-3-1 16,-5 7-1-16,6-3 3 0,2-2-4 0,0 3-6 15,-1-3 10-15,6 2-12 0,0-5-2 0,4 3 1 16,-1-1 0-16,3-1-3 0,2-3-1 0,-1 1 0 16,2-1 1-16,1 1-2 0,0-5 4 0,1 5-1 15,4-2 11-15,2-3-10 0,3 0 0 0,0-1-2 16,3-2 1-16,2-1-1 0,2-2 0 0,-2-1-2 15,3-1 2-15,-1 2 0 0,-2-3 2 0,2 1-7 16,-7 1 4-16,3-1-3 0,-3 4 3 0,-2 1-2 16,-2-2-2-16,2 1 0 0,-5 2-1 0,1-1 5 15,0 1-3-15,0-1-5 0,-4 3 6 0,6-3-6 16,-3 3-2-16,-3 0-2 0,6-1-3 0,-6 1-2 16,7 4-13-16,-3-1-6 0,-1-1-11 0,5 3-19 15,0 2-15-15,1-3-7 0,2 4 2 0,3-4-18 16,3 4-23-16,1-2-27 0,2 0-23 0,1 1-18 15,-2-4-47-15,0-1-124 0,0 0-390 0,3-1 173 16</inkml:trace>
  <inkml:trace contextRef="#ctx0" brushRef="#br0" timeOffset="22181.39">13501 7283 105 0,'10'-6'215'0,"-2"-6"5"0,-2 5 4 0,-1-2 7 16,1 0-1-16,-1 1-2 0,-3 0-6 16,1 4-3-16,1-2-10 0,-4-1-10 0,2 2-6 15,2 3-19-15,-2-3-16 0,0 2-18 0,-2 3-10 16,2-4-18-16,-2 4-16 0,4-3-14 0,-4 3-19 0,0 0-14 15,0 0-8-15,0 0-5 0,0 14 10 0,0-6-20 16,-2 3 0-16,-1-1 2 0,0 2-7 0,1 1 0 16,-3 4-4-16,1-2 0 0,0 2-2 0,-1 1 3 15,1-4-19-15,-1 3 0 0,2-8-2 0,0 1 6 16,2-6-8-16,-1 4 3 0,1-4 4 0,-2 0 0 16,3-4 8-16,-1 6 17 0,1-3 21 0,0-3 4 15,0 0-6-15,0 0-2 0,10-9-9 0,-6 5 0 16,1-4 2-16,3 1-6 0,0-4-7 0,4 0-2 15,1-2-2-15,-3 1-2 0,3-1-7 0,-3 2-6 16,1 2 9-16,-1 1 0 0,-4 3-8 0,2-1 1 16,-2 1-4-16,-2 1-5 0,1 1-3 0,2 1 2 15,-1 1 1-15,3 1 1 0,-9 0-3 0,14 4-11 16,0 0-5-16,-5 1-19 0,4 2-18 0,-2-2-30 16,5 4-29-16,-1 0-39 0,-1 2-43 0,-4-4-47 15,2-2-316-15,-2 0-608 0,0-5 269 0</inkml:trace>
  <inkml:trace contextRef="#ctx0" brushRef="#br0" timeOffset="22580.05">14146 7074 14 0,'0'0'201'0,"0"0"-22"0,0 0-17 16,0 0-1-16,0 0-15 0,-6 12-10 0,2-7-8 16,0 0-12-16,-3 2-8 0,-1 0-9 0,0 0-8 0,-4 3-9 15,-1-1-10-15,0 1-5 0,2 0-7 16,-4 0-4-16,4-2-6 0,3 0-8 0,-6 3-2 16,4-2-1-16,2-1-6 0,2-1-4 0,-1-3-2 15,3 3-3-15,1-2 1 0,-1 1-5 0,3-1-3 0,0 1 0 16,1 0 0-16,1 0 0 0,4 2 0 0,-1-1 1 15,3-1-6-15,4 3-4 0,0-2-1 0,3 1 3 16,-1 0-4-16,2 1 1 0,2 0 2 16,-2-2-2-16,-2 4-3 0,2-2-3 0,-7 0 1 0,1-4-1 15,0 2 2-15,-4-2-3 0,0-1-1 0,-2 0-2 16,-3 2 1-16,-2 0 1 0,-3-4 0 0,-1 2-1 16,-7-1 1-16,-2-1-2 0,-6 1 0 15,1-1-1-15,-1-1-11 0,-7-1-17 0,5-1-24 0,3 1-40 16,-1-2-34-16,2-1-57 0,0-2-122 0,5 0-334 15,4 1 148-15</inkml:trace>
  <inkml:trace contextRef="#ctx0" brushRef="#br0" timeOffset="22826.22">14311 7179 332 0,'5'-2'349'0,"-1"-1"-22"15,0 2-26-15,-4 1-28 0,5-3-24 0,-5 3-17 16,4-3-24-16,-4 3-24 0,3-1-21 0,-3 1-16 16,0 0-18-16,0 0-18 0,0 0-11 0,0 0-16 15,5 8-6-15,-4-1-8 0,-1 0-1 0,4 4-10 16,-3 0-8-16,0 0-4 0,0 3-1 0,1-3-9 16,-1 1-17-16,-1 0-15 0,0 0-16 0,3-2-18 15,-3 1-15-15,0-1-19 0,0-1-20 0,-3-3-20 16,3 1-19-16,-3-2-20 0,2 1-30 0,-5-3-53 15,2-1-222-15,4-2-483 0,-13-6 215 0</inkml:trace>
  <inkml:trace contextRef="#ctx0" brushRef="#br0" timeOffset="22979.5">14305 7042 28 0,'0'-17'300'0,"1"7"-1"0,-1 0-1 0,3 1-21 15,-3 1-26-15,2 2-21 0,2 2-18 0,-3-2-23 16,2 4-16-16,-2-3-21 0,-1 5-25 0,0-3-36 0,0 3-39 15,5-1-26-15,-5 1-31 0,16 6-35 16,-8-1-38-16,3 2-54 0,0 3-75 0,5 1-168 0,-2 0-404 16,0-2 179-16</inkml:trace>
  <inkml:trace contextRef="#ctx0" brushRef="#br0" timeOffset="23347.69">14843 7150 74 0,'0'0'190'0,"0"0"-1"0,0 0-10 0,0 0-10 0,-23-1-10 15,14 5-8-15,2-1-14 0,-1 2-16 0,-1 2-9 16,-2 0-13-16,1 2-9 0,-1 2-15 0,-2 1-2 16,1 2-5-16,3 1-9 0,3-3-5 0,-1-2-5 15,1 2-3-15,5-3-8 0,-3 3 6 0,4-1 1 16,0-2 0-16,4 0 3 0,1-1 4 0,0-2 0 15,2 0 1-15,4-1 0 0,7-1-3 0,-1-1-4 16,3-2-6-16,2-2-2 0,0 0 1 0,-2-4-3 16,2-1 5-16,-1 0 3 0,-4 0 2 0,-1-5-4 15,1 0-1-15,-3 0-6 0,-2-2-2 0,-2-2-5 16,-1-2 0-16,-1 3 0 0,-3-4 0 0,-4 3-2 16,-1 0-2-16,-1-1-6 0,-3 5-1 0,-1-1-6 15,-3 2-4-15,-2 0 5 0,-3 1 3 0,-5 2-12 16,1 1-1-16,-2 2-9 0,2 1-10 0,0 2-13 15,-1 1-24-15,3 1-24 0,1 2-30 0,1 0-31 16,4 1-51-16,-3 1-66 0,6-3-149 0,2 5-437 16,3-2 195-16</inkml:trace>
  <inkml:trace contextRef="#ctx0" brushRef="#br0" timeOffset="23678.52">15088 7168 141 0,'0'0'281'0,"3"-3"-31"0,-3 3-24 0,0 0-26 0,0 0-20 15,0 0-21-15,0 0-17 0,0 0-17 16,2 8-9-16,-3-2-13 0,-2 3-10 0,2 3-4 0,-3-2-12 16,0 2-10-16,2 2-2 0,-3 0-9 0,1-1-3 15,1-2-6-15,0-2-3 0,0 0-7 16,2-1-1-16,-1-2-6 0,2-1 1 0,0-1 2 15,-1-1 14-15,2 1 30 0,-1-4 9 0,7 2 2 16,-2-2-2-16,-5 0-1 0,20-6-3 0,-9 3-3 0,1-1-14 16,5-4-4-16,-6 4-4 0,9-3-5 0,-4 2-10 15,-3 1-2-15,1 0-1 0,-2 0-8 0,-1 2 1 16,1 2-12-16,-1 0-6 0,2 1-17 0,0 3-11 16,3 3-17-16,-2-1-43 0,4 3-40 0,-4 2-50 15,4-2-75-15,-8-4-283 0,8 3-564 0,-9-2 251 16</inkml:trace>
  <inkml:trace contextRef="#ctx0" brushRef="#br0" timeOffset="24579.47">16030 7166 177 0,'0'0'224'15,"0"0"-13"-15,0 0-14 0,-4-5-15 0,4 5-15 16,0 0-13-16,0 0-19 0,-3-4-11 0,3 4-13 16,0 0-14-16,0 0-10 0,0 0-11 0,0 0-7 15,-15 11-13-15,8-2-6 0,-3 3-5 0,4 0-8 16,-4-2 1-16,2 3-7 0,1 2-5 0,3-4 2 16,-2 1-3-16,2 0-6 0,1 0 2 0,2-3-5 15,1 1 1-15,1 0 1 0,0-3 2 0,2 0 11 0,3-1 8 16,2-1 3-16,2 2-4 0,4-3 1 15,2-4-3-15,5 0 3 0,-3-5 4 0,0-1 4 16,4 0 0-16,-6-3 4 0,2-1 0 0,-5-1 1 16,1-1-3-16,-2-1-3 0,-2-1 0 0,-3-1-2 15,-1 3-7-15,-4-5-3 0,1-2-6 0,-1 2-2 16,-2-1-7-16,-5 1-3 0,1 1-1 0,-2 2-4 16,-4-3-4-16,2 8-6 0,-4-2-6 0,1 0-3 0,1 5-7 15,-2-1-10-15,0 2-11 0,-4 3-13 16,5 0-15-16,-2 0-24 0,0 1-22 0,3 1-30 15,2 3-38-15,3-3-22 0,0 2-213 0,1 0-446 16,4-2 197-16</inkml:trace>
  <inkml:trace contextRef="#ctx0" brushRef="#br0" timeOffset="25011.67">16390 6890 13 0,'2'-6'313'0,"0"0"-12"0,1 0-12 16,-1 1-23-16,1-1-20 0,-2 3-27 0,0 0-25 16,4 1-17-16,-5 2-25 0,2-4-21 0,-2 4-14 15,0 0-14-15,0 0-11 0,5 16-8 0,-4-4-3 16,-1 6-14-16,-1 11-8 0,-2 4-6 0,-1 12-3 16,-6 4-5-16,1-2-7 0,3 0 0 0,-2-13-4 15,-1 11-6-15,4-11 0 0,0-2-2 0,0-4-5 16,4-1 7-16,-1-1-10 0,1-7-1 0,1-2-3 15,0-4 0-15,1-1 4 0,1-3-4 0,-4-4 2 16,4 2-1-16,-2-2 2 0,1 0 20 0,-1-3 17 16,0-2 4-16,0 0-4 0,0 0 8 0,0 0-18 15,14-9-2-15,-10 5-5 0,-2-6-8 0,1 0-3 16,-2 0-14-16,-2-6-10 0,0-1-14 0,-2-1-3 16,1-1-4-16,-5 1-2 0,-1 0-2 0,-2 1-4 15,-1 0 7-15,-2 2-5 0,-1 4 4 0,0-4 1 16,0 7 1-16,0-1 4 0,2 3 0 0,3-1 1 15,4 3 0-15,0 0 1 0,-1 3-2 0,2-1-11 0,0-3-2 16,4 5 5-16,0 0-5 0,14-3-16 16,4 3-17-16,10-2-33 0,10 1-45 0,14-3-52 0,5 3-83 15,-1-5-173-15,2 2-483 0,3-2 215 16</inkml:trace>
  <inkml:trace contextRef="#ctx0" brushRef="#br0" timeOffset="25445.88">17640 6676 119 0,'-1'-6'238'0,"1"6"-15"15,1-5-9-15,-1 5-18 0,0-3-14 0,0 3-18 16,0 0-11-16,0 0-21 0,0 0-14 0,0 0-16 16,1-5-16-16,-1 5-19 0,0 0-11 0,0 0-3 15,-5 18-10-15,3-7-7 0,-5 7-1 0,-4 8-1 16,0 3-2-16,-9 15-1 0,3 3 0 0,1 5 0 16,-1-1-2-16,3 0 2 0,1-1-1 0,3 2-4 15,1-5 1-15,0 0-2 0,5-15-4 0,2-1-1 16,0 0-1-16,1-4-2 0,-1-3-3 0,2-3 1 15,-1-6-5-15,1-6 4 0,0 3-3 0,-2-3 2 16,2-3 0-16,0 1 7 0,-2-2 3 0,0-2 19 16,2 1 14-16,-2-1-8 0,2-3-3 0,0 0-6 15,0 0-3-15,-23-10-6 0,13 5 0 0,-5-4-5 16,-1 1-4-16,-2-1-4 0,0-3-1 0,3 0-5 0,-1 5-12 16,1-4-14-16,1 1-14 0,1 3-21 15,3 0-17-15,-2-1-22 0,1 2-28 0,1-1-30 16,3 0-58-16,4 2-204 0,-1 0-442 0,0-3 196 15</inkml:trace>
  <inkml:trace contextRef="#ctx0" brushRef="#br0" timeOffset="25724.5">17300 7161 66 0,'-6'2'246'16,"6"-2"-14"-16,0 0-22 0,0 0-13 0,0 0-20 15,0 0-13-15,0 0-18 0,0 0-10 16,30-2-15-16,-13 0-9 0,15-2-14 0,1 4-10 0,4-2-9 16,0 1-8-16,15-5-3 0,-13 5-9 0,-2 0-4 15,1-1-8-15,-4 1-2 0,-5-1-5 0,-9 0-6 16,2 1-10-16,-5-3-10 0,-6 4-4 0,-2-3-10 15,-1 2-22-15,-3 0-18 0,1-2-22 0,-3 0-33 16,-3 3-15-16,-1-4-31 0,1 4-205 0,-12-6-373 16,3 2 166-16</inkml:trace>
  <inkml:trace contextRef="#ctx0" brushRef="#br0" timeOffset="26161.51">18118 6996 86 0,'8'-2'233'0,"-1"2"-22"0,2 0-19 0,1 0-20 16,1 2-15-16,1 1-15 0,0 3-15 0,-2 2-10 15,0 1-14-15,3 3-5 0,-5-1-10 0,1 5-7 16,-3 1-5-16,-1 1-13 0,-2-1-2 0,-2-1-3 15,-2 4-8-15,0-4-4 0,-6 1-4 0,2-4 1 16,-3 3-6-16,1-5 2 0,-2 0 0 0,-2-4 1 0,4 2-3 16,-1-2 2-16,-1-3-1 0,4-1 8 0,-2-1 6 15,1 3 21-15,3-5 18 0,3 0 20 16,-7 0-11-16,7 0 9 0,0 0 6 0,-3-9-11 16,6 1-16-16,2 0-2 0,-1-1-12 0,6-3-3 0,0-2-10 15,2-1-4-15,3 4-8 0,-2-2-3 16,4 3-7-16,-6-1-1 0,1 5-8 0,-3 0 0 0,0 0-8 15,-4 3 0-15,0 1 0 0,1-2-9 16,-2 1-2-16,0 3-9 0,-4 0 3 0,6 0 0 0,-6 0-3 16,7 3 2-16,-3 2-5 0,-1-1-8 0,0 3 3 15,-2 3-7-15,2-2-8 0,-1 3-15 16,2-1-25-16,-1 0-17 0,-1 2-25 0,0-2-33 16,-1 1-24-16,0-1-39 0,2-3-48 0,-5-4-258 0,4 4-545 15,0-5 242-15</inkml:trace>
  <inkml:trace contextRef="#ctx0" brushRef="#br0" timeOffset="26388.52">18552 6989 163 0,'0'0'253'15,"4"-3"-28"-15,-4 3-24 0,0 0-19 0,0 0-20 16,14 8-14-16,-9-3-12 0,2 2-7 0,5 8-8 15,1-1-5-15,1 8-10 0,3 3-8 0,-7 0-7 16,3 2-12-16,-4-2-1 0,-4 1-12 0,-5 0-6 16,0-1-20-16,-4 1-12 0,-2-9-18 0,-7 8-15 15,-5-5-25-15,0-2-26 0,-10-3-45 0,10-3-58 16,-13-4-199-16,2 1-386 0,1-5 171 0</inkml:trace>
  <inkml:trace contextRef="#ctx0" brushRef="#br0" timeOffset="26694.91">18202 6732 122 0,'-1'-2'226'0,"1"2"-23"0,-5-6-17 16,1 5-19-16,4 1-16 0,-9 0-16 16,1 5-16-16,-2-1-15 0,1 4-11 0,-4 6-9 15,-4 6-10-15,-4 6-7 0,2 6-5 0,-5 11-9 16,-2 3-2-16,7 0-3 0,1 2-8 0,3-2 0 0,3 3 3 16,11-5-4-16,2-9-2 0,8 0 4 15,13 8-1-15,-2-11-3 0,15 7 0 0,8-3 1 16,7-7-61-16,-4-3-92 0,12-9-252 0,-7-5-397 15,-2-4 176-15</inkml:trace>
  <inkml:trace contextRef="#ctx0" brushRef="#br0" timeOffset="28963.14">3544 8096 121 0,'8'0'115'0,"1"-1"-1"0,4 1-8 0,-1 0-2 16,7 0-3-16,2-2-2 0,-1 1-8 0,10-1-6 16,-2-2-2-16,0 3-6 0,3-1-8 0,-1 1-9 0,2 1 1 15,3-1-10-15,1-2-3 0,1 3-3 16,1-3-6-16,2 2-5 0,12-2 8 0,2 2-14 16,-4-3 0-16,3 3-3 0,2-1-5 0,0-3 4 15,-1 3-5-15,2-2-2 0,-1 1 0 0,1 0 6 16,0-2-2-16,-2 0 2 0,1 1 3 0,3 0-1 0,2 0 0 15,-4 2 1-15,1 0-4 0,6-3-2 16,-4 5-3-16,-1-3-2 0,4 5 0 0,-6-2 0 16,0-2 1-16,-1 4-4 0,0-2-4 0,-1 1 5 15,-15-1-1-15,15 3-6 0,-17-1 2 0,18-2 3 0,-1 3-4 16,-3-3-3-16,-12 1 3 0,15 0-1 16,-1 1-1-16,2-2 0 0,-2-2 0 0,2 2-1 15,0 0-1-15,-2-1 0 0,1 1 3 0,1-1-2 16,-1-2-3-16,-18 3 4 0,16 0-4 0,-2-2 2 0,1-1 0 15,-11 2-1-15,13-1 4 0,-13 1-3 0,-2 1 0 16,3-1-2-16,-2 1 3 0,0 0-3 16,12 0 0-16,-14 1-1 0,3-1 1 0,-3-1-1 0,1 2 5 15,-2-2-6-15,2 1 3 0,-2-2-4 16,0 1 3-16,-4 1 1 0,4 0-4 0,-3-1 4 0,-1-2-3 16,0 2 2-16,2-2-2 0,1 2 1 0,-2 0 0 15,0-2-1-15,-2 3 10 0,2-1-9 0,-1 1-2 16,-1 1 4-16,-2-1-6 0,1 0 5 0,0 2 0 15,-2-1-2-15,3-1 0 0,1 1-1 0,1 0 1 16,3 3 5-16,1-4-3 0,4 3 1 0,-4-2-2 16,0 0-2-16,5 2 1 0,-6-2 1 0,4 2-2 15,-2 0 2-15,13-1 0 0,0 0-1 0,0-1 2 16,-10 1-2-16,9-2 7 0,1 2-4 16,0-1-2-16,0 0 4 0,3 2-7 0,-2 0 2 0,1-3 2 15,-1 0-1-15,1 4-1 0,-1-3-1 0,-1 0 2 16,3 0 0-16,-2 1 0 0,3-1-3 0,0 1 5 15,2 0-4-15,1 0 5 0,1-1-3 0,-3 0 1 16,0 0 2-16,3 2-4 0,0-2 2 0,-3 2-2 16,3-1 1-16,-3 0 3 0,3 2-1 0,-5-2-1 15,-1 2-1-15,3-4-2 0,1 3 3 0,-3-2-1 16,0 1-3-16,3-1 0 0,0-2 4 0,-1 1-2 16,-1 0 5-16,4 2-5 0,-3-1 2 0,2-1 2 15,-3 1-4-15,-2-1-1 0,1 0 3 0,-1 1-1 16,-1-1-1-16,4 0 2 0,-5 2 3 0,0 0-3 15,0-2 2-15,0 0 0 0,3 0 1 0,-14 2-1 16,15-1 0-16,-3-1 3 0,3-1-3 0,-1 1-3 16,-2 0 3-16,-12 0 2 0,12 0 0 0,2 0-1 15,-15-2 1-15,12 2 3 0,2-4 1 0,-15 3 2 16,16-1-2-16,-3 2-1 0,1-4-2 0,-2 3 1 16,-9 1-4-16,15-3 4 0,-5 3-3 0,3 0 0 15,0 0-4-15,-3 0 3 0,0-1 0 0,0 2-3 16,-1-1 3-16,5 0-3 0,-3 0 3 0,1 4-1 15,-1-2 0-15,-1-1 0 0,1 0 3 0,2 0-5 16,-1 0 0-16,-1 4 1 0,2-2-1 0,-1-1 1 16,1 0-2-16,-2 1 3 0,2-1-2 0,2 3-2 15,-6-5 2-15,5 1 1 0,0 2-4 0,-1 0 4 16,3-3 1-16,-2 3 1 0,0-1-2 0,3 1 1 16,-1-3-2-16,2 4 1 0,0-2-3 0,-2 0 1 15,3 0-3-15,0 1-4 0,-5-2-6 0,5-1-3 16,-6 0 0-16,2 0 5 0,-3 0-3 0,1 0 2 0,3 0 4 15,-5 3-1-15,2-3 2 0,2-3 1 16,0 3 0-16,2 0-3 0,-1 0 6 0,3 0-2 16,-3 3-2-16,-1-2 2 0,3 0 0 0,-2 1-1 15,2-2 6-15,-2 3-9 0,-1-2-3 0,3-1 2 16,-5 1-6-16,6 0 2 0,-4 1 1 0,3-2 4 16,0 2-4-16,-3 1 5 0,3-2-2 0,0 0 2 15,-3-1-2-15,1 2 6 0,-3-2 0 0,1 0-2 16,2 3 1-16,2-3 2 0,-4 2-3 0,0 1 7 15,2-1 0-15,1 1-4 0,0-2 2 0,0 3-1 0,3-1 7 16,1-2-8-16,1 3 3 0,-2 0 0 16,-1-2-2-16,0 1 1 0,2-1-1 0,-5 3 4 0,3-1-2 15,0-2 0-15,3 1 1 0,-2-1 1 16,3-1-4-16,2 1-1 0,-1 0-1 0,3-2 9 0,-5 2-2 16,2-1 1-16,26 1 3 0,-32-1 1 0,-1 1 2 15,1 0 0-15,-3 1-4 0,4-2 1 16,-2 1 5-16,1-1 2 0,-2 2 0 0,1-1 0 15,1 0 2-15,-5-1 0 0,4 1 0 0,-4-1 0 16,-3 1 4-16,0 2-1 0,-12 1-2 0,0-5-4 0,-1 3 5 16,1-2-3-16,-3 1-3 0,0-2 0 0,-4 1 0 15,-2 0 6-15,-1 2 4 0,-8-3 1 0,-1 0 3 16,0 1 0-16,-9-1 9 0,0 0 0 0,-1 0 7 16,-1 0 5-16,-5 1 4 0,-4-1-1 0,11 0-5 15,-4-1-3-15,-7 1-3 0,0 0-6 0,9 0-10 16,-9 0-15-16,4 1-17 0,-4-1-20 0,0 0-37 15,0 0-49-15,0 0-54 0,0 0-231 16,-21-6-433-16,11 4 192 0</inkml:trace>
  <inkml:trace contextRef="#ctx0" brushRef="#br0" timeOffset="32709.5">4288 10510 109 0,'0'-5'161'16,"0"2"-6"-16,0 3-4 0,0-7-7 0,0 7-13 15,1-5-5-15,-1 1-5 0,0 4-3 16,0-6-5-16,0 6-6 0,0-6-1 0,0 6-7 0,-1-5-5 16,1 5-2-16,0-2-7 0,0 2-8 0,-3-6-6 15,3 6-8-15,0-4-4 0,0 4-4 0,0 0-3 16,0 0-1-16,0-5-13 0,0 5-7 0,0 0-19 15,0 0-15-15,0 0-19 0,0 0 2 0,0 0 0 16,-3 17-1-16,0-6 0 0,0 6 3 0,-1 8 2 16,-1 4 0-16,-3 20 0 0,1 1 7 0,1 0 0 15,-3 4 4-15,0 3 3 0,0 0-2 0,0-1-2 16,1 1 3-16,1-3 0 0,0-3 0 0,5-3 3 16,0-13-1-16,0-3 0 0,-1 2 2 0,2-5-4 15,1-3-2-15,-1-1 6 0,-1-8-3 0,2-2 1 16,-2 0 0-16,2-5 2 0,0-2 2 0,-1-2-1 15,-1 1 12-15,2-2 16 0,-1 0 18 0,0-1 7 16,1-4-4-16,-8 3-6 0,8-3-2 0,-14-5-9 16,4 1 1-16,1-1-4 0,-4-2-2 0,-1-3-1 15,-4-1 0-15,4 3 8 0,-2-2-6 0,1 1-3 16,3 0-2-16,-1 3-2 0,4 1-4 0,-4-2 0 0,4 3-4 16,0-1-4-16,1 1 2 0,2 0-3 15,0 0 1-15,1 1-2 0,0 2-4 0,1-2-4 16,4 3-16-16,-9-2-18 0,8-1-33 0,1 3-29 15,0 0-42-15,-8-1-8 0,8 1-55 0,0 0-172 16,0 0-403-16,0 0 178 0</inkml:trace>
  <inkml:trace contextRef="#ctx0" brushRef="#br0" timeOffset="33225.94">3960 11035 139 0,'0'0'140'0,"-7"0"-18"15,7 0-4-15,0 0-7 0,0 0-12 0,0 0-11 0,0 0-1 16,0 0-16-16,0 0-6 0,0 0-7 0,22 0 3 16,-8 0-13-16,8 0-5 0,8 0 4 0,6-3-7 15,4 0-2-15,10 1 3 0,6-3-7 16,0-2 2-16,0 3 1 0,-2 1-5 0,-6 0-1 0,-10 1-10 16,-3 2 4-16,-3-2-7 0,-1 0 9 0,-12 2-14 15,-1-2-3-15,-7 1 2 0,2 2 2 0,-6-2-6 16,-1 2-7-16,-1-1-3 0,-5 0-6 0,9-1-3 15,-9 1 5-15,0 0-8 0,0 0-25 0,-15 7-9 16,8-5-22-16,-4 0-34 0,-1 1-136 0,2-2-258 16,-1 0 115-16</inkml:trace>
  <inkml:trace contextRef="#ctx0" brushRef="#br0" timeOffset="33793.31">5057 10878 174 0,'5'-1'166'0,"2"-2"-14"0,2 0-20 0,2 3-11 0,1-3-12 15,-1 3-14-15,3 3-2 0,4-2-15 0,1 5-5 0,0-4-10 16,-2 9-5-16,2-5-9 0,-3 5-3 16,-1-1-6-16,-1 0-2 0,-1 5-7 0,-3-1-1 15,-4 1-2-15,-2 2-5 0,0-1-3 0,-4 4 0 16,-4-2-1-16,-1-1 1 0,-3-1-8 0,-1 1 1 0,-2-3 0 15,-1 1-1-15,1-3 2 0,-3-2-5 16,5-3-1-16,1-1 5 0,-2 0 0 0,5-1 14 16,1-1 25-16,0-2 26 0,-1 2 20 0,1-3 18 15,-1 0 22-15,5-1-5 0,0 0-8 0,-4-6-14 0,4 6-5 16,9-14-18-16,-5 2-10 0,5-1-9 16,4-3-7-16,5-6-7 0,-1 1 0 0,2 1-7 15,1-1-9-15,-1 3 0 0,-1 4-5 0,-3 1-6 16,-2 2-3-16,-3 4-3 0,0 2-3 0,-2-2 0 0,0 2-8 15,-3 1-3-15,-1 0-3 0,2 3-21 0,-2-2-11 16,0 0-4-16,-4 3-2 0,0 0 0 0,5 10-1 16,-4-5 4-16,3 3-1 0,-4 3 4 15,3 1-1-15,-3 3 5 0,1 2 1 0,-1-2 3 0,3 2-9 16,-3 0-6-16,2 1-24 0,-1-2-12 0,3-4-18 16,0-3-11-16,-1 4-25 0,3-6-42 0,-3-1-243 15,0-1-443-15,0-2 196 0</inkml:trace>
  <inkml:trace contextRef="#ctx0" brushRef="#br0" timeOffset="34033.74">5604 10827 152 0,'0'0'171'0,"14"4"-12"0,-9 1-12 15,4 1-13-15,3 2-11 0,-2 4-10 16,5 3-9-16,-1 0-1 0,5 5-11 0,-2 3-9 0,-2-1-5 16,0 5-8-16,-3-1-11 0,-5-1 3 0,-3 7-10 15,-2-3-3-15,-7-2-11 0,-3 1-8 0,-8 0 2 16,-1-3-8-16,-6 0-24 0,-3-3-35 0,-3-4-32 16,1-1-48-16,-4-2-162 0,-2-2-299 0,0-3 133 15</inkml:trace>
  <inkml:trace contextRef="#ctx0" brushRef="#br0" timeOffset="34629.49">5088 10717 127 0,'-2'-4'150'0,"2"4"-13"0,0 0-11 16,-3-2-16-16,3 2-18 0,0 0-4 0,0 0-4 15,0 0-10-15,-10 11-8 0,3-4-5 0,-3 5 3 16,-4 2-3-16,-2 7-7 0,-4 4-2 0,1 2-7 0,1 5-4 15,-9 9-6-15,5 1 0 0,3 1-6 0,5-11-9 16,4-3 2-16,1 4-2 0,1-3-1 16,5-1-1-16,1-4 4 0,4 1-13 0,3-7 3 15,0 1 11-15,6-3 15 0,2-3 4 0,6 7 3 0,-3-9 9 16,13 0-1-16,-1 1 0 0,1-6 2 0,1 3 4 16,1-5 0-16,-1-1-5 0,-2-1-2 15,-6-3 0-15,-4 3-3 0,1-3-3 0,-7 1 2 16,-1-1-3-16,-3 2-3 0,-2-1-1 0,-2-1-2 0,3 1 5 15,-7-1-2-15,7 2-2 0,-7-2-1 0,6 0-2 16,-6 0-4-16,4 2-4 0,-4-2-2 0,0 0-21 16,0 0-25-16,0 0-49 0,0 0-50 0,0 0-71 15,0 0-233-15,0 0-455 0,-7-12 202 0</inkml:trace>
  <inkml:trace contextRef="#ctx0" brushRef="#br0" timeOffset="36431.55">6551 11047 74 0,'0'0'137'0,"0"0"1"0,-8 0 0 15,8 0-6-15,0 0 3 0,-6-1-7 0,6 1-1 16,0 0-7-16,0 0-2 0,0 0 7 0,0 0-11 15,0 0-9-15,0 0-11 0,0 0-8 0,0 0-8 16,15-4-3-16,-2 1-12 0,2 1-4 0,3 0 6 16,10-3-21-16,-6 5-4 0,6-1-2 0,-5-1-2 15,5-2-12-15,-2 2 0 0,-6-1-2 0,1 2-5 0,-5-1-3 16,-2 2 3-16,-2-1-5 0,-2 1 0 16,-4 0-5-16,2-1-20 0,-8 1-25 0,9 0-28 15,-5 2 4-15,-4-2-2 0,-4 7-34 0,4-7-54 16,-9 6-170-16,0-4-347 0,-2 3 154 0</inkml:trace>
  <inkml:trace contextRef="#ctx0" brushRef="#br0" timeOffset="36673.62">6780 11175 16 0,'0'0'167'0,"-3"3"3"0,3-3-5 16,0 0-3-16,0 0-2 0,0 0-11 0,0 0-9 15,0 0-7-15,0 0-11 0,5 2-8 0,3-2-9 16,2 0-10-16,8 0-10 0,8 0-4 0,4-1-14 16,3 0-16-16,3-3-47 0,3 2-45 0,0-2-77 15,-4 0-187-15,3-3-330 0,-2 1 146 0</inkml:trace>
  <inkml:trace contextRef="#ctx0" brushRef="#br0" timeOffset="37260">7970 10674 95 0,'0'0'144'0,"0"0"-9"0,0 0-14 16,0 0-4-16,0 0-6 0,0 0-9 0,-7 0-1 16,7 0-13-16,0 0-2 0,0 0-3 0,0 0-3 15,0 0-9-15,0 0-3 0,0 0-3 0,0 0-2 16,0 0 8-16,0 0-6 0,0 0-5 0,0 0-7 16,0 0-6-16,0 0-3 0,15-5-2 0,-7 5-6 15,2 0 3-15,4 0-5 0,3-1-1 0,6 1-1 16,-1 0-7-16,4-1-1 0,2 1 1 0,3-5-3 0,-3 5-4 15,0-1 0-15,-6 0-1 0,5-4-1 16,-7 5-4-16,2-2 2 0,-5 1-2 0,1 1-2 0,-8 1-3 16,-2-1-16-16,-1-1-25 0,-1 1-28 0,-6 0-22 15,7-1-65-15,-7 1-179 0,0 0-356 0,0 0 158 16</inkml:trace>
  <inkml:trace contextRef="#ctx0" brushRef="#br0" timeOffset="37747.08">7916 10707 108 0,'0'0'163'0,"-4"3"-23"15,4-3-17-15,0 0-10 0,7 8-12 0,1-2-11 16,-1 0-8-16,5 2-6 0,1 3-4 0,5 1-3 15,6 3-4-15,-7-3-9 0,7 3 2 0,0 0-13 16,-2-1-5-16,-3-4 0 0,6 3-5 0,-10-3-6 0,4 3 1 16,-5-6-1-16,2 1-4 0,-5-4-4 15,-1 3 0-15,2-2-2 0,-8-2-1 0,1-1-3 16,0 1 16-16,-3-1 17 0,2 0 14 0,-4-2 17 16,7 1 16-16,-7-1 11 0,5 1 7 0,-5-1-5 0,4 1-12 15,-4-1-8-15,0 0-9 0,0 0-11 0,3 2-7 16,-3-2-10-16,0 0-15 0,0 0-28 15,3 4-15-15,-3 1-2 0,-3 0 2 0,0 6 0 0,-4 7 0 16,-3 8 2-16,-5 7-2 0,-6 6-8 0,-5 7 2 16,-2-2 2-16,-2 5 3 0,0 0-1 0,-2 1 2 15,-1-1 2-15,5 4 2 0,0-4 2 16,5-2-1-16,0-4-1 0,10-13-2 0,-1-1 4 0,5-2-3 16,0-2-4-16,3-6 7 0,0 1 0 0,0-4 1 15,4-3-3-15,-2-3 4 0,3-1 1 0,-1 0 1 16,1-3 2-16,0 0 3 0,1-2 2 0,-4 0 0 15,4-1 5-15,0-3-1 0,0 7-2 0,0-5 1 16,0-2 1-16,0 0-5 0,0 0 3 0,0 5-13 16,0-5-18-16,0 0-26 0,0 0-85 0,0 0-52 15,0 0-221-15,15-7-436 0,-9 4 194 0</inkml:trace>
  <inkml:trace contextRef="#ctx0" brushRef="#br0" timeOffset="38095.85">7913 11818 96 0,'-4'1'230'15,"4"-1"-14"-15,-5 2-17 0,5-2-17 0,0 0-21 16,0 0-17-16,0 0-13 0,30-9-14 0,-4 1-13 0,9 4-9 16,7-3-7-16,17 0-18 0,-2-1-2 15,7 1-5-15,0 0-6 0,1 0-7 0,-1 1 11 0,0 2-1 16,-3-1-3-16,-4 0 1 0,-18 4 1 16,-4-3 2-16,-2 2 5 0,-14 1 8 0,-5-1 5 15,-1 1 2-15,-3 1-6 0,-1 0-8 0,-4 0-9 16,0-1-4-16,1-2-6 0,-6 3-9 0,3-3-10 0,-3 3-24 15,0 0-26-15,0 0-29 0,-29 0-42 16,12 3-48-16,-2-3-58 0,1 0-236 0,-1 3-470 0,6-2 208 16</inkml:trace>
  <inkml:trace contextRef="#ctx0" brushRef="#br0" timeOffset="38860.15">7945 12041 221 0,'0'0'263'0,"0"0"-21"0,1-4-25 0,-1 4-31 0,0 0-13 16,0 0-19-16,0 0-19 0,0 0-15 15,0 0-18-15,0 0-9 0,0 0-9 0,0 0-9 0,-2 11-7 16,-1-1-11-16,1 0-5 0,-2 7-6 0,0 1-3 16,0 1-4-16,-4 9-5 0,1 1-1 0,-3-3-1 15,2 4-5-15,-1-1-1 0,2-2-4 0,0-1-1 16,1-8-3-16,2 0-2 0,-1-3 0 0,2-3-1 16,0-2 0-16,1-2 0 0,-3-1-5 0,5-1 3 15,-1-2 23-15,1 1 39 0,-3-1 29 0,3-4 22 16,0 0-14-16,0 0 1 0,0 0-18 0,14-16-13 15,-5 5-9-15,1-3-15 0,4-1 2 0,-1 0-3 16,4-4-11-16,-1-5-7 0,2 5-3 0,-5 1-5 16,1 7-4-16,0-3 1 0,-1 3-8 0,-4 4 6 15,-3 0-12-15,2 0 0 0,-2 4-11 0,1 0 12 16,-2 2-17-16,0 0-1 0,-5 1-1 0,11 7 14 16,-6-3-18-16,2 7-1 0,1 3 6 0,-3 0 2 15,2 3-2-15,-2 1 1 0,2-1 1 0,-2 0 2 16,0 3-2-16,1-2-3 0,-1 0 4 0,-1-3-7 15,-1-2-23-15,1-2-22 0,0 0-24 0,-2-1-21 16,2 2-28-16,1-4-38 0,0 1-37 0,0-2-63 16,0-2-226-16,1-2-529 0,0-3 234 0</inkml:trace>
  <inkml:trace contextRef="#ctx0" brushRef="#br0" timeOffset="39505.17">8601 12225 12 0,'0'0'201'16,"0"0"-12"-16,-5 1-6 0,5-1-11 0,0 0-3 15,0 0-1-15,0 0-9 0,0 0-4 0,0 0-3 16,0 0-12-16,0 0-13 0,0 0-10 0,0 0-10 15,0 0-10-15,0 0-10 0,0 0-8 0,25-5-9 16,-12 5-8-16,6-3-5 0,0 3-15 0,3-3-24 16,9 1-23-16,-3 0-36 0,1 2-26 0,1-1-30 15,0 0-41-15,-3 0-47 0,-4-2-154 0,-4 3-367 16,-1 1 164-16</inkml:trace>
  <inkml:trace contextRef="#ctx0" brushRef="#br0" timeOffset="39697.08">8773 12397 126 0,'-4'1'258'0,"0"1"-16"0,4-2-16 0,0 0-24 16,-5 1-21-16,5-1-19 0,0 0-18 0,18-4-13 15,-4 2-17-15,6-1-25 0,6 1-36 0,2-1-35 16,6 1-54-16,-1-3-56 0,0 2-89 0,-1-5-93 15,0 7-295-15,-3-7 131 0</inkml:trace>
  <inkml:trace contextRef="#ctx0" brushRef="#br0" timeOffset="40025.72">9367 12176 213 0,'0'0'211'0,"-11"0"-10"0,6 4-18 0,0-3-20 16,-2 2-8-16,0 2-18 0,-1 0-16 0,0 5-10 0,-1 0-12 15,-5 3-8-15,5 1-11 0,0 3-9 16,3-2-6-16,2 1-4 0,-1 0-5 0,2 1-9 16,3-4-1-16,2-1-1 0,2 0 5 0,2-3 8 15,1 3 7-15,5-5 4 0,2 1 2 0,4-3 2 0,4-4-7 16,-3-2 1-16,4-4 3 0,-3-3-4 0,4-2 5 15,-5-2 2-15,-3 0 3 0,-2-4-7 16,-2 1-5-16,-1-11 1 0,-3 1-7 0,-7 1 0 16,-1-1-9-16,-5 0-9 0,-4 0-2 0,-5 3-5 0,-1-2-14 15,-7 2-13-15,-5 3-42 0,-7 2-40 0,-14-7-49 16,-7 5-75-16,-5 2-316 0,5 5-558 0,2-1 246 16</inkml:trace>
  <inkml:trace contextRef="#ctx0" brushRef="#br0" timeOffset="41075.14">8410 10410 146 0,'0'0'206'0,"-1"-5"-19"0,1 5-21 15,0 0-13-15,-3-6-12 0,2 3-9 0,1 3-11 16,0 0-7-16,-4-5-5 0,2 4-3 0,2 1-4 15,-3-6-6-15,3 6-7 0,-4-3-7 0,3-1-6 16,-3 1-2-16,3-2-5 0,-2 2-3 0,2-1-4 16,-1-1 3-16,-1 0 4 0,0-4-9 0,-1 0 5 15,3-2 4-15,-4-1-5 0,3 1-1 0,-1-2-1 16,-1-3 6-16,3 5-11 0,-3-4 1 0,3 5-4 16,-3-3-3-16,3-2-8 0,-2 2-2 0,-1 1-4 15,2 1-5-15,-3 0-4 0,1 2-4 0,-1-2-3 0,0 4-4 16,-2-1-8-16,-2 1-4 0,2 1-7 0,-4 4-8 15,-1-2-1-15,-5 4 3 0,-2 4-3 16,-3 1 2-16,-11 2-2 0,1 4 1 0,-2 3-1 16,-11 10 3-16,-4-2-10 0,3 2 3 0,0 2 0 0,0-1 2 15,0 0 1-15,13-7 0 0,1 2 2 0,1-2 3 16,1-1-2-16,2-4-2 0,3-1 12 0,10-5-5 16,-2 0 0-16,6-2 1 0,-3-3 3 0,5 1 4 15,0 0 9-15,-4-3 12 0,5-3 15 0,3 2 22 16,-1-3 17-16,2-1 8 0,-1-2 23 0,0-1-6 15,1-1-14-15,4-3-8 0,0 0-9 0,4 0-5 16,-3 1-11-16,8-4 0 0,-4 3-11 16,3 2-4-16,-3-2-11 0,4 2-2 0,1 2-1 0,-1 1-5 15,9-2-8-15,-1 6-8 0,3 1 5 0,9 5-8 16,5 4 2-16,4 2-3 0,13 5 14 0,-1 6-14 16,0 0 8-16,-3 1-29 0,-1 0-31 0,-11-3-27 15,11 7-32-15,-15-6-39 0,12 5-40 0,-14-3-36 16,3-1-63-16,-1 2-259 0,-3-3-591 0,-4-3 261 15</inkml:trace>
  <inkml:trace contextRef="#ctx0" brushRef="#br0" timeOffset="42842.96">9707 11064 101 0,'-2'-2'179'0,"2"2"-20"0,0 0-8 15,0 0-12-15,0 0-10 0,0 0-11 0,0 0-8 16,0 0-9-16,-7-2-13 0,7 2-9 0,0 0-12 15,0 0-5-15,0 0-6 0,0 0-5 0,0 0-3 16,0 0-11-16,0 0 2 0,0 0-6 0,0 0-7 16,0 0 3-16,17-2-5 0,-11 2 4 0,3-2-7 15,1-2 0-15,3 2-4 0,5-1 1 0,-1-2-4 16,1-2 0-16,1 1-5 0,-3-1 6 0,3-2-2 16,-3 1 2-16,2-2 4 0,-2 0 7 0,1 1 5 15,-3 0 4-15,-1-3-3 0,-4 4 11 0,-3 0 1 16,3 0 7-16,-4 0 4 0,-1 2-3 0,-4 0-2 15,4 0-11-15,-4-2-7 0,-4 5-1 0,-1-1-6 0,-8-1-11 16,-1 5 5-16,-5-2-10 0,-10 4 0 0,-3 6-3 16,-3-1 0-16,1 5-4 0,-15 7 3 15,3 2 1-15,1 2-4 0,3 3-1 0,10-2 2 16,-6 7-5-16,7-7 0 0,4 3-1 0,3 0 1 0,1 0 1 16,5 1-1-16,7 0 1 0,3-2-2 0,8 0 6 15,5 0-3-15,8-3 3 0,6 0 1 16,9-3 2-16,4-2-1 0,22 3-9 0,-2-6-28 15,6-5-31-15,4 0-44 0,-3-6-42 0,1-4-236 0,0-3-417 16,-7 1 185-16</inkml:trace>
  <inkml:trace contextRef="#ctx0" brushRef="#br0" timeOffset="43292.96">10127 11301 211 0,'0'0'283'0,"0"0"-29"0,0 0-25 16,0 0-21-16,0 0-30 0,0 0-15 0,0 0-19 15,0 0-16-15,0 0-15 0,0 0-19 0,0 0-7 16,0 0-9-16,3 9-10 0,-3-5-6 0,-4 3-7 16,4 1-3-16,-6 2-7 0,2 1-4 0,-1 1-6 15,1 5-2-15,-2-3-2 0,2-4-2 0,-2 1-3 16,2-3-2-16,1 1-7 0,1-1 3 0,0-4-3 0,1 1-1 16,0-2 5-16,-1 1-2 0,2-4 17 15,-2 5 18-15,2-5 1 0,0 0 1 0,0 0-6 16,15-9-4-16,-6 4 4 0,3-2-4 0,-2-2-6 15,5-2-1-15,-1 2-4 0,4-1-7 0,-5 2-2 0,2-1 0 16,1 1 5-16,-5 0-14 0,-1 5-4 0,1-2-2 16,1 0-3-16,0 2 0 0,-1 2-1 15,0 1-1-15,0 0-4 0,2 0 6 0,-2 0-20 16,3 3-6-16,3 3-11 0,1 2-19 0,-3-6-21 0,3 5-29 16,-1 1-30-16,-2-3-41 0,4 2-66 15,-2-5-211-15,-2 1-483 0,-3-1 214 0</inkml:trace>
  <inkml:trace contextRef="#ctx0" brushRef="#br0" timeOffset="43629.25">10930 10924 199 0,'3'-5'218'0,"-2"3"-18"16,2-3-12-16,-1 3-22 0,-2 2-19 0,3-4-16 15,-3 4-16-15,0 0-23 0,0 0-2 0,6 8-13 16,-6-3-10-16,0 7-3 0,0 7-6 0,0 5-5 16,-4 3-8-16,-1 1-7 0,4 3 4 0,0-1-9 15,-3 2-6-15,0-1 1 0,1-2-5 0,1 1-5 16,-4-2 0-16,3-3 3 0,-2-1-1 0,3-5-5 15,0 2 0-15,2-4-2 0,0-2 1 0,-1-4 0 16,-1 0 0-16,4-1-1 0,-4 0-4 0,0-3 0 16,0 0-15-16,-1-2-9 0,0-1-11 0,3 0-15 15,-5-2-30-15,-1 0-63 0,6-2-200 0,-12-3-362 0,8-2 161 16</inkml:trace>
  <inkml:trace contextRef="#ctx0" brushRef="#br0" timeOffset="43958.55">10908 10752 197 0,'0'-5'202'0,"0"1"-15"0,-1-1-14 16,1-1-15-16,0 6-14 0,4-3-19 0,0 1-13 15,3 2-6-15,4 1-17 0,1 0-8 16,5 0-5-16,2 8-15 0,7 1-7 0,-1 3 0 0,5 5-11 15,-3 0-9-15,-3 3 1 0,0 2-3 0,-1 0-4 16,-5 5-2-16,-3-3-5 0,-4 3 2 0,-2-2-7 16,-2-1 0-16,-7 0-3 0,-5-5 6 0,-3-2-9 15,-4 2-1-15,-4-4 4 0,-3 0 0 0,-5-1-2 16,-2-3 1-16,-2 0 1 0,0-5-4 0,0 0 2 16,-3 1 1-16,3-2-1 0,-4-2-2 0,4 0-1 15,-3 1 0-15,11-1-2 0,-2-3 1 0,4 2-5 16,4-1-8-16,5 0-33 0,-3 0-52 0,5 1-30 15,3-2-74-15,4-1-112 0,0 0-331 0,0 0 147 16</inkml:trace>
  <inkml:trace contextRef="#ctx0" brushRef="#br0" timeOffset="44525.48">11339 11326 184 0,'0'0'224'0,"0"0"-24"0,0 0-20 15,0 0-20-15,1-3-20 0,-1 3-16 0,0 0-14 16,0 0-9-16,0 0-12 0,0 13-7 0,0-5-7 15,0-2-10-15,-1 1-3 0,-1 3-9 0,-1-1-3 16,2 4-8-16,-2-1-1 0,-1 4-5 0,-1-1-5 16,2-3 0-16,0 0-3 0,0 0 0 0,2-6-8 15,-1 0 0-15,0 1 3 0,1-1-3 0,0-2-1 16,1 1 15-16,0-2 35 0,0-3 29 0,0 0 23 16,1 4 5-16,-1-4-22 0,0 0-10 0,10-7 0 15,-2 2-7-15,-3-2-7 0,3 0 4 0,3-3-13 16,-2 2-4-16,5-3-5 0,-5 3-12 0,1 1-5 0,0-2-3 15,-1 4-6-15,0-1-1 0,-2 1-8 0,0 1-9 16,0 1 5-16,-1 1-1 0,-1 2-8 16,3-2-10-16,-2 2-5 0,3 2-5 0,0 1-4 15,1 2-13-15,-1 1-11 0,3 2-19 0,-2 1-30 0,3 2-31 16,-2-1-40-16,-2 1-41 0,0-3-73 0,0 2-200 16,0-4-506-16,-4-1 224 0</inkml:trace>
  <inkml:trace contextRef="#ctx0" brushRef="#br0" timeOffset="45025.03">12005 11021 133 0,'9'6'152'16,"0"-1"-15"-16,-2 4-12 0,2-3-4 0,-2 7-12 16,-1-2-16-16,0 1-8 0,-2 1-4 0,2 1-8 0,-3 2-11 15,-3 0-2-15,-4 0-1 0,-1 1-10 16,0-2-3-16,-3 1-4 0,1-3-1 0,-3 2-3 0,2-6 1 15,0 0-6-15,0-1-1 0,0 0-1 16,0-3 3-16,3-1 1 0,1 0 6 0,-1-1 15 0,0-1 20 16,1-2 27-16,4 0 19 0,-4 3-1 0,4-3-7 15,0 0-5-15,-2-10-6 0,5 3-21 0,0 0-6 16,1-3-11-16,7-3-6 0,-2 0-7 0,5-2-3 16,0 1-7-16,-1-1-4 0,1 3-4 0,-1-1-4 15,2 1-4-15,-2 3 1 0,-3 1-6 0,-1 3-4 16,-1 1-3-16,1 0-2 0,-3 0-8 0,3 3 3 15,-5 1 3-15,4 0-9 0,-1 2-3 0,0 1-4 16,-1 2-1-16,3 3-1 0,-1 0 0 0,-2 0-4 16,3 6 10-16,-2-2-4 0,1 4-1 0,-1-3-7 15,-1 3-2-15,-1 0-15 0,2 0-24 0,-1-1-36 16,-2-4-33-16,-3 2-39 0,3-4-74 0,-4-4-169 16,1-2-439-16,-1-1 195 0</inkml:trace>
  <inkml:trace contextRef="#ctx0" brushRef="#br0" timeOffset="45251.64">12440 11029 168 0,'9'8'175'0,"4"6"-14"0,5 7 2 16,-1 0-17-16,-1 1-8 0,2 3-10 0,-5 0-16 15,2 2-8-15,-2-2-8 0,0 1-12 0,-7-2-3 16,-2 1-11-16,-4-6-12 0,-4 0-16 0,-7 2-2 16,-5 3-2-16,0-6-15 0,-11-1-43 0,1-2-56 15,-4-1-94-15,-5-5-91 0,2 0-281 0,0-2 124 16</inkml:trace>
  <inkml:trace contextRef="#ctx0" brushRef="#br0" timeOffset="45624.98">11955 10738 115 0,'-22'18'159'0,"3"5"-17"15,-4 3-6-15,-8 14-9 0,-2 6-6 0,0 3-9 16,3 0-7-16,4 5-5 0,4-1-4 0,4-3-6 15,13 0-5-15,5-3-6 0,5-13-4 0,18 10-4 16,-1-3-5-16,11-1-7 0,4-3-3 0,8-3-17 16,6-2-61-16,6-4-123 0,6-10-133 0,-2-5-301 0,1-8 133 15</inkml:trace>
  <inkml:trace contextRef="#ctx0" brushRef="#br0" timeOffset="48224.98">17231 11162 78 0,'-3'-5'173'0,"3"5"-11"16,-2-2-4-16,2 2-8 0,-4-4-15 0,4 4-5 15,-2-4-4-15,2 4-6 0,0 0-12 0,0 0-7 16,-3-2-9-16,3 2-9 0,0 0-8 0,0 0-7 15,0 0-8-15,0 0-7 0,0 0-5 0,0 0-8 16,-3-3 0-16,3 3-10 0,0 0-2 0,0 0-8 16,0 0 0-16,0 0 3 0,0 0-5 0,0 0-2 15,0 0 2-15,0 0-2 0,17-2-5 0,-11 1 2 16,5-2-4-16,3 1 3 0,1-4-1 0,0 1-1 16,2 0-7-16,-2-3 6 0,3 1-2 0,0 0 2 0,-2-4-5 15,-5 2 3-15,2 0-2 0,-3 2 2 16,-2-2 3-16,-1 4 6 0,0-4 1 0,-3 4 2 15,0 2-3-15,0-1 8 0,-1-2-5 0,-2 2 0 16,-1 4-6-16,-5-5-2 0,-4 3-6 0,-4 2-1 0,-7 3 0 16,-9 3-4-16,-6 2 3 0,-1 4-1 0,0 2-4 15,-11 13 1-15,1 0-2 0,-1 0-2 16,3 1 3-16,4 2-4 0,9-6-3 0,-7 8 3 16,12-6 4-16,4 0-7 0,3 2 1 0,4 3 7 0,6 1-6 15,1-2-2-15,9 4 6 0,6-4 2 0,3 1 2 16,9 1 0-16,16 2 1 0,6-3 4 0,5-7-2 15,7-4-33-15,5-3-36 0,-2-4-59 0,0-2-68 16,2-7-145-16,-7-3-364 0,-14-2 162 0</inkml:trace>
  <inkml:trace contextRef="#ctx0" brushRef="#br0" timeOffset="48692.23">17462 11505 256 0,'0'0'290'0,"0"-5"-16"0,0 5-24 0,0-3-20 15,0 3-19-15,0 0-20 0,0 0-24 0,4-4-15 16,-4 4-22-16,0 0-12 0,0 0-10 0,0 0-17 0,0 0-10 15,0 0-15-15,0 15-4 0,0-9-9 0,0 3-7 16,0 3-2-16,-2 0-4 0,2 5-7 16,-3 0-5-16,-1 0 4 0,2 3-9 0,-1-1-3 15,1 1 0-15,-1-2-12 0,0 0 1 0,1-1-3 0,-2-1 1 16,2-6 0-16,0 0-3 0,2-5 4 0,0 1-2 16,0 0 6-16,0-1 1 0,-1-2 25 0,0 0 28 15,1-3 12-15,0 0-9 0,0 0-4 0,0 0-10 16,15-15-3-16,-9 7-8 0,5-4 2 0,-1-2-6 15,-1-6-4-15,4 7-2 0,1-3-6 0,-3-1-3 16,3 4-5-16,-6 2 0 0,-2 2-2 0,-1 2 0 16,-1 2-6-16,4-1-8 0,-7 3 0 15,3 1-13-15,0 0-4 0,-4 2-6 0,0 0 1 0,13 7-4 16,-7 0 1-16,2 0 1 0,-3 4-1 0,1-1-2 16,2 5 10-16,1 0-2 0,-2 2-23 0,2-2-22 15,0 5-25-15,1-6-33 0,-2 3-40 0,2-2-43 16,-1-1-71-16,-2-6-185 0,-3-1-496 0,3-4 220 15</inkml:trace>
  <inkml:trace contextRef="#ctx0" brushRef="#br0" timeOffset="49147.07">18315 11332 69 0,'0'0'211'16,"0"0"-9"-16,0 0-12 0,-7-2-10 0,7 2-10 16,0 0-4-16,0 0-19 0,0 0-13 0,0 0-13 0,0 0-13 15,0 0-10-15,18-1-8 0,-6-2-9 0,5 2-7 16,2-1-7-16,3 0-7 0,8 0-8 15,-2 1-7-15,3-4-2 0,-10 4-6 0,9-4 3 0,0 3-8 16,-4 0-5-16,-7 0 0 0,0-1-7 0,-5 3 1 16,-1-1-4-16,-4-1 1 0,-1 1-15 0,-2 1-25 15,-6 0-31-15,9 0-21 0,-9 0-15 16,0 0-30-16,0 0-40 0,0 0-180 0,-19 9-368 0,7-5 163 16</inkml:trace>
  <inkml:trace contextRef="#ctx0" brushRef="#br0" timeOffset="49453.86">18224 11586 239 0,'-1'3'251'0,"1"-3"-18"0,-4 3-20 0,4-3-15 15,0 0-19-15,6 4-9 0,8-4-7 0,9 0-22 16,8-2-12-16,6-2-7 0,15 0-17 0,2-1-11 16,0 1-5-16,1-4-8 0,-2 7-9 0,-16-5-7 15,3 2-7-15,-4-2-8 0,-4 0-2 0,-4 3-5 16,-10-2 4-16,-5 2 4 0,-1 3 2 0,-1-2 1 16,-4 0-7-16,-2 1 8 0,0 0-6 0,-1 1-6 15,-4 0-7-15,4-6-13 0,-4 6-16 0,0 0-21 16,-13-3-24-16,3 1-34 0,1 1-30 0,-5 1-48 0,5 0-66 15,-4 0-220-15,7 1-473 0,-3-2 209 16</inkml:trace>
  <inkml:trace contextRef="#ctx0" brushRef="#br0" timeOffset="54357.47">19599 11136 239 0,'1'-4'256'0,"0"0"-11"16,-1 1-15-16,0 3-20 0,2-6-19 0,-2 6-21 15,0 0-22-15,0-5-33 0,0 5-30 0,0 0-30 16,0 0-3-16,0 0-8 0,0 13-6 0,0-4-2 16,-2 2-2-16,0 5-3 0,-1 0-9 0,-2 2 0 15,0 2-3-15,1-2-2 0,-2 7-1 0,-3-1-4 16,0-5 2-16,5 0-2 0,-1-1-3 0,-1-1-2 0,-1-3 1 16,1 0-3-16,2-3 2 0,0-2 0 15,4-2-1-15,-4-1 4 0,3-2 22 0,1 1 15 16,0 0 28-16,-4-2 31 0,4-3 30 0,0 4 30 15,0-4 10-15,0 0-20 0,0 0-14 0,4-13-15 16,1 5-13-16,-1-2-9 0,5-5-16 0,-3 1-10 0,5-3-6 16,-2-1-4-16,6-5 4 0,-5 6-18 15,1 2-7-15,0-1-6 0,-2 3-9 0,0 5 1 16,-4-1-13-16,-1 5 10 0,1-1-9 0,-1 0-14 0,-2 2-4 16,1 0-10-16,-1-1-22 0,-2 4-5 0,7-1-6 15,-7 1 6-15,7 8-3 0,-5-3 0 0,5 4-1 16,-3 1 5-16,0 2 3 0,3 1-9 0,0-2-7 15,-1 6-23-15,2-1-23 0,1 0-27 0,-3-4-28 16,1 5-26-16,-1-2-36 0,2-1-66 0,-2-5-221 16,-1-1-536-16,-1-1 239 0</inkml:trace>
  <inkml:trace contextRef="#ctx0" brushRef="#br0" timeOffset="54637.58">20101 11301 132 0,'0'0'244'16,"0"0"-10"-16,0 0-12 0,-4-3-7 0,4 3-15 15,0 0-12-15,0 0-22 0,0 0-14 0,0 0-13 16,0 0-18-16,15-3-12 0,-3 2-13 0,4 0-8 0,1-2-9 15,13 2-8-15,-4-2-7 0,4-1-7 16,3 1-1-16,0 0-11 0,3-1-3 0,-1 1-6 16,-3-1-15-16,-3 3-18 0,-1-1-31 0,-9 0-25 15,0 2-23-15,-7-3-39 0,-2 3-45 0,0-2-66 16,-6 0-128-16,-3 0-383 0,-1 2 169 0</inkml:trace>
  <inkml:trace contextRef="#ctx0" brushRef="#br0" timeOffset="54875.5">20327 11169 259 0,'-2'-5'302'0,"-1"1"-21"0,3-1-7 16,0 1-5-16,0 4-7 0,0-7-17 0,0 3-13 0,0 4-25 16,-2-4-15-16,2 4-21 0,0 0-18 0,0-5-26 15,0 5-28-15,0 0-33 0,0 0-24 0,0 0-8 16,0 0-5-16,0 0-7 0,-3 17-3 0,2-5-5 15,1 3 3-15,0 3-1 0,-1 0-2 0,1 1-4 16,0 6-6-16,0-5-14 0,-2 3-26 0,2 3-24 16,0-4-27-16,0-4-30 0,-2 2-23 0,4-1-32 15,-2-3-84-15,0 1-158 0,2-6-448 0,1-3 198 16</inkml:trace>
  <inkml:trace contextRef="#ctx0" brushRef="#br0" timeOffset="55208.39">20992 10894 58 0,'2'-11'307'0,"-2"5"-21"0,4-3-18 0,-3 3-3 15,-1 2-18-15,2-4-21 0,0 4-21 16,-2 2-23-16,1-2-20 0,-1 4-17 0,3-4-23 0,-3 4-26 16,0 0-28-16,0 0-6 0,0 0-8 0,1 10 1 15,-1 2-14-15,0-2-4 0,0 11-1 16,-1-2-7-16,1 6-1 0,1 2-1 0,2-1-5 16,-3 0 0-16,1-1-1 0,-1 0-14 0,-1-6 8 0,2 1-8 15,-1-2-21-15,-1-2-22 0,1 0-27 0,0-2-25 16,-4 1-24-16,4 1-18 0,0-6-27 0,-4 1-56 15,4-2-169-15,-4-2-412 0,4-1 182 16</inkml:trace>
  <inkml:trace contextRef="#ctx0" brushRef="#br0" timeOffset="55468.91">20800 11318 42 0,'-8'0'270'0,"8"0"-4"0,0 0-9 16,-4 3-10-16,4-3-4 0,0 0-11 0,0 0-18 16,0 0-26-16,0 0-17 0,0 0-16 0,23-3-16 15,1 0-12-15,6 0-5 0,6 1-29 0,2-1-4 16,15-1-11-16,-1-1-7 0,-1 0-6 0,1-2-7 16,-12 6 4-16,-4-2-19 0,-3 1-4 0,-3-1-4 15,-9 2-1-15,-5 0 1 0,-2-2-16 0,-5 3-15 16,-2 0-19-16,1-3-26 0,-3 3-24 0,-5 0-25 15,0 0-26-15,0 0-15 0,-20 3-30 0,-2 0-30 16,1-1-38-16,-8 3-165 0,2-1-425 0,4-1 188 16</inkml:trace>
  <inkml:trace contextRef="#ctx0" brushRef="#br0" timeOffset="55823.24">21039 11396 29 0,'0'0'325'0,"0"0"-14"0,0 0-21 0,0 0-24 0,0 0-26 15,12-4-23-15,-12 4-17 0,12-2-25 0,-1 2-15 16,1 0-17-16,1 0-8 0,0 3-16 16,0-3-12-16,-2 4-14 0,3 0-15 0,-5 0-15 15,0 1-13-15,1 2-16 0,-3-1-8 0,-1 5-13 0,-5-2-11 16,-1 3-4-16,-1 5 8 0,-5 1-6 0,-5 6-2 15,1-7 1-15,-7 7 1 0,4-10-3 0,-4 7 2 16,4-6-3-16,2-2 2 0,-2-1 1 16,5-3 0-16,-1-1-2 0,4-2 3 0,0-1-2 0,-1 1-1 15,3-2 2-15,-1-1 1 0,3-1 7 0,0 4 4 16,1-6 7-16,1 4 2 0,3-2 4 0,6-2-3 16,0 0-2-16,11 0 0 0,-2-2-2 0,9 0-1 15,-1 1-1-15,2-3-3 0,-1 0-21 0,-1 0-42 16,1 0-58-16,0-6-97 0,-8 3-274 0,-1-4-520 15,2-3 230-15</inkml:trace>
  <inkml:trace contextRef="#ctx0" brushRef="#br0" timeOffset="56158.27">21557 10794 203 0,'-2'-4'221'0,"2"4"-22"16,0 0-23-16,0 0-20 0,0 0-16 0,12 8-13 15,-3 1-11-15,1 8-10 0,5 7-2 0,3 5-7 16,3 12-6-16,0 8-8 0,-4 1-4 0,1 5-3 15,-3 0-3-15,-1 3-5 0,-7 0-1 0,-2 0-8 16,-5-2-6-16,-7 2-2 0,-4-4-7 0,-3-2-3 16,-8-1-1-16,-5-5-9 0,-5-2-2 0,-2-1-3 15,-6-1-5-15,-2-4-5 0,-4-4-24 0,-4-3-41 16,-1-2-40-16,-4-4-43 0,-9-4-68 0,-23 4-153 16,27-16-382-16,-1-4 169 0</inkml:trace>
  <inkml:trace contextRef="#ctx0" brushRef="#br0" timeOffset="56690.85">19223 10815 12 0,'0'-4'176'0,"0"4"-18"0,0 0-19 15,4-1-16-15,-4 1-15 0,0 0-5 0,-4 16-10 16,4 0-8-16,-6 9-1 0,-5 5-16 0,0 16-4 16,-3 3-10-16,0 3-2 0,-3 0 3 0,3 3-2 15,3 0 2-15,2-1-7 0,5 0-13 0,5-1 3 16,6 2 0-16,7-4-1 0,5-1-4 0,8-1-4 16,2-6-1-16,6-3 5 0,8 1-7 0,6-7-1 15,2-3-6-15,1-2-42 0,4-5-96 0,1-7-170 16,-6-2-311-16,-13-10 138 0</inkml:trace>
  <inkml:trace contextRef="#ctx0" brushRef="#br0" timeOffset="59139.15">22535 10557 81 0,'0'0'158'0,"-1"-6"-12"0,1 6-16 0,-1-5-16 0,1 5-8 16,0 0-16-16,0 0-7 0,0 0-12 16,-12 11-6-16,7-3-6 0,-4 7-8 0,0 12-5 0,0 4-6 15,-3 16 8-15,-3 5-6 0,-2 5 1 0,-5 28-3 16,-4 3-3-16,7-5 1 0,4 1-5 0,-3-4 1 15,1 1-5-15,3-22 0 0,0 26-1 16,-2-2-3-16,7-26-3 0,-1 1-1 0,-1 1-5 0,0-2 3 16,1-5-5-16,-1-2-1 0,2-4-2 0,0-12-4 15,0-4 6-15,-2 1-6 0,0-5-3 0,2-7 3 16,-2-1 5-16,5-3-3 0,-2-4-1 0,2 1 6 16,-2-6 15-16,3 0 19 0,-5-3 1 0,-2-1 0 15,-1-4 0-15,-1-2-1 0,-6-2 11 0,-6-4-5 16,9 1-2-16,-2-1-2 0,-3-4-1 0,5 3-3 15,3-1-5-15,-1 1-10 0,2 3-5 0,0-1-1 16,4 5-4-16,0-3-3 0,0 1-3 0,3 3-3 16,-2 1-22-16,3 2-28 0,-4 0-23 0,9 0-17 15,-11 3-23-15,6 1-32 0,-1 4-75 0,3-4-127 16,1 4-362-16,1-2 161 0</inkml:trace>
  <inkml:trace contextRef="#ctx0" brushRef="#br0" timeOffset="59507.85">21824 12511 115 0,'-4'3'152'15,"4"-3"-6"-15,0 0-5 0,0 0 6 0,0 0 2 16,0 0-6-16,0 0-9 0,0 0-10 0,0 0-15 16,0 0-8-16,16-1-10 0,0-2-6 0,4-1-11 15,6 2-8-15,3-3-8 0,2-1 1 0,3 2-3 16,1 0 1-16,-5-1-6 0,1 0-3 0,-12 2-7 15,3 2-3-15,-3-4-4 0,-6 2 2 0,0 0-10 16,-2 3-1-16,-3-2 0 0,-2 2 0 0,-1-3-8 16,2 3-15-16,-7 0-10 0,7-2-17 0,-7 2-22 15,6-3-36-15,-6 3-26 0,0 0-68 0,0 0-144 16,-4-7-348-16,4 7 154 0</inkml:trace>
  <inkml:trace contextRef="#ctx0" brushRef="#br0" timeOffset="59746.98">22498 12332 4 0,'2'-5'362'0,"0"3"-30"0,-2 2-12 0,1-3-15 16,-1 3-24-16,4-4-26 0,-4 4-31 15,0 0-21-15,0 0-20 0,3-3-28 0,-3 3-26 0,0 0-45 16,0 0-10-16,0 10-7 0,0 2 4 0,-3-1-20 15,-1 16-4-15,3-4-7 0,-3 4 3 0,4 2-7 16,-2-6-27-16,-1 6-37 0,3-2-27 16,-2-1-35-16,0-1-28 0,-2-1-37 0,1-5-41 0,-5 0-244 15,2-4-474-15,0-5 209 0</inkml:trace>
  <inkml:trace contextRef="#ctx0" brushRef="#br0" timeOffset="60456.47">22801 10079 104 0,'0'-5'242'16,"0"5"-6"-16,4-8-4 0,-4 4-12 0,1-1 3 16,1 3-11-16,-2-4 0 0,2 4-10 0,-1-2-10 15,2 1-22-15,-3 3-15 0,2-4-16 0,-2 4-22 16,0 0-12-16,0 0-31 0,0 0-12 0,0 0-11 16,4 11-6-16,-5 2-12 0,0 4-2 0,-2 7 1 15,-2 8-8-15,1 2-21 0,2 1-30 0,-5 12-35 16,2 1-27-16,1-2-37 0,-1-11-33 0,0 1-89 15,1-3-154-15,3-4-434 0,1-3 193 0</inkml:trace>
  <inkml:trace contextRef="#ctx0" brushRef="#br0" timeOffset="65372.75">23344 11073 3 0,'0'-6'138'0,"1"-3"-6"0,2-2-2 16,0 1-5-16,1 1 8 0,-3-4-4 0,4 4-3 16,-3-3-3-16,0 2-5 0,0-2-4 0,1 0-6 15,-1 2 2-15,2 0-3 0,-3-1 3 0,3 1 0 16,-4 3-6-16,2 1-4 0,-2-1-3 0,2 2-1 16,-2 0-10-16,0-1-7 0,1 3-11 0,-1 3-6 15,0-5-8-15,0 5-13 0,0-4-29 0,0 4-15 16,0 0 5-16,0 0-3 0,-6 20 5 0,-2-1-4 15,-3 11-2-15,-6 15 0 0,-2 2 3 0,-2 6 0 16,2 1 5-16,3-1-3 0,-3-2 0 0,7-1-1 16,-2 1 4-16,5-2-2 0,4-2 3 0,0-12 2 15,1 1-4-15,4-4 2 0,-4-3 0 0,4 0-1 16,0-4-4-16,0-5 4 0,-4-2 1 0,3-2 0 16,1-6-4-16,0 1 6 0,0-2-5 0,0-4 2 15,-1 2 1-15,1-3 6 0,-3 0-2 0,-1 0 3 16,1-2-4-16,-5 1 1 0,0-3 0 0,-5 0-2 0,-2 0 2 15,-3-3-6-15,-1 2-4 0,0-4-1 0,1 1-3 16,-5 0-10-16,7 0-32 0,-4-4-31 16,1 3-24-16,5-3-56 0,0 0-37 0,5 2-181 15,1-4-405-15,3 1 180 0</inkml:trace>
  <inkml:trace contextRef="#ctx0" brushRef="#br0" timeOffset="65690.45">23026 11389 163 0,'0'0'191'0,"-5"-4"-7"15,5 4-18-15,0 0-6 0,0 0-19 0,0 0-13 16,0 0-13-16,0 0-13 0,18-1-11 0,-5 1-3 15,7-1-13-15,9 1-9 0,3-2-5 0,4 1-5 16,1 0 1-16,5-2-6 0,12-1-1 0,-14 1-3 16,-1 1-7-16,-3-1 1 0,-8 3-6 0,2-3-5 15,-11 2-3-15,-8 0-1 0,2 1-1 0,-4 0-9 16,-3-2-10-16,0 0-10 0,-6 2-9 0,8 2-4 16,-8-2-2-16,0 0-7 0,0 0-16 0,0 0-13 15,-17 3-20-15,7-2-12 0,-1 0-28 0,3 1-23 16,1-2-137-16,-1 0-297 0,0 3 132 0</inkml:trace>
  <inkml:trace contextRef="#ctx0" brushRef="#br0" timeOffset="66207.52">23868 11229 59 0,'13'-3'189'0,"-3"-1"-15"0,3 0-8 0,6 3-13 16,-7 1-20-16,5 0-12 0,-4 0-6 16,5 2-16-16,-1 5-8 0,-5-2-6 0,5 3-9 15,-7 0-9-15,-2 2-12 0,-3 2 0 0,-1 4-8 0,-2 0-6 16,-2 1-5-16,-2 1-2 0,-3-1-4 0,-3-1-9 15,-1 1-5-15,-1-1 4 0,-2 1 0 16,2-5-4-16,-4 1-5 0,4-4 8 0,-3 2-5 16,3-4-3-16,0 0 2 0,0-5 2 0,1 3 4 0,1-1 18 15,1-2 18-15,2 0 25 0,2 2 25 0,-1-4 20 16,4 0-3-16,0 0-14 0,-5-6-8 0,5 0-10 16,1-1-13-16,4-2-4 0,5 0 3 0,-1-5-21 15,3-1-3-15,2 2-5 0,-1-2-4 0,1-2-4 16,0 3-10-16,2 1 4 0,-3 1-8 0,1 0 9 15,-5 2-11-15,-3 4-4 0,2-1-2 0,-2 2 0 16,1 1 12-16,-5-1-14 0,2 4-2 0,0-3-4 16,0 1-4-16,-3 2-3 0,-1 1-10 0,4-4-10 15,-4 4 1-15,0 0-4 0,0 0 1 0,9 7-3 16,-8-2 1-16,-1-1-1 0,4 3 2 0,-3 3-2 16,2-4 1-16,-2 5 1 0,3-4-1 0,0 4-8 15,-3 0-14-15,3-3-12 0,1 4-12 0,-1-3-18 16,0-1-13-16,-2 1-17 0,3 0-25 0,-1-3-36 15,0 0-58-15,1-1-142 0,2-2-409 0,-2 0 180 16</inkml:trace>
  <inkml:trace contextRef="#ctx0" brushRef="#br0" timeOffset="66490.57">24274 11142 164 0,'0'0'218'0,"-1"-6"-26"0,1 6-17 0,0 0-19 0,0 0-17 15,0 0-12-15,14 7-3 0,-5 1-9 16,5-3-13-16,-1 4-1 0,2 5-9 0,-1-1-5 16,2 1-4-16,-1-1-7 0,3 10-5 0,-3-3-4 15,1 0-11-15,-9-1-1 0,0-1-5 0,0 5-4 0,-7-3-9 16,0-1-4-16,-7 5-6 0,0 1-2 0,-7-2-3 15,-4-2-5-15,-5 2-5 0,-2-3-7 16,-1-2-15-16,-6-2-24 0,1-2-29 0,-1 1-27 16,1-6-31-16,-1 0-70 0,1-6-137 0,2 2-355 0,2-5 157 15</inkml:trace>
  <inkml:trace contextRef="#ctx0" brushRef="#br0" timeOffset="66823.66">23806 10989 18 0,'-2'-3'203'0,"2"3"-19"0,0-7-22 0,0 7-20 15,-2-3-10-15,2 3-19 0,0 0-9 0,0 0-12 16,-9 10-10-16,2 0-10 0,-4 6-2 0,-2 7-9 16,-5 6-7-16,3 0-5 0,-6 1 2 0,-8 15-6 15,2-1-6-15,4-1 0 0,9-12-1 0,0 2-8 16,3-2-2-16,4 4-5 0,3-2 3 0,4 0-4 16,4-4-5-16,5 2 9 0,6-4-3 0,6 0 0 15,3-6-12-15,6 0 10 0,15 4 1 0,3-5-20 16,5-5-43-16,5-3-68 0,-4-8-204 0,4-2-338 0,-4-2 150 15</inkml:trace>
  <inkml:trace contextRef="#ctx0" brushRef="#br0" timeOffset="67222.25">24886 11060 172 0,'4'-4'225'0,"-2"-2"-8"0,0 2-8 16,0 0-10-16,0-1-19 0,-2 5-20 0,4-5-17 15,-3 3-16-15,-1 2-14 0,0 0-14 0,0 0-11 16,0 0-9-16,5 14-7 0,-4-2-10 0,-2 3-6 16,1 4-5-16,0 6-7 0,-3 0-7 0,1 3-2 15,-2 1-4-15,3 0-3 0,1 0-1 0,-2 1-5 0,2-1-1 16,-2 3-4-16,2-6 3 0,0 2-1 16,-2-2-1-16,0-1-2 0,1-1-1 0,-2-6-1 15,2 1-15-15,1-8-22 0,0 2-14 0,-2-1-13 16,0-2-9-16,0 0-5 0,-1-5-4 0,2 2 1 0,1-3 2 15,-4-2-37-15,4-2-81 0,0 0-134 0,-18-10-342 16,12 2 152-16</inkml:trace>
  <inkml:trace contextRef="#ctx0" brushRef="#br0" timeOffset="67538.42">24889 10943 70 0,'-3'-7'219'16,"3"1"-13"-16,-1 0-10 0,1 0-19 0,0 2-16 16,4 1-14-16,-3 0-17 0,5 0-15 0,1-1-12 15,5 3-6-15,-1 0-11 0,8 3-8 0,1 3-10 16,1 0-2-16,7 3-6 0,3 3-11 0,-2 2 1 16,2 1-8-16,-3 4-5 0,-4 1-6 0,-2 2-2 15,-3 5-8-15,-2 0-4 0,-8 0-3 0,0-2 0 16,-5 1-5-16,-7-6-1 0,-3-1-13 0,-5 4 9 15,-6 0 1-15,-6-2-1 0,-3-3 1 0,-5-2-2 16,-2 0 1-16,-3-1 0 0,-1-3 0 0,0-2-1 16,4-1-4-16,-3 0-1 0,3-1 4 0,-1-1 0 15,4-4 0-15,2 5-2 0,8-5 3 0,2 1-3 16,6-2-8-16,-2 2-22 0,4 1-25 0,2-3-41 16,3-1-25-16,0 3-53 0,5-3-136 0,0 0-334 15,0 0 148-15</inkml:trace>
  <inkml:trace contextRef="#ctx0" brushRef="#br0" timeOffset="68020.45">25202 11451 155 0,'0'0'234'0,"0"0"-25"15,0 0-19-15,0 0-21 0,0 0-18 0,0 0-18 16,0 0-11-16,0 0-16 0,0 0-15 0,0 6-10 0,0-2-8 16,2 3-7-16,-2-2-8 0,0 1 5 0,0 4-15 15,-2 1-7-15,1-2-1 0,2 3 0 0,-3 1-9 16,-1 3-1-16,-1-1-5 0,4-3-2 0,-2 4-3 15,-1-2-7-15,-1-2 5 0,3-1-4 0,-3 0 0 16,3-1-1-16,-3-2-1 0,3 0-2 0,1-4 3 16,0 0 1-16,-3 0-5 0,3 0 5 0,0-4 27 15,-1 4 31-15,1-4 25 0,0 5 18 16,0-5 19-16,-1 5 10 0,1-5 4 0,0 0-19 0,0 0-17 16,6-12-7-16,-1 8-14 0,4-5-9 0,-1 1-10 15,0-2-5-15,-3 6 7 0,2-3-21 0,-2 4-3 16,0-2-9-16,-1 2-1 0,0 0-12 0,0 0-4 15,0 1-6-15,-1 0-8 0,-3 2-8 0,8 0-7 16,-8 0-6-16,7 6-4 0,-2-2-9 0,-1 0-12 16,2 2 0-16,-2-1-8 0,1 5-16 0,-1 0-10 15,2-2-10-15,-1 2-26 0,2 1-20 0,-4-2-30 16,1 3-26-16,0-4-48 0,-4 3-256 0,1-5-525 16,3 0 232-16</inkml:trace>
  <inkml:trace contextRef="#ctx0" brushRef="#br0" timeOffset="68721.23">25628 11085 78 0,'2'-5'211'16,"1"1"-13"-16,0 0-19 0,4-1-19 0,-2 2-14 0,3 1-16 16,3-1-13-16,2 2-10 0,0 2-11 15,1-1-12-15,3 3-5 0,2 2-13 0,-3 4-8 0,1-1 1 16,-2 4-8-16,-1 2-4 0,-2 1-7 15,-2 0-3-15,-2 2-3 0,-4 4-4 0,-2-3-4 0,-2 0-3 16,-1 1 3-16,-2 0-8 0,-3-2 0 16,-2 3-2-16,-3-4-5 0,-1 1-1 0,-2-3-1 15,4 0-2-15,-2-4-2 0,-2-1 1 0,4 1 4 16,0-5-1-16,0 0 1 0,3-1 5 0,1-1 8 0,1-1 25 16,0 1 23-16,0-1 22 0,1 0 25 0,4-2 9 15,0 0-10-15,-7-5-8 0,7 1-11 0,3-3-11 16,1-2-6-16,2-3-9 0,6-1-9 0,-2 0-9 15,4 0-3-15,-4-1-4 0,6 2-3 0,-3-2-11 16,3 0 12-16,-2 3-16 0,-4 2-4 0,0 2-9 16,-1 1 3-16,-2-1-2 0,-1 3-5 0,-1 2-4 15,0-2-3-15,0 1-1 0,0-1-10 16,-1 3-6-16,-4 1-8 0,9 2-7 0,-4 4-3 0,0-2 1 16,-1 1-5-16,-1 3 0 0,1 0 1 0,0 2-3 15,-1 2-2-15,1-3-4 0,1 2-11 0,-1 1-10 16,0-2-20-16,-1 1-12 0,0 0-18 0,1 0-20 15,-1 1-30-15,1-4-46 0,-2-3-207 0,2-1-448 16,0-1 198-16</inkml:trace>
  <inkml:trace contextRef="#ctx0" brushRef="#br0" timeOffset="68971.03">26120 11064 77 0,'0'0'204'16,"2"-3"-24"-16,-2 3-18 0,0 0-19 0,0 0-11 15,13 10-8-15,-7-3-6 0,1 3-11 0,2 4-3 16,-2 1-8-16,2 3-8 0,-5 0-5 0,6 7-6 0,-6-2-9 16,1 2-3-16,-5-4-7 0,-2 4-6 15,-1 1-7-15,-1 0-12 0,-6-3-11 0,1 2-6 16,-4-1-6-16,-4-2-5 0,-1-4-11 0,-4 1-10 15,-1-2-35-15,-4-2-35 0,0-1-54 0,-1-6-155 0,3 0-321 16,3-7 142-16</inkml:trace>
  <inkml:trace contextRef="#ctx0" brushRef="#br0" timeOffset="69289.67">25665 10896 140 0,'0'0'144'0,"-12"4"-32"0,5 4-10 0,-3 1-12 15,-3 5-10-15,-3 8 0 0,-2 3-11 16,2 5-4-16,-5 3-7 0,-6 11 5 0,4-2-8 0,3 3-1 16,9-13-10-16,-2 3-4 0,6-2 5 0,5 0-11 15,4-1 8-15,5 2 0 0,6 0 4 0,3-3-3 16,3 1 4-16,15 4-11 0,2-2-2 0,-5-12-3 16,5-2-32-16,10-2-67 0,-9-7-187 0,18 2-275 15,-4-7 121-15</inkml:trace>
  <inkml:trace contextRef="#ctx0" brushRef="#br0" timeOffset="69937.59">26917 11323 26 0,'4'-5'260'0,"-2"-1"-30"0,1 1-24 16,-2-1-17-16,-1-1-17 0,0 2-21 0,-2-2-14 0,-1 0-14 15,-3 0-13-15,-6 1-6 0,2 1-18 0,-6-1-6 16,-3 1-11-16,-1 1-3 0,-2 1-12 0,-5-1-3 16,1 4-6-16,-3 3-6 0,0 1-4 0,9 0-4 15,-2 0-8-15,1 1 4 0,4 0-4 0,-1 4-9 16,2-1 2-16,2 0-4 0,3 0-3 0,1 2 0 16,3-2 4-16,0 2-6 0,3-1 2 0,1 3 1 15,2-3-2-15,1 4 0 0,3-2 0 0,0-1 3 16,4-2-3-16,-1 0-1 0,2-1 1 0,2-1 4 15,0-2-2-15,4-3-3 0,-2 2 3 0,1-3 13 16,4-5 5-16,0 1 6 0,-2-4 8 0,3 0 0 16,-1-3 18-16,-2 1 2 0,-2-4-3 0,1-1 0 15,3-8-8-15,-5 0-6 0,2-3-1 0,-3-1 5 16,0-4-16-16,1-3-2 0,-5 2-8 0,6-14 2 16,-3 13-2-16,-1 0-5 0,-1 0 3 0,-3 3-2 15,1 2 0-15,1 3 1 0,-5 6 7 0,2 4 0 0,0 0 1 16,-1 3-6-16,-3 5 5 0,2 2-6 15,-2 0-2-15,3-1-11 0,-2 2-14 0,-1 0-45 0,0 4-3 16,0 0 4-16,0 0 5 0,-4 15 6 16,4-1 2-16,-2 5 1 0,-2 8 7 0,-3 3 1 0,6 2 0 15,-3 1 8-15,4 1 3 0,0 15 1 16,0-15-3-16,0-1 12 0,4-1-4 0,-3 2 5 0,2-8-8 16,-2 0-17-16,-1 2-25 0,3-11-16 15,-2-1-20-15,-1 1-22 0,3 0-13 0,-3-5-29 0,0-3-242 16,0-1-429-16,0 0 191 0</inkml:trace>
  <inkml:trace contextRef="#ctx0" brushRef="#br0" timeOffset="70521.48">27107 11110 141 0,'8'2'193'16,"5"-2"-18"-16,2 3-14 0,3 4-14 0,-3 1-9 16,3 1-15-16,-1 3-8 0,6 1-8 0,-3 5-18 15,-7-3-11-15,1 2-5 0,-1-1-15 0,-7 1-8 16,3 1-5-16,-4-1-10 0,-1-1-9 0,-4 1-4 16,-1 0-17-16,-6-2 5 0,1 2 1 0,-1-9-4 15,-4 6-5-15,2-3-1 0,-1-3 3 0,-5 1 10 16,0 0-10-16,3-2 3 0,2-3 1 0,-2-2-3 15,5 1 2-15,-2-2 11 0,1 1 20 0,0-1 30 16,3 0 23-16,5-1 20 0,-9-1 10 0,9 1 9 16,0 0-2-16,-5-7-9 0,9 2-14 0,0-4-15 15,1-1-6-15,6-4-12 0,3 0-5 0,4-6-8 16,1 0-15-16,4-1-11 0,1 1-9 0,-1-2-5 16,1 1 3-16,-4 1-8 0,-2-1 4 0,0 10-1 15,-4-3-4-15,-1 0 0 0,-4 6 0 0,-1-1 0 16,0 3 5-16,-4 0-1 0,0 1-9 0,0 2 4 0,0-1-6 15,-2 1-10-15,-2 3-3 0,0 0-1 16,0 0 7-16,0 0-10 0,-19 15 1 0,6-4 0 16,3 2-1-16,-5 2 3 0,1 7-1 0,-3-1 0 15,7 3-3-15,5-5 4 0,-2 6 1 0,6-1 3 16,2-3 2-16,7 1 2 0,6 6 8 0,4-9-8 16,2 5 1-16,6-2 0 0,5-3 2 0,4-2 0 15,15 3 6-15,0-8-5 0,1 1 11 0,-1-7 8 16,-13-2 5-16,1-3 3 0,-4 1 17 0,-4-2 14 0,-3 0 17 15,-9-3 41-15,-3 2 13 0,-4 0 21 16,0-2 0-16,-3 3 0 0,-2-1-7 0,-1 1-10 0,-1-3-11 16,-4 3-13-16,5-4-17 0,0 1-27 15,-5 3-33-15,0-2-56 0,0 2-56 0,0 0-69 0,-5-5-68 16,0 2-68-16,0 0-74 0,-3 2-314 0,-2 2-723 16,1 2 320-16</inkml:trace>
  <inkml:trace contextRef="#ctx0" brushRef="#br0" timeOffset="116546.35">4646 13815 96 0,'-3'-4'122'15,"3"4"-16"-15,0 0-5 0,0 0-11 0,-1-3-6 16,1 3-13-16,0 0 3 0,0 0 1 0,0 0-10 16,0 0-6-16,0 0 0 0,0 0-9 0,0-5-8 15,0 5 14-15,0 0 4 0,0 0-1 0,0 0 8 16,0 0-58-16,0 0 51 0,0 0 1 0,0 0-1 15,0-7-4-15,0 7-3 0,0-5-5 0,1 0-6 16,-1 5 4-16,0-7 2 0,0 2 7 0,0-1-2 16,1 2-4-16,-1-1 0 0,0-2-1 0,2 5 6 15,-2-5-3-15,0 1 7 0,1 2-2 0,-1 1-3 16,-1-2 1-16,1 5-10 0,-2-7-7 0,2 7 0 16,2-2 0-16,-2 2-11 0,0 0-16 0,0 0-15 15,0 0-16-15,0 0-7 0,0 0 6 0,0 0 2 16,-5 21 0-16,2 1-2 0,-3 9 0 0,-5 13 10 15,0 7-5-15,-3 5 3 0,5 2 17 0,-7 22-3 16,8-26-1-16,0 0 3 0,0 0-3 0,3 1 2 16,-1-4-2-16,-2-1 0 0,4-15 0 0,2 1 0 15,-1-3 3-15,-2-1 0 0,1-4-2 0,-1-2-1 16,4-6 1-16,-3-7-5 0,-1 3 4 0,2-5 0 16,2-1 2-16,-2-3 3 0,2-3 15 0,-1 3 16 15,0-3 8-15,1 0 14 0,1-1 16 0,-3 0 1 16,-1-1-10-16,4-2 0 0,0 0-10 0,-21-5-6 15,8 1-2-15,-2-2-1 0,1 4-9 0,0-6-5 16,-4 1 1-16,3 2-8 0,-3-2-4 0,1 2 1 16,-1 1-5-16,0 2 1 0,3-1-1 0,2 3-5 15,-6 0-1-15,5 0-4 0,1 0-8 0,4 0-17 16,-3 0-32-16,1 0-30 0,5 1-40 0,-3-1-40 16,4 2-28-16,0-1-22 0,5-1-192 0,-5 1-436 15,5-1 193-15</inkml:trace>
  <inkml:trace contextRef="#ctx0" brushRef="#br0" timeOffset="116946.35">4219 14312 154 0,'0'0'185'0,"0"0"-11"0,0 0-17 0,0 0-14 15,0 0-16-15,0 0-15 0,0 0-10 0,0 0-12 0,0 0-7 16,0 0-10-16,0 0 2 0,0 0-13 15,0 0-6-15,22 6-6 0,-7-3-10 0,8-1 1 16,9-1-7-16,4 1-3 0,15 1 7 0,1-2-12 0,-1-1 2 16,2 3-1-16,-14-2-4 0,0 2 0 15,-4-2-6-15,-3 3 2 0,-1-1-4 0,-3 2 3 16,-10-3-6-16,0 0-9 0,-5 2-31 0,-1-3-27 16,-4 2-18-16,-3-1-11 0,-1 1-1 0,0-2 9 0,-3 2 2 15,-1-3-2-15,-6 5-27 0,1-2-128 0,-7 1-250 16,-3-2 111-16</inkml:trace>
  <inkml:trace contextRef="#ctx0" brushRef="#br0" timeOffset="117646.35">5270 14234 134 0,'4'-3'201'0,"1"-2"-21"0,3 3-20 15,-1 1-13-15,4 0-17 0,1 1-15 0,0 1-8 16,1 1-15-16,0 3-10 0,3 0-5 0,2 1-11 15,-2 4-10-15,-1-1-1 0,-6 0-12 0,0 0-2 16,4 3-6-16,-4 2-5 0,-4-2-5 0,-1-2-1 16,-3 4-3-16,-1-4-3 0,-1 4-3 0,-3 1-5 15,-1-4-4-15,-4 3 5 0,-4 1-4 0,0-2 5 16,-1-3-5-16,5-1 2 0,-4-2 0 0,-1 3 6 16,4-5-5-16,0-2 8 0,4-1 12 0,-1 0 9 15,3 1 13-15,0-2 23 0,4-1 19 0,-6 3 28 16,6-3 23-16,-4 1 7 0,4-1-10 0,0 0-25 15,2-17-12-15,5 9-8 0,2-1-14 0,0-6-6 16,5-1-1-16,0 4-15 0,9-8-9 0,-4 5-6 0,-3 1-4 16,1 2-5-16,-1-1-5 0,0 2-1 15,-3 1 2-15,0 1-4 0,-4 2-12 0,3 1-1 16,-7 1-5-16,1 2 1 0,-2-1-5 0,0 1-8 16,2 1-8-16,-6 2-22 0,5-2-17 0,-5 2 0 15,0 0 4-15,4 7 1 0,-6-2 6 0,0 0 1 0,0 5 7 16,-1 1-4-16,-2 0 3 0,0 5 3 15,2 0 3-15,-1 0 2 0,-1 1 1 0,3-1-1 16,1-3 0-16,-1-2 4 0,4 2-5 0,-4-1 5 16,4-2 1-16,1 0-10 0,0-1-7 0,4-1-18 0,0-2-28 15,2-2-45-15,6 0-66 0,-6-2-257 0,4-4-486 16,1-2 215-16</inkml:trace>
  <inkml:trace contextRef="#ctx0" brushRef="#br0" timeOffset="117906.35">5715 14184 183 0,'0'0'214'0,"0"0"-20"16,0 0-11-16,12-1-9 0,-2 3-13 0,2 1-5 15,4 4-16-15,3 0-13 0,3 7-8 16,2 1-13-16,-1 1-8 0,-1 2-10 0,-3 1-11 15,-1 1-6-15,-4 0-8 0,-3 3-7 0,-4-4-7 16,1 5-4-16,-6 1-16 0,-3-6-13 0,-4 5-6 0,-3 1-1 16,-6-4-4-16,-6 4-2 0,-3-6-7 0,-7 2-10 15,-3-1-28-15,-17 2-44 0,-1-4-50 16,1 0-213-16,-6-6-379 0,1-4 168 0</inkml:trace>
  <inkml:trace contextRef="#ctx0" brushRef="#br0" timeOffset="118286.35">5117 14047 69 0,'0'0'155'0,"-7"3"-11"16,1 2-12-16,3 2-16 0,-5 2-14 0,-2 6-14 15,0 4-6-15,-1 5-11 0,-3 4-6 0,1 2-12 16,-1 2-2-16,4 3-8 0,0-2-5 0,5-2 0 15,0 2 11-15,1 1-16 0,7-4-4 0,-1 0-4 16,6-2 1-16,-2-1-1 0,7 2 4 0,2-6-3 16,3-2-3-16,6 2 2 0,6-5 3 0,3 1-2 15,0-2-8-15,17-3-52 0,2-2-77 0,-15-5-133 16,17-1-265-16,-17-6 117 0</inkml:trace>
  <inkml:trace contextRef="#ctx0" brushRef="#br0" timeOffset="118836.35">6441 14324 134 0,'0'0'226'0,"0"0"-17"0,0 0-12 0,0-4-16 15,0 4-11-15,0 0-12 0,0 0-9 0,0 0-12 16,0 0-14-16,0 0-10 0,0 0-15 0,0 0-15 0,0 0-2 16,14-2-8-16,-1 2-11 0,2-2-6 15,2 2-14-15,5-2-21 0,0 1-23 0,-1 0-26 16,2 0-32-16,5 1-26 0,0 0-24 0,-7 0-32 15,-1 0-173-15,-1 1-340 0,-6 0 151 0</inkml:trace>
  <inkml:trace contextRef="#ctx0" brushRef="#br0" timeOffset="119026.35">6510 14483 185 0,'-2'2'232'0,"2"-2"-24"0,0 0-19 0,0 0-18 16,20-2-22-16,-2-1-11 0,2 3-12 0,8 0-17 15,2-1-30-15,-1 0-50 0,-1 2-70 0,3-1-90 16,-8-1-110-16,0-2-261 0,-3 3 117 0</inkml:trace>
  <inkml:trace contextRef="#ctx0" brushRef="#br0" timeOffset="122916.35">7995 13846 21 0,'-3'-4'139'0,"3"4"-13"16,-1-3-1-16,1 3-17 0,-4-5-9 0,4 5-3 15,-1-2-19-15,1 2-1 0,-4-4-14 16,4 4 1-16,-5-3-9 0,5 3-5 0,-4-3-24 0,0 1 17 15,4 2-2-15,-9-3-5 0,6 2-6 0,-4 0-6 16,7 1 0-16,-11-3-4 0,2 3 4 0,2 0-3 16,0 1-9-16,-2-1-6 0,-1 0 7 0,-1 2-16 15,0-2 13-15,-1 1 0 0,2 3-1 0,-4 1-1 16,2-1 1-16,0 1 3 0,-1 2-7 0,0 3-6 16,0-3 13-16,3 1-7 0,-3 6 0 0,3-4-4 15,1 5 1-15,-1-2-6 0,0 3 5 0,3 0-4 16,1-1 10-16,1-1-3 0,1 2-7 0,3 0-2 15,0-1 2-15,2 1 3 0,0-1 4 0,4 1 1 16,0-1-4-16,0 0 5 0,2 0-2 0,3-1 0 16,0-2 5-16,3 0 5 0,1 0 7 0,0-2 7 15,1-3 7-15,2 1 11 0,1-1-3 0,-1-2 3 16,0-1 5-16,2-1 4 0,-2-3 11 0,1 0 13 16,-1 0 4-16,3-6 5 0,-6 0 0 0,4-1 4 15,0-3-4-15,-5 0 0 0,1-4-3 0,0-1-8 16,-1-1-1-16,-2-7-3 0,1-1-11 0,-5 0-3 15,1 0-6-15,-6-2 8 0,0 1-20 0,-2 5-5 16,-2 1-5-16,-1-1 3 0,-2 2-10 0,-2 1-1 16,1 1-4-16,-2 2-7 0,-2 1-8 0,1 2-9 15,0 4-17-15,-5 1-22 0,-3 1-25 0,-3 2-28 16,-2 5-36-16,-3 4-43 0,-5 7-77 0,2 2-151 16,3 2-437-16,-1 0 195 0</inkml:trace>
  <inkml:trace contextRef="#ctx0" brushRef="#br0" timeOffset="124136.35">7713 14933 12 0,'0'0'289'0,"-2"-4"-7"0,2-1-4 0,0 5-10 15,-1-8-17-15,1 5-14 0,1-1-21 0,-1 4-18 16,0-5-14-16,0 1-21 0,0 4-10 0,3-6-18 16,-2 3-16-16,0-1-7 0,3 3-19 0,1-2-11 15,2 2-9-15,-1-2-9 0,0 3-6 0,7 0-8 16,-4 3-8-16,1-1-17 0,3 4-11 0,-4-4-5 16,4 6-20-16,1 1-7 0,-3 3-8 0,-1 3 1 15,1-1-1-15,-2 1-2 0,-3 3-2 0,3 2-2 16,-5-3 3-16,0 3-1 0,-5-1 4 0,-1 5 0 15,-2-4 2-15,-2-1 0 0,0-3 3 0,-2 4 2 16,-2-3-2-16,0 0 7 0,2-5-3 0,-2 3 2 16,-3-2 4-16,5-4-1 0,2 0-2 0,-2-2 3 15,2-2 4-15,-1 0-1 0,5 0 5 0,-2-1 0 16,0-1 4-16,4-3 8 0,-4 4 25 0,4-4 18 16,-1 3 11-16,1-3-8 0,0 0-6 0,0 0-11 15,14-16-4-15,-5 8-3 0,5-4-4 0,3-2-3 16,3-3-3-16,2-3-8 0,-1 3-4 0,0-1-3 0,-3 5-1 15,-4-1-1-15,0-1 5 0,0 2-5 16,1-1 0-16,-2 1 3 0,1 0-7 0,-2 1 7 16,-6 4-4-16,2-1 3 0,-2 1 5 0,-2 2 8 15,1 2 2-15,-1 1-3 0,0-2-5 0,0 2-4 16,-3 0-4-16,2 0-4 0,-3 3-7 0,0 0-16 16,3-4-12-16,-3 4-8 0,0 0 8 0,0 0 0 15,-7 12 4-15,3-3 4 0,-4 0-1 0,3 2 2 16,-5 4 4-16,2 2 1 0,3 1 3 0,0-1 6 15,1 0-6-15,0 0 3 0,4-1 3 0,4 0 5 16,0-1 2-16,4-1 3 0,6 1 1 0,1-4-1 16,13 2-3-16,1-1-58 0,5-5-97 0,2-6-318 15,16 2-517-15,-12-7 229 0</inkml:trace>
  <inkml:trace contextRef="#ctx0" brushRef="#br0" timeOffset="129196.35">9130 14056 78 0,'0'0'152'16,"0"0"-14"-16,0 0-13 0,-3-4-10 0,3 4-11 15,0 0-8-15,0 0-9 0,0 0-10 0,0 0-8 16,0 0 2-16,0 0-3 0,0 0-5 0,0 0-5 16,0 0 4-16,0 0-4 0,0 0-2 0,0 0-4 15,0 0 2-15,0 0-8 0,0 0-5 0,0 0 1 16,0 0-3-16,0 0 4 0,0 0-9 0,0 0-5 15,0 0 3-15,0 0 0 0,0 0 4 0,0 0-3 16,0 0 0-16,0 0-3 0,0 0 0 0,0 0 0 16,0 0-3-16,0 0 5 0,0 0 0 0,0 0-5 15,0 0-2-15,0 0 2 0,0 0-3 0,0 0-3 16,0 0-1-16,0 0 3 0,0 0-5 0,0 0-3 16,0 0 5-16,0 0-6 0,0 0-6 0,0 0 4 15,0 0-6-15,18-2-1 0,-5 2 1 0,0 0 0 16,6-3-1-16,0 3 3 0,3 0-5 0,8-2-3 15,2 0 1-15,0 1 5 0,-1 1-2 0,1 0 2 16,-3 0-1-16,-1 0-4 0,0-2 0 0,-9 2 2 16,2 0-6-16,-3 0 4 0,-8 0-2 0,4-2-12 15,-6 3-8-15,-3-2-10 0,1 1-5 0,1-1-13 0,-7 1-10 16,0 0-7-16,9 1-6 0,-9-1 6 16,0 0-6-16,0 0-15 0,0 0-13 0,0 0-12 15,-22 4-15-15,18-3-142 0,4-1-290 0,-9 2 128 16</inkml:trace>
  <inkml:trace contextRef="#ctx0" brushRef="#br0" timeOffset="129616.35">9872 13914 118 0,'1'-5'239'0,"-1"0"-16"15,2 1-8-15,-2-3-10 0,0 2-9 16,1 1-17-16,-1 4-17 0,1-4-17 0,-1-1-17 0,0 5-12 16,2-4-15-16,-2 4-11 0,0 0-14 15,0 0-15-15,0 0-13 0,0 0-2 0,0 0-1 0,0 0-10 16,3 19-6-16,-3-5-1 0,-2-1-5 0,5 4-3 15,-3 1 0-15,2 1-4 0,-2 5-2 0,0-3 0 16,0 2-2-16,0-3-6 0,-2-4 2 0,1 2 2 16,-1-3-3-16,2 2 0 0,0-5-1 0,0 0-1 15,-1-3 1-15,2-1-2 0,-1-3 0 0,-1 0 1 16,1-1 0-16,0 1-7 0,-2-1 10 0,2 2-3 16,0-6 1-16,0 5 1 0,0-5 0 15,2 2 2-15,-2-2-2 0,0 4-2 0,0-4 4 0,0 0-4 16,0 0-2-16,0 0 1 0,0 0-1 0,0 0-12 15,-2 6-19-15,2-6-20 0,0 0-26 0,0 0-35 16,0 0-55-16,0 0-224 0,0 0-418 0,0 0 185 16</inkml:trace>
  <inkml:trace contextRef="#ctx0" brushRef="#br0" timeOffset="130566.35">10617 13916 87 0,'0'0'186'0,"0"0"-12"0,0 0-4 0,0 0-5 15,0 0-13-15,0 0-13 0,0 0-8 16,0 0-20-16,0 0-7 0,0 0-14 0,0 0-8 0,0 0-6 16,0 0-13-16,0-5 0 0,0 5-16 0,0 0-4 15,0 0-3-15,0 0-7 0,0 0-2 0,-9 8-8 16,1 0-1-16,-3 1 1 0,-7 6-5 0,-5 0-1 15,-5 6-2-15,-3-1-2 0,-1 3-1 0,-6 6 0 16,6-5 0-16,4-4-3 0,1 0 0 0,5-1-5 16,-1 0 5-16,3-2-8 0,6-4 4 0,0-4-1 15,5 0 0-15,0-2 0 0,0-2 0 0,5-1 4 16,-1 2-3-16,1-2 17 0,0-3 19 0,3 2 15 16,-3-1 6-16,0 1 12 0,4-3 6 0,-3 3-2 15,3-3-3-15,0 0-9 0,0 0-6 0,0 0-8 16,0 0-2-16,0 0-6 0,0 0-6 0,0 0-4 15,0 0-3-15,0 0-3 0,0 0 6 0,0 0-15 16,0 0 0-16,16-1-2 0,-12 3-7 0,4 0 3 16,2 0-3-16,1-1 2 0,1 1-2 0,6 5-6 15,1-1 22-15,8 1-2 0,-7 0-1 0,8 2-4 16,2 2-2-16,-1 0-2 0,1 0-9 0,-4-2-11 16,-1 1-9-16,-1 2-6 0,-6-3-2 0,0-1-1 15,-3 2 1-15,-1-6 1 0,-5 1 0 0,1 1 1 16,-1-2 1-16,-1-1 1 0,-3-2 1 0,0 2 5 15,-1 0 0-15,2 0 4 0,-3-2 1 0,-3-1 3 16,5 3 4-16,-5-3 9 0,4 2 6 0,-4-2 2 0,4 0 6 16,-4 0 2-16,0 0 2 0,0 0-4 15,0 0 1-15,5 2-6 0,-5-2 1 0,0 0-3 16,0 0-3-16,0 0 1 0,0 0-5 0,0 0-5 16,0 0-11-16,0 0-16 0,0 0-15 0,0 0-19 15,0 0-20-15,0 0-32 0,0 0-71 0,0 0-302 0,0 0-522 16,0 0 231-16</inkml:trace>
  <inkml:trace contextRef="#ctx0" brushRef="#br0" timeOffset="133766.34">10860 14030 2 0,'10'4'91'0,"-1"1"-11"0,2-1-3 16,1 3-1-16,-2-3-2 0,2 1-4 0,-2 3-11 16,1-3 3-16,0 3-6 0,-2-2-11 0,-2 4-6 15,2-1 3-15,-4-1-10 0,0 2 4 0,-1 0 4 16,0-1-6-16,-4 0 3 0,0 3 6 0,-2-2 0 16,-5 0 7-16,3 0-2 0,-5-1-2 0,2 1 2 15,-2 0-1-15,-2-1-4 0,0-1-3 0,-2 3-2 16,2-4 0-16,-1 1-6 0,2-3-3 0,1 2 0 15,1-2-5-15,2-1 0 0,1 0-2 16,0-2-2-16,1 1 3 0,-1-1 14 0,1 1 7 0,4-3 9 16,-4 2 12-16,4-2 8 0,-5 2 14 0,5-2 14 15,0 0 2-15,-4 3 5 0,4-3 1 0,0 0-11 16,0 0-13-16,0 0-13 0,17-10-4 0,-7 4-5 16,2-1-5-16,3-2-7 0,0-4-6 0,3 4-3 15,-1-4-2-15,7-6-7 0,-1 3-1 0,-1-1-2 16,1 2-7-16,-8 1-1 0,-1 1-2 0,3 1-3 15,-3 3 1-15,-4 1-2 0,0-1-4 0,-2 3 0 16,1 0-1-16,-4 0-4 0,-1 2 2 0,1 2-4 16,-1-2-1-16,-3 1-1 0,-1 3-3 0,7-4 1 15,-6 2-4-15,-1 2-4 0,0 0 0 0,0 0-3 16,0 0 3-16,-8 9-1 0,0-3 1 0,-1 4-2 16,-3 4 0-16,0 1 2 0,-3-1-2 0,-2 5 2 15,6-3 0-15,-1 1-1 0,2-2 1 0,0 0 3 16,2 0-2-16,3-3 2 0,1 0 1 0,0 1 0 15,2-2 3-15,2 0 2 0,2 1 1 0,3-3 0 16,4 0 0-16,9-1 1 0,9 4 0 0,5-6-14 16,1 1-44-16,6-6-56 0,12 4-68 0,0-3-102 15,1-9-149-15,1 2-464 0,-18-2 205 0</inkml:trace>
  <inkml:trace contextRef="#ctx0" brushRef="#br0" timeOffset="134376.34">11980 13975 73 0,'3'-4'209'16,"0"2"-9"-16,0-1-13 0,0-1-14 0,0 2-11 0,-3 2-20 15,6-3-17-15,-6 3-12 0,3-4-12 0,-3 4-13 16,0 0-12-16,0 0-7 0,0 0-6 0,0 0-5 16,0 0-9-16,-11 16-1 0,1-10-5 15,-7 6-8-15,1-2 0 0,-6 6-3 0,-2-1-2 0,-2-1-7 16,3 1-3-16,-1 0-1 0,0-1-2 0,6 0-3 15,0-4 3-15,0 2-3 0,5-2-1 0,2-2-6 16,2-1 1-16,0 0-2 0,1 0 2 0,2-2-2 16,-1-1 0-16,5 0 2 0,-1 2-2 0,2-2 0 15,2 3 3-15,3 2 10 0,4-3 8 0,3 2-1 16,5 1 0-16,1 1-1 0,0-2-1 0,4 3-1 16,3 0-3-16,-6-1 4 0,7 3-3 15,-6-4-1-15,-2 0 3 0,2 0-5 0,-1-1-3 0,-1 1-1 16,-2-2-2-16,-2-1-1 0,-4 1 0 0,2-3-4 15,-3 1 0-15,-3 0-20 0,2-1-25 0,-1-1-26 16,-2 0-29-16,-2 2-34 0,-1 1-14 0,-1-2-39 16,-1-2-160-16,-1 4-367 0,-1-2 163 0</inkml:trace>
  <inkml:trace contextRef="#ctx0" brushRef="#br0" timeOffset="134606.34">11678 14451 270 0,'0'0'264'0,"-11"0"-26"0,11 0-22 16,0 0-23-16,0 0-17 0,0 0-18 0,22 6-10 15,-7-4-21-15,7 2-14 0,9 3-10 0,2 1-12 16,3-2-8-16,-2 5-8 0,-2-2-35 0,0 1-38 15,3-1-50-15,-5 2-62 0,4-4-70 0,-4 2-147 16,1-5-353-16,-2 0 156 0</inkml:trace>
  <inkml:trace contextRef="#ctx0" brushRef="#br0" timeOffset="135046.34">12655 14120 132 0,'-1'-1'221'0,"1"1"-17"15,-1-7-20-15,1 7-16 0,-6-4-18 0,6 4-13 16,-8 0-16-16,8 0-10 0,-13 3-13 0,5 1-14 16,-3 1-9-16,-1 3-6 0,3 1-7 0,-5 4-6 15,4 0-7-15,-3 2-6 0,4 0-4 0,-2-1-4 16,3 2-6-16,0 0 0 0,4-3-3 0,-1 3-1 16,3-5-6-16,2 1 2 0,0-1 7 0,6 1 26 15,-1 0 15-15,5-3 12 0,3 1 8 0,5-1-3 16,3-4 0-16,-1 0-4 0,8-1-8 0,-6-4-5 15,5-4-4-15,0-1-1 0,-2-3-7 0,-4 0-2 16,-2-2 3-16,-3-2-3 0,5-7-3 0,-11 4-6 16,2-2-7-16,-5 1-1 0,-3-2-2 0,0 1-10 15,-8-1-4-15,0 2-18 0,-9 1-22 0,-2 2-28 16,-13 1-36-16,-8 1-48 0,-19 4-67 0,-5 5-97 16,-1 2-166-16,-2 2-497 0,8-1 220 0</inkml:trace>
  <inkml:trace contextRef="#ctx0" brushRef="#br0" timeOffset="136016.34">9757 15132 12 0,'0'0'150'0,"0"0"-11"0,0 0-7 16,0 0-5-16,0 0 0 0,-5-3-7 0,5 3-7 15,0 0-3-15,0 0 5 0,0 0-1 0,4-8 5 16,-4 8 4-16,0 0-1 0,1-6 0 0,3 3 0 15,-4 3 2-15,1-3-3 0,-1 3-8 0,3-2-10 16,-3 2-8-16,0 0-12 0,0 0-9 0,2-4-6 16,-2 4-9-16,0 0-12 0,0 0-7 0,0 0-13 15,0 0-9-15,0 0-3 0,0 0-3 0,-15 6 2 16,7 0-3-16,-1 0-6 0,-5 5 1 0,4-5-3 16,-4 6 0-16,1 0 0 0,0 1-1 0,1-1-1 15,0 0 4-15,4 0-3 0,2-2 2 0,0 2-4 16,-1-2 1-16,3 0 1 0,2-1 0 0,-1 1 5 15,2 1-3-15,1-6 0 0,3 3-2 0,0 0 4 16,5-3 0-16,1 0 3 0,1 0-7 0,3 1 6 16,6-6-2-16,-6 0 1 0,6 0 0 0,-6-2 2 15,5-5 3-15,-8 3 7 0,8-3 0 0,-8-2 4 16,2-1-2-16,2-2 1 0,-5-3 1 0,1 1-1 16,-4-1 4-16,-2-2-1 0,-3 1-1 0,-1-1-4 15,-1 1-1-15,-4 0-6 0,1 2-1 0,-5 1-3 16,-1 0-3-16,0 0-3 0,0 4-6 0,1 2-10 15,-3-1-10-15,1 2-21 0,0 0-22 0,1 4-27 16,-4-1-30-16,5 3-41 0,-1 0-27 0,4 3-26 16,0-2-181-16,5 3-432 0,1 0 192 0</inkml:trace>
  <inkml:trace contextRef="#ctx0" brushRef="#br0" timeOffset="136396.34">10460 14970 29 0,'0'0'244'0,"1"-4"-25"15,-1 4-24-15,3-3-20 0,-3 3-21 0,0 0-16 16,0 0-16-16,0 0-10 0,0 0-12 0,0 0-9 15,-10 16-11-15,2-7-9 0,0-1-7 0,-6 4-6 16,0 0-8-16,0 2-1 0,0 1-9 0,-4-2-3 16,0 5-2-16,2-5-8 0,3 2-3 0,-1-3 0 0,2 0-5 15,2-3-1-15,0 0-1 0,2-1 3 16,3-1-8-16,1 0-1 0,0-2 0 0,2 1-3 16,-2 1 0-16,1-4-1 0,3 3 3 0,2 2-1 15,1-3-2-15,2 2 8 0,3 0 8 0,1 3 3 16,5-3-1-16,2 4 2 0,0 0-6 0,2-2 3 0,5 5-2 15,0 0-3-15,-6-3-1 0,-1 1 0 16,2 0-1-16,-4-2-2 0,-2 2-15 0,2-1-18 16,-5-2-16-16,-2-1-30 0,0 0-26 0,-2 1-34 15,-3-4-21-15,-2 5-16 0,-3-4-161 0,-3-1-349 16,-2 2 156-16</inkml:trace>
  <inkml:trace contextRef="#ctx0" brushRef="#br0" timeOffset="136586.34">10232 15498 164 0,'0'0'185'0,"0"0"-17"0,-1 4 4 16,5 2 6-16,2-3-4 0,7 1-16 0,1 2-13 15,8 2-13-15,5 1-15 0,2 3-29 0,0-3-12 16,2 1-50-16,-2 0-68 0,3-5-86 0,-3-1-142 15,1-1-291-15,-2-1 130 0</inkml:trace>
  <inkml:trace contextRef="#ctx0" brushRef="#br0" timeOffset="137146.34">10945 15121 81 0,'7'-4'218'0,"0"-1"-1"0,4 1-12 15,0 0-16-15,-4 3-17 0,4 0-17 0,-1 1-16 16,1 1-16-16,-1 1-3 0,0 2-14 0,-1 3-10 16,0-1-11-16,-4 4-6 0,4-1-9 0,-5 3-7 15,1 3-5-15,-4 0-8 0,-1 1-6 0,0 1-3 16,-2 0-4-16,-2 0-4 0,-3-2-3 0,1 2-3 16,1-2-5-16,-4-1 1 0,1 1 0 0,-1-5-2 15,3-1-3-15,0 0 0 0,-1 0-2 0,3-2 3 16,0-3-2-16,2 0 8 0,-2-2 15 0,2 1 14 15,-1 0 31-15,3-3 19 0,-3 4 23 0,3-4-15 16,0 0-15-16,8-10-11 0,3 3-3 0,5-5-17 16,7-4-2-16,1 3-6 0,-1-5-7 0,3 1-4 15,-2 2 3-15,-4-1-13 0,-3 4-9 0,0 0-2 16,-2 3 1-16,-5 1-4 0,-1 2 4 0,-1 0-6 16,-1 2-9-16,0 2-4 0,-2-3-11 0,-1 1-9 15,0 3-23-15,-4 1-11 0,0 0 3 0,0 0 3 16,0 0 2-16,-8 12 5 0,3-2 3 0,-3-1 4 15,2 1 0-15,-2 2 7 0,0 3 0 0,3-4-4 16,1 6-8-16,2-2-10 0,0 3-27 0,2-1-27 16,4 0-36-16,0-3-48 0,8-1-69 0,-3-2-217 15,6-4-503-15,-1 0 222 0</inkml:trace>
  <inkml:trace contextRef="#ctx0" brushRef="#br0" timeOffset="137566.34">11937 15066 138 0,'0'0'220'0,"0"0"-22"0,0-4-20 0,0 4-23 16,0 0-17-16,0 0-12 0,0 0-18 0,0 0-9 16,0 0-11-16,0 0-7 0,-5 16-3 0,0-8-8 15,-3 1-5-15,-7 4-3 0,2 1-7 0,-10 5-6 16,-1-1-6-16,-2-1-4 0,2 0-5 0,-3 2 0 16,0 1-2-16,4-2-5 0,4-6-5 0,5 2-3 15,-3-2-1-15,5 0-2 0,3-4 0 0,1 2-3 16,0-3-2-16,3 0 0 0,0 1-1 0,1-4 24 15,2 4 19-15,2-3 11 0,3 3 6 0,5 2-2 16,1 1-1-16,6-2-3 0,3 1-9 0,8 4-4 16,-2-1-3-16,3-1-7 0,0-1-5 0,-2 2 0 15,-7-4 0-15,9 4-8 0,-8-6 0 0,4 6-10 16,-5-7-19-16,1 4-28 0,-2-3-50 0,-3 0-31 16,-1-2-36-16,-1 0-47 0,-2 0-223 0,-3-2-449 15,0-2 198-15</inkml:trace>
  <inkml:trace contextRef="#ctx0" brushRef="#br0" timeOffset="137826.34">12365 15232 1 0,'0'-4'326'0,"3"-1"-9"0,-2 2-13 0,-1-1-25 16,4 0-27-16,-4 4-27 0,0 0-23 0,2-3-25 15,-2 3-22-15,0 0-19 0,0 0-20 0,0 0-12 16,4 15-14-16,-4-3-9 0,0 4-8 0,0 3-4 16,0 8-10-16,0 2-10 0,-4 3-10 0,3-3-24 15,0 4-38-15,-7-5-50 0,4 3-64 0,-1-1-78 16,0-4-223-16,-3-3-473 0,2-6 211 0</inkml:trace>
  <inkml:trace contextRef="#ctx0" brushRef="#br0" timeOffset="142626.34">15314 14248 174 0,'7'-10'179'0,"-2"1"0"16,-1-1-2-16,2 3-2 0,-5 0-2 0,3 2-7 15,1 0-5-15,-4-1-15 0,2 2-15 0,-2 2-9 16,-1-2-10-16,0 4-16 0,0 0-8 0,0 0-11 16,-10-4-11-16,1 7-10 0,-6 2-5 0,-11 7-5 15,-2-1-5-15,-4 4-5 0,-5 3-4 0,3 0-2 16,-1 0-3-16,5 1-4 0,-2 1-5 0,5-1-1 15,0-1 2-15,5 2-7 0,-1 0 1 0,5-3-3 0,5 0-5 16,3 7 8-16,0-9-8 0,6 1-1 0,3 1-6 16,2 2 0-16,3 0 6 0,4-1-1 15,4 2 0-15,1-4-1 0,9 4 0 0,0-1 1 16,2-2-2-16,0-3 4 0,-1 3-4 0,-4-7 1 0,6 5-2 16,-9-5 1-16,2 1 0 0,-4-1 3 15,0-5-4-15,-6 0-15 0,-3 2-9 0,-1-2 3 16,-3 0-5-16,2 2 0 0,-7-2 3 0,-5 2 3 15,-6 1 7-15,-6-2-2 0,-7 2 3 0,-4-1 1 16,-1 1 15-16,-4-5-2 0,4 1 2 0,1-1-2 0,-3-2 1 16,7-1 1-16,-1 0-3 0,7 0 3 15,0 0-2-15,3-2 1 0,6 0 1 0,2-1 2 0,3 2 3 16,2 0 3-16,2-1-7 0,1-1-14 16,3 3-4-16,16-12-4 0,4 4-6 0,8-1 1 0,3 0-6 15,3 1 4-15,2-1-7 0,13-7-1 0,-12 6-6 16,-3-1-3-16,1-1-8 0,-2 0 2 0,0 1 4 15,4-3 4-15,-5 0 5 0,-1-1 3 0,-2 1 1 16,-1-3 5-16,-2-2 5 0,-3 0 0 16,0-1 7-16,-4 1 9 0,2-3 14 0,-10 7 12 0,6-7 13 15,-5 6 16-15,-5-1 11 0,1 0 1 0,-2 0 12 16,2 0 4-16,-3 2 10 0,-3 5 8 0,1-4 1 16,1 4 4-16,-2 1-1 0,1-1-2 0,-2 3 2 15,0 0-5-15,1 2-10 0,-2 0-9 0,1 1-12 16,0 0-6-16,-1 0-8 0,0 4-9 0,2-3-24 15,-2 3-31-15,0 0-10 0,0 0-1 0,0 0 4 16,3 13 0-16,-5-2 4 0,2 6 1 0,-3 1-1 16,-1 7 2-16,-1 4 4 0,-1-1-4 0,-1 4 3 15,0 1 3-15,-2 0 0 0,2 1 2 0,-2 1 3 16,-4 9-3-16,5-13-1 0,0-3 4 0,-1-1 1 16,4-7 3-16,4-3-3 0,-2-5 0 0,-1 0 2 15,4-2-7-15,-1-3 3 0,1-2 1 0,0 2 14 16,-1-4 22-16,1 0 9 0,0-3-4 0,0 0-3 15,14-9-3-15,-4 0-2 0,6-3-8 0,-1-1-4 16,3-8-3-16,2 1-15 0,2-2-9 0,-2 0-4 16,2 4-1-16,-2 1-2 0,-7 4 3 0,0 4 0 15,-7 2 1-15,2 0 2 0,-3 2 1 0,-1 2-12 16,1 0-2-16,3 3-2 0,-8 0 4 0,10 4 8 16,-1 2-2-16,1 1-3 0,-1 2 5 0,5 4 4 15,3-1-10-15,2 5-8 0,2 2-8 0,0-1-10 16,2 1-12-16,0-2-5 0,0 0-2 0,0-3-6 15,3-1 3-15,-10-5-1 0,5 0-2 0,-3 0 3 16,-2-4 4-16,0-1 3 0,-1-1 2 0,0-3 9 16,-2-2 2-16,-4-1 10 0,1-2 4 0,-2-1 4 15,-3-3 15-15,0 1 10 0,0-3 14 0,0-1 6 16,-5 2 0-16,3-2-2 0,-6 1 0 0,2 4 2 16,-3-5 3-16,-1 2-6 0,0 4-2 0,0 0 2 15,-3 0-2-15,-2 3-2 0,2 0-4 0,-1 4 1 16,2 0-3-16,-5 4-3 0,1 3 1 0,0-2 0 15,-3 6 0-15,2 1 1 0,4-2 2 0,-1 2 0 16,4 0-2-16,1 0-1 0,3 0-3 0,-1 0 5 16,4-2-1-16,0 0 1 0,2 0-1 0,3-1 1 15,0-2 3-15,2 0-3 0,0 0 3 0,0-3 0 16,1 0 0-16,-3-4-2 0,3 0 2 0,1 0-1 16,0-4 1-16,-1 1-2 0,-3-2 1 0,1-2-3 15,0-1 0-15,-3-2 0 0,0 1 0 0,-1-3-6 16,-3 2-3-16,3-2-4 0,-4 1-5 0,-1-2-7 15,-2 1-14-15,-2 5-11 0,1-4-7 0,2 4-23 16,-5 0-25-16,2 0-19 0,0 1-34 0,2 2-149 16,-3 3-331-16,6 1 147 0</inkml:trace>
  <inkml:trace contextRef="#ctx0" brushRef="#br0" timeOffset="143106.34">16211 14691 63 0,'0'0'324'0,"4"-5"-24"0,-4 4-22 0,0 1-31 15,0 0-23-15,2-5-27 0,-2 5-23 16,0 0-21-16,2-4-25 0,-2 4-23 0,0 0-9 16,0 0-10-16,0 14-6 0,0-8-11 0,0 3-4 0,-2 3-11 15,2-4-3-15,-2 4-25 0,2 1-8 16,0-2-11-16,0-1-9 0,0 2 0 0,0-5-3 15,0 0 1-15,2 1 0 0,0-1 2 0,-1-3-1 16,3-1 5-16,1 2 0 0,-1-3-2 0,1-2 1 16,-5 0 1-16,13-7-1 0,-4 3-2 0,1-3 3 0,-1-1 2 15,5-4-2-15,-1 2 2 0,2-4 0 16,-2 2 0-16,-1 0-3 0,-2 3 0 0,0 0 1 16,-4 2-3-16,3 0-1 0,-5 3 2 0,1-3-2 15,-2 3-2-15,1 2-2 0,-4 2-1 0,6 0-1 0,-6 0 2 16,6 10-1-16,-2-6 2 0,-4 3 3 0,1 3-4 15,-1 0-1-15,3 0 2 0,-2 5-1 0,3-4 4 16,0 4 0-16,1-3 6 0,0 2-7 16,4 1 3-16,0-5 0 0,0-1 1 0,1 1 0 15,2-4 5-15,-2 3 8 0,9-5 6 0,-1-1 4 0,0-3 3 16,2 0 9-16,-2-5 4 0,3-1 2 0,-1-3-2 16,-6-1-1-16,4-2-5 0,-4-3-3 0,3-6-5 15,-8 4-2-15,2-5-4 0,-6-3-5 0,-3-3-9 16,-5 3-10-16,-6 0-12 0,-4 0-13 15,-7 2-14-15,-6 3-24 0,-5 2-34 0,-17-3-46 0,0 3-55 16,-6 6-217-16,16 6-455 0,1 1 202 0</inkml:trace>
  <inkml:trace contextRef="#ctx0" brushRef="#br0" timeOffset="144716.34">17833 14064 82 0,'0'-5'182'0,"-1"2"-21"16,1 3-18-16,0 0-10 0,0 0-24 0,0 0-9 16,-13 17-9-16,5 0-10 0,-3 10-10 0,-2 5-10 15,-4 11-6-15,3 3-6 0,-5 3-3 0,1 2 3 16,-2 2-4-16,4 5 1 0,1 0 2 0,2 0-4 16,2 1-5-16,1-4 1 0,1 0-7 0,0-6-2 15,5-2 10-15,-1-9-4 0,2-10-7 0,2 1 1 16,-2-2 4-16,2-9-14 0,0-6-1 0,-2-1-1 15,3-1 1-15,-1-4 27 0,0-1 21 0,-3 0 11 16,-1-4-9-16,5-1-4 0,-17-7-8 0,4-1-6 16,-1-4-7-16,-7-5-4 0,0-6-3 0,3 0-5 15,-3 2-2-15,4 2-2 0,-1-3-4 0,0-1-3 16,4 7-1-16,5 2-3 0,-2 0-4 0,3 5-1 16,0 0 3-16,3 2-5 0,-1 2-5 0,2 0-9 15,0 2-38-15,0 1-22 0,4 2-11 0,0 0-21 16,0 0-22-16,-9 5-9 0,9 0-27 0,3 0-201 15,-2-1-384-15,4 2 170 0</inkml:trace>
  <inkml:trace contextRef="#ctx0" brushRef="#br0" timeOffset="145026.34">17410 14621 101 0,'-4'-1'211'0,"4"1"-21"0,0 0-20 0,0 0-17 16,0 0-18-16,0 0-9 0,0 0-19 0,0 0-2 16,0 0-9-16,24 1 1 0,-4 1-3 0,8-2-4 15,6-4-6-15,-2 4-6 0,0-3-7 0,3 5-9 0,-6-1-8 16,-7-1-2-16,-1-1-5 0,-4 1-4 0,-2-2-8 15,-2 2-1-15,0 0-1 0,-3-2-6 16,-3 2-1-16,0-1-4 0,-2 1-6 0,-5 0-3 16,9-1-15-16,-9 1-20 0,4-1-29 0,-4 1-16 15,0 0-26-15,0 0-27 0,0 0-20 0,-25 1-174 16,25-1-338-16,-11 4 150 0</inkml:trace>
  <inkml:trace contextRef="#ctx0" brushRef="#br0" timeOffset="145476.34">18156 14505 101 0,'5'-3'218'0,"4"1"-24"16,-2 2-18-16,0-3-14 0,6 3-14 0,-3 3-13 15,3-3-11-15,0 5-13 0,0-1-11 0,-3 1-11 16,1 4-11-16,0 2-9 0,-4-2-5 16,3 3-8-16,-3 6-3 0,-5-2-5 0,0 2-4 15,-5 1-8-15,1 0 0 0,-6 4-2 0,-1-5-6 0,-5 4-1 16,0-5-2-16,1-2-2 0,0-3-2 0,-1 2-3 16,0-4 2-16,0 0-3 0,5-4-2 15,0-1 4-15,2-1 11 0,2 0 19 0,-1 0 27 16,5-4 25-16,-5 3 26 0,6-3-4 0,0 0-10 0,-4-11-5 15,4 5-17-15,4-3-8 0,5-6-13 0,2 1-2 16,1-3-10-16,8-3-9 0,-6 5-4 0,5-4-5 16,-3 7-5-16,0-3 0 0,-3 1-4 15,2 5-3-15,-3 2-2 0,-1-1-7 0,-1 3-6 16,0 1-1-16,-3 0-3 0,-2 3-4 0,4 1 1 0,-2-3-6 16,-2 3-10-16,1 3-7 0,-2 1-10 0,2-1-2 15,-2 3-9-15,1 4-4 0,-1 1-4 0,0-1-15 16,0 3-16-16,-2-1-13 0,1 2-14 0,-2-1-25 15,-1-1-28-15,-1-2-19 0,1 2-42 0,-4-4-202 16,3-1-455-16,-2-2 201 0</inkml:trace>
  <inkml:trace contextRef="#ctx0" brushRef="#br0" timeOffset="145706.34">18602 14466 81 0,'1'-3'266'0,"3"-1"-29"0,0 2-22 0,-3-1-29 16,-1 3-20-16,7 0-18 0,-7 0-12 0,2 7-19 15,2 0-11-15,0 3-9 0,1 5-11 0,-1 4-7 16,1 5-6-16,-5 5-4 0,1-2-7 0,-3 4-8 16,-5 0-5-16,2 1-4 0,-6 1-27 0,3 0-8 15,-9 1-15-15,0-6-26 0,-4 1-34 0,-2-2-43 16,-2-6-58-16,-4-1-156 0,3-3-347 0,-1-5 154 15</inkml:trace>
  <inkml:trace contextRef="#ctx0" brushRef="#br0" timeOffset="146046.34">18207 14311 232 0,'0'-3'235'0,"0"3"-22"0,-4-4-25 15,4 4-20-15,0 0-18 0,0 0-21 0,-10 5-13 16,5 4-15-16,-4 6-9 0,-5 7-8 0,0 5-10 15,-4 2-8-15,3 2-8 0,-6 12-7 0,5 7-2 16,-2-5-6-16,5 0-3 0,4-11-6 0,4 0 1 16,4-2-3-16,1 1-4 0,4-3 0 0,2-2-2 15,5-3 2-15,6-4-4 0,5 0-21 0,5-3-43 16,3-3-51-16,6-5-87 0,0-3-159 0,5-7-364 16,-2 0 162-16</inkml:trace>
  <inkml:trace contextRef="#ctx0" brushRef="#br0" timeOffset="146426.34">19067 14618 185 0,'-4'-2'282'0,"4"2"-11"0,0 0-15 0,0 0-11 16,0 0-25-16,0 0-20 0,0 0-22 0,0 0-19 16,11-5-14-16,-4 2-17 0,6 2-13 0,6 1-10 15,1-5-27-15,-1 3-30 0,1-1-31 0,-1 1-33 16,0 2-30-16,-1 0-26 0,1-1-35 0,1 2-32 16,-4-1-33-16,-2-1-175 0,-5 2-376 0,0-2 167 15</inkml:trace>
  <inkml:trace contextRef="#ctx0" brushRef="#br0" timeOffset="146566.34">19131 14742 114 0,'-5'5'147'0,"5"-2"9"0,0-3 9 16,7 7-6-16,4-5-10 0,7 2-17 0,5-3-12 16,10 4-14-16,0-5-30 0,6 2-52 0,0-3-63 15,-3 0-180-15,0 1-236 0,-2-3 105 0</inkml:trace>
  <inkml:trace contextRef="#ctx0" brushRef="#br0" timeOffset="149166.34">20322 14359 67 0,'3'-5'204'0,"-1"-2"-12"0,-2 5-17 0,1-3-5 16,3 2-24-16,-4 3-9 0,2-7-16 0,-2 7-16 15,0 0-12-15,0-2-16 0,0 2-10 0,0 0-5 16,0 0-7-16,3 15-4 0,-3-3-5 0,4 4-5 0,-4 2-6 16,2 8-6-16,0 0 1 0,-2 2-5 15,0 3 3-15,1-6-6 0,2 3-7 0,-3 0-6 16,0-2-22-16,0 0-28 0,0-1-29 0,-3-7-22 16,2-1-30-16,-3 2-156 0,0-4-300 0,3-3 133 0</inkml:trace>
  <inkml:trace contextRef="#ctx0" brushRef="#br0" timeOffset="149506.34">20133 14804 44 0,'-6'0'192'0,"6"0"-23"16,-6 1-17-16,6-1-15 0,0 0-14 0,0 0-14 16,-5 0-11-16,5 0-7 0,0 0-5 0,0 0-18 15,0 0 0-15,21 0-1 0,-5-2-8 0,6 0-13 16,13-2-5-16,3 2 2 0,14-3-6 0,3 1 0 16,-1-3-1-16,2 2 3 0,2 0-1 0,-1 2 0 15,-6-1-9-15,-16 3-5 0,-5-1 1 0,-9 1-1 16,-2 1-2-16,-6-1-11 0,-3 1-12 0,-1 0-11 15,-2 0-13-15,-7 0 4 0,3 1-2 0,-3-1-4 16,-12 5-7-16,-1-2-20 0,-6 0-32 0,-3-1-17 16,1 3-159-16,-7-2-282 0,9 1 125 0</inkml:trace>
  <inkml:trace contextRef="#ctx0" brushRef="#br0" timeOffset="150006.34">20454 14873 224 0,'0'0'216'0,"0"0"-24"0,2-4-17 15,-2 4-19-15,0 0-19 0,0 0-15 0,0 0-24 16,0 0-9-16,0 0-9 0,0 0-10 0,-5 17-4 16,3-9-6-16,-5 5-14 0,2 1-4 0,-3 5-3 0,2-4-7 15,0 4-4-15,-2 0-2 0,2-1-4 16,-5 5-2-16,6-6 1 0,0 1-6 0,3-1-1 16,-1-3 5-16,2-2-6 0,-2 1-1 0,3-3 0 15,4-1 0-15,-4-2-1 0,5 3 5 0,0-5-3 16,4 4 0-16,0-7 0 0,8 1-3 0,-1 0 3 0,4 0-1 15,0-3-1-15,-1-3-12 0,0 3-17 0,2-2-33 16,-2-2-20-16,-3 2-25 0,1-5-28 16,1 2-33-16,-6 0-119 0,-2 0-298 0,-1 0 132 0</inkml:trace>
  <inkml:trace contextRef="#ctx0" brushRef="#br0" timeOffset="150176.34">20648 15107 8 0,'0'0'264'0,"-3"-3"-10"15,3 3-20-15,0 0-22 0,0 0-22 16,-1-4-19-16,1 4-23 0,0 0-18 0,0 0-13 0,0 0-13 16,0 0-13-16,-4 13-12 0,2-2-9 0,-1 0-8 15,2 1-5-15,-2 6-4 0,2 4-7 0,-4 3-5 16,1 4-15-16,2 0-21 0,-1-2-42 16,6 2-54-16,-6 2-57 0,2-8-200 0,1 4-377 15,-3-9 167-15</inkml:trace>
  <inkml:trace contextRef="#ctx0" brushRef="#br0" timeOffset="152546.34">21326 14390 30 0,'3'-5'196'0,"-2"-4"-12"16,1 5-7-16,-1 0-8 0,0-2-8 0,2 3-14 16,-3-1-17-16,0 4-15 0,2-5-14 0,-2 2-8 15,0 3-14-15,0 0-11 0,0 0-8 0,0 0-9 16,-4 22-2-16,1-6-11 0,-3 3-2 0,-1 6-3 16,-1 3-4-16,0 5-4 0,2 2-4 0,-5 10 3 15,4-11-4-15,1 2-5 0,-1-2 0 0,1-1 3 16,2 1-2-16,3-2-5 0,-3-4 1 0,3 0-6 15,-2-10 5-15,3 4-4 0,0-5 1 0,0-5-2 16,0-1 3-16,0-1-5 0,0-3 7 0,-1 0-14 16,1 0 3-16,1-4-2 0,-2 1 7 0,-2-1-4 15,3-3-3-15,0 0-27 0,0 0-49 0,0 0-27 16,-5-9-37-16,0-2-9 0,1 0-130 0,3-4-302 16,-3-2 134-16</inkml:trace>
  <inkml:trace contextRef="#ctx0" brushRef="#br0" timeOffset="152846.34">21274 14302 85 0,'3'-12'210'0,"-2"1"-15"16,0 1-7-16,2 3-13 0,-2 0-20 0,2 2-15 0,-2 1-16 16,2-2-19-16,-1 4-8 0,7 0-8 15,-3 2-9-15,5 3-12 0,0-1-3 0,1 7-8 16,5-2-6-16,1 5-7 0,5 5-4 0,0-2-7 15,-1 5-5-15,0 1-4 0,-2 1-1 0,-2 0-4 16,0 0 1-16,-5 2-7 0,-3-6-2 0,-2 0-4 16,-3-2-3-16,-3 2 0 0,-2-6-10 0,-2 0 0 15,-3 0 0-15,-6 3-4 0,-4-3 2 0,-3-2 4 16,-9 5-4-16,3-6 3 0,-7-1-4 0,3-2 1 16,-1-3 3-16,-3 0 4 0,10 1-6 0,-7 1 3 0,1-3 0 15,7 1-12-15,0-3-23 0,4 1-16 0,2 2-32 16,4 0-30-16,1 0-21 0,3 1-131 15,3-1-291-15,1 2 129 0</inkml:trace>
  <inkml:trace contextRef="#ctx0" brushRef="#br0" timeOffset="153216.34">21504 14818 40 0,'0'0'225'15,"0"0"-25"-15,0 0-21 0,0 0-21 0,0 0-17 0,0 0-15 16,0 0-12-16,-5 12-12 0,1-6-11 0,3 1-13 16,-2 5-2-16,-2 0-13 0,1-2-4 0,3 5-7 15,-4 1-7-15,1-4-6 0,4 1 0 16,0-1-2-16,0-2-3 0,0 0-3 0,3 1-4 0,-2-5-2 15,3 0 1-15,-2 0-3 0,5-2-3 0,-1 1 14 16,3-3 7-16,0 1 7 0,-1-3 12 0,1-3 15 16,-1 3 14-16,2-5 14 0,-3-1-7 0,1-2-4 15,-1 1-8-15,0-5-10 0,-2 0-4 16,-2 0-11-16,-2-3-7 0,-1-1-8 0,-3 3-9 16,-1 1-7-16,-1-2-10 0,0 5-10 0,-4-1-9 0,-1 1-16 15,-4-2-15-15,0 3-23 0,-4 1-25 0,7 5-38 16,-2 0-34-16,-1 1-39 0,-2 1-228 0,6 0-455 15,1 1 202-15</inkml:trace>
  <inkml:trace contextRef="#ctx0" brushRef="#br0" timeOffset="153726.34">22111 14651 160 0,'0'0'165'0,"0"0"-5"16,0 0-16-16,0 0-8 0,0 0-15 0,0 0-7 16,0 0-9-16,0 0-14 0,0 0-4 0,0 0-8 15,0 0-5-15,0 0-10 0,0 0-5 0,0 0 2 16,0 0-3-16,0 0-1 0,0 0 1 0,0 0-1 16,0 0-2-16,0 0-2 0,0 0-2 0,0 0-9 15,0 0 0-15,0 0 0 0,0 0-7 0,0 0-7 16,0 0 2-16,0 0-3 0,0 0-3 0,0 0-5 15,0 0 5-15,0 0-8 0,0 0-3 0,0 0 1 16,0 0-3-16,0 0-2 0,0 0 5 0,0 0-6 16,0 0-8-16,0 0 12 0,0 0-3 0,0 0 2 15,23 4-6-15,-5-5-1 0,3-1 3 0,8 2 1 16,6 0-4-16,5-1 4 0,15 0-6 0,3 1 1 16,-6-3 2-16,-11 1-3 0,-3-2 1 0,-2 4 0 15,-3 0-4-15,-2-3-11 0,-9 1-6 0,-3-1-14 16,-5 3-16-16,-4 0-20 0,-2 0-31 0,-3-3-34 0,-3 2-32 15,-2 1-155-15,0 0-346 0,-15-8 153 16</inkml:trace>
  <inkml:trace contextRef="#ctx0" brushRef="#br0" timeOffset="153956.34">22313 14538 17 0,'1'-5'281'0,"2"-3"-8"0,-2 1-13 16,-1 1-8-16,0 1-10 0,0-2-16 0,1 4-18 16,2-1-16-16,-3 4-25 0,1-5-24 0,-1 5-17 15,0-4-24-15,0 4-18 0,0 0-8 16,0 0-10-16,0 17-7 0,0-4-10 0,0 6-3 0,0 6-6 16,-4 6 0-16,4-1-10 0,-1 2-23 0,0 2-39 15,-2 0-39-15,-1 1-40 0,3-1-48 0,-3-1-83 16,-1-4-154-16,3-4-428 0,2-10 190 15</inkml:trace>
  <inkml:trace contextRef="#ctx0" brushRef="#br0" timeOffset="157326.34">23283 14337 115 0,'2'-8'181'0,"1"0"-4"0,-2 1-8 0,2 1-2 16,-2 2 1-16,0-1-8 0,1-2-7 0,-1 4-14 15,1 0-21-15,0-1-7 0,-2 4-16 0,1-4-14 16,-1 4-18-16,0 0-9 0,0 0-4 0,0 13-4 16,0-2-6-16,-1 5-5 0,-1 0-4 0,-1 2-5 15,3 6-3-15,0-2 2 0,0 3-6 0,0-1 1 16,0-3-2-16,0-4-4 0,0 2 0 0,0 2-3 16,0-3-26-16,1 3-24 0,-1-4-14 0,-1-1-38 15,1-2-31-15,-2 0-21 0,2 2-167 0,-1-5-337 16,1-1 149-16</inkml:trace>
  <inkml:trace contextRef="#ctx0" brushRef="#br0" timeOffset="157566.34">23144 14754 142 0,'-5'3'244'0,"5"-3"-18"0,-6 1-24 0,6-1-23 0,0 0-18 16,0 0-12-16,32-4-17 0,-10 4-18 16,6-3-8-16,7 0-18 0,2-3-6 0,16 1-14 15,-13 4-13-15,11-2-8 0,3 0-19 0,-20-2-16 16,-2 3-15-16,-2-1-17 0,-10 1-16 0,-9 2 0 0,2-1-24 16,-3-3-24-16,-3 4-33 0,-3-1-45 0,-4 1-92 15,0 0-273-15,0 0 122 0</inkml:trace>
  <inkml:trace contextRef="#ctx0" brushRef="#br0" timeOffset="157896.34">23423 14855 138 0,'0'0'267'0,"0"0"-35"0,0 0-20 16,0 0-24-16,0 0-18 0,0 0-20 0,0 0-19 0,16 3-21 15,-15 3-15-15,4 3-16 0,-2 2-16 0,-2 1-9 16,-1 7-14-16,-4-1-8 0,-9 7-9 0,-2-3-6 16,-3 3-5-16,0-3-6 0,0 0 1 0,-1-2-2 15,1-6-4-15,4-2 5 0,-1 2-2 0,3-3-5 16,3-2 3-16,3-4 1 0,0 2-2 0,1-4 4 15,-1 0-3-15,4 1 8 0,2-2 6 0,0-2 4 16,9 5-6-16,2-5 5 0,10 0-9 0,7-3-2 16,5 0-5-16,4-1-21 0,0-1-43 15,2-1-35-15,14-6-51 0,-16 2-159 0,14-5-331 0,-15 3 147 16</inkml:trace>
  <inkml:trace contextRef="#ctx0" brushRef="#br0" timeOffset="158226.34">24071 14502 247 0,'0'-9'291'0,"0"3"-15"0,0-1-24 15,0 2-12-15,0 0-19 0,0 1-25 0,0 0-18 16,0 4-24-16,0-5-21 0,0 2-13 0,0 3-27 16,0 0-17-16,0 0-5 0,0 0-12 0,4 10-7 15,-1 0-6-15,-1 0-3 0,2 6-6 0,-4 2-7 16,4 2-3-16,-2 6-4 0,-2 0-2 0,3-2 0 16,-2 3-3-16,-1-2-1 0,0 2 3 0,0-8-6 15,0 1-21-15,0-1-15 0,-1-1-17 0,-3 0-20 16,-2-1-19-16,2-3-17 0,-4-2-8 0,3-1-9 15,0-4-27-15,-4 0-35 0,1 0-184 0,3-6-389 16,-2 3 172-16</inkml:trace>
  <inkml:trace contextRef="#ctx0" brushRef="#br0" timeOffset="158526.34">24052 14347 76 0,'0'-6'277'0,"1"-1"-24"0,2 2-26 16,-3 0-27-16,6 1-17 0,2 0-19 0,5 4-18 16,5-2-17-16,2 4-13 0,9 2-9 0,1 2-14 15,0 3-9-15,-2 1-15 0,1 4-8 0,-5-1-9 16,-1 4-12-16,-1-1-11 0,-11-1-4 0,-2-1-12 16,-1 1-6-16,-4 0-2 0,-6-3-1 0,-4 4-1 15,-3 0 6-15,-4-2-8 0,-10 3 2 0,-5-2-1 16,0-2-4-16,-6-5 7 0,2 1-4 0,-2-1-1 15,-1 0-1-15,1-4 4 0,-3 4-1 0,6-6 0 16,2 4-3-16,4-1 1 0,3-2 0 0,6-1-2 16,-1 4-28-16,4-2-37 0,3-1-38 0,2-1-31 15,4 0 7-15,3 3-27 0,1 0-138 0,0-5-318 16,9 5 141-16</inkml:trace>
  <inkml:trace contextRef="#ctx0" brushRef="#br0" timeOffset="158786.34">24318 14857 267 0,'0'0'361'0,"0"0"-24"0,0-7-23 0,0 7-22 0,0-5-28 15,0 5-24-15,1-2-23 0,-1 2-38 16,0 0-12-16,0 0-21 0,0 0-19 0,0-6-20 15,0 6-35-15,0 0-20 0,0 0-5 0,0 0-7 16,-1 18-9-16,0-4 2 0,-2-3-5 0,-1 8-13 16,0-2-1-16,3 3-8 0,-3-2-9 0,-1 2-19 15,4-3-25-15,-3 3-31 0,3-1-40 0,-2-3-35 16,3 0-38-16,-1-3-267 0,1-2-495 0,0-5 219 16</inkml:trace>
  <inkml:trace contextRef="#ctx0" brushRef="#br0" timeOffset="159166.34">24898 14720 83 0,'0'0'210'0,"0"0"-6"16,0 0-12-16,0 0-9 0,0 0-9 0,0 0-13 15,-2-1-2-15,2 1-8 0,0 0-12 0,0 0-9 16,0 0-11-16,0 0-12 0,0 0-11 0,0 0-11 15,19-4-10-15,-7 2-6 0,10-3-7 0,6 2-6 16,7 2-8-16,1-2-6 0,15-2-2 0,2 2-5 16,-14 1-3-16,-1 1-3 0,-3 0-14 0,-5-1-15 15,-2 1-20-15,-5 1-28 0,-5-3-14 0,-8 3-15 16,-2-1-19-16,-3 2-30 0,3-4-30 0,-8 3-197 16,0 0-380-16,0 0 169 0</inkml:trace>
  <inkml:trace contextRef="#ctx0" brushRef="#br0" timeOffset="159376.34">25129 14618 170 0,'-1'-4'313'0,"-2"1"-7"0,3-4-11 16,-1 3-11-16,1 0-26 0,0 4-32 0,0-5-15 0,0 5-25 15,0 0-24-15,-2-4-28 0,2 4-19 0,0 0-28 16,0 0-17-16,-2 17-5 0,2-5-6 15,-3 5-8-15,6 9-5 0,-3 5-9 0,0 1-4 16,2 3-45-16,0-1-58 0,-1 11-64 0,2-11-78 16,-6-2-235-16,2-4-484 0,-1-8 214 0</inkml:trace>
  <inkml:trace contextRef="#ctx0" brushRef="#br0" timeOffset="162326.34">26122 14318 47 0,'0'0'133'0,"0"0"-15"0,0 0-6 0,0-5-12 15,0 5-15-15,0 0-7 0,0 0-3 0,0 0-7 16,0 0-4-16,0 0-3 0,0 0-3 0,0 0-7 15,-2-5-5-15,2 5-3 0,0 0-6 0,0 0-3 16,0 0-5-16,0 0-4 0,0 0-4 0,0 0 0 16,9 0 4-16,-9 0 0 0,16 0-9 0,-2 0 5 15,6-1-12-15,8 1-1 0,2-3 7 0,2 3 2 16,4-2-5-16,-6 0-8 0,1-1 3 0,-4 2 0 16,-4-1-5-16,-2 3 2 0,-5-2-10 0,-2 1 15 15,-5 0-6-15,1-2-6 0,-6 1-12 0,-4 1 13 16,5-1-8-16,-5 1-6 0,0 0 5 0,-23 1 13 15,8 0-24-15,-7 2 11 0,-6-2-2 0,-3 2 5 16,3-1-1-16,0 1-3 0,0 0 7 0,5-2 2 16,4 3 0-16,-3-2 3 0,4 0-2 0,0 0-3 15,7-2-1-15,-2 3 3 0,3-1-1 0,1-1 7 16,3 0-17-16,-1-1 12 0,3 1 3 0,4-1-8 16,-7 2-1-16,7-2 11 0,0 0 1 0,0 0-1 15,-10 0 5-15,10 0 0 0,0 0 10 0,0 0 4 16,0 0-3-16,-7 1-4 0,7-1-1 0,0 0-1 15,0 0-5-15,0 0 5 0,0 0-2 0,-5 1-5 16,5-1-3-16,0 0 2 0,0 0-2 0,0 0 0 16,8 7 8-16,-2-4 7 0,2 0 6 0,2 4-5 15,3-2 7-15,3 2-3 0,1 0 7 0,2 6-5 16,0-4 2-16,7 5-3 0,-3 1-1 0,0 1-3 16,-5-5 4-16,4 5-10 0,-9-4-1 0,0 0-1 15,-1 1-2-15,-6-4 2 0,-1 4-12 0,-3 1 5 16,-2-4-5-16,-4 1 7 0,-3 0-5 0,-9-1 4 15,-2-1-6-15,-1-1-1 0,-3-2 7 0,-5 1-11 0,5-2 13 16,3 0-9-16,-2-3 2 0,5-1 7 16,0-1 1-16,5 0 16 0,0 0 16 0,3 0 26 15,2-1 14-15,1-1-1 0,1-2-12 0,3 1-8 16,1 3-7-16,6-7-7 0,3 3-8 0,4 1-1 0,3 0-4 16,5 0-6-16,0 1-30 0,0 0-24 0,-1 2-29 15,2 2-30-15,5 1-32 0,0 4-43 16,-9 1-186-16,-3-1-376 0,-4-1 167 0</inkml:trace>
  <inkml:trace contextRef="#ctx0" brushRef="#br0" timeOffset="162676.34">25991 14795 104 0,'-7'0'150'0,"3"2"-19"15,4-2-13-15,-9 0-16 0,9 0-5 0,-6 0-10 16,6 0-6-16,0 0 6 0,-8 3-1 0,8-3 2 16,0 0 17-16,0 0 3 0,0 0-5 0,27-3 1 15,-4 1-8-15,10-5-6 0,17-1 1 0,7 1-3 16,5-2-2-16,34-8 6 0,-4 4 3 0,-3-2-4 15,5 7-4-15,-31 0-8 0,3 0-7 0,-9 4-5 16,-7-1-10-16,-18 2-5 0,-2 2-7 0,-10-1-8 16,-1 1-11-16,-9 1-19 0,-2 0-26 0,-3 0-32 15,3 1-18-15,-8-1 3 0,0 5 1 0,0-5-18 16,-21 6-37-16,2-1-36 0,-4 3-48 0,-8 0-126 16,10-2-357-16,-7-1 158 0</inkml:trace>
  <inkml:trace contextRef="#ctx0" brushRef="#br0" timeOffset="163026.34">26241 14936 210 0,'0'0'292'15,"0"-6"-26"-15,0 6-23 0,0-4-22 0,0 4-26 16,4-6-16-16,-4 6-21 0,1-4-19 0,-1 4-15 16,1-3-17-16,-1 3-11 0,0 0-20 0,0 0-14 15,0 0-8-15,13 7-7 0,-10-1-19 0,-2 1-7 16,2 5-2-16,-1 5-8 0,-2-5 1 0,0 12-3 16,0-2-2-16,0 2-1 0,-1 2-1 0,-3 1 1 15,3 0 3-15,-2-3-7 0,-1 3-2 0,2-9 10 16,-1-2-8-16,-1 1-2 0,4-1 2 0,-1-6-1 15,0 0 1-15,-3-2 2 0,4-2-3 0,-1 0-3 16,2 0-1-16,-2-3 1 0,1 1 4 0,0-4 4 16,1 5-4-16,-1-5-20 0,0 0-35 0,0 0-30 15,0 0-31-15,13-9-43 0,-7 2-211 0,2-1-397 16,2 1 175-16</inkml:trace>
  <inkml:trace contextRef="#ctx0" brushRef="#br0" timeOffset="163426.34">26792 14892 132 0,'-5'-1'205'0,"5"1"-21"0,0 0-24 0,-12 1-15 16,7 5-15-16,-3 0-14 0,-2 1-14 0,-3 5-9 16,-1 1-9-16,-5 6-11 0,1 1-5 0,3 1-2 15,-3 3-14-15,1-2-9 0,2 2 1 0,0-3-6 16,6-1-2-16,-1 2-7 0,1-4-2 0,1 1-4 16,6 1 2-16,2-4-6 0,1 1 3 0,4-3 2 15,4 0 2-15,2-2 4 0,6 0-2 0,2-4-3 16,8 1 2-16,1-1 3 0,-1-4 9 0,-7-3 6 15,0 0 16-15,-3-2 24 0,-4-2 20 0,1-1 7 16,-2-2-1-16,-5 0-3 0,0-1-10 0,-5-2-10 16,-1-2-6-16,-4-1-14 0,-9-1-14 0,-3-1-9 15,-11-1-14-15,-4 1-23 0,-5 2-13 0,-7 2-11 16,-7 3-24-16,9 2-22 0,-12 2-26 0,0 3-44 16,16-2-48-16,4 6-87 0,2-1-143 0,11 0-443 15,7-2 196-15</inkml:trace>
  <inkml:trace contextRef="#ctx0" brushRef="#br0" timeOffset="166286.34">27521 14436 49 0,'3'-6'163'0,"-3"-1"-6"0,1 2-12 15,0 0-4-15,2-3-2 0,-2 5-4 0,-1-3-7 16,4 0-11-16,-4 2 1 0,0 4-11 0,3-4-13 16,-3 4-13-16,2-6-10 0,-2 6-16 0,0 0-19 15,0 0-9-15,0 0-11 0,0 0-1 0,0 15-1 16,-2-1 1-16,-2 3-4 0,-3 7-2 0,2 1-2 16,-1 4-1-16,2 0 15 0,-3 0-16 0,3 2 6 15,-1-1-4-15,-1-2-1 0,0 1 5 0,2 0-7 16,0-3 3-16,2-8 10 0,-1-1 0 0,3 0 0 15,-2-5 0-15,-1 0-5 0,3-3 3 0,-1-1-3 16,1-3 1-16,0 2 0 0,0-4-1 0,0 1-3 16,0-4 3-16,-1 5 3 0,-1-1-4 0,2-4 0 15,0 0-14-15,0 0-28 0,0 0-17 0,-14-7-36 16,12 1-27-16,-3 0-40 0,-1-2-134 0,3-3-307 16,-4 0 137-16</inkml:trace>
  <inkml:trace contextRef="#ctx0" brushRef="#br0" timeOffset="166606.34">27510 14231 106 0,'0'-8'247'0,"1"3"-16"0,-1 1-22 0,0-1-21 16,0 0-21-16,0 5-21 0,2-4-14 0,-2 4-20 15,2-5-14-15,-2 5-6 0,0 0-10 0,18 6-11 16,-8-1-10-16,7 3-8 0,-2 1-7 0,6 2 2 15,4 5-17-15,-2-3-3 0,-2 3-4 0,0 1-2 16,-2 3-14-16,-6-3 0 0,-4 0-4 0,1 1-8 16,-5-1-1-16,-1 0-4 0,-8 0 1 0,-1-2 1 15,-6 1-4-15,-10 2 2 0,-4-1 7 0,-5-2-5 16,0-1 0-16,-2-3 2 0,1-3 0 0,3-2 1 16,-3-2-2-16,3 1 3 0,1 0-1 0,7-3 8 0,1 1-8 15,1-3 0-15,5 6 7 0,2-6-28 0,3 3-26 16,0-2-42-16,3 1-11 0,5-2 10 15,-1 5-31-15,1-5-147 0,9 8-292 0,1-5 129 16</inkml:trace>
  <inkml:trace contextRef="#ctx0" brushRef="#br0" timeOffset="166976.34">27755 14742 60 0,'0'0'308'0,"0"0"-37"0,0 0-29 16,14-5-27-16,-10 5-22 0,4 0-18 15,0 0-21-15,3 0-13 0,-1 2-20 0,2 1-13 16,-2 2-14-16,0-1-14 0,0 3-15 0,-1 1-12 16,-1 1-11-16,0 2-6 0,-2 4-7 0,-4 1-5 0,2 1-1 15,-9 3-1-15,-4 3-6 0,-1 2-3 0,-5 1 1 16,-2-2-3-16,-2-4-1 0,2 2 0 0,-2-3-18 15,6-5-2-15,2 1 5 0,2-5-2 16,0-1 4-16,0-1-4 0,2-3 3 0,1 1 1 0,1 0 1 16,1-4 6-16,0 1 19 0,2 1 2 0,-2-2 3 15,4-2 7-15,0 3-10 0,0-3 2 0,12 2 0 16,1-2-5-16,8 0-4 0,11 0-2 16,3 0-5-16,3-2 3 0,0 2-2 0,-1 0-4 15,-3 0-5-15,-1 0-17 0,-5 2-11 0,-6-2-19 0,-4 0-23 16,2 1-23-16,-7-2-36 0,-1 1-33 0,-1 0-38 15,-5 0-147-15,-2-2-370 0,0-1 163 16</inkml:trace>
  <inkml:trace contextRef="#ctx0" brushRef="#br0" timeOffset="170276.34">28317 14675 18 0,'0'0'122'16,"0"0"2"-16,0 0 0 0,0 0-13 0,0 0-5 15,0 0 4-15,0 0-17 0,0 0 0 0,0 0-2 16,0 0-8-16,0 0-1 0,0 0-12 0,0 0-3 16,0 0-5-16,0 0-9 0,0 0-4 0,0 0 2 0,0 0-7 15,0 0-7-15,0 0 4 0,0 0 0 16,0 0 0-16,0 0-1 0,0 0-3 0,0 0 6 0,0 0-7 15,7-7 4-15,1 6-11 0,4 2-3 0,6-3-4 16,13-2-1-16,2 4 0 0,7 0-11 16,10-3-13-16,3 3-28 0,-2 0-33 0,3-2-37 15,-17 3-72-15,-5 0-105 0,-3-1-301 0,-6 0 133 0</inkml:trace>
  <inkml:trace contextRef="#ctx0" brushRef="#br0" timeOffset="173256.34">29250 14362 118 0,'0'0'127'0,"0"0"0"0,4-3-14 16,-4 3-12-16,0 0-4 0,0 0-6 15,0 0-9-15,1-3-6 0,-1 3-2 0,0 0-9 16,0 0 5-16,0 0-9 0,0 0-2 0,0 0-2 16,0 0-1-16,0 0-10 0,0 0 2 0,0 0-4 15,0 0-2-15,0 0 0 0,0 0-7 0,4-2-1 0,-4 2-9 16,0 0-1-16,8-2-3 0,-8 2-1 16,14 0 1-16,-4 0-9 0,2-1-2 0,6 1 2 15,-2 1-5-15,3-1 5 0,0 0-6 0,1 2 4 16,0-2-1-16,1 0 1 0,-1 2-5 0,-1 0 1 0,0-1-5 15,-6 2 3-15,4 1-3 0,-7-2 1 0,-2-1-5 16,-2 2-7-16,2-1-1 0,-5 3-3 16,1-1 1-16,-4-1 3 0,-1 1 1 0,-3 3 0 15,-2 0 4-15,-3 2-1 0,-8 1-2 0,2-1 0 16,-2-1 1-16,-2 1 1 0,0-1 2 0,4-1 6 0,-1 2-2 16,5-4 0-16,-1 0-1 0,2 0-3 0,1-1-3 15,4 1 5-15,-1-2 1 0,1-1-4 0,2 0 6 16,3-2-1-16,-1 5 5 0,1-5-4 15,7 5 1-15,0-3-6 0,4 0 6 0,5-1-2 0,0 1 3 16,3 0 6-16,-1 1-5 0,1 0 1 0,2 1 3 16,-3-2-4-16,0 1 7 0,1 2-2 0,-2 0-2 15,-6-1-4-15,0-1 6 0,0 5 0 0,-5-4-6 16,3 1 0-16,-5 3-6 0,-2-4 3 16,-2 3 0-16,-1 1 2 0,-4 0-1 0,-4 1 4 0,-2-2-5 15,-10 0 8-15,-3 1-4 0,-6-1-2 0,-4 0 3 16,2 0-1-16,-4-4 1 0,3-1-7 0,1 1 1 15,0-1 6-15,4 0-1 0,5-2-14 16,2 0-27-16,2 1-14 0,0-2-28 0,8 1-17 0,-1-2-23 16,3 2-129-16,2 0-268 0,3-1 119 0</inkml:trace>
  <inkml:trace contextRef="#ctx0" brushRef="#br0" timeOffset="173606.34">29114 14763 14 0,'0'0'130'15,"0"0"-1"-15,0 0-16 0,0 0-9 0,0 0-1 16,0 0-15-16,0 0-5 0,0 0-3 0,0 0 5 15,0 0-6-15,0 0 1 0,0 0-2 16,20 1-1-16,-8-2 2 0,1 0-10 0,7 1-5 16,10-3-1-16,6 1-2 0,15-1-3 0,2 1 1 0,5 1 8 15,1-2-3-15,4 2 3 0,-4-1 0 0,1-2-1 16,-8 5-9-16,-14-3-4 0,-4 1-4 0,-5 1-8 16,-11-2-2-16,0 4-3 0,-8-4-4 15,-1 2-5-15,-1 0-9 0,-1 0-5 0,-3 0-26 0,-4 0-13 16,0 0 3-16,0 0-2 0,0 0-11 0,0 0-18 15,-13 5-25-15,3 0-22 0,-3-4-14 0,0 2-22 16,1 0-161-16,-1 0-321 0,0 1 142 0</inkml:trace>
  <inkml:trace contextRef="#ctx0" brushRef="#br0" timeOffset="174206.34">29234 14886 16 0,'6'-2'141'16,"5"1"-14"-16,1 1-12 0,-3 1-16 0,5 1-7 0,-1-1-9 15,-2 2-10-15,6 1-25 0,-4 1 15 0,-3 0-10 16,2-1-10-16,-2 3-11 0,-3-1-1 0,-2 1 0 15,1 1-9-15,-1-1-7 0,-3 3-12 0,-2-1-1 16,0-1-3-16,-2 1-6 0,-2 0-5 0,0 3 7 16,-2-4-13-16,-2 0-7 0,-1 1 20 0,0-2 2 15,-1 1-8-15,0-6 2 0,-2 6 6 0,7-6 4 16,-3 3-4-16,3-4 3 0,0 2-6 0,1-2 9 16,-1 2 1-16,5-3 9 0,-4 4-2 0,4-4-8 15,0 0 12-15,7 4-9 0,-1-3 6 16,4 1-2-16,3 0 6 0,-3 0-4 0,3 0-6 0,-1 2 4 15,2-2-4-15,-3 1 4 0,0 1-7 0,0-2 3 16,-3 3-3-16,1-2-3 0,-2 1-8 0,-2 0 2 16,-2 2 5-16,-1-1 0 0,0 0-8 15,-2 0-3-15,-2-1 3 0,-3 3 4 0,-5-1-2 16,-1 1-4-16,-5 0 4 0,0 0 4 0,-3-2 4 16,0 1-9-16,-1-2 7 0,0 2-1 0,-1-4-4 0,0 2 25 15,0-1-22-15,1-1-12 0,0-2-37 0,8 3-40 16,-2-6-58-16,3 3-161 0,4-2 73 0</inkml:trace>
  <inkml:trace contextRef="#ctx0" brushRef="#br0" timeOffset="174636.34">29653 14984 52 0,'8'-1'159'16,"3"2"-2"-16,0-1-19 0,2 1-17 0,0 2-6 0,0 0 4 15,3 4-19-15,-4-1-13 0,0-2-9 16,0 3-7-16,-2 0-12 0,1 0-1 0,-4 4-8 16,0-2-4-16,-3 1-8 0,-1 0-7 0,0 0-3 15,-3-1-6-15,-1 3 2 0,-2-3-6 0,-2 3 1 16,-3-1-2-16,-3 1-2 0,-3-1 1 0,-1 2-6 0,-1-5 6 16,1 2-2-16,3-6-5 0,-2 5-3 15,4-4 1-15,2-2 2 0,3-2 0 0,0 3 4 16,0-3-5-16,1 2 30 0,4-3 9 0,-4 3 12 15,4-3-1-15,0 0-5 0,0 0-5 0,19 0 1 16,0-3-9-16,10-1-5 0,2 1-13 0,-2 1-10 0,2 2-27 16,-1-3-31-16,-2-2-48 0,0 1-65 0,-6 3-156 15,0-1-341-15,-7 0 152 0</inkml:trace>
  <inkml:trace contextRef="#ctx0" brushRef="#br0" timeOffset="176536.34">30503 14437 42 0,'1'-3'197'0,"0"-2"-9"15,-1 5-11-15,5-6-13 0,-5 6-20 0,0-1-15 16,0 1-14-16,3-3-13 0,-3 3-9 0,0 0-14 16,0 0-9-16,0 0-8 0,0 0-12 0,0 0-4 15,6 11-4-15,-6-2 0 0,-2 3-13 0,2 3-3 16,0 3-3-16,0 7-5 0,-2 1 2 0,2 2-2 16,-1 0 1-16,-3 0-3 0,2 0 2 0,2 0-5 15,-3-2-3-15,3-2 3 0,-1-4-6 0,2-2 1 16,-2-1 3-16,1-2-4 0,-1-2-1 0,1-3-1 15,-2 1 2-15,2-4 2 0,0-2-4 0,0 2 1 16,0-1 0-16,0-2 1 0,0 1-4 0,-2 1-6 0,0-5-6 16,2-1-4-16,0 5-1 0,0-5 0 15,0 5 2-15,0-5-4 0,-2 3 6 0,2-3-9 16,0 0-32-16,0 0-45 0,0 0-35 0,-13-13-147 16,9 6-300-16,0-1 133 0</inkml:trace>
  <inkml:trace contextRef="#ctx0" brushRef="#br0" timeOffset="176886.34">30454 14354 90 0,'0'0'202'15,"-1"-7"-18"-15,1 7-18 0,-1-2-14 0,1 2-15 16,0 0-18-16,7-5-9 0,1 5-17 0,2-2-6 16,0 2-12-16,4 2-9 0,2 1 1 0,2 1-2 15,-2 1-12-15,3 2-5 0,8 2-3 0,-8-1-2 16,1 4-10-16,4 4-2 0,-8-2-8 0,-2 2-2 16,-1-1-3-16,-1 0-4 0,-3 1-2 0,-2 1-2 15,-2-2-5-15,-3-4 0 0,-4 2-4 0,-4-4-3 16,-2 4 0-16,-5-1 10 0,-3 1-8 0,-9-1 2 15,-1-3 1-15,-1 1-3 0,-1-1 3 0,-2-2-1 16,4 1-12-16,-1-3-10 0,5 2-17 0,3-3-26 16,-2 1-24-16,4 0-21 0,3-1-44 0,0 0-100 15,3 0-273-15,6-1 120 0</inkml:trace>
  <inkml:trace contextRef="#ctx0" brushRef="#br0" timeOffset="177586.34">30813 14747 176 0,'0'0'226'0,"0"0"-23"15,3-5-17-15,-3 5-20 0,0 0-17 0,0 0-19 16,0 0-16-16,0 0-12 0,0 0-12 0,0 0-13 16,0 0-2-16,0 0-15 0,0 0-8 0,0 0-1 15,2 15-9-15,-3-9-4 0,1 4-3 0,-1 0-6 16,-3 2-17-16,1 5 2 0,-1-3-4 0,-1 3 0 15,4 2-1-15,-4-2-1 0,1 0 0 0,0 0-2 16,3 0-3-16,-3-5 1 0,4 0 1 0,0-1 0 16,-2 0 0-16,4-2 0 0,-2-1 4 0,4-1-4 15,-3 1 1-15,3-1 1 0,0 0-2 0,1-3-3 16,0 1-2-16,0 0-8 0,2-4-3 0,-1 2-15 16,3-3-6-16,-1 1 2 0,1-2-6 0,2-2-4 15,-2-2 9-15,0 0-8 0,2 1-4 0,-4-3 11 16,2 3 11-16,-1-3 4 0,-2 3 18 0,-2 0 10 15,1 1 17-15,-1 0 5 0,0-2 12 0,-1 3-5 16,1 1 2-16,-4 1-1 0,3-4-9 0,-3 4 1 16,2-3-6-16,-2 3-7 0,5-2-4 0,-5 2-21 15,0 0-7-15,0 0 1 0,2 8 2 0,-2-4-7 16,-2 5 4-16,0 1 2 0,-2 4-4 0,0 4 5 16,0-1 2-16,-2 3-8 0,-1 3-2 0,4-3-12 15,-5 4-24-15,2 0-29 0,-1 1-25 0,3-8-31 16,-1 0-128-16,1-5-289 0,1-1 128 0</inkml:trace>
  <inkml:trace contextRef="#ctx0" brushRef="#br0" timeOffset="178796.34">31196 14701 17 0,'0'0'151'16,"-1"-5"-17"-16,1 5-11 0,0 0-16 0,0 0-9 15,0 0-9-15,0 0-10 0,-3-3-10 0,3 3-2 16,0 0-10-16,0 0-1 0,0 0-1 0,0 0 0 15,0 0-21-15,12-2 16 0,-5 2-10 0,5-1-5 16,5 0 2-16,3-1-5 0,8 1-9 0,0 0-1 16,1-2-2-16,1 0 0 0,2 4-8 0,1-2 6 15,2 1-2-15,-4 0-6 0,-3 0-9 0,-5 0-8 16,-5 0-15-16,-4-3-12 0,-3 3-21 0,0 0-20 0,-3 0-36 16,-8 0-94-16,4-1-220 0,-4 1 98 0</inkml:trace>
  <inkml:trace contextRef="#ctx0" brushRef="#br0" timeOffset="179016.34">31382 14561 148 0,'2'-6'222'0,"0"3"-14"16,0-1-3-16,-1-1-6 0,3 2-8 0,-4 3-14 16,0-4-17-16,0 4-19 0,4-6-10 15,-4 6-20-15,0-1-16 0,0 1-18 0,0 0-23 16,0 0-8-16,0 0-4 0,3 11-5 0,-5 0-10 0,2-1 2 15,-1 7-9-15,-1 2-2 0,0 8-3 16,-2-1-3-16,3 0-23 0,-1 1-14 0,0 0-16 0,2-7-24 16,0 4-15-16,-2-5-19 0,6 5-25 0,-3-7-29 15,-1 1-142-15,2-8-319 0,2 1 141 16</inkml:trace>
  <inkml:trace contextRef="#ctx0" brushRef="#br0" timeOffset="179256.34">31975 14687 188 0,'0'0'239'0,"6"-1"-19"15,-6 1-26-15,6-4-19 0,-2 2-26 0,0 1-31 16,-4 1-29-16,13 0-35 0,-6 0-32 0,4 0-49 16,-2 0-49-16,3 4-149 0,1-4-242 0,-1 3 107 15</inkml:trace>
  <inkml:trace contextRef="#ctx0" brushRef="#br0" timeOffset="179406.34">32383 14696 78 0,'3'-3'208'0,"-3"3"-36"15,5-2-36-15,-2-2-54 0,2 3-68 0,-5 1-45 16,11 0-80-16,-3-1-118 0,0 1 52 0</inkml:trace>
  <inkml:trace contextRef="#ctx0" brushRef="#br0" timeOffset="179546.34">32626 14703 70 0,'0'0'285'0,"5"-3"-27"0,-5 3-28 0,3-4-32 16,-3 4-54-16,4-3-56 0,-4 3-83 0,6 0-94 16,-6 0-110-16,0 0-214 0,0 0 95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6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4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0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32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8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3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0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8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1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6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427E0-3FA4-4FE6-AB0F-8540A7DD13F0}" type="datetimeFigureOut">
              <a:rPr lang="en-US" smtClean="0"/>
              <a:t>7/15/2022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BC5F3-63EC-46E2-BDE8-FDAD3F932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2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customXml" Target="../ink/ink5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customXml" Target="../ink/ink5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customXml" Target="../ink/ink5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6560" y="423000"/>
              <a:ext cx="10073880" cy="5144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200" y="413640"/>
                <a:ext cx="10092600" cy="516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477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89400" y="679680"/>
              <a:ext cx="10749600" cy="5359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040" y="670320"/>
                <a:ext cx="10768320" cy="537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369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1608" y="3621382"/>
            <a:ext cx="5676900" cy="2667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211120" y="740520"/>
              <a:ext cx="7055640" cy="2695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1760" y="731160"/>
                <a:ext cx="7074360" cy="271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35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05840" y="407160"/>
              <a:ext cx="10565280" cy="4803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480" y="397800"/>
                <a:ext cx="10584000" cy="48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7824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86720" y="532800"/>
              <a:ext cx="9976680" cy="4385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7360" y="523440"/>
                <a:ext cx="9995400" cy="440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6138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35320" y="548280"/>
              <a:ext cx="11139840" cy="4975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960" y="538920"/>
                <a:ext cx="11158560" cy="49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161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57200" y="505800"/>
              <a:ext cx="10299960" cy="5103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7840" y="496440"/>
                <a:ext cx="10318680" cy="512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053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07160" y="549360"/>
              <a:ext cx="8289360" cy="5089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7800" y="540000"/>
                <a:ext cx="8308080" cy="510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624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97560" y="761760"/>
              <a:ext cx="7663680" cy="4417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8200" y="752400"/>
                <a:ext cx="7682400" cy="443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9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31280" y="653760"/>
              <a:ext cx="11344320" cy="5714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920" y="644400"/>
                <a:ext cx="11363040" cy="573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3599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09200" y="668880"/>
              <a:ext cx="11324520" cy="3148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840" y="659520"/>
                <a:ext cx="11343240" cy="316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532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35720" y="659160"/>
              <a:ext cx="11138760" cy="5398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360" y="649800"/>
                <a:ext cx="11157480" cy="541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98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87760" y="731160"/>
              <a:ext cx="10223640" cy="4067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8400" y="721800"/>
                <a:ext cx="10242360" cy="408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430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9080" y="954360"/>
              <a:ext cx="10834920" cy="4751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9720" y="945000"/>
                <a:ext cx="10853640" cy="477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9343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99520" y="757440"/>
              <a:ext cx="9885600" cy="4423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0160" y="748080"/>
                <a:ext cx="9904320" cy="444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2070000" y="4037040"/>
              <a:ext cx="87840" cy="97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0640" y="4027680"/>
                <a:ext cx="106560" cy="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9461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64120" y="920520"/>
              <a:ext cx="11185920" cy="3631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760" y="911160"/>
                <a:ext cx="11204640" cy="36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2795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72200" y="985680"/>
              <a:ext cx="10683720" cy="2592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2840" y="976320"/>
                <a:ext cx="10702440" cy="261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5101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98000" y="602280"/>
              <a:ext cx="10774440" cy="4968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8640" y="592920"/>
                <a:ext cx="10793160" cy="498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7431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75760" y="615240"/>
              <a:ext cx="10147680" cy="3978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6400" y="605880"/>
                <a:ext cx="10166400" cy="399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264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29760" y="925560"/>
              <a:ext cx="11351520" cy="5293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400" y="916200"/>
                <a:ext cx="11370240" cy="531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7644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09400" y="516240"/>
              <a:ext cx="11312640" cy="5468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040" y="506880"/>
                <a:ext cx="11331360" cy="548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1580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60360" y="564840"/>
              <a:ext cx="7397280" cy="3197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1000" y="555480"/>
                <a:ext cx="7416000" cy="321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2040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12320" y="580680"/>
              <a:ext cx="10520280" cy="5579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2960" y="571320"/>
                <a:ext cx="10539000" cy="55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4141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42040" y="288000"/>
              <a:ext cx="9244440" cy="3231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680" y="278640"/>
                <a:ext cx="9263160" cy="324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8816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508760" y="862560"/>
              <a:ext cx="10254960" cy="4676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9400" y="853200"/>
                <a:ext cx="10273680" cy="46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764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59920" y="1165320"/>
              <a:ext cx="10388880" cy="5161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0560" y="1155960"/>
                <a:ext cx="10407600" cy="51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522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47600" y="1146240"/>
              <a:ext cx="9578520" cy="2945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8240" y="1136880"/>
                <a:ext cx="9597240" cy="29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8462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38560" y="491040"/>
              <a:ext cx="9572040" cy="4727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200" y="481680"/>
                <a:ext cx="9590760" cy="47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08438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21120" y="996840"/>
              <a:ext cx="8717400" cy="3264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1760" y="987480"/>
                <a:ext cx="8736120" cy="328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4419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56680" y="586800"/>
              <a:ext cx="10840680" cy="5285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7320" y="577440"/>
                <a:ext cx="10859400" cy="530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0546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49200" y="640080"/>
              <a:ext cx="10581120" cy="4560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9840" y="630720"/>
                <a:ext cx="10599840" cy="45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4831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79920" y="711360"/>
              <a:ext cx="10334160" cy="4623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0560" y="702000"/>
                <a:ext cx="10352880" cy="46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03779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52400" y="1050120"/>
              <a:ext cx="11014920" cy="5086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040" y="1040760"/>
                <a:ext cx="11033640" cy="510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79239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39120" y="718560"/>
              <a:ext cx="10442880" cy="3727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760" y="709200"/>
                <a:ext cx="10461600" cy="37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287000" y="4535280"/>
              <a:ext cx="9858600" cy="12564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7640" y="4525920"/>
                <a:ext cx="9877320" cy="12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92904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06640" y="496800"/>
              <a:ext cx="8251200" cy="5202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7280" y="487440"/>
                <a:ext cx="8269920" cy="522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16381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65720" y="491040"/>
              <a:ext cx="10705320" cy="5639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360" y="481680"/>
                <a:ext cx="10724040" cy="565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5498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29040" y="778320"/>
              <a:ext cx="9763200" cy="5422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9680" y="768960"/>
                <a:ext cx="9781920" cy="544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287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612080" y="826200"/>
              <a:ext cx="10073880" cy="3998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2720" y="816840"/>
                <a:ext cx="10092600" cy="401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9368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24560" y="681840"/>
              <a:ext cx="10522800" cy="5355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5200" y="672480"/>
                <a:ext cx="10541520" cy="537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0204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94360" y="512640"/>
              <a:ext cx="8130240" cy="5123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000" y="503280"/>
                <a:ext cx="8148960" cy="514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05120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34920" y="448560"/>
              <a:ext cx="11107080" cy="5001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560" y="439200"/>
                <a:ext cx="11125800" cy="502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4898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47880" y="448560"/>
              <a:ext cx="7166880" cy="1850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8520" y="439200"/>
                <a:ext cx="7185600" cy="186948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Legendre Polynomial Plot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830" y="2382755"/>
            <a:ext cx="6169044" cy="405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202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55640" y="306360"/>
              <a:ext cx="10236600" cy="5775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6280" y="297000"/>
                <a:ext cx="10255320" cy="579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814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16600" y="466560"/>
              <a:ext cx="10652400" cy="4660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240" y="457200"/>
                <a:ext cx="10671120" cy="467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96985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12440" y="627840"/>
              <a:ext cx="10316160" cy="5274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080" y="618480"/>
                <a:ext cx="10334880" cy="529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81474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44360" y="691200"/>
              <a:ext cx="7861320" cy="4064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5000" y="681840"/>
                <a:ext cx="7880040" cy="40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0826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2160" y="518760"/>
              <a:ext cx="6062400" cy="1376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800" y="509400"/>
                <a:ext cx="6081120" cy="139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13932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31760" y="432000"/>
              <a:ext cx="9765360" cy="4891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400" y="422640"/>
                <a:ext cx="9784080" cy="491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18848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71280" y="673560"/>
              <a:ext cx="10885320" cy="686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1920" y="664200"/>
                <a:ext cx="10904040" cy="7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972000" y="1809000"/>
              <a:ext cx="10594440" cy="41990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2640" y="1799640"/>
                <a:ext cx="10613160" cy="421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659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96760" y="514800"/>
              <a:ext cx="10852200" cy="4741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7400" y="505440"/>
                <a:ext cx="10870920" cy="47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80274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10240" y="818280"/>
              <a:ext cx="8425080" cy="5188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0880" y="808920"/>
                <a:ext cx="8443800" cy="520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3530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527480" y="660600"/>
              <a:ext cx="10381680" cy="3322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8120" y="651240"/>
                <a:ext cx="10400400" cy="33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644480" y="2552040"/>
              <a:ext cx="10182240" cy="31330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5120" y="2542680"/>
                <a:ext cx="10200960" cy="31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80408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675800" y="938880"/>
              <a:ext cx="7012440" cy="948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6440" y="929520"/>
                <a:ext cx="7031160" cy="9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864720" y="2396520"/>
              <a:ext cx="10887480" cy="3217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5360" y="2387160"/>
                <a:ext cx="10906200" cy="323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3398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073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457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292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501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149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29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217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102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353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876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955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25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0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60C3516471F44810DD24F0C42148E" ma:contentTypeVersion="11" ma:contentTypeDescription="Create a new document." ma:contentTypeScope="" ma:versionID="a8e7aab3381df189fe4e247d562d02a3">
  <xsd:schema xmlns:xsd="http://www.w3.org/2001/XMLSchema" xmlns:xs="http://www.w3.org/2001/XMLSchema" xmlns:p="http://schemas.microsoft.com/office/2006/metadata/properties" xmlns:ns2="b4284549-3b77-42f0-9bd8-21963f31e472" xmlns:ns3="96e9f518-c301-41c8-a9ae-26c5061bc2d5" targetNamespace="http://schemas.microsoft.com/office/2006/metadata/properties" ma:root="true" ma:fieldsID="893f4986d678e99243d564b991aab52b" ns2:_="" ns3:_="">
    <xsd:import namespace="b4284549-3b77-42f0-9bd8-21963f31e472"/>
    <xsd:import namespace="96e9f518-c301-41c8-a9ae-26c5061bc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84549-3b77-42f0-9bd8-21963f31e4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1fbd3b0-4808-4b13-b9b2-3f13c0616f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9f518-c301-41c8-a9ae-26c5061bc2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7b87279-130b-4b80-93b2-bcb79ced8e85}" ma:internalName="TaxCatchAll" ma:showField="CatchAllData" ma:web="96e9f518-c301-41c8-a9ae-26c5061bc2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284549-3b77-42f0-9bd8-21963f31e472">
      <Terms xmlns="http://schemas.microsoft.com/office/infopath/2007/PartnerControls"/>
    </lcf76f155ced4ddcb4097134ff3c332f>
    <TaxCatchAll xmlns="96e9f518-c301-41c8-a9ae-26c5061bc2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307DDC-4F15-4CFF-805A-B96718D8AD84}"/>
</file>

<file path=customXml/itemProps2.xml><?xml version="1.0" encoding="utf-8"?>
<ds:datastoreItem xmlns:ds="http://schemas.openxmlformats.org/officeDocument/2006/customXml" ds:itemID="{7A1564CD-8997-4E0D-AD0E-3118D8608C0F}">
  <ds:schemaRefs>
    <ds:schemaRef ds:uri="http://schemas.microsoft.com/office/2006/metadata/properties"/>
    <ds:schemaRef ds:uri="http://schemas.microsoft.com/office/infopath/2007/PartnerControls"/>
    <ds:schemaRef ds:uri="b4284549-3b77-42f0-9bd8-21963f31e472"/>
    <ds:schemaRef ds:uri="96e9f518-c301-41c8-a9ae-26c5061bc2d5"/>
  </ds:schemaRefs>
</ds:datastoreItem>
</file>

<file path=customXml/itemProps3.xml><?xml version="1.0" encoding="utf-8"?>
<ds:datastoreItem xmlns:ds="http://schemas.openxmlformats.org/officeDocument/2006/customXml" ds:itemID="{08E3C930-DB1C-42EB-9A4F-6BE156DE30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pritha</dc:creator>
  <cp:revision>45</cp:revision>
  <dcterms:created xsi:type="dcterms:W3CDTF">2022-05-10T04:57:53Z</dcterms:created>
  <dcterms:modified xsi:type="dcterms:W3CDTF">2022-07-16T07:28:19Z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0x01010099560C3516471F44810DD24F0C42148E</vt:lpwstr>
  </property>
  <property fmtid="{D5CDD505-2E9C-101B-9397-08002B2CF9AE}" pid="3" name="MediaServiceImageTags">
    <vt:lpwstr/>
  </property>
</Properties>
</file>